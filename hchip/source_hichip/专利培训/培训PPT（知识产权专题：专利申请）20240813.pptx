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384" r:id="rId4"/>
    <p:sldId id="385" r:id="rId5"/>
    <p:sldId id="630" r:id="rId6"/>
    <p:sldId id="629" r:id="rId7"/>
    <p:sldId id="631" r:id="rId8"/>
    <p:sldId id="489" r:id="rId9"/>
    <p:sldId id="490" r:id="rId10"/>
    <p:sldId id="491" r:id="rId11"/>
    <p:sldId id="493" r:id="rId12"/>
    <p:sldId id="492" r:id="rId13"/>
    <p:sldId id="494" r:id="rId14"/>
    <p:sldId id="495" r:id="rId15"/>
    <p:sldId id="496" r:id="rId16"/>
    <p:sldId id="497" r:id="rId17"/>
    <p:sldId id="498" r:id="rId19"/>
    <p:sldId id="499" r:id="rId20"/>
    <p:sldId id="500" r:id="rId21"/>
    <p:sldId id="501" r:id="rId22"/>
    <p:sldId id="502" r:id="rId23"/>
    <p:sldId id="503" r:id="rId24"/>
    <p:sldId id="507" r:id="rId25"/>
    <p:sldId id="508" r:id="rId26"/>
    <p:sldId id="510" r:id="rId27"/>
    <p:sldId id="511" r:id="rId28"/>
    <p:sldId id="512" r:id="rId29"/>
    <p:sldId id="513" r:id="rId30"/>
    <p:sldId id="522" r:id="rId31"/>
    <p:sldId id="523" r:id="rId32"/>
    <p:sldId id="524" r:id="rId33"/>
    <p:sldId id="525" r:id="rId34"/>
    <p:sldId id="526" r:id="rId35"/>
    <p:sldId id="527" r:id="rId36"/>
    <p:sldId id="528" r:id="rId37"/>
    <p:sldId id="529" r:id="rId38"/>
    <p:sldId id="504" r:id="rId39"/>
    <p:sldId id="514" r:id="rId40"/>
    <p:sldId id="530" r:id="rId41"/>
    <p:sldId id="531" r:id="rId42"/>
    <p:sldId id="532" r:id="rId43"/>
    <p:sldId id="533" r:id="rId44"/>
    <p:sldId id="534" r:id="rId45"/>
    <p:sldId id="535" r:id="rId46"/>
    <p:sldId id="537" r:id="rId47"/>
    <p:sldId id="538" r:id="rId48"/>
    <p:sldId id="539" r:id="rId49"/>
    <p:sldId id="540" r:id="rId50"/>
    <p:sldId id="541" r:id="rId51"/>
    <p:sldId id="542" r:id="rId52"/>
    <p:sldId id="543" r:id="rId53"/>
    <p:sldId id="544" r:id="rId54"/>
    <p:sldId id="545" r:id="rId55"/>
    <p:sldId id="546" r:id="rId56"/>
    <p:sldId id="548" r:id="rId57"/>
    <p:sldId id="549" r:id="rId58"/>
    <p:sldId id="551" r:id="rId59"/>
    <p:sldId id="553" r:id="rId60"/>
    <p:sldId id="554" r:id="rId61"/>
    <p:sldId id="555" r:id="rId62"/>
    <p:sldId id="556" r:id="rId63"/>
    <p:sldId id="557" r:id="rId64"/>
    <p:sldId id="506" r:id="rId65"/>
    <p:sldId id="552" r:id="rId66"/>
    <p:sldId id="633" r:id="rId67"/>
    <p:sldId id="505" r:id="rId68"/>
    <p:sldId id="595" r:id="rId69"/>
    <p:sldId id="596" r:id="rId70"/>
    <p:sldId id="597" r:id="rId71"/>
    <p:sldId id="598" r:id="rId72"/>
    <p:sldId id="599" r:id="rId73"/>
    <p:sldId id="600" r:id="rId74"/>
    <p:sldId id="601" r:id="rId75"/>
    <p:sldId id="603" r:id="rId76"/>
    <p:sldId id="618" r:id="rId77"/>
    <p:sldId id="605" r:id="rId78"/>
    <p:sldId id="607" r:id="rId79"/>
    <p:sldId id="608" r:id="rId80"/>
    <p:sldId id="609" r:id="rId81"/>
    <p:sldId id="610" r:id="rId82"/>
    <p:sldId id="611" r:id="rId83"/>
    <p:sldId id="612" r:id="rId84"/>
    <p:sldId id="613" r:id="rId85"/>
    <p:sldId id="616" r:id="rId86"/>
    <p:sldId id="459" r:id="rId87"/>
  </p:sldIdLst>
  <p:sldSz cx="12192000" cy="6858000"/>
  <p:notesSz cx="6858000" cy="9144000"/>
  <p:custDataLst>
    <p:tags r:id="rId9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4" userDrawn="1">
          <p15:clr>
            <a:srgbClr val="A4A3A4"/>
          </p15:clr>
        </p15:guide>
        <p15:guide id="2" pos="37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FFFFFF"/>
    <a:srgbClr val="C55A11"/>
    <a:srgbClr val="980000"/>
    <a:srgbClr val="843C0B"/>
    <a:srgbClr val="BE5A16"/>
    <a:srgbClr val="8590CA"/>
    <a:srgbClr val="BF4521"/>
    <a:srgbClr val="2B1E1D"/>
    <a:srgbClr val="96592F"/>
    <a:srgbClr val="CE73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FA736B0-434C-4D96-ADC9-E88EF129BC04}" styleName="{c624527a-1e08-42e2-8f48-2ca59fd601db}">
    <a:wholeTbl>
      <a:tcTxStyle>
        <a:fontRef idx="none">
          <a:prstClr val="black"/>
        </a:fontRef>
      </a:tcTxStyle>
      <a:tcStyle>
        <a:tcBdr>
          <a:left>
            <a:ln w="6350" cmpd="sng">
              <a:solidFill>
                <a:srgbClr val="CA8462"/>
              </a:solidFill>
            </a:ln>
          </a:left>
          <a:right>
            <a:ln w="6350" cmpd="sng">
              <a:solidFill>
                <a:srgbClr val="CA8462"/>
              </a:solidFill>
            </a:ln>
          </a:right>
          <a:top>
            <a:ln w="6350" cmpd="sng">
              <a:solidFill>
                <a:srgbClr val="CA8462"/>
              </a:solidFill>
            </a:ln>
          </a:top>
          <a:bottom>
            <a:ln w="6350" cmpd="sng">
              <a:solidFill>
                <a:srgbClr val="CA8462"/>
              </a:solidFill>
            </a:ln>
          </a:bottom>
          <a:insideH>
            <a:ln w="6350" cmpd="sng">
              <a:solidFill>
                <a:srgbClr val="CA8462"/>
              </a:solidFill>
            </a:ln>
          </a:insideH>
          <a:insideV>
            <a:ln w="6350" cmpd="sng">
              <a:solidFill>
                <a:srgbClr val="CA8462"/>
              </a:solidFill>
            </a:ln>
          </a:insideV>
        </a:tcBdr>
        <a:fill>
          <a:solidFill>
            <a:srgbClr val="FFFFFF"/>
          </a:solidFill>
        </a:fill>
      </a:tcStyle>
    </a:wholeTbl>
    <a:firstRow>
      <a:tcTxStyle>
        <a:fontRef idx="none">
          <a:prstClr val="black"/>
        </a:fontRef>
      </a:tcTxStyle>
      <a:tcStyle>
        <a:tcBdr>
          <a:insideV>
            <a:ln w="6350" cmpd="sng">
              <a:solidFill>
                <a:srgbClr val="FFFFFF"/>
              </a:solidFill>
            </a:ln>
          </a:insideV>
        </a:tcBdr>
        <a:fill>
          <a:solidFill>
            <a:srgbClr val="CA8462"/>
          </a:solidFill>
        </a:fill>
      </a:tcStyle>
    </a:firstRow>
  </a:tblStyle>
  <a:tblStyle styleId="{473B8D13-E567-4CDC-A21E-5EBA5D1DC63D}" styleName="{c624527a-1e08-42e2-8f48-2ca59fd601db}">
    <a:wholeTbl>
      <a:tcTxStyle>
        <a:fontRef idx="none">
          <a:prstClr val="black"/>
        </a:fontRef>
      </a:tcTxStyle>
      <a:tcStyle>
        <a:tcBdr>
          <a:left>
            <a:ln w="6350" cmpd="sng">
              <a:solidFill>
                <a:srgbClr val="925946"/>
              </a:solidFill>
            </a:ln>
          </a:left>
          <a:right>
            <a:ln w="6350" cmpd="sng">
              <a:solidFill>
                <a:srgbClr val="925946"/>
              </a:solidFill>
            </a:ln>
          </a:right>
          <a:top>
            <a:ln w="6350" cmpd="sng">
              <a:solidFill>
                <a:srgbClr val="925946"/>
              </a:solidFill>
            </a:ln>
          </a:top>
          <a:bottom>
            <a:ln w="6350" cmpd="sng">
              <a:solidFill>
                <a:srgbClr val="925946"/>
              </a:solidFill>
            </a:ln>
          </a:bottom>
          <a:insideH>
            <a:ln w="6350" cmpd="sng">
              <a:solidFill>
                <a:srgbClr val="925946"/>
              </a:solidFill>
            </a:ln>
          </a:insideH>
          <a:insideV>
            <a:ln w="6350" cmpd="sng">
              <a:solidFill>
                <a:srgbClr val="925946"/>
              </a:solidFill>
            </a:ln>
          </a:insideV>
        </a:tcBdr>
        <a:fill>
          <a:solidFill>
            <a:srgbClr val="FFFFFF"/>
          </a:solidFill>
        </a:fill>
      </a:tcStyle>
    </a:wholeTbl>
    <a:firstRow>
      <a:tcTxStyle>
        <a:fontRef idx="none">
          <a:prstClr val="black"/>
        </a:fontRef>
      </a:tcTxStyle>
      <a:tcStyle>
        <a:tcBdr>
          <a:insideV>
            <a:ln w="6350" cmpd="sng">
              <a:solidFill>
                <a:srgbClr val="FFFFFF"/>
              </a:solidFill>
            </a:ln>
          </a:insideV>
        </a:tcBdr>
        <a:fill>
          <a:solidFill>
            <a:srgbClr val="925946"/>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115" d="100"/>
          <a:sy n="115" d="100"/>
        </p:scale>
        <p:origin x="432" y="102"/>
      </p:cViewPr>
      <p:guideLst>
        <p:guide orient="horz" pos="2114"/>
        <p:guide pos="379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1" Type="http://schemas.openxmlformats.org/officeDocument/2006/relationships/tags" Target="tags/tag327.xml"/><Relationship Id="rId90" Type="http://schemas.openxmlformats.org/officeDocument/2006/relationships/tableStyles" Target="tableStyles.xml"/><Relationship Id="rId9" Type="http://schemas.openxmlformats.org/officeDocument/2006/relationships/slide" Target="slides/slide7.xml"/><Relationship Id="rId89" Type="http://schemas.openxmlformats.org/officeDocument/2006/relationships/viewProps" Target="viewProps.xml"/><Relationship Id="rId88" Type="http://schemas.openxmlformats.org/officeDocument/2006/relationships/presProps" Target="presProps.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4">
  <dgm:title val=""/>
  <dgm:desc val=""/>
  <dgm:catLst>
    <dgm:cat type="accent2" pri="11400"/>
  </dgm:catLst>
  <dgm:styleLbl name="align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align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align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alignNode1">
    <dgm:fillClrLst meth="cycle">
      <a:schemeClr val="accent2">
        <a:shade val="50000"/>
      </a:schemeClr>
      <a:schemeClr val="accent2">
        <a:tint val="45000"/>
      </a:schemeClr>
    </dgm:fillClrLst>
    <dgm:linClrLst meth="cycle">
      <a:schemeClr val="accent2">
        <a:shade val="50000"/>
      </a:schemeClr>
      <a:schemeClr val="accent2">
        <a:tint val="45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0000"/>
      </a:schemeClr>
    </dgm:fillClrLst>
    <dgm:linClrLst meth="repeat">
      <a:schemeClr val="lt1"/>
    </dgm:linClrLst>
    <dgm:effectClrLst/>
    <dgm:txLinClrLst/>
    <dgm:txFillClrLst/>
    <dgm:txEffectClrLst/>
  </dgm:styleLbl>
  <dgm:styleLbl name="asst3">
    <dgm:fillClrLst>
      <a:schemeClr val="accent2">
        <a:tint val="70000"/>
      </a:schemeClr>
    </dgm:fillClrLst>
    <dgm:linClrLst meth="repeat">
      <a:schemeClr val="lt1"/>
    </dgm:linClrLst>
    <dgm:effectClrLst/>
    <dgm:txLinClrLst/>
    <dgm:txFillClrLst/>
    <dgm:txEffectClrLst/>
  </dgm:styleLbl>
  <dgm:styleLbl name="asst4">
    <dgm:fillClrLst>
      <a:schemeClr val="accent2">
        <a:tint val="5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bgAccFollowNode1">
    <dgm:fillClrLst meth="repeat">
      <a:schemeClr val="accent2">
        <a:alpha val="90000"/>
        <a:tint val="55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55000"/>
      </a:schemeClr>
    </dgm:fillClrLst>
    <dgm:linClrLst meth="repeat">
      <a:schemeClr val="dk1"/>
    </dgm:linClrLst>
    <dgm:effectClrLst/>
    <dgm:txLinClrLst/>
    <dgm:txFillClrLst meth="repeat">
      <a:schemeClr val="dk1"/>
    </dgm:txFillClrLst>
    <dgm:txEffectClrLst/>
  </dgm:styleLbl>
  <dgm:styleLbl name="b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fgAccFollowNode1">
    <dgm:fillClrLst meth="repeat">
      <a:schemeClr val="accent2">
        <a:alpha val="90000"/>
        <a:tint val="55000"/>
      </a:schemeClr>
    </dgm:fillClrLst>
    <dgm:linClrLst meth="repeat">
      <a:schemeClr val="accent2">
        <a:alpha val="90000"/>
        <a:tint val="55000"/>
      </a:schemeClr>
    </dgm:linClrLst>
    <dgm:effectClrLst/>
    <dgm:txLinClrLst/>
    <dgm:txFillClrLst meth="repeat">
      <a:schemeClr val="dk1"/>
    </dgm:txFillClrLst>
    <dgm:txEffectClrLst/>
  </dgm:styleLbl>
  <dgm:styleLbl name="fgImgPlace1">
    <dgm:fillClrLst>
      <a:schemeClr val="accent2">
        <a:tint val="50000"/>
      </a:schemeClr>
      <a:schemeClr val="accent2">
        <a:tint val="55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55000"/>
      </a:schemeClr>
    </dgm:fillClrLst>
    <dgm:linClrLst meth="repeat">
      <a:schemeClr val="lt1"/>
    </dgm:linClrLst>
    <dgm:effectClrLst/>
    <dgm:txLinClrLst/>
    <dgm:txFillClrLst meth="repeat">
      <a:schemeClr val="dk1"/>
    </dgm:txFillClrLst>
    <dgm:txEffectClrLst/>
  </dgm:styleLbl>
  <dgm:styleLbl name="fg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ln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0">
    <dgm:fillClrLst meth="cycle">
      <a:schemeClr val="accent2">
        <a:shade val="60000"/>
      </a:schemeClr>
    </dgm:fillClrLst>
    <dgm:linClrLst meth="repeat">
      <a:schemeClr val="lt1"/>
    </dgm:linClrLst>
    <dgm:effectClrLst/>
    <dgm:txLinClrLst/>
    <dgm:txFillClrLst/>
    <dgm:txEffectClrLst/>
  </dgm:styleLbl>
  <dgm:styleLbl name="node1">
    <dgm:fillClrLst meth="cycle">
      <a:schemeClr val="accent2">
        <a:shade val="50000"/>
      </a:schemeClr>
      <a:schemeClr val="accent2">
        <a:tint val="45000"/>
      </a:schemeClr>
    </dgm:fillClrLst>
    <dgm:linClrLst meth="repeat">
      <a:schemeClr val="lt1"/>
    </dgm:linClrLst>
    <dgm:effectClrLst/>
    <dgm:txLinClrLst/>
    <dgm:txFillClrLst/>
    <dgm:txEffectClrLst/>
  </dgm:styleLbl>
  <dgm:styleLbl name="node2">
    <dgm:fillClrLst>
      <a:schemeClr val="accent2">
        <a:shade val="80000"/>
      </a:schemeClr>
    </dgm:fillClrLst>
    <dgm:linClrLst meth="repeat">
      <a:schemeClr val="lt1"/>
    </dgm:linClrLst>
    <dgm:effectClrLst/>
    <dgm:txLinClrLst/>
    <dgm:txFillClrLst/>
    <dgm:txEffectClrLst/>
  </dgm:styleLbl>
  <dgm:styleLbl name="node3">
    <dgm:fillClrLst>
      <a:schemeClr val="accent2">
        <a:tint val="99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meth="repeat">
      <a:schemeClr val="tx1"/>
    </dgm:txFillClrLst>
    <dgm:txEffectClrLst/>
  </dgm:styleLbl>
  <dgm:styleLbl name="sibTrans2D1">
    <dgm:fillClrLst meth="cycle">
      <a:schemeClr val="accent2">
        <a:shade val="90000"/>
      </a:schemeClr>
      <a:schemeClr val="accent2">
        <a:tint val="50000"/>
      </a:schemeClr>
    </dgm:fillClrLst>
    <dgm:linClrLst meth="cycle">
      <a:schemeClr val="accent2">
        <a:shade val="90000"/>
      </a:schemeClr>
      <a:schemeClr val="accent2">
        <a:tint val="5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cycle">
      <a:schemeClr val="accent2">
        <a:shade val="50000"/>
      </a:schemeClr>
      <a:schemeClr val="accent2">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55000"/>
      </a:schemeClr>
    </dgm:fillClrLst>
    <dgm:linClrLst meth="repeat">
      <a:schemeClr val="accent2"/>
    </dgm:linClrLst>
    <dgm:effectClrLst/>
    <dgm:txLinClrLst/>
    <dgm:txFillClrLst meth="repeat">
      <a:schemeClr val="lt1"/>
    </dgm:txFillClrLst>
    <dgm:txEffectClrLst/>
  </dgm:styleLbl>
  <dgm:styleLbl name="vennNode1">
    <dgm:fillClrLst meth="cycle">
      <a:schemeClr val="accent2">
        <a:shade val="80000"/>
        <a:alpha val="50000"/>
      </a:schemeClr>
      <a:schemeClr val="accent2">
        <a:tint val="45000"/>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C1F4D5B4-B533-4C9C-9C82-CBD3F237E656}" type="doc">
      <dgm:prSet loTypeId="urn:microsoft.com/office/officeart/2005/8/layout/vProcess5" loCatId="process" qsTypeId="urn:microsoft.com/office/officeart/2005/8/quickstyle/simple1" qsCatId="simple" csTypeId="urn:microsoft.com/office/officeart/2005/8/colors/colorful2" csCatId="accent1" phldr="1"/>
      <dgm:spPr/>
      <dgm:t>
        <a:bodyPr/>
        <a:lstStyle/>
        <a:p>
          <a:endParaRPr lang="zh-CN" altLang="en-US"/>
        </a:p>
      </dgm:t>
    </dgm:pt>
    <dgm:pt modelId="{826DDC4C-10B2-4D10-90F1-B0980FED19F7}">
      <dgm:prSet phldrT="[文本]" custT="1"/>
      <dgm:spPr/>
      <dgm:t>
        <a:bodyPr/>
        <a:lstStyle/>
        <a:p>
          <a:pPr marL="174625" indent="0"/>
          <a:r>
            <a:rPr lang="zh-CN" altLang="en-US" sz="1800" b="0" dirty="0" smtClean="0">
              <a:latin typeface="微软雅黑" panose="020B0503020204020204" charset="-122"/>
              <a:ea typeface="微软雅黑" panose="020B0503020204020204" charset="-122"/>
            </a:rPr>
            <a:t>找出完成任务的 </a:t>
          </a:r>
          <a:r>
            <a:rPr lang="zh-CN" altLang="en-US" sz="2000" b="1" u="sng" dirty="0" smtClean="0">
              <a:latin typeface="微软雅黑" panose="020B0503020204020204" charset="-122"/>
              <a:ea typeface="微软雅黑" panose="020B0503020204020204" charset="-122"/>
            </a:rPr>
            <a:t>组成部分</a:t>
          </a:r>
          <a:endParaRPr lang="zh-CN" altLang="en-US" sz="2000" b="1" u="sng" dirty="0">
            <a:latin typeface="微软雅黑" panose="020B0503020204020204" charset="-122"/>
            <a:ea typeface="微软雅黑" panose="020B0503020204020204" charset="-122"/>
          </a:endParaRPr>
        </a:p>
      </dgm:t>
    </dgm:pt>
    <dgm:pt modelId="{FE4AF60D-0D65-43BC-8EDA-870A6976BD77}" cxnId="{72DA1AC7-1728-41B1-84D3-6C5D81E6FD37}" type="parTrans">
      <dgm:prSet/>
      <dgm:spPr/>
      <dgm:t>
        <a:bodyPr/>
        <a:lstStyle/>
        <a:p>
          <a:endParaRPr lang="zh-CN" altLang="en-US"/>
        </a:p>
      </dgm:t>
    </dgm:pt>
    <dgm:pt modelId="{10B61D15-F104-4501-81E2-75D069BFF5CC}" cxnId="{72DA1AC7-1728-41B1-84D3-6C5D81E6FD37}" type="sibTrans">
      <dgm:prSet/>
      <dgm:spPr/>
      <dgm:t>
        <a:bodyPr/>
        <a:lstStyle/>
        <a:p>
          <a:endParaRPr lang="zh-CN" altLang="en-US"/>
        </a:p>
      </dgm:t>
    </dgm:pt>
    <dgm:pt modelId="{93060A35-3723-42DF-8EB4-82EC6599BE7A}">
      <dgm:prSet phldrT="[文本]" custT="1"/>
      <dgm:spPr/>
      <dgm:t>
        <a:bodyPr/>
        <a:lstStyle/>
        <a:p>
          <a:pPr marL="174625" indent="0"/>
          <a:r>
            <a:rPr lang="zh-CN" altLang="en-US" sz="1800" b="0" dirty="0" smtClean="0">
              <a:latin typeface="微软雅黑" panose="020B0503020204020204" charset="-122"/>
              <a:ea typeface="微软雅黑" panose="020B0503020204020204" charset="-122"/>
            </a:rPr>
            <a:t>分析各组成部分的 </a:t>
          </a:r>
          <a:r>
            <a:rPr lang="zh-CN" altLang="en-US" sz="2000" b="1" u="sng" dirty="0" smtClean="0">
              <a:latin typeface="微软雅黑" panose="020B0503020204020204" charset="-122"/>
              <a:ea typeface="微软雅黑" panose="020B0503020204020204" charset="-122"/>
            </a:rPr>
            <a:t>技术要素</a:t>
          </a:r>
          <a:endParaRPr lang="zh-CN" altLang="en-US" sz="2000" b="1" u="sng" dirty="0">
            <a:latin typeface="微软雅黑" panose="020B0503020204020204" charset="-122"/>
            <a:ea typeface="微软雅黑" panose="020B0503020204020204" charset="-122"/>
          </a:endParaRPr>
        </a:p>
      </dgm:t>
    </dgm:pt>
    <dgm:pt modelId="{DD3BCAB1-9BDF-4128-9F30-06E0875E2C89}" cxnId="{3FABFD48-681B-40DF-806C-0662472A900F}" type="parTrans">
      <dgm:prSet/>
      <dgm:spPr/>
      <dgm:t>
        <a:bodyPr/>
        <a:lstStyle/>
        <a:p>
          <a:endParaRPr lang="zh-CN" altLang="en-US"/>
        </a:p>
      </dgm:t>
    </dgm:pt>
    <dgm:pt modelId="{9808F066-745C-48C1-A61B-051278FC1518}" cxnId="{3FABFD48-681B-40DF-806C-0662472A900F}" type="sibTrans">
      <dgm:prSet/>
      <dgm:spPr/>
      <dgm:t>
        <a:bodyPr/>
        <a:lstStyle/>
        <a:p>
          <a:endParaRPr lang="zh-CN" altLang="en-US"/>
        </a:p>
      </dgm:t>
    </dgm:pt>
    <dgm:pt modelId="{64C9AC98-5A80-4C8D-A453-4BA21B4A13C8}">
      <dgm:prSet phldrT="[文本]" custT="1"/>
      <dgm:spPr/>
      <dgm:t>
        <a:bodyPr/>
        <a:lstStyle/>
        <a:p>
          <a:pPr marL="282575" indent="0"/>
          <a:r>
            <a:rPr lang="zh-CN" altLang="en-US" sz="1800" b="0" dirty="0" smtClean="0">
              <a:latin typeface="微软雅黑" panose="020B0503020204020204" charset="-122"/>
              <a:ea typeface="微软雅黑" panose="020B0503020204020204" charset="-122"/>
            </a:rPr>
            <a:t>找出各技术要素的 </a:t>
          </a:r>
          <a:r>
            <a:rPr lang="zh-CN" altLang="en-US" sz="2000" b="1" u="sng" dirty="0" smtClean="0">
              <a:latin typeface="微软雅黑" panose="020B0503020204020204" charset="-122"/>
              <a:ea typeface="微软雅黑" panose="020B0503020204020204" charset="-122"/>
            </a:rPr>
            <a:t>创新点</a:t>
          </a:r>
          <a:endParaRPr lang="zh-CN" altLang="en-US" sz="2000" b="1" u="sng" dirty="0">
            <a:latin typeface="微软雅黑" panose="020B0503020204020204" charset="-122"/>
            <a:ea typeface="微软雅黑" panose="020B0503020204020204" charset="-122"/>
          </a:endParaRPr>
        </a:p>
      </dgm:t>
    </dgm:pt>
    <dgm:pt modelId="{E66B76B3-3CE0-4793-ADF1-9FD340C3A1FD}" cxnId="{6500206A-F991-43DD-A06A-809D79CFFBE7}" type="parTrans">
      <dgm:prSet/>
      <dgm:spPr/>
      <dgm:t>
        <a:bodyPr/>
        <a:lstStyle/>
        <a:p>
          <a:endParaRPr lang="zh-CN" altLang="en-US"/>
        </a:p>
      </dgm:t>
    </dgm:pt>
    <dgm:pt modelId="{1481D9EC-6335-4A51-BD59-060096139DBF}" cxnId="{6500206A-F991-43DD-A06A-809D79CFFBE7}" type="sibTrans">
      <dgm:prSet/>
      <dgm:spPr/>
      <dgm:t>
        <a:bodyPr/>
        <a:lstStyle/>
        <a:p>
          <a:endParaRPr lang="zh-CN" altLang="en-US"/>
        </a:p>
      </dgm:t>
    </dgm:pt>
    <dgm:pt modelId="{68D378EC-E777-4EC7-8139-94740808365F}">
      <dgm:prSet phldrT="[文本]" custT="1"/>
      <dgm:spPr/>
      <dgm:t>
        <a:bodyPr/>
        <a:lstStyle/>
        <a:p>
          <a:pPr marL="282575" indent="0"/>
          <a:r>
            <a:rPr lang="zh-CN" altLang="en-US" sz="1800" b="0" dirty="0" smtClean="0">
              <a:latin typeface="微软雅黑" panose="020B0503020204020204" charset="-122"/>
              <a:ea typeface="微软雅黑" panose="020B0503020204020204" charset="-122"/>
            </a:rPr>
            <a:t>根据创新点总结 </a:t>
          </a:r>
          <a:r>
            <a:rPr lang="zh-CN" altLang="en-US" sz="2000" b="1" u="sng" dirty="0" smtClean="0">
              <a:latin typeface="微软雅黑" panose="020B0503020204020204" charset="-122"/>
              <a:ea typeface="微软雅黑" panose="020B0503020204020204" charset="-122"/>
            </a:rPr>
            <a:t>技术方案</a:t>
          </a:r>
          <a:endParaRPr lang="zh-CN" altLang="en-US" sz="2000" b="1" u="sng" dirty="0">
            <a:latin typeface="微软雅黑" panose="020B0503020204020204" charset="-122"/>
            <a:ea typeface="微软雅黑" panose="020B0503020204020204" charset="-122"/>
          </a:endParaRPr>
        </a:p>
      </dgm:t>
    </dgm:pt>
    <dgm:pt modelId="{2CEC5099-809C-4EFE-9BFE-EADD18AE858C}" cxnId="{BEF15FBE-6703-405E-8664-43BCB8107968}" type="parTrans">
      <dgm:prSet/>
      <dgm:spPr/>
      <dgm:t>
        <a:bodyPr/>
        <a:lstStyle/>
        <a:p>
          <a:endParaRPr lang="zh-CN" altLang="en-US"/>
        </a:p>
      </dgm:t>
    </dgm:pt>
    <dgm:pt modelId="{8715361E-CFBD-44CF-A4C6-D6739645FBC7}" cxnId="{BEF15FBE-6703-405E-8664-43BCB8107968}" type="sibTrans">
      <dgm:prSet/>
      <dgm:spPr/>
      <dgm:t>
        <a:bodyPr/>
        <a:lstStyle/>
        <a:p>
          <a:endParaRPr lang="zh-CN" altLang="en-US"/>
        </a:p>
      </dgm:t>
    </dgm:pt>
    <dgm:pt modelId="{97A04C46-3B97-4C5B-A393-C33E83281CBE}" type="pres">
      <dgm:prSet presAssocID="{C1F4D5B4-B533-4C9C-9C82-CBD3F237E656}" presName="outerComposite" presStyleCnt="0">
        <dgm:presLayoutVars>
          <dgm:chMax val="5"/>
          <dgm:dir/>
          <dgm:resizeHandles val="exact"/>
        </dgm:presLayoutVars>
      </dgm:prSet>
      <dgm:spPr/>
      <dgm:t>
        <a:bodyPr/>
        <a:lstStyle/>
        <a:p>
          <a:endParaRPr lang="zh-CN" altLang="en-US"/>
        </a:p>
      </dgm:t>
    </dgm:pt>
    <dgm:pt modelId="{029F3CBE-9746-47C9-9C8B-0738AAC3973A}" type="pres">
      <dgm:prSet presAssocID="{C1F4D5B4-B533-4C9C-9C82-CBD3F237E656}" presName="dummyMaxCanvas" presStyleCnt="0">
        <dgm:presLayoutVars/>
      </dgm:prSet>
      <dgm:spPr/>
    </dgm:pt>
    <dgm:pt modelId="{73D8F8FC-9D09-4175-989E-B6CFAAFC5CF5}" type="pres">
      <dgm:prSet presAssocID="{C1F4D5B4-B533-4C9C-9C82-CBD3F237E656}" presName="FourNodes_1" presStyleLbl="node1" presStyleIdx="0" presStyleCnt="4" custScaleX="71787" custLinFactNeighborX="-4341">
        <dgm:presLayoutVars>
          <dgm:bulletEnabled val="1"/>
        </dgm:presLayoutVars>
      </dgm:prSet>
      <dgm:spPr/>
      <dgm:t>
        <a:bodyPr/>
        <a:lstStyle/>
        <a:p>
          <a:endParaRPr lang="zh-CN" altLang="en-US"/>
        </a:p>
      </dgm:t>
    </dgm:pt>
    <dgm:pt modelId="{8B23A9DB-783F-42D5-A579-DC996D4D17B1}" type="pres">
      <dgm:prSet presAssocID="{C1F4D5B4-B533-4C9C-9C82-CBD3F237E656}" presName="FourNodes_2" presStyleLbl="node1" presStyleIdx="1" presStyleCnt="4" custScaleX="72055" custLinFactNeighborX="-646" custLinFactNeighborY="-4545">
        <dgm:presLayoutVars>
          <dgm:bulletEnabled val="1"/>
        </dgm:presLayoutVars>
      </dgm:prSet>
      <dgm:spPr/>
      <dgm:t>
        <a:bodyPr/>
        <a:lstStyle/>
        <a:p>
          <a:endParaRPr lang="zh-CN" altLang="en-US"/>
        </a:p>
      </dgm:t>
    </dgm:pt>
    <dgm:pt modelId="{8CA5FF6B-7B35-4D13-A304-0E0EBB3DEAF8}" type="pres">
      <dgm:prSet presAssocID="{C1F4D5B4-B533-4C9C-9C82-CBD3F237E656}" presName="FourNodes_3" presStyleLbl="node1" presStyleIdx="2" presStyleCnt="4" custScaleX="72914" custLinFactNeighborY="-9091">
        <dgm:presLayoutVars>
          <dgm:bulletEnabled val="1"/>
        </dgm:presLayoutVars>
      </dgm:prSet>
      <dgm:spPr/>
      <dgm:t>
        <a:bodyPr/>
        <a:lstStyle/>
        <a:p>
          <a:endParaRPr lang="zh-CN" altLang="en-US"/>
        </a:p>
      </dgm:t>
    </dgm:pt>
    <dgm:pt modelId="{FEDFE65E-7F4A-4187-B71D-C339C799FFAC}" type="pres">
      <dgm:prSet presAssocID="{C1F4D5B4-B533-4C9C-9C82-CBD3F237E656}" presName="FourNodes_4" presStyleLbl="node1" presStyleIdx="3" presStyleCnt="4" custScaleX="75695" custLinFactNeighborY="-13636">
        <dgm:presLayoutVars>
          <dgm:bulletEnabled val="1"/>
        </dgm:presLayoutVars>
      </dgm:prSet>
      <dgm:spPr/>
      <dgm:t>
        <a:bodyPr/>
        <a:lstStyle/>
        <a:p>
          <a:endParaRPr lang="zh-CN" altLang="en-US"/>
        </a:p>
      </dgm:t>
    </dgm:pt>
    <dgm:pt modelId="{D213EE76-9809-4945-A5A8-1AB14592588A}" type="pres">
      <dgm:prSet presAssocID="{C1F4D5B4-B533-4C9C-9C82-CBD3F237E656}" presName="FourConn_1-2" presStyleLbl="fgAccFollowNode1" presStyleIdx="0" presStyleCnt="3" custLinFactX="-99889" custLinFactNeighborX="-100000" custLinFactNeighborY="31199">
        <dgm:presLayoutVars>
          <dgm:bulletEnabled val="1"/>
        </dgm:presLayoutVars>
      </dgm:prSet>
      <dgm:spPr/>
      <dgm:t>
        <a:bodyPr/>
        <a:lstStyle/>
        <a:p>
          <a:endParaRPr lang="zh-CN" altLang="en-US"/>
        </a:p>
      </dgm:t>
    </dgm:pt>
    <dgm:pt modelId="{919A7625-8E6C-407B-A64A-C7B0F07C53F2}" type="pres">
      <dgm:prSet presAssocID="{C1F4D5B4-B533-4C9C-9C82-CBD3F237E656}" presName="FourConn_2-3" presStyleLbl="fgAccFollowNode1" presStyleIdx="1" presStyleCnt="3" custLinFactX="-73733" custLinFactNeighborX="-100000" custLinFactNeighborY="32804">
        <dgm:presLayoutVars>
          <dgm:bulletEnabled val="1"/>
        </dgm:presLayoutVars>
      </dgm:prSet>
      <dgm:spPr/>
      <dgm:t>
        <a:bodyPr/>
        <a:lstStyle/>
        <a:p>
          <a:endParaRPr lang="zh-CN" altLang="en-US"/>
        </a:p>
      </dgm:t>
    </dgm:pt>
    <dgm:pt modelId="{22FDC766-9D78-477F-B14F-7C4645861991}" type="pres">
      <dgm:prSet presAssocID="{C1F4D5B4-B533-4C9C-9C82-CBD3F237E656}" presName="FourConn_3-4" presStyleLbl="fgAccFollowNode1" presStyleIdx="2" presStyleCnt="3" custLinFactX="-57719" custLinFactNeighborX="-100000" custLinFactNeighborY="11481">
        <dgm:presLayoutVars>
          <dgm:bulletEnabled val="1"/>
        </dgm:presLayoutVars>
      </dgm:prSet>
      <dgm:spPr/>
      <dgm:t>
        <a:bodyPr/>
        <a:lstStyle/>
        <a:p>
          <a:endParaRPr lang="zh-CN" altLang="en-US"/>
        </a:p>
      </dgm:t>
    </dgm:pt>
    <dgm:pt modelId="{23DAE177-B0EC-48CB-BBB4-6E3F55DD05A0}" type="pres">
      <dgm:prSet presAssocID="{C1F4D5B4-B533-4C9C-9C82-CBD3F237E656}" presName="FourNodes_1_text" presStyleLbl="node1" presStyleIdx="3" presStyleCnt="4">
        <dgm:presLayoutVars>
          <dgm:bulletEnabled val="1"/>
        </dgm:presLayoutVars>
      </dgm:prSet>
      <dgm:spPr/>
      <dgm:t>
        <a:bodyPr/>
        <a:lstStyle/>
        <a:p>
          <a:endParaRPr lang="zh-CN" altLang="en-US"/>
        </a:p>
      </dgm:t>
    </dgm:pt>
    <dgm:pt modelId="{0DE26082-6046-496E-A605-5F69A184CE96}" type="pres">
      <dgm:prSet presAssocID="{C1F4D5B4-B533-4C9C-9C82-CBD3F237E656}" presName="FourNodes_2_text" presStyleLbl="node1" presStyleIdx="3" presStyleCnt="4">
        <dgm:presLayoutVars>
          <dgm:bulletEnabled val="1"/>
        </dgm:presLayoutVars>
      </dgm:prSet>
      <dgm:spPr/>
      <dgm:t>
        <a:bodyPr/>
        <a:lstStyle/>
        <a:p>
          <a:endParaRPr lang="zh-CN" altLang="en-US"/>
        </a:p>
      </dgm:t>
    </dgm:pt>
    <dgm:pt modelId="{E556C8B9-7236-433C-9610-2169CE2A092F}" type="pres">
      <dgm:prSet presAssocID="{C1F4D5B4-B533-4C9C-9C82-CBD3F237E656}" presName="FourNodes_3_text" presStyleLbl="node1" presStyleIdx="3" presStyleCnt="4">
        <dgm:presLayoutVars>
          <dgm:bulletEnabled val="1"/>
        </dgm:presLayoutVars>
      </dgm:prSet>
      <dgm:spPr/>
      <dgm:t>
        <a:bodyPr/>
        <a:lstStyle/>
        <a:p>
          <a:endParaRPr lang="zh-CN" altLang="en-US"/>
        </a:p>
      </dgm:t>
    </dgm:pt>
    <dgm:pt modelId="{93467B9E-E4A4-4A9F-B98E-AEBEA3C404F3}" type="pres">
      <dgm:prSet presAssocID="{C1F4D5B4-B533-4C9C-9C82-CBD3F237E656}" presName="FourNodes_4_text" presStyleLbl="node1" presStyleIdx="3" presStyleCnt="4">
        <dgm:presLayoutVars>
          <dgm:bulletEnabled val="1"/>
        </dgm:presLayoutVars>
      </dgm:prSet>
      <dgm:spPr/>
      <dgm:t>
        <a:bodyPr/>
        <a:lstStyle/>
        <a:p>
          <a:endParaRPr lang="zh-CN" altLang="en-US"/>
        </a:p>
      </dgm:t>
    </dgm:pt>
  </dgm:ptLst>
  <dgm:cxnLst>
    <dgm:cxn modelId="{A8647793-7311-48D3-9CFE-C2706FF44EC0}" type="presOf" srcId="{10B61D15-F104-4501-81E2-75D069BFF5CC}" destId="{D213EE76-9809-4945-A5A8-1AB14592588A}" srcOrd="0" destOrd="0" presId="urn:microsoft.com/office/officeart/2005/8/layout/vProcess5"/>
    <dgm:cxn modelId="{3FABFD48-681B-40DF-806C-0662472A900F}" srcId="{C1F4D5B4-B533-4C9C-9C82-CBD3F237E656}" destId="{93060A35-3723-42DF-8EB4-82EC6599BE7A}" srcOrd="1" destOrd="0" parTransId="{DD3BCAB1-9BDF-4128-9F30-06E0875E2C89}" sibTransId="{9808F066-745C-48C1-A61B-051278FC1518}"/>
    <dgm:cxn modelId="{BAF788A1-D399-4D6A-8B38-355926C373F4}" type="presOf" srcId="{64C9AC98-5A80-4C8D-A453-4BA21B4A13C8}" destId="{8CA5FF6B-7B35-4D13-A304-0E0EBB3DEAF8}" srcOrd="0" destOrd="0" presId="urn:microsoft.com/office/officeart/2005/8/layout/vProcess5"/>
    <dgm:cxn modelId="{6C68FADB-5286-42B3-9544-E40812E81382}" type="presOf" srcId="{C1F4D5B4-B533-4C9C-9C82-CBD3F237E656}" destId="{97A04C46-3B97-4C5B-A393-C33E83281CBE}" srcOrd="0" destOrd="0" presId="urn:microsoft.com/office/officeart/2005/8/layout/vProcess5"/>
    <dgm:cxn modelId="{8AB59A86-563D-4284-AC9D-71F472D51D71}" type="presOf" srcId="{1481D9EC-6335-4A51-BD59-060096139DBF}" destId="{22FDC766-9D78-477F-B14F-7C4645861991}" srcOrd="0" destOrd="0" presId="urn:microsoft.com/office/officeart/2005/8/layout/vProcess5"/>
    <dgm:cxn modelId="{80787887-ADB1-41A8-A334-4615A119E4A5}" type="presOf" srcId="{93060A35-3723-42DF-8EB4-82EC6599BE7A}" destId="{0DE26082-6046-496E-A605-5F69A184CE96}" srcOrd="1" destOrd="0" presId="urn:microsoft.com/office/officeart/2005/8/layout/vProcess5"/>
    <dgm:cxn modelId="{5B21C135-5CB0-4245-AA82-783ABFAF81BE}" type="presOf" srcId="{64C9AC98-5A80-4C8D-A453-4BA21B4A13C8}" destId="{E556C8B9-7236-433C-9610-2169CE2A092F}" srcOrd="1" destOrd="0" presId="urn:microsoft.com/office/officeart/2005/8/layout/vProcess5"/>
    <dgm:cxn modelId="{72DA1AC7-1728-41B1-84D3-6C5D81E6FD37}" srcId="{C1F4D5B4-B533-4C9C-9C82-CBD3F237E656}" destId="{826DDC4C-10B2-4D10-90F1-B0980FED19F7}" srcOrd="0" destOrd="0" parTransId="{FE4AF60D-0D65-43BC-8EDA-870A6976BD77}" sibTransId="{10B61D15-F104-4501-81E2-75D069BFF5CC}"/>
    <dgm:cxn modelId="{4809AE00-6288-454A-AA67-B0B78938F42D}" type="presOf" srcId="{93060A35-3723-42DF-8EB4-82EC6599BE7A}" destId="{8B23A9DB-783F-42D5-A579-DC996D4D17B1}" srcOrd="0" destOrd="0" presId="urn:microsoft.com/office/officeart/2005/8/layout/vProcess5"/>
    <dgm:cxn modelId="{F6A7D79E-8253-4774-B2F9-C747A7FBB287}" type="presOf" srcId="{9808F066-745C-48C1-A61B-051278FC1518}" destId="{919A7625-8E6C-407B-A64A-C7B0F07C53F2}" srcOrd="0" destOrd="0" presId="urn:microsoft.com/office/officeart/2005/8/layout/vProcess5"/>
    <dgm:cxn modelId="{BEF15FBE-6703-405E-8664-43BCB8107968}" srcId="{C1F4D5B4-B533-4C9C-9C82-CBD3F237E656}" destId="{68D378EC-E777-4EC7-8139-94740808365F}" srcOrd="3" destOrd="0" parTransId="{2CEC5099-809C-4EFE-9BFE-EADD18AE858C}" sibTransId="{8715361E-CFBD-44CF-A4C6-D6739645FBC7}"/>
    <dgm:cxn modelId="{738BA8F2-100B-40BD-9BCC-5BC40EE2A596}" type="presOf" srcId="{68D378EC-E777-4EC7-8139-94740808365F}" destId="{FEDFE65E-7F4A-4187-B71D-C339C799FFAC}" srcOrd="0" destOrd="0" presId="urn:microsoft.com/office/officeart/2005/8/layout/vProcess5"/>
    <dgm:cxn modelId="{6500206A-F991-43DD-A06A-809D79CFFBE7}" srcId="{C1F4D5B4-B533-4C9C-9C82-CBD3F237E656}" destId="{64C9AC98-5A80-4C8D-A453-4BA21B4A13C8}" srcOrd="2" destOrd="0" parTransId="{E66B76B3-3CE0-4793-ADF1-9FD340C3A1FD}" sibTransId="{1481D9EC-6335-4A51-BD59-060096139DBF}"/>
    <dgm:cxn modelId="{FB38AC0F-7781-4FB4-9449-B790EAA220E8}" type="presOf" srcId="{826DDC4C-10B2-4D10-90F1-B0980FED19F7}" destId="{23DAE177-B0EC-48CB-BBB4-6E3F55DD05A0}" srcOrd="1" destOrd="0" presId="urn:microsoft.com/office/officeart/2005/8/layout/vProcess5"/>
    <dgm:cxn modelId="{48F141D2-3D00-4C0A-901F-0F9D72E25C8E}" type="presOf" srcId="{826DDC4C-10B2-4D10-90F1-B0980FED19F7}" destId="{73D8F8FC-9D09-4175-989E-B6CFAAFC5CF5}" srcOrd="0" destOrd="0" presId="urn:microsoft.com/office/officeart/2005/8/layout/vProcess5"/>
    <dgm:cxn modelId="{96F7FDD9-D6F7-4EC9-B3C3-1FB2124110A3}" type="presOf" srcId="{68D378EC-E777-4EC7-8139-94740808365F}" destId="{93467B9E-E4A4-4A9F-B98E-AEBEA3C404F3}" srcOrd="1" destOrd="0" presId="urn:microsoft.com/office/officeart/2005/8/layout/vProcess5"/>
    <dgm:cxn modelId="{8BA8095C-5EC2-4D10-9352-CD89B7BBC500}" type="presParOf" srcId="{97A04C46-3B97-4C5B-A393-C33E83281CBE}" destId="{029F3CBE-9746-47C9-9C8B-0738AAC3973A}" srcOrd="0" destOrd="0" presId="urn:microsoft.com/office/officeart/2005/8/layout/vProcess5"/>
    <dgm:cxn modelId="{EFCC2880-E572-4811-9100-E33D5DD69982}" type="presParOf" srcId="{97A04C46-3B97-4C5B-A393-C33E83281CBE}" destId="{73D8F8FC-9D09-4175-989E-B6CFAAFC5CF5}" srcOrd="1" destOrd="0" presId="urn:microsoft.com/office/officeart/2005/8/layout/vProcess5"/>
    <dgm:cxn modelId="{23660086-E980-4FA0-B6DE-CC2379D76C33}" type="presParOf" srcId="{97A04C46-3B97-4C5B-A393-C33E83281CBE}" destId="{8B23A9DB-783F-42D5-A579-DC996D4D17B1}" srcOrd="2" destOrd="0" presId="urn:microsoft.com/office/officeart/2005/8/layout/vProcess5"/>
    <dgm:cxn modelId="{A6D5E4FF-00DF-44B3-A1E2-1A1849C5A91D}" type="presParOf" srcId="{97A04C46-3B97-4C5B-A393-C33E83281CBE}" destId="{8CA5FF6B-7B35-4D13-A304-0E0EBB3DEAF8}" srcOrd="3" destOrd="0" presId="urn:microsoft.com/office/officeart/2005/8/layout/vProcess5"/>
    <dgm:cxn modelId="{2A68CE81-2E9D-4474-B384-71AFB3AACB13}" type="presParOf" srcId="{97A04C46-3B97-4C5B-A393-C33E83281CBE}" destId="{FEDFE65E-7F4A-4187-B71D-C339C799FFAC}" srcOrd="4" destOrd="0" presId="urn:microsoft.com/office/officeart/2005/8/layout/vProcess5"/>
    <dgm:cxn modelId="{0157B1FC-B39B-45DB-B966-0E826C8279CD}" type="presParOf" srcId="{97A04C46-3B97-4C5B-A393-C33E83281CBE}" destId="{D213EE76-9809-4945-A5A8-1AB14592588A}" srcOrd="5" destOrd="0" presId="urn:microsoft.com/office/officeart/2005/8/layout/vProcess5"/>
    <dgm:cxn modelId="{47C49361-9879-4A91-B353-193B939B034D}" type="presParOf" srcId="{97A04C46-3B97-4C5B-A393-C33E83281CBE}" destId="{919A7625-8E6C-407B-A64A-C7B0F07C53F2}" srcOrd="6" destOrd="0" presId="urn:microsoft.com/office/officeart/2005/8/layout/vProcess5"/>
    <dgm:cxn modelId="{4E6FD8F7-DC89-4204-84EB-1BA5BD1B31F3}" type="presParOf" srcId="{97A04C46-3B97-4C5B-A393-C33E83281CBE}" destId="{22FDC766-9D78-477F-B14F-7C4645861991}" srcOrd="7" destOrd="0" presId="urn:microsoft.com/office/officeart/2005/8/layout/vProcess5"/>
    <dgm:cxn modelId="{2627CE09-BA5B-4E68-9751-8E4640E7DF95}" type="presParOf" srcId="{97A04C46-3B97-4C5B-A393-C33E83281CBE}" destId="{23DAE177-B0EC-48CB-BBB4-6E3F55DD05A0}" srcOrd="8" destOrd="0" presId="urn:microsoft.com/office/officeart/2005/8/layout/vProcess5"/>
    <dgm:cxn modelId="{37B27FCC-0915-41E9-A4A3-B0035BE05A14}" type="presParOf" srcId="{97A04C46-3B97-4C5B-A393-C33E83281CBE}" destId="{0DE26082-6046-496E-A605-5F69A184CE96}" srcOrd="9" destOrd="0" presId="urn:microsoft.com/office/officeart/2005/8/layout/vProcess5"/>
    <dgm:cxn modelId="{BD4617EC-02BB-4803-A8C8-A5B60D538054}" type="presParOf" srcId="{97A04C46-3B97-4C5B-A393-C33E83281CBE}" destId="{E556C8B9-7236-433C-9610-2169CE2A092F}" srcOrd="10" destOrd="0" presId="urn:microsoft.com/office/officeart/2005/8/layout/vProcess5"/>
    <dgm:cxn modelId="{66DCD1E4-87F5-4381-9E02-DAB23B731A06}" type="presParOf" srcId="{97A04C46-3B97-4C5B-A393-C33E83281CBE}" destId="{93467B9E-E4A4-4A9F-B98E-AEBEA3C404F3}" srcOrd="11"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98BD3C3-12FE-4ED6-B4D7-1C4E3A920C18}" type="doc">
      <dgm:prSet loTypeId="hierarchy" loCatId="hierarchy" qsTypeId="urn:microsoft.com/office/officeart/2005/8/quickstyle/simple1" qsCatId="simple" csTypeId="urn:microsoft.com/office/officeart/2005/8/colors/accent2_4" csCatId="accent1" phldr="1"/>
      <dgm:spPr/>
      <dgm:t>
        <a:bodyPr/>
        <a:lstStyle/>
        <a:p>
          <a:endParaRPr lang="zh-CN" altLang="en-US"/>
        </a:p>
      </dgm:t>
    </dgm:pt>
    <dgm:pt modelId="{02B6216B-6016-417A-B5BF-F8EC575A1E2E}">
      <dgm:prSet phldrT="[文本]" phldr="0" custT="1"/>
      <dgm:spPr/>
      <dgm:t>
        <a:bodyPr vert="horz" wrap="square"/>
        <a:p>
          <a:pPr>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项目任务</a:t>
          </a:r>
          <a:r>
            <a:rPr lang="zh-CN" altLang="en-US" sz="1200" b="1" dirty="0">
              <a:latin typeface="微软雅黑" panose="020B0503020204020204" charset="-122"/>
              <a:ea typeface="微软雅黑" panose="020B0503020204020204" charset="-122"/>
            </a:rPr>
            <a:t/>
          </a:r>
          <a:endParaRPr lang="zh-CN" altLang="en-US" sz="1200" b="1" dirty="0">
            <a:latin typeface="微软雅黑" panose="020B0503020204020204" charset="-122"/>
            <a:ea typeface="微软雅黑" panose="020B0503020204020204" charset="-122"/>
          </a:endParaRPr>
        </a:p>
      </dgm:t>
    </dgm:pt>
    <dgm:pt modelId="{7F5DDBE6-232A-4FED-92F8-5053A0AB9972}" cxnId="{9A91D1E2-2C11-4562-B553-C6234127B321}" type="parTrans">
      <dgm:prSet/>
      <dgm:spPr/>
      <dgm:t>
        <a:bodyPr/>
        <a:lstStyle/>
        <a:p>
          <a:endParaRPr lang="zh-CN" altLang="en-US" b="0">
            <a:latin typeface="+mj-ea"/>
            <a:ea typeface="+mj-ea"/>
          </a:endParaRPr>
        </a:p>
      </dgm:t>
    </dgm:pt>
    <dgm:pt modelId="{0B6AD872-3416-468F-88B0-B5A502993A43}" cxnId="{9A91D1E2-2C11-4562-B553-C6234127B321}" type="sibTrans">
      <dgm:prSet/>
      <dgm:spPr/>
      <dgm:t>
        <a:bodyPr/>
        <a:lstStyle/>
        <a:p>
          <a:endParaRPr lang="zh-CN" altLang="en-US" b="0">
            <a:latin typeface="+mj-ea"/>
            <a:ea typeface="+mj-ea"/>
          </a:endParaRPr>
        </a:p>
      </dgm:t>
    </dgm:pt>
    <dgm:pt modelId="{FADA968B-3DA5-426F-B33F-B94EC6790F7A}">
      <dgm:prSet phldrT="[文本]" phldr="0" custT="1"/>
      <dgm:spPr/>
      <dgm:t>
        <a:bodyPr vert="horz" wrap="square"/>
        <a:p>
          <a:pPr>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组成部分</a:t>
          </a:r>
          <a:r>
            <a:rPr lang="en-US" altLang="zh-CN" sz="1200" b="1" dirty="0" smtClean="0">
              <a:latin typeface="微软雅黑" panose="020B0503020204020204" charset="-122"/>
              <a:ea typeface="微软雅黑" panose="020B0503020204020204" charset="-122"/>
            </a:rPr>
            <a:t>1</a:t>
          </a:r>
          <a:r>
            <a:rPr lang="en-US" altLang="zh-CN" sz="1200" b="1" dirty="0" smtClean="0">
              <a:latin typeface="微软雅黑" panose="020B0503020204020204" charset="-122"/>
              <a:ea typeface="微软雅黑" panose="020B0503020204020204" charset="-122"/>
            </a:rPr>
            <a:t/>
          </a:r>
          <a:endParaRPr lang="en-US" altLang="zh-CN" sz="1200" b="1" dirty="0" smtClean="0">
            <a:latin typeface="微软雅黑" panose="020B0503020204020204" charset="-122"/>
            <a:ea typeface="微软雅黑" panose="020B0503020204020204" charset="-122"/>
          </a:endParaRPr>
        </a:p>
      </dgm:t>
    </dgm:pt>
    <dgm:pt modelId="{073B52A3-7B90-4DA1-8701-94ABAD3FB799}" cxnId="{24E99F4F-1F4F-411E-B7CF-DBEE17B44914}" type="parTrans">
      <dgm:prSet/>
      <dgm:spPr/>
      <dgm:t>
        <a:bodyPr/>
        <a:lstStyle/>
        <a:p>
          <a:endParaRPr lang="zh-CN" altLang="en-US" sz="1050" b="0">
            <a:latin typeface="+mj-ea"/>
            <a:ea typeface="+mj-ea"/>
          </a:endParaRPr>
        </a:p>
      </dgm:t>
    </dgm:pt>
    <dgm:pt modelId="{62761310-21CE-4AFB-87D0-B88230A32F27}" cxnId="{24E99F4F-1F4F-411E-B7CF-DBEE17B44914}" type="sibTrans">
      <dgm:prSet/>
      <dgm:spPr/>
      <dgm:t>
        <a:bodyPr/>
        <a:lstStyle/>
        <a:p>
          <a:endParaRPr lang="zh-CN" altLang="en-US" b="0">
            <a:latin typeface="+mj-ea"/>
            <a:ea typeface="+mj-ea"/>
          </a:endParaRPr>
        </a:p>
      </dgm:t>
    </dgm:pt>
    <dgm:pt modelId="{969A8555-8708-4665-9109-8666689B1F3C}">
      <dgm:prSet phldrT="[文本]" phldr="0" custT="1"/>
      <dgm:spPr/>
      <dgm:t>
        <a:bodyPr vert="horz" wrap="square"/>
        <a:p>
          <a:pPr>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技术要素</a:t>
          </a:r>
          <a:r>
            <a:rPr lang="en-US" altLang="zh-CN" sz="1200" b="1" dirty="0" smtClean="0">
              <a:latin typeface="微软雅黑" panose="020B0503020204020204" charset="-122"/>
              <a:ea typeface="微软雅黑" panose="020B0503020204020204" charset="-122"/>
            </a:rPr>
            <a:t>1</a:t>
          </a:r>
          <a:r>
            <a:rPr lang="en-US" altLang="zh-CN" sz="1200" b="1" dirty="0" smtClean="0">
              <a:latin typeface="微软雅黑" panose="020B0503020204020204" charset="-122"/>
              <a:ea typeface="微软雅黑" panose="020B0503020204020204" charset="-122"/>
            </a:rPr>
            <a:t/>
          </a:r>
          <a:endParaRPr lang="en-US" altLang="zh-CN" sz="1200" b="1" dirty="0" smtClean="0">
            <a:latin typeface="微软雅黑" panose="020B0503020204020204" charset="-122"/>
            <a:ea typeface="微软雅黑" panose="020B0503020204020204" charset="-122"/>
          </a:endParaRPr>
        </a:p>
      </dgm:t>
    </dgm:pt>
    <dgm:pt modelId="{61FCEE3E-C314-4632-94C2-2D723C6BD5A1}" cxnId="{D6A258D3-8B51-4E1C-899E-80DEE75E2B93}" type="parTrans">
      <dgm:prSet/>
      <dgm:spPr/>
      <dgm:t>
        <a:bodyPr/>
        <a:lstStyle/>
        <a:p>
          <a:endParaRPr lang="zh-CN" altLang="en-US" sz="1050" b="0">
            <a:latin typeface="+mj-ea"/>
            <a:ea typeface="+mj-ea"/>
          </a:endParaRPr>
        </a:p>
      </dgm:t>
    </dgm:pt>
    <dgm:pt modelId="{39696B9D-1E76-475B-811B-FED8BDEB49C6}" cxnId="{D6A258D3-8B51-4E1C-899E-80DEE75E2B93}" type="sibTrans">
      <dgm:prSet/>
      <dgm:spPr/>
      <dgm:t>
        <a:bodyPr/>
        <a:lstStyle/>
        <a:p>
          <a:endParaRPr lang="zh-CN" altLang="en-US" b="0">
            <a:latin typeface="+mj-ea"/>
            <a:ea typeface="+mj-ea"/>
          </a:endParaRPr>
        </a:p>
      </dgm:t>
    </dgm:pt>
    <dgm:pt modelId="{6D05C1F6-EA4B-4039-B64D-76B4EBB89D48}">
      <dgm:prSet phldr="0" custT="1"/>
      <dgm:spPr/>
      <dgm:t>
        <a:bodyPr vert="horz" wrap="square"/>
        <a:p>
          <a:pPr>
            <a:lnSpc>
              <a:spcPct val="100000"/>
            </a:lnSpc>
            <a:spcBef>
              <a:spcPct val="0"/>
            </a:spcBef>
            <a:spcAft>
              <a:spcPct val="35000"/>
            </a:spcAft>
          </a:pPr>
          <a:r>
            <a:rPr lang="zh-CN" sz="1200">
              <a:latin typeface="微软雅黑" panose="020B0503020204020204" charset="-122"/>
              <a:ea typeface="微软雅黑" panose="020B0503020204020204" charset="-122"/>
              <a:cs typeface="微软雅黑" panose="020B0503020204020204" charset="-122"/>
            </a:rPr>
            <a:t>创新点</a:t>
          </a:r>
          <a:r>
            <a:rPr lang="en-US" altLang="zh-CN" sz="1200">
              <a:latin typeface="微软雅黑" panose="020B0503020204020204" charset="-122"/>
              <a:ea typeface="微软雅黑" panose="020B0503020204020204" charset="-122"/>
              <a:cs typeface="微软雅黑" panose="020B0503020204020204" charset="-122"/>
            </a:rPr>
            <a:t>a</a:t>
          </a:r>
          <a:r>
            <a:rPr lang="en-US" altLang="zh-CN" sz="1200">
              <a:latin typeface="微软雅黑" panose="020B0503020204020204" charset="-122"/>
              <a:ea typeface="微软雅黑" panose="020B0503020204020204" charset="-122"/>
              <a:cs typeface="微软雅黑" panose="020B0503020204020204" charset="-122"/>
            </a:rPr>
            <a:t/>
          </a:r>
          <a:endParaRPr lang="en-US" altLang="zh-CN" sz="1200">
            <a:latin typeface="微软雅黑" panose="020B0503020204020204" charset="-122"/>
            <a:ea typeface="微软雅黑" panose="020B0503020204020204" charset="-122"/>
            <a:cs typeface="微软雅黑" panose="020B0503020204020204" charset="-122"/>
          </a:endParaRPr>
        </a:p>
      </dgm:t>
    </dgm:pt>
    <dgm:pt modelId="{81B035FF-352B-4A0F-B995-81D0F91358A8}" cxnId="{8ABD264A-F77E-4881-8A67-DF79DAE0E985}" type="parTrans">
      <dgm:prSet/>
      <dgm:spPr/>
    </dgm:pt>
    <dgm:pt modelId="{14DB297D-0675-4617-B8BE-66E053B6ACF3}" cxnId="{8ABD264A-F77E-4881-8A67-DF79DAE0E985}" type="sibTrans">
      <dgm:prSet/>
      <dgm:spPr/>
    </dgm:pt>
    <dgm:pt modelId="{D9F4F50A-F9C2-4D2B-9D0A-F251D4677584}">
      <dgm:prSet phldr="0" custT="1"/>
      <dgm:spPr/>
      <dgm:t>
        <a:bodyPr vert="horz" wrap="square"/>
        <a:p>
          <a:pPr>
            <a:lnSpc>
              <a:spcPct val="100000"/>
            </a:lnSpc>
            <a:spcBef>
              <a:spcPct val="0"/>
            </a:spcBef>
            <a:spcAft>
              <a:spcPct val="35000"/>
            </a:spcAft>
          </a:pPr>
          <a:r>
            <a:rPr lang="zh-CN" altLang="en-US" sz="1200">
              <a:latin typeface="微软雅黑" panose="020B0503020204020204" charset="-122"/>
              <a:ea typeface="微软雅黑" panose="020B0503020204020204" charset="-122"/>
              <a:cs typeface="微软雅黑" panose="020B0503020204020204" charset="-122"/>
            </a:rPr>
            <a:t>技术方案</a:t>
          </a:r>
          <a:r>
            <a:rPr lang="en-US" altLang="zh-CN" sz="1200">
              <a:latin typeface="微软雅黑" panose="020B0503020204020204" charset="-122"/>
              <a:ea typeface="微软雅黑" panose="020B0503020204020204" charset="-122"/>
              <a:cs typeface="微软雅黑" panose="020B0503020204020204" charset="-122"/>
            </a:rPr>
            <a:t>a</a:t>
          </a:r>
          <a:r>
            <a:rPr lang="en-US" altLang="zh-CN" sz="1200">
              <a:latin typeface="微软雅黑" panose="020B0503020204020204" charset="-122"/>
              <a:ea typeface="微软雅黑" panose="020B0503020204020204" charset="-122"/>
              <a:cs typeface="微软雅黑" panose="020B0503020204020204" charset="-122"/>
            </a:rPr>
            <a:t/>
          </a:r>
          <a:endParaRPr lang="en-US" altLang="zh-CN" sz="1200">
            <a:latin typeface="微软雅黑" panose="020B0503020204020204" charset="-122"/>
            <a:ea typeface="微软雅黑" panose="020B0503020204020204" charset="-122"/>
            <a:cs typeface="微软雅黑" panose="020B0503020204020204" charset="-122"/>
          </a:endParaRPr>
        </a:p>
      </dgm:t>
    </dgm:pt>
    <dgm:pt modelId="{27A65A64-D74B-4743-ADC4-78F4B3AC594E}" cxnId="{E7AA1705-5BCF-46AC-9979-4F0E8659CCAF}" type="parTrans">
      <dgm:prSet/>
      <dgm:spPr/>
    </dgm:pt>
    <dgm:pt modelId="{34374C2C-8BB4-46E5-93A4-08C7583C6866}" cxnId="{E7AA1705-5BCF-46AC-9979-4F0E8659CCAF}" type="sibTrans">
      <dgm:prSet/>
      <dgm:spPr/>
    </dgm:pt>
    <dgm:pt modelId="{F7D6A8E8-CC0E-473E-BA7A-0EC2431F453B}">
      <dgm:prSet phldrT="[文本]" phldr="0" custT="1"/>
      <dgm:spPr/>
      <dgm:t>
        <a:bodyPr vert="horz" wrap="square"/>
        <a:p>
          <a:pPr>
            <a:lnSpc>
              <a:spcPct val="100000"/>
            </a:lnSpc>
            <a:spcBef>
              <a:spcPct val="0"/>
            </a:spcBef>
            <a:spcAft>
              <a:spcPct val="35000"/>
            </a:spcAft>
          </a:pPr>
          <a:r>
            <a:rPr lang="zh-CN" altLang="en-US" sz="1200" b="1" i="0" dirty="0" smtClean="0">
              <a:latin typeface="微软雅黑" panose="020B0503020204020204" charset="-122"/>
              <a:ea typeface="微软雅黑" panose="020B0503020204020204" charset="-122"/>
            </a:rPr>
            <a:t>技术要素</a:t>
          </a:r>
          <a:r>
            <a:rPr lang="en-US" altLang="zh-CN" sz="1200" b="1" i="0" dirty="0" smtClean="0">
              <a:latin typeface="微软雅黑" panose="020B0503020204020204" charset="-122"/>
              <a:ea typeface="微软雅黑" panose="020B0503020204020204" charset="-122"/>
            </a:rPr>
            <a:t>2</a:t>
          </a:r>
          <a:r>
            <a:rPr lang="en-US" altLang="zh-CN" sz="1200" b="1" i="0" dirty="0" smtClean="0">
              <a:latin typeface="微软雅黑" panose="020B0503020204020204" charset="-122"/>
              <a:ea typeface="微软雅黑" panose="020B0503020204020204" charset="-122"/>
            </a:rPr>
            <a:t/>
          </a:r>
          <a:endParaRPr lang="en-US" altLang="zh-CN" sz="1200" b="1" i="0" dirty="0" smtClean="0">
            <a:latin typeface="微软雅黑" panose="020B0503020204020204" charset="-122"/>
            <a:ea typeface="微软雅黑" panose="020B0503020204020204" charset="-122"/>
          </a:endParaRPr>
        </a:p>
      </dgm:t>
    </dgm:pt>
    <dgm:pt modelId="{3C3C00B8-5194-42C2-B413-C3D12579C406}" cxnId="{F801DE83-265A-4A32-BB97-45AEA6993A42}" type="parTrans">
      <dgm:prSet/>
      <dgm:spPr/>
      <dgm:t>
        <a:bodyPr/>
        <a:lstStyle/>
        <a:p>
          <a:endParaRPr lang="zh-CN" altLang="en-US" sz="1050" b="0">
            <a:latin typeface="+mj-ea"/>
            <a:ea typeface="+mj-ea"/>
          </a:endParaRPr>
        </a:p>
      </dgm:t>
    </dgm:pt>
    <dgm:pt modelId="{681345EA-7CE8-4BE4-B8FD-A2125502C98F}" cxnId="{F801DE83-265A-4A32-BB97-45AEA6993A42}" type="sibTrans">
      <dgm:prSet/>
      <dgm:spPr/>
      <dgm:t>
        <a:bodyPr/>
        <a:lstStyle/>
        <a:p>
          <a:endParaRPr lang="zh-CN" altLang="en-US" b="0">
            <a:latin typeface="+mj-ea"/>
            <a:ea typeface="+mj-ea"/>
          </a:endParaRPr>
        </a:p>
      </dgm:t>
    </dgm:pt>
    <dgm:pt modelId="{3FE35CB2-DE63-4F2C-B02C-73D6B0B45EF9}">
      <dgm:prSet phldr="0" custT="1"/>
      <dgm:spPr/>
      <dgm:t>
        <a:bodyPr vert="horz" wrap="square"/>
        <a:p>
          <a:pPr>
            <a:lnSpc>
              <a:spcPct val="100000"/>
            </a:lnSpc>
            <a:spcBef>
              <a:spcPct val="0"/>
            </a:spcBef>
            <a:spcAft>
              <a:spcPct val="35000"/>
            </a:spcAft>
          </a:pPr>
          <a:r>
            <a:rPr lang="zh-CN" altLang="en-US" sz="1200">
              <a:latin typeface="微软雅黑" panose="020B0503020204020204" charset="-122"/>
              <a:ea typeface="微软雅黑" panose="020B0503020204020204" charset="-122"/>
              <a:cs typeface="微软雅黑" panose="020B0503020204020204" charset="-122"/>
            </a:rPr>
            <a:t>创新点</a:t>
          </a:r>
          <a:r>
            <a:rPr lang="en-US" altLang="zh-CN" sz="1200">
              <a:latin typeface="微软雅黑" panose="020B0503020204020204" charset="-122"/>
              <a:ea typeface="微软雅黑" panose="020B0503020204020204" charset="-122"/>
              <a:cs typeface="微软雅黑" panose="020B0503020204020204" charset="-122"/>
            </a:rPr>
            <a:t>b</a:t>
          </a:r>
          <a:r>
            <a:rPr lang="en-US" altLang="zh-CN" sz="1200">
              <a:latin typeface="微软雅黑" panose="020B0503020204020204" charset="-122"/>
              <a:ea typeface="微软雅黑" panose="020B0503020204020204" charset="-122"/>
              <a:cs typeface="微软雅黑" panose="020B0503020204020204" charset="-122"/>
            </a:rPr>
            <a:t/>
          </a:r>
          <a:endParaRPr lang="en-US" altLang="zh-CN" sz="1200">
            <a:latin typeface="微软雅黑" panose="020B0503020204020204" charset="-122"/>
            <a:ea typeface="微软雅黑" panose="020B0503020204020204" charset="-122"/>
            <a:cs typeface="微软雅黑" panose="020B0503020204020204" charset="-122"/>
          </a:endParaRPr>
        </a:p>
      </dgm:t>
    </dgm:pt>
    <dgm:pt modelId="{D1D32D2B-E583-45FF-9926-B9F49721FCBA}" cxnId="{D0D73856-0324-435E-BFCF-F6C0F2B7EB0E}" type="parTrans">
      <dgm:prSet/>
      <dgm:spPr/>
    </dgm:pt>
    <dgm:pt modelId="{787C9BDE-E7B0-4CBB-8B2B-1C75FCA359FC}" cxnId="{D0D73856-0324-435E-BFCF-F6C0F2B7EB0E}" type="sibTrans">
      <dgm:prSet/>
      <dgm:spPr/>
    </dgm:pt>
    <dgm:pt modelId="{F2CEF8AB-F690-4153-95CC-4598DEE3F01E}">
      <dgm:prSet phldr="0" custT="1"/>
      <dgm:spPr/>
      <dgm:t>
        <a:bodyPr vert="horz" wrap="square"/>
        <a:p>
          <a:pPr>
            <a:lnSpc>
              <a:spcPct val="100000"/>
            </a:lnSpc>
            <a:spcBef>
              <a:spcPct val="0"/>
            </a:spcBef>
            <a:spcAft>
              <a:spcPct val="35000"/>
            </a:spcAft>
          </a:pPr>
          <a:r>
            <a:rPr lang="zh-CN" altLang="en-US" sz="1200">
              <a:latin typeface="微软雅黑" panose="020B0503020204020204" charset="-122"/>
              <a:ea typeface="微软雅黑" panose="020B0503020204020204" charset="-122"/>
              <a:cs typeface="微软雅黑" panose="020B0503020204020204" charset="-122"/>
            </a:rPr>
            <a:t>技术方案</a:t>
          </a:r>
          <a:r>
            <a:rPr lang="en-US" altLang="zh-CN" sz="1200">
              <a:latin typeface="微软雅黑" panose="020B0503020204020204" charset="-122"/>
              <a:ea typeface="微软雅黑" panose="020B0503020204020204" charset="-122"/>
              <a:cs typeface="微软雅黑" panose="020B0503020204020204" charset="-122"/>
            </a:rPr>
            <a:t>b</a:t>
          </a:r>
          <a:r>
            <a:rPr lang="en-US" altLang="zh-CN" sz="1200">
              <a:latin typeface="微软雅黑" panose="020B0503020204020204" charset="-122"/>
              <a:ea typeface="微软雅黑" panose="020B0503020204020204" charset="-122"/>
              <a:cs typeface="微软雅黑" panose="020B0503020204020204" charset="-122"/>
            </a:rPr>
            <a:t/>
          </a:r>
          <a:endParaRPr lang="en-US" altLang="zh-CN" sz="1200">
            <a:latin typeface="微软雅黑" panose="020B0503020204020204" charset="-122"/>
            <a:ea typeface="微软雅黑" panose="020B0503020204020204" charset="-122"/>
            <a:cs typeface="微软雅黑" panose="020B0503020204020204" charset="-122"/>
          </a:endParaRPr>
        </a:p>
      </dgm:t>
    </dgm:pt>
    <dgm:pt modelId="{1CB7EFB8-A958-436B-8E48-DEC14A2DE2D8}" cxnId="{8BEEF583-DBE2-4835-A3BB-FA52CC0C82A1}" type="parTrans">
      <dgm:prSet/>
      <dgm:spPr/>
    </dgm:pt>
    <dgm:pt modelId="{9755A4BA-73FA-4D64-8D78-08E79FBA089F}" cxnId="{8BEEF583-DBE2-4835-A3BB-FA52CC0C82A1}" type="sibTrans">
      <dgm:prSet/>
      <dgm:spPr/>
    </dgm:pt>
    <dgm:pt modelId="{BB511522-409B-423D-8AE9-EA4760811938}">
      <dgm:prSet phldr="0" custT="1"/>
      <dgm:spPr/>
      <dgm:t>
        <a:bodyPr vert="horz" wrap="square"/>
        <a:p>
          <a:pPr>
            <a:lnSpc>
              <a:spcPct val="100000"/>
            </a:lnSpc>
            <a:spcBef>
              <a:spcPct val="0"/>
            </a:spcBef>
            <a:spcAft>
              <a:spcPct val="35000"/>
            </a:spcAft>
          </a:pPr>
          <a:r>
            <a:rPr lang="en-US" sz="1200">
              <a:latin typeface="微软雅黑" panose="020B0503020204020204" charset="-122"/>
              <a:ea typeface="微软雅黑" panose="020B0503020204020204" charset="-122"/>
            </a:rPr>
            <a:t>...</a:t>
          </a:r>
          <a:r>
            <a:rPr lang="en-US" sz="1200">
              <a:latin typeface="微软雅黑" panose="020B0503020204020204" charset="-122"/>
              <a:ea typeface="微软雅黑" panose="020B0503020204020204" charset="-122"/>
            </a:rPr>
            <a:t/>
          </a:r>
          <a:endParaRPr lang="en-US" sz="1200">
            <a:latin typeface="微软雅黑" panose="020B0503020204020204" charset="-122"/>
            <a:ea typeface="微软雅黑" panose="020B0503020204020204" charset="-122"/>
          </a:endParaRPr>
        </a:p>
      </dgm:t>
    </dgm:pt>
    <dgm:pt modelId="{6ECF0E6A-2709-49CA-A8F0-49A1CA61BFF4}" cxnId="{6B9B6337-A969-48EE-B2AE-EDFCD9DC6981}" type="parTrans">
      <dgm:prSet/>
      <dgm:spPr/>
    </dgm:pt>
    <dgm:pt modelId="{23031676-DD4D-4BBC-811E-64ED5813129A}" cxnId="{6B9B6337-A969-48EE-B2AE-EDFCD9DC6981}" type="sibTrans">
      <dgm:prSet/>
      <dgm:spPr/>
    </dgm:pt>
    <dgm:pt modelId="{64AE797A-B36F-456E-99E4-6C85CC186647}">
      <dgm:prSet phldr="0" custT="1"/>
      <dgm:spPr/>
      <dgm:t>
        <a:bodyPr vert="horz" wrap="square"/>
        <a:p>
          <a:pPr>
            <a:lnSpc>
              <a:spcPct val="100000"/>
            </a:lnSpc>
            <a:spcBef>
              <a:spcPct val="0"/>
            </a:spcBef>
            <a:spcAft>
              <a:spcPct val="35000"/>
            </a:spcAft>
          </a:pPr>
          <a:r>
            <a:rPr lang="en-US" sz="1200">
              <a:latin typeface="微软雅黑" panose="020B0503020204020204" charset="-122"/>
              <a:ea typeface="微软雅黑" panose="020B0503020204020204" charset="-122"/>
            </a:rPr>
            <a:t>...</a:t>
          </a:r>
          <a:r>
            <a:rPr lang="en-US" sz="1200">
              <a:latin typeface="微软雅黑" panose="020B0503020204020204" charset="-122"/>
              <a:ea typeface="微软雅黑" panose="020B0503020204020204" charset="-122"/>
            </a:rPr>
            <a:t/>
          </a:r>
          <a:endParaRPr lang="en-US" sz="1200">
            <a:latin typeface="微软雅黑" panose="020B0503020204020204" charset="-122"/>
            <a:ea typeface="微软雅黑" panose="020B0503020204020204" charset="-122"/>
          </a:endParaRPr>
        </a:p>
      </dgm:t>
    </dgm:pt>
    <dgm:pt modelId="{A63BCD94-F69D-4034-81DF-FC7D9BD8EFD3}" cxnId="{8B9D52BD-0888-4BF0-872F-7D15CE4D194E}" type="parTrans">
      <dgm:prSet/>
      <dgm:spPr/>
    </dgm:pt>
    <dgm:pt modelId="{8CFC9C95-E2AC-4118-B3D8-0FA937A942D0}" cxnId="{8B9D52BD-0888-4BF0-872F-7D15CE4D194E}" type="sibTrans">
      <dgm:prSet/>
      <dgm:spPr/>
    </dgm:pt>
    <dgm:pt modelId="{C6EFD389-3580-41CE-A864-C5D7192F991C}">
      <dgm:prSet phldr="0" custT="1"/>
      <dgm:spPr/>
      <dgm:t>
        <a:bodyPr vert="horz" wrap="square"/>
        <a:p>
          <a:pPr>
            <a:lnSpc>
              <a:spcPct val="100000"/>
            </a:lnSpc>
            <a:spcBef>
              <a:spcPct val="0"/>
            </a:spcBef>
            <a:spcAft>
              <a:spcPct val="35000"/>
            </a:spcAft>
          </a:pPr>
          <a:r>
            <a:rPr lang="en-US" sz="1200">
              <a:latin typeface="微软雅黑" panose="020B0503020204020204" charset="-122"/>
              <a:ea typeface="微软雅黑" panose="020B0503020204020204" charset="-122"/>
            </a:rPr>
            <a:t>...</a:t>
          </a:r>
          <a:r>
            <a:rPr lang="en-US" sz="1200">
              <a:latin typeface="微软雅黑" panose="020B0503020204020204" charset="-122"/>
              <a:ea typeface="微软雅黑" panose="020B0503020204020204" charset="-122"/>
            </a:rPr>
            <a:t/>
          </a:r>
          <a:endParaRPr lang="en-US" sz="1200">
            <a:latin typeface="微软雅黑" panose="020B0503020204020204" charset="-122"/>
            <a:ea typeface="微软雅黑" panose="020B0503020204020204" charset="-122"/>
          </a:endParaRPr>
        </a:p>
      </dgm:t>
    </dgm:pt>
    <dgm:pt modelId="{5EF4274D-8EFB-455B-80C3-33CE38B42840}" cxnId="{3CD3662F-AD42-41C6-A453-FAC0BAD8D435}" type="parTrans">
      <dgm:prSet/>
      <dgm:spPr/>
    </dgm:pt>
    <dgm:pt modelId="{5D92A7DB-41C1-48FA-89CE-C31E3B20FA90}" cxnId="{3CD3662F-AD42-41C6-A453-FAC0BAD8D435}" type="sibTrans">
      <dgm:prSet/>
      <dgm:spPr/>
    </dgm:pt>
    <dgm:pt modelId="{B02DF1C6-EC96-41F2-B184-EDDCFE560406}">
      <dgm:prSet phldrT="[文本]" phldr="0" custT="1"/>
      <dgm:spPr/>
      <dgm:t>
        <a:bodyPr vert="horz" wrap="square"/>
        <a:p>
          <a:pPr>
            <a:lnSpc>
              <a:spcPct val="100000"/>
            </a:lnSpc>
            <a:spcBef>
              <a:spcPct val="0"/>
            </a:spcBef>
            <a:spcAft>
              <a:spcPct val="35000"/>
            </a:spcAft>
          </a:pPr>
          <a:r>
            <a:rPr lang="zh-CN" altLang="en-US" sz="1200" b="1" dirty="0">
              <a:latin typeface="微软雅黑" panose="020B0503020204020204" charset="-122"/>
              <a:ea typeface="微软雅黑" panose="020B0503020204020204" charset="-122"/>
            </a:rPr>
            <a:t>组成部分</a:t>
          </a:r>
          <a:r>
            <a:rPr lang="en-US" altLang="zh-CN" sz="1200" b="1" dirty="0">
              <a:latin typeface="微软雅黑" panose="020B0503020204020204" charset="-122"/>
              <a:ea typeface="微软雅黑" panose="020B0503020204020204" charset="-122"/>
            </a:rPr>
            <a:t>2</a:t>
          </a:r>
          <a:r>
            <a:rPr lang="en-US" altLang="zh-CN" sz="1200" b="1" dirty="0">
              <a:latin typeface="微软雅黑" panose="020B0503020204020204" charset="-122"/>
              <a:ea typeface="微软雅黑" panose="020B0503020204020204" charset="-122"/>
            </a:rPr>
            <a:t/>
          </a:r>
          <a:endParaRPr lang="en-US" altLang="zh-CN" sz="1200" b="1" dirty="0">
            <a:latin typeface="微软雅黑" panose="020B0503020204020204" charset="-122"/>
            <a:ea typeface="微软雅黑" panose="020B0503020204020204" charset="-122"/>
          </a:endParaRPr>
        </a:p>
      </dgm:t>
    </dgm:pt>
    <dgm:pt modelId="{7C2ED8FE-241D-4F6F-899B-4EC3BE10324F}" cxnId="{7F840575-ADB5-44ED-8624-2DE6B624B1A4}" type="parTrans">
      <dgm:prSet/>
      <dgm:spPr/>
      <dgm:t>
        <a:bodyPr/>
        <a:lstStyle/>
        <a:p>
          <a:endParaRPr lang="zh-CN" altLang="en-US" sz="1050" b="0">
            <a:latin typeface="+mj-ea"/>
            <a:ea typeface="+mj-ea"/>
          </a:endParaRPr>
        </a:p>
      </dgm:t>
    </dgm:pt>
    <dgm:pt modelId="{FB013444-4559-44F7-BF0C-F7B915687C0D}" cxnId="{7F840575-ADB5-44ED-8624-2DE6B624B1A4}" type="sibTrans">
      <dgm:prSet/>
      <dgm:spPr/>
      <dgm:t>
        <a:bodyPr/>
        <a:lstStyle/>
        <a:p>
          <a:endParaRPr lang="zh-CN" altLang="en-US" b="0">
            <a:latin typeface="+mj-ea"/>
            <a:ea typeface="+mj-ea"/>
          </a:endParaRPr>
        </a:p>
      </dgm:t>
    </dgm:pt>
    <dgm:pt modelId="{F2872F85-FEC3-4203-BD32-2CFE237E44D5}">
      <dgm:prSet phldrT="[文本]" phldr="0" custT="1"/>
      <dgm:spPr/>
      <dgm:t>
        <a:bodyPr vert="horz" wrap="square"/>
        <a:p>
          <a:pPr>
            <a:lnSpc>
              <a:spcPct val="100000"/>
            </a:lnSpc>
            <a:spcBef>
              <a:spcPct val="0"/>
            </a:spcBef>
            <a:spcAft>
              <a:spcPct val="35000"/>
            </a:spcAft>
          </a:pPr>
          <a:r>
            <a:rPr lang="en-US" altLang="zh-CN" sz="1200" b="1" dirty="0" smtClean="0">
              <a:latin typeface="微软雅黑" panose="020B0503020204020204" charset="-122"/>
              <a:ea typeface="微软雅黑" panose="020B0503020204020204" charset="-122"/>
            </a:rPr>
            <a:t>...</a:t>
          </a:r>
          <a:r>
            <a:rPr lang="en-US" altLang="zh-CN" sz="1200" b="1" dirty="0" smtClean="0">
              <a:latin typeface="微软雅黑" panose="020B0503020204020204" charset="-122"/>
              <a:ea typeface="微软雅黑" panose="020B0503020204020204" charset="-122"/>
            </a:rPr>
            <a:t/>
          </a:r>
          <a:endParaRPr lang="en-US" altLang="zh-CN" sz="1200" b="1" dirty="0" smtClean="0">
            <a:latin typeface="微软雅黑" panose="020B0503020204020204" charset="-122"/>
            <a:ea typeface="微软雅黑" panose="020B0503020204020204" charset="-122"/>
          </a:endParaRPr>
        </a:p>
      </dgm:t>
    </dgm:pt>
    <dgm:pt modelId="{7975F9A4-9097-473A-8DD8-2495E6D3F9DA}" cxnId="{8F8B7905-F7F1-443E-94F1-6507FDE3977F}" type="parTrans">
      <dgm:prSet/>
      <dgm:spPr/>
      <dgm:t>
        <a:bodyPr/>
        <a:lstStyle/>
        <a:p>
          <a:endParaRPr lang="zh-CN" altLang="en-US" sz="1050" b="0">
            <a:latin typeface="+mj-ea"/>
            <a:ea typeface="+mj-ea"/>
          </a:endParaRPr>
        </a:p>
      </dgm:t>
    </dgm:pt>
    <dgm:pt modelId="{5435D891-11C5-4250-9BDA-613014288874}" cxnId="{8F8B7905-F7F1-443E-94F1-6507FDE3977F}" type="sibTrans">
      <dgm:prSet/>
      <dgm:spPr/>
      <dgm:t>
        <a:bodyPr/>
        <a:lstStyle/>
        <a:p>
          <a:endParaRPr lang="zh-CN" altLang="en-US" b="0">
            <a:latin typeface="+mj-ea"/>
            <a:ea typeface="+mj-ea"/>
          </a:endParaRPr>
        </a:p>
      </dgm:t>
    </dgm:pt>
    <dgm:pt modelId="{2F78B720-D17D-43C2-ACA2-BD60725DDD74}">
      <dgm:prSet phldr="0" custT="1"/>
      <dgm:spPr/>
      <dgm:t>
        <a:bodyPr vert="horz" wrap="square"/>
        <a:p>
          <a:pPr>
            <a:lnSpc>
              <a:spcPct val="100000"/>
            </a:lnSpc>
            <a:spcBef>
              <a:spcPct val="0"/>
            </a:spcBef>
            <a:spcAft>
              <a:spcPct val="35000"/>
            </a:spcAft>
          </a:pPr>
          <a:r>
            <a:rPr lang="en-US" sz="1200">
              <a:latin typeface="微软雅黑" panose="020B0503020204020204" charset="-122"/>
              <a:ea typeface="微软雅黑" panose="020B0503020204020204" charset="-122"/>
            </a:rPr>
            <a:t>...</a:t>
          </a:r>
          <a:r>
            <a:rPr lang="en-US" sz="1200">
              <a:latin typeface="微软雅黑" panose="020B0503020204020204" charset="-122"/>
              <a:ea typeface="微软雅黑" panose="020B0503020204020204" charset="-122"/>
            </a:rPr>
            <a:t/>
          </a:r>
          <a:endParaRPr lang="en-US" sz="1200">
            <a:latin typeface="微软雅黑" panose="020B0503020204020204" charset="-122"/>
            <a:ea typeface="微软雅黑" panose="020B0503020204020204" charset="-122"/>
          </a:endParaRPr>
        </a:p>
      </dgm:t>
    </dgm:pt>
    <dgm:pt modelId="{9336EE9F-1014-42B9-B53B-1C189C0210FB}" cxnId="{5BA0BA98-64FC-4B33-9349-AC3C93698063}" type="parTrans">
      <dgm:prSet/>
      <dgm:spPr/>
    </dgm:pt>
    <dgm:pt modelId="{D01898CF-A78D-4C22-8203-5487C20724CD}" cxnId="{5BA0BA98-64FC-4B33-9349-AC3C93698063}" type="sibTrans">
      <dgm:prSet/>
      <dgm:spPr/>
    </dgm:pt>
    <dgm:pt modelId="{71E05E60-990D-4960-8C5B-489D4F0A3984}">
      <dgm:prSet phldr="0" custT="1"/>
      <dgm:spPr/>
      <dgm:t>
        <a:bodyPr vert="horz" wrap="square"/>
        <a:p>
          <a:pPr>
            <a:lnSpc>
              <a:spcPct val="100000"/>
            </a:lnSpc>
            <a:spcBef>
              <a:spcPct val="0"/>
            </a:spcBef>
            <a:spcAft>
              <a:spcPct val="35000"/>
            </a:spcAft>
          </a:pPr>
          <a:r>
            <a:rPr lang="en-US" sz="1200">
              <a:latin typeface="微软雅黑" panose="020B0503020204020204" charset="-122"/>
              <a:ea typeface="微软雅黑" panose="020B0503020204020204" charset="-122"/>
            </a:rPr>
            <a:t>...</a:t>
          </a:r>
          <a:r>
            <a:rPr lang="en-US" sz="1200">
              <a:latin typeface="微软雅黑" panose="020B0503020204020204" charset="-122"/>
              <a:ea typeface="微软雅黑" panose="020B0503020204020204" charset="-122"/>
            </a:rPr>
            <a:t/>
          </a:r>
          <a:endParaRPr lang="en-US" sz="1200">
            <a:latin typeface="微软雅黑" panose="020B0503020204020204" charset="-122"/>
            <a:ea typeface="微软雅黑" panose="020B0503020204020204" charset="-122"/>
          </a:endParaRPr>
        </a:p>
      </dgm:t>
    </dgm:pt>
    <dgm:pt modelId="{B9B5E0F1-FC26-4251-BCDF-3737AFD94BD6}" cxnId="{D80820DE-7151-4388-8728-021489B19676}" type="parTrans">
      <dgm:prSet/>
      <dgm:spPr/>
    </dgm:pt>
    <dgm:pt modelId="{1B48DFAE-D315-4A35-98ED-5500FE064EEF}" cxnId="{D80820DE-7151-4388-8728-021489B19676}" type="sibTrans">
      <dgm:prSet/>
      <dgm:spPr/>
    </dgm:pt>
    <dgm:pt modelId="{A367853D-5620-43CD-ABD8-C0D70B702F99}">
      <dgm:prSet phldr="0" custT="1"/>
      <dgm:spPr/>
      <dgm:t>
        <a:bodyPr vert="horz" wrap="square"/>
        <a:p>
          <a:pPr>
            <a:lnSpc>
              <a:spcPct val="100000"/>
            </a:lnSpc>
            <a:spcBef>
              <a:spcPct val="0"/>
            </a:spcBef>
            <a:spcAft>
              <a:spcPct val="35000"/>
            </a:spcAft>
          </a:pPr>
          <a:r>
            <a:rPr lang="en-US" sz="1200">
              <a:latin typeface="微软雅黑" panose="020B0503020204020204" charset="-122"/>
              <a:ea typeface="微软雅黑" panose="020B0503020204020204" charset="-122"/>
            </a:rPr>
            <a:t>...</a:t>
          </a:r>
          <a:r>
            <a:rPr lang="en-US" sz="1200">
              <a:latin typeface="微软雅黑" panose="020B0503020204020204" charset="-122"/>
              <a:ea typeface="微软雅黑" panose="020B0503020204020204" charset="-122"/>
            </a:rPr>
            <a:t/>
          </a:r>
          <a:endParaRPr lang="en-US" sz="1200">
            <a:latin typeface="微软雅黑" panose="020B0503020204020204" charset="-122"/>
            <a:ea typeface="微软雅黑" panose="020B0503020204020204" charset="-122"/>
          </a:endParaRPr>
        </a:p>
      </dgm:t>
    </dgm:pt>
    <dgm:pt modelId="{783ACAAA-B271-49DA-90FF-5AFDD338190E}" cxnId="{BF7486FA-D4DD-4B09-9D5F-348DF4C1B6EE}" type="parTrans">
      <dgm:prSet/>
      <dgm:spPr/>
    </dgm:pt>
    <dgm:pt modelId="{0D80D2CC-6540-427E-B9BB-61A2743E6326}" cxnId="{BF7486FA-D4DD-4B09-9D5F-348DF4C1B6EE}" type="sibTrans">
      <dgm:prSet/>
      <dgm:spPr/>
    </dgm:pt>
    <dgm:pt modelId="{2BB555F4-2EB1-4874-A57C-87AB9D4A32CF}" type="pres">
      <dgm:prSet presAssocID="{F98BD3C3-12FE-4ED6-B4D7-1C4E3A920C18}" presName="hierChild1" presStyleCnt="0">
        <dgm:presLayoutVars>
          <dgm:orgChart val="1"/>
          <dgm:chPref val="1"/>
          <dgm:dir/>
          <dgm:animOne val="branch"/>
          <dgm:animLvl val="lvl"/>
          <dgm:resizeHandles/>
        </dgm:presLayoutVars>
      </dgm:prSet>
      <dgm:spPr/>
      <dgm:t>
        <a:bodyPr/>
        <a:lstStyle/>
        <a:p>
          <a:endParaRPr lang="zh-CN" altLang="en-US"/>
        </a:p>
      </dgm:t>
    </dgm:pt>
    <dgm:pt modelId="{4A874AFD-1D9F-48D3-8647-289CA852BCC8}" type="pres">
      <dgm:prSet presAssocID="{02B6216B-6016-417A-B5BF-F8EC575A1E2E}" presName="hierRoot1" presStyleCnt="0">
        <dgm:presLayoutVars>
          <dgm:hierBranch val="init"/>
        </dgm:presLayoutVars>
      </dgm:prSet>
      <dgm:spPr/>
    </dgm:pt>
    <dgm:pt modelId="{0BBCFB4A-A9B1-43B2-B91F-EEDF4A67BB7B}" type="pres">
      <dgm:prSet presAssocID="{02B6216B-6016-417A-B5BF-F8EC575A1E2E}" presName="rootComposite1" presStyleCnt="0"/>
      <dgm:spPr/>
    </dgm:pt>
    <dgm:pt modelId="{2EBDAE14-5555-40C3-A121-18E3103F8B93}" type="pres">
      <dgm:prSet presAssocID="{02B6216B-6016-417A-B5BF-F8EC575A1E2E}" presName="rootText1" presStyleLbl="node0" presStyleIdx="0" presStyleCnt="1" custScaleX="94473" custScaleY="47573" custLinFactNeighborX="69929" custLinFactNeighborY="-1711">
        <dgm:presLayoutVars>
          <dgm:chPref val="3"/>
        </dgm:presLayoutVars>
      </dgm:prSet>
      <dgm:spPr/>
      <dgm:t>
        <a:bodyPr/>
        <a:lstStyle/>
        <a:p>
          <a:endParaRPr lang="zh-CN" altLang="en-US"/>
        </a:p>
      </dgm:t>
    </dgm:pt>
    <dgm:pt modelId="{896469EA-C7EE-4CBB-985B-D2AC74E3D784}" type="pres">
      <dgm:prSet presAssocID="{02B6216B-6016-417A-B5BF-F8EC575A1E2E}" presName="rootConnector1" presStyleCnt="0"/>
      <dgm:spPr/>
      <dgm:t>
        <a:bodyPr/>
        <a:lstStyle/>
        <a:p>
          <a:endParaRPr lang="zh-CN" altLang="en-US"/>
        </a:p>
      </dgm:t>
    </dgm:pt>
    <dgm:pt modelId="{78BAAF45-CEB4-499F-9939-1F0EA12AD81F}" type="pres">
      <dgm:prSet presAssocID="{02B6216B-6016-417A-B5BF-F8EC575A1E2E}" presName="hierChild2" presStyleCnt="0"/>
      <dgm:spPr/>
    </dgm:pt>
    <dgm:pt modelId="{1BC8CEF0-BE69-4685-8698-3F3A2F307511}" type="pres">
      <dgm:prSet presAssocID="{073B52A3-7B90-4DA1-8701-94ABAD3FB799}" presName="Name37" presStyleLbl="parChTrans1D2" presStyleIdx="0" presStyleCnt="3"/>
      <dgm:spPr/>
      <dgm:t>
        <a:bodyPr/>
        <a:lstStyle/>
        <a:p>
          <a:endParaRPr lang="zh-CN" altLang="en-US"/>
        </a:p>
      </dgm:t>
    </dgm:pt>
    <dgm:pt modelId="{DD634C88-E3B3-4A09-9D8B-82908156C96C}" type="pres">
      <dgm:prSet presAssocID="{FADA968B-3DA5-426F-B33F-B94EC6790F7A}" presName="hierRoot2" presStyleCnt="0">
        <dgm:presLayoutVars>
          <dgm:hierBranch val="init"/>
        </dgm:presLayoutVars>
      </dgm:prSet>
      <dgm:spPr/>
    </dgm:pt>
    <dgm:pt modelId="{AE800836-C8A1-46BE-BF1A-6447BFC981E8}" type="pres">
      <dgm:prSet presAssocID="{FADA968B-3DA5-426F-B33F-B94EC6790F7A}" presName="rootComposite" presStyleCnt="0"/>
      <dgm:spPr/>
    </dgm:pt>
    <dgm:pt modelId="{ED382D67-23C8-44B1-B5E3-E533CBDA4465}" type="pres">
      <dgm:prSet presAssocID="{FADA968B-3DA5-426F-B33F-B94EC6790F7A}" presName="rootText" presStyleLbl="node2" presStyleIdx="0" presStyleCnt="3" custScaleX="70851" custScaleY="50221" custLinFactNeighborX="18270" custLinFactNeighborY="-9808">
        <dgm:presLayoutVars>
          <dgm:chPref val="3"/>
        </dgm:presLayoutVars>
      </dgm:prSet>
      <dgm:spPr/>
      <dgm:t>
        <a:bodyPr/>
        <a:lstStyle/>
        <a:p>
          <a:endParaRPr lang="zh-CN" altLang="en-US"/>
        </a:p>
      </dgm:t>
    </dgm:pt>
    <dgm:pt modelId="{1AD4311A-6169-4D02-B8B5-3A0D9904596F}" type="pres">
      <dgm:prSet presAssocID="{FADA968B-3DA5-426F-B33F-B94EC6790F7A}" presName="rootConnector" presStyleCnt="0"/>
      <dgm:spPr/>
      <dgm:t>
        <a:bodyPr/>
        <a:lstStyle/>
        <a:p>
          <a:endParaRPr lang="zh-CN" altLang="en-US"/>
        </a:p>
      </dgm:t>
    </dgm:pt>
    <dgm:pt modelId="{2F11EF7D-D519-43EA-964E-1E145FAAB111}" type="pres">
      <dgm:prSet presAssocID="{FADA968B-3DA5-426F-B33F-B94EC6790F7A}" presName="hierChild4" presStyleCnt="0"/>
      <dgm:spPr/>
    </dgm:pt>
    <dgm:pt modelId="{C278FD77-3D9D-4906-8FF4-571911A50A79}" type="pres">
      <dgm:prSet presAssocID="{61FCEE3E-C314-4632-94C2-2D723C6BD5A1}" presName="Name37" presStyleLbl="parChTrans1D3" presStyleIdx="0" presStyleCnt="4"/>
      <dgm:spPr/>
      <dgm:t>
        <a:bodyPr/>
        <a:lstStyle/>
        <a:p>
          <a:endParaRPr lang="zh-CN" altLang="en-US"/>
        </a:p>
      </dgm:t>
    </dgm:pt>
    <dgm:pt modelId="{6E38ECC5-1739-4DA2-8BDD-8B76B8C73B5E}" type="pres">
      <dgm:prSet presAssocID="{969A8555-8708-4665-9109-8666689B1F3C}" presName="hierRoot2" presStyleCnt="0">
        <dgm:presLayoutVars>
          <dgm:hierBranch val="init"/>
        </dgm:presLayoutVars>
      </dgm:prSet>
      <dgm:spPr/>
    </dgm:pt>
    <dgm:pt modelId="{E8818279-724A-4719-BB22-2BD158ABE044}" type="pres">
      <dgm:prSet presAssocID="{969A8555-8708-4665-9109-8666689B1F3C}" presName="rootComposite" presStyleCnt="0"/>
      <dgm:spPr/>
    </dgm:pt>
    <dgm:pt modelId="{CC1E64DC-D5D1-4E70-A4D6-309CF6F54F54}" type="pres">
      <dgm:prSet presAssocID="{969A8555-8708-4665-9109-8666689B1F3C}" presName="rootText" presStyleLbl="node3" presStyleIdx="0" presStyleCnt="4" custScaleX="56815" custScaleY="49554" custLinFactNeighborX="54132" custLinFactNeighborY="-19284">
        <dgm:presLayoutVars>
          <dgm:chPref val="3"/>
        </dgm:presLayoutVars>
      </dgm:prSet>
      <dgm:spPr/>
      <dgm:t>
        <a:bodyPr/>
        <a:lstStyle/>
        <a:p>
          <a:endParaRPr lang="zh-CN" altLang="en-US"/>
        </a:p>
      </dgm:t>
    </dgm:pt>
    <dgm:pt modelId="{B542E765-C2C7-4FEC-BF0F-7159CF0AC1D2}" type="pres">
      <dgm:prSet presAssocID="{969A8555-8708-4665-9109-8666689B1F3C}" presName="rootConnector" presStyleCnt="0"/>
      <dgm:spPr/>
      <dgm:t>
        <a:bodyPr/>
        <a:lstStyle/>
        <a:p>
          <a:endParaRPr lang="zh-CN" altLang="en-US"/>
        </a:p>
      </dgm:t>
    </dgm:pt>
    <dgm:pt modelId="{AA14A01F-6C6D-4872-B5C3-32DA14C068CF}" type="pres">
      <dgm:prSet presAssocID="{969A8555-8708-4665-9109-8666689B1F3C}" presName="hierChild4" presStyleCnt="0"/>
      <dgm:spPr/>
    </dgm:pt>
    <dgm:pt modelId="{FD5CE9E2-567D-4E01-909D-5608ADBB3073}" type="pres">
      <dgm:prSet presAssocID="{81B035FF-352B-4A0F-B995-81D0F91358A8}" presName="Name37" presStyleLbl="parChTrans1D4" presStyleIdx="0" presStyleCnt="8"/>
      <dgm:spPr/>
    </dgm:pt>
    <dgm:pt modelId="{F7DF0085-2FE7-42FD-B16C-89A39A6485E4}" type="pres">
      <dgm:prSet presAssocID="{6D05C1F6-EA4B-4039-B64D-76B4EBB89D48}" presName="hierRoot2" presStyleCnt="0">
        <dgm:presLayoutVars>
          <dgm:hierBranch/>
        </dgm:presLayoutVars>
      </dgm:prSet>
      <dgm:spPr/>
    </dgm:pt>
    <dgm:pt modelId="{025DCA2D-1B7D-496F-BA6D-E020E43F14AA}" type="pres">
      <dgm:prSet presAssocID="{6D05C1F6-EA4B-4039-B64D-76B4EBB89D48}" presName="rootComposite" presStyleCnt="0"/>
      <dgm:spPr/>
    </dgm:pt>
    <dgm:pt modelId="{5E3C6659-E171-405B-84AF-884F167B7495}" type="pres">
      <dgm:prSet presAssocID="{6D05C1F6-EA4B-4039-B64D-76B4EBB89D48}" presName="rootText" presStyleLbl="node4" presStyleIdx="0" presStyleCnt="8" custScaleX="54194" custScaleY="47293" custLinFactNeighborX="54430" custLinFactNeighborY="-22027">
        <dgm:presLayoutVars>
          <dgm:chPref val="3"/>
        </dgm:presLayoutVars>
      </dgm:prSet>
      <dgm:spPr/>
    </dgm:pt>
    <dgm:pt modelId="{169DE1DD-0678-4E53-B31C-1CC7C3749819}" type="pres">
      <dgm:prSet presAssocID="{6D05C1F6-EA4B-4039-B64D-76B4EBB89D48}" presName="rootConnector" presStyleCnt="0"/>
      <dgm:spPr/>
    </dgm:pt>
    <dgm:pt modelId="{94FD3B1D-944F-47AA-9F9D-E516973A9D28}" type="pres">
      <dgm:prSet presAssocID="{6D05C1F6-EA4B-4039-B64D-76B4EBB89D48}" presName="hierChild4" presStyleCnt="0"/>
      <dgm:spPr/>
    </dgm:pt>
    <dgm:pt modelId="{45A598AD-E9BA-45B0-92E1-6C9F03ADA5B8}" type="pres">
      <dgm:prSet presAssocID="{27A65A64-D74B-4743-ADC4-78F4B3AC594E}" presName="Name35" presStyleLbl="parChTrans1D4" presStyleIdx="1" presStyleCnt="8"/>
      <dgm:spPr/>
    </dgm:pt>
    <dgm:pt modelId="{0C64B2BF-8FCD-4D07-B642-2293B9830165}" type="pres">
      <dgm:prSet presAssocID="{D9F4F50A-F9C2-4D2B-9D0A-F251D4677584}" presName="hierRoot2" presStyleCnt="0">
        <dgm:presLayoutVars>
          <dgm:hierBranch val="init"/>
        </dgm:presLayoutVars>
      </dgm:prSet>
      <dgm:spPr/>
    </dgm:pt>
    <dgm:pt modelId="{1B4A56BA-D1CE-466D-A057-39497BFDD807}" type="pres">
      <dgm:prSet presAssocID="{D9F4F50A-F9C2-4D2B-9D0A-F251D4677584}" presName="rootComposite" presStyleCnt="0"/>
      <dgm:spPr/>
    </dgm:pt>
    <dgm:pt modelId="{4F7501BF-CB6C-4769-A77C-D285117C0F74}" type="pres">
      <dgm:prSet presAssocID="{D9F4F50A-F9C2-4D2B-9D0A-F251D4677584}" presName="rootText" presStyleLbl="node4" presStyleIdx="1" presStyleCnt="8" custScaleX="55544" custScaleY="40529" custLinFactNeighborX="54301" custLinFactNeighborY="-18644">
        <dgm:presLayoutVars>
          <dgm:chPref val="3"/>
        </dgm:presLayoutVars>
      </dgm:prSet>
      <dgm:spPr/>
    </dgm:pt>
    <dgm:pt modelId="{24E49A43-076E-4663-BFCC-DC1F894373EA}" type="pres">
      <dgm:prSet presAssocID="{D9F4F50A-F9C2-4D2B-9D0A-F251D4677584}" presName="rootConnector" presStyleCnt="0"/>
      <dgm:spPr/>
    </dgm:pt>
    <dgm:pt modelId="{D81D9747-4A48-42D5-91C5-B7DA5D68F714}" type="pres">
      <dgm:prSet presAssocID="{D9F4F50A-F9C2-4D2B-9D0A-F251D4677584}" presName="hierChild4" presStyleCnt="0"/>
      <dgm:spPr/>
    </dgm:pt>
    <dgm:pt modelId="{C93B4BE5-3709-45CC-81AA-CF30E36482F4}" type="pres">
      <dgm:prSet presAssocID="{D9F4F50A-F9C2-4D2B-9D0A-F251D4677584}" presName="hierChild5" presStyleCnt="0"/>
      <dgm:spPr/>
    </dgm:pt>
    <dgm:pt modelId="{6A89C9C1-3853-42FC-B144-419C0126A702}" type="pres">
      <dgm:prSet presAssocID="{6D05C1F6-EA4B-4039-B64D-76B4EBB89D48}" presName="hierChild5" presStyleCnt="0"/>
      <dgm:spPr/>
    </dgm:pt>
    <dgm:pt modelId="{3CF5755A-8C81-4CF3-BCE1-CE46676D3382}" type="pres">
      <dgm:prSet presAssocID="{969A8555-8708-4665-9109-8666689B1F3C}" presName="hierChild5" presStyleCnt="0"/>
      <dgm:spPr/>
    </dgm:pt>
    <dgm:pt modelId="{51778AD2-36EC-46E1-93F9-851F1125989E}" type="pres">
      <dgm:prSet presAssocID="{3C3C00B8-5194-42C2-B413-C3D12579C406}" presName="Name37" presStyleLbl="parChTrans1D3" presStyleIdx="1" presStyleCnt="4"/>
      <dgm:spPr/>
      <dgm:t>
        <a:bodyPr/>
        <a:lstStyle/>
        <a:p>
          <a:endParaRPr lang="zh-CN" altLang="en-US"/>
        </a:p>
      </dgm:t>
    </dgm:pt>
    <dgm:pt modelId="{3270E66A-B073-4E46-A065-B42FC4F403C2}" type="pres">
      <dgm:prSet presAssocID="{F7D6A8E8-CC0E-473E-BA7A-0EC2431F453B}" presName="hierRoot2" presStyleCnt="0">
        <dgm:presLayoutVars>
          <dgm:hierBranch val="init"/>
        </dgm:presLayoutVars>
      </dgm:prSet>
      <dgm:spPr/>
    </dgm:pt>
    <dgm:pt modelId="{DDCABFAE-1C6A-4B66-8316-31C11C57F91E}" type="pres">
      <dgm:prSet presAssocID="{F7D6A8E8-CC0E-473E-BA7A-0EC2431F453B}" presName="rootComposite" presStyleCnt="0"/>
      <dgm:spPr/>
    </dgm:pt>
    <dgm:pt modelId="{15F278FC-48C0-4B5B-A159-82B42CACA5F3}" type="pres">
      <dgm:prSet presAssocID="{F7D6A8E8-CC0E-473E-BA7A-0EC2431F453B}" presName="rootText" presStyleLbl="node3" presStyleIdx="1" presStyleCnt="4" custScaleX="54576" custScaleY="48952" custLinFactNeighborX="45284" custLinFactNeighborY="-18766">
        <dgm:presLayoutVars>
          <dgm:chPref val="3"/>
        </dgm:presLayoutVars>
      </dgm:prSet>
      <dgm:spPr/>
      <dgm:t>
        <a:bodyPr/>
        <a:lstStyle/>
        <a:p>
          <a:endParaRPr lang="zh-CN" altLang="en-US"/>
        </a:p>
      </dgm:t>
    </dgm:pt>
    <dgm:pt modelId="{E3EE5F49-C87C-4862-8CF5-6CF929F31693}" type="pres">
      <dgm:prSet presAssocID="{F7D6A8E8-CC0E-473E-BA7A-0EC2431F453B}" presName="rootConnector" presStyleCnt="0"/>
      <dgm:spPr/>
      <dgm:t>
        <a:bodyPr/>
        <a:lstStyle/>
        <a:p>
          <a:endParaRPr lang="zh-CN" altLang="en-US"/>
        </a:p>
      </dgm:t>
    </dgm:pt>
    <dgm:pt modelId="{2C89D9B4-6242-45C4-B1F1-792B8F1C29F3}" type="pres">
      <dgm:prSet presAssocID="{F7D6A8E8-CC0E-473E-BA7A-0EC2431F453B}" presName="hierChild4" presStyleCnt="0"/>
      <dgm:spPr/>
    </dgm:pt>
    <dgm:pt modelId="{E9C97FA9-F9D9-4D26-8BF7-355F36BCE91E}" type="pres">
      <dgm:prSet presAssocID="{D1D32D2B-E583-45FF-9926-B9F49721FCBA}" presName="Name37" presStyleLbl="parChTrans1D4" presStyleIdx="2" presStyleCnt="8"/>
      <dgm:spPr/>
    </dgm:pt>
    <dgm:pt modelId="{8D2BA86F-7207-41E5-9B31-96AAA4BA64B4}" type="pres">
      <dgm:prSet presAssocID="{3FE35CB2-DE63-4F2C-B02C-73D6B0B45EF9}" presName="hierRoot2" presStyleCnt="0">
        <dgm:presLayoutVars>
          <dgm:hierBranch/>
        </dgm:presLayoutVars>
      </dgm:prSet>
      <dgm:spPr/>
    </dgm:pt>
    <dgm:pt modelId="{017213A1-AC0E-43FD-B642-169BA7316518}" type="pres">
      <dgm:prSet presAssocID="{3FE35CB2-DE63-4F2C-B02C-73D6B0B45EF9}" presName="rootComposite" presStyleCnt="0"/>
      <dgm:spPr/>
    </dgm:pt>
    <dgm:pt modelId="{70263141-C328-498B-901C-37553FD9A21F}" type="pres">
      <dgm:prSet presAssocID="{3FE35CB2-DE63-4F2C-B02C-73D6B0B45EF9}" presName="rootText" presStyleLbl="node4" presStyleIdx="2" presStyleCnt="8" custScaleX="57538" custScaleY="45308" custLinFactNeighborX="45323" custLinFactNeighborY="-20461">
        <dgm:presLayoutVars>
          <dgm:chPref val="3"/>
        </dgm:presLayoutVars>
      </dgm:prSet>
      <dgm:spPr/>
    </dgm:pt>
    <dgm:pt modelId="{9D6588CE-195D-49D9-B713-231BB781468B}" type="pres">
      <dgm:prSet presAssocID="{3FE35CB2-DE63-4F2C-B02C-73D6B0B45EF9}" presName="rootConnector" presStyleCnt="0"/>
      <dgm:spPr/>
    </dgm:pt>
    <dgm:pt modelId="{BF4A332C-BA54-4B52-9B8A-F667E266253D}" type="pres">
      <dgm:prSet presAssocID="{3FE35CB2-DE63-4F2C-B02C-73D6B0B45EF9}" presName="hierChild4" presStyleCnt="0"/>
      <dgm:spPr/>
    </dgm:pt>
    <dgm:pt modelId="{FADFD336-8680-4F8E-A7DE-53CC1777D35B}" type="pres">
      <dgm:prSet presAssocID="{1CB7EFB8-A958-436B-8E48-DEC14A2DE2D8}" presName="Name35" presStyleLbl="parChTrans1D4" presStyleIdx="3" presStyleCnt="8"/>
      <dgm:spPr/>
    </dgm:pt>
    <dgm:pt modelId="{CD28D16E-E2D5-4298-A2C6-5F75D2977998}" type="pres">
      <dgm:prSet presAssocID="{F2CEF8AB-F690-4153-95CC-4598DEE3F01E}" presName="hierRoot2" presStyleCnt="0">
        <dgm:presLayoutVars>
          <dgm:hierBranch val="init"/>
        </dgm:presLayoutVars>
      </dgm:prSet>
      <dgm:spPr/>
    </dgm:pt>
    <dgm:pt modelId="{08BF7C32-B527-46A3-9422-8C1773FE7563}" type="pres">
      <dgm:prSet presAssocID="{F2CEF8AB-F690-4153-95CC-4598DEE3F01E}" presName="rootComposite" presStyleCnt="0"/>
      <dgm:spPr/>
    </dgm:pt>
    <dgm:pt modelId="{F0951A92-64B4-43B2-B241-CAE3DE2D893E}" type="pres">
      <dgm:prSet presAssocID="{F2CEF8AB-F690-4153-95CC-4598DEE3F01E}" presName="rootText" presStyleLbl="node4" presStyleIdx="3" presStyleCnt="8" custScaleX="55104" custScaleY="39611" custLinFactNeighborX="45193" custLinFactNeighborY="-15161">
        <dgm:presLayoutVars>
          <dgm:chPref val="3"/>
        </dgm:presLayoutVars>
      </dgm:prSet>
      <dgm:spPr/>
    </dgm:pt>
    <dgm:pt modelId="{CD708FFB-83BE-4EA9-86BD-64EEFC817937}" type="pres">
      <dgm:prSet presAssocID="{F2CEF8AB-F690-4153-95CC-4598DEE3F01E}" presName="rootConnector" presStyleCnt="0"/>
      <dgm:spPr/>
    </dgm:pt>
    <dgm:pt modelId="{1A4985B2-D051-4176-900A-0213921FBDDA}" type="pres">
      <dgm:prSet presAssocID="{F2CEF8AB-F690-4153-95CC-4598DEE3F01E}" presName="hierChild4" presStyleCnt="0"/>
      <dgm:spPr/>
    </dgm:pt>
    <dgm:pt modelId="{772E099C-EBAD-4AE0-B19A-8CEE2DD739C2}" type="pres">
      <dgm:prSet presAssocID="{F2CEF8AB-F690-4153-95CC-4598DEE3F01E}" presName="hierChild5" presStyleCnt="0"/>
      <dgm:spPr/>
    </dgm:pt>
    <dgm:pt modelId="{EE7E4749-74FA-4017-9D28-14E4EA7E067A}" type="pres">
      <dgm:prSet presAssocID="{3FE35CB2-DE63-4F2C-B02C-73D6B0B45EF9}" presName="hierChild5" presStyleCnt="0"/>
      <dgm:spPr/>
    </dgm:pt>
    <dgm:pt modelId="{298465C8-B183-463C-B591-2BEF9BDE3D44}" type="pres">
      <dgm:prSet presAssocID="{F7D6A8E8-CC0E-473E-BA7A-0EC2431F453B}" presName="hierChild5" presStyleCnt="0"/>
      <dgm:spPr/>
    </dgm:pt>
    <dgm:pt modelId="{3C86F034-E39D-4306-B630-A4474B701206}" type="pres">
      <dgm:prSet presAssocID="{6ECF0E6A-2709-49CA-A8F0-49A1CA61BFF4}" presName="Name37" presStyleLbl="parChTrans1D3" presStyleIdx="2" presStyleCnt="4"/>
      <dgm:spPr/>
    </dgm:pt>
    <dgm:pt modelId="{F911FE4A-B0BD-41F5-8374-018AD44BB9AB}" type="pres">
      <dgm:prSet presAssocID="{BB511522-409B-423D-8AE9-EA4760811938}" presName="hierRoot2" presStyleCnt="0">
        <dgm:presLayoutVars>
          <dgm:hierBranch val="init"/>
        </dgm:presLayoutVars>
      </dgm:prSet>
      <dgm:spPr/>
    </dgm:pt>
    <dgm:pt modelId="{3BCCA900-D901-45C7-B8C2-428747B0CF41}" type="pres">
      <dgm:prSet presAssocID="{BB511522-409B-423D-8AE9-EA4760811938}" presName="rootComposite" presStyleCnt="0"/>
      <dgm:spPr/>
    </dgm:pt>
    <dgm:pt modelId="{E782BA34-4329-48FC-8A80-0475FCCD986F}" type="pres">
      <dgm:prSet presAssocID="{BB511522-409B-423D-8AE9-EA4760811938}" presName="rootText" presStyleLbl="node3" presStyleIdx="2" presStyleCnt="4" custScaleX="49661" custScaleY="49609" custLinFactNeighborX="37110" custLinFactNeighborY="-19035">
        <dgm:presLayoutVars>
          <dgm:chPref val="3"/>
        </dgm:presLayoutVars>
      </dgm:prSet>
      <dgm:spPr/>
    </dgm:pt>
    <dgm:pt modelId="{D70EADF2-E9A0-404F-8BE2-816CF6508DB0}" type="pres">
      <dgm:prSet presAssocID="{BB511522-409B-423D-8AE9-EA4760811938}" presName="rootConnector" presStyleCnt="0"/>
      <dgm:spPr/>
    </dgm:pt>
    <dgm:pt modelId="{FB699D42-A1F6-41F0-AA98-FC87CC2B303B}" type="pres">
      <dgm:prSet presAssocID="{BB511522-409B-423D-8AE9-EA4760811938}" presName="hierChild4" presStyleCnt="0"/>
      <dgm:spPr/>
    </dgm:pt>
    <dgm:pt modelId="{3882A50A-5822-4FA4-B29B-B2517C30826A}" type="pres">
      <dgm:prSet presAssocID="{A63BCD94-F69D-4034-81DF-FC7D9BD8EFD3}" presName="Name37" presStyleLbl="parChTrans1D4" presStyleIdx="4" presStyleCnt="8"/>
      <dgm:spPr/>
    </dgm:pt>
    <dgm:pt modelId="{5FEE37AE-626B-4472-828E-B510964A5ED8}" type="pres">
      <dgm:prSet presAssocID="{64AE797A-B36F-456E-99E4-6C85CC186647}" presName="hierRoot2" presStyleCnt="0">
        <dgm:presLayoutVars>
          <dgm:hierBranch/>
        </dgm:presLayoutVars>
      </dgm:prSet>
      <dgm:spPr/>
    </dgm:pt>
    <dgm:pt modelId="{6516DB2B-0E76-4FC2-8B3E-236C3472DD11}" type="pres">
      <dgm:prSet presAssocID="{64AE797A-B36F-456E-99E4-6C85CC186647}" presName="rootComposite" presStyleCnt="0"/>
      <dgm:spPr/>
    </dgm:pt>
    <dgm:pt modelId="{54300E98-7405-4F1C-B9CF-7BD7A6A78ECA}" type="pres">
      <dgm:prSet presAssocID="{64AE797A-B36F-456E-99E4-6C85CC186647}" presName="rootText" presStyleLbl="node4" presStyleIdx="4" presStyleCnt="8" custScaleX="49116" custScaleY="43134" custLinFactNeighborX="37149" custLinFactNeighborY="-19987">
        <dgm:presLayoutVars>
          <dgm:chPref val="3"/>
        </dgm:presLayoutVars>
      </dgm:prSet>
      <dgm:spPr/>
    </dgm:pt>
    <dgm:pt modelId="{FDF45FB4-A5AB-437A-A6F1-141D7F5EDF7E}" type="pres">
      <dgm:prSet presAssocID="{64AE797A-B36F-456E-99E4-6C85CC186647}" presName="rootConnector" presStyleCnt="0"/>
      <dgm:spPr/>
    </dgm:pt>
    <dgm:pt modelId="{0F6C687D-C7FD-4EF8-BA8C-FAB2B2F775C6}" type="pres">
      <dgm:prSet presAssocID="{64AE797A-B36F-456E-99E4-6C85CC186647}" presName="hierChild4" presStyleCnt="0"/>
      <dgm:spPr/>
    </dgm:pt>
    <dgm:pt modelId="{986610EF-EEEA-431D-A6D5-B89AFB0AAE9B}" type="pres">
      <dgm:prSet presAssocID="{5EF4274D-8EFB-455B-80C3-33CE38B42840}" presName="Name35" presStyleLbl="parChTrans1D4" presStyleIdx="5" presStyleCnt="8"/>
      <dgm:spPr/>
    </dgm:pt>
    <dgm:pt modelId="{495565A2-43CF-4722-B09C-0E8AECCA8DB4}" type="pres">
      <dgm:prSet presAssocID="{C6EFD389-3580-41CE-A864-C5D7192F991C}" presName="hierRoot2" presStyleCnt="0">
        <dgm:presLayoutVars>
          <dgm:hierBranch val="init"/>
        </dgm:presLayoutVars>
      </dgm:prSet>
      <dgm:spPr/>
    </dgm:pt>
    <dgm:pt modelId="{FFAC30E4-4199-4F9F-B79D-4A2572890CDA}" type="pres">
      <dgm:prSet presAssocID="{C6EFD389-3580-41CE-A864-C5D7192F991C}" presName="rootComposite" presStyleCnt="0"/>
      <dgm:spPr/>
    </dgm:pt>
    <dgm:pt modelId="{02FFACE5-88D1-4F4A-8A4C-88575E0772F3}" type="pres">
      <dgm:prSet presAssocID="{C6EFD389-3580-41CE-A864-C5D7192F991C}" presName="rootText" presStyleLbl="node4" presStyleIdx="5" presStyleCnt="8" custScaleX="51300" custScaleY="44013" custLinFactNeighborX="37135" custLinFactNeighborY="-15886">
        <dgm:presLayoutVars>
          <dgm:chPref val="3"/>
        </dgm:presLayoutVars>
      </dgm:prSet>
      <dgm:spPr/>
    </dgm:pt>
    <dgm:pt modelId="{5A5AF6F5-2157-4480-8E43-BF8B23C9BB5C}" type="pres">
      <dgm:prSet presAssocID="{C6EFD389-3580-41CE-A864-C5D7192F991C}" presName="rootConnector" presStyleCnt="0"/>
      <dgm:spPr/>
    </dgm:pt>
    <dgm:pt modelId="{03FF170D-D37F-4370-874C-16581BAC44DF}" type="pres">
      <dgm:prSet presAssocID="{C6EFD389-3580-41CE-A864-C5D7192F991C}" presName="hierChild4" presStyleCnt="0"/>
      <dgm:spPr/>
    </dgm:pt>
    <dgm:pt modelId="{50E9736A-F7B6-4394-A876-19F56CBBC6BF}" type="pres">
      <dgm:prSet presAssocID="{C6EFD389-3580-41CE-A864-C5D7192F991C}" presName="hierChild5" presStyleCnt="0"/>
      <dgm:spPr/>
    </dgm:pt>
    <dgm:pt modelId="{F87FC56E-0AFF-426F-B218-72CD88B64353}" type="pres">
      <dgm:prSet presAssocID="{64AE797A-B36F-456E-99E4-6C85CC186647}" presName="hierChild5" presStyleCnt="0"/>
      <dgm:spPr/>
    </dgm:pt>
    <dgm:pt modelId="{92B358B1-D6AD-441F-A0AB-D29903F789B8}" type="pres">
      <dgm:prSet presAssocID="{BB511522-409B-423D-8AE9-EA4760811938}" presName="hierChild5" presStyleCnt="0"/>
      <dgm:spPr/>
    </dgm:pt>
    <dgm:pt modelId="{3EEE5595-185B-4F8C-8C8A-02DAD3CDD4DF}" type="pres">
      <dgm:prSet presAssocID="{FADA968B-3DA5-426F-B33F-B94EC6790F7A}" presName="hierChild5" presStyleCnt="0"/>
      <dgm:spPr/>
    </dgm:pt>
    <dgm:pt modelId="{6C700C0C-4E74-4833-902C-BD331602F050}" type="pres">
      <dgm:prSet presAssocID="{7C2ED8FE-241D-4F6F-899B-4EC3BE10324F}" presName="Name37" presStyleLbl="parChTrans1D2" presStyleIdx="1" presStyleCnt="3"/>
      <dgm:spPr/>
      <dgm:t>
        <a:bodyPr/>
        <a:lstStyle/>
        <a:p>
          <a:endParaRPr lang="zh-CN" altLang="en-US"/>
        </a:p>
      </dgm:t>
    </dgm:pt>
    <dgm:pt modelId="{9904D4DB-E2C5-41E2-97E4-7312DFBB5F22}" type="pres">
      <dgm:prSet presAssocID="{B02DF1C6-EC96-41F2-B184-EDDCFE560406}" presName="hierRoot2" presStyleCnt="0">
        <dgm:presLayoutVars>
          <dgm:hierBranch val="init"/>
        </dgm:presLayoutVars>
      </dgm:prSet>
      <dgm:spPr/>
    </dgm:pt>
    <dgm:pt modelId="{205DF2C5-6F8F-4829-BD47-7449E609064D}" type="pres">
      <dgm:prSet presAssocID="{B02DF1C6-EC96-41F2-B184-EDDCFE560406}" presName="rootComposite" presStyleCnt="0"/>
      <dgm:spPr/>
    </dgm:pt>
    <dgm:pt modelId="{D3BCE6DA-6123-4644-BB40-46686EB9A3C0}" type="pres">
      <dgm:prSet presAssocID="{B02DF1C6-EC96-41F2-B184-EDDCFE560406}" presName="rootText" presStyleLbl="node2" presStyleIdx="1" presStyleCnt="3" custScaleX="67890" custScaleY="46760" custLinFactNeighborX="5261" custLinFactNeighborY="-9749">
        <dgm:presLayoutVars>
          <dgm:chPref val="3"/>
        </dgm:presLayoutVars>
      </dgm:prSet>
      <dgm:spPr/>
      <dgm:t>
        <a:bodyPr/>
        <a:lstStyle/>
        <a:p>
          <a:endParaRPr lang="zh-CN" altLang="en-US"/>
        </a:p>
      </dgm:t>
    </dgm:pt>
    <dgm:pt modelId="{01411D09-113B-4AB5-85F7-555DD1A218AE}" type="pres">
      <dgm:prSet presAssocID="{B02DF1C6-EC96-41F2-B184-EDDCFE560406}" presName="rootConnector" presStyleCnt="0"/>
      <dgm:spPr/>
      <dgm:t>
        <a:bodyPr/>
        <a:lstStyle/>
        <a:p>
          <a:endParaRPr lang="zh-CN" altLang="en-US"/>
        </a:p>
      </dgm:t>
    </dgm:pt>
    <dgm:pt modelId="{F4D6C2B5-7AE0-4F54-8B66-512801D21A71}" type="pres">
      <dgm:prSet presAssocID="{B02DF1C6-EC96-41F2-B184-EDDCFE560406}" presName="hierChild4" presStyleCnt="0"/>
      <dgm:spPr/>
    </dgm:pt>
    <dgm:pt modelId="{8049E33E-31D4-4E56-9941-8E8DDAB532B1}" type="pres">
      <dgm:prSet presAssocID="{B02DF1C6-EC96-41F2-B184-EDDCFE560406}" presName="hierChild5" presStyleCnt="0"/>
      <dgm:spPr/>
    </dgm:pt>
    <dgm:pt modelId="{164CB905-C747-447D-B836-41BDBB6D128A}" type="pres">
      <dgm:prSet presAssocID="{7975F9A4-9097-473A-8DD8-2495E6D3F9DA}" presName="Name37" presStyleLbl="parChTrans1D2" presStyleIdx="2" presStyleCnt="3"/>
      <dgm:spPr/>
      <dgm:t>
        <a:bodyPr/>
        <a:lstStyle/>
        <a:p>
          <a:endParaRPr lang="zh-CN" altLang="en-US"/>
        </a:p>
      </dgm:t>
    </dgm:pt>
    <dgm:pt modelId="{90DC7B07-D83F-467C-BCC6-8B0DEC50A375}" type="pres">
      <dgm:prSet presAssocID="{F2872F85-FEC3-4203-BD32-2CFE237E44D5}" presName="hierRoot2" presStyleCnt="0">
        <dgm:presLayoutVars>
          <dgm:hierBranch val="init"/>
        </dgm:presLayoutVars>
      </dgm:prSet>
      <dgm:spPr/>
    </dgm:pt>
    <dgm:pt modelId="{41C6EA9C-FC91-4BBA-8033-2881852045C5}" type="pres">
      <dgm:prSet presAssocID="{F2872F85-FEC3-4203-BD32-2CFE237E44D5}" presName="rootComposite" presStyleCnt="0"/>
      <dgm:spPr/>
    </dgm:pt>
    <dgm:pt modelId="{5344330A-9260-4057-AA5B-F48DD1DB79C9}" type="pres">
      <dgm:prSet presAssocID="{F2872F85-FEC3-4203-BD32-2CFE237E44D5}" presName="rootText" presStyleLbl="node2" presStyleIdx="2" presStyleCnt="3" custScaleX="61590" custScaleY="46325" custLinFactNeighborX="-4012" custLinFactNeighborY="-9667">
        <dgm:presLayoutVars>
          <dgm:chPref val="3"/>
        </dgm:presLayoutVars>
      </dgm:prSet>
      <dgm:spPr/>
      <dgm:t>
        <a:bodyPr/>
        <a:lstStyle/>
        <a:p>
          <a:endParaRPr lang="zh-CN" altLang="en-US"/>
        </a:p>
      </dgm:t>
    </dgm:pt>
    <dgm:pt modelId="{310D10B4-4BCD-4DDC-8641-6437D4D897F2}" type="pres">
      <dgm:prSet presAssocID="{F2872F85-FEC3-4203-BD32-2CFE237E44D5}" presName="rootConnector" presStyleCnt="0"/>
      <dgm:spPr/>
      <dgm:t>
        <a:bodyPr/>
        <a:lstStyle/>
        <a:p>
          <a:endParaRPr lang="zh-CN" altLang="en-US"/>
        </a:p>
      </dgm:t>
    </dgm:pt>
    <dgm:pt modelId="{6497E6B0-580D-4FE5-9137-C9E109846847}" type="pres">
      <dgm:prSet presAssocID="{F2872F85-FEC3-4203-BD32-2CFE237E44D5}" presName="hierChild4" presStyleCnt="0"/>
      <dgm:spPr/>
    </dgm:pt>
    <dgm:pt modelId="{DE9EEC56-89E4-4776-91B5-620C16A43177}" type="pres">
      <dgm:prSet presAssocID="{9336EE9F-1014-42B9-B53B-1C189C0210FB}" presName="Name37" presStyleLbl="parChTrans1D3" presStyleIdx="3" presStyleCnt="4"/>
      <dgm:spPr/>
    </dgm:pt>
    <dgm:pt modelId="{2A33E4B3-063B-4241-8774-6FAC2B07C446}" type="pres">
      <dgm:prSet presAssocID="{2F78B720-D17D-43C2-ACA2-BD60725DDD74}" presName="hierRoot2" presStyleCnt="0">
        <dgm:presLayoutVars>
          <dgm:hierBranch val="init"/>
        </dgm:presLayoutVars>
      </dgm:prSet>
      <dgm:spPr/>
    </dgm:pt>
    <dgm:pt modelId="{33280B48-D329-469E-955D-E51004F8D273}" type="pres">
      <dgm:prSet presAssocID="{2F78B720-D17D-43C2-ACA2-BD60725DDD74}" presName="rootComposite" presStyleCnt="0"/>
      <dgm:spPr/>
    </dgm:pt>
    <dgm:pt modelId="{26F382F3-D241-48AE-9F3B-31379530DA07}" type="pres">
      <dgm:prSet presAssocID="{2F78B720-D17D-43C2-ACA2-BD60725DDD74}" presName="rootText" presStyleLbl="node3" presStyleIdx="3" presStyleCnt="4" custScaleX="48906" custScaleY="49591" custLinFactNeighborX="321" custLinFactNeighborY="-16325">
        <dgm:presLayoutVars>
          <dgm:chPref val="3"/>
        </dgm:presLayoutVars>
      </dgm:prSet>
      <dgm:spPr/>
    </dgm:pt>
    <dgm:pt modelId="{D343307A-14E9-4051-A7D4-11B73C0082A6}" type="pres">
      <dgm:prSet presAssocID="{2F78B720-D17D-43C2-ACA2-BD60725DDD74}" presName="rootConnector" presStyleCnt="0"/>
      <dgm:spPr/>
    </dgm:pt>
    <dgm:pt modelId="{D3235029-F3D6-4CDE-A88E-14A789A4507B}" type="pres">
      <dgm:prSet presAssocID="{2F78B720-D17D-43C2-ACA2-BD60725DDD74}" presName="hierChild4" presStyleCnt="0"/>
      <dgm:spPr/>
    </dgm:pt>
    <dgm:pt modelId="{F68ED970-C28D-4AC3-A5F1-11653984BE7A}" type="pres">
      <dgm:prSet presAssocID="{B9B5E0F1-FC26-4251-BCDF-3737AFD94BD6}" presName="Name37" presStyleLbl="parChTrans1D4" presStyleIdx="6" presStyleCnt="8"/>
      <dgm:spPr/>
    </dgm:pt>
    <dgm:pt modelId="{826544AA-E179-4EFA-98E2-CC6DE04F7978}" type="pres">
      <dgm:prSet presAssocID="{71E05E60-990D-4960-8C5B-489D4F0A3984}" presName="hierRoot2" presStyleCnt="0">
        <dgm:presLayoutVars>
          <dgm:hierBranch/>
        </dgm:presLayoutVars>
      </dgm:prSet>
      <dgm:spPr/>
    </dgm:pt>
    <dgm:pt modelId="{DE2EF504-7FDC-4EB4-AE76-1F463B37FB5B}" type="pres">
      <dgm:prSet presAssocID="{71E05E60-990D-4960-8C5B-489D4F0A3984}" presName="rootComposite" presStyleCnt="0"/>
      <dgm:spPr/>
    </dgm:pt>
    <dgm:pt modelId="{CC61B39F-2F90-433B-B227-4F44CB4B22B2}" type="pres">
      <dgm:prSet presAssocID="{71E05E60-990D-4960-8C5B-489D4F0A3984}" presName="rootText" presStyleLbl="node4" presStyleIdx="6" presStyleCnt="8" custScaleX="48949" custScaleY="44333" custLinFactNeighborX="376" custLinFactNeighborY="-16702">
        <dgm:presLayoutVars>
          <dgm:chPref val="3"/>
        </dgm:presLayoutVars>
      </dgm:prSet>
      <dgm:spPr/>
    </dgm:pt>
    <dgm:pt modelId="{2F7E0E49-0F7F-41FD-A21F-C9B555070A17}" type="pres">
      <dgm:prSet presAssocID="{71E05E60-990D-4960-8C5B-489D4F0A3984}" presName="rootConnector" presStyleCnt="0"/>
      <dgm:spPr/>
    </dgm:pt>
    <dgm:pt modelId="{858BFDA5-FEBF-48CB-8709-6E105B15D6A4}" type="pres">
      <dgm:prSet presAssocID="{71E05E60-990D-4960-8C5B-489D4F0A3984}" presName="hierChild4" presStyleCnt="0"/>
      <dgm:spPr/>
    </dgm:pt>
    <dgm:pt modelId="{0BCFA68D-5376-453B-88FC-2A14429F67CD}" type="pres">
      <dgm:prSet presAssocID="{783ACAAA-B271-49DA-90FF-5AFDD338190E}" presName="Name35" presStyleLbl="parChTrans1D4" presStyleIdx="7" presStyleCnt="8"/>
      <dgm:spPr/>
    </dgm:pt>
    <dgm:pt modelId="{48AF444B-DC61-4AA1-9F5E-7367925D7E9B}" type="pres">
      <dgm:prSet presAssocID="{A367853D-5620-43CD-ABD8-C0D70B702F99}" presName="hierRoot2" presStyleCnt="0">
        <dgm:presLayoutVars>
          <dgm:hierBranch val="init"/>
        </dgm:presLayoutVars>
      </dgm:prSet>
      <dgm:spPr/>
    </dgm:pt>
    <dgm:pt modelId="{02D8127F-6F24-4721-88CD-1333B0B90857}" type="pres">
      <dgm:prSet presAssocID="{A367853D-5620-43CD-ABD8-C0D70B702F99}" presName="rootComposite" presStyleCnt="0"/>
      <dgm:spPr/>
    </dgm:pt>
    <dgm:pt modelId="{6800F5DE-6457-4352-9F01-1509927B16D0}" type="pres">
      <dgm:prSet presAssocID="{A367853D-5620-43CD-ABD8-C0D70B702F99}" presName="rootText" presStyleLbl="node4" presStyleIdx="7" presStyleCnt="8" custScaleX="50234" custScaleY="44013" custLinFactNeighborX="406" custLinFactNeighborY="-14291">
        <dgm:presLayoutVars>
          <dgm:chPref val="3"/>
        </dgm:presLayoutVars>
      </dgm:prSet>
      <dgm:spPr/>
    </dgm:pt>
    <dgm:pt modelId="{7F8519EA-B917-4868-86E5-A8C9B3D96D3D}" type="pres">
      <dgm:prSet presAssocID="{A367853D-5620-43CD-ABD8-C0D70B702F99}" presName="rootConnector" presStyleCnt="0"/>
      <dgm:spPr/>
    </dgm:pt>
    <dgm:pt modelId="{DB644A05-E6E1-4FDD-8715-465DCBAC9CBB}" type="pres">
      <dgm:prSet presAssocID="{A367853D-5620-43CD-ABD8-C0D70B702F99}" presName="hierChild4" presStyleCnt="0"/>
      <dgm:spPr/>
    </dgm:pt>
    <dgm:pt modelId="{4A338B79-C4A0-4A8E-A3A7-2F5CD479DD5C}" type="pres">
      <dgm:prSet presAssocID="{A367853D-5620-43CD-ABD8-C0D70B702F99}" presName="hierChild5" presStyleCnt="0"/>
      <dgm:spPr/>
    </dgm:pt>
    <dgm:pt modelId="{BFA8F444-0338-4514-959F-BBC62E8EED6D}" type="pres">
      <dgm:prSet presAssocID="{71E05E60-990D-4960-8C5B-489D4F0A3984}" presName="hierChild5" presStyleCnt="0"/>
      <dgm:spPr/>
    </dgm:pt>
    <dgm:pt modelId="{AD07532C-473D-4190-89BC-2B75718AD17B}" type="pres">
      <dgm:prSet presAssocID="{2F78B720-D17D-43C2-ACA2-BD60725DDD74}" presName="hierChild5" presStyleCnt="0"/>
      <dgm:spPr/>
    </dgm:pt>
    <dgm:pt modelId="{1E7F4695-99F2-4380-A719-B6FE40167899}" type="pres">
      <dgm:prSet presAssocID="{F2872F85-FEC3-4203-BD32-2CFE237E44D5}" presName="hierChild5" presStyleCnt="0"/>
      <dgm:spPr/>
    </dgm:pt>
    <dgm:pt modelId="{3A6A9D21-35F6-4C93-9221-87023F84FD1C}" type="pres">
      <dgm:prSet presAssocID="{02B6216B-6016-417A-B5BF-F8EC575A1E2E}" presName="hierChild3" presStyleCnt="0"/>
      <dgm:spPr/>
    </dgm:pt>
  </dgm:ptLst>
  <dgm:cxnLst>
    <dgm:cxn modelId="{9A91D1E2-2C11-4562-B553-C6234127B321}" srcId="{F98BD3C3-12FE-4ED6-B4D7-1C4E3A920C18}" destId="{02B6216B-6016-417A-B5BF-F8EC575A1E2E}" srcOrd="0" destOrd="0" parTransId="{7F5DDBE6-232A-4FED-92F8-5053A0AB9972}" sibTransId="{0B6AD872-3416-468F-88B0-B5A502993A43}"/>
    <dgm:cxn modelId="{24E99F4F-1F4F-411E-B7CF-DBEE17B44914}" srcId="{02B6216B-6016-417A-B5BF-F8EC575A1E2E}" destId="{FADA968B-3DA5-426F-B33F-B94EC6790F7A}" srcOrd="0" destOrd="0" parTransId="{073B52A3-7B90-4DA1-8701-94ABAD3FB799}" sibTransId="{62761310-21CE-4AFB-87D0-B88230A32F27}"/>
    <dgm:cxn modelId="{D6A258D3-8B51-4E1C-899E-80DEE75E2B93}" srcId="{FADA968B-3DA5-426F-B33F-B94EC6790F7A}" destId="{969A8555-8708-4665-9109-8666689B1F3C}" srcOrd="0" destOrd="0" parTransId="{61FCEE3E-C314-4632-94C2-2D723C6BD5A1}" sibTransId="{39696B9D-1E76-475B-811B-FED8BDEB49C6}"/>
    <dgm:cxn modelId="{8ABD264A-F77E-4881-8A67-DF79DAE0E985}" srcId="{969A8555-8708-4665-9109-8666689B1F3C}" destId="{6D05C1F6-EA4B-4039-B64D-76B4EBB89D48}" srcOrd="0" destOrd="0" parTransId="{81B035FF-352B-4A0F-B995-81D0F91358A8}" sibTransId="{14DB297D-0675-4617-B8BE-66E053B6ACF3}"/>
    <dgm:cxn modelId="{E7AA1705-5BCF-46AC-9979-4F0E8659CCAF}" srcId="{6D05C1F6-EA4B-4039-B64D-76B4EBB89D48}" destId="{D9F4F50A-F9C2-4D2B-9D0A-F251D4677584}" srcOrd="0" destOrd="0" parTransId="{27A65A64-D74B-4743-ADC4-78F4B3AC594E}" sibTransId="{34374C2C-8BB4-46E5-93A4-08C7583C6866}"/>
    <dgm:cxn modelId="{F801DE83-265A-4A32-BB97-45AEA6993A42}" srcId="{FADA968B-3DA5-426F-B33F-B94EC6790F7A}" destId="{F7D6A8E8-CC0E-473E-BA7A-0EC2431F453B}" srcOrd="1" destOrd="0" parTransId="{3C3C00B8-5194-42C2-B413-C3D12579C406}" sibTransId="{681345EA-7CE8-4BE4-B8FD-A2125502C98F}"/>
    <dgm:cxn modelId="{D0D73856-0324-435E-BFCF-F6C0F2B7EB0E}" srcId="{F7D6A8E8-CC0E-473E-BA7A-0EC2431F453B}" destId="{3FE35CB2-DE63-4F2C-B02C-73D6B0B45EF9}" srcOrd="0" destOrd="1" parTransId="{D1D32D2B-E583-45FF-9926-B9F49721FCBA}" sibTransId="{787C9BDE-E7B0-4CBB-8B2B-1C75FCA359FC}"/>
    <dgm:cxn modelId="{8BEEF583-DBE2-4835-A3BB-FA52CC0C82A1}" srcId="{3FE35CB2-DE63-4F2C-B02C-73D6B0B45EF9}" destId="{F2CEF8AB-F690-4153-95CC-4598DEE3F01E}" srcOrd="0" destOrd="0" parTransId="{1CB7EFB8-A958-436B-8E48-DEC14A2DE2D8}" sibTransId="{9755A4BA-73FA-4D64-8D78-08E79FBA089F}"/>
    <dgm:cxn modelId="{6B9B6337-A969-48EE-B2AE-EDFCD9DC6981}" srcId="{FADA968B-3DA5-426F-B33F-B94EC6790F7A}" destId="{BB511522-409B-423D-8AE9-EA4760811938}" srcOrd="2" destOrd="0" parTransId="{6ECF0E6A-2709-49CA-A8F0-49A1CA61BFF4}" sibTransId="{23031676-DD4D-4BBC-811E-64ED5813129A}"/>
    <dgm:cxn modelId="{8B9D52BD-0888-4BF0-872F-7D15CE4D194E}" srcId="{BB511522-409B-423D-8AE9-EA4760811938}" destId="{64AE797A-B36F-456E-99E4-6C85CC186647}" srcOrd="0" destOrd="2" parTransId="{A63BCD94-F69D-4034-81DF-FC7D9BD8EFD3}" sibTransId="{8CFC9C95-E2AC-4118-B3D8-0FA937A942D0}"/>
    <dgm:cxn modelId="{3CD3662F-AD42-41C6-A453-FAC0BAD8D435}" srcId="{64AE797A-B36F-456E-99E4-6C85CC186647}" destId="{C6EFD389-3580-41CE-A864-C5D7192F991C}" srcOrd="0" destOrd="0" parTransId="{5EF4274D-8EFB-455B-80C3-33CE38B42840}" sibTransId="{5D92A7DB-41C1-48FA-89CE-C31E3B20FA90}"/>
    <dgm:cxn modelId="{7F840575-ADB5-44ED-8624-2DE6B624B1A4}" srcId="{02B6216B-6016-417A-B5BF-F8EC575A1E2E}" destId="{B02DF1C6-EC96-41F2-B184-EDDCFE560406}" srcOrd="1" destOrd="0" parTransId="{7C2ED8FE-241D-4F6F-899B-4EC3BE10324F}" sibTransId="{FB013444-4559-44F7-BF0C-F7B915687C0D}"/>
    <dgm:cxn modelId="{8F8B7905-F7F1-443E-94F1-6507FDE3977F}" srcId="{02B6216B-6016-417A-B5BF-F8EC575A1E2E}" destId="{F2872F85-FEC3-4203-BD32-2CFE237E44D5}" srcOrd="2" destOrd="0" parTransId="{7975F9A4-9097-473A-8DD8-2495E6D3F9DA}" sibTransId="{5435D891-11C5-4250-9BDA-613014288874}"/>
    <dgm:cxn modelId="{5BA0BA98-64FC-4B33-9349-AC3C93698063}" srcId="{F2872F85-FEC3-4203-BD32-2CFE237E44D5}" destId="{2F78B720-D17D-43C2-ACA2-BD60725DDD74}" srcOrd="0" destOrd="2" parTransId="{9336EE9F-1014-42B9-B53B-1C189C0210FB}" sibTransId="{D01898CF-A78D-4C22-8203-5487C20724CD}"/>
    <dgm:cxn modelId="{D80820DE-7151-4388-8728-021489B19676}" srcId="{2F78B720-D17D-43C2-ACA2-BD60725DDD74}" destId="{71E05E60-990D-4960-8C5B-489D4F0A3984}" srcOrd="0" destOrd="0" parTransId="{B9B5E0F1-FC26-4251-BCDF-3737AFD94BD6}" sibTransId="{1B48DFAE-D315-4A35-98ED-5500FE064EEF}"/>
    <dgm:cxn modelId="{BF7486FA-D4DD-4B09-9D5F-348DF4C1B6EE}" srcId="{71E05E60-990D-4960-8C5B-489D4F0A3984}" destId="{A367853D-5620-43CD-ABD8-C0D70B702F99}" srcOrd="0" destOrd="0" parTransId="{783ACAAA-B271-49DA-90FF-5AFDD338190E}" sibTransId="{0D80D2CC-6540-427E-B9BB-61A2743E6326}"/>
    <dgm:cxn modelId="{3748EE8A-9F90-43D2-83D6-3C44323A9E62}" type="presOf" srcId="{F98BD3C3-12FE-4ED6-B4D7-1C4E3A920C18}" destId="{2BB555F4-2EB1-4874-A57C-87AB9D4A32CF}" srcOrd="0" destOrd="0" presId="urn:microsoft.com/office/officeart/2005/8/layout/orgChart1"/>
    <dgm:cxn modelId="{0A26CD30-5AF6-4A0D-9467-9661E12438CB}" type="presParOf" srcId="{2BB555F4-2EB1-4874-A57C-87AB9D4A32CF}" destId="{4A874AFD-1D9F-48D3-8647-289CA852BCC8}" srcOrd="0" destOrd="0" presId="urn:microsoft.com/office/officeart/2005/8/layout/orgChart1"/>
    <dgm:cxn modelId="{D7C64F74-07C7-4BF7-BAFC-037A41F9FEF1}" type="presParOf" srcId="{4A874AFD-1D9F-48D3-8647-289CA852BCC8}" destId="{0BBCFB4A-A9B1-43B2-B91F-EEDF4A67BB7B}" srcOrd="0" destOrd="0" presId="urn:microsoft.com/office/officeart/2005/8/layout/orgChart1"/>
    <dgm:cxn modelId="{CF37B3F5-D414-4823-8650-121759FF496F}" type="presOf" srcId="{02B6216B-6016-417A-B5BF-F8EC575A1E2E}" destId="{0BBCFB4A-A9B1-43B2-B91F-EEDF4A67BB7B}" srcOrd="0" destOrd="0" presId="urn:microsoft.com/office/officeart/2005/8/layout/orgChart1"/>
    <dgm:cxn modelId="{416A6605-5912-4EEF-A136-3349631DBF0D}" type="presParOf" srcId="{0BBCFB4A-A9B1-43B2-B91F-EEDF4A67BB7B}" destId="{2EBDAE14-5555-40C3-A121-18E3103F8B93}" srcOrd="0" destOrd="0" presId="urn:microsoft.com/office/officeart/2005/8/layout/orgChart1"/>
    <dgm:cxn modelId="{B0E02B92-EAA2-4BB1-BE41-245C31963A4F}" type="presOf" srcId="{02B6216B-6016-417A-B5BF-F8EC575A1E2E}" destId="{2EBDAE14-5555-40C3-A121-18E3103F8B93}" srcOrd="0" destOrd="0" presId="urn:microsoft.com/office/officeart/2005/8/layout/orgChart1"/>
    <dgm:cxn modelId="{F674FC55-E220-4B1A-A03C-046D67678279}" type="presParOf" srcId="{0BBCFB4A-A9B1-43B2-B91F-EEDF4A67BB7B}" destId="{896469EA-C7EE-4CBB-985B-D2AC74E3D784}" srcOrd="1" destOrd="0" presId="urn:microsoft.com/office/officeart/2005/8/layout/orgChart1"/>
    <dgm:cxn modelId="{28A9404C-03EF-4A4A-A2C2-75D70BF9BAD4}" type="presOf" srcId="{02B6216B-6016-417A-B5BF-F8EC575A1E2E}" destId="{896469EA-C7EE-4CBB-985B-D2AC74E3D784}" srcOrd="0" destOrd="0" presId="urn:microsoft.com/office/officeart/2005/8/layout/orgChart1"/>
    <dgm:cxn modelId="{C52090D5-A8B4-4A05-864E-71C1435FD2A3}" type="presParOf" srcId="{4A874AFD-1D9F-48D3-8647-289CA852BCC8}" destId="{78BAAF45-CEB4-499F-9939-1F0EA12AD81F}" srcOrd="1" destOrd="0" presId="urn:microsoft.com/office/officeart/2005/8/layout/orgChart1"/>
    <dgm:cxn modelId="{7349AF67-A5BA-4D37-9B3B-7B2024A790DF}" type="presParOf" srcId="{78BAAF45-CEB4-499F-9939-1F0EA12AD81F}" destId="{1BC8CEF0-BE69-4685-8698-3F3A2F307511}" srcOrd="0" destOrd="1" presId="urn:microsoft.com/office/officeart/2005/8/layout/orgChart1"/>
    <dgm:cxn modelId="{8DEBD531-56A9-4F38-B69A-1FBA38EB212A}" type="presOf" srcId="{073B52A3-7B90-4DA1-8701-94ABAD3FB799}" destId="{1BC8CEF0-BE69-4685-8698-3F3A2F307511}" srcOrd="0" destOrd="0" presId="urn:microsoft.com/office/officeart/2005/8/layout/orgChart1"/>
    <dgm:cxn modelId="{5C3D9B92-2B8A-4F9C-BE5A-624430E41C72}" type="presParOf" srcId="{78BAAF45-CEB4-499F-9939-1F0EA12AD81F}" destId="{DD634C88-E3B3-4A09-9D8B-82908156C96C}" srcOrd="1" destOrd="1" presId="urn:microsoft.com/office/officeart/2005/8/layout/orgChart1"/>
    <dgm:cxn modelId="{3998FE77-5966-4191-B9C8-68DAB0D494E0}" type="presParOf" srcId="{DD634C88-E3B3-4A09-9D8B-82908156C96C}" destId="{AE800836-C8A1-46BE-BF1A-6447BFC981E8}" srcOrd="0" destOrd="1" presId="urn:microsoft.com/office/officeart/2005/8/layout/orgChart1"/>
    <dgm:cxn modelId="{04547D43-85D8-4BB8-A51A-47658D639F11}" type="presOf" srcId="{FADA968B-3DA5-426F-B33F-B94EC6790F7A}" destId="{AE800836-C8A1-46BE-BF1A-6447BFC981E8}" srcOrd="0" destOrd="0" presId="urn:microsoft.com/office/officeart/2005/8/layout/orgChart1"/>
    <dgm:cxn modelId="{BC8AC918-AA67-4E58-A269-5A74C427314C}" type="presParOf" srcId="{AE800836-C8A1-46BE-BF1A-6447BFC981E8}" destId="{ED382D67-23C8-44B1-B5E3-E533CBDA4465}" srcOrd="0" destOrd="0" presId="urn:microsoft.com/office/officeart/2005/8/layout/orgChart1"/>
    <dgm:cxn modelId="{F7BE1564-0E95-4862-AC19-7ACA446BFE4B}" type="presOf" srcId="{FADA968B-3DA5-426F-B33F-B94EC6790F7A}" destId="{ED382D67-23C8-44B1-B5E3-E533CBDA4465}" srcOrd="0" destOrd="0" presId="urn:microsoft.com/office/officeart/2005/8/layout/orgChart1"/>
    <dgm:cxn modelId="{7677C631-ACF5-48EF-86EA-2C2B754BA7CC}" type="presParOf" srcId="{AE800836-C8A1-46BE-BF1A-6447BFC981E8}" destId="{1AD4311A-6169-4D02-B8B5-3A0D9904596F}" srcOrd="1" destOrd="0" presId="urn:microsoft.com/office/officeart/2005/8/layout/orgChart1"/>
    <dgm:cxn modelId="{A22E7566-E201-4BEE-89E1-56381608729F}" type="presOf" srcId="{FADA968B-3DA5-426F-B33F-B94EC6790F7A}" destId="{1AD4311A-6169-4D02-B8B5-3A0D9904596F}" srcOrd="0" destOrd="0" presId="urn:microsoft.com/office/officeart/2005/8/layout/orgChart1"/>
    <dgm:cxn modelId="{3386E5E5-0F2A-4853-90CB-C16E28F2C47E}" type="presParOf" srcId="{DD634C88-E3B3-4A09-9D8B-82908156C96C}" destId="{2F11EF7D-D519-43EA-964E-1E145FAAB111}" srcOrd="1" destOrd="1" presId="urn:microsoft.com/office/officeart/2005/8/layout/orgChart1"/>
    <dgm:cxn modelId="{500B2851-D4AC-4EF7-A740-473E760F2410}" type="presParOf" srcId="{2F11EF7D-D519-43EA-964E-1E145FAAB111}" destId="{C278FD77-3D9D-4906-8FF4-571911A50A79}" srcOrd="0" destOrd="1" presId="urn:microsoft.com/office/officeart/2005/8/layout/orgChart1"/>
    <dgm:cxn modelId="{B8F7CD65-EEE8-4DB5-ADDD-02FFC26A0E73}" type="presOf" srcId="{61FCEE3E-C314-4632-94C2-2D723C6BD5A1}" destId="{C278FD77-3D9D-4906-8FF4-571911A50A79}" srcOrd="0" destOrd="0" presId="urn:microsoft.com/office/officeart/2005/8/layout/orgChart1"/>
    <dgm:cxn modelId="{63040956-5316-4EA8-944E-AA15D2F0B1C7}" type="presParOf" srcId="{2F11EF7D-D519-43EA-964E-1E145FAAB111}" destId="{6E38ECC5-1739-4DA2-8BDD-8B76B8C73B5E}" srcOrd="1" destOrd="1" presId="urn:microsoft.com/office/officeart/2005/8/layout/orgChart1"/>
    <dgm:cxn modelId="{D679DFD5-9E05-4E64-B52C-AC6D48538D4D}" type="presParOf" srcId="{6E38ECC5-1739-4DA2-8BDD-8B76B8C73B5E}" destId="{E8818279-724A-4719-BB22-2BD158ABE044}" srcOrd="0" destOrd="1" presId="urn:microsoft.com/office/officeart/2005/8/layout/orgChart1"/>
    <dgm:cxn modelId="{93BAD93F-B0B6-4906-B879-3681909DF3AC}" type="presOf" srcId="{969A8555-8708-4665-9109-8666689B1F3C}" destId="{E8818279-724A-4719-BB22-2BD158ABE044}" srcOrd="0" destOrd="0" presId="urn:microsoft.com/office/officeart/2005/8/layout/orgChart1"/>
    <dgm:cxn modelId="{B3BE7CF9-68C3-45DE-BAD5-8BA7FF21EE6A}" type="presParOf" srcId="{E8818279-724A-4719-BB22-2BD158ABE044}" destId="{CC1E64DC-D5D1-4E70-A4D6-309CF6F54F54}" srcOrd="0" destOrd="0" presId="urn:microsoft.com/office/officeart/2005/8/layout/orgChart1"/>
    <dgm:cxn modelId="{91E0411D-6A02-4374-9BDF-DB393FDEC210}" type="presOf" srcId="{969A8555-8708-4665-9109-8666689B1F3C}" destId="{CC1E64DC-D5D1-4E70-A4D6-309CF6F54F54}" srcOrd="0" destOrd="0" presId="urn:microsoft.com/office/officeart/2005/8/layout/orgChart1"/>
    <dgm:cxn modelId="{95655F30-7033-4C3C-96B1-35B642C1C630}" type="presParOf" srcId="{E8818279-724A-4719-BB22-2BD158ABE044}" destId="{B542E765-C2C7-4FEC-BF0F-7159CF0AC1D2}" srcOrd="1" destOrd="0" presId="urn:microsoft.com/office/officeart/2005/8/layout/orgChart1"/>
    <dgm:cxn modelId="{ECD94CBA-5367-4D1A-B7DC-3FBA959F8D1E}" type="presOf" srcId="{969A8555-8708-4665-9109-8666689B1F3C}" destId="{B542E765-C2C7-4FEC-BF0F-7159CF0AC1D2}" srcOrd="0" destOrd="0" presId="urn:microsoft.com/office/officeart/2005/8/layout/orgChart1"/>
    <dgm:cxn modelId="{2D1B85D0-B875-41A1-817D-15F34EFBD1E8}" type="presParOf" srcId="{6E38ECC5-1739-4DA2-8BDD-8B76B8C73B5E}" destId="{AA14A01F-6C6D-4872-B5C3-32DA14C068CF}" srcOrd="1" destOrd="1" presId="urn:microsoft.com/office/officeart/2005/8/layout/orgChart1"/>
    <dgm:cxn modelId="{400EF002-05C9-487B-8D8D-D5BEDB354DCB}" type="presParOf" srcId="{AA14A01F-6C6D-4872-B5C3-32DA14C068CF}" destId="{FD5CE9E2-567D-4E01-909D-5608ADBB3073}" srcOrd="0" destOrd="1" presId="urn:microsoft.com/office/officeart/2005/8/layout/orgChart1"/>
    <dgm:cxn modelId="{AEBBF295-254F-474C-9789-CF47E86DB481}" type="presOf" srcId="{81B035FF-352B-4A0F-B995-81D0F91358A8}" destId="{FD5CE9E2-567D-4E01-909D-5608ADBB3073}" srcOrd="0" destOrd="0" presId="urn:microsoft.com/office/officeart/2005/8/layout/orgChart1"/>
    <dgm:cxn modelId="{113A46BC-23D0-4753-A161-61776B885983}" type="presParOf" srcId="{AA14A01F-6C6D-4872-B5C3-32DA14C068CF}" destId="{F7DF0085-2FE7-42FD-B16C-89A39A6485E4}" srcOrd="1" destOrd="1" presId="urn:microsoft.com/office/officeart/2005/8/layout/orgChart1"/>
    <dgm:cxn modelId="{4E271134-3C34-46D6-8909-1BCF3F91AA42}" type="presParOf" srcId="{F7DF0085-2FE7-42FD-B16C-89A39A6485E4}" destId="{025DCA2D-1B7D-496F-BA6D-E020E43F14AA}" srcOrd="0" destOrd="1" presId="urn:microsoft.com/office/officeart/2005/8/layout/orgChart1"/>
    <dgm:cxn modelId="{2D5CBF75-1A39-4AFE-AAA7-BE92CF6D2A13}" type="presOf" srcId="{6D05C1F6-EA4B-4039-B64D-76B4EBB89D48}" destId="{025DCA2D-1B7D-496F-BA6D-E020E43F14AA}" srcOrd="0" destOrd="0" presId="urn:microsoft.com/office/officeart/2005/8/layout/orgChart1"/>
    <dgm:cxn modelId="{F7E534DB-242A-49ED-BA9C-E95342D9030B}" type="presParOf" srcId="{025DCA2D-1B7D-496F-BA6D-E020E43F14AA}" destId="{5E3C6659-E171-405B-84AF-884F167B7495}" srcOrd="0" destOrd="0" presId="urn:microsoft.com/office/officeart/2005/8/layout/orgChart1"/>
    <dgm:cxn modelId="{428803EC-E296-4F90-BF78-337F434AE670}" type="presOf" srcId="{6D05C1F6-EA4B-4039-B64D-76B4EBB89D48}" destId="{5E3C6659-E171-405B-84AF-884F167B7495}" srcOrd="0" destOrd="0" presId="urn:microsoft.com/office/officeart/2005/8/layout/orgChart1"/>
    <dgm:cxn modelId="{F5D524EA-404F-4527-BE41-7502CF917E35}" type="presParOf" srcId="{025DCA2D-1B7D-496F-BA6D-E020E43F14AA}" destId="{169DE1DD-0678-4E53-B31C-1CC7C3749819}" srcOrd="1" destOrd="0" presId="urn:microsoft.com/office/officeart/2005/8/layout/orgChart1"/>
    <dgm:cxn modelId="{D7627881-73B3-4C9B-BCCF-40F87C671489}" type="presOf" srcId="{6D05C1F6-EA4B-4039-B64D-76B4EBB89D48}" destId="{169DE1DD-0678-4E53-B31C-1CC7C3749819}" srcOrd="0" destOrd="0" presId="urn:microsoft.com/office/officeart/2005/8/layout/orgChart1"/>
    <dgm:cxn modelId="{B59B451B-5F12-4069-9FA0-8DFF400B0B5A}" type="presParOf" srcId="{F7DF0085-2FE7-42FD-B16C-89A39A6485E4}" destId="{94FD3B1D-944F-47AA-9F9D-E516973A9D28}" srcOrd="1" destOrd="1" presId="urn:microsoft.com/office/officeart/2005/8/layout/orgChart1"/>
    <dgm:cxn modelId="{D2A20CE2-63FC-4103-A9E7-BB786727A2C5}" type="presParOf" srcId="{94FD3B1D-944F-47AA-9F9D-E516973A9D28}" destId="{45A598AD-E9BA-45B0-92E1-6C9F03ADA5B8}" srcOrd="0" destOrd="1" presId="urn:microsoft.com/office/officeart/2005/8/layout/orgChart1"/>
    <dgm:cxn modelId="{3A1B20C5-6E57-4ED4-A936-12A16614E701}" type="presOf" srcId="{27A65A64-D74B-4743-ADC4-78F4B3AC594E}" destId="{45A598AD-E9BA-45B0-92E1-6C9F03ADA5B8}" srcOrd="0" destOrd="0" presId="urn:microsoft.com/office/officeart/2005/8/layout/orgChart1"/>
    <dgm:cxn modelId="{DB33A3A0-31FC-4249-95B4-25197AA783FE}" type="presParOf" srcId="{94FD3B1D-944F-47AA-9F9D-E516973A9D28}" destId="{0C64B2BF-8FCD-4D07-B642-2293B9830165}" srcOrd="1" destOrd="1" presId="urn:microsoft.com/office/officeart/2005/8/layout/orgChart1"/>
    <dgm:cxn modelId="{99CF56FD-382F-40EE-8503-22414417404F}" type="presParOf" srcId="{0C64B2BF-8FCD-4D07-B642-2293B9830165}" destId="{1B4A56BA-D1CE-466D-A057-39497BFDD807}" srcOrd="0" destOrd="1" presId="urn:microsoft.com/office/officeart/2005/8/layout/orgChart1"/>
    <dgm:cxn modelId="{9C8FA192-B084-41F8-AE86-9F1F7A093C07}" type="presOf" srcId="{D9F4F50A-F9C2-4D2B-9D0A-F251D4677584}" destId="{1B4A56BA-D1CE-466D-A057-39497BFDD807}" srcOrd="0" destOrd="0" presId="urn:microsoft.com/office/officeart/2005/8/layout/orgChart1"/>
    <dgm:cxn modelId="{27F73D0C-6440-4420-A5B9-F62A84976BE9}" type="presParOf" srcId="{1B4A56BA-D1CE-466D-A057-39497BFDD807}" destId="{4F7501BF-CB6C-4769-A77C-D285117C0F74}" srcOrd="0" destOrd="0" presId="urn:microsoft.com/office/officeart/2005/8/layout/orgChart1"/>
    <dgm:cxn modelId="{503E50BD-4540-43D6-8489-D573AD7BB146}" type="presOf" srcId="{D9F4F50A-F9C2-4D2B-9D0A-F251D4677584}" destId="{4F7501BF-CB6C-4769-A77C-D285117C0F74}" srcOrd="0" destOrd="0" presId="urn:microsoft.com/office/officeart/2005/8/layout/orgChart1"/>
    <dgm:cxn modelId="{67B98FE6-0CA9-4E64-9263-7C44007974DC}" type="presParOf" srcId="{1B4A56BA-D1CE-466D-A057-39497BFDD807}" destId="{24E49A43-076E-4663-BFCC-DC1F894373EA}" srcOrd="1" destOrd="0" presId="urn:microsoft.com/office/officeart/2005/8/layout/orgChart1"/>
    <dgm:cxn modelId="{60780691-A299-4573-93CE-EF2C3B7C2BD8}" type="presOf" srcId="{D9F4F50A-F9C2-4D2B-9D0A-F251D4677584}" destId="{24E49A43-076E-4663-BFCC-DC1F894373EA}" srcOrd="0" destOrd="0" presId="urn:microsoft.com/office/officeart/2005/8/layout/orgChart1"/>
    <dgm:cxn modelId="{EE2870A2-426B-4DB0-AD5F-7D15DCF351C1}" type="presParOf" srcId="{0C64B2BF-8FCD-4D07-B642-2293B9830165}" destId="{D81D9747-4A48-42D5-91C5-B7DA5D68F714}" srcOrd="1" destOrd="1" presId="urn:microsoft.com/office/officeart/2005/8/layout/orgChart1"/>
    <dgm:cxn modelId="{1AD25B87-0923-40C3-A0F0-B69CC144EAA9}" type="presParOf" srcId="{0C64B2BF-8FCD-4D07-B642-2293B9830165}" destId="{C93B4BE5-3709-45CC-81AA-CF30E36482F4}" srcOrd="2" destOrd="1" presId="urn:microsoft.com/office/officeart/2005/8/layout/orgChart1"/>
    <dgm:cxn modelId="{790CA127-6DA7-4DB9-ADD5-F7B0214158E6}" type="presParOf" srcId="{F7DF0085-2FE7-42FD-B16C-89A39A6485E4}" destId="{6A89C9C1-3853-42FC-B144-419C0126A702}" srcOrd="2" destOrd="1" presId="urn:microsoft.com/office/officeart/2005/8/layout/orgChart1"/>
    <dgm:cxn modelId="{DF77C78A-16B5-4AE3-B682-02D085C78E92}" type="presParOf" srcId="{6E38ECC5-1739-4DA2-8BDD-8B76B8C73B5E}" destId="{3CF5755A-8C81-4CF3-BCE1-CE46676D3382}" srcOrd="2" destOrd="1" presId="urn:microsoft.com/office/officeart/2005/8/layout/orgChart1"/>
    <dgm:cxn modelId="{77F716B7-5CC6-4B66-A176-D6F502861B59}" type="presParOf" srcId="{2F11EF7D-D519-43EA-964E-1E145FAAB111}" destId="{51778AD2-36EC-46E1-93F9-851F1125989E}" srcOrd="2" destOrd="1" presId="urn:microsoft.com/office/officeart/2005/8/layout/orgChart1"/>
    <dgm:cxn modelId="{4E6F5D3C-FE8C-4C87-896B-477BB484EAFF}" type="presOf" srcId="{3C3C00B8-5194-42C2-B413-C3D12579C406}" destId="{51778AD2-36EC-46E1-93F9-851F1125989E}" srcOrd="0" destOrd="0" presId="urn:microsoft.com/office/officeart/2005/8/layout/orgChart1"/>
    <dgm:cxn modelId="{60B5C448-4616-46E0-936E-A681A81B5AE8}" type="presParOf" srcId="{2F11EF7D-D519-43EA-964E-1E145FAAB111}" destId="{3270E66A-B073-4E46-A065-B42FC4F403C2}" srcOrd="3" destOrd="1" presId="urn:microsoft.com/office/officeart/2005/8/layout/orgChart1"/>
    <dgm:cxn modelId="{8B5913EB-3004-48F1-9B46-A15493596F79}" type="presParOf" srcId="{3270E66A-B073-4E46-A065-B42FC4F403C2}" destId="{DDCABFAE-1C6A-4B66-8316-31C11C57F91E}" srcOrd="0" destOrd="3" presId="urn:microsoft.com/office/officeart/2005/8/layout/orgChart1"/>
    <dgm:cxn modelId="{89EB0665-BBF5-4406-AC3D-D61A04E9FDF6}" type="presOf" srcId="{F7D6A8E8-CC0E-473E-BA7A-0EC2431F453B}" destId="{DDCABFAE-1C6A-4B66-8316-31C11C57F91E}" srcOrd="0" destOrd="0" presId="urn:microsoft.com/office/officeart/2005/8/layout/orgChart1"/>
    <dgm:cxn modelId="{10A9EA84-43C1-4542-B08C-2366054E24A5}" type="presParOf" srcId="{DDCABFAE-1C6A-4B66-8316-31C11C57F91E}" destId="{15F278FC-48C0-4B5B-A159-82B42CACA5F3}" srcOrd="0" destOrd="0" presId="urn:microsoft.com/office/officeart/2005/8/layout/orgChart1"/>
    <dgm:cxn modelId="{6557EA08-309B-42BF-A17E-23D6B1B4B709}" type="presOf" srcId="{F7D6A8E8-CC0E-473E-BA7A-0EC2431F453B}" destId="{15F278FC-48C0-4B5B-A159-82B42CACA5F3}" srcOrd="0" destOrd="0" presId="urn:microsoft.com/office/officeart/2005/8/layout/orgChart1"/>
    <dgm:cxn modelId="{5B3EAB9F-B8A2-4B3E-ADD0-D4347174571E}" type="presParOf" srcId="{DDCABFAE-1C6A-4B66-8316-31C11C57F91E}" destId="{E3EE5F49-C87C-4862-8CF5-6CF929F31693}" srcOrd="1" destOrd="0" presId="urn:microsoft.com/office/officeart/2005/8/layout/orgChart1"/>
    <dgm:cxn modelId="{D001E71C-CCF4-4488-B94B-26E18E637B47}" type="presOf" srcId="{F7D6A8E8-CC0E-473E-BA7A-0EC2431F453B}" destId="{E3EE5F49-C87C-4862-8CF5-6CF929F31693}" srcOrd="0" destOrd="0" presId="urn:microsoft.com/office/officeart/2005/8/layout/orgChart1"/>
    <dgm:cxn modelId="{F7AEA69B-D930-4385-85D9-9896D5F150BF}" type="presParOf" srcId="{3270E66A-B073-4E46-A065-B42FC4F403C2}" destId="{2C89D9B4-6242-45C4-B1F1-792B8F1C29F3}" srcOrd="1" destOrd="3" presId="urn:microsoft.com/office/officeart/2005/8/layout/orgChart1"/>
    <dgm:cxn modelId="{E788CD1F-7CC2-460D-B5B2-C77F78231564}" type="presParOf" srcId="{2C89D9B4-6242-45C4-B1F1-792B8F1C29F3}" destId="{E9C97FA9-F9D9-4D26-8BF7-355F36BCE91E}" srcOrd="0" destOrd="1" presId="urn:microsoft.com/office/officeart/2005/8/layout/orgChart1"/>
    <dgm:cxn modelId="{C2F1BF09-BAB8-495A-8F9F-69BCCCB85261}" type="presOf" srcId="{D1D32D2B-E583-45FF-9926-B9F49721FCBA}" destId="{E9C97FA9-F9D9-4D26-8BF7-355F36BCE91E}" srcOrd="0" destOrd="0" presId="urn:microsoft.com/office/officeart/2005/8/layout/orgChart1"/>
    <dgm:cxn modelId="{B38BF482-BC63-4BD3-938F-10DD372E41BD}" type="presParOf" srcId="{2C89D9B4-6242-45C4-B1F1-792B8F1C29F3}" destId="{8D2BA86F-7207-41E5-9B31-96AAA4BA64B4}" srcOrd="1" destOrd="1" presId="urn:microsoft.com/office/officeart/2005/8/layout/orgChart1"/>
    <dgm:cxn modelId="{ACC70101-DDA2-4CA0-9794-007F4B54EC9C}" type="presParOf" srcId="{8D2BA86F-7207-41E5-9B31-96AAA4BA64B4}" destId="{017213A1-AC0E-43FD-B642-169BA7316518}" srcOrd="0" destOrd="1" presId="urn:microsoft.com/office/officeart/2005/8/layout/orgChart1"/>
    <dgm:cxn modelId="{FFE88DD3-6EBB-428E-8D25-63C0A99152FB}" type="presOf" srcId="{3FE35CB2-DE63-4F2C-B02C-73D6B0B45EF9}" destId="{017213A1-AC0E-43FD-B642-169BA7316518}" srcOrd="0" destOrd="0" presId="urn:microsoft.com/office/officeart/2005/8/layout/orgChart1"/>
    <dgm:cxn modelId="{95C2DDDF-0E20-4337-BD2A-2D2D822EC3AF}" type="presParOf" srcId="{017213A1-AC0E-43FD-B642-169BA7316518}" destId="{70263141-C328-498B-901C-37553FD9A21F}" srcOrd="0" destOrd="0" presId="urn:microsoft.com/office/officeart/2005/8/layout/orgChart1"/>
    <dgm:cxn modelId="{889B47A3-CAD9-4016-879B-104E75879057}" type="presOf" srcId="{3FE35CB2-DE63-4F2C-B02C-73D6B0B45EF9}" destId="{70263141-C328-498B-901C-37553FD9A21F}" srcOrd="0" destOrd="0" presId="urn:microsoft.com/office/officeart/2005/8/layout/orgChart1"/>
    <dgm:cxn modelId="{6F9889DE-79F9-4319-B48A-6AE7EA4CF976}" type="presParOf" srcId="{017213A1-AC0E-43FD-B642-169BA7316518}" destId="{9D6588CE-195D-49D9-B713-231BB781468B}" srcOrd="1" destOrd="0" presId="urn:microsoft.com/office/officeart/2005/8/layout/orgChart1"/>
    <dgm:cxn modelId="{F57B842A-C611-44AF-8376-FEC1DB062847}" type="presOf" srcId="{3FE35CB2-DE63-4F2C-B02C-73D6B0B45EF9}" destId="{9D6588CE-195D-49D9-B713-231BB781468B}" srcOrd="0" destOrd="0" presId="urn:microsoft.com/office/officeart/2005/8/layout/orgChart1"/>
    <dgm:cxn modelId="{29930CF6-6841-43F4-8E23-8002B6698C7F}" type="presParOf" srcId="{8D2BA86F-7207-41E5-9B31-96AAA4BA64B4}" destId="{BF4A332C-BA54-4B52-9B8A-F667E266253D}" srcOrd="1" destOrd="1" presId="urn:microsoft.com/office/officeart/2005/8/layout/orgChart1"/>
    <dgm:cxn modelId="{3CF96856-4898-456E-83A0-9E961A85A312}" type="presParOf" srcId="{BF4A332C-BA54-4B52-9B8A-F667E266253D}" destId="{FADFD336-8680-4F8E-A7DE-53CC1777D35B}" srcOrd="0" destOrd="1" presId="urn:microsoft.com/office/officeart/2005/8/layout/orgChart1"/>
    <dgm:cxn modelId="{FBD15EED-2924-4848-B1E0-D6D63B505C72}" type="presOf" srcId="{1CB7EFB8-A958-436B-8E48-DEC14A2DE2D8}" destId="{FADFD336-8680-4F8E-A7DE-53CC1777D35B}" srcOrd="0" destOrd="0" presId="urn:microsoft.com/office/officeart/2005/8/layout/orgChart1"/>
    <dgm:cxn modelId="{6EC83EC0-983D-409C-8886-B88276BC502E}" type="presParOf" srcId="{BF4A332C-BA54-4B52-9B8A-F667E266253D}" destId="{CD28D16E-E2D5-4298-A2C6-5F75D2977998}" srcOrd="1" destOrd="1" presId="urn:microsoft.com/office/officeart/2005/8/layout/orgChart1"/>
    <dgm:cxn modelId="{2AA5D276-7933-4A11-A058-2984FEA1C132}" type="presParOf" srcId="{CD28D16E-E2D5-4298-A2C6-5F75D2977998}" destId="{08BF7C32-B527-46A3-9422-8C1773FE7563}" srcOrd="0" destOrd="1" presId="urn:microsoft.com/office/officeart/2005/8/layout/orgChart1"/>
    <dgm:cxn modelId="{79DF4CDD-594F-4F1C-86BE-930492AC459A}" type="presOf" srcId="{F2CEF8AB-F690-4153-95CC-4598DEE3F01E}" destId="{08BF7C32-B527-46A3-9422-8C1773FE7563}" srcOrd="0" destOrd="0" presId="urn:microsoft.com/office/officeart/2005/8/layout/orgChart1"/>
    <dgm:cxn modelId="{5461773C-BF74-4EBD-9C08-051BE5C9A630}" type="presParOf" srcId="{08BF7C32-B527-46A3-9422-8C1773FE7563}" destId="{F0951A92-64B4-43B2-B241-CAE3DE2D893E}" srcOrd="0" destOrd="0" presId="urn:microsoft.com/office/officeart/2005/8/layout/orgChart1"/>
    <dgm:cxn modelId="{1A38F7A9-BFB9-4C4E-BAE0-57F9C4CFF6CA}" type="presOf" srcId="{F2CEF8AB-F690-4153-95CC-4598DEE3F01E}" destId="{F0951A92-64B4-43B2-B241-CAE3DE2D893E}" srcOrd="0" destOrd="0" presId="urn:microsoft.com/office/officeart/2005/8/layout/orgChart1"/>
    <dgm:cxn modelId="{FB2DDDED-4CFF-4E2F-860F-6F9860817897}" type="presParOf" srcId="{08BF7C32-B527-46A3-9422-8C1773FE7563}" destId="{CD708FFB-83BE-4EA9-86BD-64EEFC817937}" srcOrd="1" destOrd="0" presId="urn:microsoft.com/office/officeart/2005/8/layout/orgChart1"/>
    <dgm:cxn modelId="{E1C00348-13BF-40A5-B63C-6A60961E7194}" type="presOf" srcId="{F2CEF8AB-F690-4153-95CC-4598DEE3F01E}" destId="{CD708FFB-83BE-4EA9-86BD-64EEFC817937}" srcOrd="0" destOrd="0" presId="urn:microsoft.com/office/officeart/2005/8/layout/orgChart1"/>
    <dgm:cxn modelId="{88688834-BF56-461E-B900-04024C7FCD69}" type="presParOf" srcId="{CD28D16E-E2D5-4298-A2C6-5F75D2977998}" destId="{1A4985B2-D051-4176-900A-0213921FBDDA}" srcOrd="1" destOrd="1" presId="urn:microsoft.com/office/officeart/2005/8/layout/orgChart1"/>
    <dgm:cxn modelId="{CC11547B-AB27-480A-B921-B5264074867E}" type="presParOf" srcId="{CD28D16E-E2D5-4298-A2C6-5F75D2977998}" destId="{772E099C-EBAD-4AE0-B19A-8CEE2DD739C2}" srcOrd="2" destOrd="1" presId="urn:microsoft.com/office/officeart/2005/8/layout/orgChart1"/>
    <dgm:cxn modelId="{9411921F-AC3F-4D34-A990-099DFE244239}" type="presParOf" srcId="{8D2BA86F-7207-41E5-9B31-96AAA4BA64B4}" destId="{EE7E4749-74FA-4017-9D28-14E4EA7E067A}" srcOrd="2" destOrd="1" presId="urn:microsoft.com/office/officeart/2005/8/layout/orgChart1"/>
    <dgm:cxn modelId="{B982BA28-AA5B-4F63-B971-3607A110E3B9}" type="presParOf" srcId="{3270E66A-B073-4E46-A065-B42FC4F403C2}" destId="{298465C8-B183-463C-B591-2BEF9BDE3D44}" srcOrd="2" destOrd="3" presId="urn:microsoft.com/office/officeart/2005/8/layout/orgChart1"/>
    <dgm:cxn modelId="{A8CAE3BC-CE45-4CA0-9ECF-E2E351DBDC15}" type="presParOf" srcId="{2F11EF7D-D519-43EA-964E-1E145FAAB111}" destId="{3C86F034-E39D-4306-B630-A4474B701206}" srcOrd="4" destOrd="1" presId="urn:microsoft.com/office/officeart/2005/8/layout/orgChart1"/>
    <dgm:cxn modelId="{36F2ED2D-C3BA-4E94-802B-0A4DAB6DDBE5}" type="presOf" srcId="{6ECF0E6A-2709-49CA-A8F0-49A1CA61BFF4}" destId="{3C86F034-E39D-4306-B630-A4474B701206}" srcOrd="0" destOrd="0" presId="urn:microsoft.com/office/officeart/2005/8/layout/orgChart1"/>
    <dgm:cxn modelId="{1582564C-C8F6-43FB-A692-018D6EC22262}" type="presParOf" srcId="{2F11EF7D-D519-43EA-964E-1E145FAAB111}" destId="{F911FE4A-B0BD-41F5-8374-018AD44BB9AB}" srcOrd="5" destOrd="1" presId="urn:microsoft.com/office/officeart/2005/8/layout/orgChart1"/>
    <dgm:cxn modelId="{77C28F87-77EE-4AC0-8B48-BF7F489D8B4D}" type="presParOf" srcId="{F911FE4A-B0BD-41F5-8374-018AD44BB9AB}" destId="{3BCCA900-D901-45C7-B8C2-428747B0CF41}" srcOrd="0" destOrd="5" presId="urn:microsoft.com/office/officeart/2005/8/layout/orgChart1"/>
    <dgm:cxn modelId="{44E38242-307F-49B8-B9A5-6EA4D21A3934}" type="presOf" srcId="{BB511522-409B-423D-8AE9-EA4760811938}" destId="{3BCCA900-D901-45C7-B8C2-428747B0CF41}" srcOrd="0" destOrd="0" presId="urn:microsoft.com/office/officeart/2005/8/layout/orgChart1"/>
    <dgm:cxn modelId="{4B9D761B-A7BF-463A-BAE4-DC4F4D3F0078}" type="presParOf" srcId="{3BCCA900-D901-45C7-B8C2-428747B0CF41}" destId="{E782BA34-4329-48FC-8A80-0475FCCD986F}" srcOrd="0" destOrd="0" presId="urn:microsoft.com/office/officeart/2005/8/layout/orgChart1"/>
    <dgm:cxn modelId="{D23FDB93-3088-4A3B-9475-DC26B51642C5}" type="presOf" srcId="{BB511522-409B-423D-8AE9-EA4760811938}" destId="{E782BA34-4329-48FC-8A80-0475FCCD986F}" srcOrd="0" destOrd="0" presId="urn:microsoft.com/office/officeart/2005/8/layout/orgChart1"/>
    <dgm:cxn modelId="{42B8FB89-613B-4B5C-943A-F3B08215C53C}" type="presParOf" srcId="{3BCCA900-D901-45C7-B8C2-428747B0CF41}" destId="{D70EADF2-E9A0-404F-8BE2-816CF6508DB0}" srcOrd="1" destOrd="0" presId="urn:microsoft.com/office/officeart/2005/8/layout/orgChart1"/>
    <dgm:cxn modelId="{8483880E-37AF-47A1-A078-3642D66DC0BA}" type="presOf" srcId="{BB511522-409B-423D-8AE9-EA4760811938}" destId="{D70EADF2-E9A0-404F-8BE2-816CF6508DB0}" srcOrd="0" destOrd="0" presId="urn:microsoft.com/office/officeart/2005/8/layout/orgChart1"/>
    <dgm:cxn modelId="{1A3706E9-413C-4E11-BCDC-7F5CD59D319A}" type="presParOf" srcId="{F911FE4A-B0BD-41F5-8374-018AD44BB9AB}" destId="{FB699D42-A1F6-41F0-AA98-FC87CC2B303B}" srcOrd="1" destOrd="5" presId="urn:microsoft.com/office/officeart/2005/8/layout/orgChart1"/>
    <dgm:cxn modelId="{3AED8813-2DEC-424A-ABD4-2A8033DD4862}" type="presParOf" srcId="{FB699D42-A1F6-41F0-AA98-FC87CC2B303B}" destId="{3882A50A-5822-4FA4-B29B-B2517C30826A}" srcOrd="0" destOrd="1" presId="urn:microsoft.com/office/officeart/2005/8/layout/orgChart1"/>
    <dgm:cxn modelId="{07AE879F-A7F2-4906-B442-BDC9A92EE97B}" type="presOf" srcId="{A63BCD94-F69D-4034-81DF-FC7D9BD8EFD3}" destId="{3882A50A-5822-4FA4-B29B-B2517C30826A}" srcOrd="0" destOrd="0" presId="urn:microsoft.com/office/officeart/2005/8/layout/orgChart1"/>
    <dgm:cxn modelId="{90259C5F-9323-4022-996A-C95096A4B2BF}" type="presParOf" srcId="{FB699D42-A1F6-41F0-AA98-FC87CC2B303B}" destId="{5FEE37AE-626B-4472-828E-B510964A5ED8}" srcOrd="1" destOrd="1" presId="urn:microsoft.com/office/officeart/2005/8/layout/orgChart1"/>
    <dgm:cxn modelId="{4805AD20-E2BC-4373-88D8-61A4E3CA26E5}" type="presParOf" srcId="{5FEE37AE-626B-4472-828E-B510964A5ED8}" destId="{6516DB2B-0E76-4FC2-8B3E-236C3472DD11}" srcOrd="0" destOrd="1" presId="urn:microsoft.com/office/officeart/2005/8/layout/orgChart1"/>
    <dgm:cxn modelId="{ED47BC8D-45C2-4A1E-BF98-E8C2D8DE6851}" type="presOf" srcId="{64AE797A-B36F-456E-99E4-6C85CC186647}" destId="{6516DB2B-0E76-4FC2-8B3E-236C3472DD11}" srcOrd="0" destOrd="0" presId="urn:microsoft.com/office/officeart/2005/8/layout/orgChart1"/>
    <dgm:cxn modelId="{7C0B3558-051D-49FC-A612-834471B368E8}" type="presParOf" srcId="{6516DB2B-0E76-4FC2-8B3E-236C3472DD11}" destId="{54300E98-7405-4F1C-B9CF-7BD7A6A78ECA}" srcOrd="0" destOrd="0" presId="urn:microsoft.com/office/officeart/2005/8/layout/orgChart1"/>
    <dgm:cxn modelId="{41A22E78-3850-4945-AD8F-DFFBA944B763}" type="presOf" srcId="{64AE797A-B36F-456E-99E4-6C85CC186647}" destId="{54300E98-7405-4F1C-B9CF-7BD7A6A78ECA}" srcOrd="0" destOrd="0" presId="urn:microsoft.com/office/officeart/2005/8/layout/orgChart1"/>
    <dgm:cxn modelId="{CFAE42FF-44CB-44A2-84B4-321338D5A7A0}" type="presParOf" srcId="{6516DB2B-0E76-4FC2-8B3E-236C3472DD11}" destId="{FDF45FB4-A5AB-437A-A6F1-141D7F5EDF7E}" srcOrd="1" destOrd="0" presId="urn:microsoft.com/office/officeart/2005/8/layout/orgChart1"/>
    <dgm:cxn modelId="{187D3261-8674-432B-A892-9A790733D7F3}" type="presOf" srcId="{64AE797A-B36F-456E-99E4-6C85CC186647}" destId="{FDF45FB4-A5AB-437A-A6F1-141D7F5EDF7E}" srcOrd="0" destOrd="0" presId="urn:microsoft.com/office/officeart/2005/8/layout/orgChart1"/>
    <dgm:cxn modelId="{D170F45F-CB4A-4A1B-B2CD-CBEF56C785DA}" type="presParOf" srcId="{5FEE37AE-626B-4472-828E-B510964A5ED8}" destId="{0F6C687D-C7FD-4EF8-BA8C-FAB2B2F775C6}" srcOrd="1" destOrd="1" presId="urn:microsoft.com/office/officeart/2005/8/layout/orgChart1"/>
    <dgm:cxn modelId="{6FFD68E8-EAE5-44E2-BC14-5932868C94B4}" type="presParOf" srcId="{0F6C687D-C7FD-4EF8-BA8C-FAB2B2F775C6}" destId="{986610EF-EEEA-431D-A6D5-B89AFB0AAE9B}" srcOrd="0" destOrd="1" presId="urn:microsoft.com/office/officeart/2005/8/layout/orgChart1"/>
    <dgm:cxn modelId="{7791CB8E-9A15-41C4-8D84-651FDA126BCF}" type="presOf" srcId="{5EF4274D-8EFB-455B-80C3-33CE38B42840}" destId="{986610EF-EEEA-431D-A6D5-B89AFB0AAE9B}" srcOrd="0" destOrd="0" presId="urn:microsoft.com/office/officeart/2005/8/layout/orgChart1"/>
    <dgm:cxn modelId="{9FD8F033-F79D-46C6-A292-5B87B84FAB06}" type="presParOf" srcId="{0F6C687D-C7FD-4EF8-BA8C-FAB2B2F775C6}" destId="{495565A2-43CF-4722-B09C-0E8AECCA8DB4}" srcOrd="1" destOrd="1" presId="urn:microsoft.com/office/officeart/2005/8/layout/orgChart1"/>
    <dgm:cxn modelId="{47357550-259F-461D-BB27-A3417E1BA409}" type="presParOf" srcId="{495565A2-43CF-4722-B09C-0E8AECCA8DB4}" destId="{FFAC30E4-4199-4F9F-B79D-4A2572890CDA}" srcOrd="0" destOrd="1" presId="urn:microsoft.com/office/officeart/2005/8/layout/orgChart1"/>
    <dgm:cxn modelId="{0F1A61C6-4BC2-431C-B97A-42A97A7D5683}" type="presOf" srcId="{C6EFD389-3580-41CE-A864-C5D7192F991C}" destId="{FFAC30E4-4199-4F9F-B79D-4A2572890CDA}" srcOrd="0" destOrd="0" presId="urn:microsoft.com/office/officeart/2005/8/layout/orgChart1"/>
    <dgm:cxn modelId="{BBFBC8D0-4CCD-49F7-A4CE-9785724F503F}" type="presParOf" srcId="{FFAC30E4-4199-4F9F-B79D-4A2572890CDA}" destId="{02FFACE5-88D1-4F4A-8A4C-88575E0772F3}" srcOrd="0" destOrd="0" presId="urn:microsoft.com/office/officeart/2005/8/layout/orgChart1"/>
    <dgm:cxn modelId="{C8357BCB-A10B-4581-B776-4D4EC39983F5}" type="presOf" srcId="{C6EFD389-3580-41CE-A864-C5D7192F991C}" destId="{02FFACE5-88D1-4F4A-8A4C-88575E0772F3}" srcOrd="0" destOrd="0" presId="urn:microsoft.com/office/officeart/2005/8/layout/orgChart1"/>
    <dgm:cxn modelId="{8CBBAF82-EBC4-4D22-82A9-30EE6A20A142}" type="presParOf" srcId="{FFAC30E4-4199-4F9F-B79D-4A2572890CDA}" destId="{5A5AF6F5-2157-4480-8E43-BF8B23C9BB5C}" srcOrd="1" destOrd="0" presId="urn:microsoft.com/office/officeart/2005/8/layout/orgChart1"/>
    <dgm:cxn modelId="{7621CAC2-FDA9-4501-BDA5-C07E0E711F0F}" type="presOf" srcId="{C6EFD389-3580-41CE-A864-C5D7192F991C}" destId="{5A5AF6F5-2157-4480-8E43-BF8B23C9BB5C}" srcOrd="0" destOrd="0" presId="urn:microsoft.com/office/officeart/2005/8/layout/orgChart1"/>
    <dgm:cxn modelId="{9CD0A16C-7349-4B4E-9072-F62DD961EA61}" type="presParOf" srcId="{495565A2-43CF-4722-B09C-0E8AECCA8DB4}" destId="{03FF170D-D37F-4370-874C-16581BAC44DF}" srcOrd="1" destOrd="1" presId="urn:microsoft.com/office/officeart/2005/8/layout/orgChart1"/>
    <dgm:cxn modelId="{760120CA-E2F2-4116-92F3-FEBE6306FB8D}" type="presParOf" srcId="{495565A2-43CF-4722-B09C-0E8AECCA8DB4}" destId="{50E9736A-F7B6-4394-A876-19F56CBBC6BF}" srcOrd="2" destOrd="1" presId="urn:microsoft.com/office/officeart/2005/8/layout/orgChart1"/>
    <dgm:cxn modelId="{491A8966-4E9D-4B9A-979A-BD5429AC8B4B}" type="presParOf" srcId="{5FEE37AE-626B-4472-828E-B510964A5ED8}" destId="{F87FC56E-0AFF-426F-B218-72CD88B64353}" srcOrd="2" destOrd="1" presId="urn:microsoft.com/office/officeart/2005/8/layout/orgChart1"/>
    <dgm:cxn modelId="{F336479D-D9A4-427D-A248-F71C280A7CCE}" type="presParOf" srcId="{F911FE4A-B0BD-41F5-8374-018AD44BB9AB}" destId="{92B358B1-D6AD-441F-A0AB-D29903F789B8}" srcOrd="2" destOrd="5" presId="urn:microsoft.com/office/officeart/2005/8/layout/orgChart1"/>
    <dgm:cxn modelId="{2C22B4FB-FCD6-4A57-872F-64B79C90737B}" type="presParOf" srcId="{DD634C88-E3B3-4A09-9D8B-82908156C96C}" destId="{3EEE5595-185B-4F8C-8C8A-02DAD3CDD4DF}" srcOrd="2" destOrd="1" presId="urn:microsoft.com/office/officeart/2005/8/layout/orgChart1"/>
    <dgm:cxn modelId="{DF27E465-7479-45D8-A6DC-D42CF1891213}" type="presParOf" srcId="{78BAAF45-CEB4-499F-9939-1F0EA12AD81F}" destId="{6C700C0C-4E74-4833-902C-BD331602F050}" srcOrd="2" destOrd="1" presId="urn:microsoft.com/office/officeart/2005/8/layout/orgChart1"/>
    <dgm:cxn modelId="{43241A4E-E62B-427F-A773-B38D966AEE11}" type="presOf" srcId="{7C2ED8FE-241D-4F6F-899B-4EC3BE10324F}" destId="{6C700C0C-4E74-4833-902C-BD331602F050}" srcOrd="0" destOrd="0" presId="urn:microsoft.com/office/officeart/2005/8/layout/orgChart1"/>
    <dgm:cxn modelId="{BCF74DB5-ECAF-48CD-918E-8EB2D9D7BF2A}" type="presParOf" srcId="{78BAAF45-CEB4-499F-9939-1F0EA12AD81F}" destId="{9904D4DB-E2C5-41E2-97E4-7312DFBB5F22}" srcOrd="3" destOrd="1" presId="urn:microsoft.com/office/officeart/2005/8/layout/orgChart1"/>
    <dgm:cxn modelId="{164E30CE-36D3-452F-B2D6-013A19BAB6FF}" type="presParOf" srcId="{9904D4DB-E2C5-41E2-97E4-7312DFBB5F22}" destId="{205DF2C5-6F8F-4829-BD47-7449E609064D}" srcOrd="0" destOrd="3" presId="urn:microsoft.com/office/officeart/2005/8/layout/orgChart1"/>
    <dgm:cxn modelId="{34E9C23C-447F-4E23-BCB0-8E39F91F6AB1}" type="presOf" srcId="{B02DF1C6-EC96-41F2-B184-EDDCFE560406}" destId="{205DF2C5-6F8F-4829-BD47-7449E609064D}" srcOrd="0" destOrd="0" presId="urn:microsoft.com/office/officeart/2005/8/layout/orgChart1"/>
    <dgm:cxn modelId="{F075320C-FE17-431F-A2D1-E50AE4720F2A}" type="presParOf" srcId="{205DF2C5-6F8F-4829-BD47-7449E609064D}" destId="{D3BCE6DA-6123-4644-BB40-46686EB9A3C0}" srcOrd="0" destOrd="0" presId="urn:microsoft.com/office/officeart/2005/8/layout/orgChart1"/>
    <dgm:cxn modelId="{0CCDDAB7-99FC-4F82-8DCC-43642FF9124D}" type="presOf" srcId="{B02DF1C6-EC96-41F2-B184-EDDCFE560406}" destId="{D3BCE6DA-6123-4644-BB40-46686EB9A3C0}" srcOrd="0" destOrd="0" presId="urn:microsoft.com/office/officeart/2005/8/layout/orgChart1"/>
    <dgm:cxn modelId="{DA55577E-940D-4874-8F29-EFE44259B170}" type="presParOf" srcId="{205DF2C5-6F8F-4829-BD47-7449E609064D}" destId="{01411D09-113B-4AB5-85F7-555DD1A218AE}" srcOrd="1" destOrd="0" presId="urn:microsoft.com/office/officeart/2005/8/layout/orgChart1"/>
    <dgm:cxn modelId="{FDE34162-E6FA-44CA-A2AF-7414A96D2D08}" type="presOf" srcId="{B02DF1C6-EC96-41F2-B184-EDDCFE560406}" destId="{01411D09-113B-4AB5-85F7-555DD1A218AE}" srcOrd="0" destOrd="0" presId="urn:microsoft.com/office/officeart/2005/8/layout/orgChart1"/>
    <dgm:cxn modelId="{9F946C2D-C0AD-415C-81D0-D6172257768D}" type="presParOf" srcId="{9904D4DB-E2C5-41E2-97E4-7312DFBB5F22}" destId="{F4D6C2B5-7AE0-4F54-8B66-512801D21A71}" srcOrd="1" destOrd="3" presId="urn:microsoft.com/office/officeart/2005/8/layout/orgChart1"/>
    <dgm:cxn modelId="{4D0D1F26-B660-4C18-8368-64B338B6F20C}" type="presParOf" srcId="{9904D4DB-E2C5-41E2-97E4-7312DFBB5F22}" destId="{8049E33E-31D4-4E56-9941-8E8DDAB532B1}" srcOrd="2" destOrd="3" presId="urn:microsoft.com/office/officeart/2005/8/layout/orgChart1"/>
    <dgm:cxn modelId="{8B359A43-3E34-4835-B590-6CB2DC451F8C}" type="presParOf" srcId="{78BAAF45-CEB4-499F-9939-1F0EA12AD81F}" destId="{164CB905-C747-447D-B836-41BDBB6D128A}" srcOrd="4" destOrd="1" presId="urn:microsoft.com/office/officeart/2005/8/layout/orgChart1"/>
    <dgm:cxn modelId="{97BD1294-CF10-4D01-ACC5-91D885DBF4EA}" type="presOf" srcId="{7975F9A4-9097-473A-8DD8-2495E6D3F9DA}" destId="{164CB905-C747-447D-B836-41BDBB6D128A}" srcOrd="0" destOrd="0" presId="urn:microsoft.com/office/officeart/2005/8/layout/orgChart1"/>
    <dgm:cxn modelId="{FD358DB2-6E86-40A0-AC9B-582073BCE057}" type="presParOf" srcId="{78BAAF45-CEB4-499F-9939-1F0EA12AD81F}" destId="{90DC7B07-D83F-467C-BCC6-8B0DEC50A375}" srcOrd="5" destOrd="1" presId="urn:microsoft.com/office/officeart/2005/8/layout/orgChart1"/>
    <dgm:cxn modelId="{9BE5D83E-2541-44AC-851E-490477698EAC}" type="presParOf" srcId="{90DC7B07-D83F-467C-BCC6-8B0DEC50A375}" destId="{41C6EA9C-FC91-4BBA-8033-2881852045C5}" srcOrd="0" destOrd="5" presId="urn:microsoft.com/office/officeart/2005/8/layout/orgChart1"/>
    <dgm:cxn modelId="{DD2D56D0-3FF0-42AB-8DE1-554F41DF913F}" type="presOf" srcId="{F2872F85-FEC3-4203-BD32-2CFE237E44D5}" destId="{41C6EA9C-FC91-4BBA-8033-2881852045C5}" srcOrd="0" destOrd="0" presId="urn:microsoft.com/office/officeart/2005/8/layout/orgChart1"/>
    <dgm:cxn modelId="{0D22A217-DCBC-415E-AC2D-B0ACB189EE9E}" type="presParOf" srcId="{41C6EA9C-FC91-4BBA-8033-2881852045C5}" destId="{5344330A-9260-4057-AA5B-F48DD1DB79C9}" srcOrd="0" destOrd="0" presId="urn:microsoft.com/office/officeart/2005/8/layout/orgChart1"/>
    <dgm:cxn modelId="{DB02346F-EEF8-4626-9409-1BCE4C0069EC}" type="presOf" srcId="{F2872F85-FEC3-4203-BD32-2CFE237E44D5}" destId="{5344330A-9260-4057-AA5B-F48DD1DB79C9}" srcOrd="0" destOrd="0" presId="urn:microsoft.com/office/officeart/2005/8/layout/orgChart1"/>
    <dgm:cxn modelId="{DCCAACDC-A468-437C-BCDC-4F2673C47C2D}" type="presParOf" srcId="{41C6EA9C-FC91-4BBA-8033-2881852045C5}" destId="{310D10B4-4BCD-4DDC-8641-6437D4D897F2}" srcOrd="1" destOrd="0" presId="urn:microsoft.com/office/officeart/2005/8/layout/orgChart1"/>
    <dgm:cxn modelId="{32D0BDAA-AFCB-4C9B-A9D3-51D04C665CBF}" type="presOf" srcId="{F2872F85-FEC3-4203-BD32-2CFE237E44D5}" destId="{310D10B4-4BCD-4DDC-8641-6437D4D897F2}" srcOrd="0" destOrd="0" presId="urn:microsoft.com/office/officeart/2005/8/layout/orgChart1"/>
    <dgm:cxn modelId="{4D6CF35D-BF13-41F1-A33D-F43D86F4E210}" type="presParOf" srcId="{90DC7B07-D83F-467C-BCC6-8B0DEC50A375}" destId="{6497E6B0-580D-4FE5-9137-C9E109846847}" srcOrd="1" destOrd="5" presId="urn:microsoft.com/office/officeart/2005/8/layout/orgChart1"/>
    <dgm:cxn modelId="{A98F9798-66F1-419C-8CA2-EF6E9792836B}" type="presParOf" srcId="{6497E6B0-580D-4FE5-9137-C9E109846847}" destId="{DE9EEC56-89E4-4776-91B5-620C16A43177}" srcOrd="0" destOrd="1" presId="urn:microsoft.com/office/officeart/2005/8/layout/orgChart1"/>
    <dgm:cxn modelId="{2ED04CE9-AE44-498A-B948-E3A49A978FCD}" type="presOf" srcId="{9336EE9F-1014-42B9-B53B-1C189C0210FB}" destId="{DE9EEC56-89E4-4776-91B5-620C16A43177}" srcOrd="0" destOrd="0" presId="urn:microsoft.com/office/officeart/2005/8/layout/orgChart1"/>
    <dgm:cxn modelId="{59800D0C-A944-476F-ABE6-F13C90B484CB}" type="presParOf" srcId="{6497E6B0-580D-4FE5-9137-C9E109846847}" destId="{2A33E4B3-063B-4241-8774-6FAC2B07C446}" srcOrd="1" destOrd="1" presId="urn:microsoft.com/office/officeart/2005/8/layout/orgChart1"/>
    <dgm:cxn modelId="{44320885-D850-4C3A-97A9-2DEECBB0ACFA}" type="presParOf" srcId="{2A33E4B3-063B-4241-8774-6FAC2B07C446}" destId="{33280B48-D329-469E-955D-E51004F8D273}" srcOrd="0" destOrd="1" presId="urn:microsoft.com/office/officeart/2005/8/layout/orgChart1"/>
    <dgm:cxn modelId="{9F8B4ADC-F516-48DF-9117-42FDF07D558A}" type="presOf" srcId="{2F78B720-D17D-43C2-ACA2-BD60725DDD74}" destId="{33280B48-D329-469E-955D-E51004F8D273}" srcOrd="0" destOrd="0" presId="urn:microsoft.com/office/officeart/2005/8/layout/orgChart1"/>
    <dgm:cxn modelId="{67A8BC43-99C8-41B1-8570-E5AB6A852609}" type="presParOf" srcId="{33280B48-D329-469E-955D-E51004F8D273}" destId="{26F382F3-D241-48AE-9F3B-31379530DA07}" srcOrd="0" destOrd="0" presId="urn:microsoft.com/office/officeart/2005/8/layout/orgChart1"/>
    <dgm:cxn modelId="{0A386C35-9CF3-4F63-ACFF-CA82A93ACC65}" type="presOf" srcId="{2F78B720-D17D-43C2-ACA2-BD60725DDD74}" destId="{26F382F3-D241-48AE-9F3B-31379530DA07}" srcOrd="0" destOrd="0" presId="urn:microsoft.com/office/officeart/2005/8/layout/orgChart1"/>
    <dgm:cxn modelId="{A479C206-83E5-4292-B2D3-6AAB6CE3A831}" type="presParOf" srcId="{33280B48-D329-469E-955D-E51004F8D273}" destId="{D343307A-14E9-4051-A7D4-11B73C0082A6}" srcOrd="1" destOrd="0" presId="urn:microsoft.com/office/officeart/2005/8/layout/orgChart1"/>
    <dgm:cxn modelId="{CFB9EF1A-C89A-4C99-A84C-83A63F656195}" type="presOf" srcId="{2F78B720-D17D-43C2-ACA2-BD60725DDD74}" destId="{D343307A-14E9-4051-A7D4-11B73C0082A6}" srcOrd="0" destOrd="0" presId="urn:microsoft.com/office/officeart/2005/8/layout/orgChart1"/>
    <dgm:cxn modelId="{8D0E34C4-36F1-40CB-9095-1395E312D0B2}" type="presParOf" srcId="{2A33E4B3-063B-4241-8774-6FAC2B07C446}" destId="{D3235029-F3D6-4CDE-A88E-14A789A4507B}" srcOrd="1" destOrd="1" presId="urn:microsoft.com/office/officeart/2005/8/layout/orgChart1"/>
    <dgm:cxn modelId="{0022EE3B-65AA-4D0B-8EDE-94F1B0DF620A}" type="presParOf" srcId="{D3235029-F3D6-4CDE-A88E-14A789A4507B}" destId="{F68ED970-C28D-4AC3-A5F1-11653984BE7A}" srcOrd="0" destOrd="1" presId="urn:microsoft.com/office/officeart/2005/8/layout/orgChart1"/>
    <dgm:cxn modelId="{C7E92F1A-D3A2-43DF-8776-0A999EC92A56}" type="presOf" srcId="{B9B5E0F1-FC26-4251-BCDF-3737AFD94BD6}" destId="{F68ED970-C28D-4AC3-A5F1-11653984BE7A}" srcOrd="0" destOrd="0" presId="urn:microsoft.com/office/officeart/2005/8/layout/orgChart1"/>
    <dgm:cxn modelId="{B11FA82D-4DEA-4096-8E1C-18C65B91E1D8}" type="presParOf" srcId="{D3235029-F3D6-4CDE-A88E-14A789A4507B}" destId="{826544AA-E179-4EFA-98E2-CC6DE04F7978}" srcOrd="1" destOrd="1" presId="urn:microsoft.com/office/officeart/2005/8/layout/orgChart1"/>
    <dgm:cxn modelId="{84630D21-DA02-4D3E-8EDE-1E9AEE18A97F}" type="presParOf" srcId="{826544AA-E179-4EFA-98E2-CC6DE04F7978}" destId="{DE2EF504-7FDC-4EB4-AE76-1F463B37FB5B}" srcOrd="0" destOrd="1" presId="urn:microsoft.com/office/officeart/2005/8/layout/orgChart1"/>
    <dgm:cxn modelId="{BDB983D6-1371-41A3-BCCF-6EBA52151E1A}" type="presOf" srcId="{71E05E60-990D-4960-8C5B-489D4F0A3984}" destId="{DE2EF504-7FDC-4EB4-AE76-1F463B37FB5B}" srcOrd="0" destOrd="0" presId="urn:microsoft.com/office/officeart/2005/8/layout/orgChart1"/>
    <dgm:cxn modelId="{D6746D64-D41B-4DBD-B815-DC7C4CFB9248}" type="presParOf" srcId="{DE2EF504-7FDC-4EB4-AE76-1F463B37FB5B}" destId="{CC61B39F-2F90-433B-B227-4F44CB4B22B2}" srcOrd="0" destOrd="0" presId="urn:microsoft.com/office/officeart/2005/8/layout/orgChart1"/>
    <dgm:cxn modelId="{63F409B5-FB4D-424F-8D00-D3E57B1CE673}" type="presOf" srcId="{71E05E60-990D-4960-8C5B-489D4F0A3984}" destId="{CC61B39F-2F90-433B-B227-4F44CB4B22B2}" srcOrd="0" destOrd="0" presId="urn:microsoft.com/office/officeart/2005/8/layout/orgChart1"/>
    <dgm:cxn modelId="{6B616284-F77E-4615-BB8F-7A45A3FEC36E}" type="presParOf" srcId="{DE2EF504-7FDC-4EB4-AE76-1F463B37FB5B}" destId="{2F7E0E49-0F7F-41FD-A21F-C9B555070A17}" srcOrd="1" destOrd="0" presId="urn:microsoft.com/office/officeart/2005/8/layout/orgChart1"/>
    <dgm:cxn modelId="{763BDA3D-E6E5-425D-AD87-8F43EBD780DE}" type="presOf" srcId="{71E05E60-990D-4960-8C5B-489D4F0A3984}" destId="{2F7E0E49-0F7F-41FD-A21F-C9B555070A17}" srcOrd="0" destOrd="0" presId="urn:microsoft.com/office/officeart/2005/8/layout/orgChart1"/>
    <dgm:cxn modelId="{57C29680-3699-445D-B7D6-93E3A9885861}" type="presParOf" srcId="{826544AA-E179-4EFA-98E2-CC6DE04F7978}" destId="{858BFDA5-FEBF-48CB-8709-6E105B15D6A4}" srcOrd="1" destOrd="1" presId="urn:microsoft.com/office/officeart/2005/8/layout/orgChart1"/>
    <dgm:cxn modelId="{E818823D-7E9B-4621-8151-4C25794C035C}" type="presParOf" srcId="{858BFDA5-FEBF-48CB-8709-6E105B15D6A4}" destId="{0BCFA68D-5376-453B-88FC-2A14429F67CD}" srcOrd="0" destOrd="1" presId="urn:microsoft.com/office/officeart/2005/8/layout/orgChart1"/>
    <dgm:cxn modelId="{91D08486-36CD-4BC9-9C73-6CA269E824FA}" type="presOf" srcId="{783ACAAA-B271-49DA-90FF-5AFDD338190E}" destId="{0BCFA68D-5376-453B-88FC-2A14429F67CD}" srcOrd="0" destOrd="0" presId="urn:microsoft.com/office/officeart/2005/8/layout/orgChart1"/>
    <dgm:cxn modelId="{8174A44C-C755-4E7C-8256-206A0DB78642}" type="presParOf" srcId="{858BFDA5-FEBF-48CB-8709-6E105B15D6A4}" destId="{48AF444B-DC61-4AA1-9F5E-7367925D7E9B}" srcOrd="1" destOrd="1" presId="urn:microsoft.com/office/officeart/2005/8/layout/orgChart1"/>
    <dgm:cxn modelId="{ABA37730-DA5C-4A2E-9938-322D2A580A96}" type="presParOf" srcId="{48AF444B-DC61-4AA1-9F5E-7367925D7E9B}" destId="{02D8127F-6F24-4721-88CD-1333B0B90857}" srcOrd="0" destOrd="1" presId="urn:microsoft.com/office/officeart/2005/8/layout/orgChart1"/>
    <dgm:cxn modelId="{0E7894F2-57F7-4EDB-8E6F-6A7198EE51DB}" type="presOf" srcId="{A367853D-5620-43CD-ABD8-C0D70B702F99}" destId="{02D8127F-6F24-4721-88CD-1333B0B90857}" srcOrd="0" destOrd="0" presId="urn:microsoft.com/office/officeart/2005/8/layout/orgChart1"/>
    <dgm:cxn modelId="{8806F943-865E-4EC0-AF63-E9B0BDA1863D}" type="presParOf" srcId="{02D8127F-6F24-4721-88CD-1333B0B90857}" destId="{6800F5DE-6457-4352-9F01-1509927B16D0}" srcOrd="0" destOrd="0" presId="urn:microsoft.com/office/officeart/2005/8/layout/orgChart1"/>
    <dgm:cxn modelId="{A50B52BF-C8DC-4D19-BAA4-1D4EAAAE81D8}" type="presOf" srcId="{A367853D-5620-43CD-ABD8-C0D70B702F99}" destId="{6800F5DE-6457-4352-9F01-1509927B16D0}" srcOrd="0" destOrd="0" presId="urn:microsoft.com/office/officeart/2005/8/layout/orgChart1"/>
    <dgm:cxn modelId="{F8874288-0852-40BE-980C-C7CCFDD936BC}" type="presParOf" srcId="{02D8127F-6F24-4721-88CD-1333B0B90857}" destId="{7F8519EA-B917-4868-86E5-A8C9B3D96D3D}" srcOrd="1" destOrd="0" presId="urn:microsoft.com/office/officeart/2005/8/layout/orgChart1"/>
    <dgm:cxn modelId="{B4CFB109-27CC-43C1-A525-4330DED3E6C4}" type="presOf" srcId="{A367853D-5620-43CD-ABD8-C0D70B702F99}" destId="{7F8519EA-B917-4868-86E5-A8C9B3D96D3D}" srcOrd="0" destOrd="0" presId="urn:microsoft.com/office/officeart/2005/8/layout/orgChart1"/>
    <dgm:cxn modelId="{1125589A-1773-43F5-9037-E2A77A518854}" type="presParOf" srcId="{48AF444B-DC61-4AA1-9F5E-7367925D7E9B}" destId="{DB644A05-E6E1-4FDD-8715-465DCBAC9CBB}" srcOrd="1" destOrd="1" presId="urn:microsoft.com/office/officeart/2005/8/layout/orgChart1"/>
    <dgm:cxn modelId="{85F1D3F9-55A1-4FD7-85C0-818674693A3E}" type="presParOf" srcId="{48AF444B-DC61-4AA1-9F5E-7367925D7E9B}" destId="{4A338B79-C4A0-4A8E-A3A7-2F5CD479DD5C}" srcOrd="2" destOrd="1" presId="urn:microsoft.com/office/officeart/2005/8/layout/orgChart1"/>
    <dgm:cxn modelId="{3F811F08-7987-4865-B5DF-ECC8FF61FDAC}" type="presParOf" srcId="{826544AA-E179-4EFA-98E2-CC6DE04F7978}" destId="{BFA8F444-0338-4514-959F-BBC62E8EED6D}" srcOrd="2" destOrd="1" presId="urn:microsoft.com/office/officeart/2005/8/layout/orgChart1"/>
    <dgm:cxn modelId="{2CBF6C82-A4CA-430B-B705-82C1FCB1E1CB}" type="presParOf" srcId="{2A33E4B3-063B-4241-8774-6FAC2B07C446}" destId="{AD07532C-473D-4190-89BC-2B75718AD17B}" srcOrd="2" destOrd="1" presId="urn:microsoft.com/office/officeart/2005/8/layout/orgChart1"/>
    <dgm:cxn modelId="{D8DCC120-F255-4173-ADA1-486DEBFF5B9D}" type="presParOf" srcId="{90DC7B07-D83F-467C-BCC6-8B0DEC50A375}" destId="{1E7F4695-99F2-4380-A719-B6FE40167899}" srcOrd="2" destOrd="5" presId="urn:microsoft.com/office/officeart/2005/8/layout/orgChart1"/>
    <dgm:cxn modelId="{0A4A51BB-42D7-4303-9045-604C6A456D59}" type="presParOf" srcId="{4A874AFD-1D9F-48D3-8647-289CA852BCC8}" destId="{3A6A9D21-35F6-4C93-9221-87023F84FD1C}" srcOrd="2" destOrd="0" presId="urn:microsoft.com/office/officeart/2005/8/layout/orgChart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98BD3C3-12FE-4ED6-B4D7-1C4E3A920C18}" type="doc">
      <dgm:prSet loTypeId="hierarchy" loCatId="hierarchy" qsTypeId="urn:microsoft.com/office/officeart/2005/8/quickstyle/simple1" qsCatId="simple" csTypeId="urn:microsoft.com/office/officeart/2005/8/colors/accent2_4" csCatId="accent1" phldr="1"/>
      <dgm:spPr/>
      <dgm:t>
        <a:bodyPr/>
        <a:lstStyle/>
        <a:p>
          <a:endParaRPr lang="zh-CN" altLang="en-US"/>
        </a:p>
      </dgm:t>
    </dgm:pt>
    <dgm:pt modelId="{02B6216B-6016-417A-B5BF-F8EC575A1E2E}">
      <dgm:prSet phldrT="[文本]" custT="1"/>
      <dgm:spPr/>
      <dgm:t>
        <a:bodyPr/>
        <a:lstStyle/>
        <a:p>
          <a:r>
            <a:rPr lang="zh-CN" altLang="en-US" sz="1200" b="1" dirty="0" smtClean="0">
              <a:latin typeface="微软雅黑" panose="020B0503020204020204" charset="-122"/>
              <a:ea typeface="微软雅黑" panose="020B0503020204020204" charset="-122"/>
            </a:rPr>
            <a:t>拉链的制作</a:t>
          </a:r>
          <a:endParaRPr lang="zh-CN" altLang="en-US" sz="1200" b="1" dirty="0">
            <a:latin typeface="微软雅黑" panose="020B0503020204020204" charset="-122"/>
            <a:ea typeface="微软雅黑" panose="020B0503020204020204" charset="-122"/>
          </a:endParaRPr>
        </a:p>
      </dgm:t>
    </dgm:pt>
    <dgm:pt modelId="{7F5DDBE6-232A-4FED-92F8-5053A0AB9972}" cxnId="{57EB46CF-0837-466B-9C32-065E073CCD9E}" type="parTrans">
      <dgm:prSet/>
      <dgm:spPr/>
      <dgm:t>
        <a:bodyPr/>
        <a:lstStyle/>
        <a:p>
          <a:endParaRPr lang="zh-CN" altLang="en-US" b="0">
            <a:latin typeface="+mj-ea"/>
            <a:ea typeface="+mj-ea"/>
          </a:endParaRPr>
        </a:p>
      </dgm:t>
    </dgm:pt>
    <dgm:pt modelId="{0B6AD872-3416-468F-88B0-B5A502993A43}" cxnId="{57EB46CF-0837-466B-9C32-065E073CCD9E}" type="sibTrans">
      <dgm:prSet/>
      <dgm:spPr/>
      <dgm:t>
        <a:bodyPr/>
        <a:lstStyle/>
        <a:p>
          <a:endParaRPr lang="zh-CN" altLang="en-US" b="0">
            <a:latin typeface="+mj-ea"/>
            <a:ea typeface="+mj-ea"/>
          </a:endParaRPr>
        </a:p>
      </dgm:t>
    </dgm:pt>
    <dgm:pt modelId="{FADA968B-3DA5-426F-B33F-B94EC6790F7A}">
      <dgm:prSet phldrT="[文本]" custT="1"/>
      <dgm:spPr/>
      <dgm:t>
        <a:bodyPr/>
        <a:lstStyle/>
        <a:p>
          <a:r>
            <a:rPr lang="zh-CN" altLang="en-US" sz="1050" b="1" dirty="0" smtClean="0">
              <a:latin typeface="微软雅黑" panose="020B0503020204020204" charset="-122"/>
              <a:ea typeface="微软雅黑" panose="020B0503020204020204" charset="-122"/>
            </a:rPr>
            <a:t>方法</a:t>
          </a:r>
          <a:endParaRPr lang="zh-CN" altLang="en-US" sz="1050" b="1" dirty="0">
            <a:latin typeface="微软雅黑" panose="020B0503020204020204" charset="-122"/>
            <a:ea typeface="微软雅黑" panose="020B0503020204020204" charset="-122"/>
          </a:endParaRPr>
        </a:p>
      </dgm:t>
    </dgm:pt>
    <dgm:pt modelId="{073B52A3-7B90-4DA1-8701-94ABAD3FB799}" cxnId="{F486739F-CD6C-4F88-9B1E-80112425849B}" type="parTrans">
      <dgm:prSet/>
      <dgm:spPr/>
      <dgm:t>
        <a:bodyPr/>
        <a:lstStyle/>
        <a:p>
          <a:endParaRPr lang="zh-CN" altLang="en-US" sz="1050" b="0">
            <a:latin typeface="+mj-ea"/>
            <a:ea typeface="+mj-ea"/>
          </a:endParaRPr>
        </a:p>
      </dgm:t>
    </dgm:pt>
    <dgm:pt modelId="{62761310-21CE-4AFB-87D0-B88230A32F27}" cxnId="{F486739F-CD6C-4F88-9B1E-80112425849B}" type="sibTrans">
      <dgm:prSet/>
      <dgm:spPr/>
      <dgm:t>
        <a:bodyPr/>
        <a:lstStyle/>
        <a:p>
          <a:endParaRPr lang="zh-CN" altLang="en-US" b="0">
            <a:latin typeface="+mj-ea"/>
            <a:ea typeface="+mj-ea"/>
          </a:endParaRPr>
        </a:p>
      </dgm:t>
    </dgm:pt>
    <dgm:pt modelId="{B02DF1C6-EC96-41F2-B184-EDDCFE560406}">
      <dgm:prSet phldrT="[文本]" custT="1"/>
      <dgm:spPr/>
      <dgm:t>
        <a:bodyPr/>
        <a:lstStyle/>
        <a:p>
          <a:r>
            <a:rPr lang="zh-CN" altLang="en-US" sz="1050" b="1" dirty="0" smtClean="0">
              <a:latin typeface="微软雅黑" panose="020B0503020204020204" charset="-122"/>
              <a:ea typeface="微软雅黑" panose="020B0503020204020204" charset="-122"/>
            </a:rPr>
            <a:t>设备</a:t>
          </a:r>
          <a:endParaRPr lang="zh-CN" altLang="en-US" sz="1050" b="1" dirty="0">
            <a:latin typeface="微软雅黑" panose="020B0503020204020204" charset="-122"/>
            <a:ea typeface="微软雅黑" panose="020B0503020204020204" charset="-122"/>
          </a:endParaRPr>
        </a:p>
      </dgm:t>
    </dgm:pt>
    <dgm:pt modelId="{7C2ED8FE-241D-4F6F-899B-4EC3BE10324F}" cxnId="{C1ABF71D-1CF8-4527-BAD8-B15325482EE5}" type="parTrans">
      <dgm:prSet/>
      <dgm:spPr/>
      <dgm:t>
        <a:bodyPr/>
        <a:lstStyle/>
        <a:p>
          <a:endParaRPr lang="zh-CN" altLang="en-US" sz="1050" b="0">
            <a:latin typeface="+mj-ea"/>
            <a:ea typeface="+mj-ea"/>
          </a:endParaRPr>
        </a:p>
      </dgm:t>
    </dgm:pt>
    <dgm:pt modelId="{FB013444-4559-44F7-BF0C-F7B915687C0D}" cxnId="{C1ABF71D-1CF8-4527-BAD8-B15325482EE5}" type="sibTrans">
      <dgm:prSet/>
      <dgm:spPr/>
      <dgm:t>
        <a:bodyPr/>
        <a:lstStyle/>
        <a:p>
          <a:endParaRPr lang="zh-CN" altLang="en-US" b="0">
            <a:latin typeface="+mj-ea"/>
            <a:ea typeface="+mj-ea"/>
          </a:endParaRPr>
        </a:p>
      </dgm:t>
    </dgm:pt>
    <dgm:pt modelId="{F2872F85-FEC3-4203-BD32-2CFE237E44D5}">
      <dgm:prSet phldrT="[文本]" custT="1"/>
      <dgm:spPr/>
      <dgm:t>
        <a:bodyPr/>
        <a:lstStyle/>
        <a:p>
          <a:r>
            <a:rPr lang="zh-CN" altLang="en-US" sz="1050" b="1" dirty="0" smtClean="0">
              <a:latin typeface="微软雅黑" panose="020B0503020204020204" charset="-122"/>
              <a:ea typeface="微软雅黑" panose="020B0503020204020204" charset="-122"/>
            </a:rPr>
            <a:t>外观</a:t>
          </a:r>
          <a:endParaRPr lang="zh-CN" altLang="en-US" sz="1050" b="1" dirty="0">
            <a:latin typeface="微软雅黑" panose="020B0503020204020204" charset="-122"/>
            <a:ea typeface="微软雅黑" panose="020B0503020204020204" charset="-122"/>
          </a:endParaRPr>
        </a:p>
      </dgm:t>
    </dgm:pt>
    <dgm:pt modelId="{7975F9A4-9097-473A-8DD8-2495E6D3F9DA}" cxnId="{63032441-EB20-4E0E-A2B1-B84022DD9009}" type="parTrans">
      <dgm:prSet/>
      <dgm:spPr/>
      <dgm:t>
        <a:bodyPr/>
        <a:lstStyle/>
        <a:p>
          <a:endParaRPr lang="zh-CN" altLang="en-US" sz="1050" b="0">
            <a:latin typeface="+mj-ea"/>
            <a:ea typeface="+mj-ea"/>
          </a:endParaRPr>
        </a:p>
      </dgm:t>
    </dgm:pt>
    <dgm:pt modelId="{5435D891-11C5-4250-9BDA-613014288874}" cxnId="{63032441-EB20-4E0E-A2B1-B84022DD9009}" type="sibTrans">
      <dgm:prSet/>
      <dgm:spPr/>
      <dgm:t>
        <a:bodyPr/>
        <a:lstStyle/>
        <a:p>
          <a:endParaRPr lang="zh-CN" altLang="en-US" b="0">
            <a:latin typeface="+mj-ea"/>
            <a:ea typeface="+mj-ea"/>
          </a:endParaRPr>
        </a:p>
      </dgm:t>
    </dgm:pt>
    <dgm:pt modelId="{969A8555-8708-4665-9109-8666689B1F3C}">
      <dgm:prSet phldrT="[文本]" custT="1"/>
      <dgm:spPr/>
      <dgm:t>
        <a:bodyPr/>
        <a:lstStyle/>
        <a:p>
          <a:r>
            <a:rPr lang="zh-CN" altLang="en-US" sz="1050" b="1" dirty="0" smtClean="0">
              <a:latin typeface="微软雅黑" panose="020B0503020204020204" charset="-122"/>
              <a:ea typeface="微软雅黑" panose="020B0503020204020204" charset="-122"/>
            </a:rPr>
            <a:t>装饰拉链制作方法</a:t>
          </a:r>
          <a:endParaRPr lang="zh-CN" altLang="en-US" sz="1050" b="1" dirty="0">
            <a:latin typeface="微软雅黑" panose="020B0503020204020204" charset="-122"/>
            <a:ea typeface="微软雅黑" panose="020B0503020204020204" charset="-122"/>
          </a:endParaRPr>
        </a:p>
      </dgm:t>
    </dgm:pt>
    <dgm:pt modelId="{61FCEE3E-C314-4632-94C2-2D723C6BD5A1}" cxnId="{24ACE84C-2D0F-4CBF-BB13-7A36792B9A59}" type="parTrans">
      <dgm:prSet/>
      <dgm:spPr/>
      <dgm:t>
        <a:bodyPr/>
        <a:lstStyle/>
        <a:p>
          <a:endParaRPr lang="zh-CN" altLang="en-US" sz="1050" b="0">
            <a:latin typeface="+mj-ea"/>
            <a:ea typeface="+mj-ea"/>
          </a:endParaRPr>
        </a:p>
      </dgm:t>
    </dgm:pt>
    <dgm:pt modelId="{39696B9D-1E76-475B-811B-FED8BDEB49C6}" cxnId="{24ACE84C-2D0F-4CBF-BB13-7A36792B9A59}" type="sibTrans">
      <dgm:prSet/>
      <dgm:spPr/>
      <dgm:t>
        <a:bodyPr/>
        <a:lstStyle/>
        <a:p>
          <a:endParaRPr lang="zh-CN" altLang="en-US" b="0">
            <a:latin typeface="+mj-ea"/>
            <a:ea typeface="+mj-ea"/>
          </a:endParaRPr>
        </a:p>
      </dgm:t>
    </dgm:pt>
    <dgm:pt modelId="{F7D6A8E8-CC0E-473E-BA7A-0EC2431F453B}">
      <dgm:prSet phldrT="[文本]" custT="1"/>
      <dgm:spPr/>
      <dgm:t>
        <a:bodyPr/>
        <a:lstStyle/>
        <a:p>
          <a:r>
            <a:rPr lang="zh-CN" altLang="en-US" sz="1050" b="1" i="0" dirty="0" smtClean="0">
              <a:latin typeface="微软雅黑" panose="020B0503020204020204" charset="-122"/>
              <a:ea typeface="微软雅黑" panose="020B0503020204020204" charset="-122"/>
            </a:rPr>
            <a:t>带材防水膜的贴合方法</a:t>
          </a:r>
          <a:endParaRPr lang="zh-CN" altLang="en-US" sz="1050" b="1" dirty="0">
            <a:latin typeface="微软雅黑" panose="020B0503020204020204" charset="-122"/>
            <a:ea typeface="微软雅黑" panose="020B0503020204020204" charset="-122"/>
          </a:endParaRPr>
        </a:p>
      </dgm:t>
    </dgm:pt>
    <dgm:pt modelId="{3C3C00B8-5194-42C2-B413-C3D12579C406}" cxnId="{57B08CDE-9250-4666-9211-965DEDF34A6A}" type="parTrans">
      <dgm:prSet/>
      <dgm:spPr/>
      <dgm:t>
        <a:bodyPr/>
        <a:lstStyle/>
        <a:p>
          <a:endParaRPr lang="zh-CN" altLang="en-US" sz="1050" b="0">
            <a:latin typeface="+mj-ea"/>
            <a:ea typeface="+mj-ea"/>
          </a:endParaRPr>
        </a:p>
      </dgm:t>
    </dgm:pt>
    <dgm:pt modelId="{681345EA-7CE8-4BE4-B8FD-A2125502C98F}" cxnId="{57B08CDE-9250-4666-9211-965DEDF34A6A}" type="sibTrans">
      <dgm:prSet/>
      <dgm:spPr/>
      <dgm:t>
        <a:bodyPr/>
        <a:lstStyle/>
        <a:p>
          <a:endParaRPr lang="zh-CN" altLang="en-US" b="0">
            <a:latin typeface="+mj-ea"/>
            <a:ea typeface="+mj-ea"/>
          </a:endParaRPr>
        </a:p>
      </dgm:t>
    </dgm:pt>
    <dgm:pt modelId="{75A48513-7694-44B8-9FA7-6F0FE4FC6D5A}">
      <dgm:prSet phldrT="[文本]" custT="1"/>
      <dgm:spPr/>
      <dgm:t>
        <a:bodyPr/>
        <a:lstStyle/>
        <a:p>
          <a:r>
            <a:rPr lang="zh-CN" altLang="en-US" sz="1050" b="1" dirty="0" smtClean="0">
              <a:latin typeface="微软雅黑" panose="020B0503020204020204" charset="-122"/>
              <a:ea typeface="微软雅黑" panose="020B0503020204020204" charset="-122"/>
            </a:rPr>
            <a:t>部件</a:t>
          </a:r>
          <a:endParaRPr lang="zh-CN" altLang="en-US" sz="1050" b="1" dirty="0">
            <a:latin typeface="微软雅黑" panose="020B0503020204020204" charset="-122"/>
            <a:ea typeface="微软雅黑" panose="020B0503020204020204" charset="-122"/>
          </a:endParaRPr>
        </a:p>
      </dgm:t>
    </dgm:pt>
    <dgm:pt modelId="{C3001337-D716-4392-AA2E-0A3242FCAD38}" cxnId="{62840166-7FD9-4393-8640-C66F770A6C30}" type="parTrans">
      <dgm:prSet/>
      <dgm:spPr/>
      <dgm:t>
        <a:bodyPr/>
        <a:lstStyle/>
        <a:p>
          <a:endParaRPr lang="zh-CN" altLang="en-US" sz="1050" b="0">
            <a:latin typeface="+mj-ea"/>
            <a:ea typeface="+mj-ea"/>
          </a:endParaRPr>
        </a:p>
      </dgm:t>
    </dgm:pt>
    <dgm:pt modelId="{D8390762-011B-4854-972A-1CB7AA2C725E}" cxnId="{62840166-7FD9-4393-8640-C66F770A6C30}" type="sibTrans">
      <dgm:prSet/>
      <dgm:spPr/>
      <dgm:t>
        <a:bodyPr/>
        <a:lstStyle/>
        <a:p>
          <a:endParaRPr lang="zh-CN" altLang="en-US" b="0">
            <a:latin typeface="+mj-ea"/>
            <a:ea typeface="+mj-ea"/>
          </a:endParaRPr>
        </a:p>
      </dgm:t>
    </dgm:pt>
    <dgm:pt modelId="{77DE3A82-C527-4D3C-98D2-039D25FA851E}">
      <dgm:prSet phldrT="[文本]" custT="1"/>
      <dgm:spPr/>
      <dgm:t>
        <a:bodyPr/>
        <a:lstStyle/>
        <a:p>
          <a:r>
            <a:rPr lang="zh-CN" altLang="en-US" sz="1050" b="1" dirty="0" smtClean="0">
              <a:latin typeface="微软雅黑" panose="020B0503020204020204" charset="-122"/>
              <a:ea typeface="微软雅黑" panose="020B0503020204020204" charset="-122"/>
            </a:rPr>
            <a:t>整机</a:t>
          </a:r>
          <a:endParaRPr lang="zh-CN" altLang="en-US" sz="1050" b="1" dirty="0">
            <a:latin typeface="微软雅黑" panose="020B0503020204020204" charset="-122"/>
            <a:ea typeface="微软雅黑" panose="020B0503020204020204" charset="-122"/>
          </a:endParaRPr>
        </a:p>
      </dgm:t>
    </dgm:pt>
    <dgm:pt modelId="{EF01AEA3-DC87-4596-BD8A-3FF46E199689}" cxnId="{3A79D2A1-FF65-4C0B-8BD1-8CE6810C5713}" type="parTrans">
      <dgm:prSet/>
      <dgm:spPr/>
      <dgm:t>
        <a:bodyPr/>
        <a:lstStyle/>
        <a:p>
          <a:endParaRPr lang="zh-CN" altLang="en-US" sz="1050" b="0">
            <a:latin typeface="+mj-ea"/>
            <a:ea typeface="+mj-ea"/>
          </a:endParaRPr>
        </a:p>
      </dgm:t>
    </dgm:pt>
    <dgm:pt modelId="{8ED815DB-8CBA-4B6A-9D03-0B76FC629D06}" cxnId="{3A79D2A1-FF65-4C0B-8BD1-8CE6810C5713}" type="sibTrans">
      <dgm:prSet/>
      <dgm:spPr/>
      <dgm:t>
        <a:bodyPr/>
        <a:lstStyle/>
        <a:p>
          <a:endParaRPr lang="zh-CN" altLang="en-US" b="0">
            <a:latin typeface="+mj-ea"/>
            <a:ea typeface="+mj-ea"/>
          </a:endParaRPr>
        </a:p>
      </dgm:t>
    </dgm:pt>
    <dgm:pt modelId="{E612F722-2ADB-4926-A7E6-46270F09DC05}">
      <dgm:prSet phldrT="[文本]" custT="1"/>
      <dgm:spPr/>
      <dgm:t>
        <a:bodyPr/>
        <a:lstStyle/>
        <a:p>
          <a:r>
            <a:rPr lang="zh-CN" altLang="en-US" sz="1050" b="1" i="0" dirty="0" smtClean="0">
              <a:latin typeface="微软雅黑" panose="020B0503020204020204" charset="-122"/>
              <a:ea typeface="微软雅黑" panose="020B0503020204020204" charset="-122"/>
            </a:rPr>
            <a:t>多工位换刀机构</a:t>
          </a:r>
          <a:endParaRPr lang="zh-CN" altLang="en-US" sz="1050" b="1" dirty="0">
            <a:latin typeface="微软雅黑" panose="020B0503020204020204" charset="-122"/>
            <a:ea typeface="微软雅黑" panose="020B0503020204020204" charset="-122"/>
          </a:endParaRPr>
        </a:p>
      </dgm:t>
    </dgm:pt>
    <dgm:pt modelId="{6E4BFE08-B93D-45D6-A030-C4CDE14D3FAE}" cxnId="{8F7579B1-AC48-40D4-AA59-236FD4A38D5E}" type="parTrans">
      <dgm:prSet/>
      <dgm:spPr/>
      <dgm:t>
        <a:bodyPr/>
        <a:lstStyle/>
        <a:p>
          <a:endParaRPr lang="zh-CN" altLang="en-US" sz="1050" b="0">
            <a:latin typeface="+mj-ea"/>
            <a:ea typeface="+mj-ea"/>
          </a:endParaRPr>
        </a:p>
      </dgm:t>
    </dgm:pt>
    <dgm:pt modelId="{742F9AA4-AD5E-481C-965B-3F20058F4943}" cxnId="{8F7579B1-AC48-40D4-AA59-236FD4A38D5E}" type="sibTrans">
      <dgm:prSet/>
      <dgm:spPr/>
      <dgm:t>
        <a:bodyPr/>
        <a:lstStyle/>
        <a:p>
          <a:endParaRPr lang="zh-CN" altLang="en-US" b="0">
            <a:latin typeface="+mj-ea"/>
            <a:ea typeface="+mj-ea"/>
          </a:endParaRPr>
        </a:p>
      </dgm:t>
    </dgm:pt>
    <dgm:pt modelId="{35236ABC-6045-4E7F-9CA9-A7A9B4415320}">
      <dgm:prSet phldrT="[文本]" custT="1"/>
      <dgm:spPr/>
      <dgm:t>
        <a:bodyPr vert="eaVert"/>
        <a:lstStyle/>
        <a:p>
          <a:r>
            <a:rPr lang="en-US" altLang="zh-CN" sz="1050" b="0" i="0" dirty="0" smtClean="0">
              <a:latin typeface="+mj-ea"/>
              <a:ea typeface="+mj-ea"/>
            </a:rPr>
            <a:t>201020602899.1</a:t>
          </a:r>
          <a:endParaRPr lang="zh-CN" altLang="en-US" sz="1050" b="0" dirty="0">
            <a:latin typeface="+mj-ea"/>
            <a:ea typeface="+mj-ea"/>
          </a:endParaRPr>
        </a:p>
      </dgm:t>
    </dgm:pt>
    <dgm:pt modelId="{2D71A523-944F-4B78-BC97-8C1CB699DEA3}" cxnId="{19567EFC-02BC-4169-BC58-AEB65E2E2812}" type="parTrans">
      <dgm:prSet/>
      <dgm:spPr/>
      <dgm:t>
        <a:bodyPr/>
        <a:lstStyle/>
        <a:p>
          <a:endParaRPr lang="zh-CN" altLang="en-US" sz="1050" b="0">
            <a:latin typeface="+mj-ea"/>
            <a:ea typeface="+mj-ea"/>
          </a:endParaRPr>
        </a:p>
      </dgm:t>
    </dgm:pt>
    <dgm:pt modelId="{EE13B896-7C82-4BCF-9688-2CD395E13609}" cxnId="{19567EFC-02BC-4169-BC58-AEB65E2E2812}" type="sibTrans">
      <dgm:prSet/>
      <dgm:spPr/>
      <dgm:t>
        <a:bodyPr/>
        <a:lstStyle/>
        <a:p>
          <a:endParaRPr lang="zh-CN" altLang="en-US" b="0">
            <a:latin typeface="+mj-ea"/>
            <a:ea typeface="+mj-ea"/>
          </a:endParaRPr>
        </a:p>
      </dgm:t>
    </dgm:pt>
    <dgm:pt modelId="{E53C9FFD-A9B2-4C99-B127-8FCA4785CC62}">
      <dgm:prSet phldrT="[文本]" custT="1"/>
      <dgm:spPr/>
      <dgm:t>
        <a:bodyPr/>
        <a:lstStyle/>
        <a:p>
          <a:r>
            <a:rPr lang="zh-CN" altLang="en-US" sz="1050" b="1" i="0" dirty="0" smtClean="0">
              <a:latin typeface="微软雅黑" panose="020B0503020204020204" charset="-122"/>
              <a:ea typeface="微软雅黑" panose="020B0503020204020204" charset="-122"/>
            </a:rPr>
            <a:t>贴胶装置</a:t>
          </a:r>
          <a:endParaRPr lang="zh-CN" altLang="en-US" sz="1050" b="1" dirty="0">
            <a:latin typeface="微软雅黑" panose="020B0503020204020204" charset="-122"/>
            <a:ea typeface="微软雅黑" panose="020B0503020204020204" charset="-122"/>
          </a:endParaRPr>
        </a:p>
      </dgm:t>
    </dgm:pt>
    <dgm:pt modelId="{9A9F0E4B-D9AC-4FD7-B50D-181A5F5D34EF}" cxnId="{26B56BA6-F77D-442B-BA0A-6308DE6A958B}" type="parTrans">
      <dgm:prSet/>
      <dgm:spPr/>
      <dgm:t>
        <a:bodyPr/>
        <a:lstStyle/>
        <a:p>
          <a:endParaRPr lang="zh-CN" altLang="en-US" sz="1050" b="0">
            <a:latin typeface="+mj-ea"/>
            <a:ea typeface="+mj-ea"/>
          </a:endParaRPr>
        </a:p>
      </dgm:t>
    </dgm:pt>
    <dgm:pt modelId="{C15AEBD7-5B3E-4FC1-BF9B-164E21793469}" cxnId="{26B56BA6-F77D-442B-BA0A-6308DE6A958B}" type="sibTrans">
      <dgm:prSet/>
      <dgm:spPr/>
      <dgm:t>
        <a:bodyPr/>
        <a:lstStyle/>
        <a:p>
          <a:endParaRPr lang="zh-CN" altLang="en-US" b="0">
            <a:latin typeface="+mj-ea"/>
            <a:ea typeface="+mj-ea"/>
          </a:endParaRPr>
        </a:p>
      </dgm:t>
    </dgm:pt>
    <dgm:pt modelId="{17FE75FB-3B4A-4BEE-9FDB-130A0D477FE1}">
      <dgm:prSet phldrT="[文本]" custT="1"/>
      <dgm:spPr/>
      <dgm:t>
        <a:bodyPr vert="eaVert"/>
        <a:lstStyle/>
        <a:p>
          <a:r>
            <a:rPr lang="en-US" altLang="zh-CN" sz="1050" b="0" i="0" dirty="0" smtClean="0">
              <a:latin typeface="+mj-ea"/>
              <a:ea typeface="+mj-ea"/>
            </a:rPr>
            <a:t>201020602956.6</a:t>
          </a:r>
          <a:endParaRPr lang="zh-CN" altLang="en-US" sz="1050" b="0" dirty="0">
            <a:latin typeface="+mj-ea"/>
            <a:ea typeface="+mj-ea"/>
          </a:endParaRPr>
        </a:p>
      </dgm:t>
    </dgm:pt>
    <dgm:pt modelId="{BA5FC965-AFF1-46C9-93CD-EFA1C902AEA2}" cxnId="{5B14B97C-6894-411B-9F06-F88EC18D7B24}" type="parTrans">
      <dgm:prSet/>
      <dgm:spPr/>
      <dgm:t>
        <a:bodyPr/>
        <a:lstStyle/>
        <a:p>
          <a:endParaRPr lang="zh-CN" altLang="en-US" sz="1050" b="0">
            <a:latin typeface="+mj-ea"/>
            <a:ea typeface="+mj-ea"/>
          </a:endParaRPr>
        </a:p>
      </dgm:t>
    </dgm:pt>
    <dgm:pt modelId="{35528F75-4A75-4A8E-A3DD-E6F259CA2D99}" cxnId="{5B14B97C-6894-411B-9F06-F88EC18D7B24}" type="sibTrans">
      <dgm:prSet/>
      <dgm:spPr/>
      <dgm:t>
        <a:bodyPr/>
        <a:lstStyle/>
        <a:p>
          <a:endParaRPr lang="zh-CN" altLang="en-US" b="0">
            <a:latin typeface="+mj-ea"/>
            <a:ea typeface="+mj-ea"/>
          </a:endParaRPr>
        </a:p>
      </dgm:t>
    </dgm:pt>
    <dgm:pt modelId="{1F9F5875-CE1B-4306-BDFA-0F7D7E8FADEF}">
      <dgm:prSet phldrT="[文本]" custT="1"/>
      <dgm:spPr/>
      <dgm:t>
        <a:bodyPr/>
        <a:lstStyle/>
        <a:p>
          <a:r>
            <a:rPr lang="zh-CN" altLang="en-US" sz="1050" b="1" i="0" dirty="0" smtClean="0">
              <a:latin typeface="微软雅黑" panose="020B0503020204020204" charset="-122"/>
              <a:ea typeface="微软雅黑" panose="020B0503020204020204" charset="-122"/>
            </a:rPr>
            <a:t>双面热压机构</a:t>
          </a:r>
          <a:endParaRPr lang="zh-CN" altLang="en-US" sz="1050" b="1" dirty="0">
            <a:latin typeface="微软雅黑" panose="020B0503020204020204" charset="-122"/>
            <a:ea typeface="微软雅黑" panose="020B0503020204020204" charset="-122"/>
          </a:endParaRPr>
        </a:p>
      </dgm:t>
    </dgm:pt>
    <dgm:pt modelId="{3273A13F-B139-4023-913C-DEEC47952B6E}" cxnId="{4B7E2C8C-0438-4646-BA88-66763F12F103}" type="parTrans">
      <dgm:prSet/>
      <dgm:spPr/>
      <dgm:t>
        <a:bodyPr/>
        <a:lstStyle/>
        <a:p>
          <a:endParaRPr lang="zh-CN" altLang="en-US" sz="1050" b="0">
            <a:latin typeface="+mj-ea"/>
            <a:ea typeface="+mj-ea"/>
          </a:endParaRPr>
        </a:p>
      </dgm:t>
    </dgm:pt>
    <dgm:pt modelId="{16FE34E2-B198-437C-A2DE-0A63D14DF392}" cxnId="{4B7E2C8C-0438-4646-BA88-66763F12F103}" type="sibTrans">
      <dgm:prSet/>
      <dgm:spPr/>
      <dgm:t>
        <a:bodyPr/>
        <a:lstStyle/>
        <a:p>
          <a:endParaRPr lang="zh-CN" altLang="en-US" b="0">
            <a:latin typeface="+mj-ea"/>
            <a:ea typeface="+mj-ea"/>
          </a:endParaRPr>
        </a:p>
      </dgm:t>
    </dgm:pt>
    <dgm:pt modelId="{AC3C683B-3820-4DB6-8852-7ED854EBC420}">
      <dgm:prSet phldrT="[文本]" custT="1"/>
      <dgm:spPr/>
      <dgm:t>
        <a:bodyPr vert="eaVert"/>
        <a:lstStyle/>
        <a:p>
          <a:r>
            <a:rPr lang="en-US" altLang="zh-CN" sz="1050" b="0" i="0" dirty="0" smtClean="0">
              <a:latin typeface="+mj-ea"/>
              <a:ea typeface="+mj-ea"/>
            </a:rPr>
            <a:t>201020602932.0</a:t>
          </a:r>
          <a:endParaRPr lang="zh-CN" altLang="en-US" sz="1050" b="0" dirty="0">
            <a:latin typeface="+mj-ea"/>
            <a:ea typeface="+mj-ea"/>
          </a:endParaRPr>
        </a:p>
      </dgm:t>
    </dgm:pt>
    <dgm:pt modelId="{D31C65D2-178A-4988-885A-90DF297111BE}" cxnId="{FDC0DA99-40CB-40BF-9B8C-CFDDBDC75683}" type="parTrans">
      <dgm:prSet/>
      <dgm:spPr/>
      <dgm:t>
        <a:bodyPr/>
        <a:lstStyle/>
        <a:p>
          <a:endParaRPr lang="zh-CN" altLang="en-US" sz="1050" b="0">
            <a:latin typeface="+mj-ea"/>
            <a:ea typeface="+mj-ea"/>
          </a:endParaRPr>
        </a:p>
      </dgm:t>
    </dgm:pt>
    <dgm:pt modelId="{AF648EA1-11F6-42FE-8B25-89C7796B384D}" cxnId="{FDC0DA99-40CB-40BF-9B8C-CFDDBDC75683}" type="sibTrans">
      <dgm:prSet/>
      <dgm:spPr/>
      <dgm:t>
        <a:bodyPr/>
        <a:lstStyle/>
        <a:p>
          <a:endParaRPr lang="zh-CN" altLang="en-US" b="0">
            <a:latin typeface="+mj-ea"/>
            <a:ea typeface="+mj-ea"/>
          </a:endParaRPr>
        </a:p>
      </dgm:t>
    </dgm:pt>
    <dgm:pt modelId="{06FD8EEE-43BD-44A3-A974-9DC2BD749E5B}">
      <dgm:prSet phldrT="[文本]" custT="1"/>
      <dgm:spPr/>
      <dgm:t>
        <a:bodyPr/>
        <a:lstStyle/>
        <a:p>
          <a:r>
            <a:rPr lang="zh-CN" altLang="en-US" sz="1050" b="1" i="0" dirty="0" smtClean="0">
              <a:latin typeface="微软雅黑" panose="020B0503020204020204" charset="-122"/>
              <a:ea typeface="微软雅黑" panose="020B0503020204020204" charset="-122"/>
            </a:rPr>
            <a:t>双工位换卷机构</a:t>
          </a:r>
          <a:endParaRPr lang="zh-CN" altLang="en-US" sz="1050" b="1" dirty="0">
            <a:latin typeface="微软雅黑" panose="020B0503020204020204" charset="-122"/>
            <a:ea typeface="微软雅黑" panose="020B0503020204020204" charset="-122"/>
          </a:endParaRPr>
        </a:p>
      </dgm:t>
    </dgm:pt>
    <dgm:pt modelId="{893B1E50-6375-4812-B5DD-0F07436B73E1}" cxnId="{CD948D53-B09D-421B-9753-9C3C08D102DB}" type="parTrans">
      <dgm:prSet/>
      <dgm:spPr/>
      <dgm:t>
        <a:bodyPr/>
        <a:lstStyle/>
        <a:p>
          <a:endParaRPr lang="zh-CN" altLang="en-US" sz="1050" b="0">
            <a:latin typeface="+mj-ea"/>
            <a:ea typeface="+mj-ea"/>
          </a:endParaRPr>
        </a:p>
      </dgm:t>
    </dgm:pt>
    <dgm:pt modelId="{ED7A0F5D-D943-47BC-915C-5500724AAA6D}" cxnId="{CD948D53-B09D-421B-9753-9C3C08D102DB}" type="sibTrans">
      <dgm:prSet/>
      <dgm:spPr/>
      <dgm:t>
        <a:bodyPr/>
        <a:lstStyle/>
        <a:p>
          <a:endParaRPr lang="zh-CN" altLang="en-US" b="0">
            <a:latin typeface="+mj-ea"/>
            <a:ea typeface="+mj-ea"/>
          </a:endParaRPr>
        </a:p>
      </dgm:t>
    </dgm:pt>
    <dgm:pt modelId="{B3B241BF-E9D6-4DC3-946E-09E6A9955093}">
      <dgm:prSet phldrT="[文本]" custT="1"/>
      <dgm:spPr/>
      <dgm:t>
        <a:bodyPr vert="eaVert"/>
        <a:lstStyle/>
        <a:p>
          <a:r>
            <a:rPr lang="en-US" sz="1050" b="0" i="0" dirty="0" smtClean="0">
              <a:latin typeface="+mj-ea"/>
              <a:ea typeface="+mj-ea"/>
            </a:rPr>
            <a:t>201020602934.X</a:t>
          </a:r>
          <a:endParaRPr lang="zh-CN" altLang="en-US" sz="1050" b="0" dirty="0">
            <a:latin typeface="+mj-ea"/>
            <a:ea typeface="+mj-ea"/>
          </a:endParaRPr>
        </a:p>
      </dgm:t>
    </dgm:pt>
    <dgm:pt modelId="{F6C346BF-6BBF-4801-9E82-30F0C701C3F5}" cxnId="{9053876A-617E-4543-AF06-E6825D8A3BFC}" type="parTrans">
      <dgm:prSet/>
      <dgm:spPr/>
      <dgm:t>
        <a:bodyPr/>
        <a:lstStyle/>
        <a:p>
          <a:endParaRPr lang="zh-CN" altLang="en-US" sz="1050" b="0">
            <a:latin typeface="+mj-ea"/>
            <a:ea typeface="+mj-ea"/>
          </a:endParaRPr>
        </a:p>
      </dgm:t>
    </dgm:pt>
    <dgm:pt modelId="{5FA8CC24-96B5-445A-9821-8210F94A7179}" cxnId="{9053876A-617E-4543-AF06-E6825D8A3BFC}" type="sibTrans">
      <dgm:prSet/>
      <dgm:spPr/>
      <dgm:t>
        <a:bodyPr/>
        <a:lstStyle/>
        <a:p>
          <a:endParaRPr lang="zh-CN" altLang="en-US" b="0">
            <a:latin typeface="+mj-ea"/>
            <a:ea typeface="+mj-ea"/>
          </a:endParaRPr>
        </a:p>
      </dgm:t>
    </dgm:pt>
    <dgm:pt modelId="{03F5140B-A8B5-4DD3-83E5-3DB4B1EF25BB}">
      <dgm:prSet phldrT="[文本]" custT="1"/>
      <dgm:spPr/>
      <dgm:t>
        <a:bodyPr/>
        <a:lstStyle/>
        <a:p>
          <a:r>
            <a:rPr lang="zh-CN" altLang="en-US" sz="1050" b="1" i="0" dirty="0" smtClean="0">
              <a:latin typeface="微软雅黑" panose="020B0503020204020204" charset="-122"/>
              <a:ea typeface="微软雅黑" panose="020B0503020204020204" charset="-122"/>
            </a:rPr>
            <a:t>发热轮</a:t>
          </a:r>
          <a:endParaRPr lang="zh-CN" altLang="en-US" sz="1050" b="1" dirty="0">
            <a:latin typeface="微软雅黑" panose="020B0503020204020204" charset="-122"/>
            <a:ea typeface="微软雅黑" panose="020B0503020204020204" charset="-122"/>
          </a:endParaRPr>
        </a:p>
      </dgm:t>
    </dgm:pt>
    <dgm:pt modelId="{63F225D3-7DBC-406E-BC0A-C726B9C3028B}" cxnId="{457BC1B0-89D3-4E11-B560-98EEF0D9FD9B}" type="parTrans">
      <dgm:prSet/>
      <dgm:spPr/>
      <dgm:t>
        <a:bodyPr/>
        <a:lstStyle/>
        <a:p>
          <a:endParaRPr lang="zh-CN" altLang="en-US" sz="1050" b="0">
            <a:latin typeface="+mj-ea"/>
            <a:ea typeface="+mj-ea"/>
          </a:endParaRPr>
        </a:p>
      </dgm:t>
    </dgm:pt>
    <dgm:pt modelId="{378E9D9E-8BCC-496F-BE78-7744B606A247}" cxnId="{457BC1B0-89D3-4E11-B560-98EEF0D9FD9B}" type="sibTrans">
      <dgm:prSet/>
      <dgm:spPr/>
      <dgm:t>
        <a:bodyPr/>
        <a:lstStyle/>
        <a:p>
          <a:endParaRPr lang="zh-CN" altLang="en-US" b="0">
            <a:latin typeface="+mj-ea"/>
            <a:ea typeface="+mj-ea"/>
          </a:endParaRPr>
        </a:p>
      </dgm:t>
    </dgm:pt>
    <dgm:pt modelId="{5DE85AAD-EB41-4660-80A9-B555DCCD5874}">
      <dgm:prSet phldrT="[文本]" custT="1"/>
      <dgm:spPr/>
      <dgm:t>
        <a:bodyPr vert="eaVert"/>
        <a:lstStyle/>
        <a:p>
          <a:r>
            <a:rPr lang="en-US" altLang="zh-CN" sz="1050" b="0" i="0" dirty="0" smtClean="0">
              <a:latin typeface="+mj-ea"/>
              <a:ea typeface="+mj-ea"/>
            </a:rPr>
            <a:t>201020602900.0</a:t>
          </a:r>
          <a:endParaRPr lang="zh-CN" altLang="en-US" sz="1050" b="0" dirty="0">
            <a:latin typeface="+mj-ea"/>
            <a:ea typeface="+mj-ea"/>
          </a:endParaRPr>
        </a:p>
      </dgm:t>
    </dgm:pt>
    <dgm:pt modelId="{8C4D0A60-B6DD-4662-AC22-93BFBF830DDA}" cxnId="{A8CF5533-A033-4C45-9E88-F9D3E3CF96EF}" type="parTrans">
      <dgm:prSet/>
      <dgm:spPr/>
      <dgm:t>
        <a:bodyPr/>
        <a:lstStyle/>
        <a:p>
          <a:endParaRPr lang="zh-CN" altLang="en-US" sz="1050" b="0">
            <a:latin typeface="+mj-ea"/>
            <a:ea typeface="+mj-ea"/>
          </a:endParaRPr>
        </a:p>
      </dgm:t>
    </dgm:pt>
    <dgm:pt modelId="{ABB7DCF5-A694-4A50-8A26-47590948A4FB}" cxnId="{A8CF5533-A033-4C45-9E88-F9D3E3CF96EF}" type="sibTrans">
      <dgm:prSet/>
      <dgm:spPr/>
      <dgm:t>
        <a:bodyPr/>
        <a:lstStyle/>
        <a:p>
          <a:endParaRPr lang="zh-CN" altLang="en-US" b="0">
            <a:latin typeface="+mj-ea"/>
            <a:ea typeface="+mj-ea"/>
          </a:endParaRPr>
        </a:p>
      </dgm:t>
    </dgm:pt>
    <dgm:pt modelId="{E27F076F-D7DA-4D66-A0E2-4516A9BBAA38}">
      <dgm:prSet phldrT="[文本]" custT="1"/>
      <dgm:spPr/>
      <dgm:t>
        <a:bodyPr vert="eaVert"/>
        <a:lstStyle/>
        <a:p>
          <a:r>
            <a:rPr lang="en-US" altLang="zh-CN" sz="1050" b="0" i="0" dirty="0" smtClean="0">
              <a:latin typeface="+mj-ea"/>
              <a:ea typeface="+mj-ea"/>
            </a:rPr>
            <a:t>201220411636.1</a:t>
          </a:r>
          <a:endParaRPr lang="zh-CN" altLang="en-US" sz="1050" b="0" dirty="0">
            <a:latin typeface="+mj-ea"/>
            <a:ea typeface="+mj-ea"/>
          </a:endParaRPr>
        </a:p>
      </dgm:t>
    </dgm:pt>
    <dgm:pt modelId="{00EE2105-4DC9-45E8-A8BA-4D7FB7B4BABA}" cxnId="{D8C96498-63D0-40CF-AE32-EB7EF41C7A26}" type="parTrans">
      <dgm:prSet/>
      <dgm:spPr/>
      <dgm:t>
        <a:bodyPr/>
        <a:lstStyle/>
        <a:p>
          <a:endParaRPr lang="zh-CN" altLang="en-US" sz="1050" b="0">
            <a:latin typeface="+mj-ea"/>
            <a:ea typeface="+mj-ea"/>
          </a:endParaRPr>
        </a:p>
      </dgm:t>
    </dgm:pt>
    <dgm:pt modelId="{A12D1331-E6FB-447C-A9B0-911B769D5937}" cxnId="{D8C96498-63D0-40CF-AE32-EB7EF41C7A26}" type="sibTrans">
      <dgm:prSet/>
      <dgm:spPr/>
      <dgm:t>
        <a:bodyPr/>
        <a:lstStyle/>
        <a:p>
          <a:endParaRPr lang="zh-CN" altLang="en-US" b="0">
            <a:latin typeface="+mj-ea"/>
            <a:ea typeface="+mj-ea"/>
          </a:endParaRPr>
        </a:p>
      </dgm:t>
    </dgm:pt>
    <dgm:pt modelId="{04DD95E5-7CAB-4B59-B27D-D5C9C9DC4101}">
      <dgm:prSet phldrT="[文本]" custT="1"/>
      <dgm:spPr/>
      <dgm:t>
        <a:bodyPr vert="eaVert"/>
        <a:lstStyle/>
        <a:p>
          <a:r>
            <a:rPr lang="en-US" altLang="zh-CN" sz="1050" b="0" i="0" dirty="0" smtClean="0">
              <a:latin typeface="+mj-ea"/>
              <a:ea typeface="+mj-ea"/>
            </a:rPr>
            <a:t>201330018627.6</a:t>
          </a:r>
          <a:endParaRPr lang="zh-CN" altLang="en-US" sz="1050" b="0" dirty="0">
            <a:latin typeface="+mj-ea"/>
            <a:ea typeface="+mj-ea"/>
          </a:endParaRPr>
        </a:p>
      </dgm:t>
    </dgm:pt>
    <dgm:pt modelId="{562CE440-5D04-4E0E-86AB-96BE930CF8BE}" cxnId="{74756314-8D7B-45AD-84A6-1A5EFD42F5A0}" type="parTrans">
      <dgm:prSet/>
      <dgm:spPr/>
      <dgm:t>
        <a:bodyPr/>
        <a:lstStyle/>
        <a:p>
          <a:endParaRPr lang="zh-CN" altLang="en-US" sz="1050" b="0">
            <a:latin typeface="+mj-ea"/>
            <a:ea typeface="+mj-ea"/>
          </a:endParaRPr>
        </a:p>
      </dgm:t>
    </dgm:pt>
    <dgm:pt modelId="{4119D633-3DD5-4244-9B62-6C4C6260E628}" cxnId="{74756314-8D7B-45AD-84A6-1A5EFD42F5A0}" type="sibTrans">
      <dgm:prSet/>
      <dgm:spPr/>
      <dgm:t>
        <a:bodyPr/>
        <a:lstStyle/>
        <a:p>
          <a:endParaRPr lang="zh-CN" altLang="en-US" b="0">
            <a:latin typeface="+mj-ea"/>
            <a:ea typeface="+mj-ea"/>
          </a:endParaRPr>
        </a:p>
      </dgm:t>
    </dgm:pt>
    <dgm:pt modelId="{99386EE0-7F8A-4EEE-B608-837B1C01F69D}">
      <dgm:prSet phldrT="[文本]" custT="1"/>
      <dgm:spPr/>
      <dgm:t>
        <a:bodyPr vert="eaVert"/>
        <a:lstStyle/>
        <a:p>
          <a:r>
            <a:rPr lang="en-US" altLang="zh-CN" sz="1050" b="0" i="0" dirty="0" smtClean="0">
              <a:latin typeface="+mj-ea"/>
              <a:ea typeface="+mj-ea"/>
            </a:rPr>
            <a:t>201210293538.7</a:t>
          </a:r>
          <a:endParaRPr lang="zh-CN" altLang="en-US" sz="1050" b="0" dirty="0">
            <a:latin typeface="+mj-ea"/>
            <a:ea typeface="+mj-ea"/>
          </a:endParaRPr>
        </a:p>
      </dgm:t>
    </dgm:pt>
    <dgm:pt modelId="{8BFBF4D3-2C65-4228-9331-236165789DFA}" cxnId="{158F8C43-C2F3-43B9-8A10-DE0B21641DE7}" type="sibTrans">
      <dgm:prSet/>
      <dgm:spPr/>
      <dgm:t>
        <a:bodyPr/>
        <a:lstStyle/>
        <a:p>
          <a:endParaRPr lang="zh-CN" altLang="en-US" b="0">
            <a:latin typeface="+mj-ea"/>
            <a:ea typeface="+mj-ea"/>
          </a:endParaRPr>
        </a:p>
      </dgm:t>
    </dgm:pt>
    <dgm:pt modelId="{22254A8D-4B30-4628-AFD7-B3A5021EE252}" cxnId="{158F8C43-C2F3-43B9-8A10-DE0B21641DE7}" type="parTrans">
      <dgm:prSet/>
      <dgm:spPr/>
      <dgm:t>
        <a:bodyPr/>
        <a:lstStyle/>
        <a:p>
          <a:endParaRPr lang="zh-CN" altLang="en-US" sz="1050" b="0">
            <a:latin typeface="+mj-ea"/>
            <a:ea typeface="+mj-ea"/>
          </a:endParaRPr>
        </a:p>
      </dgm:t>
    </dgm:pt>
    <dgm:pt modelId="{2D04DC95-1FB4-4A76-911E-1FF6759CA0EF}">
      <dgm:prSet phldrT="[文本]" custT="1"/>
      <dgm:spPr/>
      <dgm:t>
        <a:bodyPr vert="eaVert"/>
        <a:lstStyle/>
        <a:p>
          <a:r>
            <a:rPr lang="en-US" altLang="zh-CN" sz="1050" b="0" i="0" dirty="0" smtClean="0">
              <a:latin typeface="+mj-ea"/>
              <a:ea typeface="+mj-ea"/>
            </a:rPr>
            <a:t>201010301401.2</a:t>
          </a:r>
          <a:endParaRPr lang="zh-CN" altLang="en-US" sz="1050" b="0" dirty="0">
            <a:latin typeface="+mj-ea"/>
            <a:ea typeface="+mj-ea"/>
          </a:endParaRPr>
        </a:p>
      </dgm:t>
    </dgm:pt>
    <dgm:pt modelId="{20582886-3019-4897-AF15-FCBDFE511721}" cxnId="{9D098320-1A17-498B-AA97-E40382AA20D5}" type="sibTrans">
      <dgm:prSet/>
      <dgm:spPr/>
      <dgm:t>
        <a:bodyPr/>
        <a:lstStyle/>
        <a:p>
          <a:endParaRPr lang="zh-CN" altLang="en-US" b="0">
            <a:latin typeface="+mj-ea"/>
            <a:ea typeface="+mj-ea"/>
          </a:endParaRPr>
        </a:p>
      </dgm:t>
    </dgm:pt>
    <dgm:pt modelId="{46A76D68-7DAF-470D-A747-977F1A05ECE7}" cxnId="{9D098320-1A17-498B-AA97-E40382AA20D5}" type="parTrans">
      <dgm:prSet/>
      <dgm:spPr/>
      <dgm:t>
        <a:bodyPr/>
        <a:lstStyle/>
        <a:p>
          <a:endParaRPr lang="zh-CN" altLang="en-US" sz="1050" b="0">
            <a:latin typeface="+mj-ea"/>
            <a:ea typeface="+mj-ea"/>
          </a:endParaRPr>
        </a:p>
      </dgm:t>
    </dgm:pt>
    <dgm:pt modelId="{2BB555F4-2EB1-4874-A57C-87AB9D4A32CF}" type="pres">
      <dgm:prSet presAssocID="{F98BD3C3-12FE-4ED6-B4D7-1C4E3A920C18}" presName="hierChild1" presStyleCnt="0">
        <dgm:presLayoutVars>
          <dgm:orgChart val="1"/>
          <dgm:chPref val="1"/>
          <dgm:dir/>
          <dgm:animOne val="branch"/>
          <dgm:animLvl val="lvl"/>
          <dgm:resizeHandles/>
        </dgm:presLayoutVars>
      </dgm:prSet>
      <dgm:spPr/>
      <dgm:t>
        <a:bodyPr/>
        <a:lstStyle/>
        <a:p>
          <a:endParaRPr lang="zh-CN" altLang="en-US"/>
        </a:p>
      </dgm:t>
    </dgm:pt>
    <dgm:pt modelId="{4A874AFD-1D9F-48D3-8647-289CA852BCC8}" type="pres">
      <dgm:prSet presAssocID="{02B6216B-6016-417A-B5BF-F8EC575A1E2E}" presName="hierRoot1" presStyleCnt="0">
        <dgm:presLayoutVars>
          <dgm:hierBranch val="init"/>
        </dgm:presLayoutVars>
      </dgm:prSet>
      <dgm:spPr/>
    </dgm:pt>
    <dgm:pt modelId="{0BBCFB4A-A9B1-43B2-B91F-EEDF4A67BB7B}" type="pres">
      <dgm:prSet presAssocID="{02B6216B-6016-417A-B5BF-F8EC575A1E2E}" presName="rootComposite1" presStyleCnt="0"/>
      <dgm:spPr/>
    </dgm:pt>
    <dgm:pt modelId="{2EBDAE14-5555-40C3-A121-18E3103F8B93}" type="pres">
      <dgm:prSet presAssocID="{02B6216B-6016-417A-B5BF-F8EC575A1E2E}" presName="rootText1" presStyleLbl="node0" presStyleIdx="0" presStyleCnt="1" custScaleX="161831" custScaleY="201071" custLinFactNeighborX="810" custLinFactNeighborY="-55417">
        <dgm:presLayoutVars>
          <dgm:chPref val="3"/>
        </dgm:presLayoutVars>
      </dgm:prSet>
      <dgm:spPr/>
      <dgm:t>
        <a:bodyPr/>
        <a:lstStyle/>
        <a:p>
          <a:endParaRPr lang="zh-CN" altLang="en-US"/>
        </a:p>
      </dgm:t>
    </dgm:pt>
    <dgm:pt modelId="{896469EA-C7EE-4CBB-985B-D2AC74E3D784}" type="pres">
      <dgm:prSet presAssocID="{02B6216B-6016-417A-B5BF-F8EC575A1E2E}" presName="rootConnector1" presStyleLbl="node1" presStyleIdx="0" presStyleCnt="0"/>
      <dgm:spPr/>
      <dgm:t>
        <a:bodyPr/>
        <a:lstStyle/>
        <a:p>
          <a:endParaRPr lang="zh-CN" altLang="en-US"/>
        </a:p>
      </dgm:t>
    </dgm:pt>
    <dgm:pt modelId="{78BAAF45-CEB4-499F-9939-1F0EA12AD81F}" type="pres">
      <dgm:prSet presAssocID="{02B6216B-6016-417A-B5BF-F8EC575A1E2E}" presName="hierChild2" presStyleCnt="0"/>
      <dgm:spPr/>
    </dgm:pt>
    <dgm:pt modelId="{1BC8CEF0-BE69-4685-8698-3F3A2F307511}" type="pres">
      <dgm:prSet presAssocID="{073B52A3-7B90-4DA1-8701-94ABAD3FB799}" presName="Name37" presStyleLbl="parChTrans1D2" presStyleIdx="0" presStyleCnt="3"/>
      <dgm:spPr/>
      <dgm:t>
        <a:bodyPr/>
        <a:lstStyle/>
        <a:p>
          <a:endParaRPr lang="zh-CN" altLang="en-US"/>
        </a:p>
      </dgm:t>
    </dgm:pt>
    <dgm:pt modelId="{DD634C88-E3B3-4A09-9D8B-82908156C96C}" type="pres">
      <dgm:prSet presAssocID="{FADA968B-3DA5-426F-B33F-B94EC6790F7A}" presName="hierRoot2" presStyleCnt="0">
        <dgm:presLayoutVars>
          <dgm:hierBranch val="init"/>
        </dgm:presLayoutVars>
      </dgm:prSet>
      <dgm:spPr/>
    </dgm:pt>
    <dgm:pt modelId="{AE800836-C8A1-46BE-BF1A-6447BFC981E8}" type="pres">
      <dgm:prSet presAssocID="{FADA968B-3DA5-426F-B33F-B94EC6790F7A}" presName="rootComposite" presStyleCnt="0"/>
      <dgm:spPr/>
    </dgm:pt>
    <dgm:pt modelId="{ED382D67-23C8-44B1-B5E3-E533CBDA4465}" type="pres">
      <dgm:prSet presAssocID="{FADA968B-3DA5-426F-B33F-B94EC6790F7A}" presName="rootText" presStyleLbl="node2" presStyleIdx="0" presStyleCnt="3" custScaleX="112344" custScaleY="102352" custLinFactNeighborY="18064">
        <dgm:presLayoutVars>
          <dgm:chPref val="3"/>
        </dgm:presLayoutVars>
      </dgm:prSet>
      <dgm:spPr/>
      <dgm:t>
        <a:bodyPr/>
        <a:lstStyle/>
        <a:p>
          <a:endParaRPr lang="zh-CN" altLang="en-US"/>
        </a:p>
      </dgm:t>
    </dgm:pt>
    <dgm:pt modelId="{1AD4311A-6169-4D02-B8B5-3A0D9904596F}" type="pres">
      <dgm:prSet presAssocID="{FADA968B-3DA5-426F-B33F-B94EC6790F7A}" presName="rootConnector" presStyleLbl="node2" presStyleIdx="0" presStyleCnt="3"/>
      <dgm:spPr/>
      <dgm:t>
        <a:bodyPr/>
        <a:lstStyle/>
        <a:p>
          <a:endParaRPr lang="zh-CN" altLang="en-US"/>
        </a:p>
      </dgm:t>
    </dgm:pt>
    <dgm:pt modelId="{2F11EF7D-D519-43EA-964E-1E145FAAB111}" type="pres">
      <dgm:prSet presAssocID="{FADA968B-3DA5-426F-B33F-B94EC6790F7A}" presName="hierChild4" presStyleCnt="0"/>
      <dgm:spPr/>
    </dgm:pt>
    <dgm:pt modelId="{C278FD77-3D9D-4906-8FF4-571911A50A79}" type="pres">
      <dgm:prSet presAssocID="{61FCEE3E-C314-4632-94C2-2D723C6BD5A1}" presName="Name37" presStyleLbl="parChTrans1D3" presStyleIdx="0" presStyleCnt="5"/>
      <dgm:spPr/>
      <dgm:t>
        <a:bodyPr/>
        <a:lstStyle/>
        <a:p>
          <a:endParaRPr lang="zh-CN" altLang="en-US"/>
        </a:p>
      </dgm:t>
    </dgm:pt>
    <dgm:pt modelId="{6E38ECC5-1739-4DA2-8BDD-8B76B8C73B5E}" type="pres">
      <dgm:prSet presAssocID="{969A8555-8708-4665-9109-8666689B1F3C}" presName="hierRoot2" presStyleCnt="0">
        <dgm:presLayoutVars>
          <dgm:hierBranch val="init"/>
        </dgm:presLayoutVars>
      </dgm:prSet>
      <dgm:spPr/>
    </dgm:pt>
    <dgm:pt modelId="{E8818279-724A-4719-BB22-2BD158ABE044}" type="pres">
      <dgm:prSet presAssocID="{969A8555-8708-4665-9109-8666689B1F3C}" presName="rootComposite" presStyleCnt="0"/>
      <dgm:spPr/>
    </dgm:pt>
    <dgm:pt modelId="{CC1E64DC-D5D1-4E70-A4D6-309CF6F54F54}" type="pres">
      <dgm:prSet presAssocID="{969A8555-8708-4665-9109-8666689B1F3C}" presName="rootText" presStyleLbl="node3" presStyleIdx="0" presStyleCnt="5" custScaleY="211728" custLinFactNeighborX="-194" custLinFactNeighborY="91084">
        <dgm:presLayoutVars>
          <dgm:chPref val="3"/>
        </dgm:presLayoutVars>
      </dgm:prSet>
      <dgm:spPr/>
      <dgm:t>
        <a:bodyPr/>
        <a:lstStyle/>
        <a:p>
          <a:endParaRPr lang="zh-CN" altLang="en-US"/>
        </a:p>
      </dgm:t>
    </dgm:pt>
    <dgm:pt modelId="{B542E765-C2C7-4FEC-BF0F-7159CF0AC1D2}" type="pres">
      <dgm:prSet presAssocID="{969A8555-8708-4665-9109-8666689B1F3C}" presName="rootConnector" presStyleLbl="node3" presStyleIdx="0" presStyleCnt="5"/>
      <dgm:spPr/>
      <dgm:t>
        <a:bodyPr/>
        <a:lstStyle/>
        <a:p>
          <a:endParaRPr lang="zh-CN" altLang="en-US"/>
        </a:p>
      </dgm:t>
    </dgm:pt>
    <dgm:pt modelId="{AA14A01F-6C6D-4872-B5C3-32DA14C068CF}" type="pres">
      <dgm:prSet presAssocID="{969A8555-8708-4665-9109-8666689B1F3C}" presName="hierChild4" presStyleCnt="0"/>
      <dgm:spPr/>
    </dgm:pt>
    <dgm:pt modelId="{DDBD8DA5-3755-4818-9B41-6B30F4AE7E90}" type="pres">
      <dgm:prSet presAssocID="{46A76D68-7DAF-470D-A747-977F1A05ECE7}" presName="Name37" presStyleLbl="parChTrans1D4" presStyleIdx="0" presStyleCnt="13"/>
      <dgm:spPr/>
      <dgm:t>
        <a:bodyPr/>
        <a:lstStyle/>
        <a:p>
          <a:endParaRPr lang="zh-CN" altLang="en-US"/>
        </a:p>
      </dgm:t>
    </dgm:pt>
    <dgm:pt modelId="{9063E791-FE42-4D1A-8FBF-A8D0668C29B2}" type="pres">
      <dgm:prSet presAssocID="{2D04DC95-1FB4-4A76-911E-1FF6759CA0EF}" presName="hierRoot2" presStyleCnt="0">
        <dgm:presLayoutVars>
          <dgm:hierBranch val="init"/>
        </dgm:presLayoutVars>
      </dgm:prSet>
      <dgm:spPr/>
    </dgm:pt>
    <dgm:pt modelId="{4EE127B5-EAF5-4563-9663-DD4AA1DEEF1E}" type="pres">
      <dgm:prSet presAssocID="{2D04DC95-1FB4-4A76-911E-1FF6759CA0EF}" presName="rootComposite" presStyleCnt="0"/>
      <dgm:spPr/>
    </dgm:pt>
    <dgm:pt modelId="{2958C158-0126-4C49-954A-7C1C76FC11FD}" type="pres">
      <dgm:prSet presAssocID="{2D04DC95-1FB4-4A76-911E-1FF6759CA0EF}" presName="rootText" presStyleLbl="node4" presStyleIdx="0" presStyleCnt="13" custScaleX="60275" custScaleY="375503" custLinFactY="200000" custLinFactNeighborX="-3586" custLinFactNeighborY="214211">
        <dgm:presLayoutVars>
          <dgm:chPref val="3"/>
        </dgm:presLayoutVars>
      </dgm:prSet>
      <dgm:spPr/>
      <dgm:t>
        <a:bodyPr/>
        <a:lstStyle/>
        <a:p>
          <a:endParaRPr lang="zh-CN" altLang="en-US"/>
        </a:p>
      </dgm:t>
    </dgm:pt>
    <dgm:pt modelId="{80066A65-3BD3-404F-AC45-F69531F53763}" type="pres">
      <dgm:prSet presAssocID="{2D04DC95-1FB4-4A76-911E-1FF6759CA0EF}" presName="rootConnector" presStyleLbl="node4" presStyleIdx="0" presStyleCnt="13"/>
      <dgm:spPr/>
      <dgm:t>
        <a:bodyPr/>
        <a:lstStyle/>
        <a:p>
          <a:endParaRPr lang="zh-CN" altLang="en-US"/>
        </a:p>
      </dgm:t>
    </dgm:pt>
    <dgm:pt modelId="{79E0416B-C593-43BD-BC20-63A0B0688363}" type="pres">
      <dgm:prSet presAssocID="{2D04DC95-1FB4-4A76-911E-1FF6759CA0EF}" presName="hierChild4" presStyleCnt="0"/>
      <dgm:spPr/>
    </dgm:pt>
    <dgm:pt modelId="{705C8A1C-B550-4BF0-82F5-B58F4B7CC68D}" type="pres">
      <dgm:prSet presAssocID="{2D04DC95-1FB4-4A76-911E-1FF6759CA0EF}" presName="hierChild5" presStyleCnt="0"/>
      <dgm:spPr/>
    </dgm:pt>
    <dgm:pt modelId="{3CF5755A-8C81-4CF3-BCE1-CE46676D3382}" type="pres">
      <dgm:prSet presAssocID="{969A8555-8708-4665-9109-8666689B1F3C}" presName="hierChild5" presStyleCnt="0"/>
      <dgm:spPr/>
    </dgm:pt>
    <dgm:pt modelId="{51778AD2-36EC-46E1-93F9-851F1125989E}" type="pres">
      <dgm:prSet presAssocID="{3C3C00B8-5194-42C2-B413-C3D12579C406}" presName="Name37" presStyleLbl="parChTrans1D3" presStyleIdx="1" presStyleCnt="5"/>
      <dgm:spPr/>
      <dgm:t>
        <a:bodyPr/>
        <a:lstStyle/>
        <a:p>
          <a:endParaRPr lang="zh-CN" altLang="en-US"/>
        </a:p>
      </dgm:t>
    </dgm:pt>
    <dgm:pt modelId="{3270E66A-B073-4E46-A065-B42FC4F403C2}" type="pres">
      <dgm:prSet presAssocID="{F7D6A8E8-CC0E-473E-BA7A-0EC2431F453B}" presName="hierRoot2" presStyleCnt="0">
        <dgm:presLayoutVars>
          <dgm:hierBranch val="init"/>
        </dgm:presLayoutVars>
      </dgm:prSet>
      <dgm:spPr/>
    </dgm:pt>
    <dgm:pt modelId="{DDCABFAE-1C6A-4B66-8316-31C11C57F91E}" type="pres">
      <dgm:prSet presAssocID="{F7D6A8E8-CC0E-473E-BA7A-0EC2431F453B}" presName="rootComposite" presStyleCnt="0"/>
      <dgm:spPr/>
    </dgm:pt>
    <dgm:pt modelId="{15F278FC-48C0-4B5B-A159-82B42CACA5F3}" type="pres">
      <dgm:prSet presAssocID="{F7D6A8E8-CC0E-473E-BA7A-0EC2431F453B}" presName="rootText" presStyleLbl="node3" presStyleIdx="1" presStyleCnt="5" custScaleY="211728" custLinFactNeighborX="-2734" custLinFactNeighborY="91084">
        <dgm:presLayoutVars>
          <dgm:chPref val="3"/>
        </dgm:presLayoutVars>
      </dgm:prSet>
      <dgm:spPr/>
      <dgm:t>
        <a:bodyPr/>
        <a:lstStyle/>
        <a:p>
          <a:endParaRPr lang="zh-CN" altLang="en-US"/>
        </a:p>
      </dgm:t>
    </dgm:pt>
    <dgm:pt modelId="{E3EE5F49-C87C-4862-8CF5-6CF929F31693}" type="pres">
      <dgm:prSet presAssocID="{F7D6A8E8-CC0E-473E-BA7A-0EC2431F453B}" presName="rootConnector" presStyleLbl="node3" presStyleIdx="1" presStyleCnt="5"/>
      <dgm:spPr/>
      <dgm:t>
        <a:bodyPr/>
        <a:lstStyle/>
        <a:p>
          <a:endParaRPr lang="zh-CN" altLang="en-US"/>
        </a:p>
      </dgm:t>
    </dgm:pt>
    <dgm:pt modelId="{2C89D9B4-6242-45C4-B1F1-792B8F1C29F3}" type="pres">
      <dgm:prSet presAssocID="{F7D6A8E8-CC0E-473E-BA7A-0EC2431F453B}" presName="hierChild4" presStyleCnt="0"/>
      <dgm:spPr/>
    </dgm:pt>
    <dgm:pt modelId="{CAD2B1B8-9572-4983-B83A-ADBEE2B01793}" type="pres">
      <dgm:prSet presAssocID="{22254A8D-4B30-4628-AFD7-B3A5021EE252}" presName="Name37" presStyleLbl="parChTrans1D4" presStyleIdx="1" presStyleCnt="13"/>
      <dgm:spPr/>
      <dgm:t>
        <a:bodyPr/>
        <a:lstStyle/>
        <a:p>
          <a:endParaRPr lang="zh-CN" altLang="en-US"/>
        </a:p>
      </dgm:t>
    </dgm:pt>
    <dgm:pt modelId="{406BBED9-DC43-4D7C-9C54-7F280B6241AF}" type="pres">
      <dgm:prSet presAssocID="{99386EE0-7F8A-4EEE-B608-837B1C01F69D}" presName="hierRoot2" presStyleCnt="0">
        <dgm:presLayoutVars>
          <dgm:hierBranch val="init"/>
        </dgm:presLayoutVars>
      </dgm:prSet>
      <dgm:spPr/>
    </dgm:pt>
    <dgm:pt modelId="{6D8CE94E-9D3F-4263-B6F8-41CF7BC4217A}" type="pres">
      <dgm:prSet presAssocID="{99386EE0-7F8A-4EEE-B608-837B1C01F69D}" presName="rootComposite" presStyleCnt="0"/>
      <dgm:spPr/>
    </dgm:pt>
    <dgm:pt modelId="{47B8C5B3-F0A9-4BB5-AACE-39073BEB5143}" type="pres">
      <dgm:prSet presAssocID="{99386EE0-7F8A-4EEE-B608-837B1C01F69D}" presName="rootText" presStyleLbl="node4" presStyleIdx="1" presStyleCnt="13" custScaleX="60275" custScaleY="378026" custLinFactY="200000" custLinFactNeighborX="-5879" custLinFactNeighborY="211689">
        <dgm:presLayoutVars>
          <dgm:chPref val="3"/>
        </dgm:presLayoutVars>
      </dgm:prSet>
      <dgm:spPr/>
      <dgm:t>
        <a:bodyPr/>
        <a:lstStyle/>
        <a:p>
          <a:endParaRPr lang="zh-CN" altLang="en-US"/>
        </a:p>
      </dgm:t>
    </dgm:pt>
    <dgm:pt modelId="{33FA6E82-54E6-475F-A821-3717277250F9}" type="pres">
      <dgm:prSet presAssocID="{99386EE0-7F8A-4EEE-B608-837B1C01F69D}" presName="rootConnector" presStyleLbl="node4" presStyleIdx="1" presStyleCnt="13"/>
      <dgm:spPr/>
      <dgm:t>
        <a:bodyPr/>
        <a:lstStyle/>
        <a:p>
          <a:endParaRPr lang="zh-CN" altLang="en-US"/>
        </a:p>
      </dgm:t>
    </dgm:pt>
    <dgm:pt modelId="{22A9E51A-8622-4894-8B92-A00AEEF3951A}" type="pres">
      <dgm:prSet presAssocID="{99386EE0-7F8A-4EEE-B608-837B1C01F69D}" presName="hierChild4" presStyleCnt="0"/>
      <dgm:spPr/>
    </dgm:pt>
    <dgm:pt modelId="{546DAAEB-9D33-41CB-A36D-7A5E774C8C9F}" type="pres">
      <dgm:prSet presAssocID="{99386EE0-7F8A-4EEE-B608-837B1C01F69D}" presName="hierChild5" presStyleCnt="0"/>
      <dgm:spPr/>
    </dgm:pt>
    <dgm:pt modelId="{298465C8-B183-463C-B591-2BEF9BDE3D44}" type="pres">
      <dgm:prSet presAssocID="{F7D6A8E8-CC0E-473E-BA7A-0EC2431F453B}" presName="hierChild5" presStyleCnt="0"/>
      <dgm:spPr/>
    </dgm:pt>
    <dgm:pt modelId="{3EEE5595-185B-4F8C-8C8A-02DAD3CDD4DF}" type="pres">
      <dgm:prSet presAssocID="{FADA968B-3DA5-426F-B33F-B94EC6790F7A}" presName="hierChild5" presStyleCnt="0"/>
      <dgm:spPr/>
    </dgm:pt>
    <dgm:pt modelId="{6C700C0C-4E74-4833-902C-BD331602F050}" type="pres">
      <dgm:prSet presAssocID="{7C2ED8FE-241D-4F6F-899B-4EC3BE10324F}" presName="Name37" presStyleLbl="parChTrans1D2" presStyleIdx="1" presStyleCnt="3"/>
      <dgm:spPr/>
      <dgm:t>
        <a:bodyPr/>
        <a:lstStyle/>
        <a:p>
          <a:endParaRPr lang="zh-CN" altLang="en-US"/>
        </a:p>
      </dgm:t>
    </dgm:pt>
    <dgm:pt modelId="{9904D4DB-E2C5-41E2-97E4-7312DFBB5F22}" type="pres">
      <dgm:prSet presAssocID="{B02DF1C6-EC96-41F2-B184-EDDCFE560406}" presName="hierRoot2" presStyleCnt="0">
        <dgm:presLayoutVars>
          <dgm:hierBranch val="init"/>
        </dgm:presLayoutVars>
      </dgm:prSet>
      <dgm:spPr/>
    </dgm:pt>
    <dgm:pt modelId="{205DF2C5-6F8F-4829-BD47-7449E609064D}" type="pres">
      <dgm:prSet presAssocID="{B02DF1C6-EC96-41F2-B184-EDDCFE560406}" presName="rootComposite" presStyleCnt="0"/>
      <dgm:spPr/>
    </dgm:pt>
    <dgm:pt modelId="{D3BCE6DA-6123-4644-BB40-46686EB9A3C0}" type="pres">
      <dgm:prSet presAssocID="{B02DF1C6-EC96-41F2-B184-EDDCFE560406}" presName="rootText" presStyleLbl="node2" presStyleIdx="1" presStyleCnt="3" custScaleX="112344" custScaleY="102352" custLinFactNeighborY="18064">
        <dgm:presLayoutVars>
          <dgm:chPref val="3"/>
        </dgm:presLayoutVars>
      </dgm:prSet>
      <dgm:spPr/>
      <dgm:t>
        <a:bodyPr/>
        <a:lstStyle/>
        <a:p>
          <a:endParaRPr lang="zh-CN" altLang="en-US"/>
        </a:p>
      </dgm:t>
    </dgm:pt>
    <dgm:pt modelId="{01411D09-113B-4AB5-85F7-555DD1A218AE}" type="pres">
      <dgm:prSet presAssocID="{B02DF1C6-EC96-41F2-B184-EDDCFE560406}" presName="rootConnector" presStyleLbl="node2" presStyleIdx="1" presStyleCnt="3"/>
      <dgm:spPr/>
      <dgm:t>
        <a:bodyPr/>
        <a:lstStyle/>
        <a:p>
          <a:endParaRPr lang="zh-CN" altLang="en-US"/>
        </a:p>
      </dgm:t>
    </dgm:pt>
    <dgm:pt modelId="{F4D6C2B5-7AE0-4F54-8B66-512801D21A71}" type="pres">
      <dgm:prSet presAssocID="{B02DF1C6-EC96-41F2-B184-EDDCFE560406}" presName="hierChild4" presStyleCnt="0"/>
      <dgm:spPr/>
    </dgm:pt>
    <dgm:pt modelId="{1A3C04A8-9D52-4F99-913F-17B138101178}" type="pres">
      <dgm:prSet presAssocID="{C3001337-D716-4392-AA2E-0A3242FCAD38}" presName="Name37" presStyleLbl="parChTrans1D3" presStyleIdx="2" presStyleCnt="5"/>
      <dgm:spPr/>
      <dgm:t>
        <a:bodyPr/>
        <a:lstStyle/>
        <a:p>
          <a:endParaRPr lang="zh-CN" altLang="en-US"/>
        </a:p>
      </dgm:t>
    </dgm:pt>
    <dgm:pt modelId="{FD85FC97-BDD7-4FB4-A3CE-AB4D93B0469B}" type="pres">
      <dgm:prSet presAssocID="{75A48513-7694-44B8-9FA7-6F0FE4FC6D5A}" presName="hierRoot2" presStyleCnt="0">
        <dgm:presLayoutVars>
          <dgm:hierBranch val="init"/>
        </dgm:presLayoutVars>
      </dgm:prSet>
      <dgm:spPr/>
    </dgm:pt>
    <dgm:pt modelId="{7775C812-2A3B-4AC5-859A-879EEA12C7A9}" type="pres">
      <dgm:prSet presAssocID="{75A48513-7694-44B8-9FA7-6F0FE4FC6D5A}" presName="rootComposite" presStyleCnt="0"/>
      <dgm:spPr/>
    </dgm:pt>
    <dgm:pt modelId="{4503A890-E059-41A6-998C-A9FF59DC54D0}" type="pres">
      <dgm:prSet presAssocID="{75A48513-7694-44B8-9FA7-6F0FE4FC6D5A}" presName="rootText" presStyleLbl="node3" presStyleIdx="2" presStyleCnt="5" custScaleY="214122" custLinFactNeighborX="-2734" custLinFactNeighborY="88690">
        <dgm:presLayoutVars>
          <dgm:chPref val="3"/>
        </dgm:presLayoutVars>
      </dgm:prSet>
      <dgm:spPr/>
      <dgm:t>
        <a:bodyPr/>
        <a:lstStyle/>
        <a:p>
          <a:endParaRPr lang="zh-CN" altLang="en-US"/>
        </a:p>
      </dgm:t>
    </dgm:pt>
    <dgm:pt modelId="{46464151-4050-4C9E-83F6-777270283779}" type="pres">
      <dgm:prSet presAssocID="{75A48513-7694-44B8-9FA7-6F0FE4FC6D5A}" presName="rootConnector" presStyleLbl="node3" presStyleIdx="2" presStyleCnt="5"/>
      <dgm:spPr/>
      <dgm:t>
        <a:bodyPr/>
        <a:lstStyle/>
        <a:p>
          <a:endParaRPr lang="zh-CN" altLang="en-US"/>
        </a:p>
      </dgm:t>
    </dgm:pt>
    <dgm:pt modelId="{3F95C5B3-15A4-4E10-B3BA-02B97B615B79}" type="pres">
      <dgm:prSet presAssocID="{75A48513-7694-44B8-9FA7-6F0FE4FC6D5A}" presName="hierChild4" presStyleCnt="0"/>
      <dgm:spPr/>
    </dgm:pt>
    <dgm:pt modelId="{E5517762-C445-4DEF-96DF-3D2165429BA1}" type="pres">
      <dgm:prSet presAssocID="{6E4BFE08-B93D-45D6-A030-C4CDE14D3FAE}" presName="Name37" presStyleLbl="parChTrans1D4" presStyleIdx="2" presStyleCnt="13"/>
      <dgm:spPr/>
      <dgm:t>
        <a:bodyPr/>
        <a:lstStyle/>
        <a:p>
          <a:endParaRPr lang="zh-CN" altLang="en-US"/>
        </a:p>
      </dgm:t>
    </dgm:pt>
    <dgm:pt modelId="{9ECAEFEE-653F-42F3-A028-70D212EB0D95}" type="pres">
      <dgm:prSet presAssocID="{E612F722-2ADB-4926-A7E6-46270F09DC05}" presName="hierRoot2" presStyleCnt="0">
        <dgm:presLayoutVars>
          <dgm:hierBranch val="init"/>
        </dgm:presLayoutVars>
      </dgm:prSet>
      <dgm:spPr/>
    </dgm:pt>
    <dgm:pt modelId="{7FD89E99-A643-48D1-8660-694121CD3804}" type="pres">
      <dgm:prSet presAssocID="{E612F722-2ADB-4926-A7E6-46270F09DC05}" presName="rootComposite" presStyleCnt="0"/>
      <dgm:spPr/>
    </dgm:pt>
    <dgm:pt modelId="{843B9376-B5C1-49D6-915D-D996DB24CA45}" type="pres">
      <dgm:prSet presAssocID="{E612F722-2ADB-4926-A7E6-46270F09DC05}" presName="rootText" presStyleLbl="node4" presStyleIdx="2" presStyleCnt="13" custScaleY="164416" custLinFactY="50125" custLinFactNeighborX="-3079" custLinFactNeighborY="100000">
        <dgm:presLayoutVars>
          <dgm:chPref val="3"/>
        </dgm:presLayoutVars>
      </dgm:prSet>
      <dgm:spPr/>
      <dgm:t>
        <a:bodyPr/>
        <a:lstStyle/>
        <a:p>
          <a:endParaRPr lang="zh-CN" altLang="en-US"/>
        </a:p>
      </dgm:t>
    </dgm:pt>
    <dgm:pt modelId="{51E7A65C-0A35-4743-9346-478ADB12FC5C}" type="pres">
      <dgm:prSet presAssocID="{E612F722-2ADB-4926-A7E6-46270F09DC05}" presName="rootConnector" presStyleLbl="node4" presStyleIdx="2" presStyleCnt="13"/>
      <dgm:spPr/>
      <dgm:t>
        <a:bodyPr/>
        <a:lstStyle/>
        <a:p>
          <a:endParaRPr lang="zh-CN" altLang="en-US"/>
        </a:p>
      </dgm:t>
    </dgm:pt>
    <dgm:pt modelId="{5E6E08B7-B847-4986-A60A-7F867A5C6EB6}" type="pres">
      <dgm:prSet presAssocID="{E612F722-2ADB-4926-A7E6-46270F09DC05}" presName="hierChild4" presStyleCnt="0"/>
      <dgm:spPr/>
    </dgm:pt>
    <dgm:pt modelId="{BF8B1110-01F7-4CED-811A-A1A3B8FB6EC0}" type="pres">
      <dgm:prSet presAssocID="{2D71A523-944F-4B78-BC97-8C1CB699DEA3}" presName="Name37" presStyleLbl="parChTrans1D4" presStyleIdx="3" presStyleCnt="13"/>
      <dgm:spPr/>
      <dgm:t>
        <a:bodyPr/>
        <a:lstStyle/>
        <a:p>
          <a:endParaRPr lang="zh-CN" altLang="en-US"/>
        </a:p>
      </dgm:t>
    </dgm:pt>
    <dgm:pt modelId="{4684AF8B-3AB1-4C37-9829-419603367097}" type="pres">
      <dgm:prSet presAssocID="{35236ABC-6045-4E7F-9CA9-A7A9B4415320}" presName="hierRoot2" presStyleCnt="0">
        <dgm:presLayoutVars>
          <dgm:hierBranch val="init"/>
        </dgm:presLayoutVars>
      </dgm:prSet>
      <dgm:spPr/>
    </dgm:pt>
    <dgm:pt modelId="{D720B3E2-1284-4653-8A73-015E79C9E268}" type="pres">
      <dgm:prSet presAssocID="{35236ABC-6045-4E7F-9CA9-A7A9B4415320}" presName="rootComposite" presStyleCnt="0"/>
      <dgm:spPr/>
    </dgm:pt>
    <dgm:pt modelId="{E1CE09EF-D8AB-4960-BED6-8285D7227318}" type="pres">
      <dgm:prSet presAssocID="{35236ABC-6045-4E7F-9CA9-A7A9B4415320}" presName="rootText" presStyleLbl="node4" presStyleIdx="3" presStyleCnt="13" custScaleX="60275" custScaleY="377573" custLinFactY="100000" custLinFactNeighborX="-1961" custLinFactNeighborY="103332">
        <dgm:presLayoutVars>
          <dgm:chPref val="3"/>
        </dgm:presLayoutVars>
      </dgm:prSet>
      <dgm:spPr/>
      <dgm:t>
        <a:bodyPr/>
        <a:lstStyle/>
        <a:p>
          <a:endParaRPr lang="zh-CN" altLang="en-US"/>
        </a:p>
      </dgm:t>
    </dgm:pt>
    <dgm:pt modelId="{E3A015C4-64C6-4C6B-B7B3-925B3093F1A3}" type="pres">
      <dgm:prSet presAssocID="{35236ABC-6045-4E7F-9CA9-A7A9B4415320}" presName="rootConnector" presStyleLbl="node4" presStyleIdx="3" presStyleCnt="13"/>
      <dgm:spPr/>
      <dgm:t>
        <a:bodyPr/>
        <a:lstStyle/>
        <a:p>
          <a:endParaRPr lang="zh-CN" altLang="en-US"/>
        </a:p>
      </dgm:t>
    </dgm:pt>
    <dgm:pt modelId="{4CF16E69-83E3-4505-B27D-3D2183120D14}" type="pres">
      <dgm:prSet presAssocID="{35236ABC-6045-4E7F-9CA9-A7A9B4415320}" presName="hierChild4" presStyleCnt="0"/>
      <dgm:spPr/>
    </dgm:pt>
    <dgm:pt modelId="{BA7B8F58-073A-4098-B0C1-A9D8174A976D}" type="pres">
      <dgm:prSet presAssocID="{35236ABC-6045-4E7F-9CA9-A7A9B4415320}" presName="hierChild5" presStyleCnt="0"/>
      <dgm:spPr/>
    </dgm:pt>
    <dgm:pt modelId="{072F6E17-86B3-4E42-BE14-B30DF2D27763}" type="pres">
      <dgm:prSet presAssocID="{E612F722-2ADB-4926-A7E6-46270F09DC05}" presName="hierChild5" presStyleCnt="0"/>
      <dgm:spPr/>
    </dgm:pt>
    <dgm:pt modelId="{7975DE9E-F1D8-48F8-83C7-28B675EEE74C}" type="pres">
      <dgm:prSet presAssocID="{9A9F0E4B-D9AC-4FD7-B50D-181A5F5D34EF}" presName="Name37" presStyleLbl="parChTrans1D4" presStyleIdx="4" presStyleCnt="13"/>
      <dgm:spPr/>
      <dgm:t>
        <a:bodyPr/>
        <a:lstStyle/>
        <a:p>
          <a:endParaRPr lang="zh-CN" altLang="en-US"/>
        </a:p>
      </dgm:t>
    </dgm:pt>
    <dgm:pt modelId="{6FD5CFC6-18DA-4552-8CF8-6C62D33F1811}" type="pres">
      <dgm:prSet presAssocID="{E53C9FFD-A9B2-4C99-B127-8FCA4785CC62}" presName="hierRoot2" presStyleCnt="0">
        <dgm:presLayoutVars>
          <dgm:hierBranch val="init"/>
        </dgm:presLayoutVars>
      </dgm:prSet>
      <dgm:spPr/>
    </dgm:pt>
    <dgm:pt modelId="{FD2F8308-77C6-402D-AE99-29D03350A68F}" type="pres">
      <dgm:prSet presAssocID="{E53C9FFD-A9B2-4C99-B127-8FCA4785CC62}" presName="rootComposite" presStyleCnt="0"/>
      <dgm:spPr/>
    </dgm:pt>
    <dgm:pt modelId="{74FD5028-6058-4D71-937E-B37A621133F8}" type="pres">
      <dgm:prSet presAssocID="{E53C9FFD-A9B2-4C99-B127-8FCA4785CC62}" presName="rootText" presStyleLbl="node4" presStyleIdx="4" presStyleCnt="13" custScaleY="164415" custLinFactY="50125" custLinFactNeighborX="-10829" custLinFactNeighborY="100000">
        <dgm:presLayoutVars>
          <dgm:chPref val="3"/>
        </dgm:presLayoutVars>
      </dgm:prSet>
      <dgm:spPr/>
      <dgm:t>
        <a:bodyPr/>
        <a:lstStyle/>
        <a:p>
          <a:endParaRPr lang="zh-CN" altLang="en-US"/>
        </a:p>
      </dgm:t>
    </dgm:pt>
    <dgm:pt modelId="{83083601-D1F3-4DEF-920D-F1275AE037C8}" type="pres">
      <dgm:prSet presAssocID="{E53C9FFD-A9B2-4C99-B127-8FCA4785CC62}" presName="rootConnector" presStyleLbl="node4" presStyleIdx="4" presStyleCnt="13"/>
      <dgm:spPr/>
      <dgm:t>
        <a:bodyPr/>
        <a:lstStyle/>
        <a:p>
          <a:endParaRPr lang="zh-CN" altLang="en-US"/>
        </a:p>
      </dgm:t>
    </dgm:pt>
    <dgm:pt modelId="{3E890305-72D7-4683-A82A-DEED4FBA00A0}" type="pres">
      <dgm:prSet presAssocID="{E53C9FFD-A9B2-4C99-B127-8FCA4785CC62}" presName="hierChild4" presStyleCnt="0"/>
      <dgm:spPr/>
    </dgm:pt>
    <dgm:pt modelId="{89A8BFEB-128C-48E3-AA9C-AD580187AEAA}" type="pres">
      <dgm:prSet presAssocID="{BA5FC965-AFF1-46C9-93CD-EFA1C902AEA2}" presName="Name37" presStyleLbl="parChTrans1D4" presStyleIdx="5" presStyleCnt="13"/>
      <dgm:spPr/>
      <dgm:t>
        <a:bodyPr/>
        <a:lstStyle/>
        <a:p>
          <a:endParaRPr lang="zh-CN" altLang="en-US"/>
        </a:p>
      </dgm:t>
    </dgm:pt>
    <dgm:pt modelId="{AA0F37CE-90BF-41EA-8708-A9EE958BA1FD}" type="pres">
      <dgm:prSet presAssocID="{17FE75FB-3B4A-4BEE-9FDB-130A0D477FE1}" presName="hierRoot2" presStyleCnt="0">
        <dgm:presLayoutVars>
          <dgm:hierBranch val="init"/>
        </dgm:presLayoutVars>
      </dgm:prSet>
      <dgm:spPr/>
    </dgm:pt>
    <dgm:pt modelId="{5433F98F-9E36-4A92-B6A9-3833B6D6D205}" type="pres">
      <dgm:prSet presAssocID="{17FE75FB-3B4A-4BEE-9FDB-130A0D477FE1}" presName="rootComposite" presStyleCnt="0"/>
      <dgm:spPr/>
    </dgm:pt>
    <dgm:pt modelId="{5FA50ACF-8DE3-4D16-9595-1659F58E1000}" type="pres">
      <dgm:prSet presAssocID="{17FE75FB-3B4A-4BEE-9FDB-130A0D477FE1}" presName="rootText" presStyleLbl="node4" presStyleIdx="5" presStyleCnt="13" custScaleX="60275" custScaleY="377571" custLinFactY="100000" custLinFactNeighborX="-14046" custLinFactNeighborY="103335">
        <dgm:presLayoutVars>
          <dgm:chPref val="3"/>
        </dgm:presLayoutVars>
      </dgm:prSet>
      <dgm:spPr/>
      <dgm:t>
        <a:bodyPr/>
        <a:lstStyle/>
        <a:p>
          <a:endParaRPr lang="zh-CN" altLang="en-US"/>
        </a:p>
      </dgm:t>
    </dgm:pt>
    <dgm:pt modelId="{9553F603-0C78-44B7-B3F0-DDBB4A80E584}" type="pres">
      <dgm:prSet presAssocID="{17FE75FB-3B4A-4BEE-9FDB-130A0D477FE1}" presName="rootConnector" presStyleLbl="node4" presStyleIdx="5" presStyleCnt="13"/>
      <dgm:spPr/>
      <dgm:t>
        <a:bodyPr/>
        <a:lstStyle/>
        <a:p>
          <a:endParaRPr lang="zh-CN" altLang="en-US"/>
        </a:p>
      </dgm:t>
    </dgm:pt>
    <dgm:pt modelId="{4EE64E46-8741-4D25-8237-55D6A6FFF561}" type="pres">
      <dgm:prSet presAssocID="{17FE75FB-3B4A-4BEE-9FDB-130A0D477FE1}" presName="hierChild4" presStyleCnt="0"/>
      <dgm:spPr/>
    </dgm:pt>
    <dgm:pt modelId="{F59C614C-B890-45B8-A6C2-4204408A6679}" type="pres">
      <dgm:prSet presAssocID="{17FE75FB-3B4A-4BEE-9FDB-130A0D477FE1}" presName="hierChild5" presStyleCnt="0"/>
      <dgm:spPr/>
    </dgm:pt>
    <dgm:pt modelId="{0783B9D6-BD4C-4E5D-9EC7-CB18DBA4CB86}" type="pres">
      <dgm:prSet presAssocID="{E53C9FFD-A9B2-4C99-B127-8FCA4785CC62}" presName="hierChild5" presStyleCnt="0"/>
      <dgm:spPr/>
    </dgm:pt>
    <dgm:pt modelId="{F8A741B2-352A-4DF3-B760-87C9F8B1EDFE}" type="pres">
      <dgm:prSet presAssocID="{3273A13F-B139-4023-913C-DEEC47952B6E}" presName="Name37" presStyleLbl="parChTrans1D4" presStyleIdx="6" presStyleCnt="13"/>
      <dgm:spPr/>
      <dgm:t>
        <a:bodyPr/>
        <a:lstStyle/>
        <a:p>
          <a:endParaRPr lang="zh-CN" altLang="en-US"/>
        </a:p>
      </dgm:t>
    </dgm:pt>
    <dgm:pt modelId="{6B962A11-E9C0-4AC0-8C71-AA959C474943}" type="pres">
      <dgm:prSet presAssocID="{1F9F5875-CE1B-4306-BDFA-0F7D7E8FADEF}" presName="hierRoot2" presStyleCnt="0">
        <dgm:presLayoutVars>
          <dgm:hierBranch val="init"/>
        </dgm:presLayoutVars>
      </dgm:prSet>
      <dgm:spPr/>
    </dgm:pt>
    <dgm:pt modelId="{888C9C11-42EC-4D11-8AF4-38F56FE38483}" type="pres">
      <dgm:prSet presAssocID="{1F9F5875-CE1B-4306-BDFA-0F7D7E8FADEF}" presName="rootComposite" presStyleCnt="0"/>
      <dgm:spPr/>
    </dgm:pt>
    <dgm:pt modelId="{477A00F0-5CF5-4C97-91DA-D2EEA4A7F102}" type="pres">
      <dgm:prSet presAssocID="{1F9F5875-CE1B-4306-BDFA-0F7D7E8FADEF}" presName="rootText" presStyleLbl="node4" presStyleIdx="6" presStyleCnt="13" custScaleY="164416" custLinFactY="50125" custLinFactNeighborX="-13996" custLinFactNeighborY="100000">
        <dgm:presLayoutVars>
          <dgm:chPref val="3"/>
        </dgm:presLayoutVars>
      </dgm:prSet>
      <dgm:spPr/>
      <dgm:t>
        <a:bodyPr/>
        <a:lstStyle/>
        <a:p>
          <a:endParaRPr lang="zh-CN" altLang="en-US"/>
        </a:p>
      </dgm:t>
    </dgm:pt>
    <dgm:pt modelId="{EF140AA8-259A-4B4A-BA3E-7807E84063C8}" type="pres">
      <dgm:prSet presAssocID="{1F9F5875-CE1B-4306-BDFA-0F7D7E8FADEF}" presName="rootConnector" presStyleLbl="node4" presStyleIdx="6" presStyleCnt="13"/>
      <dgm:spPr/>
      <dgm:t>
        <a:bodyPr/>
        <a:lstStyle/>
        <a:p>
          <a:endParaRPr lang="zh-CN" altLang="en-US"/>
        </a:p>
      </dgm:t>
    </dgm:pt>
    <dgm:pt modelId="{4A41C914-3784-47F7-A690-95385DB8312D}" type="pres">
      <dgm:prSet presAssocID="{1F9F5875-CE1B-4306-BDFA-0F7D7E8FADEF}" presName="hierChild4" presStyleCnt="0"/>
      <dgm:spPr/>
    </dgm:pt>
    <dgm:pt modelId="{791ACEE3-57A0-462F-B7F4-386B2B4ED2C2}" type="pres">
      <dgm:prSet presAssocID="{D31C65D2-178A-4988-885A-90DF297111BE}" presName="Name37" presStyleLbl="parChTrans1D4" presStyleIdx="7" presStyleCnt="13"/>
      <dgm:spPr/>
      <dgm:t>
        <a:bodyPr/>
        <a:lstStyle/>
        <a:p>
          <a:endParaRPr lang="zh-CN" altLang="en-US"/>
        </a:p>
      </dgm:t>
    </dgm:pt>
    <dgm:pt modelId="{831DE777-6348-4C3B-9DCC-23460C7848CA}" type="pres">
      <dgm:prSet presAssocID="{AC3C683B-3820-4DB6-8852-7ED854EBC420}" presName="hierRoot2" presStyleCnt="0">
        <dgm:presLayoutVars>
          <dgm:hierBranch val="init"/>
        </dgm:presLayoutVars>
      </dgm:prSet>
      <dgm:spPr/>
    </dgm:pt>
    <dgm:pt modelId="{A697FF30-E389-4C16-B12C-5C8F02498B29}" type="pres">
      <dgm:prSet presAssocID="{AC3C683B-3820-4DB6-8852-7ED854EBC420}" presName="rootComposite" presStyleCnt="0"/>
      <dgm:spPr/>
    </dgm:pt>
    <dgm:pt modelId="{573B01B9-48D8-42F0-8D4B-B8E6D3F8F413}" type="pres">
      <dgm:prSet presAssocID="{AC3C683B-3820-4DB6-8852-7ED854EBC420}" presName="rootText" presStyleLbl="node4" presStyleIdx="7" presStyleCnt="13" custScaleX="60275" custScaleY="377573" custLinFactY="100000" custLinFactNeighborX="-15237" custLinFactNeighborY="103332">
        <dgm:presLayoutVars>
          <dgm:chPref val="3"/>
        </dgm:presLayoutVars>
      </dgm:prSet>
      <dgm:spPr/>
      <dgm:t>
        <a:bodyPr/>
        <a:lstStyle/>
        <a:p>
          <a:endParaRPr lang="zh-CN" altLang="en-US"/>
        </a:p>
      </dgm:t>
    </dgm:pt>
    <dgm:pt modelId="{E1D4151E-7B7F-4D56-BB24-9C0E78E2C8F2}" type="pres">
      <dgm:prSet presAssocID="{AC3C683B-3820-4DB6-8852-7ED854EBC420}" presName="rootConnector" presStyleLbl="node4" presStyleIdx="7" presStyleCnt="13"/>
      <dgm:spPr/>
      <dgm:t>
        <a:bodyPr/>
        <a:lstStyle/>
        <a:p>
          <a:endParaRPr lang="zh-CN" altLang="en-US"/>
        </a:p>
      </dgm:t>
    </dgm:pt>
    <dgm:pt modelId="{DAE5069E-8C06-431A-AF29-7CAA94C7A30F}" type="pres">
      <dgm:prSet presAssocID="{AC3C683B-3820-4DB6-8852-7ED854EBC420}" presName="hierChild4" presStyleCnt="0"/>
      <dgm:spPr/>
    </dgm:pt>
    <dgm:pt modelId="{D091B255-56F9-4812-A528-0D4214BEFEAB}" type="pres">
      <dgm:prSet presAssocID="{AC3C683B-3820-4DB6-8852-7ED854EBC420}" presName="hierChild5" presStyleCnt="0"/>
      <dgm:spPr/>
    </dgm:pt>
    <dgm:pt modelId="{CE19162F-8E9B-4FA3-A41B-69A1021900DA}" type="pres">
      <dgm:prSet presAssocID="{1F9F5875-CE1B-4306-BDFA-0F7D7E8FADEF}" presName="hierChild5" presStyleCnt="0"/>
      <dgm:spPr/>
    </dgm:pt>
    <dgm:pt modelId="{74DC6685-C197-43CB-A146-746BDA0D65AC}" type="pres">
      <dgm:prSet presAssocID="{893B1E50-6375-4812-B5DD-0F07436B73E1}" presName="Name37" presStyleLbl="parChTrans1D4" presStyleIdx="8" presStyleCnt="13"/>
      <dgm:spPr/>
      <dgm:t>
        <a:bodyPr/>
        <a:lstStyle/>
        <a:p>
          <a:endParaRPr lang="zh-CN" altLang="en-US"/>
        </a:p>
      </dgm:t>
    </dgm:pt>
    <dgm:pt modelId="{ECCD8A94-9F2D-427E-B47A-00D5F78322E3}" type="pres">
      <dgm:prSet presAssocID="{06FD8EEE-43BD-44A3-A974-9DC2BD749E5B}" presName="hierRoot2" presStyleCnt="0">
        <dgm:presLayoutVars>
          <dgm:hierBranch val="init"/>
        </dgm:presLayoutVars>
      </dgm:prSet>
      <dgm:spPr/>
    </dgm:pt>
    <dgm:pt modelId="{8D959E3E-7052-46EB-977A-E48AA0972B18}" type="pres">
      <dgm:prSet presAssocID="{06FD8EEE-43BD-44A3-A974-9DC2BD749E5B}" presName="rootComposite" presStyleCnt="0"/>
      <dgm:spPr/>
    </dgm:pt>
    <dgm:pt modelId="{8BCF5AFE-B7C4-49F6-91A3-0674BC4A9BF9}" type="pres">
      <dgm:prSet presAssocID="{06FD8EEE-43BD-44A3-A974-9DC2BD749E5B}" presName="rootText" presStyleLbl="node4" presStyleIdx="8" presStyleCnt="13" custScaleY="164415" custLinFactY="50125" custLinFactNeighborX="-24105" custLinFactNeighborY="100000">
        <dgm:presLayoutVars>
          <dgm:chPref val="3"/>
        </dgm:presLayoutVars>
      </dgm:prSet>
      <dgm:spPr/>
      <dgm:t>
        <a:bodyPr/>
        <a:lstStyle/>
        <a:p>
          <a:endParaRPr lang="zh-CN" altLang="en-US"/>
        </a:p>
      </dgm:t>
    </dgm:pt>
    <dgm:pt modelId="{A525C799-572F-424E-BE3D-8CD5D5B84F8B}" type="pres">
      <dgm:prSet presAssocID="{06FD8EEE-43BD-44A3-A974-9DC2BD749E5B}" presName="rootConnector" presStyleLbl="node4" presStyleIdx="8" presStyleCnt="13"/>
      <dgm:spPr/>
      <dgm:t>
        <a:bodyPr/>
        <a:lstStyle/>
        <a:p>
          <a:endParaRPr lang="zh-CN" altLang="en-US"/>
        </a:p>
      </dgm:t>
    </dgm:pt>
    <dgm:pt modelId="{CD4FC30B-EBF0-489A-976A-CBDF80535180}" type="pres">
      <dgm:prSet presAssocID="{06FD8EEE-43BD-44A3-A974-9DC2BD749E5B}" presName="hierChild4" presStyleCnt="0"/>
      <dgm:spPr/>
    </dgm:pt>
    <dgm:pt modelId="{A42D3680-25C6-4AED-AB10-EF211813609E}" type="pres">
      <dgm:prSet presAssocID="{F6C346BF-6BBF-4801-9E82-30F0C701C3F5}" presName="Name37" presStyleLbl="parChTrans1D4" presStyleIdx="9" presStyleCnt="13"/>
      <dgm:spPr/>
      <dgm:t>
        <a:bodyPr/>
        <a:lstStyle/>
        <a:p>
          <a:endParaRPr lang="zh-CN" altLang="en-US"/>
        </a:p>
      </dgm:t>
    </dgm:pt>
    <dgm:pt modelId="{40C8D9B7-6641-48D8-9E17-F3C06233FBC8}" type="pres">
      <dgm:prSet presAssocID="{B3B241BF-E9D6-4DC3-946E-09E6A9955093}" presName="hierRoot2" presStyleCnt="0">
        <dgm:presLayoutVars>
          <dgm:hierBranch val="init"/>
        </dgm:presLayoutVars>
      </dgm:prSet>
      <dgm:spPr/>
    </dgm:pt>
    <dgm:pt modelId="{CD028E55-8A7A-40B9-8CAF-9CB582990DC6}" type="pres">
      <dgm:prSet presAssocID="{B3B241BF-E9D6-4DC3-946E-09E6A9955093}" presName="rootComposite" presStyleCnt="0"/>
      <dgm:spPr/>
    </dgm:pt>
    <dgm:pt modelId="{38AF52C5-C551-4ED5-ABF1-D7E3D1A68FCA}" type="pres">
      <dgm:prSet presAssocID="{B3B241BF-E9D6-4DC3-946E-09E6A9955093}" presName="rootText" presStyleLbl="node4" presStyleIdx="9" presStyleCnt="13" custScaleX="60275" custScaleY="378027" custLinFactY="100000" custLinFactNeighborX="-27322" custLinFactNeighborY="102879">
        <dgm:presLayoutVars>
          <dgm:chPref val="3"/>
        </dgm:presLayoutVars>
      </dgm:prSet>
      <dgm:spPr/>
      <dgm:t>
        <a:bodyPr/>
        <a:lstStyle/>
        <a:p>
          <a:endParaRPr lang="zh-CN" altLang="en-US"/>
        </a:p>
      </dgm:t>
    </dgm:pt>
    <dgm:pt modelId="{06D79F6C-82A6-46FB-9CB5-2D7D3ACCD4D9}" type="pres">
      <dgm:prSet presAssocID="{B3B241BF-E9D6-4DC3-946E-09E6A9955093}" presName="rootConnector" presStyleLbl="node4" presStyleIdx="9" presStyleCnt="13"/>
      <dgm:spPr/>
      <dgm:t>
        <a:bodyPr/>
        <a:lstStyle/>
        <a:p>
          <a:endParaRPr lang="zh-CN" altLang="en-US"/>
        </a:p>
      </dgm:t>
    </dgm:pt>
    <dgm:pt modelId="{34D26F7C-5C16-4602-8C53-0DD1142B7DF8}" type="pres">
      <dgm:prSet presAssocID="{B3B241BF-E9D6-4DC3-946E-09E6A9955093}" presName="hierChild4" presStyleCnt="0"/>
      <dgm:spPr/>
    </dgm:pt>
    <dgm:pt modelId="{2E409A97-DE20-4F1B-91BE-F1A4CCD9495C}" type="pres">
      <dgm:prSet presAssocID="{B3B241BF-E9D6-4DC3-946E-09E6A9955093}" presName="hierChild5" presStyleCnt="0"/>
      <dgm:spPr/>
    </dgm:pt>
    <dgm:pt modelId="{0E7A863F-F3D8-4EA0-A6F7-8FE60B5561A9}" type="pres">
      <dgm:prSet presAssocID="{06FD8EEE-43BD-44A3-A974-9DC2BD749E5B}" presName="hierChild5" presStyleCnt="0"/>
      <dgm:spPr/>
    </dgm:pt>
    <dgm:pt modelId="{8E8FC38D-2881-4A51-AA43-64165B8A61BC}" type="pres">
      <dgm:prSet presAssocID="{63F225D3-7DBC-406E-BC0A-C726B9C3028B}" presName="Name37" presStyleLbl="parChTrans1D4" presStyleIdx="10" presStyleCnt="13"/>
      <dgm:spPr/>
      <dgm:t>
        <a:bodyPr/>
        <a:lstStyle/>
        <a:p>
          <a:endParaRPr lang="zh-CN" altLang="en-US"/>
        </a:p>
      </dgm:t>
    </dgm:pt>
    <dgm:pt modelId="{B94DA608-6D90-428D-8931-644C80DFEA15}" type="pres">
      <dgm:prSet presAssocID="{03F5140B-A8B5-4DD3-83E5-3DB4B1EF25BB}" presName="hierRoot2" presStyleCnt="0">
        <dgm:presLayoutVars>
          <dgm:hierBranch val="init"/>
        </dgm:presLayoutVars>
      </dgm:prSet>
      <dgm:spPr/>
    </dgm:pt>
    <dgm:pt modelId="{0C76E252-DD44-49E8-80D0-99D5C92E0ABF}" type="pres">
      <dgm:prSet presAssocID="{03F5140B-A8B5-4DD3-83E5-3DB4B1EF25BB}" presName="rootComposite" presStyleCnt="0"/>
      <dgm:spPr/>
    </dgm:pt>
    <dgm:pt modelId="{5BEC2FF3-A382-4557-80BF-5AC3AD01969A}" type="pres">
      <dgm:prSet presAssocID="{03F5140B-A8B5-4DD3-83E5-3DB4B1EF25BB}" presName="rootText" presStyleLbl="node4" presStyleIdx="10" presStyleCnt="13" custScaleY="164415" custLinFactY="50125" custLinFactNeighborX="-25296" custLinFactNeighborY="100000">
        <dgm:presLayoutVars>
          <dgm:chPref val="3"/>
        </dgm:presLayoutVars>
      </dgm:prSet>
      <dgm:spPr/>
      <dgm:t>
        <a:bodyPr/>
        <a:lstStyle/>
        <a:p>
          <a:endParaRPr lang="zh-CN" altLang="en-US"/>
        </a:p>
      </dgm:t>
    </dgm:pt>
    <dgm:pt modelId="{B71C7FDD-17E8-4FE9-9BB6-53F7A867F6DC}" type="pres">
      <dgm:prSet presAssocID="{03F5140B-A8B5-4DD3-83E5-3DB4B1EF25BB}" presName="rootConnector" presStyleLbl="node4" presStyleIdx="10" presStyleCnt="13"/>
      <dgm:spPr/>
      <dgm:t>
        <a:bodyPr/>
        <a:lstStyle/>
        <a:p>
          <a:endParaRPr lang="zh-CN" altLang="en-US"/>
        </a:p>
      </dgm:t>
    </dgm:pt>
    <dgm:pt modelId="{91031A89-42FA-4629-861A-EBE5CA14D2E4}" type="pres">
      <dgm:prSet presAssocID="{03F5140B-A8B5-4DD3-83E5-3DB4B1EF25BB}" presName="hierChild4" presStyleCnt="0"/>
      <dgm:spPr/>
    </dgm:pt>
    <dgm:pt modelId="{35079725-4EA6-451A-B14B-A8B3F30BC50C}" type="pres">
      <dgm:prSet presAssocID="{8C4D0A60-B6DD-4662-AC22-93BFBF830DDA}" presName="Name37" presStyleLbl="parChTrans1D4" presStyleIdx="11" presStyleCnt="13"/>
      <dgm:spPr/>
      <dgm:t>
        <a:bodyPr/>
        <a:lstStyle/>
        <a:p>
          <a:endParaRPr lang="zh-CN" altLang="en-US"/>
        </a:p>
      </dgm:t>
    </dgm:pt>
    <dgm:pt modelId="{97BE2E5F-36E6-4869-8C6E-B5943AAC50D1}" type="pres">
      <dgm:prSet presAssocID="{5DE85AAD-EB41-4660-80A9-B555DCCD5874}" presName="hierRoot2" presStyleCnt="0">
        <dgm:presLayoutVars>
          <dgm:hierBranch val="init"/>
        </dgm:presLayoutVars>
      </dgm:prSet>
      <dgm:spPr/>
    </dgm:pt>
    <dgm:pt modelId="{B748BB22-8C58-4465-A64F-205DCF90354F}" type="pres">
      <dgm:prSet presAssocID="{5DE85AAD-EB41-4660-80A9-B555DCCD5874}" presName="rootComposite" presStyleCnt="0"/>
      <dgm:spPr/>
    </dgm:pt>
    <dgm:pt modelId="{748754F5-63C8-4B6E-88F7-849CAE8CE6CD}" type="pres">
      <dgm:prSet presAssocID="{5DE85AAD-EB41-4660-80A9-B555DCCD5874}" presName="rootText" presStyleLbl="node4" presStyleIdx="11" presStyleCnt="13" custScaleX="60275" custScaleY="377571" custLinFactY="100000" custLinFactNeighborX="-28514" custLinFactNeighborY="103335">
        <dgm:presLayoutVars>
          <dgm:chPref val="3"/>
        </dgm:presLayoutVars>
      </dgm:prSet>
      <dgm:spPr/>
      <dgm:t>
        <a:bodyPr/>
        <a:lstStyle/>
        <a:p>
          <a:endParaRPr lang="zh-CN" altLang="en-US"/>
        </a:p>
      </dgm:t>
    </dgm:pt>
    <dgm:pt modelId="{7E6A5CE1-46B0-41B4-A844-D5EB480C226D}" type="pres">
      <dgm:prSet presAssocID="{5DE85AAD-EB41-4660-80A9-B555DCCD5874}" presName="rootConnector" presStyleLbl="node4" presStyleIdx="11" presStyleCnt="13"/>
      <dgm:spPr/>
      <dgm:t>
        <a:bodyPr/>
        <a:lstStyle/>
        <a:p>
          <a:endParaRPr lang="zh-CN" altLang="en-US"/>
        </a:p>
      </dgm:t>
    </dgm:pt>
    <dgm:pt modelId="{87D2B926-28D9-4E4C-AA84-DE91C8DE6BD0}" type="pres">
      <dgm:prSet presAssocID="{5DE85AAD-EB41-4660-80A9-B555DCCD5874}" presName="hierChild4" presStyleCnt="0"/>
      <dgm:spPr/>
    </dgm:pt>
    <dgm:pt modelId="{E056AA6A-0F38-4E24-8279-FCEC69EB5753}" type="pres">
      <dgm:prSet presAssocID="{5DE85AAD-EB41-4660-80A9-B555DCCD5874}" presName="hierChild5" presStyleCnt="0"/>
      <dgm:spPr/>
    </dgm:pt>
    <dgm:pt modelId="{1139F118-CDE0-4C31-A30F-650F05E4F912}" type="pres">
      <dgm:prSet presAssocID="{03F5140B-A8B5-4DD3-83E5-3DB4B1EF25BB}" presName="hierChild5" presStyleCnt="0"/>
      <dgm:spPr/>
    </dgm:pt>
    <dgm:pt modelId="{8102A88D-8481-462D-956D-9963B4FD4785}" type="pres">
      <dgm:prSet presAssocID="{75A48513-7694-44B8-9FA7-6F0FE4FC6D5A}" presName="hierChild5" presStyleCnt="0"/>
      <dgm:spPr/>
    </dgm:pt>
    <dgm:pt modelId="{8FD9FD6E-022A-4129-B67B-7D43763AD217}" type="pres">
      <dgm:prSet presAssocID="{EF01AEA3-DC87-4596-BD8A-3FF46E199689}" presName="Name37" presStyleLbl="parChTrans1D3" presStyleIdx="3" presStyleCnt="5"/>
      <dgm:spPr/>
      <dgm:t>
        <a:bodyPr/>
        <a:lstStyle/>
        <a:p>
          <a:endParaRPr lang="zh-CN" altLang="en-US"/>
        </a:p>
      </dgm:t>
    </dgm:pt>
    <dgm:pt modelId="{76516E85-9B3F-4A11-8547-DB1F9A47B6AB}" type="pres">
      <dgm:prSet presAssocID="{77DE3A82-C527-4D3C-98D2-039D25FA851E}" presName="hierRoot2" presStyleCnt="0">
        <dgm:presLayoutVars>
          <dgm:hierBranch val="init"/>
        </dgm:presLayoutVars>
      </dgm:prSet>
      <dgm:spPr/>
    </dgm:pt>
    <dgm:pt modelId="{F88EF5CA-0F61-4A3C-BE2A-B57A4406B423}" type="pres">
      <dgm:prSet presAssocID="{77DE3A82-C527-4D3C-98D2-039D25FA851E}" presName="rootComposite" presStyleCnt="0"/>
      <dgm:spPr/>
    </dgm:pt>
    <dgm:pt modelId="{CD593125-891C-40D1-B8C0-8B41423AADE0}" type="pres">
      <dgm:prSet presAssocID="{77DE3A82-C527-4D3C-98D2-039D25FA851E}" presName="rootText" presStyleLbl="node3" presStyleIdx="3" presStyleCnt="5" custScaleY="224630" custLinFactNeighborX="-12381" custLinFactNeighborY="84979">
        <dgm:presLayoutVars>
          <dgm:chPref val="3"/>
        </dgm:presLayoutVars>
      </dgm:prSet>
      <dgm:spPr/>
      <dgm:t>
        <a:bodyPr/>
        <a:lstStyle/>
        <a:p>
          <a:endParaRPr lang="zh-CN" altLang="en-US"/>
        </a:p>
      </dgm:t>
    </dgm:pt>
    <dgm:pt modelId="{C98F644A-0C51-40E5-B078-2A6FD255EEAC}" type="pres">
      <dgm:prSet presAssocID="{77DE3A82-C527-4D3C-98D2-039D25FA851E}" presName="rootConnector" presStyleLbl="node3" presStyleIdx="3" presStyleCnt="5"/>
      <dgm:spPr/>
      <dgm:t>
        <a:bodyPr/>
        <a:lstStyle/>
        <a:p>
          <a:endParaRPr lang="zh-CN" altLang="en-US"/>
        </a:p>
      </dgm:t>
    </dgm:pt>
    <dgm:pt modelId="{FD20D17A-7D59-4EEA-9A34-B27F5490A176}" type="pres">
      <dgm:prSet presAssocID="{77DE3A82-C527-4D3C-98D2-039D25FA851E}" presName="hierChild4" presStyleCnt="0"/>
      <dgm:spPr/>
    </dgm:pt>
    <dgm:pt modelId="{0A0A55C7-CE5A-4A38-9411-DD4092C8462E}" type="pres">
      <dgm:prSet presAssocID="{00EE2105-4DC9-45E8-A8BA-4D7FB7B4BABA}" presName="Name37" presStyleLbl="parChTrans1D4" presStyleIdx="12" presStyleCnt="13"/>
      <dgm:spPr/>
      <dgm:t>
        <a:bodyPr/>
        <a:lstStyle/>
        <a:p>
          <a:endParaRPr lang="zh-CN" altLang="en-US"/>
        </a:p>
      </dgm:t>
    </dgm:pt>
    <dgm:pt modelId="{752ACFFA-16B9-4667-B19E-C865EA97BA23}" type="pres">
      <dgm:prSet presAssocID="{E27F076F-D7DA-4D66-A0E2-4516A9BBAA38}" presName="hierRoot2" presStyleCnt="0">
        <dgm:presLayoutVars>
          <dgm:hierBranch val="init"/>
        </dgm:presLayoutVars>
      </dgm:prSet>
      <dgm:spPr/>
    </dgm:pt>
    <dgm:pt modelId="{94406F10-1A9B-4FD7-915C-742186B357FD}" type="pres">
      <dgm:prSet presAssocID="{E27F076F-D7DA-4D66-A0E2-4516A9BBAA38}" presName="rootComposite" presStyleCnt="0"/>
      <dgm:spPr/>
    </dgm:pt>
    <dgm:pt modelId="{D0395957-2DFC-4498-AA2A-324AA0644FBA}" type="pres">
      <dgm:prSet presAssocID="{E27F076F-D7DA-4D66-A0E2-4516A9BBAA38}" presName="rootText" presStyleLbl="node4" presStyleIdx="12" presStyleCnt="13" custScaleX="60275" custScaleY="351468" custLinFactY="200000" custLinFactNeighborX="-15598" custLinFactNeighborY="203561">
        <dgm:presLayoutVars>
          <dgm:chPref val="3"/>
        </dgm:presLayoutVars>
      </dgm:prSet>
      <dgm:spPr/>
      <dgm:t>
        <a:bodyPr/>
        <a:lstStyle/>
        <a:p>
          <a:endParaRPr lang="zh-CN" altLang="en-US"/>
        </a:p>
      </dgm:t>
    </dgm:pt>
    <dgm:pt modelId="{BBD7E136-CCA1-4349-8CD7-74E4F548ECFB}" type="pres">
      <dgm:prSet presAssocID="{E27F076F-D7DA-4D66-A0E2-4516A9BBAA38}" presName="rootConnector" presStyleLbl="node4" presStyleIdx="12" presStyleCnt="13"/>
      <dgm:spPr/>
      <dgm:t>
        <a:bodyPr/>
        <a:lstStyle/>
        <a:p>
          <a:endParaRPr lang="zh-CN" altLang="en-US"/>
        </a:p>
      </dgm:t>
    </dgm:pt>
    <dgm:pt modelId="{56CEA073-AE8D-4785-8FFD-334850D712C8}" type="pres">
      <dgm:prSet presAssocID="{E27F076F-D7DA-4D66-A0E2-4516A9BBAA38}" presName="hierChild4" presStyleCnt="0"/>
      <dgm:spPr/>
    </dgm:pt>
    <dgm:pt modelId="{952AE1D3-F2C0-4839-8656-B06374B5B20C}" type="pres">
      <dgm:prSet presAssocID="{E27F076F-D7DA-4D66-A0E2-4516A9BBAA38}" presName="hierChild5" presStyleCnt="0"/>
      <dgm:spPr/>
    </dgm:pt>
    <dgm:pt modelId="{341BD515-5DD6-4A5D-8B5B-2C2BFBD9C10A}" type="pres">
      <dgm:prSet presAssocID="{77DE3A82-C527-4D3C-98D2-039D25FA851E}" presName="hierChild5" presStyleCnt="0"/>
      <dgm:spPr/>
    </dgm:pt>
    <dgm:pt modelId="{8049E33E-31D4-4E56-9941-8E8DDAB532B1}" type="pres">
      <dgm:prSet presAssocID="{B02DF1C6-EC96-41F2-B184-EDDCFE560406}" presName="hierChild5" presStyleCnt="0"/>
      <dgm:spPr/>
    </dgm:pt>
    <dgm:pt modelId="{164CB905-C747-447D-B836-41BDBB6D128A}" type="pres">
      <dgm:prSet presAssocID="{7975F9A4-9097-473A-8DD8-2495E6D3F9DA}" presName="Name37" presStyleLbl="parChTrans1D2" presStyleIdx="2" presStyleCnt="3"/>
      <dgm:spPr/>
      <dgm:t>
        <a:bodyPr/>
        <a:lstStyle/>
        <a:p>
          <a:endParaRPr lang="zh-CN" altLang="en-US"/>
        </a:p>
      </dgm:t>
    </dgm:pt>
    <dgm:pt modelId="{90DC7B07-D83F-467C-BCC6-8B0DEC50A375}" type="pres">
      <dgm:prSet presAssocID="{F2872F85-FEC3-4203-BD32-2CFE237E44D5}" presName="hierRoot2" presStyleCnt="0">
        <dgm:presLayoutVars>
          <dgm:hierBranch val="init"/>
        </dgm:presLayoutVars>
      </dgm:prSet>
      <dgm:spPr/>
    </dgm:pt>
    <dgm:pt modelId="{41C6EA9C-FC91-4BBA-8033-2881852045C5}" type="pres">
      <dgm:prSet presAssocID="{F2872F85-FEC3-4203-BD32-2CFE237E44D5}" presName="rootComposite" presStyleCnt="0"/>
      <dgm:spPr/>
    </dgm:pt>
    <dgm:pt modelId="{5344330A-9260-4057-AA5B-F48DD1DB79C9}" type="pres">
      <dgm:prSet presAssocID="{F2872F85-FEC3-4203-BD32-2CFE237E44D5}" presName="rootText" presStyleLbl="node2" presStyleIdx="2" presStyleCnt="3" custScaleX="112344" custScaleY="102352" custLinFactNeighborY="18064">
        <dgm:presLayoutVars>
          <dgm:chPref val="3"/>
        </dgm:presLayoutVars>
      </dgm:prSet>
      <dgm:spPr/>
      <dgm:t>
        <a:bodyPr/>
        <a:lstStyle/>
        <a:p>
          <a:endParaRPr lang="zh-CN" altLang="en-US"/>
        </a:p>
      </dgm:t>
    </dgm:pt>
    <dgm:pt modelId="{310D10B4-4BCD-4DDC-8641-6437D4D897F2}" type="pres">
      <dgm:prSet presAssocID="{F2872F85-FEC3-4203-BD32-2CFE237E44D5}" presName="rootConnector" presStyleLbl="node2" presStyleIdx="2" presStyleCnt="3"/>
      <dgm:spPr/>
      <dgm:t>
        <a:bodyPr/>
        <a:lstStyle/>
        <a:p>
          <a:endParaRPr lang="zh-CN" altLang="en-US"/>
        </a:p>
      </dgm:t>
    </dgm:pt>
    <dgm:pt modelId="{6497E6B0-580D-4FE5-9137-C9E109846847}" type="pres">
      <dgm:prSet presAssocID="{F2872F85-FEC3-4203-BD32-2CFE237E44D5}" presName="hierChild4" presStyleCnt="0"/>
      <dgm:spPr/>
    </dgm:pt>
    <dgm:pt modelId="{A4423C54-135A-4F00-9BCA-03FA96A71832}" type="pres">
      <dgm:prSet presAssocID="{562CE440-5D04-4E0E-86AB-96BE930CF8BE}" presName="Name37" presStyleLbl="parChTrans1D3" presStyleIdx="4" presStyleCnt="5"/>
      <dgm:spPr/>
      <dgm:t>
        <a:bodyPr/>
        <a:lstStyle/>
        <a:p>
          <a:endParaRPr lang="zh-CN" altLang="en-US"/>
        </a:p>
      </dgm:t>
    </dgm:pt>
    <dgm:pt modelId="{A941C114-64D4-4C1B-A01C-2191C16C9D52}" type="pres">
      <dgm:prSet presAssocID="{04DD95E5-7CAB-4B59-B27D-D5C9C9DC4101}" presName="hierRoot2" presStyleCnt="0">
        <dgm:presLayoutVars>
          <dgm:hierBranch val="init"/>
        </dgm:presLayoutVars>
      </dgm:prSet>
      <dgm:spPr/>
    </dgm:pt>
    <dgm:pt modelId="{DA5A8C1C-7091-4102-B568-64008D8D1160}" type="pres">
      <dgm:prSet presAssocID="{04DD95E5-7CAB-4B59-B27D-D5C9C9DC4101}" presName="rootComposite" presStyleCnt="0"/>
      <dgm:spPr/>
    </dgm:pt>
    <dgm:pt modelId="{60317E36-28C5-4CEB-B81D-1025F789A219}" type="pres">
      <dgm:prSet presAssocID="{04DD95E5-7CAB-4B59-B27D-D5C9C9DC4101}" presName="rootText" presStyleLbl="node3" presStyleIdx="4" presStyleCnt="5" custScaleX="60275" custScaleY="390751" custLinFactY="300000" custLinFactNeighborX="-2681" custLinFactNeighborY="352692">
        <dgm:presLayoutVars>
          <dgm:chPref val="3"/>
        </dgm:presLayoutVars>
      </dgm:prSet>
      <dgm:spPr/>
      <dgm:t>
        <a:bodyPr/>
        <a:lstStyle/>
        <a:p>
          <a:endParaRPr lang="zh-CN" altLang="en-US"/>
        </a:p>
      </dgm:t>
    </dgm:pt>
    <dgm:pt modelId="{D1368611-5839-4C79-B662-3CE54F21852C}" type="pres">
      <dgm:prSet presAssocID="{04DD95E5-7CAB-4B59-B27D-D5C9C9DC4101}" presName="rootConnector" presStyleLbl="node3" presStyleIdx="4" presStyleCnt="5"/>
      <dgm:spPr/>
      <dgm:t>
        <a:bodyPr/>
        <a:lstStyle/>
        <a:p>
          <a:endParaRPr lang="zh-CN" altLang="en-US"/>
        </a:p>
      </dgm:t>
    </dgm:pt>
    <dgm:pt modelId="{90FA9581-99E3-4D0F-99B2-D6E79AEFC708}" type="pres">
      <dgm:prSet presAssocID="{04DD95E5-7CAB-4B59-B27D-D5C9C9DC4101}" presName="hierChild4" presStyleCnt="0"/>
      <dgm:spPr/>
    </dgm:pt>
    <dgm:pt modelId="{F4297BF0-9AA9-4AB1-9BE0-16086F563B2B}" type="pres">
      <dgm:prSet presAssocID="{04DD95E5-7CAB-4B59-B27D-D5C9C9DC4101}" presName="hierChild5" presStyleCnt="0"/>
      <dgm:spPr/>
    </dgm:pt>
    <dgm:pt modelId="{1E7F4695-99F2-4380-A719-B6FE40167899}" type="pres">
      <dgm:prSet presAssocID="{F2872F85-FEC3-4203-BD32-2CFE237E44D5}" presName="hierChild5" presStyleCnt="0"/>
      <dgm:spPr/>
    </dgm:pt>
    <dgm:pt modelId="{3A6A9D21-35F6-4C93-9221-87023F84FD1C}" type="pres">
      <dgm:prSet presAssocID="{02B6216B-6016-417A-B5BF-F8EC575A1E2E}" presName="hierChild3" presStyleCnt="0"/>
      <dgm:spPr/>
    </dgm:pt>
  </dgm:ptLst>
  <dgm:cxnLst>
    <dgm:cxn modelId="{C3E3359A-927A-4855-9308-F156EE21F823}" type="presOf" srcId="{03F5140B-A8B5-4DD3-83E5-3DB4B1EF25BB}" destId="{B71C7FDD-17E8-4FE9-9BB6-53F7A867F6DC}" srcOrd="1" destOrd="0" presId="urn:microsoft.com/office/officeart/2005/8/layout/orgChart1"/>
    <dgm:cxn modelId="{03C4DD0E-0F4B-4D95-8667-BBF6ADF0A891}" type="presOf" srcId="{AC3C683B-3820-4DB6-8852-7ED854EBC420}" destId="{573B01B9-48D8-42F0-8D4B-B8E6D3F8F413}" srcOrd="0" destOrd="0" presId="urn:microsoft.com/office/officeart/2005/8/layout/orgChart1"/>
    <dgm:cxn modelId="{4B7E2C8C-0438-4646-BA88-66763F12F103}" srcId="{75A48513-7694-44B8-9FA7-6F0FE4FC6D5A}" destId="{1F9F5875-CE1B-4306-BDFA-0F7D7E8FADEF}" srcOrd="2" destOrd="0" parTransId="{3273A13F-B139-4023-913C-DEEC47952B6E}" sibTransId="{16FE34E2-B198-437C-A2DE-0A63D14DF392}"/>
    <dgm:cxn modelId="{A8CF5533-A033-4C45-9E88-F9D3E3CF96EF}" srcId="{03F5140B-A8B5-4DD3-83E5-3DB4B1EF25BB}" destId="{5DE85AAD-EB41-4660-80A9-B555DCCD5874}" srcOrd="0" destOrd="0" parTransId="{8C4D0A60-B6DD-4662-AC22-93BFBF830DDA}" sibTransId="{ABB7DCF5-A694-4A50-8A26-47590948A4FB}"/>
    <dgm:cxn modelId="{ED65D26A-F930-47C7-BB03-0AC87B0749A7}" type="presOf" srcId="{7975F9A4-9097-473A-8DD8-2495E6D3F9DA}" destId="{164CB905-C747-447D-B836-41BDBB6D128A}" srcOrd="0" destOrd="0" presId="urn:microsoft.com/office/officeart/2005/8/layout/orgChart1"/>
    <dgm:cxn modelId="{457BC1B0-89D3-4E11-B560-98EEF0D9FD9B}" srcId="{75A48513-7694-44B8-9FA7-6F0FE4FC6D5A}" destId="{03F5140B-A8B5-4DD3-83E5-3DB4B1EF25BB}" srcOrd="4" destOrd="0" parTransId="{63F225D3-7DBC-406E-BC0A-C726B9C3028B}" sibTransId="{378E9D9E-8BCC-496F-BE78-7744B606A247}"/>
    <dgm:cxn modelId="{207FEAFF-0238-4F21-88A2-1CA14CF81495}" type="presOf" srcId="{B3B241BF-E9D6-4DC3-946E-09E6A9955093}" destId="{38AF52C5-C551-4ED5-ABF1-D7E3D1A68FCA}" srcOrd="0" destOrd="0" presId="urn:microsoft.com/office/officeart/2005/8/layout/orgChart1"/>
    <dgm:cxn modelId="{9F9BEAA2-4A50-484C-80F0-F3681CB7A256}" type="presOf" srcId="{1F9F5875-CE1B-4306-BDFA-0F7D7E8FADEF}" destId="{EF140AA8-259A-4B4A-BA3E-7807E84063C8}" srcOrd="1" destOrd="0" presId="urn:microsoft.com/office/officeart/2005/8/layout/orgChart1"/>
    <dgm:cxn modelId="{57B08CDE-9250-4666-9211-965DEDF34A6A}" srcId="{FADA968B-3DA5-426F-B33F-B94EC6790F7A}" destId="{F7D6A8E8-CC0E-473E-BA7A-0EC2431F453B}" srcOrd="1" destOrd="0" parTransId="{3C3C00B8-5194-42C2-B413-C3D12579C406}" sibTransId="{681345EA-7CE8-4BE4-B8FD-A2125502C98F}"/>
    <dgm:cxn modelId="{AD9B93CE-BE69-4878-A69E-FDDA0A881FF0}" type="presOf" srcId="{2D04DC95-1FB4-4A76-911E-1FF6759CA0EF}" destId="{2958C158-0126-4C49-954A-7C1C76FC11FD}" srcOrd="0" destOrd="0" presId="urn:microsoft.com/office/officeart/2005/8/layout/orgChart1"/>
    <dgm:cxn modelId="{24ACE84C-2D0F-4CBF-BB13-7A36792B9A59}" srcId="{FADA968B-3DA5-426F-B33F-B94EC6790F7A}" destId="{969A8555-8708-4665-9109-8666689B1F3C}" srcOrd="0" destOrd="0" parTransId="{61FCEE3E-C314-4632-94C2-2D723C6BD5A1}" sibTransId="{39696B9D-1E76-475B-811B-FED8BDEB49C6}"/>
    <dgm:cxn modelId="{7C2782AE-E711-49A4-91AB-EB7189B2FCCD}" type="presOf" srcId="{F2872F85-FEC3-4203-BD32-2CFE237E44D5}" destId="{5344330A-9260-4057-AA5B-F48DD1DB79C9}" srcOrd="0" destOrd="0" presId="urn:microsoft.com/office/officeart/2005/8/layout/orgChart1"/>
    <dgm:cxn modelId="{E5F82466-AFF5-4D76-A197-51B49363EE37}" type="presOf" srcId="{E612F722-2ADB-4926-A7E6-46270F09DC05}" destId="{51E7A65C-0A35-4743-9346-478ADB12FC5C}" srcOrd="1" destOrd="0" presId="urn:microsoft.com/office/officeart/2005/8/layout/orgChart1"/>
    <dgm:cxn modelId="{9D098320-1A17-498B-AA97-E40382AA20D5}" srcId="{969A8555-8708-4665-9109-8666689B1F3C}" destId="{2D04DC95-1FB4-4A76-911E-1FF6759CA0EF}" srcOrd="0" destOrd="0" parTransId="{46A76D68-7DAF-470D-A747-977F1A05ECE7}" sibTransId="{20582886-3019-4897-AF15-FCBDFE511721}"/>
    <dgm:cxn modelId="{6C5B0CB0-A498-4E9F-A5F0-21C9CD53A266}" type="presOf" srcId="{17FE75FB-3B4A-4BEE-9FDB-130A0D477FE1}" destId="{9553F603-0C78-44B7-B3F0-DDBB4A80E584}" srcOrd="1" destOrd="0" presId="urn:microsoft.com/office/officeart/2005/8/layout/orgChart1"/>
    <dgm:cxn modelId="{A625E4C2-1DE8-4304-B94E-F2072218471C}" type="presOf" srcId="{FADA968B-3DA5-426F-B33F-B94EC6790F7A}" destId="{1AD4311A-6169-4D02-B8B5-3A0D9904596F}" srcOrd="1" destOrd="0" presId="urn:microsoft.com/office/officeart/2005/8/layout/orgChart1"/>
    <dgm:cxn modelId="{CD948D53-B09D-421B-9753-9C3C08D102DB}" srcId="{75A48513-7694-44B8-9FA7-6F0FE4FC6D5A}" destId="{06FD8EEE-43BD-44A3-A974-9DC2BD749E5B}" srcOrd="3" destOrd="0" parTransId="{893B1E50-6375-4812-B5DD-0F07436B73E1}" sibTransId="{ED7A0F5D-D943-47BC-915C-5500724AAA6D}"/>
    <dgm:cxn modelId="{7D6CF40D-2981-49D0-9759-C72AA63F445B}" type="presOf" srcId="{75A48513-7694-44B8-9FA7-6F0FE4FC6D5A}" destId="{46464151-4050-4C9E-83F6-777270283779}" srcOrd="1" destOrd="0" presId="urn:microsoft.com/office/officeart/2005/8/layout/orgChart1"/>
    <dgm:cxn modelId="{FB4B076E-BB45-49E5-BCE6-0E764A14FDEB}" type="presOf" srcId="{D31C65D2-178A-4988-885A-90DF297111BE}" destId="{791ACEE3-57A0-462F-B7F4-386B2B4ED2C2}" srcOrd="0" destOrd="0" presId="urn:microsoft.com/office/officeart/2005/8/layout/orgChart1"/>
    <dgm:cxn modelId="{3B3635BF-CF32-4A14-ADC2-535E5C3EF0CC}" type="presOf" srcId="{B02DF1C6-EC96-41F2-B184-EDDCFE560406}" destId="{01411D09-113B-4AB5-85F7-555DD1A218AE}" srcOrd="1" destOrd="0" presId="urn:microsoft.com/office/officeart/2005/8/layout/orgChart1"/>
    <dgm:cxn modelId="{448F27AE-A166-454A-846E-1CC8E44258E0}" type="presOf" srcId="{6E4BFE08-B93D-45D6-A030-C4CDE14D3FAE}" destId="{E5517762-C445-4DEF-96DF-3D2165429BA1}" srcOrd="0" destOrd="0" presId="urn:microsoft.com/office/officeart/2005/8/layout/orgChart1"/>
    <dgm:cxn modelId="{60C8C313-775B-4452-9822-6812A0B67F65}" type="presOf" srcId="{06FD8EEE-43BD-44A3-A974-9DC2BD749E5B}" destId="{A525C799-572F-424E-BE3D-8CD5D5B84F8B}" srcOrd="1" destOrd="0" presId="urn:microsoft.com/office/officeart/2005/8/layout/orgChart1"/>
    <dgm:cxn modelId="{95E74DD0-5D74-4407-B20C-D07551884BAF}" type="presOf" srcId="{5DE85AAD-EB41-4660-80A9-B555DCCD5874}" destId="{748754F5-63C8-4B6E-88F7-849CAE8CE6CD}" srcOrd="0" destOrd="0" presId="urn:microsoft.com/office/officeart/2005/8/layout/orgChart1"/>
    <dgm:cxn modelId="{5435B2A9-B3A5-462F-868E-0C943D7931A1}" type="presOf" srcId="{99386EE0-7F8A-4EEE-B608-837B1C01F69D}" destId="{33FA6E82-54E6-475F-A821-3717277250F9}" srcOrd="1" destOrd="0" presId="urn:microsoft.com/office/officeart/2005/8/layout/orgChart1"/>
    <dgm:cxn modelId="{E8741EB5-D7CB-46D0-AEAD-0F6207A2481C}" type="presOf" srcId="{E612F722-2ADB-4926-A7E6-46270F09DC05}" destId="{843B9376-B5C1-49D6-915D-D996DB24CA45}" srcOrd="0" destOrd="0" presId="urn:microsoft.com/office/officeart/2005/8/layout/orgChart1"/>
    <dgm:cxn modelId="{C1ABF71D-1CF8-4527-BAD8-B15325482EE5}" srcId="{02B6216B-6016-417A-B5BF-F8EC575A1E2E}" destId="{B02DF1C6-EC96-41F2-B184-EDDCFE560406}" srcOrd="1" destOrd="0" parTransId="{7C2ED8FE-241D-4F6F-899B-4EC3BE10324F}" sibTransId="{FB013444-4559-44F7-BF0C-F7B915687C0D}"/>
    <dgm:cxn modelId="{FDC0DA99-40CB-40BF-9B8C-CFDDBDC75683}" srcId="{1F9F5875-CE1B-4306-BDFA-0F7D7E8FADEF}" destId="{AC3C683B-3820-4DB6-8852-7ED854EBC420}" srcOrd="0" destOrd="0" parTransId="{D31C65D2-178A-4988-885A-90DF297111BE}" sibTransId="{AF648EA1-11F6-42FE-8B25-89C7796B384D}"/>
    <dgm:cxn modelId="{EBB05426-3675-4970-8656-0C599BE12686}" type="presOf" srcId="{2D71A523-944F-4B78-BC97-8C1CB699DEA3}" destId="{BF8B1110-01F7-4CED-811A-A1A3B8FB6EC0}" srcOrd="0" destOrd="0" presId="urn:microsoft.com/office/officeart/2005/8/layout/orgChart1"/>
    <dgm:cxn modelId="{F8436E1A-8EC6-4873-A731-A142633C320F}" type="presOf" srcId="{5DE85AAD-EB41-4660-80A9-B555DCCD5874}" destId="{7E6A5CE1-46B0-41B4-A844-D5EB480C226D}" srcOrd="1" destOrd="0" presId="urn:microsoft.com/office/officeart/2005/8/layout/orgChart1"/>
    <dgm:cxn modelId="{9D7C7EE1-70CF-4209-A9B2-95D8AAB622BF}" type="presOf" srcId="{F2872F85-FEC3-4203-BD32-2CFE237E44D5}" destId="{310D10B4-4BCD-4DDC-8641-6437D4D897F2}" srcOrd="1" destOrd="0" presId="urn:microsoft.com/office/officeart/2005/8/layout/orgChart1"/>
    <dgm:cxn modelId="{74756314-8D7B-45AD-84A6-1A5EFD42F5A0}" srcId="{F2872F85-FEC3-4203-BD32-2CFE237E44D5}" destId="{04DD95E5-7CAB-4B59-B27D-D5C9C9DC4101}" srcOrd="0" destOrd="0" parTransId="{562CE440-5D04-4E0E-86AB-96BE930CF8BE}" sibTransId="{4119D633-3DD5-4244-9B62-6C4C6260E628}"/>
    <dgm:cxn modelId="{8F7579B1-AC48-40D4-AA59-236FD4A38D5E}" srcId="{75A48513-7694-44B8-9FA7-6F0FE4FC6D5A}" destId="{E612F722-2ADB-4926-A7E6-46270F09DC05}" srcOrd="0" destOrd="0" parTransId="{6E4BFE08-B93D-45D6-A030-C4CDE14D3FAE}" sibTransId="{742F9AA4-AD5E-481C-965B-3F20058F4943}"/>
    <dgm:cxn modelId="{0DF29E2E-F389-44C8-A345-C24F8B57575A}" type="presOf" srcId="{02B6216B-6016-417A-B5BF-F8EC575A1E2E}" destId="{2EBDAE14-5555-40C3-A121-18E3103F8B93}" srcOrd="0" destOrd="0" presId="urn:microsoft.com/office/officeart/2005/8/layout/orgChart1"/>
    <dgm:cxn modelId="{F486739F-CD6C-4F88-9B1E-80112425849B}" srcId="{02B6216B-6016-417A-B5BF-F8EC575A1E2E}" destId="{FADA968B-3DA5-426F-B33F-B94EC6790F7A}" srcOrd="0" destOrd="0" parTransId="{073B52A3-7B90-4DA1-8701-94ABAD3FB799}" sibTransId="{62761310-21CE-4AFB-87D0-B88230A32F27}"/>
    <dgm:cxn modelId="{18957584-B74C-471B-A218-1D4AA93CF524}" type="presOf" srcId="{02B6216B-6016-417A-B5BF-F8EC575A1E2E}" destId="{896469EA-C7EE-4CBB-985B-D2AC74E3D784}" srcOrd="1" destOrd="0" presId="urn:microsoft.com/office/officeart/2005/8/layout/orgChart1"/>
    <dgm:cxn modelId="{5D3C2A59-E853-4BF2-898E-E77ACB620C20}" type="presOf" srcId="{7C2ED8FE-241D-4F6F-899B-4EC3BE10324F}" destId="{6C700C0C-4E74-4833-902C-BD331602F050}" srcOrd="0" destOrd="0" presId="urn:microsoft.com/office/officeart/2005/8/layout/orgChart1"/>
    <dgm:cxn modelId="{82DE00C0-C969-41D7-873B-A005EA35F6C3}" type="presOf" srcId="{969A8555-8708-4665-9109-8666689B1F3C}" destId="{B542E765-C2C7-4FEC-BF0F-7159CF0AC1D2}" srcOrd="1" destOrd="0" presId="urn:microsoft.com/office/officeart/2005/8/layout/orgChart1"/>
    <dgm:cxn modelId="{15111B9E-27BF-45CD-B558-29B66013121F}" type="presOf" srcId="{03F5140B-A8B5-4DD3-83E5-3DB4B1EF25BB}" destId="{5BEC2FF3-A382-4557-80BF-5AC3AD01969A}" srcOrd="0" destOrd="0" presId="urn:microsoft.com/office/officeart/2005/8/layout/orgChart1"/>
    <dgm:cxn modelId="{6E3C0FEE-1907-4366-9A6F-FC7DE58DC797}" type="presOf" srcId="{B3B241BF-E9D6-4DC3-946E-09E6A9955093}" destId="{06D79F6C-82A6-46FB-9CB5-2D7D3ACCD4D9}" srcOrd="1" destOrd="0" presId="urn:microsoft.com/office/officeart/2005/8/layout/orgChart1"/>
    <dgm:cxn modelId="{797CB7AB-0A94-4453-9596-48F23A3E3BB5}" type="presOf" srcId="{04DD95E5-7CAB-4B59-B27D-D5C9C9DC4101}" destId="{D1368611-5839-4C79-B662-3CE54F21852C}" srcOrd="1" destOrd="0" presId="urn:microsoft.com/office/officeart/2005/8/layout/orgChart1"/>
    <dgm:cxn modelId="{5D64A856-A0B6-4243-BC6F-AF2D4CD70A6A}" type="presOf" srcId="{9A9F0E4B-D9AC-4FD7-B50D-181A5F5D34EF}" destId="{7975DE9E-F1D8-48F8-83C7-28B675EEE74C}" srcOrd="0" destOrd="0" presId="urn:microsoft.com/office/officeart/2005/8/layout/orgChart1"/>
    <dgm:cxn modelId="{57EB46CF-0837-466B-9C32-065E073CCD9E}" srcId="{F98BD3C3-12FE-4ED6-B4D7-1C4E3A920C18}" destId="{02B6216B-6016-417A-B5BF-F8EC575A1E2E}" srcOrd="0" destOrd="0" parTransId="{7F5DDBE6-232A-4FED-92F8-5053A0AB9972}" sibTransId="{0B6AD872-3416-468F-88B0-B5A502993A43}"/>
    <dgm:cxn modelId="{7274C100-FCE5-47C7-8B63-C3EF401C2D41}" type="presOf" srcId="{35236ABC-6045-4E7F-9CA9-A7A9B4415320}" destId="{E1CE09EF-D8AB-4960-BED6-8285D7227318}" srcOrd="0" destOrd="0" presId="urn:microsoft.com/office/officeart/2005/8/layout/orgChart1"/>
    <dgm:cxn modelId="{BF74D0AF-25BB-4F46-9E2A-489F0AAE9C41}" type="presOf" srcId="{B02DF1C6-EC96-41F2-B184-EDDCFE560406}" destId="{D3BCE6DA-6123-4644-BB40-46686EB9A3C0}" srcOrd="0" destOrd="0" presId="urn:microsoft.com/office/officeart/2005/8/layout/orgChart1"/>
    <dgm:cxn modelId="{3C5E9D19-A181-415E-8990-8CAAAA585AD4}" type="presOf" srcId="{E27F076F-D7DA-4D66-A0E2-4516A9BBAA38}" destId="{D0395957-2DFC-4498-AA2A-324AA0644FBA}" srcOrd="0" destOrd="0" presId="urn:microsoft.com/office/officeart/2005/8/layout/orgChart1"/>
    <dgm:cxn modelId="{156CD9B7-B7B4-4FB6-80CD-F9A3348F22E7}" type="presOf" srcId="{AC3C683B-3820-4DB6-8852-7ED854EBC420}" destId="{E1D4151E-7B7F-4D56-BB24-9C0E78E2C8F2}" srcOrd="1" destOrd="0" presId="urn:microsoft.com/office/officeart/2005/8/layout/orgChart1"/>
    <dgm:cxn modelId="{853D3507-ABA0-420D-810C-D0CC2728E4B6}" type="presOf" srcId="{04DD95E5-7CAB-4B59-B27D-D5C9C9DC4101}" destId="{60317E36-28C5-4CEB-B81D-1025F789A219}" srcOrd="0" destOrd="0" presId="urn:microsoft.com/office/officeart/2005/8/layout/orgChart1"/>
    <dgm:cxn modelId="{A2F61F9F-46E4-46F5-BDE6-E722950C8617}" type="presOf" srcId="{C3001337-D716-4392-AA2E-0A3242FCAD38}" destId="{1A3C04A8-9D52-4F99-913F-17B138101178}" srcOrd="0" destOrd="0" presId="urn:microsoft.com/office/officeart/2005/8/layout/orgChart1"/>
    <dgm:cxn modelId="{549AAD3C-71BC-41AD-842E-17D3AC1F2884}" type="presOf" srcId="{893B1E50-6375-4812-B5DD-0F07436B73E1}" destId="{74DC6685-C197-43CB-A146-746BDA0D65AC}" srcOrd="0" destOrd="0" presId="urn:microsoft.com/office/officeart/2005/8/layout/orgChart1"/>
    <dgm:cxn modelId="{A75D1300-BDA6-440D-8EF9-DE77216C6850}" type="presOf" srcId="{E53C9FFD-A9B2-4C99-B127-8FCA4785CC62}" destId="{83083601-D1F3-4DEF-920D-F1275AE037C8}" srcOrd="1" destOrd="0" presId="urn:microsoft.com/office/officeart/2005/8/layout/orgChart1"/>
    <dgm:cxn modelId="{1E125AAA-446B-4F0C-8912-0800019C2B59}" type="presOf" srcId="{3273A13F-B139-4023-913C-DEEC47952B6E}" destId="{F8A741B2-352A-4DF3-B760-87C9F8B1EDFE}" srcOrd="0" destOrd="0" presId="urn:microsoft.com/office/officeart/2005/8/layout/orgChart1"/>
    <dgm:cxn modelId="{FF8FCB36-4A18-4876-B2A8-CC5B99A4A72B}" type="presOf" srcId="{77DE3A82-C527-4D3C-98D2-039D25FA851E}" destId="{C98F644A-0C51-40E5-B078-2A6FD255EEAC}" srcOrd="1" destOrd="0" presId="urn:microsoft.com/office/officeart/2005/8/layout/orgChart1"/>
    <dgm:cxn modelId="{B85225AA-58F1-4836-9BF7-739A3C34304E}" type="presOf" srcId="{63F225D3-7DBC-406E-BC0A-C726B9C3028B}" destId="{8E8FC38D-2881-4A51-AA43-64165B8A61BC}" srcOrd="0" destOrd="0" presId="urn:microsoft.com/office/officeart/2005/8/layout/orgChart1"/>
    <dgm:cxn modelId="{EB32E8BC-75B3-4C0C-A3A5-A71EB2F394DA}" type="presOf" srcId="{3C3C00B8-5194-42C2-B413-C3D12579C406}" destId="{51778AD2-36EC-46E1-93F9-851F1125989E}" srcOrd="0" destOrd="0" presId="urn:microsoft.com/office/officeart/2005/8/layout/orgChart1"/>
    <dgm:cxn modelId="{4EA2C243-65FF-47A2-ADCA-BE784F1A3438}" type="presOf" srcId="{46A76D68-7DAF-470D-A747-977F1A05ECE7}" destId="{DDBD8DA5-3755-4818-9B41-6B30F4AE7E90}" srcOrd="0" destOrd="0" presId="urn:microsoft.com/office/officeart/2005/8/layout/orgChart1"/>
    <dgm:cxn modelId="{D6F02AB0-EC6C-4D35-B7C0-1B7446EF157B}" type="presOf" srcId="{2D04DC95-1FB4-4A76-911E-1FF6759CA0EF}" destId="{80066A65-3BD3-404F-AC45-F69531F53763}" srcOrd="1" destOrd="0" presId="urn:microsoft.com/office/officeart/2005/8/layout/orgChart1"/>
    <dgm:cxn modelId="{E9E70D1E-45AB-4320-8B86-E33CE4623312}" type="presOf" srcId="{F6C346BF-6BBF-4801-9E82-30F0C701C3F5}" destId="{A42D3680-25C6-4AED-AB10-EF211813609E}" srcOrd="0" destOrd="0" presId="urn:microsoft.com/office/officeart/2005/8/layout/orgChart1"/>
    <dgm:cxn modelId="{44078E81-4524-4FE3-B584-E3729650A404}" type="presOf" srcId="{35236ABC-6045-4E7F-9CA9-A7A9B4415320}" destId="{E3A015C4-64C6-4C6B-B7B3-925B3093F1A3}" srcOrd="1" destOrd="0" presId="urn:microsoft.com/office/officeart/2005/8/layout/orgChart1"/>
    <dgm:cxn modelId="{EE27A0C1-A16F-47AC-9BCA-3A61F557718B}" type="presOf" srcId="{E27F076F-D7DA-4D66-A0E2-4516A9BBAA38}" destId="{BBD7E136-CCA1-4349-8CD7-74E4F548ECFB}" srcOrd="1" destOrd="0" presId="urn:microsoft.com/office/officeart/2005/8/layout/orgChart1"/>
    <dgm:cxn modelId="{3DDF3CB7-6DF2-4348-855D-7428175A5D62}" type="presOf" srcId="{969A8555-8708-4665-9109-8666689B1F3C}" destId="{CC1E64DC-D5D1-4E70-A4D6-309CF6F54F54}" srcOrd="0" destOrd="0" presId="urn:microsoft.com/office/officeart/2005/8/layout/orgChart1"/>
    <dgm:cxn modelId="{19567EFC-02BC-4169-BC58-AEB65E2E2812}" srcId="{E612F722-2ADB-4926-A7E6-46270F09DC05}" destId="{35236ABC-6045-4E7F-9CA9-A7A9B4415320}" srcOrd="0" destOrd="0" parTransId="{2D71A523-944F-4B78-BC97-8C1CB699DEA3}" sibTransId="{EE13B896-7C82-4BCF-9688-2CD395E13609}"/>
    <dgm:cxn modelId="{44078F9D-0943-46B9-892E-0CAD6F94DAEF}" type="presOf" srcId="{22254A8D-4B30-4628-AFD7-B3A5021EE252}" destId="{CAD2B1B8-9572-4983-B83A-ADBEE2B01793}" srcOrd="0" destOrd="0" presId="urn:microsoft.com/office/officeart/2005/8/layout/orgChart1"/>
    <dgm:cxn modelId="{8A15764E-CBD2-41B8-9CB3-255BA6502556}" type="presOf" srcId="{FADA968B-3DA5-426F-B33F-B94EC6790F7A}" destId="{ED382D67-23C8-44B1-B5E3-E533CBDA4465}" srcOrd="0" destOrd="0" presId="urn:microsoft.com/office/officeart/2005/8/layout/orgChart1"/>
    <dgm:cxn modelId="{FFA32D2A-8851-4402-8728-A5EE197BB43A}" type="presOf" srcId="{00EE2105-4DC9-45E8-A8BA-4D7FB7B4BABA}" destId="{0A0A55C7-CE5A-4A38-9411-DD4092C8462E}" srcOrd="0" destOrd="0" presId="urn:microsoft.com/office/officeart/2005/8/layout/orgChart1"/>
    <dgm:cxn modelId="{770544D5-50D1-49AF-B326-D3A5B299EDAD}" type="presOf" srcId="{1F9F5875-CE1B-4306-BDFA-0F7D7E8FADEF}" destId="{477A00F0-5CF5-4C97-91DA-D2EEA4A7F102}" srcOrd="0" destOrd="0" presId="urn:microsoft.com/office/officeart/2005/8/layout/orgChart1"/>
    <dgm:cxn modelId="{D4FC239D-8189-4DB2-ACB0-2D1CAFC94060}" type="presOf" srcId="{F98BD3C3-12FE-4ED6-B4D7-1C4E3A920C18}" destId="{2BB555F4-2EB1-4874-A57C-87AB9D4A32CF}" srcOrd="0" destOrd="0" presId="urn:microsoft.com/office/officeart/2005/8/layout/orgChart1"/>
    <dgm:cxn modelId="{A7FC1026-250F-4602-AEC0-73C9718DDE79}" type="presOf" srcId="{8C4D0A60-B6DD-4662-AC22-93BFBF830DDA}" destId="{35079725-4EA6-451A-B14B-A8B3F30BC50C}" srcOrd="0" destOrd="0" presId="urn:microsoft.com/office/officeart/2005/8/layout/orgChart1"/>
    <dgm:cxn modelId="{2648E81A-0492-4AF5-8CF0-09F12C695D70}" type="presOf" srcId="{F7D6A8E8-CC0E-473E-BA7A-0EC2431F453B}" destId="{15F278FC-48C0-4B5B-A159-82B42CACA5F3}" srcOrd="0" destOrd="0" presId="urn:microsoft.com/office/officeart/2005/8/layout/orgChart1"/>
    <dgm:cxn modelId="{3A79D2A1-FF65-4C0B-8BD1-8CE6810C5713}" srcId="{B02DF1C6-EC96-41F2-B184-EDDCFE560406}" destId="{77DE3A82-C527-4D3C-98D2-039D25FA851E}" srcOrd="1" destOrd="0" parTransId="{EF01AEA3-DC87-4596-BD8A-3FF46E199689}" sibTransId="{8ED815DB-8CBA-4B6A-9D03-0B76FC629D06}"/>
    <dgm:cxn modelId="{0812FF21-400F-4AA3-97EF-9E091EE937E8}" type="presOf" srcId="{17FE75FB-3B4A-4BEE-9FDB-130A0D477FE1}" destId="{5FA50ACF-8DE3-4D16-9595-1659F58E1000}" srcOrd="0" destOrd="0" presId="urn:microsoft.com/office/officeart/2005/8/layout/orgChart1"/>
    <dgm:cxn modelId="{24CA8120-256B-4B0A-9854-FB12DBE41D5F}" type="presOf" srcId="{06FD8EEE-43BD-44A3-A974-9DC2BD749E5B}" destId="{8BCF5AFE-B7C4-49F6-91A3-0674BC4A9BF9}" srcOrd="0" destOrd="0" presId="urn:microsoft.com/office/officeart/2005/8/layout/orgChart1"/>
    <dgm:cxn modelId="{AF062300-94CA-4A1C-A27B-3DBABA87B0FC}" type="presOf" srcId="{61FCEE3E-C314-4632-94C2-2D723C6BD5A1}" destId="{C278FD77-3D9D-4906-8FF4-571911A50A79}" srcOrd="0" destOrd="0" presId="urn:microsoft.com/office/officeart/2005/8/layout/orgChart1"/>
    <dgm:cxn modelId="{26B56BA6-F77D-442B-BA0A-6308DE6A958B}" srcId="{75A48513-7694-44B8-9FA7-6F0FE4FC6D5A}" destId="{E53C9FFD-A9B2-4C99-B127-8FCA4785CC62}" srcOrd="1" destOrd="0" parTransId="{9A9F0E4B-D9AC-4FD7-B50D-181A5F5D34EF}" sibTransId="{C15AEBD7-5B3E-4FC1-BF9B-164E21793469}"/>
    <dgm:cxn modelId="{D351BF78-77C4-46C9-A60D-BCEBE0F734D4}" type="presOf" srcId="{EF01AEA3-DC87-4596-BD8A-3FF46E199689}" destId="{8FD9FD6E-022A-4129-B67B-7D43763AD217}" srcOrd="0" destOrd="0" presId="urn:microsoft.com/office/officeart/2005/8/layout/orgChart1"/>
    <dgm:cxn modelId="{158F8C43-C2F3-43B9-8A10-DE0B21641DE7}" srcId="{F7D6A8E8-CC0E-473E-BA7A-0EC2431F453B}" destId="{99386EE0-7F8A-4EEE-B608-837B1C01F69D}" srcOrd="0" destOrd="0" parTransId="{22254A8D-4B30-4628-AFD7-B3A5021EE252}" sibTransId="{8BFBF4D3-2C65-4228-9331-236165789DFA}"/>
    <dgm:cxn modelId="{63032441-EB20-4E0E-A2B1-B84022DD9009}" srcId="{02B6216B-6016-417A-B5BF-F8EC575A1E2E}" destId="{F2872F85-FEC3-4203-BD32-2CFE237E44D5}" srcOrd="2" destOrd="0" parTransId="{7975F9A4-9097-473A-8DD8-2495E6D3F9DA}" sibTransId="{5435D891-11C5-4250-9BDA-613014288874}"/>
    <dgm:cxn modelId="{4FF74DA3-7378-49D8-B054-BB4D4E8D577C}" type="presOf" srcId="{073B52A3-7B90-4DA1-8701-94ABAD3FB799}" destId="{1BC8CEF0-BE69-4685-8698-3F3A2F307511}" srcOrd="0" destOrd="0" presId="urn:microsoft.com/office/officeart/2005/8/layout/orgChart1"/>
    <dgm:cxn modelId="{5B14B97C-6894-411B-9F06-F88EC18D7B24}" srcId="{E53C9FFD-A9B2-4C99-B127-8FCA4785CC62}" destId="{17FE75FB-3B4A-4BEE-9FDB-130A0D477FE1}" srcOrd="0" destOrd="0" parTransId="{BA5FC965-AFF1-46C9-93CD-EFA1C902AEA2}" sibTransId="{35528F75-4A75-4A8E-A3DD-E6F259CA2D99}"/>
    <dgm:cxn modelId="{62840166-7FD9-4393-8640-C66F770A6C30}" srcId="{B02DF1C6-EC96-41F2-B184-EDDCFE560406}" destId="{75A48513-7694-44B8-9FA7-6F0FE4FC6D5A}" srcOrd="0" destOrd="0" parTransId="{C3001337-D716-4392-AA2E-0A3242FCAD38}" sibTransId="{D8390762-011B-4854-972A-1CB7AA2C725E}"/>
    <dgm:cxn modelId="{D8C96498-63D0-40CF-AE32-EB7EF41C7A26}" srcId="{77DE3A82-C527-4D3C-98D2-039D25FA851E}" destId="{E27F076F-D7DA-4D66-A0E2-4516A9BBAA38}" srcOrd="0" destOrd="0" parTransId="{00EE2105-4DC9-45E8-A8BA-4D7FB7B4BABA}" sibTransId="{A12D1331-E6FB-447C-A9B0-911B769D5937}"/>
    <dgm:cxn modelId="{204E5CB9-5ED2-4FC7-8570-BA2305DB74E4}" type="presOf" srcId="{E53C9FFD-A9B2-4C99-B127-8FCA4785CC62}" destId="{74FD5028-6058-4D71-937E-B37A621133F8}" srcOrd="0" destOrd="0" presId="urn:microsoft.com/office/officeart/2005/8/layout/orgChart1"/>
    <dgm:cxn modelId="{592AA136-CD88-42D1-B29E-77706649027C}" type="presOf" srcId="{F7D6A8E8-CC0E-473E-BA7A-0EC2431F453B}" destId="{E3EE5F49-C87C-4862-8CF5-6CF929F31693}" srcOrd="1" destOrd="0" presId="urn:microsoft.com/office/officeart/2005/8/layout/orgChart1"/>
    <dgm:cxn modelId="{9053876A-617E-4543-AF06-E6825D8A3BFC}" srcId="{06FD8EEE-43BD-44A3-A974-9DC2BD749E5B}" destId="{B3B241BF-E9D6-4DC3-946E-09E6A9955093}" srcOrd="0" destOrd="0" parTransId="{F6C346BF-6BBF-4801-9E82-30F0C701C3F5}" sibTransId="{5FA8CC24-96B5-445A-9821-8210F94A7179}"/>
    <dgm:cxn modelId="{A5283E6A-85E5-440D-B961-FDF7553588F6}" type="presOf" srcId="{562CE440-5D04-4E0E-86AB-96BE930CF8BE}" destId="{A4423C54-135A-4F00-9BCA-03FA96A71832}" srcOrd="0" destOrd="0" presId="urn:microsoft.com/office/officeart/2005/8/layout/orgChart1"/>
    <dgm:cxn modelId="{04F3802C-4CF6-49D8-9E4C-CC3D7811DA3F}" type="presOf" srcId="{BA5FC965-AFF1-46C9-93CD-EFA1C902AEA2}" destId="{89A8BFEB-128C-48E3-AA9C-AD580187AEAA}" srcOrd="0" destOrd="0" presId="urn:microsoft.com/office/officeart/2005/8/layout/orgChart1"/>
    <dgm:cxn modelId="{9050B8BB-50B6-4272-8035-8E281EB03BAD}" type="presOf" srcId="{99386EE0-7F8A-4EEE-B608-837B1C01F69D}" destId="{47B8C5B3-F0A9-4BB5-AACE-39073BEB5143}" srcOrd="0" destOrd="0" presId="urn:microsoft.com/office/officeart/2005/8/layout/orgChart1"/>
    <dgm:cxn modelId="{8EAD4BB4-572E-460D-B973-BDB6A2725900}" type="presOf" srcId="{75A48513-7694-44B8-9FA7-6F0FE4FC6D5A}" destId="{4503A890-E059-41A6-998C-A9FF59DC54D0}" srcOrd="0" destOrd="0" presId="urn:microsoft.com/office/officeart/2005/8/layout/orgChart1"/>
    <dgm:cxn modelId="{15904EDA-0405-45E0-AD48-A9BC9BE03D4B}" type="presOf" srcId="{77DE3A82-C527-4D3C-98D2-039D25FA851E}" destId="{CD593125-891C-40D1-B8C0-8B41423AADE0}" srcOrd="0" destOrd="0" presId="urn:microsoft.com/office/officeart/2005/8/layout/orgChart1"/>
    <dgm:cxn modelId="{1DFFC6E4-116A-4C97-92EA-25827177BD8E}" type="presParOf" srcId="{2BB555F4-2EB1-4874-A57C-87AB9D4A32CF}" destId="{4A874AFD-1D9F-48D3-8647-289CA852BCC8}" srcOrd="0" destOrd="0" presId="urn:microsoft.com/office/officeart/2005/8/layout/orgChart1"/>
    <dgm:cxn modelId="{A8FE38CE-BDE4-409B-96DD-E68C7D0F9664}" type="presParOf" srcId="{4A874AFD-1D9F-48D3-8647-289CA852BCC8}" destId="{0BBCFB4A-A9B1-43B2-B91F-EEDF4A67BB7B}" srcOrd="0" destOrd="0" presId="urn:microsoft.com/office/officeart/2005/8/layout/orgChart1"/>
    <dgm:cxn modelId="{6424A9F4-176E-4BD9-8C01-F82AE9E30A76}" type="presParOf" srcId="{0BBCFB4A-A9B1-43B2-B91F-EEDF4A67BB7B}" destId="{2EBDAE14-5555-40C3-A121-18E3103F8B93}" srcOrd="0" destOrd="0" presId="urn:microsoft.com/office/officeart/2005/8/layout/orgChart1"/>
    <dgm:cxn modelId="{5A4DACE3-D264-43A2-8A22-D0D8EF945F85}" type="presParOf" srcId="{0BBCFB4A-A9B1-43B2-B91F-EEDF4A67BB7B}" destId="{896469EA-C7EE-4CBB-985B-D2AC74E3D784}" srcOrd="1" destOrd="0" presId="urn:microsoft.com/office/officeart/2005/8/layout/orgChart1"/>
    <dgm:cxn modelId="{C19C5AC9-B912-442F-8E49-944078F3DF18}" type="presParOf" srcId="{4A874AFD-1D9F-48D3-8647-289CA852BCC8}" destId="{78BAAF45-CEB4-499F-9939-1F0EA12AD81F}" srcOrd="1" destOrd="0" presId="urn:microsoft.com/office/officeart/2005/8/layout/orgChart1"/>
    <dgm:cxn modelId="{F6AACF84-D7F1-4E75-9398-4C56D8E9A96C}" type="presParOf" srcId="{78BAAF45-CEB4-499F-9939-1F0EA12AD81F}" destId="{1BC8CEF0-BE69-4685-8698-3F3A2F307511}" srcOrd="0" destOrd="0" presId="urn:microsoft.com/office/officeart/2005/8/layout/orgChart1"/>
    <dgm:cxn modelId="{56CB5870-A551-43A9-B0EF-F6BA8DE3740D}" type="presParOf" srcId="{78BAAF45-CEB4-499F-9939-1F0EA12AD81F}" destId="{DD634C88-E3B3-4A09-9D8B-82908156C96C}" srcOrd="1" destOrd="0" presId="urn:microsoft.com/office/officeart/2005/8/layout/orgChart1"/>
    <dgm:cxn modelId="{AA05F27F-32C4-47BD-B55F-C96EFE398C0C}" type="presParOf" srcId="{DD634C88-E3B3-4A09-9D8B-82908156C96C}" destId="{AE800836-C8A1-46BE-BF1A-6447BFC981E8}" srcOrd="0" destOrd="0" presId="urn:microsoft.com/office/officeart/2005/8/layout/orgChart1"/>
    <dgm:cxn modelId="{8C4CA182-B73F-4098-B341-26229CFB3F32}" type="presParOf" srcId="{AE800836-C8A1-46BE-BF1A-6447BFC981E8}" destId="{ED382D67-23C8-44B1-B5E3-E533CBDA4465}" srcOrd="0" destOrd="0" presId="urn:microsoft.com/office/officeart/2005/8/layout/orgChart1"/>
    <dgm:cxn modelId="{61BBF4D5-0371-45FD-B82F-CDCE8AE2B81B}" type="presParOf" srcId="{AE800836-C8A1-46BE-BF1A-6447BFC981E8}" destId="{1AD4311A-6169-4D02-B8B5-3A0D9904596F}" srcOrd="1" destOrd="0" presId="urn:microsoft.com/office/officeart/2005/8/layout/orgChart1"/>
    <dgm:cxn modelId="{D27A3A0F-3C2D-46BF-9EF9-7F8FD2EE3709}" type="presParOf" srcId="{DD634C88-E3B3-4A09-9D8B-82908156C96C}" destId="{2F11EF7D-D519-43EA-964E-1E145FAAB111}" srcOrd="1" destOrd="0" presId="urn:microsoft.com/office/officeart/2005/8/layout/orgChart1"/>
    <dgm:cxn modelId="{A42A93D7-2682-4085-9564-C9169B83BDB6}" type="presParOf" srcId="{2F11EF7D-D519-43EA-964E-1E145FAAB111}" destId="{C278FD77-3D9D-4906-8FF4-571911A50A79}" srcOrd="0" destOrd="0" presId="urn:microsoft.com/office/officeart/2005/8/layout/orgChart1"/>
    <dgm:cxn modelId="{626B4E5C-DDC6-4684-8E6A-EACE37FAB6A7}" type="presParOf" srcId="{2F11EF7D-D519-43EA-964E-1E145FAAB111}" destId="{6E38ECC5-1739-4DA2-8BDD-8B76B8C73B5E}" srcOrd="1" destOrd="0" presId="urn:microsoft.com/office/officeart/2005/8/layout/orgChart1"/>
    <dgm:cxn modelId="{5E682DA4-1FE5-4EAA-87E4-42B82085F79C}" type="presParOf" srcId="{6E38ECC5-1739-4DA2-8BDD-8B76B8C73B5E}" destId="{E8818279-724A-4719-BB22-2BD158ABE044}" srcOrd="0" destOrd="0" presId="urn:microsoft.com/office/officeart/2005/8/layout/orgChart1"/>
    <dgm:cxn modelId="{0FAEE89C-C6E3-4585-B147-00F4AE9FBAF7}" type="presParOf" srcId="{E8818279-724A-4719-BB22-2BD158ABE044}" destId="{CC1E64DC-D5D1-4E70-A4D6-309CF6F54F54}" srcOrd="0" destOrd="0" presId="urn:microsoft.com/office/officeart/2005/8/layout/orgChart1"/>
    <dgm:cxn modelId="{462A2BFB-BAE1-4A5C-AA44-A1CD1FF384AA}" type="presParOf" srcId="{E8818279-724A-4719-BB22-2BD158ABE044}" destId="{B542E765-C2C7-4FEC-BF0F-7159CF0AC1D2}" srcOrd="1" destOrd="0" presId="urn:microsoft.com/office/officeart/2005/8/layout/orgChart1"/>
    <dgm:cxn modelId="{CA2D8EA4-D76D-4799-8111-FE9BBD154ABB}" type="presParOf" srcId="{6E38ECC5-1739-4DA2-8BDD-8B76B8C73B5E}" destId="{AA14A01F-6C6D-4872-B5C3-32DA14C068CF}" srcOrd="1" destOrd="0" presId="urn:microsoft.com/office/officeart/2005/8/layout/orgChart1"/>
    <dgm:cxn modelId="{ADD89FD4-83BE-4EF5-815A-DF48E6FB9DC8}" type="presParOf" srcId="{AA14A01F-6C6D-4872-B5C3-32DA14C068CF}" destId="{DDBD8DA5-3755-4818-9B41-6B30F4AE7E90}" srcOrd="0" destOrd="0" presId="urn:microsoft.com/office/officeart/2005/8/layout/orgChart1"/>
    <dgm:cxn modelId="{EF0FB9CB-99C6-4A44-BAB9-E0BF87FB3324}" type="presParOf" srcId="{AA14A01F-6C6D-4872-B5C3-32DA14C068CF}" destId="{9063E791-FE42-4D1A-8FBF-A8D0668C29B2}" srcOrd="1" destOrd="0" presId="urn:microsoft.com/office/officeart/2005/8/layout/orgChart1"/>
    <dgm:cxn modelId="{7669F1C0-3B24-4AD1-AF92-19EE6206F8C9}" type="presParOf" srcId="{9063E791-FE42-4D1A-8FBF-A8D0668C29B2}" destId="{4EE127B5-EAF5-4563-9663-DD4AA1DEEF1E}" srcOrd="0" destOrd="0" presId="urn:microsoft.com/office/officeart/2005/8/layout/orgChart1"/>
    <dgm:cxn modelId="{5B3EB8D3-E03E-4045-8206-9D8B220913FC}" type="presParOf" srcId="{4EE127B5-EAF5-4563-9663-DD4AA1DEEF1E}" destId="{2958C158-0126-4C49-954A-7C1C76FC11FD}" srcOrd="0" destOrd="0" presId="urn:microsoft.com/office/officeart/2005/8/layout/orgChart1"/>
    <dgm:cxn modelId="{6A5E5811-DF0C-4C6C-9975-F1DAAB92130B}" type="presParOf" srcId="{4EE127B5-EAF5-4563-9663-DD4AA1DEEF1E}" destId="{80066A65-3BD3-404F-AC45-F69531F53763}" srcOrd="1" destOrd="0" presId="urn:microsoft.com/office/officeart/2005/8/layout/orgChart1"/>
    <dgm:cxn modelId="{F0EC0AB7-80B5-4B3C-BC77-32F3642A1D95}" type="presParOf" srcId="{9063E791-FE42-4D1A-8FBF-A8D0668C29B2}" destId="{79E0416B-C593-43BD-BC20-63A0B0688363}" srcOrd="1" destOrd="0" presId="urn:microsoft.com/office/officeart/2005/8/layout/orgChart1"/>
    <dgm:cxn modelId="{ACFBC849-7E6B-4DA4-A6A0-D8E0B77E41E8}" type="presParOf" srcId="{9063E791-FE42-4D1A-8FBF-A8D0668C29B2}" destId="{705C8A1C-B550-4BF0-82F5-B58F4B7CC68D}" srcOrd="2" destOrd="0" presId="urn:microsoft.com/office/officeart/2005/8/layout/orgChart1"/>
    <dgm:cxn modelId="{46D8D499-E4A3-470D-BC44-3B63BA341CE9}" type="presParOf" srcId="{6E38ECC5-1739-4DA2-8BDD-8B76B8C73B5E}" destId="{3CF5755A-8C81-4CF3-BCE1-CE46676D3382}" srcOrd="2" destOrd="0" presId="urn:microsoft.com/office/officeart/2005/8/layout/orgChart1"/>
    <dgm:cxn modelId="{176B3A23-37FD-41E8-8322-DD3C521353CA}" type="presParOf" srcId="{2F11EF7D-D519-43EA-964E-1E145FAAB111}" destId="{51778AD2-36EC-46E1-93F9-851F1125989E}" srcOrd="2" destOrd="0" presId="urn:microsoft.com/office/officeart/2005/8/layout/orgChart1"/>
    <dgm:cxn modelId="{C673CFA5-C5DC-459A-8B23-8EFED0846BE5}" type="presParOf" srcId="{2F11EF7D-D519-43EA-964E-1E145FAAB111}" destId="{3270E66A-B073-4E46-A065-B42FC4F403C2}" srcOrd="3" destOrd="0" presId="urn:microsoft.com/office/officeart/2005/8/layout/orgChart1"/>
    <dgm:cxn modelId="{C20C67A3-9C9F-4041-9FB9-51911CFB5532}" type="presParOf" srcId="{3270E66A-B073-4E46-A065-B42FC4F403C2}" destId="{DDCABFAE-1C6A-4B66-8316-31C11C57F91E}" srcOrd="0" destOrd="0" presId="urn:microsoft.com/office/officeart/2005/8/layout/orgChart1"/>
    <dgm:cxn modelId="{A60EED1B-D442-451C-9382-C5251299D312}" type="presParOf" srcId="{DDCABFAE-1C6A-4B66-8316-31C11C57F91E}" destId="{15F278FC-48C0-4B5B-A159-82B42CACA5F3}" srcOrd="0" destOrd="0" presId="urn:microsoft.com/office/officeart/2005/8/layout/orgChart1"/>
    <dgm:cxn modelId="{55429797-F1DF-4699-BF65-08F1BF097BA2}" type="presParOf" srcId="{DDCABFAE-1C6A-4B66-8316-31C11C57F91E}" destId="{E3EE5F49-C87C-4862-8CF5-6CF929F31693}" srcOrd="1" destOrd="0" presId="urn:microsoft.com/office/officeart/2005/8/layout/orgChart1"/>
    <dgm:cxn modelId="{E9A1FCAC-E7AF-4088-A5E5-8ECA120E8ECA}" type="presParOf" srcId="{3270E66A-B073-4E46-A065-B42FC4F403C2}" destId="{2C89D9B4-6242-45C4-B1F1-792B8F1C29F3}" srcOrd="1" destOrd="0" presId="urn:microsoft.com/office/officeart/2005/8/layout/orgChart1"/>
    <dgm:cxn modelId="{370DB6C4-F22D-408F-905C-85DA15436B46}" type="presParOf" srcId="{2C89D9B4-6242-45C4-B1F1-792B8F1C29F3}" destId="{CAD2B1B8-9572-4983-B83A-ADBEE2B01793}" srcOrd="0" destOrd="0" presId="urn:microsoft.com/office/officeart/2005/8/layout/orgChart1"/>
    <dgm:cxn modelId="{E7171503-F546-4E9D-8659-40F856C7AA2A}" type="presParOf" srcId="{2C89D9B4-6242-45C4-B1F1-792B8F1C29F3}" destId="{406BBED9-DC43-4D7C-9C54-7F280B6241AF}" srcOrd="1" destOrd="0" presId="urn:microsoft.com/office/officeart/2005/8/layout/orgChart1"/>
    <dgm:cxn modelId="{BC5B0F09-E172-4B08-9B04-342464695D92}" type="presParOf" srcId="{406BBED9-DC43-4D7C-9C54-7F280B6241AF}" destId="{6D8CE94E-9D3F-4263-B6F8-41CF7BC4217A}" srcOrd="0" destOrd="0" presId="urn:microsoft.com/office/officeart/2005/8/layout/orgChart1"/>
    <dgm:cxn modelId="{152221E0-56E9-444B-A541-8C6FA154731B}" type="presParOf" srcId="{6D8CE94E-9D3F-4263-B6F8-41CF7BC4217A}" destId="{47B8C5B3-F0A9-4BB5-AACE-39073BEB5143}" srcOrd="0" destOrd="0" presId="urn:microsoft.com/office/officeart/2005/8/layout/orgChart1"/>
    <dgm:cxn modelId="{4CF20128-1C94-49C3-AC96-9685E6A3BFFC}" type="presParOf" srcId="{6D8CE94E-9D3F-4263-B6F8-41CF7BC4217A}" destId="{33FA6E82-54E6-475F-A821-3717277250F9}" srcOrd="1" destOrd="0" presId="urn:microsoft.com/office/officeart/2005/8/layout/orgChart1"/>
    <dgm:cxn modelId="{91B355C0-2FE1-41DA-8CBC-9565CA97E29F}" type="presParOf" srcId="{406BBED9-DC43-4D7C-9C54-7F280B6241AF}" destId="{22A9E51A-8622-4894-8B92-A00AEEF3951A}" srcOrd="1" destOrd="0" presId="urn:microsoft.com/office/officeart/2005/8/layout/orgChart1"/>
    <dgm:cxn modelId="{E4D8FCA8-4D42-4A1D-9224-A8E21D23DFFE}" type="presParOf" srcId="{406BBED9-DC43-4D7C-9C54-7F280B6241AF}" destId="{546DAAEB-9D33-41CB-A36D-7A5E774C8C9F}" srcOrd="2" destOrd="0" presId="urn:microsoft.com/office/officeart/2005/8/layout/orgChart1"/>
    <dgm:cxn modelId="{0AE35DD1-E4BE-4B1A-8724-50CA472C2587}" type="presParOf" srcId="{3270E66A-B073-4E46-A065-B42FC4F403C2}" destId="{298465C8-B183-463C-B591-2BEF9BDE3D44}" srcOrd="2" destOrd="0" presId="urn:microsoft.com/office/officeart/2005/8/layout/orgChart1"/>
    <dgm:cxn modelId="{1103D723-FE2B-4472-9DC7-9FF443F936A5}" type="presParOf" srcId="{DD634C88-E3B3-4A09-9D8B-82908156C96C}" destId="{3EEE5595-185B-4F8C-8C8A-02DAD3CDD4DF}" srcOrd="2" destOrd="0" presId="urn:microsoft.com/office/officeart/2005/8/layout/orgChart1"/>
    <dgm:cxn modelId="{19158C2D-550C-4E58-AC2B-D120A8678F9F}" type="presParOf" srcId="{78BAAF45-CEB4-499F-9939-1F0EA12AD81F}" destId="{6C700C0C-4E74-4833-902C-BD331602F050}" srcOrd="2" destOrd="0" presId="urn:microsoft.com/office/officeart/2005/8/layout/orgChart1"/>
    <dgm:cxn modelId="{37947EF6-82E1-4423-B358-646D56C334C4}" type="presParOf" srcId="{78BAAF45-CEB4-499F-9939-1F0EA12AD81F}" destId="{9904D4DB-E2C5-41E2-97E4-7312DFBB5F22}" srcOrd="3" destOrd="0" presId="urn:microsoft.com/office/officeart/2005/8/layout/orgChart1"/>
    <dgm:cxn modelId="{C422D733-B16F-4742-92C8-4723D9A316ED}" type="presParOf" srcId="{9904D4DB-E2C5-41E2-97E4-7312DFBB5F22}" destId="{205DF2C5-6F8F-4829-BD47-7449E609064D}" srcOrd="0" destOrd="0" presId="urn:microsoft.com/office/officeart/2005/8/layout/orgChart1"/>
    <dgm:cxn modelId="{3AC8ECB2-5127-4388-8B07-9884716DCB6B}" type="presParOf" srcId="{205DF2C5-6F8F-4829-BD47-7449E609064D}" destId="{D3BCE6DA-6123-4644-BB40-46686EB9A3C0}" srcOrd="0" destOrd="0" presId="urn:microsoft.com/office/officeart/2005/8/layout/orgChart1"/>
    <dgm:cxn modelId="{39EEBFF0-427C-45B1-AE50-96DFFC5C8470}" type="presParOf" srcId="{205DF2C5-6F8F-4829-BD47-7449E609064D}" destId="{01411D09-113B-4AB5-85F7-555DD1A218AE}" srcOrd="1" destOrd="0" presId="urn:microsoft.com/office/officeart/2005/8/layout/orgChart1"/>
    <dgm:cxn modelId="{ED2E875F-6F40-4BF3-B2EB-CF60F441CD9A}" type="presParOf" srcId="{9904D4DB-E2C5-41E2-97E4-7312DFBB5F22}" destId="{F4D6C2B5-7AE0-4F54-8B66-512801D21A71}" srcOrd="1" destOrd="0" presId="urn:microsoft.com/office/officeart/2005/8/layout/orgChart1"/>
    <dgm:cxn modelId="{859E8C0C-9E92-4B54-8537-83D458E000DE}" type="presParOf" srcId="{F4D6C2B5-7AE0-4F54-8B66-512801D21A71}" destId="{1A3C04A8-9D52-4F99-913F-17B138101178}" srcOrd="0" destOrd="0" presId="urn:microsoft.com/office/officeart/2005/8/layout/orgChart1"/>
    <dgm:cxn modelId="{D9711469-EB38-40F8-BF40-59D0238D1F5C}" type="presParOf" srcId="{F4D6C2B5-7AE0-4F54-8B66-512801D21A71}" destId="{FD85FC97-BDD7-4FB4-A3CE-AB4D93B0469B}" srcOrd="1" destOrd="0" presId="urn:microsoft.com/office/officeart/2005/8/layout/orgChart1"/>
    <dgm:cxn modelId="{C1E64B69-00F0-4D49-B00C-039E9491762E}" type="presParOf" srcId="{FD85FC97-BDD7-4FB4-A3CE-AB4D93B0469B}" destId="{7775C812-2A3B-4AC5-859A-879EEA12C7A9}" srcOrd="0" destOrd="0" presId="urn:microsoft.com/office/officeart/2005/8/layout/orgChart1"/>
    <dgm:cxn modelId="{114AD17D-B9E6-4F3A-9EBA-C3804BA9F024}" type="presParOf" srcId="{7775C812-2A3B-4AC5-859A-879EEA12C7A9}" destId="{4503A890-E059-41A6-998C-A9FF59DC54D0}" srcOrd="0" destOrd="0" presId="urn:microsoft.com/office/officeart/2005/8/layout/orgChart1"/>
    <dgm:cxn modelId="{E2D78B9E-5F09-40D9-8C03-26847C64CB63}" type="presParOf" srcId="{7775C812-2A3B-4AC5-859A-879EEA12C7A9}" destId="{46464151-4050-4C9E-83F6-777270283779}" srcOrd="1" destOrd="0" presId="urn:microsoft.com/office/officeart/2005/8/layout/orgChart1"/>
    <dgm:cxn modelId="{78745486-4B05-49FD-A05F-D73E2C217F93}" type="presParOf" srcId="{FD85FC97-BDD7-4FB4-A3CE-AB4D93B0469B}" destId="{3F95C5B3-15A4-4E10-B3BA-02B97B615B79}" srcOrd="1" destOrd="0" presId="urn:microsoft.com/office/officeart/2005/8/layout/orgChart1"/>
    <dgm:cxn modelId="{8E9AF961-E54F-43DB-90EF-3CCBB2927B5A}" type="presParOf" srcId="{3F95C5B3-15A4-4E10-B3BA-02B97B615B79}" destId="{E5517762-C445-4DEF-96DF-3D2165429BA1}" srcOrd="0" destOrd="0" presId="urn:microsoft.com/office/officeart/2005/8/layout/orgChart1"/>
    <dgm:cxn modelId="{D7E0A6AF-3E03-4CFA-8489-7F4C7D0657F4}" type="presParOf" srcId="{3F95C5B3-15A4-4E10-B3BA-02B97B615B79}" destId="{9ECAEFEE-653F-42F3-A028-70D212EB0D95}" srcOrd="1" destOrd="0" presId="urn:microsoft.com/office/officeart/2005/8/layout/orgChart1"/>
    <dgm:cxn modelId="{9B7D3753-3FA2-4942-8F43-E2AC54D35213}" type="presParOf" srcId="{9ECAEFEE-653F-42F3-A028-70D212EB0D95}" destId="{7FD89E99-A643-48D1-8660-694121CD3804}" srcOrd="0" destOrd="0" presId="urn:microsoft.com/office/officeart/2005/8/layout/orgChart1"/>
    <dgm:cxn modelId="{EEDCF96B-BEBE-478A-8E16-8C7EF5262D41}" type="presParOf" srcId="{7FD89E99-A643-48D1-8660-694121CD3804}" destId="{843B9376-B5C1-49D6-915D-D996DB24CA45}" srcOrd="0" destOrd="0" presId="urn:microsoft.com/office/officeart/2005/8/layout/orgChart1"/>
    <dgm:cxn modelId="{5BADC92D-6E78-4AAA-B41C-A43EC7FDFD1F}" type="presParOf" srcId="{7FD89E99-A643-48D1-8660-694121CD3804}" destId="{51E7A65C-0A35-4743-9346-478ADB12FC5C}" srcOrd="1" destOrd="0" presId="urn:microsoft.com/office/officeart/2005/8/layout/orgChart1"/>
    <dgm:cxn modelId="{41D98C55-FB16-49BA-8CD1-2E118DB9D6A1}" type="presParOf" srcId="{9ECAEFEE-653F-42F3-A028-70D212EB0D95}" destId="{5E6E08B7-B847-4986-A60A-7F867A5C6EB6}" srcOrd="1" destOrd="0" presId="urn:microsoft.com/office/officeart/2005/8/layout/orgChart1"/>
    <dgm:cxn modelId="{38F3C598-0E49-4499-8BEF-913F22620F7A}" type="presParOf" srcId="{5E6E08B7-B847-4986-A60A-7F867A5C6EB6}" destId="{BF8B1110-01F7-4CED-811A-A1A3B8FB6EC0}" srcOrd="0" destOrd="0" presId="urn:microsoft.com/office/officeart/2005/8/layout/orgChart1"/>
    <dgm:cxn modelId="{1C14B4AB-D616-4462-8020-D18A0428C552}" type="presParOf" srcId="{5E6E08B7-B847-4986-A60A-7F867A5C6EB6}" destId="{4684AF8B-3AB1-4C37-9829-419603367097}" srcOrd="1" destOrd="0" presId="urn:microsoft.com/office/officeart/2005/8/layout/orgChart1"/>
    <dgm:cxn modelId="{A15C4063-E587-4345-AA2A-9EAAFDF5BABA}" type="presParOf" srcId="{4684AF8B-3AB1-4C37-9829-419603367097}" destId="{D720B3E2-1284-4653-8A73-015E79C9E268}" srcOrd="0" destOrd="0" presId="urn:microsoft.com/office/officeart/2005/8/layout/orgChart1"/>
    <dgm:cxn modelId="{A3F23F0D-AC07-4D8A-BBFB-AAA086F1DC90}" type="presParOf" srcId="{D720B3E2-1284-4653-8A73-015E79C9E268}" destId="{E1CE09EF-D8AB-4960-BED6-8285D7227318}" srcOrd="0" destOrd="0" presId="urn:microsoft.com/office/officeart/2005/8/layout/orgChart1"/>
    <dgm:cxn modelId="{15A1D6D9-B357-49AC-9D8B-645E7988E9E9}" type="presParOf" srcId="{D720B3E2-1284-4653-8A73-015E79C9E268}" destId="{E3A015C4-64C6-4C6B-B7B3-925B3093F1A3}" srcOrd="1" destOrd="0" presId="urn:microsoft.com/office/officeart/2005/8/layout/orgChart1"/>
    <dgm:cxn modelId="{B08EB569-C3C0-4153-AC90-A069938233DC}" type="presParOf" srcId="{4684AF8B-3AB1-4C37-9829-419603367097}" destId="{4CF16E69-83E3-4505-B27D-3D2183120D14}" srcOrd="1" destOrd="0" presId="urn:microsoft.com/office/officeart/2005/8/layout/orgChart1"/>
    <dgm:cxn modelId="{BB32A6C4-D137-4E89-A840-44E4299ED019}" type="presParOf" srcId="{4684AF8B-3AB1-4C37-9829-419603367097}" destId="{BA7B8F58-073A-4098-B0C1-A9D8174A976D}" srcOrd="2" destOrd="0" presId="urn:microsoft.com/office/officeart/2005/8/layout/orgChart1"/>
    <dgm:cxn modelId="{15703886-8049-4BD8-B716-F08E38D2772E}" type="presParOf" srcId="{9ECAEFEE-653F-42F3-A028-70D212EB0D95}" destId="{072F6E17-86B3-4E42-BE14-B30DF2D27763}" srcOrd="2" destOrd="0" presId="urn:microsoft.com/office/officeart/2005/8/layout/orgChart1"/>
    <dgm:cxn modelId="{F60EE1A0-0F6E-41BD-9D95-22B744734E80}" type="presParOf" srcId="{3F95C5B3-15A4-4E10-B3BA-02B97B615B79}" destId="{7975DE9E-F1D8-48F8-83C7-28B675EEE74C}" srcOrd="2" destOrd="0" presId="urn:microsoft.com/office/officeart/2005/8/layout/orgChart1"/>
    <dgm:cxn modelId="{7E80BAD1-A904-4CEA-81C8-34B2D8520141}" type="presParOf" srcId="{3F95C5B3-15A4-4E10-B3BA-02B97B615B79}" destId="{6FD5CFC6-18DA-4552-8CF8-6C62D33F1811}" srcOrd="3" destOrd="0" presId="urn:microsoft.com/office/officeart/2005/8/layout/orgChart1"/>
    <dgm:cxn modelId="{666FF12B-DFC9-47EB-B8B0-C25521BB9B14}" type="presParOf" srcId="{6FD5CFC6-18DA-4552-8CF8-6C62D33F1811}" destId="{FD2F8308-77C6-402D-AE99-29D03350A68F}" srcOrd="0" destOrd="0" presId="urn:microsoft.com/office/officeart/2005/8/layout/orgChart1"/>
    <dgm:cxn modelId="{80A1A593-BE04-4286-B60C-6CDEF2A4FEF7}" type="presParOf" srcId="{FD2F8308-77C6-402D-AE99-29D03350A68F}" destId="{74FD5028-6058-4D71-937E-B37A621133F8}" srcOrd="0" destOrd="0" presId="urn:microsoft.com/office/officeart/2005/8/layout/orgChart1"/>
    <dgm:cxn modelId="{4836520F-C54A-453B-BBCA-EE5AAC806029}" type="presParOf" srcId="{FD2F8308-77C6-402D-AE99-29D03350A68F}" destId="{83083601-D1F3-4DEF-920D-F1275AE037C8}" srcOrd="1" destOrd="0" presId="urn:microsoft.com/office/officeart/2005/8/layout/orgChart1"/>
    <dgm:cxn modelId="{EBF2C5D4-AFD3-4C40-AA99-7E38BB068D82}" type="presParOf" srcId="{6FD5CFC6-18DA-4552-8CF8-6C62D33F1811}" destId="{3E890305-72D7-4683-A82A-DEED4FBA00A0}" srcOrd="1" destOrd="0" presId="urn:microsoft.com/office/officeart/2005/8/layout/orgChart1"/>
    <dgm:cxn modelId="{3BF54D63-87C1-4D35-92C2-2DAD6CF2171E}" type="presParOf" srcId="{3E890305-72D7-4683-A82A-DEED4FBA00A0}" destId="{89A8BFEB-128C-48E3-AA9C-AD580187AEAA}" srcOrd="0" destOrd="0" presId="urn:microsoft.com/office/officeart/2005/8/layout/orgChart1"/>
    <dgm:cxn modelId="{69E14215-2AC0-48AA-8216-2513193F489E}" type="presParOf" srcId="{3E890305-72D7-4683-A82A-DEED4FBA00A0}" destId="{AA0F37CE-90BF-41EA-8708-A9EE958BA1FD}" srcOrd="1" destOrd="0" presId="urn:microsoft.com/office/officeart/2005/8/layout/orgChart1"/>
    <dgm:cxn modelId="{12B4FCA7-B95C-45DE-AC0F-ED0A3CE54606}" type="presParOf" srcId="{AA0F37CE-90BF-41EA-8708-A9EE958BA1FD}" destId="{5433F98F-9E36-4A92-B6A9-3833B6D6D205}" srcOrd="0" destOrd="0" presId="urn:microsoft.com/office/officeart/2005/8/layout/orgChart1"/>
    <dgm:cxn modelId="{1B07FD26-399B-4852-A843-EB9F2AD45106}" type="presParOf" srcId="{5433F98F-9E36-4A92-B6A9-3833B6D6D205}" destId="{5FA50ACF-8DE3-4D16-9595-1659F58E1000}" srcOrd="0" destOrd="0" presId="urn:microsoft.com/office/officeart/2005/8/layout/orgChart1"/>
    <dgm:cxn modelId="{E2FFFE93-CA96-48EC-8D92-B262DCBBCD65}" type="presParOf" srcId="{5433F98F-9E36-4A92-B6A9-3833B6D6D205}" destId="{9553F603-0C78-44B7-B3F0-DDBB4A80E584}" srcOrd="1" destOrd="0" presId="urn:microsoft.com/office/officeart/2005/8/layout/orgChart1"/>
    <dgm:cxn modelId="{D351BADC-B5B0-4949-ABE3-A9EAA42AAEEC}" type="presParOf" srcId="{AA0F37CE-90BF-41EA-8708-A9EE958BA1FD}" destId="{4EE64E46-8741-4D25-8237-55D6A6FFF561}" srcOrd="1" destOrd="0" presId="urn:microsoft.com/office/officeart/2005/8/layout/orgChart1"/>
    <dgm:cxn modelId="{B877B9BD-5ED3-448D-9384-D35A3E3A93E1}" type="presParOf" srcId="{AA0F37CE-90BF-41EA-8708-A9EE958BA1FD}" destId="{F59C614C-B890-45B8-A6C2-4204408A6679}" srcOrd="2" destOrd="0" presId="urn:microsoft.com/office/officeart/2005/8/layout/orgChart1"/>
    <dgm:cxn modelId="{4ADE01B0-6434-4FC6-B7C4-C8A81AB7C8B2}" type="presParOf" srcId="{6FD5CFC6-18DA-4552-8CF8-6C62D33F1811}" destId="{0783B9D6-BD4C-4E5D-9EC7-CB18DBA4CB86}" srcOrd="2" destOrd="0" presId="urn:microsoft.com/office/officeart/2005/8/layout/orgChart1"/>
    <dgm:cxn modelId="{79F28FD5-2982-44B7-8B4D-F69A616DFB79}" type="presParOf" srcId="{3F95C5B3-15A4-4E10-B3BA-02B97B615B79}" destId="{F8A741B2-352A-4DF3-B760-87C9F8B1EDFE}" srcOrd="4" destOrd="0" presId="urn:microsoft.com/office/officeart/2005/8/layout/orgChart1"/>
    <dgm:cxn modelId="{754168E6-0837-49D9-9FEC-BB8C67AB4299}" type="presParOf" srcId="{3F95C5B3-15A4-4E10-B3BA-02B97B615B79}" destId="{6B962A11-E9C0-4AC0-8C71-AA959C474943}" srcOrd="5" destOrd="0" presId="urn:microsoft.com/office/officeart/2005/8/layout/orgChart1"/>
    <dgm:cxn modelId="{D29145F7-EA58-41A2-964A-95AEB893FCA2}" type="presParOf" srcId="{6B962A11-E9C0-4AC0-8C71-AA959C474943}" destId="{888C9C11-42EC-4D11-8AF4-38F56FE38483}" srcOrd="0" destOrd="0" presId="urn:microsoft.com/office/officeart/2005/8/layout/orgChart1"/>
    <dgm:cxn modelId="{B95E7A8B-8750-408E-A9CB-4495B947360D}" type="presParOf" srcId="{888C9C11-42EC-4D11-8AF4-38F56FE38483}" destId="{477A00F0-5CF5-4C97-91DA-D2EEA4A7F102}" srcOrd="0" destOrd="0" presId="urn:microsoft.com/office/officeart/2005/8/layout/orgChart1"/>
    <dgm:cxn modelId="{3C218BDC-A08A-4817-A0EC-82C89AA31298}" type="presParOf" srcId="{888C9C11-42EC-4D11-8AF4-38F56FE38483}" destId="{EF140AA8-259A-4B4A-BA3E-7807E84063C8}" srcOrd="1" destOrd="0" presId="urn:microsoft.com/office/officeart/2005/8/layout/orgChart1"/>
    <dgm:cxn modelId="{97D16555-3D86-44CF-B35A-65FE562C7637}" type="presParOf" srcId="{6B962A11-E9C0-4AC0-8C71-AA959C474943}" destId="{4A41C914-3784-47F7-A690-95385DB8312D}" srcOrd="1" destOrd="0" presId="urn:microsoft.com/office/officeart/2005/8/layout/orgChart1"/>
    <dgm:cxn modelId="{43F8B820-01A6-4A5B-9A67-657B2ECC9830}" type="presParOf" srcId="{4A41C914-3784-47F7-A690-95385DB8312D}" destId="{791ACEE3-57A0-462F-B7F4-386B2B4ED2C2}" srcOrd="0" destOrd="0" presId="urn:microsoft.com/office/officeart/2005/8/layout/orgChart1"/>
    <dgm:cxn modelId="{6A291266-5CAE-447F-B7CF-D7DC02243DA3}" type="presParOf" srcId="{4A41C914-3784-47F7-A690-95385DB8312D}" destId="{831DE777-6348-4C3B-9DCC-23460C7848CA}" srcOrd="1" destOrd="0" presId="urn:microsoft.com/office/officeart/2005/8/layout/orgChart1"/>
    <dgm:cxn modelId="{E707E81C-3F5C-4137-B3CF-E6783C3289E9}" type="presParOf" srcId="{831DE777-6348-4C3B-9DCC-23460C7848CA}" destId="{A697FF30-E389-4C16-B12C-5C8F02498B29}" srcOrd="0" destOrd="0" presId="urn:microsoft.com/office/officeart/2005/8/layout/orgChart1"/>
    <dgm:cxn modelId="{F4064B80-696B-42CD-93E6-DBB3E1DE5EC3}" type="presParOf" srcId="{A697FF30-E389-4C16-B12C-5C8F02498B29}" destId="{573B01B9-48D8-42F0-8D4B-B8E6D3F8F413}" srcOrd="0" destOrd="0" presId="urn:microsoft.com/office/officeart/2005/8/layout/orgChart1"/>
    <dgm:cxn modelId="{0E5C2F6B-FAEA-4D4F-864E-DD28B9A9B4A5}" type="presParOf" srcId="{A697FF30-E389-4C16-B12C-5C8F02498B29}" destId="{E1D4151E-7B7F-4D56-BB24-9C0E78E2C8F2}" srcOrd="1" destOrd="0" presId="urn:microsoft.com/office/officeart/2005/8/layout/orgChart1"/>
    <dgm:cxn modelId="{F5132DFF-B2BA-4A24-93C1-4AA0D2FB0DFF}" type="presParOf" srcId="{831DE777-6348-4C3B-9DCC-23460C7848CA}" destId="{DAE5069E-8C06-431A-AF29-7CAA94C7A30F}" srcOrd="1" destOrd="0" presId="urn:microsoft.com/office/officeart/2005/8/layout/orgChart1"/>
    <dgm:cxn modelId="{4EE5580D-785B-4B78-8996-9920DFE204CB}" type="presParOf" srcId="{831DE777-6348-4C3B-9DCC-23460C7848CA}" destId="{D091B255-56F9-4812-A528-0D4214BEFEAB}" srcOrd="2" destOrd="0" presId="urn:microsoft.com/office/officeart/2005/8/layout/orgChart1"/>
    <dgm:cxn modelId="{2DC4373E-235C-4718-8CDA-F8B10476DB33}" type="presParOf" srcId="{6B962A11-E9C0-4AC0-8C71-AA959C474943}" destId="{CE19162F-8E9B-4FA3-A41B-69A1021900DA}" srcOrd="2" destOrd="0" presId="urn:microsoft.com/office/officeart/2005/8/layout/orgChart1"/>
    <dgm:cxn modelId="{CBE5D2DE-CC60-4884-A1B8-C0FAEC5A530E}" type="presParOf" srcId="{3F95C5B3-15A4-4E10-B3BA-02B97B615B79}" destId="{74DC6685-C197-43CB-A146-746BDA0D65AC}" srcOrd="6" destOrd="0" presId="urn:microsoft.com/office/officeart/2005/8/layout/orgChart1"/>
    <dgm:cxn modelId="{26A5AA9C-B51C-48B4-B162-37F96274FCC2}" type="presParOf" srcId="{3F95C5B3-15A4-4E10-B3BA-02B97B615B79}" destId="{ECCD8A94-9F2D-427E-B47A-00D5F78322E3}" srcOrd="7" destOrd="0" presId="urn:microsoft.com/office/officeart/2005/8/layout/orgChart1"/>
    <dgm:cxn modelId="{5D3C355B-CB65-4DFA-851F-CBF085ED8CC2}" type="presParOf" srcId="{ECCD8A94-9F2D-427E-B47A-00D5F78322E3}" destId="{8D959E3E-7052-46EB-977A-E48AA0972B18}" srcOrd="0" destOrd="0" presId="urn:microsoft.com/office/officeart/2005/8/layout/orgChart1"/>
    <dgm:cxn modelId="{38CA2F7A-2426-4EC3-8319-A3B8A6AF6CF7}" type="presParOf" srcId="{8D959E3E-7052-46EB-977A-E48AA0972B18}" destId="{8BCF5AFE-B7C4-49F6-91A3-0674BC4A9BF9}" srcOrd="0" destOrd="0" presId="urn:microsoft.com/office/officeart/2005/8/layout/orgChart1"/>
    <dgm:cxn modelId="{88D5960C-917C-4A54-9F15-49A3A2DBF25B}" type="presParOf" srcId="{8D959E3E-7052-46EB-977A-E48AA0972B18}" destId="{A525C799-572F-424E-BE3D-8CD5D5B84F8B}" srcOrd="1" destOrd="0" presId="urn:microsoft.com/office/officeart/2005/8/layout/orgChart1"/>
    <dgm:cxn modelId="{83248A46-7A16-42CD-8E22-FABECD206239}" type="presParOf" srcId="{ECCD8A94-9F2D-427E-B47A-00D5F78322E3}" destId="{CD4FC30B-EBF0-489A-976A-CBDF80535180}" srcOrd="1" destOrd="0" presId="urn:microsoft.com/office/officeart/2005/8/layout/orgChart1"/>
    <dgm:cxn modelId="{8C7292A6-6C3F-4AF9-93CE-BE08B861987E}" type="presParOf" srcId="{CD4FC30B-EBF0-489A-976A-CBDF80535180}" destId="{A42D3680-25C6-4AED-AB10-EF211813609E}" srcOrd="0" destOrd="0" presId="urn:microsoft.com/office/officeart/2005/8/layout/orgChart1"/>
    <dgm:cxn modelId="{55E992F1-D527-42B3-BA0D-2F41DBC3EF95}" type="presParOf" srcId="{CD4FC30B-EBF0-489A-976A-CBDF80535180}" destId="{40C8D9B7-6641-48D8-9E17-F3C06233FBC8}" srcOrd="1" destOrd="0" presId="urn:microsoft.com/office/officeart/2005/8/layout/orgChart1"/>
    <dgm:cxn modelId="{87F96F60-94D7-4009-80FC-AE1DB81C121A}" type="presParOf" srcId="{40C8D9B7-6641-48D8-9E17-F3C06233FBC8}" destId="{CD028E55-8A7A-40B9-8CAF-9CB582990DC6}" srcOrd="0" destOrd="0" presId="urn:microsoft.com/office/officeart/2005/8/layout/orgChart1"/>
    <dgm:cxn modelId="{5C4EC263-0B13-40A3-9359-DA6185B7CC8E}" type="presParOf" srcId="{CD028E55-8A7A-40B9-8CAF-9CB582990DC6}" destId="{38AF52C5-C551-4ED5-ABF1-D7E3D1A68FCA}" srcOrd="0" destOrd="0" presId="urn:microsoft.com/office/officeart/2005/8/layout/orgChart1"/>
    <dgm:cxn modelId="{BA3A4D76-FBEE-410E-B001-150CA3CA6293}" type="presParOf" srcId="{CD028E55-8A7A-40B9-8CAF-9CB582990DC6}" destId="{06D79F6C-82A6-46FB-9CB5-2D7D3ACCD4D9}" srcOrd="1" destOrd="0" presId="urn:microsoft.com/office/officeart/2005/8/layout/orgChart1"/>
    <dgm:cxn modelId="{3C8A354E-E8A1-4C62-B717-DF16406270E7}" type="presParOf" srcId="{40C8D9B7-6641-48D8-9E17-F3C06233FBC8}" destId="{34D26F7C-5C16-4602-8C53-0DD1142B7DF8}" srcOrd="1" destOrd="0" presId="urn:microsoft.com/office/officeart/2005/8/layout/orgChart1"/>
    <dgm:cxn modelId="{28B6113E-5684-4BAC-BFB8-0F03AAE83239}" type="presParOf" srcId="{40C8D9B7-6641-48D8-9E17-F3C06233FBC8}" destId="{2E409A97-DE20-4F1B-91BE-F1A4CCD9495C}" srcOrd="2" destOrd="0" presId="urn:microsoft.com/office/officeart/2005/8/layout/orgChart1"/>
    <dgm:cxn modelId="{B658B81A-C6B6-4486-BEB1-2567443A979E}" type="presParOf" srcId="{ECCD8A94-9F2D-427E-B47A-00D5F78322E3}" destId="{0E7A863F-F3D8-4EA0-A6F7-8FE60B5561A9}" srcOrd="2" destOrd="0" presId="urn:microsoft.com/office/officeart/2005/8/layout/orgChart1"/>
    <dgm:cxn modelId="{A7DB4E03-693C-4B37-B148-8F563840EEF8}" type="presParOf" srcId="{3F95C5B3-15A4-4E10-B3BA-02B97B615B79}" destId="{8E8FC38D-2881-4A51-AA43-64165B8A61BC}" srcOrd="8" destOrd="0" presId="urn:microsoft.com/office/officeart/2005/8/layout/orgChart1"/>
    <dgm:cxn modelId="{CEBAB693-E8BB-4026-AD1F-F080B11A0B60}" type="presParOf" srcId="{3F95C5B3-15A4-4E10-B3BA-02B97B615B79}" destId="{B94DA608-6D90-428D-8931-644C80DFEA15}" srcOrd="9" destOrd="0" presId="urn:microsoft.com/office/officeart/2005/8/layout/orgChart1"/>
    <dgm:cxn modelId="{F4C10631-E164-4BE3-A415-9E38AA6FD36B}" type="presParOf" srcId="{B94DA608-6D90-428D-8931-644C80DFEA15}" destId="{0C76E252-DD44-49E8-80D0-99D5C92E0ABF}" srcOrd="0" destOrd="0" presId="urn:microsoft.com/office/officeart/2005/8/layout/orgChart1"/>
    <dgm:cxn modelId="{E6A6904D-6785-4597-AACB-09A380D748A2}" type="presParOf" srcId="{0C76E252-DD44-49E8-80D0-99D5C92E0ABF}" destId="{5BEC2FF3-A382-4557-80BF-5AC3AD01969A}" srcOrd="0" destOrd="0" presId="urn:microsoft.com/office/officeart/2005/8/layout/orgChart1"/>
    <dgm:cxn modelId="{570BF844-D92E-444D-933E-4198B40B3AEA}" type="presParOf" srcId="{0C76E252-DD44-49E8-80D0-99D5C92E0ABF}" destId="{B71C7FDD-17E8-4FE9-9BB6-53F7A867F6DC}" srcOrd="1" destOrd="0" presId="urn:microsoft.com/office/officeart/2005/8/layout/orgChart1"/>
    <dgm:cxn modelId="{B5E6FCC1-5DEC-4B42-BE9F-ECE31C9029E0}" type="presParOf" srcId="{B94DA608-6D90-428D-8931-644C80DFEA15}" destId="{91031A89-42FA-4629-861A-EBE5CA14D2E4}" srcOrd="1" destOrd="0" presId="urn:microsoft.com/office/officeart/2005/8/layout/orgChart1"/>
    <dgm:cxn modelId="{2E10180D-4264-46B2-B875-6835FD774208}" type="presParOf" srcId="{91031A89-42FA-4629-861A-EBE5CA14D2E4}" destId="{35079725-4EA6-451A-B14B-A8B3F30BC50C}" srcOrd="0" destOrd="0" presId="urn:microsoft.com/office/officeart/2005/8/layout/orgChart1"/>
    <dgm:cxn modelId="{290C22F2-CC2C-4C19-ABA4-88EC101460CC}" type="presParOf" srcId="{91031A89-42FA-4629-861A-EBE5CA14D2E4}" destId="{97BE2E5F-36E6-4869-8C6E-B5943AAC50D1}" srcOrd="1" destOrd="0" presId="urn:microsoft.com/office/officeart/2005/8/layout/orgChart1"/>
    <dgm:cxn modelId="{2A1BBC77-9508-4033-9205-CC910D421107}" type="presParOf" srcId="{97BE2E5F-36E6-4869-8C6E-B5943AAC50D1}" destId="{B748BB22-8C58-4465-A64F-205DCF90354F}" srcOrd="0" destOrd="0" presId="urn:microsoft.com/office/officeart/2005/8/layout/orgChart1"/>
    <dgm:cxn modelId="{1F1A0812-27B9-4A0F-B6EF-294B29E99205}" type="presParOf" srcId="{B748BB22-8C58-4465-A64F-205DCF90354F}" destId="{748754F5-63C8-4B6E-88F7-849CAE8CE6CD}" srcOrd="0" destOrd="0" presId="urn:microsoft.com/office/officeart/2005/8/layout/orgChart1"/>
    <dgm:cxn modelId="{737FA1A2-1AC3-43D6-A463-C4E330F7DB83}" type="presParOf" srcId="{B748BB22-8C58-4465-A64F-205DCF90354F}" destId="{7E6A5CE1-46B0-41B4-A844-D5EB480C226D}" srcOrd="1" destOrd="0" presId="urn:microsoft.com/office/officeart/2005/8/layout/orgChart1"/>
    <dgm:cxn modelId="{C9D32CAD-131E-4A21-ADC1-C182730687D9}" type="presParOf" srcId="{97BE2E5F-36E6-4869-8C6E-B5943AAC50D1}" destId="{87D2B926-28D9-4E4C-AA84-DE91C8DE6BD0}" srcOrd="1" destOrd="0" presId="urn:microsoft.com/office/officeart/2005/8/layout/orgChart1"/>
    <dgm:cxn modelId="{0358A946-F27E-4385-BCBF-B68997D81BF4}" type="presParOf" srcId="{97BE2E5F-36E6-4869-8C6E-B5943AAC50D1}" destId="{E056AA6A-0F38-4E24-8279-FCEC69EB5753}" srcOrd="2" destOrd="0" presId="urn:microsoft.com/office/officeart/2005/8/layout/orgChart1"/>
    <dgm:cxn modelId="{48F9BF1F-B605-437C-9FA5-A781CEE45A9E}" type="presParOf" srcId="{B94DA608-6D90-428D-8931-644C80DFEA15}" destId="{1139F118-CDE0-4C31-A30F-650F05E4F912}" srcOrd="2" destOrd="0" presId="urn:microsoft.com/office/officeart/2005/8/layout/orgChart1"/>
    <dgm:cxn modelId="{6EEB6366-437C-4301-88A2-AECDD3E0B55D}" type="presParOf" srcId="{FD85FC97-BDD7-4FB4-A3CE-AB4D93B0469B}" destId="{8102A88D-8481-462D-956D-9963B4FD4785}" srcOrd="2" destOrd="0" presId="urn:microsoft.com/office/officeart/2005/8/layout/orgChart1"/>
    <dgm:cxn modelId="{88C7770D-7BE9-4013-82FC-787C4CDC1A4A}" type="presParOf" srcId="{F4D6C2B5-7AE0-4F54-8B66-512801D21A71}" destId="{8FD9FD6E-022A-4129-B67B-7D43763AD217}" srcOrd="2" destOrd="0" presId="urn:microsoft.com/office/officeart/2005/8/layout/orgChart1"/>
    <dgm:cxn modelId="{91BB4064-2997-486C-A5A5-0462DD3427B6}" type="presParOf" srcId="{F4D6C2B5-7AE0-4F54-8B66-512801D21A71}" destId="{76516E85-9B3F-4A11-8547-DB1F9A47B6AB}" srcOrd="3" destOrd="0" presId="urn:microsoft.com/office/officeart/2005/8/layout/orgChart1"/>
    <dgm:cxn modelId="{31CC1030-D1D7-45B1-9356-6FD72B5D9222}" type="presParOf" srcId="{76516E85-9B3F-4A11-8547-DB1F9A47B6AB}" destId="{F88EF5CA-0F61-4A3C-BE2A-B57A4406B423}" srcOrd="0" destOrd="0" presId="urn:microsoft.com/office/officeart/2005/8/layout/orgChart1"/>
    <dgm:cxn modelId="{F1237AE3-F52F-420F-B68B-563D4D6BFDC8}" type="presParOf" srcId="{F88EF5CA-0F61-4A3C-BE2A-B57A4406B423}" destId="{CD593125-891C-40D1-B8C0-8B41423AADE0}" srcOrd="0" destOrd="0" presId="urn:microsoft.com/office/officeart/2005/8/layout/orgChart1"/>
    <dgm:cxn modelId="{9D2F15C7-8F72-408E-BEA9-F441DD6A782E}" type="presParOf" srcId="{F88EF5CA-0F61-4A3C-BE2A-B57A4406B423}" destId="{C98F644A-0C51-40E5-B078-2A6FD255EEAC}" srcOrd="1" destOrd="0" presId="urn:microsoft.com/office/officeart/2005/8/layout/orgChart1"/>
    <dgm:cxn modelId="{ECD26976-2E66-4E71-83BD-1480B872E804}" type="presParOf" srcId="{76516E85-9B3F-4A11-8547-DB1F9A47B6AB}" destId="{FD20D17A-7D59-4EEA-9A34-B27F5490A176}" srcOrd="1" destOrd="0" presId="urn:microsoft.com/office/officeart/2005/8/layout/orgChart1"/>
    <dgm:cxn modelId="{D1ED64C6-1A56-4352-8F2B-F0533AFC5E93}" type="presParOf" srcId="{FD20D17A-7D59-4EEA-9A34-B27F5490A176}" destId="{0A0A55C7-CE5A-4A38-9411-DD4092C8462E}" srcOrd="0" destOrd="0" presId="urn:microsoft.com/office/officeart/2005/8/layout/orgChart1"/>
    <dgm:cxn modelId="{763ACC9E-670B-43A9-A20A-9B4F639D1A8A}" type="presParOf" srcId="{FD20D17A-7D59-4EEA-9A34-B27F5490A176}" destId="{752ACFFA-16B9-4667-B19E-C865EA97BA23}" srcOrd="1" destOrd="0" presId="urn:microsoft.com/office/officeart/2005/8/layout/orgChart1"/>
    <dgm:cxn modelId="{ADBD6E1C-34A2-4864-902B-7809E93AA285}" type="presParOf" srcId="{752ACFFA-16B9-4667-B19E-C865EA97BA23}" destId="{94406F10-1A9B-4FD7-915C-742186B357FD}" srcOrd="0" destOrd="0" presId="urn:microsoft.com/office/officeart/2005/8/layout/orgChart1"/>
    <dgm:cxn modelId="{8786BFAC-F30B-4704-9761-52CB38CCA635}" type="presParOf" srcId="{94406F10-1A9B-4FD7-915C-742186B357FD}" destId="{D0395957-2DFC-4498-AA2A-324AA0644FBA}" srcOrd="0" destOrd="0" presId="urn:microsoft.com/office/officeart/2005/8/layout/orgChart1"/>
    <dgm:cxn modelId="{F13B4F67-B0F2-44E1-8BEC-18C0664D274B}" type="presParOf" srcId="{94406F10-1A9B-4FD7-915C-742186B357FD}" destId="{BBD7E136-CCA1-4349-8CD7-74E4F548ECFB}" srcOrd="1" destOrd="0" presId="urn:microsoft.com/office/officeart/2005/8/layout/orgChart1"/>
    <dgm:cxn modelId="{5C17EEEF-C7B6-4129-9E5C-B53F63507E62}" type="presParOf" srcId="{752ACFFA-16B9-4667-B19E-C865EA97BA23}" destId="{56CEA073-AE8D-4785-8FFD-334850D712C8}" srcOrd="1" destOrd="0" presId="urn:microsoft.com/office/officeart/2005/8/layout/orgChart1"/>
    <dgm:cxn modelId="{4EB1FFDF-9F62-45C7-9C09-732AEFBEED67}" type="presParOf" srcId="{752ACFFA-16B9-4667-B19E-C865EA97BA23}" destId="{952AE1D3-F2C0-4839-8656-B06374B5B20C}" srcOrd="2" destOrd="0" presId="urn:microsoft.com/office/officeart/2005/8/layout/orgChart1"/>
    <dgm:cxn modelId="{413B64FC-3477-4C20-BBC6-214C9220167E}" type="presParOf" srcId="{76516E85-9B3F-4A11-8547-DB1F9A47B6AB}" destId="{341BD515-5DD6-4A5D-8B5B-2C2BFBD9C10A}" srcOrd="2" destOrd="0" presId="urn:microsoft.com/office/officeart/2005/8/layout/orgChart1"/>
    <dgm:cxn modelId="{A584E4F9-E204-4685-BC5A-9CA7262609A7}" type="presParOf" srcId="{9904D4DB-E2C5-41E2-97E4-7312DFBB5F22}" destId="{8049E33E-31D4-4E56-9941-8E8DDAB532B1}" srcOrd="2" destOrd="0" presId="urn:microsoft.com/office/officeart/2005/8/layout/orgChart1"/>
    <dgm:cxn modelId="{4F2F326C-A5EA-4846-BFEF-637BC9432681}" type="presParOf" srcId="{78BAAF45-CEB4-499F-9939-1F0EA12AD81F}" destId="{164CB905-C747-447D-B836-41BDBB6D128A}" srcOrd="4" destOrd="0" presId="urn:microsoft.com/office/officeart/2005/8/layout/orgChart1"/>
    <dgm:cxn modelId="{11ADE124-7067-442D-8664-5EB9E956D8C4}" type="presParOf" srcId="{78BAAF45-CEB4-499F-9939-1F0EA12AD81F}" destId="{90DC7B07-D83F-467C-BCC6-8B0DEC50A375}" srcOrd="5" destOrd="0" presId="urn:microsoft.com/office/officeart/2005/8/layout/orgChart1"/>
    <dgm:cxn modelId="{2EAE4405-27C2-4D85-B6E3-52E18764DF78}" type="presParOf" srcId="{90DC7B07-D83F-467C-BCC6-8B0DEC50A375}" destId="{41C6EA9C-FC91-4BBA-8033-2881852045C5}" srcOrd="0" destOrd="0" presId="urn:microsoft.com/office/officeart/2005/8/layout/orgChart1"/>
    <dgm:cxn modelId="{CCDE624E-DAAF-478C-A2FF-D0AFCF0FF281}" type="presParOf" srcId="{41C6EA9C-FC91-4BBA-8033-2881852045C5}" destId="{5344330A-9260-4057-AA5B-F48DD1DB79C9}" srcOrd="0" destOrd="0" presId="urn:microsoft.com/office/officeart/2005/8/layout/orgChart1"/>
    <dgm:cxn modelId="{E9F9DFA6-9897-405D-969A-9370F6CF06CC}" type="presParOf" srcId="{41C6EA9C-FC91-4BBA-8033-2881852045C5}" destId="{310D10B4-4BCD-4DDC-8641-6437D4D897F2}" srcOrd="1" destOrd="0" presId="urn:microsoft.com/office/officeart/2005/8/layout/orgChart1"/>
    <dgm:cxn modelId="{C19C909A-968F-4DB6-A812-5BFBA4973D33}" type="presParOf" srcId="{90DC7B07-D83F-467C-BCC6-8B0DEC50A375}" destId="{6497E6B0-580D-4FE5-9137-C9E109846847}" srcOrd="1" destOrd="0" presId="urn:microsoft.com/office/officeart/2005/8/layout/orgChart1"/>
    <dgm:cxn modelId="{AA2C325B-FB06-4958-94FB-29C2E23FEFCC}" type="presParOf" srcId="{6497E6B0-580D-4FE5-9137-C9E109846847}" destId="{A4423C54-135A-4F00-9BCA-03FA96A71832}" srcOrd="0" destOrd="0" presId="urn:microsoft.com/office/officeart/2005/8/layout/orgChart1"/>
    <dgm:cxn modelId="{4FC539CB-B1B4-40F8-BE00-D04CB8A83527}" type="presParOf" srcId="{6497E6B0-580D-4FE5-9137-C9E109846847}" destId="{A941C114-64D4-4C1B-A01C-2191C16C9D52}" srcOrd="1" destOrd="0" presId="urn:microsoft.com/office/officeart/2005/8/layout/orgChart1"/>
    <dgm:cxn modelId="{D40EE684-94F5-40B7-80FA-9844A9BE02FF}" type="presParOf" srcId="{A941C114-64D4-4C1B-A01C-2191C16C9D52}" destId="{DA5A8C1C-7091-4102-B568-64008D8D1160}" srcOrd="0" destOrd="0" presId="urn:microsoft.com/office/officeart/2005/8/layout/orgChart1"/>
    <dgm:cxn modelId="{54A74065-0793-49D1-AE70-1D9B154A0C27}" type="presParOf" srcId="{DA5A8C1C-7091-4102-B568-64008D8D1160}" destId="{60317E36-28C5-4CEB-B81D-1025F789A219}" srcOrd="0" destOrd="0" presId="urn:microsoft.com/office/officeart/2005/8/layout/orgChart1"/>
    <dgm:cxn modelId="{06327627-DE11-4D8D-A21B-438F3C64F6E0}" type="presParOf" srcId="{DA5A8C1C-7091-4102-B568-64008D8D1160}" destId="{D1368611-5839-4C79-B662-3CE54F21852C}" srcOrd="1" destOrd="0" presId="urn:microsoft.com/office/officeart/2005/8/layout/orgChart1"/>
    <dgm:cxn modelId="{21E83564-F7BC-451A-9116-AF08BA33E22E}" type="presParOf" srcId="{A941C114-64D4-4C1B-A01C-2191C16C9D52}" destId="{90FA9581-99E3-4D0F-99B2-D6E79AEFC708}" srcOrd="1" destOrd="0" presId="urn:microsoft.com/office/officeart/2005/8/layout/orgChart1"/>
    <dgm:cxn modelId="{8A86449E-900C-4C0E-8B26-31146D15D056}" type="presParOf" srcId="{A941C114-64D4-4C1B-A01C-2191C16C9D52}" destId="{F4297BF0-9AA9-4AB1-9BE0-16086F563B2B}" srcOrd="2" destOrd="0" presId="urn:microsoft.com/office/officeart/2005/8/layout/orgChart1"/>
    <dgm:cxn modelId="{CD4FDD87-C5DC-48E3-84AC-AD8F12E84872}" type="presParOf" srcId="{90DC7B07-D83F-467C-BCC6-8B0DEC50A375}" destId="{1E7F4695-99F2-4380-A719-B6FE40167899}" srcOrd="2" destOrd="0" presId="urn:microsoft.com/office/officeart/2005/8/layout/orgChart1"/>
    <dgm:cxn modelId="{ACF18552-FBC3-4788-92E8-DEB545EB79DD}" type="presParOf" srcId="{4A874AFD-1D9F-48D3-8647-289CA852BCC8}" destId="{3A6A9D21-35F6-4C93-9221-87023F84FD1C}" srcOrd="2" destOrd="0" presId="urn:microsoft.com/office/officeart/2005/8/layout/orgChart1"/>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1F4D5B4-B533-4C9C-9C82-CBD3F237E656}"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826DDC4C-10B2-4D10-90F1-B0980FED19F7}">
      <dgm:prSet phldrT="[文本]" custT="1"/>
      <dgm:spPr>
        <a:solidFill>
          <a:schemeClr val="tx2">
            <a:lumMod val="75000"/>
          </a:schemeClr>
        </a:solidFill>
        <a:ln>
          <a:noFill/>
        </a:ln>
      </dgm:spPr>
      <dgm:t>
        <a:bodyPr/>
        <a:lstStyle/>
        <a:p>
          <a:pPr marL="174625" indent="0"/>
          <a:r>
            <a:rPr lang="zh-CN" altLang="en-US" sz="1800" b="0" dirty="0" smtClean="0">
              <a:solidFill>
                <a:schemeClr val="bg1"/>
              </a:solidFill>
              <a:latin typeface="微软雅黑" panose="020B0503020204020204" charset="-122"/>
              <a:ea typeface="微软雅黑" panose="020B0503020204020204" charset="-122"/>
            </a:rPr>
            <a:t>找出该创新点的 </a:t>
          </a:r>
          <a:r>
            <a:rPr lang="zh-CN" altLang="en-US" sz="2000" b="1" u="sng" dirty="0" smtClean="0">
              <a:solidFill>
                <a:schemeClr val="bg1"/>
              </a:solidFill>
              <a:latin typeface="微软雅黑" panose="020B0503020204020204" charset="-122"/>
              <a:ea typeface="微软雅黑" panose="020B0503020204020204" charset="-122"/>
            </a:rPr>
            <a:t>关联因素</a:t>
          </a:r>
          <a:endParaRPr lang="zh-CN" altLang="en-US" sz="2000" b="1" u="sng" dirty="0">
            <a:solidFill>
              <a:schemeClr val="bg1"/>
            </a:solidFill>
            <a:latin typeface="微软雅黑" panose="020B0503020204020204" charset="-122"/>
            <a:ea typeface="微软雅黑" panose="020B0503020204020204" charset="-122"/>
          </a:endParaRPr>
        </a:p>
      </dgm:t>
    </dgm:pt>
    <dgm:pt modelId="{FE4AF60D-0D65-43BC-8EDA-870A6976BD77}" cxnId="{72DA1AC7-1728-41B1-84D3-6C5D81E6FD37}" type="parTrans">
      <dgm:prSet/>
      <dgm:spPr/>
      <dgm:t>
        <a:bodyPr/>
        <a:lstStyle/>
        <a:p>
          <a:endParaRPr lang="zh-CN" altLang="en-US">
            <a:solidFill>
              <a:schemeClr val="bg1"/>
            </a:solidFill>
          </a:endParaRPr>
        </a:p>
      </dgm:t>
    </dgm:pt>
    <dgm:pt modelId="{10B61D15-F104-4501-81E2-75D069BFF5CC}" cxnId="{72DA1AC7-1728-41B1-84D3-6C5D81E6FD37}" type="sibTrans">
      <dgm:prSet/>
      <dgm:spPr>
        <a:solidFill>
          <a:schemeClr val="tx2">
            <a:lumMod val="40000"/>
            <a:lumOff val="60000"/>
          </a:schemeClr>
        </a:solidFill>
        <a:ln>
          <a:noFill/>
        </a:ln>
      </dgm:spPr>
      <dgm:t>
        <a:bodyPr/>
        <a:lstStyle/>
        <a:p>
          <a:endParaRPr lang="zh-CN" altLang="en-US">
            <a:solidFill>
              <a:schemeClr val="bg1"/>
            </a:solidFill>
          </a:endParaRPr>
        </a:p>
      </dgm:t>
    </dgm:pt>
    <dgm:pt modelId="{93060A35-3723-42DF-8EB4-82EC6599BE7A}">
      <dgm:prSet phldrT="[文本]" custT="1"/>
      <dgm:spPr>
        <a:solidFill>
          <a:schemeClr val="tx2">
            <a:lumMod val="60000"/>
            <a:lumOff val="40000"/>
          </a:schemeClr>
        </a:solidFill>
        <a:ln>
          <a:noFill/>
        </a:ln>
      </dgm:spPr>
      <dgm:t>
        <a:bodyPr/>
        <a:lstStyle/>
        <a:p>
          <a:pPr marL="174625" indent="0"/>
          <a:r>
            <a:rPr lang="zh-CN" altLang="en-US" sz="1800" b="0" dirty="0" smtClean="0">
              <a:solidFill>
                <a:schemeClr val="bg1"/>
              </a:solidFill>
              <a:latin typeface="微软雅黑" panose="020B0503020204020204" charset="-122"/>
              <a:ea typeface="微软雅黑" panose="020B0503020204020204" charset="-122"/>
            </a:rPr>
            <a:t>找出各关联因素的其他 </a:t>
          </a:r>
          <a:r>
            <a:rPr lang="zh-CN" altLang="en-US" sz="2000" b="1" u="sng" dirty="0" smtClean="0">
              <a:solidFill>
                <a:schemeClr val="bg1"/>
              </a:solidFill>
              <a:latin typeface="微软雅黑" panose="020B0503020204020204" charset="-122"/>
              <a:ea typeface="微软雅黑" panose="020B0503020204020204" charset="-122"/>
            </a:rPr>
            <a:t>创新点</a:t>
          </a:r>
          <a:endParaRPr lang="zh-CN" altLang="en-US" sz="2000" b="1" u="sng" dirty="0">
            <a:solidFill>
              <a:schemeClr val="bg1"/>
            </a:solidFill>
            <a:latin typeface="微软雅黑" panose="020B0503020204020204" charset="-122"/>
            <a:ea typeface="微软雅黑" panose="020B0503020204020204" charset="-122"/>
          </a:endParaRPr>
        </a:p>
      </dgm:t>
    </dgm:pt>
    <dgm:pt modelId="{DD3BCAB1-9BDF-4128-9F30-06E0875E2C89}" cxnId="{3FABFD48-681B-40DF-806C-0662472A900F}" type="parTrans">
      <dgm:prSet/>
      <dgm:spPr/>
      <dgm:t>
        <a:bodyPr/>
        <a:lstStyle/>
        <a:p>
          <a:endParaRPr lang="zh-CN" altLang="en-US">
            <a:solidFill>
              <a:schemeClr val="bg1"/>
            </a:solidFill>
          </a:endParaRPr>
        </a:p>
      </dgm:t>
    </dgm:pt>
    <dgm:pt modelId="{9808F066-745C-48C1-A61B-051278FC1518}" cxnId="{3FABFD48-681B-40DF-806C-0662472A900F}" type="sibTrans">
      <dgm:prSet/>
      <dgm:spPr>
        <a:solidFill>
          <a:schemeClr val="tx2">
            <a:lumMod val="20000"/>
            <a:lumOff val="80000"/>
          </a:schemeClr>
        </a:solidFill>
        <a:ln>
          <a:noFill/>
        </a:ln>
      </dgm:spPr>
      <dgm:t>
        <a:bodyPr/>
        <a:lstStyle/>
        <a:p>
          <a:endParaRPr lang="zh-CN" altLang="en-US">
            <a:solidFill>
              <a:schemeClr val="bg1"/>
            </a:solidFill>
          </a:endParaRPr>
        </a:p>
      </dgm:t>
    </dgm:pt>
    <dgm:pt modelId="{64C9AC98-5A80-4C8D-A453-4BA21B4A13C8}">
      <dgm:prSet phldrT="[文本]" custT="1"/>
      <dgm:spPr>
        <a:solidFill>
          <a:schemeClr val="tx2">
            <a:lumMod val="40000"/>
            <a:lumOff val="60000"/>
          </a:schemeClr>
        </a:solidFill>
        <a:ln>
          <a:noFill/>
        </a:ln>
      </dgm:spPr>
      <dgm:t>
        <a:bodyPr/>
        <a:lstStyle/>
        <a:p>
          <a:pPr marL="282575" indent="0"/>
          <a:r>
            <a:rPr lang="zh-CN" altLang="en-US" sz="1800" b="0" dirty="0" smtClean="0">
              <a:solidFill>
                <a:schemeClr val="bg1"/>
              </a:solidFill>
              <a:latin typeface="微软雅黑" panose="020B0503020204020204" charset="-122"/>
              <a:ea typeface="微软雅黑" panose="020B0503020204020204" charset="-122"/>
            </a:rPr>
            <a:t>根据其他创新点总结 </a:t>
          </a:r>
          <a:r>
            <a:rPr lang="zh-CN" altLang="en-US" sz="2000" b="1" u="sng" dirty="0" smtClean="0">
              <a:solidFill>
                <a:schemeClr val="bg1"/>
              </a:solidFill>
              <a:latin typeface="微软雅黑" panose="020B0503020204020204" charset="-122"/>
              <a:ea typeface="微软雅黑" panose="020B0503020204020204" charset="-122"/>
            </a:rPr>
            <a:t>技术方案</a:t>
          </a:r>
          <a:endParaRPr lang="zh-CN" altLang="en-US" sz="2000" b="1" u="sng" dirty="0">
            <a:solidFill>
              <a:schemeClr val="bg1"/>
            </a:solidFill>
            <a:latin typeface="微软雅黑" panose="020B0503020204020204" charset="-122"/>
            <a:ea typeface="微软雅黑" panose="020B0503020204020204" charset="-122"/>
          </a:endParaRPr>
        </a:p>
      </dgm:t>
    </dgm:pt>
    <dgm:pt modelId="{E66B76B3-3CE0-4793-ADF1-9FD340C3A1FD}" cxnId="{6500206A-F991-43DD-A06A-809D79CFFBE7}" type="parTrans">
      <dgm:prSet/>
      <dgm:spPr/>
      <dgm:t>
        <a:bodyPr/>
        <a:lstStyle/>
        <a:p>
          <a:endParaRPr lang="zh-CN" altLang="en-US">
            <a:solidFill>
              <a:schemeClr val="bg1"/>
            </a:solidFill>
          </a:endParaRPr>
        </a:p>
      </dgm:t>
    </dgm:pt>
    <dgm:pt modelId="{1481D9EC-6335-4A51-BD59-060096139DBF}" cxnId="{6500206A-F991-43DD-A06A-809D79CFFBE7}" type="sibTrans">
      <dgm:prSet/>
      <dgm:spPr>
        <a:gradFill rotWithShape="0">
          <a:gsLst>
            <a:gs pos="0">
              <a:srgbClr val="000000"/>
            </a:gs>
            <a:gs pos="39999">
              <a:srgbClr val="0A128C"/>
            </a:gs>
            <a:gs pos="70000">
              <a:srgbClr val="181CC7"/>
            </a:gs>
            <a:gs pos="88000">
              <a:srgbClr val="7005D4"/>
            </a:gs>
            <a:gs pos="100000">
              <a:srgbClr val="8C3D91"/>
            </a:gs>
          </a:gsLst>
          <a:lin ang="5400000" scaled="0"/>
        </a:gradFill>
        <a:ln>
          <a:noFill/>
        </a:ln>
      </dgm:spPr>
      <dgm:t>
        <a:bodyPr/>
        <a:lstStyle/>
        <a:p>
          <a:endParaRPr lang="zh-CN" altLang="en-US">
            <a:solidFill>
              <a:schemeClr val="bg1"/>
            </a:solidFill>
          </a:endParaRPr>
        </a:p>
      </dgm:t>
    </dgm:pt>
    <dgm:pt modelId="{97A04C46-3B97-4C5B-A393-C33E83281CBE}" type="pres">
      <dgm:prSet presAssocID="{C1F4D5B4-B533-4C9C-9C82-CBD3F237E656}" presName="outerComposite" presStyleCnt="0">
        <dgm:presLayoutVars>
          <dgm:chMax val="5"/>
          <dgm:dir/>
          <dgm:resizeHandles val="exact"/>
        </dgm:presLayoutVars>
      </dgm:prSet>
      <dgm:spPr/>
      <dgm:t>
        <a:bodyPr/>
        <a:lstStyle/>
        <a:p>
          <a:endParaRPr lang="zh-CN" altLang="en-US"/>
        </a:p>
      </dgm:t>
    </dgm:pt>
    <dgm:pt modelId="{029F3CBE-9746-47C9-9C8B-0738AAC3973A}" type="pres">
      <dgm:prSet presAssocID="{C1F4D5B4-B533-4C9C-9C82-CBD3F237E656}" presName="dummyMaxCanvas" presStyleCnt="0">
        <dgm:presLayoutVars/>
      </dgm:prSet>
      <dgm:spPr/>
    </dgm:pt>
    <dgm:pt modelId="{E81A5FDB-38FA-4189-9A0A-EB8F37DF6C53}" type="pres">
      <dgm:prSet presAssocID="{C1F4D5B4-B533-4C9C-9C82-CBD3F237E656}" presName="ThreeNodes_1" presStyleLbl="node1" presStyleIdx="0" presStyleCnt="3" custScaleY="75439">
        <dgm:presLayoutVars>
          <dgm:bulletEnabled val="1"/>
        </dgm:presLayoutVars>
      </dgm:prSet>
      <dgm:spPr/>
      <dgm:t>
        <a:bodyPr/>
        <a:lstStyle/>
        <a:p>
          <a:endParaRPr lang="zh-CN" altLang="en-US"/>
        </a:p>
      </dgm:t>
    </dgm:pt>
    <dgm:pt modelId="{C7749A90-2FCD-4EE0-A44C-9F1ABABC6BBD}" type="pres">
      <dgm:prSet presAssocID="{C1F4D5B4-B533-4C9C-9C82-CBD3F237E656}" presName="ThreeNodes_2" presStyleLbl="node1" presStyleIdx="1" presStyleCnt="3" custScaleY="70409">
        <dgm:presLayoutVars>
          <dgm:bulletEnabled val="1"/>
        </dgm:presLayoutVars>
      </dgm:prSet>
      <dgm:spPr/>
      <dgm:t>
        <a:bodyPr/>
        <a:lstStyle/>
        <a:p>
          <a:endParaRPr lang="zh-CN" altLang="en-US"/>
        </a:p>
      </dgm:t>
    </dgm:pt>
    <dgm:pt modelId="{B1A538D5-6BEF-4E61-A535-5B4966578379}" type="pres">
      <dgm:prSet presAssocID="{C1F4D5B4-B533-4C9C-9C82-CBD3F237E656}" presName="ThreeNodes_3" presStyleLbl="node1" presStyleIdx="2" presStyleCnt="3" custScaleY="65380">
        <dgm:presLayoutVars>
          <dgm:bulletEnabled val="1"/>
        </dgm:presLayoutVars>
      </dgm:prSet>
      <dgm:spPr/>
      <dgm:t>
        <a:bodyPr/>
        <a:lstStyle/>
        <a:p>
          <a:endParaRPr lang="zh-CN" altLang="en-US"/>
        </a:p>
      </dgm:t>
    </dgm:pt>
    <dgm:pt modelId="{CE2D3CE9-1C18-4A31-92FE-F2D966FF8684}" type="pres">
      <dgm:prSet presAssocID="{C1F4D5B4-B533-4C9C-9C82-CBD3F237E656}" presName="ThreeConn_1-2" presStyleLbl="fgAccFollowNode1" presStyleIdx="0" presStyleCnt="2" custLinFactNeighborY="18286">
        <dgm:presLayoutVars>
          <dgm:bulletEnabled val="1"/>
        </dgm:presLayoutVars>
      </dgm:prSet>
      <dgm:spPr/>
      <dgm:t>
        <a:bodyPr/>
        <a:lstStyle/>
        <a:p>
          <a:endParaRPr lang="zh-CN" altLang="en-US"/>
        </a:p>
      </dgm:t>
    </dgm:pt>
    <dgm:pt modelId="{BFCD68F7-71A3-4BBE-923B-8EC236543C10}" type="pres">
      <dgm:prSet presAssocID="{C1F4D5B4-B533-4C9C-9C82-CBD3F237E656}" presName="ThreeConn_2-3" presStyleLbl="fgAccFollowNode1" presStyleIdx="1" presStyleCnt="2" custLinFactNeighborY="15262">
        <dgm:presLayoutVars>
          <dgm:bulletEnabled val="1"/>
        </dgm:presLayoutVars>
      </dgm:prSet>
      <dgm:spPr/>
      <dgm:t>
        <a:bodyPr/>
        <a:lstStyle/>
        <a:p>
          <a:endParaRPr lang="zh-CN" altLang="en-US"/>
        </a:p>
      </dgm:t>
    </dgm:pt>
    <dgm:pt modelId="{068B75F6-1E0A-40D8-AE37-659A26FC8CDF}" type="pres">
      <dgm:prSet presAssocID="{C1F4D5B4-B533-4C9C-9C82-CBD3F237E656}" presName="ThreeNodes_1_text" presStyleLbl="node1" presStyleIdx="2" presStyleCnt="3">
        <dgm:presLayoutVars>
          <dgm:bulletEnabled val="1"/>
        </dgm:presLayoutVars>
      </dgm:prSet>
      <dgm:spPr/>
      <dgm:t>
        <a:bodyPr/>
        <a:lstStyle/>
        <a:p>
          <a:endParaRPr lang="zh-CN" altLang="en-US"/>
        </a:p>
      </dgm:t>
    </dgm:pt>
    <dgm:pt modelId="{0E80D866-B755-476C-8FE7-002837FE6724}" type="pres">
      <dgm:prSet presAssocID="{C1F4D5B4-B533-4C9C-9C82-CBD3F237E656}" presName="ThreeNodes_2_text" presStyleLbl="node1" presStyleIdx="2" presStyleCnt="3">
        <dgm:presLayoutVars>
          <dgm:bulletEnabled val="1"/>
        </dgm:presLayoutVars>
      </dgm:prSet>
      <dgm:spPr/>
      <dgm:t>
        <a:bodyPr/>
        <a:lstStyle/>
        <a:p>
          <a:endParaRPr lang="zh-CN" altLang="en-US"/>
        </a:p>
      </dgm:t>
    </dgm:pt>
    <dgm:pt modelId="{99D8000C-5B5F-4DE4-9D5A-EA80EF943586}" type="pres">
      <dgm:prSet presAssocID="{C1F4D5B4-B533-4C9C-9C82-CBD3F237E656}" presName="ThreeNodes_3_text" presStyleLbl="node1" presStyleIdx="2" presStyleCnt="3">
        <dgm:presLayoutVars>
          <dgm:bulletEnabled val="1"/>
        </dgm:presLayoutVars>
      </dgm:prSet>
      <dgm:spPr/>
      <dgm:t>
        <a:bodyPr/>
        <a:lstStyle/>
        <a:p>
          <a:endParaRPr lang="zh-CN" altLang="en-US"/>
        </a:p>
      </dgm:t>
    </dgm:pt>
  </dgm:ptLst>
  <dgm:cxnLst>
    <dgm:cxn modelId="{3FABFD48-681B-40DF-806C-0662472A900F}" srcId="{C1F4D5B4-B533-4C9C-9C82-CBD3F237E656}" destId="{93060A35-3723-42DF-8EB4-82EC6599BE7A}" srcOrd="1" destOrd="0" parTransId="{DD3BCAB1-9BDF-4128-9F30-06E0875E2C89}" sibTransId="{9808F066-745C-48C1-A61B-051278FC1518}"/>
    <dgm:cxn modelId="{9FBA1331-FDA6-454A-8AC2-AC626F86B8EF}" type="presOf" srcId="{10B61D15-F104-4501-81E2-75D069BFF5CC}" destId="{CE2D3CE9-1C18-4A31-92FE-F2D966FF8684}" srcOrd="0" destOrd="0" presId="urn:microsoft.com/office/officeart/2005/8/layout/vProcess5"/>
    <dgm:cxn modelId="{2AC7B535-A9F7-4A65-8EC7-11A6160E40FA}" type="presOf" srcId="{C1F4D5B4-B533-4C9C-9C82-CBD3F237E656}" destId="{97A04C46-3B97-4C5B-A393-C33E83281CBE}" srcOrd="0" destOrd="0" presId="urn:microsoft.com/office/officeart/2005/8/layout/vProcess5"/>
    <dgm:cxn modelId="{53C18769-3C98-4731-B721-72303C463FF4}" type="presOf" srcId="{9808F066-745C-48C1-A61B-051278FC1518}" destId="{BFCD68F7-71A3-4BBE-923B-8EC236543C10}" srcOrd="0" destOrd="0" presId="urn:microsoft.com/office/officeart/2005/8/layout/vProcess5"/>
    <dgm:cxn modelId="{7FD02867-AC5C-46CD-A852-FDEDE3BAC618}" type="presOf" srcId="{93060A35-3723-42DF-8EB4-82EC6599BE7A}" destId="{C7749A90-2FCD-4EE0-A44C-9F1ABABC6BBD}" srcOrd="0" destOrd="0" presId="urn:microsoft.com/office/officeart/2005/8/layout/vProcess5"/>
    <dgm:cxn modelId="{72DA1AC7-1728-41B1-84D3-6C5D81E6FD37}" srcId="{C1F4D5B4-B533-4C9C-9C82-CBD3F237E656}" destId="{826DDC4C-10B2-4D10-90F1-B0980FED19F7}" srcOrd="0" destOrd="0" parTransId="{FE4AF60D-0D65-43BC-8EDA-870A6976BD77}" sibTransId="{10B61D15-F104-4501-81E2-75D069BFF5CC}"/>
    <dgm:cxn modelId="{6500206A-F991-43DD-A06A-809D79CFFBE7}" srcId="{C1F4D5B4-B533-4C9C-9C82-CBD3F237E656}" destId="{64C9AC98-5A80-4C8D-A453-4BA21B4A13C8}" srcOrd="2" destOrd="0" parTransId="{E66B76B3-3CE0-4793-ADF1-9FD340C3A1FD}" sibTransId="{1481D9EC-6335-4A51-BD59-060096139DBF}"/>
    <dgm:cxn modelId="{600129FD-2898-448A-ACBF-F41BF997BAB9}" type="presOf" srcId="{64C9AC98-5A80-4C8D-A453-4BA21B4A13C8}" destId="{99D8000C-5B5F-4DE4-9D5A-EA80EF943586}" srcOrd="1" destOrd="0" presId="urn:microsoft.com/office/officeart/2005/8/layout/vProcess5"/>
    <dgm:cxn modelId="{FD62F8E1-5556-4E14-A372-DC74494FCD5E}" type="presOf" srcId="{826DDC4C-10B2-4D10-90F1-B0980FED19F7}" destId="{E81A5FDB-38FA-4189-9A0A-EB8F37DF6C53}" srcOrd="0" destOrd="0" presId="urn:microsoft.com/office/officeart/2005/8/layout/vProcess5"/>
    <dgm:cxn modelId="{D02A02C8-1971-4215-A04D-3155163A2935}" type="presOf" srcId="{826DDC4C-10B2-4D10-90F1-B0980FED19F7}" destId="{068B75F6-1E0A-40D8-AE37-659A26FC8CDF}" srcOrd="1" destOrd="0" presId="urn:microsoft.com/office/officeart/2005/8/layout/vProcess5"/>
    <dgm:cxn modelId="{F66DD95E-D639-451A-AAAF-E52205EE201B}" type="presOf" srcId="{93060A35-3723-42DF-8EB4-82EC6599BE7A}" destId="{0E80D866-B755-476C-8FE7-002837FE6724}" srcOrd="1" destOrd="0" presId="urn:microsoft.com/office/officeart/2005/8/layout/vProcess5"/>
    <dgm:cxn modelId="{E3D0BFBC-C5E5-4487-B132-4C27FBB49A07}" type="presOf" srcId="{64C9AC98-5A80-4C8D-A453-4BA21B4A13C8}" destId="{B1A538D5-6BEF-4E61-A535-5B4966578379}" srcOrd="0" destOrd="0" presId="urn:microsoft.com/office/officeart/2005/8/layout/vProcess5"/>
    <dgm:cxn modelId="{C062DEEA-9B24-4221-8D5E-0F05B1306D6E}" type="presParOf" srcId="{97A04C46-3B97-4C5B-A393-C33E83281CBE}" destId="{029F3CBE-9746-47C9-9C8B-0738AAC3973A}" srcOrd="0" destOrd="0" presId="urn:microsoft.com/office/officeart/2005/8/layout/vProcess5"/>
    <dgm:cxn modelId="{B7204CC8-C901-4FD0-B578-B8A0E63E3AD6}" type="presParOf" srcId="{97A04C46-3B97-4C5B-A393-C33E83281CBE}" destId="{E81A5FDB-38FA-4189-9A0A-EB8F37DF6C53}" srcOrd="1" destOrd="0" presId="urn:microsoft.com/office/officeart/2005/8/layout/vProcess5"/>
    <dgm:cxn modelId="{73C820F6-DBF8-4120-BAD7-D0BDD5126CCD}" type="presParOf" srcId="{97A04C46-3B97-4C5B-A393-C33E83281CBE}" destId="{C7749A90-2FCD-4EE0-A44C-9F1ABABC6BBD}" srcOrd="2" destOrd="0" presId="urn:microsoft.com/office/officeart/2005/8/layout/vProcess5"/>
    <dgm:cxn modelId="{B87C2FE0-D803-4C9E-9BAF-F40D5F79C00B}" type="presParOf" srcId="{97A04C46-3B97-4C5B-A393-C33E83281CBE}" destId="{B1A538D5-6BEF-4E61-A535-5B4966578379}" srcOrd="3" destOrd="0" presId="urn:microsoft.com/office/officeart/2005/8/layout/vProcess5"/>
    <dgm:cxn modelId="{96628C8D-739D-4FF4-B2DF-BA5180A397A7}" type="presParOf" srcId="{97A04C46-3B97-4C5B-A393-C33E83281CBE}" destId="{CE2D3CE9-1C18-4A31-92FE-F2D966FF8684}" srcOrd="4" destOrd="0" presId="urn:microsoft.com/office/officeart/2005/8/layout/vProcess5"/>
    <dgm:cxn modelId="{39264E04-5327-4722-B876-66F91486D183}" type="presParOf" srcId="{97A04C46-3B97-4C5B-A393-C33E83281CBE}" destId="{BFCD68F7-71A3-4BBE-923B-8EC236543C10}" srcOrd="5" destOrd="0" presId="urn:microsoft.com/office/officeart/2005/8/layout/vProcess5"/>
    <dgm:cxn modelId="{12F4FFC6-198B-42DA-8099-B8AC82842102}" type="presParOf" srcId="{97A04C46-3B97-4C5B-A393-C33E83281CBE}" destId="{068B75F6-1E0A-40D8-AE37-659A26FC8CDF}" srcOrd="6" destOrd="0" presId="urn:microsoft.com/office/officeart/2005/8/layout/vProcess5"/>
    <dgm:cxn modelId="{A849A031-35F3-4B75-A9C6-6DC44ADFC7F1}" type="presParOf" srcId="{97A04C46-3B97-4C5B-A393-C33E83281CBE}" destId="{0E80D866-B755-476C-8FE7-002837FE6724}" srcOrd="7" destOrd="0" presId="urn:microsoft.com/office/officeart/2005/8/layout/vProcess5"/>
    <dgm:cxn modelId="{C0AD16A2-B10C-4380-B1C2-9432BC8CB88A}" type="presParOf" srcId="{97A04C46-3B97-4C5B-A393-C33E83281CBE}" destId="{99D8000C-5B5F-4DE4-9D5A-EA80EF943586}" srcOrd="8"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A6B9454-2B4A-4091-8F33-0F50C4803449}"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zh-CN" altLang="en-US"/>
        </a:p>
      </dgm:t>
    </dgm:pt>
    <dgm:pt modelId="{223FB25D-6F26-430D-9738-E3BF5E396A2E}">
      <dgm:prSet custT="1"/>
      <dgm:spPr>
        <a:solidFill>
          <a:srgbClr val="002060"/>
        </a:solidFill>
        <a:ln>
          <a:noFill/>
        </a:ln>
      </dgm:spPr>
      <dgm:t>
        <a:bodyPr/>
        <a:lstStyle/>
        <a:p>
          <a:r>
            <a:rPr lang="zh-CN" altLang="en-US" sz="1200" b="1" dirty="0" smtClean="0">
              <a:latin typeface="微软雅黑" panose="020B0503020204020204" charset="-122"/>
              <a:ea typeface="微软雅黑" panose="020B0503020204020204" charset="-122"/>
            </a:rPr>
            <a:t>关联因素 </a:t>
          </a:r>
          <a:r>
            <a:rPr lang="en-US" altLang="zh-CN" sz="1200" b="1" dirty="0" smtClean="0">
              <a:latin typeface="微软雅黑" panose="020B0503020204020204" charset="-122"/>
              <a:ea typeface="微软雅黑" panose="020B0503020204020204" charset="-122"/>
            </a:rPr>
            <a:t>1</a:t>
          </a:r>
          <a:endParaRPr lang="zh-CN" altLang="en-US" sz="1200" b="1" dirty="0">
            <a:latin typeface="微软雅黑" panose="020B0503020204020204" charset="-122"/>
            <a:ea typeface="微软雅黑" panose="020B0503020204020204" charset="-122"/>
          </a:endParaRPr>
        </a:p>
      </dgm:t>
    </dgm:pt>
    <dgm:pt modelId="{A31A7868-824E-4DA5-84FF-781C55E7D9A3}" cxnId="{091CE741-9FBD-4EEE-A52D-BF2EC3E93BD3}" type="parTrans">
      <dgm:prSet/>
      <dgm:spPr>
        <a:ln>
          <a:solidFill>
            <a:schemeClr val="accent3">
              <a:lumMod val="50000"/>
            </a:schemeClr>
          </a:solidFill>
        </a:ln>
      </dgm:spPr>
      <dgm:t>
        <a:bodyPr/>
        <a:lstStyle/>
        <a:p>
          <a:endParaRPr lang="zh-CN" altLang="en-US">
            <a:latin typeface="+mj-ea"/>
            <a:ea typeface="+mj-ea"/>
          </a:endParaRPr>
        </a:p>
      </dgm:t>
    </dgm:pt>
    <dgm:pt modelId="{A08927F7-AF1D-46A2-ADDE-115DBBED9A68}" cxnId="{091CE741-9FBD-4EEE-A52D-BF2EC3E93BD3}" type="sibTrans">
      <dgm:prSet/>
      <dgm:spPr/>
      <dgm:t>
        <a:bodyPr/>
        <a:lstStyle/>
        <a:p>
          <a:endParaRPr lang="zh-CN" altLang="en-US">
            <a:latin typeface="+mj-ea"/>
            <a:ea typeface="+mj-ea"/>
          </a:endParaRPr>
        </a:p>
      </dgm:t>
    </dgm:pt>
    <dgm:pt modelId="{F9F51F73-DFEA-4E3A-AEA3-6ED80024FDFF}">
      <dgm:prSet custT="1"/>
      <dgm:spPr>
        <a:solidFill>
          <a:srgbClr val="002060"/>
        </a:solidFill>
        <a:ln>
          <a:noFill/>
        </a:ln>
      </dgm:spPr>
      <dgm:t>
        <a:bodyPr/>
        <a:lstStyle/>
        <a:p>
          <a:r>
            <a:rPr lang="zh-CN" altLang="en-US" sz="1200" b="1" dirty="0" smtClean="0">
              <a:latin typeface="微软雅黑" panose="020B0503020204020204" charset="-122"/>
              <a:ea typeface="微软雅黑" panose="020B0503020204020204" charset="-122"/>
            </a:rPr>
            <a:t>关联因素 </a:t>
          </a:r>
          <a:r>
            <a:rPr lang="en-US" altLang="zh-CN" sz="1200" b="1" dirty="0" smtClean="0">
              <a:latin typeface="微软雅黑" panose="020B0503020204020204" charset="-122"/>
              <a:ea typeface="微软雅黑" panose="020B0503020204020204" charset="-122"/>
            </a:rPr>
            <a:t>2</a:t>
          </a:r>
          <a:endParaRPr lang="zh-CN" altLang="en-US" sz="1200" b="1" dirty="0">
            <a:latin typeface="微软雅黑" panose="020B0503020204020204" charset="-122"/>
            <a:ea typeface="微软雅黑" panose="020B0503020204020204" charset="-122"/>
          </a:endParaRPr>
        </a:p>
      </dgm:t>
    </dgm:pt>
    <dgm:pt modelId="{9F30FBF6-7657-4925-AA50-CD030626B16C}" cxnId="{4ED3C05C-2852-4CB1-ADF8-55ED09988C7E}" type="parTrans">
      <dgm:prSet/>
      <dgm:spPr>
        <a:ln>
          <a:solidFill>
            <a:schemeClr val="accent3">
              <a:lumMod val="50000"/>
            </a:schemeClr>
          </a:solidFill>
        </a:ln>
      </dgm:spPr>
      <dgm:t>
        <a:bodyPr/>
        <a:lstStyle/>
        <a:p>
          <a:endParaRPr lang="zh-CN" altLang="en-US">
            <a:latin typeface="+mj-ea"/>
            <a:ea typeface="+mj-ea"/>
          </a:endParaRPr>
        </a:p>
      </dgm:t>
    </dgm:pt>
    <dgm:pt modelId="{89218767-38E9-4268-BC48-09FD89E64EE5}" cxnId="{4ED3C05C-2852-4CB1-ADF8-55ED09988C7E}" type="sibTrans">
      <dgm:prSet/>
      <dgm:spPr/>
      <dgm:t>
        <a:bodyPr/>
        <a:lstStyle/>
        <a:p>
          <a:endParaRPr lang="zh-CN" altLang="en-US">
            <a:latin typeface="+mj-ea"/>
            <a:ea typeface="+mj-ea"/>
          </a:endParaRPr>
        </a:p>
      </dgm:t>
    </dgm:pt>
    <dgm:pt modelId="{EA43FB36-65C7-484A-B9AF-66E4581F3F5F}">
      <dgm:prSet/>
      <dgm:spPr>
        <a:solidFill>
          <a:srgbClr val="002060"/>
        </a:solidFill>
        <a:ln>
          <a:noFill/>
        </a:ln>
      </dgm:spPr>
      <dgm:t>
        <a:bodyPr/>
        <a:lstStyle/>
        <a:p>
          <a:r>
            <a:rPr lang="en-US" altLang="zh-CN" dirty="0" smtClean="0">
              <a:latin typeface="+mj-ea"/>
              <a:ea typeface="+mj-ea"/>
            </a:rPr>
            <a:t>…</a:t>
          </a:r>
          <a:endParaRPr lang="zh-CN" altLang="en-US" dirty="0">
            <a:latin typeface="+mj-ea"/>
            <a:ea typeface="+mj-ea"/>
          </a:endParaRPr>
        </a:p>
      </dgm:t>
    </dgm:pt>
    <dgm:pt modelId="{AFAB6409-9C58-4826-8FBD-E6786D15BBF7}" cxnId="{788F173F-146C-4E63-962D-871CC714694A}" type="parTrans">
      <dgm:prSet/>
      <dgm:spPr>
        <a:ln>
          <a:solidFill>
            <a:schemeClr val="accent3">
              <a:lumMod val="50000"/>
            </a:schemeClr>
          </a:solidFill>
        </a:ln>
      </dgm:spPr>
      <dgm:t>
        <a:bodyPr/>
        <a:lstStyle/>
        <a:p>
          <a:endParaRPr lang="zh-CN" altLang="en-US">
            <a:latin typeface="+mj-ea"/>
            <a:ea typeface="+mj-ea"/>
          </a:endParaRPr>
        </a:p>
      </dgm:t>
    </dgm:pt>
    <dgm:pt modelId="{DC627C78-F6AE-4599-9675-210D8EDD6C17}" cxnId="{788F173F-146C-4E63-962D-871CC714694A}" type="sibTrans">
      <dgm:prSet/>
      <dgm:spPr/>
      <dgm:t>
        <a:bodyPr/>
        <a:lstStyle/>
        <a:p>
          <a:endParaRPr lang="zh-CN" altLang="en-US">
            <a:latin typeface="+mj-ea"/>
            <a:ea typeface="+mj-ea"/>
          </a:endParaRPr>
        </a:p>
      </dgm:t>
    </dgm:pt>
    <dgm:pt modelId="{2C4155AA-6723-48D7-B5B5-2A1E04323970}">
      <dgm:prSet custT="1"/>
      <dgm:spPr>
        <a:solidFill>
          <a:schemeClr val="tx2">
            <a:lumMod val="60000"/>
            <a:lumOff val="40000"/>
          </a:schemeClr>
        </a:solidFill>
        <a:ln>
          <a:noFill/>
        </a:ln>
      </dgm:spPr>
      <dgm:t>
        <a:bodyPr/>
        <a:lstStyle/>
        <a:p>
          <a:r>
            <a:rPr lang="zh-CN" altLang="en-US" sz="1200" b="1" dirty="0" smtClean="0">
              <a:latin typeface="微软雅黑" panose="020B0503020204020204" charset="-122"/>
              <a:ea typeface="微软雅黑" panose="020B0503020204020204" charset="-122"/>
            </a:rPr>
            <a:t>创新点 </a:t>
          </a:r>
          <a:r>
            <a:rPr lang="en-US" altLang="zh-CN" sz="1200" b="1" dirty="0" smtClean="0">
              <a:latin typeface="微软雅黑" panose="020B0503020204020204" charset="-122"/>
              <a:ea typeface="微软雅黑" panose="020B0503020204020204" charset="-122"/>
            </a:rPr>
            <a:t>a</a:t>
          </a:r>
          <a:endParaRPr lang="zh-CN" altLang="en-US" sz="1200" b="1" dirty="0">
            <a:latin typeface="微软雅黑" panose="020B0503020204020204" charset="-122"/>
            <a:ea typeface="微软雅黑" panose="020B0503020204020204" charset="-122"/>
          </a:endParaRPr>
        </a:p>
      </dgm:t>
    </dgm:pt>
    <dgm:pt modelId="{80CF6F27-8F6C-41EA-B571-4842660911A1}" cxnId="{9C2E3278-4C3B-4546-888A-7675CA5AF80F}" type="parTrans">
      <dgm:prSet/>
      <dgm:spPr>
        <a:ln>
          <a:solidFill>
            <a:schemeClr val="accent3">
              <a:lumMod val="50000"/>
            </a:schemeClr>
          </a:solidFill>
        </a:ln>
      </dgm:spPr>
      <dgm:t>
        <a:bodyPr/>
        <a:lstStyle/>
        <a:p>
          <a:endParaRPr lang="zh-CN" altLang="en-US">
            <a:latin typeface="+mj-ea"/>
            <a:ea typeface="+mj-ea"/>
          </a:endParaRPr>
        </a:p>
      </dgm:t>
    </dgm:pt>
    <dgm:pt modelId="{59100E93-5596-467C-8794-D07B46E27282}" cxnId="{9C2E3278-4C3B-4546-888A-7675CA5AF80F}" type="sibTrans">
      <dgm:prSet/>
      <dgm:spPr/>
      <dgm:t>
        <a:bodyPr/>
        <a:lstStyle/>
        <a:p>
          <a:endParaRPr lang="zh-CN" altLang="en-US">
            <a:latin typeface="+mj-ea"/>
            <a:ea typeface="+mj-ea"/>
          </a:endParaRPr>
        </a:p>
      </dgm:t>
    </dgm:pt>
    <dgm:pt modelId="{31546C91-4333-4D30-B6EE-D585564D6793}">
      <dgm:prSet custT="1"/>
      <dgm:spPr>
        <a:solidFill>
          <a:schemeClr val="tx2">
            <a:lumMod val="60000"/>
            <a:lumOff val="40000"/>
          </a:schemeClr>
        </a:solidFill>
        <a:ln>
          <a:noFill/>
        </a:ln>
      </dgm:spPr>
      <dgm:t>
        <a:bodyPr/>
        <a:lstStyle/>
        <a:p>
          <a:r>
            <a:rPr lang="zh-CN" altLang="en-US" sz="1200" b="1" dirty="0" smtClean="0">
              <a:latin typeface="微软雅黑" panose="020B0503020204020204" charset="-122"/>
              <a:ea typeface="微软雅黑" panose="020B0503020204020204" charset="-122"/>
            </a:rPr>
            <a:t>创新点</a:t>
          </a:r>
          <a:r>
            <a:rPr lang="en-US" altLang="zh-CN" sz="1200" b="1" dirty="0" smtClean="0">
              <a:latin typeface="微软雅黑" panose="020B0503020204020204" charset="-122"/>
              <a:ea typeface="微软雅黑" panose="020B0503020204020204" charset="-122"/>
            </a:rPr>
            <a:t> b</a:t>
          </a:r>
          <a:endParaRPr lang="zh-CN" altLang="en-US" sz="1200" b="1" dirty="0">
            <a:latin typeface="微软雅黑" panose="020B0503020204020204" charset="-122"/>
            <a:ea typeface="微软雅黑" panose="020B0503020204020204" charset="-122"/>
          </a:endParaRPr>
        </a:p>
      </dgm:t>
    </dgm:pt>
    <dgm:pt modelId="{0F794726-A380-4ED3-8786-C4CEC84ED40A}" cxnId="{D0EA8F3F-CB2D-4BBC-ADA2-F9C69FCD8C87}" type="parTrans">
      <dgm:prSet/>
      <dgm:spPr>
        <a:ln>
          <a:solidFill>
            <a:schemeClr val="accent3">
              <a:lumMod val="50000"/>
            </a:schemeClr>
          </a:solidFill>
        </a:ln>
      </dgm:spPr>
      <dgm:t>
        <a:bodyPr/>
        <a:lstStyle/>
        <a:p>
          <a:endParaRPr lang="zh-CN" altLang="en-US">
            <a:latin typeface="+mj-ea"/>
            <a:ea typeface="+mj-ea"/>
          </a:endParaRPr>
        </a:p>
      </dgm:t>
    </dgm:pt>
    <dgm:pt modelId="{2BBFA9D8-3E85-433C-AACC-F0EB3824FA17}" cxnId="{D0EA8F3F-CB2D-4BBC-ADA2-F9C69FCD8C87}" type="sibTrans">
      <dgm:prSet/>
      <dgm:spPr/>
      <dgm:t>
        <a:bodyPr/>
        <a:lstStyle/>
        <a:p>
          <a:endParaRPr lang="zh-CN" altLang="en-US">
            <a:latin typeface="+mj-ea"/>
            <a:ea typeface="+mj-ea"/>
          </a:endParaRPr>
        </a:p>
      </dgm:t>
    </dgm:pt>
    <dgm:pt modelId="{6642946D-6DC5-4D09-8C69-95747001D3A8}">
      <dgm:prSet/>
      <dgm:spPr>
        <a:solidFill>
          <a:schemeClr val="tx2">
            <a:lumMod val="60000"/>
            <a:lumOff val="40000"/>
          </a:schemeClr>
        </a:solidFill>
        <a:ln>
          <a:noFill/>
        </a:ln>
      </dgm:spPr>
      <dgm:t>
        <a:bodyPr/>
        <a:lstStyle/>
        <a:p>
          <a:r>
            <a:rPr lang="en-US" altLang="zh-CN" dirty="0" smtClean="0">
              <a:latin typeface="+mj-ea"/>
              <a:ea typeface="+mj-ea"/>
            </a:rPr>
            <a:t>…</a:t>
          </a:r>
          <a:endParaRPr lang="zh-CN" altLang="en-US" dirty="0">
            <a:latin typeface="+mj-ea"/>
            <a:ea typeface="+mj-ea"/>
          </a:endParaRPr>
        </a:p>
      </dgm:t>
    </dgm:pt>
    <dgm:pt modelId="{4CEB138D-1AD4-4625-8EED-A4006E435574}" cxnId="{5B59C484-CFA0-4469-8FEE-47437C807D77}" type="parTrans">
      <dgm:prSet/>
      <dgm:spPr>
        <a:ln>
          <a:solidFill>
            <a:schemeClr val="accent3">
              <a:lumMod val="50000"/>
            </a:schemeClr>
          </a:solidFill>
        </a:ln>
      </dgm:spPr>
      <dgm:t>
        <a:bodyPr/>
        <a:lstStyle/>
        <a:p>
          <a:endParaRPr lang="zh-CN" altLang="en-US">
            <a:latin typeface="+mj-ea"/>
            <a:ea typeface="+mj-ea"/>
          </a:endParaRPr>
        </a:p>
      </dgm:t>
    </dgm:pt>
    <dgm:pt modelId="{C8AA3837-7B75-4BC7-BF8D-2464D96620BA}" cxnId="{5B59C484-CFA0-4469-8FEE-47437C807D77}" type="sibTrans">
      <dgm:prSet/>
      <dgm:spPr/>
      <dgm:t>
        <a:bodyPr/>
        <a:lstStyle/>
        <a:p>
          <a:endParaRPr lang="zh-CN" altLang="en-US">
            <a:latin typeface="+mj-ea"/>
            <a:ea typeface="+mj-ea"/>
          </a:endParaRPr>
        </a:p>
      </dgm:t>
    </dgm:pt>
    <dgm:pt modelId="{85BD068C-3FC9-4A48-9A34-D3A4844FA7B8}">
      <dgm:prSet custT="1"/>
      <dgm:spPr>
        <a:solidFill>
          <a:schemeClr val="tx2">
            <a:lumMod val="40000"/>
            <a:lumOff val="60000"/>
          </a:schemeClr>
        </a:solidFill>
        <a:ln>
          <a:noFill/>
        </a:ln>
      </dgm:spPr>
      <dgm:t>
        <a:bodyPr/>
        <a:lstStyle/>
        <a:p>
          <a:r>
            <a:rPr lang="zh-CN" altLang="en-US" sz="1200" b="1" dirty="0" smtClean="0">
              <a:latin typeface="微软雅黑" panose="020B0503020204020204" charset="-122"/>
              <a:ea typeface="微软雅黑" panose="020B0503020204020204" charset="-122"/>
            </a:rPr>
            <a:t>技术方案 </a:t>
          </a:r>
          <a:r>
            <a:rPr lang="en-US" altLang="zh-CN" sz="1200" b="1" dirty="0" smtClean="0">
              <a:latin typeface="微软雅黑" panose="020B0503020204020204" charset="-122"/>
              <a:ea typeface="微软雅黑" panose="020B0503020204020204" charset="-122"/>
            </a:rPr>
            <a:t>a</a:t>
          </a:r>
          <a:endParaRPr lang="zh-CN" altLang="en-US" sz="1200" b="1" dirty="0">
            <a:latin typeface="微软雅黑" panose="020B0503020204020204" charset="-122"/>
            <a:ea typeface="微软雅黑" panose="020B0503020204020204" charset="-122"/>
          </a:endParaRPr>
        </a:p>
      </dgm:t>
    </dgm:pt>
    <dgm:pt modelId="{CC9516B2-59E1-4825-884B-37B4CA982D52}" cxnId="{C3D6190A-CBB6-4FF7-BEB3-550C31519F55}" type="parTrans">
      <dgm:prSet/>
      <dgm:spPr>
        <a:ln>
          <a:solidFill>
            <a:schemeClr val="accent2">
              <a:lumMod val="50000"/>
            </a:schemeClr>
          </a:solidFill>
        </a:ln>
      </dgm:spPr>
      <dgm:t>
        <a:bodyPr/>
        <a:lstStyle/>
        <a:p>
          <a:endParaRPr lang="zh-CN" altLang="en-US">
            <a:latin typeface="+mj-ea"/>
            <a:ea typeface="+mj-ea"/>
          </a:endParaRPr>
        </a:p>
      </dgm:t>
    </dgm:pt>
    <dgm:pt modelId="{5B48B198-76A5-4C0D-99F7-3D31236EFEDC}" cxnId="{C3D6190A-CBB6-4FF7-BEB3-550C31519F55}" type="sibTrans">
      <dgm:prSet/>
      <dgm:spPr/>
      <dgm:t>
        <a:bodyPr/>
        <a:lstStyle/>
        <a:p>
          <a:endParaRPr lang="zh-CN" altLang="en-US">
            <a:latin typeface="+mj-ea"/>
            <a:ea typeface="+mj-ea"/>
          </a:endParaRPr>
        </a:p>
      </dgm:t>
    </dgm:pt>
    <dgm:pt modelId="{B3DFBEB0-5656-46DA-837C-4408DD595C89}">
      <dgm:prSet custT="1"/>
      <dgm:spPr>
        <a:solidFill>
          <a:schemeClr val="tx2">
            <a:lumMod val="40000"/>
            <a:lumOff val="60000"/>
          </a:schemeClr>
        </a:solidFill>
        <a:ln>
          <a:noFill/>
        </a:ln>
      </dgm:spPr>
      <dgm:t>
        <a:bodyPr/>
        <a:lstStyle/>
        <a:p>
          <a:r>
            <a:rPr lang="zh-CN" altLang="en-US" sz="1200" b="1" dirty="0" smtClean="0">
              <a:latin typeface="微软雅黑" panose="020B0503020204020204" charset="-122"/>
              <a:ea typeface="微软雅黑" panose="020B0503020204020204" charset="-122"/>
            </a:rPr>
            <a:t>技术方案 </a:t>
          </a:r>
          <a:r>
            <a:rPr lang="en-US" altLang="zh-CN" sz="1200" b="1" dirty="0" smtClean="0">
              <a:latin typeface="微软雅黑" panose="020B0503020204020204" charset="-122"/>
              <a:ea typeface="微软雅黑" panose="020B0503020204020204" charset="-122"/>
            </a:rPr>
            <a:t>b</a:t>
          </a:r>
          <a:endParaRPr lang="zh-CN" altLang="en-US" sz="1200" b="1" dirty="0">
            <a:latin typeface="微软雅黑" panose="020B0503020204020204" charset="-122"/>
            <a:ea typeface="微软雅黑" panose="020B0503020204020204" charset="-122"/>
          </a:endParaRPr>
        </a:p>
      </dgm:t>
    </dgm:pt>
    <dgm:pt modelId="{36CF3E0D-275E-4DFD-BA1E-0017FA3D63D6}" cxnId="{3D418FA9-88FA-4CB4-9000-247F6783A17B}" type="parTrans">
      <dgm:prSet/>
      <dgm:spPr>
        <a:ln>
          <a:solidFill>
            <a:schemeClr val="accent2">
              <a:lumMod val="50000"/>
            </a:schemeClr>
          </a:solidFill>
        </a:ln>
      </dgm:spPr>
      <dgm:t>
        <a:bodyPr/>
        <a:lstStyle/>
        <a:p>
          <a:endParaRPr lang="zh-CN" altLang="en-US">
            <a:latin typeface="+mj-ea"/>
            <a:ea typeface="+mj-ea"/>
          </a:endParaRPr>
        </a:p>
      </dgm:t>
    </dgm:pt>
    <dgm:pt modelId="{BE7A5A67-C254-4434-9F67-C9EA3127E597}" cxnId="{3D418FA9-88FA-4CB4-9000-247F6783A17B}" type="sibTrans">
      <dgm:prSet/>
      <dgm:spPr/>
      <dgm:t>
        <a:bodyPr/>
        <a:lstStyle/>
        <a:p>
          <a:endParaRPr lang="zh-CN" altLang="en-US">
            <a:latin typeface="+mj-ea"/>
            <a:ea typeface="+mj-ea"/>
          </a:endParaRPr>
        </a:p>
      </dgm:t>
    </dgm:pt>
    <dgm:pt modelId="{B7E15C36-4B5E-4363-B013-004825209544}">
      <dgm:prSet/>
      <dgm:spPr>
        <a:solidFill>
          <a:schemeClr val="tx2">
            <a:lumMod val="40000"/>
            <a:lumOff val="60000"/>
          </a:schemeClr>
        </a:solidFill>
        <a:ln>
          <a:noFill/>
        </a:ln>
      </dgm:spPr>
      <dgm:t>
        <a:bodyPr/>
        <a:lstStyle/>
        <a:p>
          <a:r>
            <a:rPr lang="en-US" altLang="zh-CN" dirty="0" smtClean="0">
              <a:latin typeface="+mj-ea"/>
              <a:ea typeface="+mj-ea"/>
            </a:rPr>
            <a:t>…</a:t>
          </a:r>
          <a:endParaRPr lang="zh-CN" altLang="en-US" dirty="0">
            <a:latin typeface="+mj-ea"/>
            <a:ea typeface="+mj-ea"/>
          </a:endParaRPr>
        </a:p>
      </dgm:t>
    </dgm:pt>
    <dgm:pt modelId="{B7637E7C-E8CE-469E-9147-C0C209BFD517}" cxnId="{2454158E-579C-4F57-A83A-BBD14D4BEE4E}" type="parTrans">
      <dgm:prSet/>
      <dgm:spPr>
        <a:ln>
          <a:solidFill>
            <a:schemeClr val="accent2">
              <a:lumMod val="50000"/>
            </a:schemeClr>
          </a:solidFill>
        </a:ln>
      </dgm:spPr>
      <dgm:t>
        <a:bodyPr/>
        <a:lstStyle/>
        <a:p>
          <a:endParaRPr lang="zh-CN" altLang="en-US">
            <a:latin typeface="+mj-ea"/>
            <a:ea typeface="+mj-ea"/>
          </a:endParaRPr>
        </a:p>
      </dgm:t>
    </dgm:pt>
    <dgm:pt modelId="{812B3E3E-47C2-4E07-93CE-9CE2B7C76DF6}" cxnId="{2454158E-579C-4F57-A83A-BBD14D4BEE4E}" type="sibTrans">
      <dgm:prSet/>
      <dgm:spPr/>
      <dgm:t>
        <a:bodyPr/>
        <a:lstStyle/>
        <a:p>
          <a:endParaRPr lang="zh-CN" altLang="en-US">
            <a:latin typeface="+mj-ea"/>
            <a:ea typeface="+mj-ea"/>
          </a:endParaRPr>
        </a:p>
      </dgm:t>
    </dgm:pt>
    <dgm:pt modelId="{228304AE-6133-4869-9155-949BCCCD3668}">
      <dgm:prSet/>
      <dgm:spPr>
        <a:solidFill>
          <a:schemeClr val="tx2">
            <a:lumMod val="60000"/>
            <a:lumOff val="40000"/>
          </a:schemeClr>
        </a:solidFill>
        <a:ln>
          <a:noFill/>
        </a:ln>
      </dgm:spPr>
      <dgm:t>
        <a:bodyPr/>
        <a:lstStyle/>
        <a:p>
          <a:r>
            <a:rPr lang="en-US" altLang="zh-CN" dirty="0" smtClean="0">
              <a:latin typeface="+mj-ea"/>
              <a:ea typeface="+mj-ea"/>
            </a:rPr>
            <a:t>…</a:t>
          </a:r>
          <a:endParaRPr lang="zh-CN" altLang="en-US" dirty="0">
            <a:latin typeface="+mj-ea"/>
            <a:ea typeface="+mj-ea"/>
          </a:endParaRPr>
        </a:p>
      </dgm:t>
    </dgm:pt>
    <dgm:pt modelId="{80B5B2AB-FB76-443C-A955-DBCEA3E46FD4}" cxnId="{C21EEA57-A0F3-4390-8F75-F5F6B6EC237F}" type="parTrans">
      <dgm:prSet/>
      <dgm:spPr>
        <a:ln>
          <a:solidFill>
            <a:schemeClr val="accent3">
              <a:lumMod val="50000"/>
            </a:schemeClr>
          </a:solidFill>
        </a:ln>
      </dgm:spPr>
      <dgm:t>
        <a:bodyPr/>
        <a:lstStyle/>
        <a:p>
          <a:endParaRPr lang="zh-CN" altLang="en-US">
            <a:latin typeface="+mj-ea"/>
            <a:ea typeface="+mj-ea"/>
          </a:endParaRPr>
        </a:p>
      </dgm:t>
    </dgm:pt>
    <dgm:pt modelId="{99408C75-A2E4-4E79-9B7A-5C6E8F4B0D61}" cxnId="{C21EEA57-A0F3-4390-8F75-F5F6B6EC237F}" type="sibTrans">
      <dgm:prSet/>
      <dgm:spPr/>
      <dgm:t>
        <a:bodyPr/>
        <a:lstStyle/>
        <a:p>
          <a:endParaRPr lang="zh-CN" altLang="en-US">
            <a:latin typeface="+mj-ea"/>
            <a:ea typeface="+mj-ea"/>
          </a:endParaRPr>
        </a:p>
      </dgm:t>
    </dgm:pt>
    <dgm:pt modelId="{65B41AEF-D694-482D-B2C6-79D49F9A951F}">
      <dgm:prSet/>
      <dgm:spPr>
        <a:solidFill>
          <a:schemeClr val="tx2">
            <a:lumMod val="40000"/>
            <a:lumOff val="60000"/>
          </a:schemeClr>
        </a:solidFill>
        <a:ln>
          <a:noFill/>
        </a:ln>
      </dgm:spPr>
      <dgm:t>
        <a:bodyPr/>
        <a:lstStyle/>
        <a:p>
          <a:r>
            <a:rPr lang="en-US" altLang="zh-CN" dirty="0" smtClean="0">
              <a:latin typeface="+mj-ea"/>
              <a:ea typeface="+mj-ea"/>
            </a:rPr>
            <a:t>…</a:t>
          </a:r>
          <a:endParaRPr lang="zh-CN" altLang="en-US" dirty="0">
            <a:latin typeface="+mj-ea"/>
            <a:ea typeface="+mj-ea"/>
          </a:endParaRPr>
        </a:p>
      </dgm:t>
    </dgm:pt>
    <dgm:pt modelId="{82BC34A7-95F9-4123-B321-1C658062D322}" cxnId="{8E5A9454-FB9A-4433-AAC4-14C6B5CF7F25}" type="parTrans">
      <dgm:prSet/>
      <dgm:spPr>
        <a:ln>
          <a:solidFill>
            <a:schemeClr val="accent2">
              <a:lumMod val="50000"/>
            </a:schemeClr>
          </a:solidFill>
        </a:ln>
      </dgm:spPr>
      <dgm:t>
        <a:bodyPr/>
        <a:lstStyle/>
        <a:p>
          <a:endParaRPr lang="zh-CN" altLang="en-US">
            <a:latin typeface="+mj-ea"/>
            <a:ea typeface="+mj-ea"/>
          </a:endParaRPr>
        </a:p>
      </dgm:t>
    </dgm:pt>
    <dgm:pt modelId="{DF63B02C-9FDF-4F5A-87C3-39B36A039673}" cxnId="{8E5A9454-FB9A-4433-AAC4-14C6B5CF7F25}" type="sibTrans">
      <dgm:prSet/>
      <dgm:spPr/>
      <dgm:t>
        <a:bodyPr/>
        <a:lstStyle/>
        <a:p>
          <a:endParaRPr lang="zh-CN" altLang="en-US">
            <a:latin typeface="+mj-ea"/>
            <a:ea typeface="+mj-ea"/>
          </a:endParaRPr>
        </a:p>
      </dgm:t>
    </dgm:pt>
    <dgm:pt modelId="{0CA8BE9C-ACE2-474A-B9A6-DA2E5F005DB7}">
      <dgm:prSet phldrT="[文本]" custT="1"/>
      <dgm:spPr>
        <a:solidFill>
          <a:schemeClr val="tx2">
            <a:lumMod val="40000"/>
            <a:lumOff val="60000"/>
          </a:schemeClr>
        </a:solidFill>
        <a:ln>
          <a:noFill/>
        </a:ln>
      </dgm:spPr>
      <dgm:t>
        <a:bodyPr/>
        <a:lstStyle/>
        <a:p>
          <a:r>
            <a:rPr lang="zh-CN" altLang="en-US" sz="1200" b="1" dirty="0" smtClean="0">
              <a:latin typeface="微软雅黑" panose="020B0503020204020204" charset="-122"/>
              <a:ea typeface="微软雅黑" panose="020B0503020204020204" charset="-122"/>
            </a:rPr>
            <a:t>某一创新点</a:t>
          </a:r>
          <a:endParaRPr lang="zh-CN" altLang="en-US" sz="1200" b="1" dirty="0">
            <a:latin typeface="微软雅黑" panose="020B0503020204020204" charset="-122"/>
            <a:ea typeface="微软雅黑" panose="020B0503020204020204" charset="-122"/>
          </a:endParaRPr>
        </a:p>
      </dgm:t>
    </dgm:pt>
    <dgm:pt modelId="{EF367661-CD51-4B39-8420-92BCA72EDC39}" cxnId="{60DFB3CF-B77C-4E13-B025-10D6008BA1B2}" type="sibTrans">
      <dgm:prSet/>
      <dgm:spPr/>
      <dgm:t>
        <a:bodyPr/>
        <a:lstStyle/>
        <a:p>
          <a:endParaRPr lang="zh-CN" altLang="en-US">
            <a:latin typeface="+mj-ea"/>
            <a:ea typeface="+mj-ea"/>
          </a:endParaRPr>
        </a:p>
      </dgm:t>
    </dgm:pt>
    <dgm:pt modelId="{CC789EBA-1FCF-458A-B108-A2B5D3C4B88A}" cxnId="{60DFB3CF-B77C-4E13-B025-10D6008BA1B2}" type="parTrans">
      <dgm:prSet/>
      <dgm:spPr>
        <a:ln>
          <a:solidFill>
            <a:schemeClr val="tx2">
              <a:lumMod val="50000"/>
            </a:schemeClr>
          </a:solidFill>
        </a:ln>
      </dgm:spPr>
      <dgm:t>
        <a:bodyPr/>
        <a:lstStyle/>
        <a:p>
          <a:endParaRPr lang="zh-CN" altLang="en-US">
            <a:latin typeface="+mj-ea"/>
            <a:ea typeface="+mj-ea"/>
          </a:endParaRPr>
        </a:p>
      </dgm:t>
    </dgm:pt>
    <dgm:pt modelId="{3F8045E7-ACF6-43AE-831E-980965FEF7DB}" type="pres">
      <dgm:prSet presAssocID="{7A6B9454-2B4A-4091-8F33-0F50C4803449}" presName="mainComposite" presStyleCnt="0">
        <dgm:presLayoutVars>
          <dgm:chPref val="1"/>
          <dgm:dir/>
          <dgm:animOne val="branch"/>
          <dgm:animLvl val="lvl"/>
          <dgm:resizeHandles val="exact"/>
        </dgm:presLayoutVars>
      </dgm:prSet>
      <dgm:spPr/>
      <dgm:t>
        <a:bodyPr/>
        <a:lstStyle/>
        <a:p>
          <a:endParaRPr lang="zh-CN" altLang="en-US"/>
        </a:p>
      </dgm:t>
    </dgm:pt>
    <dgm:pt modelId="{FADF4F80-6B38-4ACD-AE77-DF7B7955FD24}" type="pres">
      <dgm:prSet presAssocID="{7A6B9454-2B4A-4091-8F33-0F50C4803449}" presName="hierFlow" presStyleCnt="0"/>
      <dgm:spPr/>
    </dgm:pt>
    <dgm:pt modelId="{0BE1976C-0EF1-4EC2-97D3-C7234B9A3DEA}" type="pres">
      <dgm:prSet presAssocID="{7A6B9454-2B4A-4091-8F33-0F50C4803449}" presName="hierChild1" presStyleCnt="0">
        <dgm:presLayoutVars>
          <dgm:chPref val="1"/>
          <dgm:animOne val="branch"/>
          <dgm:animLvl val="lvl"/>
        </dgm:presLayoutVars>
      </dgm:prSet>
      <dgm:spPr/>
    </dgm:pt>
    <dgm:pt modelId="{FE8B6999-B376-46D7-858D-8B17B8AE6BCE}" type="pres">
      <dgm:prSet presAssocID="{0CA8BE9C-ACE2-474A-B9A6-DA2E5F005DB7}" presName="Name14" presStyleCnt="0"/>
      <dgm:spPr/>
    </dgm:pt>
    <dgm:pt modelId="{687E88E4-1DD8-43EC-9E57-181480AAF0B3}" type="pres">
      <dgm:prSet presAssocID="{0CA8BE9C-ACE2-474A-B9A6-DA2E5F005DB7}" presName="level1Shape" presStyleLbl="node0" presStyleIdx="0" presStyleCnt="1">
        <dgm:presLayoutVars>
          <dgm:chPref val="3"/>
        </dgm:presLayoutVars>
      </dgm:prSet>
      <dgm:spPr/>
      <dgm:t>
        <a:bodyPr/>
        <a:lstStyle/>
        <a:p>
          <a:endParaRPr lang="zh-CN" altLang="en-US"/>
        </a:p>
      </dgm:t>
    </dgm:pt>
    <dgm:pt modelId="{EB3836C6-AEEE-44C8-90AD-95FDEE998B18}" type="pres">
      <dgm:prSet presAssocID="{0CA8BE9C-ACE2-474A-B9A6-DA2E5F005DB7}" presName="hierChild2" presStyleCnt="0"/>
      <dgm:spPr/>
    </dgm:pt>
    <dgm:pt modelId="{F25D1645-01F7-4BC1-A5CC-6844A250F627}" type="pres">
      <dgm:prSet presAssocID="{A31A7868-824E-4DA5-84FF-781C55E7D9A3}" presName="Name19" presStyleLbl="parChTrans1D2" presStyleIdx="0" presStyleCnt="3"/>
      <dgm:spPr/>
      <dgm:t>
        <a:bodyPr/>
        <a:lstStyle/>
        <a:p>
          <a:endParaRPr lang="zh-CN" altLang="en-US"/>
        </a:p>
      </dgm:t>
    </dgm:pt>
    <dgm:pt modelId="{2EA92481-0391-4EA8-BAFF-96FE1CAAD794}" type="pres">
      <dgm:prSet presAssocID="{223FB25D-6F26-430D-9738-E3BF5E396A2E}" presName="Name21" presStyleCnt="0"/>
      <dgm:spPr/>
    </dgm:pt>
    <dgm:pt modelId="{8056C2B7-0057-4C79-8D54-12AA95FFD818}" type="pres">
      <dgm:prSet presAssocID="{223FB25D-6F26-430D-9738-E3BF5E396A2E}" presName="level2Shape" presStyleLbl="node2" presStyleIdx="0" presStyleCnt="3" custScaleX="101780" custScaleY="100000"/>
      <dgm:spPr/>
      <dgm:t>
        <a:bodyPr/>
        <a:lstStyle/>
        <a:p>
          <a:endParaRPr lang="zh-CN" altLang="en-US"/>
        </a:p>
      </dgm:t>
    </dgm:pt>
    <dgm:pt modelId="{37079802-937D-492F-97C8-E7A5D17855FC}" type="pres">
      <dgm:prSet presAssocID="{223FB25D-6F26-430D-9738-E3BF5E396A2E}" presName="hierChild3" presStyleCnt="0"/>
      <dgm:spPr/>
    </dgm:pt>
    <dgm:pt modelId="{D760E7D2-5447-47BC-B073-FE3FDF18E0EE}" type="pres">
      <dgm:prSet presAssocID="{80CF6F27-8F6C-41EA-B571-4842660911A1}" presName="Name19" presStyleLbl="parChTrans1D3" presStyleIdx="0" presStyleCnt="4"/>
      <dgm:spPr/>
      <dgm:t>
        <a:bodyPr/>
        <a:lstStyle/>
        <a:p>
          <a:endParaRPr lang="zh-CN" altLang="en-US"/>
        </a:p>
      </dgm:t>
    </dgm:pt>
    <dgm:pt modelId="{36B5619A-65C5-46AD-900B-C664276CBA0C}" type="pres">
      <dgm:prSet presAssocID="{2C4155AA-6723-48D7-B5B5-2A1E04323970}" presName="Name21" presStyleCnt="0"/>
      <dgm:spPr/>
    </dgm:pt>
    <dgm:pt modelId="{5F4CA6F3-50DA-433D-86C2-006D2B93A87B}" type="pres">
      <dgm:prSet presAssocID="{2C4155AA-6723-48D7-B5B5-2A1E04323970}" presName="level2Shape" presStyleLbl="node3" presStyleIdx="0" presStyleCnt="4"/>
      <dgm:spPr/>
      <dgm:t>
        <a:bodyPr/>
        <a:lstStyle/>
        <a:p>
          <a:endParaRPr lang="zh-CN" altLang="en-US"/>
        </a:p>
      </dgm:t>
    </dgm:pt>
    <dgm:pt modelId="{A173F015-F3FE-4B95-B289-A8AA567D1B08}" type="pres">
      <dgm:prSet presAssocID="{2C4155AA-6723-48D7-B5B5-2A1E04323970}" presName="hierChild3" presStyleCnt="0"/>
      <dgm:spPr/>
    </dgm:pt>
    <dgm:pt modelId="{931C0ADA-71CA-4418-B30A-46CBF77BEB27}" type="pres">
      <dgm:prSet presAssocID="{CC9516B2-59E1-4825-884B-37B4CA982D52}" presName="Name19" presStyleLbl="parChTrans1D4" presStyleIdx="0" presStyleCnt="4"/>
      <dgm:spPr/>
      <dgm:t>
        <a:bodyPr/>
        <a:lstStyle/>
        <a:p>
          <a:endParaRPr lang="zh-CN" altLang="en-US"/>
        </a:p>
      </dgm:t>
    </dgm:pt>
    <dgm:pt modelId="{C03A6F9D-FB79-4CAF-B493-2F7350D63455}" type="pres">
      <dgm:prSet presAssocID="{85BD068C-3FC9-4A48-9A34-D3A4844FA7B8}" presName="Name21" presStyleCnt="0"/>
      <dgm:spPr/>
    </dgm:pt>
    <dgm:pt modelId="{B43ACAE2-F3FB-4DBF-B0B9-9AEEF753A170}" type="pres">
      <dgm:prSet presAssocID="{85BD068C-3FC9-4A48-9A34-D3A4844FA7B8}" presName="level2Shape" presStyleLbl="node4" presStyleIdx="0" presStyleCnt="4"/>
      <dgm:spPr/>
      <dgm:t>
        <a:bodyPr/>
        <a:lstStyle/>
        <a:p>
          <a:endParaRPr lang="zh-CN" altLang="en-US"/>
        </a:p>
      </dgm:t>
    </dgm:pt>
    <dgm:pt modelId="{81F1A863-0370-4B55-A70B-A4ED3E38D564}" type="pres">
      <dgm:prSet presAssocID="{85BD068C-3FC9-4A48-9A34-D3A4844FA7B8}" presName="hierChild3" presStyleCnt="0"/>
      <dgm:spPr/>
    </dgm:pt>
    <dgm:pt modelId="{024B7C55-BC21-4EFC-9EF2-7396223296E1}" type="pres">
      <dgm:prSet presAssocID="{0F794726-A380-4ED3-8786-C4CEC84ED40A}" presName="Name19" presStyleLbl="parChTrans1D3" presStyleIdx="1" presStyleCnt="4"/>
      <dgm:spPr/>
      <dgm:t>
        <a:bodyPr/>
        <a:lstStyle/>
        <a:p>
          <a:endParaRPr lang="zh-CN" altLang="en-US"/>
        </a:p>
      </dgm:t>
    </dgm:pt>
    <dgm:pt modelId="{F522D822-4913-4A64-B4AA-8F14F91C7382}" type="pres">
      <dgm:prSet presAssocID="{31546C91-4333-4D30-B6EE-D585564D6793}" presName="Name21" presStyleCnt="0"/>
      <dgm:spPr/>
    </dgm:pt>
    <dgm:pt modelId="{F96C0AC7-002E-4006-AABB-B299D0C01825}" type="pres">
      <dgm:prSet presAssocID="{31546C91-4333-4D30-B6EE-D585564D6793}" presName="level2Shape" presStyleLbl="node3" presStyleIdx="1" presStyleCnt="4"/>
      <dgm:spPr/>
      <dgm:t>
        <a:bodyPr/>
        <a:lstStyle/>
        <a:p>
          <a:endParaRPr lang="zh-CN" altLang="en-US"/>
        </a:p>
      </dgm:t>
    </dgm:pt>
    <dgm:pt modelId="{A6072666-255C-4D0E-8137-B1DA13FEEB28}" type="pres">
      <dgm:prSet presAssocID="{31546C91-4333-4D30-B6EE-D585564D6793}" presName="hierChild3" presStyleCnt="0"/>
      <dgm:spPr/>
    </dgm:pt>
    <dgm:pt modelId="{3C19B82D-AA8A-4F53-AEBA-5A6101F519E2}" type="pres">
      <dgm:prSet presAssocID="{36CF3E0D-275E-4DFD-BA1E-0017FA3D63D6}" presName="Name19" presStyleLbl="parChTrans1D4" presStyleIdx="1" presStyleCnt="4"/>
      <dgm:spPr/>
      <dgm:t>
        <a:bodyPr/>
        <a:lstStyle/>
        <a:p>
          <a:endParaRPr lang="zh-CN" altLang="en-US"/>
        </a:p>
      </dgm:t>
    </dgm:pt>
    <dgm:pt modelId="{435DBDDF-FAD3-4886-8E5E-1EEEBDFD8B08}" type="pres">
      <dgm:prSet presAssocID="{B3DFBEB0-5656-46DA-837C-4408DD595C89}" presName="Name21" presStyleCnt="0"/>
      <dgm:spPr/>
    </dgm:pt>
    <dgm:pt modelId="{725B13D2-B052-45F0-899C-3243AFC7EE42}" type="pres">
      <dgm:prSet presAssocID="{B3DFBEB0-5656-46DA-837C-4408DD595C89}" presName="level2Shape" presStyleLbl="node4" presStyleIdx="1" presStyleCnt="4" custScaleX="113294"/>
      <dgm:spPr/>
      <dgm:t>
        <a:bodyPr/>
        <a:lstStyle/>
        <a:p>
          <a:endParaRPr lang="zh-CN" altLang="en-US"/>
        </a:p>
      </dgm:t>
    </dgm:pt>
    <dgm:pt modelId="{E0B6A6A5-33BF-40CB-973C-CD2B0F798367}" type="pres">
      <dgm:prSet presAssocID="{B3DFBEB0-5656-46DA-837C-4408DD595C89}" presName="hierChild3" presStyleCnt="0"/>
      <dgm:spPr/>
    </dgm:pt>
    <dgm:pt modelId="{B6A970A7-9858-4EC7-B072-6EBFFBEE11A8}" type="pres">
      <dgm:prSet presAssocID="{4CEB138D-1AD4-4625-8EED-A4006E435574}" presName="Name19" presStyleLbl="parChTrans1D3" presStyleIdx="2" presStyleCnt="4"/>
      <dgm:spPr/>
      <dgm:t>
        <a:bodyPr/>
        <a:lstStyle/>
        <a:p>
          <a:endParaRPr lang="zh-CN" altLang="en-US"/>
        </a:p>
      </dgm:t>
    </dgm:pt>
    <dgm:pt modelId="{677A956B-E688-4FBB-889D-E9EEDDCE1AA6}" type="pres">
      <dgm:prSet presAssocID="{6642946D-6DC5-4D09-8C69-95747001D3A8}" presName="Name21" presStyleCnt="0"/>
      <dgm:spPr/>
    </dgm:pt>
    <dgm:pt modelId="{C812833C-D4CF-4A6C-BBE9-1EA4CB71018B}" type="pres">
      <dgm:prSet presAssocID="{6642946D-6DC5-4D09-8C69-95747001D3A8}" presName="level2Shape" presStyleLbl="node3" presStyleIdx="2" presStyleCnt="4"/>
      <dgm:spPr/>
      <dgm:t>
        <a:bodyPr/>
        <a:lstStyle/>
        <a:p>
          <a:endParaRPr lang="zh-CN" altLang="en-US"/>
        </a:p>
      </dgm:t>
    </dgm:pt>
    <dgm:pt modelId="{F93FE167-657E-4CE9-8A19-8DBB67438BED}" type="pres">
      <dgm:prSet presAssocID="{6642946D-6DC5-4D09-8C69-95747001D3A8}" presName="hierChild3" presStyleCnt="0"/>
      <dgm:spPr/>
    </dgm:pt>
    <dgm:pt modelId="{223ACA62-ABF3-441C-88CE-E1EE20576DF8}" type="pres">
      <dgm:prSet presAssocID="{B7637E7C-E8CE-469E-9147-C0C209BFD517}" presName="Name19" presStyleLbl="parChTrans1D4" presStyleIdx="2" presStyleCnt="4"/>
      <dgm:spPr/>
      <dgm:t>
        <a:bodyPr/>
        <a:lstStyle/>
        <a:p>
          <a:endParaRPr lang="zh-CN" altLang="en-US"/>
        </a:p>
      </dgm:t>
    </dgm:pt>
    <dgm:pt modelId="{C0C6D3A0-E668-4507-9986-A2C78D515585}" type="pres">
      <dgm:prSet presAssocID="{B7E15C36-4B5E-4363-B013-004825209544}" presName="Name21" presStyleCnt="0"/>
      <dgm:spPr/>
    </dgm:pt>
    <dgm:pt modelId="{C0957A06-2CA4-4C89-AC68-41F8A7B20E22}" type="pres">
      <dgm:prSet presAssocID="{B7E15C36-4B5E-4363-B013-004825209544}" presName="level2Shape" presStyleLbl="node4" presStyleIdx="2" presStyleCnt="4"/>
      <dgm:spPr/>
      <dgm:t>
        <a:bodyPr/>
        <a:lstStyle/>
        <a:p>
          <a:endParaRPr lang="zh-CN" altLang="en-US"/>
        </a:p>
      </dgm:t>
    </dgm:pt>
    <dgm:pt modelId="{202D2C86-B5AB-4EBB-9938-0B2BC3426611}" type="pres">
      <dgm:prSet presAssocID="{B7E15C36-4B5E-4363-B013-004825209544}" presName="hierChild3" presStyleCnt="0"/>
      <dgm:spPr/>
    </dgm:pt>
    <dgm:pt modelId="{C990A48E-D63A-461C-AFFF-EDF9356049E9}" type="pres">
      <dgm:prSet presAssocID="{9F30FBF6-7657-4925-AA50-CD030626B16C}" presName="Name19" presStyleLbl="parChTrans1D2" presStyleIdx="1" presStyleCnt="3"/>
      <dgm:spPr/>
      <dgm:t>
        <a:bodyPr/>
        <a:lstStyle/>
        <a:p>
          <a:endParaRPr lang="zh-CN" altLang="en-US"/>
        </a:p>
      </dgm:t>
    </dgm:pt>
    <dgm:pt modelId="{CBF6B19D-166F-48C5-B83B-A43AE5952A6D}" type="pres">
      <dgm:prSet presAssocID="{F9F51F73-DFEA-4E3A-AEA3-6ED80024FDFF}" presName="Name21" presStyleCnt="0"/>
      <dgm:spPr/>
    </dgm:pt>
    <dgm:pt modelId="{2018EB35-716D-408D-8E73-DB062B70DC94}" type="pres">
      <dgm:prSet presAssocID="{F9F51F73-DFEA-4E3A-AEA3-6ED80024FDFF}" presName="level2Shape" presStyleLbl="node2" presStyleIdx="1" presStyleCnt="3" custScaleX="105675"/>
      <dgm:spPr/>
      <dgm:t>
        <a:bodyPr/>
        <a:lstStyle/>
        <a:p>
          <a:endParaRPr lang="zh-CN" altLang="en-US"/>
        </a:p>
      </dgm:t>
    </dgm:pt>
    <dgm:pt modelId="{DEFFB7D1-9DBF-4B1B-868D-F9E5E5B7A5F0}" type="pres">
      <dgm:prSet presAssocID="{F9F51F73-DFEA-4E3A-AEA3-6ED80024FDFF}" presName="hierChild3" presStyleCnt="0"/>
      <dgm:spPr/>
    </dgm:pt>
    <dgm:pt modelId="{BADF4308-9F06-4382-BE23-1CB762BE7C19}" type="pres">
      <dgm:prSet presAssocID="{AFAB6409-9C58-4826-8FBD-E6786D15BBF7}" presName="Name19" presStyleLbl="parChTrans1D2" presStyleIdx="2" presStyleCnt="3"/>
      <dgm:spPr/>
      <dgm:t>
        <a:bodyPr/>
        <a:lstStyle/>
        <a:p>
          <a:endParaRPr lang="zh-CN" altLang="en-US"/>
        </a:p>
      </dgm:t>
    </dgm:pt>
    <dgm:pt modelId="{50FC6286-6915-4FED-9F9E-A50C493793B0}" type="pres">
      <dgm:prSet presAssocID="{EA43FB36-65C7-484A-B9AF-66E4581F3F5F}" presName="Name21" presStyleCnt="0"/>
      <dgm:spPr/>
    </dgm:pt>
    <dgm:pt modelId="{F49749B2-836D-484D-85AD-DBFDC4864D7E}" type="pres">
      <dgm:prSet presAssocID="{EA43FB36-65C7-484A-B9AF-66E4581F3F5F}" presName="level2Shape" presStyleLbl="node2" presStyleIdx="2" presStyleCnt="3"/>
      <dgm:spPr/>
      <dgm:t>
        <a:bodyPr/>
        <a:lstStyle/>
        <a:p>
          <a:endParaRPr lang="zh-CN" altLang="en-US"/>
        </a:p>
      </dgm:t>
    </dgm:pt>
    <dgm:pt modelId="{60342E7D-C555-4075-88EE-1ED37790D411}" type="pres">
      <dgm:prSet presAssocID="{EA43FB36-65C7-484A-B9AF-66E4581F3F5F}" presName="hierChild3" presStyleCnt="0"/>
      <dgm:spPr/>
    </dgm:pt>
    <dgm:pt modelId="{AD68B584-2A0F-46A3-9585-DF1BC434FE26}" type="pres">
      <dgm:prSet presAssocID="{80B5B2AB-FB76-443C-A955-DBCEA3E46FD4}" presName="Name19" presStyleLbl="parChTrans1D3" presStyleIdx="3" presStyleCnt="4"/>
      <dgm:spPr/>
      <dgm:t>
        <a:bodyPr/>
        <a:lstStyle/>
        <a:p>
          <a:endParaRPr lang="zh-CN" altLang="en-US"/>
        </a:p>
      </dgm:t>
    </dgm:pt>
    <dgm:pt modelId="{214DCE87-B658-4D38-A835-D06F84AC630A}" type="pres">
      <dgm:prSet presAssocID="{228304AE-6133-4869-9155-949BCCCD3668}" presName="Name21" presStyleCnt="0"/>
      <dgm:spPr/>
    </dgm:pt>
    <dgm:pt modelId="{3875880A-4FC7-4E16-A256-365855C135DC}" type="pres">
      <dgm:prSet presAssocID="{228304AE-6133-4869-9155-949BCCCD3668}" presName="level2Shape" presStyleLbl="node3" presStyleIdx="3" presStyleCnt="4"/>
      <dgm:spPr/>
      <dgm:t>
        <a:bodyPr/>
        <a:lstStyle/>
        <a:p>
          <a:endParaRPr lang="zh-CN" altLang="en-US"/>
        </a:p>
      </dgm:t>
    </dgm:pt>
    <dgm:pt modelId="{9569D8F2-06ED-4574-B3DB-0C64192A0BB8}" type="pres">
      <dgm:prSet presAssocID="{228304AE-6133-4869-9155-949BCCCD3668}" presName="hierChild3" presStyleCnt="0"/>
      <dgm:spPr/>
    </dgm:pt>
    <dgm:pt modelId="{81463454-8AF8-4A92-B784-DF92C56C8F44}" type="pres">
      <dgm:prSet presAssocID="{82BC34A7-95F9-4123-B321-1C658062D322}" presName="Name19" presStyleLbl="parChTrans1D4" presStyleIdx="3" presStyleCnt="4"/>
      <dgm:spPr/>
      <dgm:t>
        <a:bodyPr/>
        <a:lstStyle/>
        <a:p>
          <a:endParaRPr lang="zh-CN" altLang="en-US"/>
        </a:p>
      </dgm:t>
    </dgm:pt>
    <dgm:pt modelId="{23187A5D-721A-45A1-A6F4-116516D55801}" type="pres">
      <dgm:prSet presAssocID="{65B41AEF-D694-482D-B2C6-79D49F9A951F}" presName="Name21" presStyleCnt="0"/>
      <dgm:spPr/>
    </dgm:pt>
    <dgm:pt modelId="{1E99E1CA-2AAA-4692-8A89-1F06C5F4A255}" type="pres">
      <dgm:prSet presAssocID="{65B41AEF-D694-482D-B2C6-79D49F9A951F}" presName="level2Shape" presStyleLbl="node4" presStyleIdx="3" presStyleCnt="4"/>
      <dgm:spPr/>
      <dgm:t>
        <a:bodyPr/>
        <a:lstStyle/>
        <a:p>
          <a:endParaRPr lang="zh-CN" altLang="en-US"/>
        </a:p>
      </dgm:t>
    </dgm:pt>
    <dgm:pt modelId="{3EB1E446-9B5B-439B-B0F5-0901310EFF9D}" type="pres">
      <dgm:prSet presAssocID="{65B41AEF-D694-482D-B2C6-79D49F9A951F}" presName="hierChild3" presStyleCnt="0"/>
      <dgm:spPr/>
    </dgm:pt>
    <dgm:pt modelId="{23C4EE8A-119F-4F1E-993A-808F53C0511D}" type="pres">
      <dgm:prSet presAssocID="{7A6B9454-2B4A-4091-8F33-0F50C4803449}" presName="bgShapesFlow" presStyleCnt="0"/>
      <dgm:spPr/>
    </dgm:pt>
  </dgm:ptLst>
  <dgm:cxnLst>
    <dgm:cxn modelId="{CE4986FA-CD6A-41D7-A4A8-C6AE4836A611}" type="presOf" srcId="{85BD068C-3FC9-4A48-9A34-D3A4844FA7B8}" destId="{B43ACAE2-F3FB-4DBF-B0B9-9AEEF753A170}" srcOrd="0" destOrd="0" presId="urn:microsoft.com/office/officeart/2005/8/layout/hierarchy6"/>
    <dgm:cxn modelId="{788F173F-146C-4E63-962D-871CC714694A}" srcId="{0CA8BE9C-ACE2-474A-B9A6-DA2E5F005DB7}" destId="{EA43FB36-65C7-484A-B9AF-66E4581F3F5F}" srcOrd="2" destOrd="0" parTransId="{AFAB6409-9C58-4826-8FBD-E6786D15BBF7}" sibTransId="{DC627C78-F6AE-4599-9675-210D8EDD6C17}"/>
    <dgm:cxn modelId="{D0EA8F3F-CB2D-4BBC-ADA2-F9C69FCD8C87}" srcId="{223FB25D-6F26-430D-9738-E3BF5E396A2E}" destId="{31546C91-4333-4D30-B6EE-D585564D6793}" srcOrd="1" destOrd="0" parTransId="{0F794726-A380-4ED3-8786-C4CEC84ED40A}" sibTransId="{2BBFA9D8-3E85-433C-AACC-F0EB3824FA17}"/>
    <dgm:cxn modelId="{62CF7A5B-335E-45AF-AB3D-61C599B33E6F}" type="presOf" srcId="{80B5B2AB-FB76-443C-A955-DBCEA3E46FD4}" destId="{AD68B584-2A0F-46A3-9585-DF1BC434FE26}" srcOrd="0" destOrd="0" presId="urn:microsoft.com/office/officeart/2005/8/layout/hierarchy6"/>
    <dgm:cxn modelId="{9D97DD32-0771-439F-95AC-48752B5D5AFF}" type="presOf" srcId="{AFAB6409-9C58-4826-8FBD-E6786D15BBF7}" destId="{BADF4308-9F06-4382-BE23-1CB762BE7C19}" srcOrd="0" destOrd="0" presId="urn:microsoft.com/office/officeart/2005/8/layout/hierarchy6"/>
    <dgm:cxn modelId="{FF43F19D-A0A2-42AB-99E4-06E3F7A2D74F}" type="presOf" srcId="{B7E15C36-4B5E-4363-B013-004825209544}" destId="{C0957A06-2CA4-4C89-AC68-41F8A7B20E22}" srcOrd="0" destOrd="0" presId="urn:microsoft.com/office/officeart/2005/8/layout/hierarchy6"/>
    <dgm:cxn modelId="{410F6005-9635-4497-9F8C-DF85F44B3B65}" type="presOf" srcId="{7A6B9454-2B4A-4091-8F33-0F50C4803449}" destId="{3F8045E7-ACF6-43AE-831E-980965FEF7DB}" srcOrd="0" destOrd="0" presId="urn:microsoft.com/office/officeart/2005/8/layout/hierarchy6"/>
    <dgm:cxn modelId="{26B0FF5D-BD52-48EC-81ED-F317F7D3B005}" type="presOf" srcId="{2C4155AA-6723-48D7-B5B5-2A1E04323970}" destId="{5F4CA6F3-50DA-433D-86C2-006D2B93A87B}" srcOrd="0" destOrd="0" presId="urn:microsoft.com/office/officeart/2005/8/layout/hierarchy6"/>
    <dgm:cxn modelId="{E1E7666A-D359-4470-9460-7F0A11378EA9}" type="presOf" srcId="{228304AE-6133-4869-9155-949BCCCD3668}" destId="{3875880A-4FC7-4E16-A256-365855C135DC}" srcOrd="0" destOrd="0" presId="urn:microsoft.com/office/officeart/2005/8/layout/hierarchy6"/>
    <dgm:cxn modelId="{C21EEA57-A0F3-4390-8F75-F5F6B6EC237F}" srcId="{EA43FB36-65C7-484A-B9AF-66E4581F3F5F}" destId="{228304AE-6133-4869-9155-949BCCCD3668}" srcOrd="0" destOrd="0" parTransId="{80B5B2AB-FB76-443C-A955-DBCEA3E46FD4}" sibTransId="{99408C75-A2E4-4E79-9B7A-5C6E8F4B0D61}"/>
    <dgm:cxn modelId="{2454158E-579C-4F57-A83A-BBD14D4BEE4E}" srcId="{6642946D-6DC5-4D09-8C69-95747001D3A8}" destId="{B7E15C36-4B5E-4363-B013-004825209544}" srcOrd="0" destOrd="0" parTransId="{B7637E7C-E8CE-469E-9147-C0C209BFD517}" sibTransId="{812B3E3E-47C2-4E07-93CE-9CE2B7C76DF6}"/>
    <dgm:cxn modelId="{3D418FA9-88FA-4CB4-9000-247F6783A17B}" srcId="{31546C91-4333-4D30-B6EE-D585564D6793}" destId="{B3DFBEB0-5656-46DA-837C-4408DD595C89}" srcOrd="0" destOrd="0" parTransId="{36CF3E0D-275E-4DFD-BA1E-0017FA3D63D6}" sibTransId="{BE7A5A67-C254-4434-9F67-C9EA3127E597}"/>
    <dgm:cxn modelId="{55DFA290-59A2-4988-8374-0654F0C241FF}" type="presOf" srcId="{0F794726-A380-4ED3-8786-C4CEC84ED40A}" destId="{024B7C55-BC21-4EFC-9EF2-7396223296E1}" srcOrd="0" destOrd="0" presId="urn:microsoft.com/office/officeart/2005/8/layout/hierarchy6"/>
    <dgm:cxn modelId="{102E410A-9DE1-4460-92E4-3E11A90810BD}" type="presOf" srcId="{6642946D-6DC5-4D09-8C69-95747001D3A8}" destId="{C812833C-D4CF-4A6C-BBE9-1EA4CB71018B}" srcOrd="0" destOrd="0" presId="urn:microsoft.com/office/officeart/2005/8/layout/hierarchy6"/>
    <dgm:cxn modelId="{5324A69C-6549-4E25-AF5E-DB8EAACC78DA}" type="presOf" srcId="{EA43FB36-65C7-484A-B9AF-66E4581F3F5F}" destId="{F49749B2-836D-484D-85AD-DBFDC4864D7E}" srcOrd="0" destOrd="0" presId="urn:microsoft.com/office/officeart/2005/8/layout/hierarchy6"/>
    <dgm:cxn modelId="{9C2E3278-4C3B-4546-888A-7675CA5AF80F}" srcId="{223FB25D-6F26-430D-9738-E3BF5E396A2E}" destId="{2C4155AA-6723-48D7-B5B5-2A1E04323970}" srcOrd="0" destOrd="0" parTransId="{80CF6F27-8F6C-41EA-B571-4842660911A1}" sibTransId="{59100E93-5596-467C-8794-D07B46E27282}"/>
    <dgm:cxn modelId="{DB19584E-18B0-4D69-B5F5-FF24DEE3EBA2}" type="presOf" srcId="{A31A7868-824E-4DA5-84FF-781C55E7D9A3}" destId="{F25D1645-01F7-4BC1-A5CC-6844A250F627}" srcOrd="0" destOrd="0" presId="urn:microsoft.com/office/officeart/2005/8/layout/hierarchy6"/>
    <dgm:cxn modelId="{4ED3C05C-2852-4CB1-ADF8-55ED09988C7E}" srcId="{0CA8BE9C-ACE2-474A-B9A6-DA2E5F005DB7}" destId="{F9F51F73-DFEA-4E3A-AEA3-6ED80024FDFF}" srcOrd="1" destOrd="0" parTransId="{9F30FBF6-7657-4925-AA50-CD030626B16C}" sibTransId="{89218767-38E9-4268-BC48-09FD89E64EE5}"/>
    <dgm:cxn modelId="{5B9903E6-C41A-445A-885C-07DDC1AADF67}" type="presOf" srcId="{80CF6F27-8F6C-41EA-B571-4842660911A1}" destId="{D760E7D2-5447-47BC-B073-FE3FDF18E0EE}" srcOrd="0" destOrd="0" presId="urn:microsoft.com/office/officeart/2005/8/layout/hierarchy6"/>
    <dgm:cxn modelId="{D640A4A6-58C3-4AD9-8A35-0FE47666A221}" type="presOf" srcId="{36CF3E0D-275E-4DFD-BA1E-0017FA3D63D6}" destId="{3C19B82D-AA8A-4F53-AEBA-5A6101F519E2}" srcOrd="0" destOrd="0" presId="urn:microsoft.com/office/officeart/2005/8/layout/hierarchy6"/>
    <dgm:cxn modelId="{728E0458-D0DC-42B2-8F04-211B6583E186}" type="presOf" srcId="{223FB25D-6F26-430D-9738-E3BF5E396A2E}" destId="{8056C2B7-0057-4C79-8D54-12AA95FFD818}" srcOrd="0" destOrd="0" presId="urn:microsoft.com/office/officeart/2005/8/layout/hierarchy6"/>
    <dgm:cxn modelId="{145F3B83-8BA6-43DE-BC22-04A899931223}" type="presOf" srcId="{F9F51F73-DFEA-4E3A-AEA3-6ED80024FDFF}" destId="{2018EB35-716D-408D-8E73-DB062B70DC94}" srcOrd="0" destOrd="0" presId="urn:microsoft.com/office/officeart/2005/8/layout/hierarchy6"/>
    <dgm:cxn modelId="{8E5A9454-FB9A-4433-AAC4-14C6B5CF7F25}" srcId="{228304AE-6133-4869-9155-949BCCCD3668}" destId="{65B41AEF-D694-482D-B2C6-79D49F9A951F}" srcOrd="0" destOrd="0" parTransId="{82BC34A7-95F9-4123-B321-1C658062D322}" sibTransId="{DF63B02C-9FDF-4F5A-87C3-39B36A039673}"/>
    <dgm:cxn modelId="{76B8FFD0-0369-424B-B4AC-877C85C84E2D}" type="presOf" srcId="{4CEB138D-1AD4-4625-8EED-A4006E435574}" destId="{B6A970A7-9858-4EC7-B072-6EBFFBEE11A8}" srcOrd="0" destOrd="0" presId="urn:microsoft.com/office/officeart/2005/8/layout/hierarchy6"/>
    <dgm:cxn modelId="{C3D6190A-CBB6-4FF7-BEB3-550C31519F55}" srcId="{2C4155AA-6723-48D7-B5B5-2A1E04323970}" destId="{85BD068C-3FC9-4A48-9A34-D3A4844FA7B8}" srcOrd="0" destOrd="0" parTransId="{CC9516B2-59E1-4825-884B-37B4CA982D52}" sibTransId="{5B48B198-76A5-4C0D-99F7-3D31236EFEDC}"/>
    <dgm:cxn modelId="{5B59C484-CFA0-4469-8FEE-47437C807D77}" srcId="{223FB25D-6F26-430D-9738-E3BF5E396A2E}" destId="{6642946D-6DC5-4D09-8C69-95747001D3A8}" srcOrd="2" destOrd="0" parTransId="{4CEB138D-1AD4-4625-8EED-A4006E435574}" sibTransId="{C8AA3837-7B75-4BC7-BF8D-2464D96620BA}"/>
    <dgm:cxn modelId="{E8E572D8-1675-4CBC-AEAB-473558E3C181}" type="presOf" srcId="{0CA8BE9C-ACE2-474A-B9A6-DA2E5F005DB7}" destId="{687E88E4-1DD8-43EC-9E57-181480AAF0B3}" srcOrd="0" destOrd="0" presId="urn:microsoft.com/office/officeart/2005/8/layout/hierarchy6"/>
    <dgm:cxn modelId="{05E7C5A1-1430-4254-AC1A-5E2A641A972C}" type="presOf" srcId="{31546C91-4333-4D30-B6EE-D585564D6793}" destId="{F96C0AC7-002E-4006-AABB-B299D0C01825}" srcOrd="0" destOrd="0" presId="urn:microsoft.com/office/officeart/2005/8/layout/hierarchy6"/>
    <dgm:cxn modelId="{60DFB3CF-B77C-4E13-B025-10D6008BA1B2}" srcId="{7A6B9454-2B4A-4091-8F33-0F50C4803449}" destId="{0CA8BE9C-ACE2-474A-B9A6-DA2E5F005DB7}" srcOrd="0" destOrd="0" parTransId="{CC789EBA-1FCF-458A-B108-A2B5D3C4B88A}" sibTransId="{EF367661-CD51-4B39-8420-92BCA72EDC39}"/>
    <dgm:cxn modelId="{EE2F2990-08B5-4268-9D0E-F9810E3ECB9C}" type="presOf" srcId="{9F30FBF6-7657-4925-AA50-CD030626B16C}" destId="{C990A48E-D63A-461C-AFFF-EDF9356049E9}" srcOrd="0" destOrd="0" presId="urn:microsoft.com/office/officeart/2005/8/layout/hierarchy6"/>
    <dgm:cxn modelId="{091CE741-9FBD-4EEE-A52D-BF2EC3E93BD3}" srcId="{0CA8BE9C-ACE2-474A-B9A6-DA2E5F005DB7}" destId="{223FB25D-6F26-430D-9738-E3BF5E396A2E}" srcOrd="0" destOrd="0" parTransId="{A31A7868-824E-4DA5-84FF-781C55E7D9A3}" sibTransId="{A08927F7-AF1D-46A2-ADDE-115DBBED9A68}"/>
    <dgm:cxn modelId="{539D26A3-F213-44FD-92A1-7E20A665C1A4}" type="presOf" srcId="{B3DFBEB0-5656-46DA-837C-4408DD595C89}" destId="{725B13D2-B052-45F0-899C-3243AFC7EE42}" srcOrd="0" destOrd="0" presId="urn:microsoft.com/office/officeart/2005/8/layout/hierarchy6"/>
    <dgm:cxn modelId="{2AA568C8-AF35-4BB9-A5F1-776DEBC1655C}" type="presOf" srcId="{65B41AEF-D694-482D-B2C6-79D49F9A951F}" destId="{1E99E1CA-2AAA-4692-8A89-1F06C5F4A255}" srcOrd="0" destOrd="0" presId="urn:microsoft.com/office/officeart/2005/8/layout/hierarchy6"/>
    <dgm:cxn modelId="{9B095BA0-ABC2-458D-8864-8854A71D32C0}" type="presOf" srcId="{82BC34A7-95F9-4123-B321-1C658062D322}" destId="{81463454-8AF8-4A92-B784-DF92C56C8F44}" srcOrd="0" destOrd="0" presId="urn:microsoft.com/office/officeart/2005/8/layout/hierarchy6"/>
    <dgm:cxn modelId="{16FA1411-5B9B-419A-81A5-868F32FFC9C7}" type="presOf" srcId="{CC9516B2-59E1-4825-884B-37B4CA982D52}" destId="{931C0ADA-71CA-4418-B30A-46CBF77BEB27}" srcOrd="0" destOrd="0" presId="urn:microsoft.com/office/officeart/2005/8/layout/hierarchy6"/>
    <dgm:cxn modelId="{1297A7EF-2DAA-41DB-8539-01B7EC747AA4}" type="presOf" srcId="{B7637E7C-E8CE-469E-9147-C0C209BFD517}" destId="{223ACA62-ABF3-441C-88CE-E1EE20576DF8}" srcOrd="0" destOrd="0" presId="urn:microsoft.com/office/officeart/2005/8/layout/hierarchy6"/>
    <dgm:cxn modelId="{A19C7E94-600B-4156-AF0B-EA761BABE055}" type="presParOf" srcId="{3F8045E7-ACF6-43AE-831E-980965FEF7DB}" destId="{FADF4F80-6B38-4ACD-AE77-DF7B7955FD24}" srcOrd="0" destOrd="0" presId="urn:microsoft.com/office/officeart/2005/8/layout/hierarchy6"/>
    <dgm:cxn modelId="{884E4C14-FF2A-4E01-AC4B-75C299BF31F1}" type="presParOf" srcId="{FADF4F80-6B38-4ACD-AE77-DF7B7955FD24}" destId="{0BE1976C-0EF1-4EC2-97D3-C7234B9A3DEA}" srcOrd="0" destOrd="0" presId="urn:microsoft.com/office/officeart/2005/8/layout/hierarchy6"/>
    <dgm:cxn modelId="{F10C220B-3CE0-41D8-A98F-3F416132463D}" type="presParOf" srcId="{0BE1976C-0EF1-4EC2-97D3-C7234B9A3DEA}" destId="{FE8B6999-B376-46D7-858D-8B17B8AE6BCE}" srcOrd="0" destOrd="0" presId="urn:microsoft.com/office/officeart/2005/8/layout/hierarchy6"/>
    <dgm:cxn modelId="{C92839CD-BFEA-4DD4-BE39-0819275DB4DD}" type="presParOf" srcId="{FE8B6999-B376-46D7-858D-8B17B8AE6BCE}" destId="{687E88E4-1DD8-43EC-9E57-181480AAF0B3}" srcOrd="0" destOrd="0" presId="urn:microsoft.com/office/officeart/2005/8/layout/hierarchy6"/>
    <dgm:cxn modelId="{F7DAA9BE-2F6C-465C-9F63-A2BE7F95D160}" type="presParOf" srcId="{FE8B6999-B376-46D7-858D-8B17B8AE6BCE}" destId="{EB3836C6-AEEE-44C8-90AD-95FDEE998B18}" srcOrd="1" destOrd="0" presId="urn:microsoft.com/office/officeart/2005/8/layout/hierarchy6"/>
    <dgm:cxn modelId="{7B9F7F1E-E7B6-4A4F-B8F8-CA9629F0349F}" type="presParOf" srcId="{EB3836C6-AEEE-44C8-90AD-95FDEE998B18}" destId="{F25D1645-01F7-4BC1-A5CC-6844A250F627}" srcOrd="0" destOrd="0" presId="urn:microsoft.com/office/officeart/2005/8/layout/hierarchy6"/>
    <dgm:cxn modelId="{364D67EB-E17F-4406-A006-903531F979BE}" type="presParOf" srcId="{EB3836C6-AEEE-44C8-90AD-95FDEE998B18}" destId="{2EA92481-0391-4EA8-BAFF-96FE1CAAD794}" srcOrd="1" destOrd="0" presId="urn:microsoft.com/office/officeart/2005/8/layout/hierarchy6"/>
    <dgm:cxn modelId="{38E60DFB-91F3-4094-8B3D-B6DEC3CD4202}" type="presParOf" srcId="{2EA92481-0391-4EA8-BAFF-96FE1CAAD794}" destId="{8056C2B7-0057-4C79-8D54-12AA95FFD818}" srcOrd="0" destOrd="0" presId="urn:microsoft.com/office/officeart/2005/8/layout/hierarchy6"/>
    <dgm:cxn modelId="{7F8FEC34-E881-410C-8E16-3117E62FE36E}" type="presParOf" srcId="{2EA92481-0391-4EA8-BAFF-96FE1CAAD794}" destId="{37079802-937D-492F-97C8-E7A5D17855FC}" srcOrd="1" destOrd="0" presId="urn:microsoft.com/office/officeart/2005/8/layout/hierarchy6"/>
    <dgm:cxn modelId="{BA0832A6-CFEB-4D9A-A6C4-43D9813D980C}" type="presParOf" srcId="{37079802-937D-492F-97C8-E7A5D17855FC}" destId="{D760E7D2-5447-47BC-B073-FE3FDF18E0EE}" srcOrd="0" destOrd="0" presId="urn:microsoft.com/office/officeart/2005/8/layout/hierarchy6"/>
    <dgm:cxn modelId="{758EAA67-8C90-40C1-A3BC-0A2F88040A32}" type="presParOf" srcId="{37079802-937D-492F-97C8-E7A5D17855FC}" destId="{36B5619A-65C5-46AD-900B-C664276CBA0C}" srcOrd="1" destOrd="0" presId="urn:microsoft.com/office/officeart/2005/8/layout/hierarchy6"/>
    <dgm:cxn modelId="{0242B53E-9E5F-4967-AA4B-94667084C511}" type="presParOf" srcId="{36B5619A-65C5-46AD-900B-C664276CBA0C}" destId="{5F4CA6F3-50DA-433D-86C2-006D2B93A87B}" srcOrd="0" destOrd="0" presId="urn:microsoft.com/office/officeart/2005/8/layout/hierarchy6"/>
    <dgm:cxn modelId="{E13D2D35-5634-4457-8ADC-FD90CE40C01E}" type="presParOf" srcId="{36B5619A-65C5-46AD-900B-C664276CBA0C}" destId="{A173F015-F3FE-4B95-B289-A8AA567D1B08}" srcOrd="1" destOrd="0" presId="urn:microsoft.com/office/officeart/2005/8/layout/hierarchy6"/>
    <dgm:cxn modelId="{6ED2ED81-11F2-4715-994A-CFAE9D4CFE42}" type="presParOf" srcId="{A173F015-F3FE-4B95-B289-A8AA567D1B08}" destId="{931C0ADA-71CA-4418-B30A-46CBF77BEB27}" srcOrd="0" destOrd="0" presId="urn:microsoft.com/office/officeart/2005/8/layout/hierarchy6"/>
    <dgm:cxn modelId="{98DCC6DB-3C41-4B5B-B4AA-2ABB30D76486}" type="presParOf" srcId="{A173F015-F3FE-4B95-B289-A8AA567D1B08}" destId="{C03A6F9D-FB79-4CAF-B493-2F7350D63455}" srcOrd="1" destOrd="0" presId="urn:microsoft.com/office/officeart/2005/8/layout/hierarchy6"/>
    <dgm:cxn modelId="{C2B36D32-1531-4F51-8C85-A0AA8BDC533B}" type="presParOf" srcId="{C03A6F9D-FB79-4CAF-B493-2F7350D63455}" destId="{B43ACAE2-F3FB-4DBF-B0B9-9AEEF753A170}" srcOrd="0" destOrd="0" presId="urn:microsoft.com/office/officeart/2005/8/layout/hierarchy6"/>
    <dgm:cxn modelId="{3191ECD4-3C80-4C5D-8944-DDA19513A85F}" type="presParOf" srcId="{C03A6F9D-FB79-4CAF-B493-2F7350D63455}" destId="{81F1A863-0370-4B55-A70B-A4ED3E38D564}" srcOrd="1" destOrd="0" presId="urn:microsoft.com/office/officeart/2005/8/layout/hierarchy6"/>
    <dgm:cxn modelId="{804E75E1-12C8-4CE9-BCA9-E2E395FFAFA9}" type="presParOf" srcId="{37079802-937D-492F-97C8-E7A5D17855FC}" destId="{024B7C55-BC21-4EFC-9EF2-7396223296E1}" srcOrd="2" destOrd="0" presId="urn:microsoft.com/office/officeart/2005/8/layout/hierarchy6"/>
    <dgm:cxn modelId="{E7F53AF1-1368-4D12-A45C-0094E5FAE9B4}" type="presParOf" srcId="{37079802-937D-492F-97C8-E7A5D17855FC}" destId="{F522D822-4913-4A64-B4AA-8F14F91C7382}" srcOrd="3" destOrd="0" presId="urn:microsoft.com/office/officeart/2005/8/layout/hierarchy6"/>
    <dgm:cxn modelId="{37DA9D89-FDF3-4926-B205-CD3135691A98}" type="presParOf" srcId="{F522D822-4913-4A64-B4AA-8F14F91C7382}" destId="{F96C0AC7-002E-4006-AABB-B299D0C01825}" srcOrd="0" destOrd="0" presId="urn:microsoft.com/office/officeart/2005/8/layout/hierarchy6"/>
    <dgm:cxn modelId="{1AE96ADD-0858-471F-82A8-4D72C0D4CDCD}" type="presParOf" srcId="{F522D822-4913-4A64-B4AA-8F14F91C7382}" destId="{A6072666-255C-4D0E-8137-B1DA13FEEB28}" srcOrd="1" destOrd="0" presId="urn:microsoft.com/office/officeart/2005/8/layout/hierarchy6"/>
    <dgm:cxn modelId="{08FF236A-44F2-4E0C-8259-A9AD24304435}" type="presParOf" srcId="{A6072666-255C-4D0E-8137-B1DA13FEEB28}" destId="{3C19B82D-AA8A-4F53-AEBA-5A6101F519E2}" srcOrd="0" destOrd="0" presId="urn:microsoft.com/office/officeart/2005/8/layout/hierarchy6"/>
    <dgm:cxn modelId="{64DE40AC-6F6C-45E3-9776-56020A0D4D89}" type="presParOf" srcId="{A6072666-255C-4D0E-8137-B1DA13FEEB28}" destId="{435DBDDF-FAD3-4886-8E5E-1EEEBDFD8B08}" srcOrd="1" destOrd="0" presId="urn:microsoft.com/office/officeart/2005/8/layout/hierarchy6"/>
    <dgm:cxn modelId="{1BB1C8FB-F94A-4AFD-909F-E0A4D7F7E5C4}" type="presParOf" srcId="{435DBDDF-FAD3-4886-8E5E-1EEEBDFD8B08}" destId="{725B13D2-B052-45F0-899C-3243AFC7EE42}" srcOrd="0" destOrd="0" presId="urn:microsoft.com/office/officeart/2005/8/layout/hierarchy6"/>
    <dgm:cxn modelId="{94C73E56-DB23-4AC8-A4BE-C0E0D4D68558}" type="presParOf" srcId="{435DBDDF-FAD3-4886-8E5E-1EEEBDFD8B08}" destId="{E0B6A6A5-33BF-40CB-973C-CD2B0F798367}" srcOrd="1" destOrd="0" presId="urn:microsoft.com/office/officeart/2005/8/layout/hierarchy6"/>
    <dgm:cxn modelId="{F837B5FA-E9AB-41D4-AAED-9713258EBEAE}" type="presParOf" srcId="{37079802-937D-492F-97C8-E7A5D17855FC}" destId="{B6A970A7-9858-4EC7-B072-6EBFFBEE11A8}" srcOrd="4" destOrd="0" presId="urn:microsoft.com/office/officeart/2005/8/layout/hierarchy6"/>
    <dgm:cxn modelId="{B8A3B14B-D005-4276-9A16-168E44E54AEB}" type="presParOf" srcId="{37079802-937D-492F-97C8-E7A5D17855FC}" destId="{677A956B-E688-4FBB-889D-E9EEDDCE1AA6}" srcOrd="5" destOrd="0" presId="urn:microsoft.com/office/officeart/2005/8/layout/hierarchy6"/>
    <dgm:cxn modelId="{CEFAF71E-70C8-42E2-B7DB-D815A39DAD07}" type="presParOf" srcId="{677A956B-E688-4FBB-889D-E9EEDDCE1AA6}" destId="{C812833C-D4CF-4A6C-BBE9-1EA4CB71018B}" srcOrd="0" destOrd="0" presId="urn:microsoft.com/office/officeart/2005/8/layout/hierarchy6"/>
    <dgm:cxn modelId="{FB0BF375-CFD6-4A02-B6C0-5D7F90BB61B8}" type="presParOf" srcId="{677A956B-E688-4FBB-889D-E9EEDDCE1AA6}" destId="{F93FE167-657E-4CE9-8A19-8DBB67438BED}" srcOrd="1" destOrd="0" presId="urn:microsoft.com/office/officeart/2005/8/layout/hierarchy6"/>
    <dgm:cxn modelId="{42BBA1A2-8471-4C73-AB74-3E1A1EEEA817}" type="presParOf" srcId="{F93FE167-657E-4CE9-8A19-8DBB67438BED}" destId="{223ACA62-ABF3-441C-88CE-E1EE20576DF8}" srcOrd="0" destOrd="0" presId="urn:microsoft.com/office/officeart/2005/8/layout/hierarchy6"/>
    <dgm:cxn modelId="{EEE930FF-2B10-454C-BEC8-8BC193E824D6}" type="presParOf" srcId="{F93FE167-657E-4CE9-8A19-8DBB67438BED}" destId="{C0C6D3A0-E668-4507-9986-A2C78D515585}" srcOrd="1" destOrd="0" presId="urn:microsoft.com/office/officeart/2005/8/layout/hierarchy6"/>
    <dgm:cxn modelId="{D02696FF-A0C3-4894-862F-3CD24311741D}" type="presParOf" srcId="{C0C6D3A0-E668-4507-9986-A2C78D515585}" destId="{C0957A06-2CA4-4C89-AC68-41F8A7B20E22}" srcOrd="0" destOrd="0" presId="urn:microsoft.com/office/officeart/2005/8/layout/hierarchy6"/>
    <dgm:cxn modelId="{1615D320-7346-4298-9ED4-ECF6431F8CEF}" type="presParOf" srcId="{C0C6D3A0-E668-4507-9986-A2C78D515585}" destId="{202D2C86-B5AB-4EBB-9938-0B2BC3426611}" srcOrd="1" destOrd="0" presId="urn:microsoft.com/office/officeart/2005/8/layout/hierarchy6"/>
    <dgm:cxn modelId="{40AC2630-ED63-4CEF-9C10-6A0057F8B7EE}" type="presParOf" srcId="{EB3836C6-AEEE-44C8-90AD-95FDEE998B18}" destId="{C990A48E-D63A-461C-AFFF-EDF9356049E9}" srcOrd="2" destOrd="0" presId="urn:microsoft.com/office/officeart/2005/8/layout/hierarchy6"/>
    <dgm:cxn modelId="{B8459866-14B6-406D-884D-DF9694246CD6}" type="presParOf" srcId="{EB3836C6-AEEE-44C8-90AD-95FDEE998B18}" destId="{CBF6B19D-166F-48C5-B83B-A43AE5952A6D}" srcOrd="3" destOrd="0" presId="urn:microsoft.com/office/officeart/2005/8/layout/hierarchy6"/>
    <dgm:cxn modelId="{08374F37-1DAD-4D47-A0C0-AECADB414F3F}" type="presParOf" srcId="{CBF6B19D-166F-48C5-B83B-A43AE5952A6D}" destId="{2018EB35-716D-408D-8E73-DB062B70DC94}" srcOrd="0" destOrd="0" presId="urn:microsoft.com/office/officeart/2005/8/layout/hierarchy6"/>
    <dgm:cxn modelId="{A0020FF7-AB6D-4974-A8E6-1F4BFE64B08C}" type="presParOf" srcId="{CBF6B19D-166F-48C5-B83B-A43AE5952A6D}" destId="{DEFFB7D1-9DBF-4B1B-868D-F9E5E5B7A5F0}" srcOrd="1" destOrd="0" presId="urn:microsoft.com/office/officeart/2005/8/layout/hierarchy6"/>
    <dgm:cxn modelId="{E6E52D12-F6B2-4A31-9995-D3E8D8AB32D7}" type="presParOf" srcId="{EB3836C6-AEEE-44C8-90AD-95FDEE998B18}" destId="{BADF4308-9F06-4382-BE23-1CB762BE7C19}" srcOrd="4" destOrd="0" presId="urn:microsoft.com/office/officeart/2005/8/layout/hierarchy6"/>
    <dgm:cxn modelId="{8336C6F9-3B6C-47B7-83D2-2E37F0E70D3B}" type="presParOf" srcId="{EB3836C6-AEEE-44C8-90AD-95FDEE998B18}" destId="{50FC6286-6915-4FED-9F9E-A50C493793B0}" srcOrd="5" destOrd="0" presId="urn:microsoft.com/office/officeart/2005/8/layout/hierarchy6"/>
    <dgm:cxn modelId="{FC510D59-8F19-4957-9E50-59ACFCAE766D}" type="presParOf" srcId="{50FC6286-6915-4FED-9F9E-A50C493793B0}" destId="{F49749B2-836D-484D-85AD-DBFDC4864D7E}" srcOrd="0" destOrd="0" presId="urn:microsoft.com/office/officeart/2005/8/layout/hierarchy6"/>
    <dgm:cxn modelId="{14AF2D50-6FED-465F-AB89-E6E340B07D4B}" type="presParOf" srcId="{50FC6286-6915-4FED-9F9E-A50C493793B0}" destId="{60342E7D-C555-4075-88EE-1ED37790D411}" srcOrd="1" destOrd="0" presId="urn:microsoft.com/office/officeart/2005/8/layout/hierarchy6"/>
    <dgm:cxn modelId="{84401056-3A47-4687-9586-EF344B0AEA53}" type="presParOf" srcId="{60342E7D-C555-4075-88EE-1ED37790D411}" destId="{AD68B584-2A0F-46A3-9585-DF1BC434FE26}" srcOrd="0" destOrd="0" presId="urn:microsoft.com/office/officeart/2005/8/layout/hierarchy6"/>
    <dgm:cxn modelId="{55657966-C7BD-4B1A-9068-1A8E15F0B2DA}" type="presParOf" srcId="{60342E7D-C555-4075-88EE-1ED37790D411}" destId="{214DCE87-B658-4D38-A835-D06F84AC630A}" srcOrd="1" destOrd="0" presId="urn:microsoft.com/office/officeart/2005/8/layout/hierarchy6"/>
    <dgm:cxn modelId="{B886BDFC-66D1-4688-8659-3487E292A85E}" type="presParOf" srcId="{214DCE87-B658-4D38-A835-D06F84AC630A}" destId="{3875880A-4FC7-4E16-A256-365855C135DC}" srcOrd="0" destOrd="0" presId="urn:microsoft.com/office/officeart/2005/8/layout/hierarchy6"/>
    <dgm:cxn modelId="{678507D7-5180-43FB-90EA-C340E3F34893}" type="presParOf" srcId="{214DCE87-B658-4D38-A835-D06F84AC630A}" destId="{9569D8F2-06ED-4574-B3DB-0C64192A0BB8}" srcOrd="1" destOrd="0" presId="urn:microsoft.com/office/officeart/2005/8/layout/hierarchy6"/>
    <dgm:cxn modelId="{8072E7D4-BB7B-4E93-9FED-EE0ADF0E3CF1}" type="presParOf" srcId="{9569D8F2-06ED-4574-B3DB-0C64192A0BB8}" destId="{81463454-8AF8-4A92-B784-DF92C56C8F44}" srcOrd="0" destOrd="0" presId="urn:microsoft.com/office/officeart/2005/8/layout/hierarchy6"/>
    <dgm:cxn modelId="{700328B5-0DFE-41EE-833E-7C5C9EF30B41}" type="presParOf" srcId="{9569D8F2-06ED-4574-B3DB-0C64192A0BB8}" destId="{23187A5D-721A-45A1-A6F4-116516D55801}" srcOrd="1" destOrd="0" presId="urn:microsoft.com/office/officeart/2005/8/layout/hierarchy6"/>
    <dgm:cxn modelId="{DABA042C-BDDE-4EFF-89C3-70551C4BEC3C}" type="presParOf" srcId="{23187A5D-721A-45A1-A6F4-116516D55801}" destId="{1E99E1CA-2AAA-4692-8A89-1F06C5F4A255}" srcOrd="0" destOrd="0" presId="urn:microsoft.com/office/officeart/2005/8/layout/hierarchy6"/>
    <dgm:cxn modelId="{988A3A61-56D4-425D-9779-194059076E78}" type="presParOf" srcId="{23187A5D-721A-45A1-A6F4-116516D55801}" destId="{3EB1E446-9B5B-439B-B0F5-0901310EFF9D}" srcOrd="1" destOrd="0" presId="urn:microsoft.com/office/officeart/2005/8/layout/hierarchy6"/>
    <dgm:cxn modelId="{2D809039-5951-4BF3-8AF1-C28BD26DF74F}" type="presParOf" srcId="{3F8045E7-ACF6-43AE-831E-980965FEF7DB}" destId="{23C4EE8A-119F-4F1E-993A-808F53C0511D}" srcOrd="1" destOrd="0" presId="urn:microsoft.com/office/officeart/2005/8/layout/hierarchy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9134FF-FFB1-438E-B9C7-D9A7A05ECE8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zh-CN" altLang="en-US"/>
        </a:p>
      </dgm:t>
    </dgm:pt>
    <dgm:pt modelId="{381AB5BD-AA3D-4540-B4CC-DD9C51F67021}">
      <dgm:prSet phldrT="[文本]" custT="1"/>
      <dgm:spPr>
        <a:solidFill>
          <a:schemeClr val="tx2">
            <a:lumMod val="40000"/>
            <a:lumOff val="60000"/>
          </a:schemeClr>
        </a:solidFill>
        <a:ln>
          <a:noFill/>
        </a:ln>
      </dgm:spPr>
      <dgm:t>
        <a:bodyPr/>
        <a:lstStyle/>
        <a:p>
          <a:r>
            <a:rPr lang="zh-CN" altLang="en-US" sz="1200" b="1" dirty="0" smtClean="0">
              <a:solidFill>
                <a:schemeClr val="bg1"/>
              </a:solidFill>
              <a:latin typeface="微软雅黑" panose="020B0503020204020204" charset="-122"/>
              <a:ea typeface="微软雅黑" panose="020B0503020204020204" charset="-122"/>
            </a:rPr>
            <a:t>氧传感器安装</a:t>
          </a:r>
          <a:endParaRPr lang="zh-CN" altLang="en-US" sz="1200" b="1" dirty="0">
            <a:solidFill>
              <a:schemeClr val="bg1"/>
            </a:solidFill>
            <a:latin typeface="微软雅黑" panose="020B0503020204020204" charset="-122"/>
            <a:ea typeface="微软雅黑" panose="020B0503020204020204" charset="-122"/>
          </a:endParaRPr>
        </a:p>
      </dgm:t>
    </dgm:pt>
    <dgm:pt modelId="{A24CBA32-D2FD-40D0-A4AF-E4C105379E05}" cxnId="{D7BE66C0-306D-4DDF-BBA8-BC3D116BA037}" type="parTrans">
      <dgm:prSet/>
      <dgm:spPr/>
      <dgm:t>
        <a:bodyPr/>
        <a:lstStyle/>
        <a:p>
          <a:endParaRPr lang="zh-CN" altLang="en-US">
            <a:solidFill>
              <a:schemeClr val="bg1"/>
            </a:solidFill>
          </a:endParaRPr>
        </a:p>
      </dgm:t>
    </dgm:pt>
    <dgm:pt modelId="{40300B11-F5FE-4B5F-ABC2-1394A23A0596}" cxnId="{D7BE66C0-306D-4DDF-BBA8-BC3D116BA037}" type="sibTrans">
      <dgm:prSet/>
      <dgm:spPr/>
      <dgm:t>
        <a:bodyPr/>
        <a:lstStyle/>
        <a:p>
          <a:endParaRPr lang="zh-CN" altLang="en-US">
            <a:solidFill>
              <a:schemeClr val="bg1"/>
            </a:solidFill>
          </a:endParaRPr>
        </a:p>
      </dgm:t>
    </dgm:pt>
    <dgm:pt modelId="{601A8B76-67DA-4DAA-9FFD-15626CA79A0A}">
      <dgm:prSet phldrT="[文本]" custT="1"/>
      <dgm:spPr>
        <a:solidFill>
          <a:schemeClr val="tx2">
            <a:lumMod val="75000"/>
          </a:schemeClr>
        </a:solidFill>
        <a:ln>
          <a:noFill/>
        </a:ln>
      </dgm:spPr>
      <dgm:t>
        <a:bodyPr/>
        <a:lstStyle/>
        <a:p>
          <a:r>
            <a:rPr lang="zh-CN" altLang="en-US" sz="1200" b="1" dirty="0" smtClean="0">
              <a:solidFill>
                <a:schemeClr val="bg1"/>
              </a:solidFill>
              <a:latin typeface="微软雅黑" panose="020B0503020204020204" charset="-122"/>
              <a:ea typeface="微软雅黑" panose="020B0503020204020204" charset="-122"/>
            </a:rPr>
            <a:t>气缸头</a:t>
          </a:r>
          <a:endParaRPr lang="zh-CN" altLang="en-US" sz="1200" b="1" dirty="0">
            <a:solidFill>
              <a:schemeClr val="bg1"/>
            </a:solidFill>
            <a:latin typeface="微软雅黑" panose="020B0503020204020204" charset="-122"/>
            <a:ea typeface="微软雅黑" panose="020B0503020204020204" charset="-122"/>
          </a:endParaRPr>
        </a:p>
      </dgm:t>
    </dgm:pt>
    <dgm:pt modelId="{D18CB640-9F64-4C33-BD68-8AD68A673608}" cxnId="{06EE0325-553D-44B5-9884-CD7BC4BCC543}"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090F0155-7789-4E8A-B36A-A48F6FC9319E}" cxnId="{06EE0325-553D-44B5-9884-CD7BC4BCC543}" type="sibTrans">
      <dgm:prSet/>
      <dgm:spPr/>
      <dgm:t>
        <a:bodyPr/>
        <a:lstStyle/>
        <a:p>
          <a:endParaRPr lang="zh-CN" altLang="en-US">
            <a:solidFill>
              <a:schemeClr val="bg1"/>
            </a:solidFill>
          </a:endParaRPr>
        </a:p>
      </dgm:t>
    </dgm:pt>
    <dgm:pt modelId="{2C054C9C-68B9-4864-935E-0947D5C776A9}">
      <dgm:prSet phldrT="[文本]" custT="1"/>
      <dgm:spPr>
        <a:solidFill>
          <a:schemeClr val="tx2">
            <a:lumMod val="75000"/>
          </a:schemeClr>
        </a:solidFill>
        <a:ln>
          <a:noFill/>
        </a:ln>
      </dgm:spPr>
      <dgm:t>
        <a:bodyPr/>
        <a:lstStyle/>
        <a:p>
          <a:r>
            <a:rPr lang="zh-CN" altLang="en-US" sz="1200" b="1" dirty="0" smtClean="0">
              <a:solidFill>
                <a:schemeClr val="bg1"/>
              </a:solidFill>
              <a:latin typeface="微软雅黑" panose="020B0503020204020204" charset="-122"/>
              <a:ea typeface="微软雅黑" panose="020B0503020204020204" charset="-122"/>
            </a:rPr>
            <a:t>排气管</a:t>
          </a:r>
          <a:endParaRPr lang="zh-CN" altLang="en-US" sz="1200" b="1" dirty="0">
            <a:solidFill>
              <a:schemeClr val="bg1"/>
            </a:solidFill>
            <a:latin typeface="微软雅黑" panose="020B0503020204020204" charset="-122"/>
            <a:ea typeface="微软雅黑" panose="020B0503020204020204" charset="-122"/>
          </a:endParaRPr>
        </a:p>
      </dgm:t>
    </dgm:pt>
    <dgm:pt modelId="{4DCC9360-75B0-4557-B753-96B72DFB1E36}" cxnId="{9B3A2AF1-BCD8-439B-8A26-C37D5DEAFD0E}"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A501D5BC-DFB5-4A52-8307-81C2DE882D91}" cxnId="{9B3A2AF1-BCD8-439B-8A26-C37D5DEAFD0E}" type="sibTrans">
      <dgm:prSet/>
      <dgm:spPr/>
      <dgm:t>
        <a:bodyPr/>
        <a:lstStyle/>
        <a:p>
          <a:endParaRPr lang="zh-CN" altLang="en-US">
            <a:solidFill>
              <a:schemeClr val="bg1"/>
            </a:solidFill>
          </a:endParaRPr>
        </a:p>
      </dgm:t>
    </dgm:pt>
    <dgm:pt modelId="{88C8B95A-2BEF-4882-BB0F-7B09C843ABCA}">
      <dgm:prSet phldrT="[文本]" custT="1"/>
      <dgm:spPr>
        <a:solidFill>
          <a:schemeClr val="tx2">
            <a:lumMod val="75000"/>
          </a:schemeClr>
        </a:solidFill>
        <a:ln>
          <a:noFill/>
        </a:ln>
      </dgm:spPr>
      <dgm:t>
        <a:bodyPr/>
        <a:lstStyle/>
        <a:p>
          <a:r>
            <a:rPr lang="zh-CN" altLang="en-US" sz="1200" b="1" dirty="0" smtClean="0">
              <a:solidFill>
                <a:schemeClr val="bg1"/>
              </a:solidFill>
              <a:latin typeface="微软雅黑" panose="020B0503020204020204" charset="-122"/>
              <a:ea typeface="微软雅黑" panose="020B0503020204020204" charset="-122"/>
            </a:rPr>
            <a:t>其他位置</a:t>
          </a:r>
          <a:endParaRPr lang="zh-CN" altLang="en-US" sz="1200" b="1" dirty="0">
            <a:solidFill>
              <a:schemeClr val="bg1"/>
            </a:solidFill>
            <a:latin typeface="微软雅黑" panose="020B0503020204020204" charset="-122"/>
            <a:ea typeface="微软雅黑" panose="020B0503020204020204" charset="-122"/>
          </a:endParaRPr>
        </a:p>
      </dgm:t>
    </dgm:pt>
    <dgm:pt modelId="{BCAB30F8-C3FE-44D6-A696-FEE4F970A508}" cxnId="{1BBC9F19-DEEA-49C5-825C-E61A522B6831}"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936013DD-74B0-4FB7-8CCF-B77DD000CA4A}" cxnId="{1BBC9F19-DEEA-49C5-825C-E61A522B6831}" type="sibTrans">
      <dgm:prSet/>
      <dgm:spPr/>
      <dgm:t>
        <a:bodyPr/>
        <a:lstStyle/>
        <a:p>
          <a:endParaRPr lang="zh-CN" altLang="en-US">
            <a:solidFill>
              <a:schemeClr val="bg1"/>
            </a:solidFill>
          </a:endParaRPr>
        </a:p>
      </dgm:t>
    </dgm:pt>
    <dgm:pt modelId="{686DBF59-87E7-4BD3-B4AC-8ED43C7107EE}">
      <dgm:prSet phldrT="[文本]" custT="1"/>
      <dgm:spPr>
        <a:solidFill>
          <a:schemeClr val="tx2">
            <a:lumMod val="40000"/>
            <a:lumOff val="60000"/>
          </a:schemeClr>
        </a:solidFill>
        <a:ln>
          <a:noFill/>
        </a:ln>
      </dgm:spPr>
      <dgm:t>
        <a:bodyPr/>
        <a:lstStyle/>
        <a:p>
          <a:r>
            <a:rPr lang="en-US" altLang="zh-CN" sz="1050" dirty="0" smtClean="0">
              <a:solidFill>
                <a:schemeClr val="bg1"/>
              </a:solidFill>
            </a:rPr>
            <a:t>201320517961.0</a:t>
          </a:r>
          <a:endParaRPr lang="zh-CN" altLang="en-US" sz="1050" dirty="0">
            <a:solidFill>
              <a:schemeClr val="bg1"/>
            </a:solidFill>
          </a:endParaRPr>
        </a:p>
      </dgm:t>
    </dgm:pt>
    <dgm:pt modelId="{BE75A3DD-BFDC-44C8-8F9E-F5337D7CF7A9}" cxnId="{42096F7E-F853-445A-82D4-457DD86A4EB2}"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53761485-61D7-4919-9CED-7767D644428B}" cxnId="{42096F7E-F853-445A-82D4-457DD86A4EB2}" type="sibTrans">
      <dgm:prSet/>
      <dgm:spPr/>
      <dgm:t>
        <a:bodyPr/>
        <a:lstStyle/>
        <a:p>
          <a:endParaRPr lang="zh-CN" altLang="en-US">
            <a:solidFill>
              <a:schemeClr val="bg1"/>
            </a:solidFill>
          </a:endParaRPr>
        </a:p>
      </dgm:t>
    </dgm:pt>
    <dgm:pt modelId="{EDCACD79-C745-4D9B-9125-ABD40144091A}">
      <dgm:prSet phldrT="[文本]" custT="1"/>
      <dgm:spPr>
        <a:solidFill>
          <a:schemeClr val="tx2">
            <a:lumMod val="40000"/>
            <a:lumOff val="60000"/>
          </a:schemeClr>
        </a:solidFill>
        <a:ln>
          <a:noFill/>
        </a:ln>
      </dgm:spPr>
      <dgm:t>
        <a:bodyPr/>
        <a:lstStyle/>
        <a:p>
          <a:r>
            <a:rPr lang="en-US" altLang="zh-CN" sz="1050" dirty="0" smtClean="0">
              <a:solidFill>
                <a:schemeClr val="bg1"/>
              </a:solidFill>
            </a:rPr>
            <a:t>201310369973.8</a:t>
          </a:r>
          <a:endParaRPr lang="zh-CN" altLang="en-US" sz="1050" dirty="0">
            <a:solidFill>
              <a:schemeClr val="bg1"/>
            </a:solidFill>
          </a:endParaRPr>
        </a:p>
      </dgm:t>
    </dgm:pt>
    <dgm:pt modelId="{712E7145-5232-4D23-BAE0-2C8634A6FD8D}" cxnId="{93A5ACD9-84DE-4021-ABB6-374BE5F45C84}"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5C60E98B-A465-4233-946A-01B0C616EE14}" cxnId="{93A5ACD9-84DE-4021-ABB6-374BE5F45C84}" type="sibTrans">
      <dgm:prSet/>
      <dgm:spPr/>
      <dgm:t>
        <a:bodyPr/>
        <a:lstStyle/>
        <a:p>
          <a:endParaRPr lang="zh-CN" altLang="en-US">
            <a:solidFill>
              <a:schemeClr val="bg1"/>
            </a:solidFill>
          </a:endParaRPr>
        </a:p>
      </dgm:t>
    </dgm:pt>
    <dgm:pt modelId="{E6DAE138-D509-4FA4-BC78-6D4D3D43393B}">
      <dgm:prSet phldrT="[文本]" custT="1"/>
      <dgm:spPr>
        <a:solidFill>
          <a:schemeClr val="tx2">
            <a:lumMod val="40000"/>
            <a:lumOff val="60000"/>
          </a:schemeClr>
        </a:solidFill>
        <a:ln>
          <a:noFill/>
        </a:ln>
      </dgm:spPr>
      <dgm:t>
        <a:bodyPr/>
        <a:lstStyle/>
        <a:p>
          <a:r>
            <a:rPr lang="en-US" altLang="zh-CN" sz="1050" dirty="0" smtClean="0">
              <a:solidFill>
                <a:schemeClr val="bg1"/>
              </a:solidFill>
            </a:rPr>
            <a:t>201310661740.5</a:t>
          </a:r>
          <a:endParaRPr lang="zh-CN" altLang="en-US" sz="1050" dirty="0">
            <a:solidFill>
              <a:schemeClr val="bg1"/>
            </a:solidFill>
          </a:endParaRPr>
        </a:p>
      </dgm:t>
    </dgm:pt>
    <dgm:pt modelId="{126E1708-A17A-4D6F-983C-F3527B098FB1}" cxnId="{1C006103-0CE5-4DE8-83F2-DA4CAB4DF90E}"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E42928F3-B223-4F6A-96D6-DBC53B7A5BAA}" cxnId="{1C006103-0CE5-4DE8-83F2-DA4CAB4DF90E}" type="sibTrans">
      <dgm:prSet/>
      <dgm:spPr/>
      <dgm:t>
        <a:bodyPr/>
        <a:lstStyle/>
        <a:p>
          <a:endParaRPr lang="zh-CN" altLang="en-US">
            <a:solidFill>
              <a:schemeClr val="bg1"/>
            </a:solidFill>
          </a:endParaRPr>
        </a:p>
      </dgm:t>
    </dgm:pt>
    <dgm:pt modelId="{A6A646EF-D435-4006-AD90-1D0F1CF03EFD}">
      <dgm:prSet phldrT="[文本]" custT="1"/>
      <dgm:spPr>
        <a:solidFill>
          <a:schemeClr val="tx2">
            <a:lumMod val="40000"/>
            <a:lumOff val="60000"/>
          </a:schemeClr>
        </a:solidFill>
        <a:ln>
          <a:noFill/>
        </a:ln>
      </dgm:spPr>
      <dgm:t>
        <a:bodyPr/>
        <a:lstStyle/>
        <a:p>
          <a:r>
            <a:rPr lang="en-US" altLang="zh-CN" sz="1050" dirty="0" smtClean="0">
              <a:solidFill>
                <a:schemeClr val="bg1"/>
              </a:solidFill>
            </a:rPr>
            <a:t>201320804624.X</a:t>
          </a:r>
          <a:endParaRPr lang="zh-CN" altLang="en-US" sz="1050" dirty="0">
            <a:solidFill>
              <a:schemeClr val="bg1"/>
            </a:solidFill>
          </a:endParaRPr>
        </a:p>
      </dgm:t>
    </dgm:pt>
    <dgm:pt modelId="{5B065658-9A79-4508-9BEC-B6B96FACE546}" cxnId="{E886E536-966B-43B0-9217-15FDBF2366BC}"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0205E6D0-CEA8-41FD-9E5A-270AA7DBCE49}" cxnId="{E886E536-966B-43B0-9217-15FDBF2366BC}" type="sibTrans">
      <dgm:prSet/>
      <dgm:spPr/>
      <dgm:t>
        <a:bodyPr/>
        <a:lstStyle/>
        <a:p>
          <a:endParaRPr lang="zh-CN" altLang="en-US">
            <a:solidFill>
              <a:schemeClr val="bg1"/>
            </a:solidFill>
          </a:endParaRPr>
        </a:p>
      </dgm:t>
    </dgm:pt>
    <dgm:pt modelId="{1F6710C6-03E9-4144-8812-B2DD7F3F6487}">
      <dgm:prSet phldrT="[文本]" custT="1"/>
      <dgm:spPr>
        <a:solidFill>
          <a:schemeClr val="tx2">
            <a:lumMod val="40000"/>
            <a:lumOff val="60000"/>
          </a:schemeClr>
        </a:solidFill>
        <a:ln>
          <a:noFill/>
        </a:ln>
      </dgm:spPr>
      <dgm:t>
        <a:bodyPr/>
        <a:lstStyle/>
        <a:p>
          <a:r>
            <a:rPr lang="en-US" altLang="zh-CN" sz="1050" dirty="0" smtClean="0">
              <a:solidFill>
                <a:schemeClr val="bg1"/>
              </a:solidFill>
            </a:rPr>
            <a:t>201310364808.3</a:t>
          </a:r>
          <a:endParaRPr lang="zh-CN" altLang="en-US" sz="1050" dirty="0">
            <a:solidFill>
              <a:schemeClr val="bg1"/>
            </a:solidFill>
          </a:endParaRPr>
        </a:p>
      </dgm:t>
    </dgm:pt>
    <dgm:pt modelId="{A1E19C2B-C675-41BB-BB26-6846594DCF95}" cxnId="{871DDEFD-6108-4F29-93E2-657DB7183C87}"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AE32F399-38FE-4FC1-8879-680DA30547FA}" cxnId="{871DDEFD-6108-4F29-93E2-657DB7183C87}" type="sibTrans">
      <dgm:prSet/>
      <dgm:spPr/>
      <dgm:t>
        <a:bodyPr/>
        <a:lstStyle/>
        <a:p>
          <a:endParaRPr lang="zh-CN" altLang="en-US">
            <a:solidFill>
              <a:schemeClr val="bg1"/>
            </a:solidFill>
          </a:endParaRPr>
        </a:p>
      </dgm:t>
    </dgm:pt>
    <dgm:pt modelId="{BE0241F3-91A8-4932-9B89-328E5BA81869}">
      <dgm:prSet phldrT="[文本]" custT="1"/>
      <dgm:spPr>
        <a:solidFill>
          <a:schemeClr val="tx2">
            <a:lumMod val="40000"/>
            <a:lumOff val="60000"/>
          </a:schemeClr>
        </a:solidFill>
        <a:ln>
          <a:noFill/>
        </a:ln>
      </dgm:spPr>
      <dgm:t>
        <a:bodyPr/>
        <a:lstStyle/>
        <a:p>
          <a:r>
            <a:rPr lang="en-US" altLang="zh-CN" sz="1050" dirty="0" smtClean="0">
              <a:solidFill>
                <a:schemeClr val="bg1"/>
              </a:solidFill>
            </a:rPr>
            <a:t>201320509609.2</a:t>
          </a:r>
          <a:endParaRPr lang="zh-CN" altLang="en-US" sz="1050" dirty="0">
            <a:solidFill>
              <a:schemeClr val="bg1"/>
            </a:solidFill>
          </a:endParaRPr>
        </a:p>
      </dgm:t>
    </dgm:pt>
    <dgm:pt modelId="{EBE29987-60D3-4463-B6AE-78AB551FF00C}" cxnId="{119E55D1-5F51-4A49-9541-EAC32118FA6E}"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E74C6F65-AE90-4696-944A-3D3025E6F2C6}" cxnId="{119E55D1-5F51-4A49-9541-EAC32118FA6E}" type="sibTrans">
      <dgm:prSet/>
      <dgm:spPr/>
      <dgm:t>
        <a:bodyPr/>
        <a:lstStyle/>
        <a:p>
          <a:endParaRPr lang="zh-CN" altLang="en-US">
            <a:solidFill>
              <a:schemeClr val="bg1"/>
            </a:solidFill>
          </a:endParaRPr>
        </a:p>
      </dgm:t>
    </dgm:pt>
    <dgm:pt modelId="{F9220CB9-40C9-43D2-B219-F7B9329BA863}">
      <dgm:prSet phldrT="[文本]" custT="1"/>
      <dgm:spPr>
        <a:solidFill>
          <a:schemeClr val="tx2">
            <a:lumMod val="40000"/>
            <a:lumOff val="60000"/>
          </a:schemeClr>
        </a:solidFill>
        <a:ln>
          <a:noFill/>
        </a:ln>
      </dgm:spPr>
      <dgm:t>
        <a:bodyPr/>
        <a:lstStyle/>
        <a:p>
          <a:r>
            <a:rPr lang="en-US" altLang="zh-CN" sz="1050" dirty="0" smtClean="0">
              <a:solidFill>
                <a:schemeClr val="bg1"/>
              </a:solidFill>
            </a:rPr>
            <a:t>201320510852.6</a:t>
          </a:r>
          <a:endParaRPr lang="zh-CN" altLang="en-US" sz="1050" dirty="0">
            <a:solidFill>
              <a:schemeClr val="bg1"/>
            </a:solidFill>
          </a:endParaRPr>
        </a:p>
      </dgm:t>
    </dgm:pt>
    <dgm:pt modelId="{40BD9FBC-FD5D-443B-8959-033C652FB48C}" cxnId="{D13FC3C8-F70C-476E-BD56-A75CE1779505}" type="parTrans">
      <dgm:prSet/>
      <dgm:spPr>
        <a:solidFill>
          <a:schemeClr val="accent6">
            <a:lumMod val="20000"/>
            <a:lumOff val="80000"/>
          </a:schemeClr>
        </a:solidFill>
        <a:ln>
          <a:solidFill>
            <a:srgbClr val="000000"/>
          </a:solidFill>
        </a:ln>
      </dgm:spPr>
      <dgm:t>
        <a:bodyPr/>
        <a:lstStyle/>
        <a:p>
          <a:endParaRPr lang="zh-CN" altLang="en-US" sz="1050">
            <a:solidFill>
              <a:schemeClr val="bg1"/>
            </a:solidFill>
          </a:endParaRPr>
        </a:p>
      </dgm:t>
    </dgm:pt>
    <dgm:pt modelId="{3B9E055E-2147-4887-BBE4-F26A91EDF46D}" cxnId="{D13FC3C8-F70C-476E-BD56-A75CE1779505}" type="sibTrans">
      <dgm:prSet/>
      <dgm:spPr/>
      <dgm:t>
        <a:bodyPr/>
        <a:lstStyle/>
        <a:p>
          <a:endParaRPr lang="zh-CN" altLang="en-US">
            <a:solidFill>
              <a:schemeClr val="bg1"/>
            </a:solidFill>
          </a:endParaRPr>
        </a:p>
      </dgm:t>
    </dgm:pt>
    <dgm:pt modelId="{8AAAA786-60AA-4986-B4F8-24AAA5F5BCB0}" type="pres">
      <dgm:prSet presAssocID="{D79134FF-FFB1-438E-B9C7-D9A7A05ECE85}" presName="hierChild1" presStyleCnt="0">
        <dgm:presLayoutVars>
          <dgm:orgChart val="1"/>
          <dgm:chPref val="1"/>
          <dgm:dir/>
          <dgm:animOne val="branch"/>
          <dgm:animLvl val="lvl"/>
          <dgm:resizeHandles/>
        </dgm:presLayoutVars>
      </dgm:prSet>
      <dgm:spPr/>
      <dgm:t>
        <a:bodyPr/>
        <a:lstStyle/>
        <a:p>
          <a:endParaRPr lang="zh-CN" altLang="en-US"/>
        </a:p>
      </dgm:t>
    </dgm:pt>
    <dgm:pt modelId="{9982C1C6-E2F8-4106-A9C1-F0D5D5E1E9AD}" type="pres">
      <dgm:prSet presAssocID="{381AB5BD-AA3D-4540-B4CC-DD9C51F67021}" presName="hierRoot1" presStyleCnt="0">
        <dgm:presLayoutVars>
          <dgm:hierBranch val="init"/>
        </dgm:presLayoutVars>
      </dgm:prSet>
      <dgm:spPr/>
    </dgm:pt>
    <dgm:pt modelId="{AECAF7D0-5323-45AC-8916-8021709FB885}" type="pres">
      <dgm:prSet presAssocID="{381AB5BD-AA3D-4540-B4CC-DD9C51F67021}" presName="rootComposite1" presStyleCnt="0"/>
      <dgm:spPr/>
    </dgm:pt>
    <dgm:pt modelId="{C633CF29-61B2-4968-9797-1146F424D404}" type="pres">
      <dgm:prSet presAssocID="{381AB5BD-AA3D-4540-B4CC-DD9C51F67021}" presName="rootText1" presStyleLbl="node0" presStyleIdx="0" presStyleCnt="1" custLinFactNeighborX="1109" custLinFactNeighborY="-11647">
        <dgm:presLayoutVars>
          <dgm:chPref val="3"/>
        </dgm:presLayoutVars>
      </dgm:prSet>
      <dgm:spPr/>
      <dgm:t>
        <a:bodyPr/>
        <a:lstStyle/>
        <a:p>
          <a:endParaRPr lang="zh-CN" altLang="en-US"/>
        </a:p>
      </dgm:t>
    </dgm:pt>
    <dgm:pt modelId="{CC5F7031-1FF8-49C3-9661-90E5C59595E0}" type="pres">
      <dgm:prSet presAssocID="{381AB5BD-AA3D-4540-B4CC-DD9C51F67021}" presName="rootConnector1" presStyleLbl="node1" presStyleIdx="0" presStyleCnt="0"/>
      <dgm:spPr/>
      <dgm:t>
        <a:bodyPr/>
        <a:lstStyle/>
        <a:p>
          <a:endParaRPr lang="zh-CN" altLang="en-US"/>
        </a:p>
      </dgm:t>
    </dgm:pt>
    <dgm:pt modelId="{2EC8245B-174B-4065-B4D1-AA3B878979B7}" type="pres">
      <dgm:prSet presAssocID="{381AB5BD-AA3D-4540-B4CC-DD9C51F67021}" presName="hierChild2" presStyleCnt="0"/>
      <dgm:spPr/>
    </dgm:pt>
    <dgm:pt modelId="{7D64935E-2050-4895-A199-D017B2D438E7}" type="pres">
      <dgm:prSet presAssocID="{D18CB640-9F64-4C33-BD68-8AD68A673608}" presName="Name37" presStyleLbl="parChTrans1D2" presStyleIdx="0" presStyleCnt="3"/>
      <dgm:spPr/>
      <dgm:t>
        <a:bodyPr/>
        <a:lstStyle/>
        <a:p>
          <a:endParaRPr lang="zh-CN" altLang="en-US"/>
        </a:p>
      </dgm:t>
    </dgm:pt>
    <dgm:pt modelId="{22DC8CF6-17AE-4857-907D-E60D371F002F}" type="pres">
      <dgm:prSet presAssocID="{601A8B76-67DA-4DAA-9FFD-15626CA79A0A}" presName="hierRoot2" presStyleCnt="0">
        <dgm:presLayoutVars>
          <dgm:hierBranch val="init"/>
        </dgm:presLayoutVars>
      </dgm:prSet>
      <dgm:spPr/>
    </dgm:pt>
    <dgm:pt modelId="{9638E683-2C30-4D44-8292-A8B138DCE9ED}" type="pres">
      <dgm:prSet presAssocID="{601A8B76-67DA-4DAA-9FFD-15626CA79A0A}" presName="rootComposite" presStyleCnt="0"/>
      <dgm:spPr/>
    </dgm:pt>
    <dgm:pt modelId="{D66366F3-A4E7-4208-B4B4-7A06330B707B}" type="pres">
      <dgm:prSet presAssocID="{601A8B76-67DA-4DAA-9FFD-15626CA79A0A}" presName="rootText" presStyleLbl="node2" presStyleIdx="0" presStyleCnt="3">
        <dgm:presLayoutVars>
          <dgm:chPref val="3"/>
        </dgm:presLayoutVars>
      </dgm:prSet>
      <dgm:spPr/>
      <dgm:t>
        <a:bodyPr/>
        <a:lstStyle/>
        <a:p>
          <a:endParaRPr lang="zh-CN" altLang="en-US"/>
        </a:p>
      </dgm:t>
    </dgm:pt>
    <dgm:pt modelId="{F600D68D-305F-42E5-B1B2-58D9DB21B3B5}" type="pres">
      <dgm:prSet presAssocID="{601A8B76-67DA-4DAA-9FFD-15626CA79A0A}" presName="rootConnector" presStyleLbl="node2" presStyleIdx="0" presStyleCnt="3"/>
      <dgm:spPr/>
      <dgm:t>
        <a:bodyPr/>
        <a:lstStyle/>
        <a:p>
          <a:endParaRPr lang="zh-CN" altLang="en-US"/>
        </a:p>
      </dgm:t>
    </dgm:pt>
    <dgm:pt modelId="{8D61971F-4F25-4322-8BED-EA1C69F47182}" type="pres">
      <dgm:prSet presAssocID="{601A8B76-67DA-4DAA-9FFD-15626CA79A0A}" presName="hierChild4" presStyleCnt="0"/>
      <dgm:spPr/>
    </dgm:pt>
    <dgm:pt modelId="{B0EB2923-47B9-462C-A1CC-D0D5D0CC388D}" type="pres">
      <dgm:prSet presAssocID="{BE75A3DD-BFDC-44C8-8F9E-F5337D7CF7A9}" presName="Name37" presStyleLbl="parChTrans1D3" presStyleIdx="0" presStyleCnt="7"/>
      <dgm:spPr/>
      <dgm:t>
        <a:bodyPr/>
        <a:lstStyle/>
        <a:p>
          <a:endParaRPr lang="zh-CN" altLang="en-US"/>
        </a:p>
      </dgm:t>
    </dgm:pt>
    <dgm:pt modelId="{7A21460A-62BF-449E-97F4-76D3020F9AAA}" type="pres">
      <dgm:prSet presAssocID="{686DBF59-87E7-4BD3-B4AC-8ED43C7107EE}" presName="hierRoot2" presStyleCnt="0">
        <dgm:presLayoutVars>
          <dgm:hierBranch val="init"/>
        </dgm:presLayoutVars>
      </dgm:prSet>
      <dgm:spPr/>
    </dgm:pt>
    <dgm:pt modelId="{7B193B97-B407-4BCD-ABBA-827793B4F521}" type="pres">
      <dgm:prSet presAssocID="{686DBF59-87E7-4BD3-B4AC-8ED43C7107EE}" presName="rootComposite" presStyleCnt="0"/>
      <dgm:spPr/>
    </dgm:pt>
    <dgm:pt modelId="{2E1F1977-5ED9-4C24-988A-932270DC12F8}" type="pres">
      <dgm:prSet presAssocID="{686DBF59-87E7-4BD3-B4AC-8ED43C7107EE}" presName="rootText" presStyleLbl="node3" presStyleIdx="0" presStyleCnt="7" custLinFactNeighborX="-1816" custLinFactNeighborY="6822">
        <dgm:presLayoutVars>
          <dgm:chPref val="3"/>
        </dgm:presLayoutVars>
      </dgm:prSet>
      <dgm:spPr/>
      <dgm:t>
        <a:bodyPr/>
        <a:lstStyle/>
        <a:p>
          <a:endParaRPr lang="zh-CN" altLang="en-US"/>
        </a:p>
      </dgm:t>
    </dgm:pt>
    <dgm:pt modelId="{EE516B95-9DC7-4D67-826A-BD0B144ADE95}" type="pres">
      <dgm:prSet presAssocID="{686DBF59-87E7-4BD3-B4AC-8ED43C7107EE}" presName="rootConnector" presStyleLbl="node3" presStyleIdx="0" presStyleCnt="7"/>
      <dgm:spPr/>
      <dgm:t>
        <a:bodyPr/>
        <a:lstStyle/>
        <a:p>
          <a:endParaRPr lang="zh-CN" altLang="en-US"/>
        </a:p>
      </dgm:t>
    </dgm:pt>
    <dgm:pt modelId="{61754439-9424-46AF-930D-66BAF10361A5}" type="pres">
      <dgm:prSet presAssocID="{686DBF59-87E7-4BD3-B4AC-8ED43C7107EE}" presName="hierChild4" presStyleCnt="0"/>
      <dgm:spPr/>
    </dgm:pt>
    <dgm:pt modelId="{0E6CE32A-6553-4B74-A1A8-951D90E41F81}" type="pres">
      <dgm:prSet presAssocID="{686DBF59-87E7-4BD3-B4AC-8ED43C7107EE}" presName="hierChild5" presStyleCnt="0"/>
      <dgm:spPr/>
    </dgm:pt>
    <dgm:pt modelId="{D786EC27-3124-4CDC-AACA-CF199FAADCAB}" type="pres">
      <dgm:prSet presAssocID="{712E7145-5232-4D23-BAE0-2C8634A6FD8D}" presName="Name37" presStyleLbl="parChTrans1D3" presStyleIdx="1" presStyleCnt="7"/>
      <dgm:spPr/>
      <dgm:t>
        <a:bodyPr/>
        <a:lstStyle/>
        <a:p>
          <a:endParaRPr lang="zh-CN" altLang="en-US"/>
        </a:p>
      </dgm:t>
    </dgm:pt>
    <dgm:pt modelId="{46B609C1-6D75-484E-95B5-280257D38DCA}" type="pres">
      <dgm:prSet presAssocID="{EDCACD79-C745-4D9B-9125-ABD40144091A}" presName="hierRoot2" presStyleCnt="0">
        <dgm:presLayoutVars>
          <dgm:hierBranch val="init"/>
        </dgm:presLayoutVars>
      </dgm:prSet>
      <dgm:spPr/>
    </dgm:pt>
    <dgm:pt modelId="{A419297E-33AA-4545-AD7F-AAB74FCEB0F0}" type="pres">
      <dgm:prSet presAssocID="{EDCACD79-C745-4D9B-9125-ABD40144091A}" presName="rootComposite" presStyleCnt="0"/>
      <dgm:spPr/>
    </dgm:pt>
    <dgm:pt modelId="{640C0344-0CDE-4778-A695-5B28C9739F37}" type="pres">
      <dgm:prSet presAssocID="{EDCACD79-C745-4D9B-9125-ABD40144091A}" presName="rootText" presStyleLbl="node3" presStyleIdx="1" presStyleCnt="7">
        <dgm:presLayoutVars>
          <dgm:chPref val="3"/>
        </dgm:presLayoutVars>
      </dgm:prSet>
      <dgm:spPr/>
      <dgm:t>
        <a:bodyPr/>
        <a:lstStyle/>
        <a:p>
          <a:endParaRPr lang="zh-CN" altLang="en-US"/>
        </a:p>
      </dgm:t>
    </dgm:pt>
    <dgm:pt modelId="{35973F65-C6AE-442A-BC98-7730C8783429}" type="pres">
      <dgm:prSet presAssocID="{EDCACD79-C745-4D9B-9125-ABD40144091A}" presName="rootConnector" presStyleLbl="node3" presStyleIdx="1" presStyleCnt="7"/>
      <dgm:spPr/>
      <dgm:t>
        <a:bodyPr/>
        <a:lstStyle/>
        <a:p>
          <a:endParaRPr lang="zh-CN" altLang="en-US"/>
        </a:p>
      </dgm:t>
    </dgm:pt>
    <dgm:pt modelId="{8E56F0BC-6869-406F-8FC0-6CA5BC5B783A}" type="pres">
      <dgm:prSet presAssocID="{EDCACD79-C745-4D9B-9125-ABD40144091A}" presName="hierChild4" presStyleCnt="0"/>
      <dgm:spPr/>
    </dgm:pt>
    <dgm:pt modelId="{FA6AFF9D-3FF9-4DB0-A115-1A562AC7F36D}" type="pres">
      <dgm:prSet presAssocID="{EDCACD79-C745-4D9B-9125-ABD40144091A}" presName="hierChild5" presStyleCnt="0"/>
      <dgm:spPr/>
    </dgm:pt>
    <dgm:pt modelId="{D4E7CC9E-C94E-4356-AC35-F643F1ECE7E1}" type="pres">
      <dgm:prSet presAssocID="{126E1708-A17A-4D6F-983C-F3527B098FB1}" presName="Name37" presStyleLbl="parChTrans1D3" presStyleIdx="2" presStyleCnt="7"/>
      <dgm:spPr/>
      <dgm:t>
        <a:bodyPr/>
        <a:lstStyle/>
        <a:p>
          <a:endParaRPr lang="zh-CN" altLang="en-US"/>
        </a:p>
      </dgm:t>
    </dgm:pt>
    <dgm:pt modelId="{CDB9FCA7-8199-474D-B696-8D960A102468}" type="pres">
      <dgm:prSet presAssocID="{E6DAE138-D509-4FA4-BC78-6D4D3D43393B}" presName="hierRoot2" presStyleCnt="0">
        <dgm:presLayoutVars>
          <dgm:hierBranch val="init"/>
        </dgm:presLayoutVars>
      </dgm:prSet>
      <dgm:spPr/>
    </dgm:pt>
    <dgm:pt modelId="{8942943B-EF9A-40D3-AFE6-F99AD6450096}" type="pres">
      <dgm:prSet presAssocID="{E6DAE138-D509-4FA4-BC78-6D4D3D43393B}" presName="rootComposite" presStyleCnt="0"/>
      <dgm:spPr/>
    </dgm:pt>
    <dgm:pt modelId="{96B9F9E8-0BAD-45E7-A733-DF219D9C14E3}" type="pres">
      <dgm:prSet presAssocID="{E6DAE138-D509-4FA4-BC78-6D4D3D43393B}" presName="rootText" presStyleLbl="node3" presStyleIdx="2" presStyleCnt="7">
        <dgm:presLayoutVars>
          <dgm:chPref val="3"/>
        </dgm:presLayoutVars>
      </dgm:prSet>
      <dgm:spPr/>
      <dgm:t>
        <a:bodyPr/>
        <a:lstStyle/>
        <a:p>
          <a:endParaRPr lang="zh-CN" altLang="en-US"/>
        </a:p>
      </dgm:t>
    </dgm:pt>
    <dgm:pt modelId="{F32DDE13-FD14-4001-BDB0-2D85EA7ACDD7}" type="pres">
      <dgm:prSet presAssocID="{E6DAE138-D509-4FA4-BC78-6D4D3D43393B}" presName="rootConnector" presStyleLbl="node3" presStyleIdx="2" presStyleCnt="7"/>
      <dgm:spPr/>
      <dgm:t>
        <a:bodyPr/>
        <a:lstStyle/>
        <a:p>
          <a:endParaRPr lang="zh-CN" altLang="en-US"/>
        </a:p>
      </dgm:t>
    </dgm:pt>
    <dgm:pt modelId="{61194A13-D857-4795-81CE-59954680EC59}" type="pres">
      <dgm:prSet presAssocID="{E6DAE138-D509-4FA4-BC78-6D4D3D43393B}" presName="hierChild4" presStyleCnt="0"/>
      <dgm:spPr/>
    </dgm:pt>
    <dgm:pt modelId="{847D0879-BFE7-4A44-BA22-E0348418AA1D}" type="pres">
      <dgm:prSet presAssocID="{E6DAE138-D509-4FA4-BC78-6D4D3D43393B}" presName="hierChild5" presStyleCnt="0"/>
      <dgm:spPr/>
    </dgm:pt>
    <dgm:pt modelId="{AEC414CA-6613-47DC-A07E-B6E938506A83}" type="pres">
      <dgm:prSet presAssocID="{5B065658-9A79-4508-9BEC-B6B96FACE546}" presName="Name37" presStyleLbl="parChTrans1D3" presStyleIdx="3" presStyleCnt="7"/>
      <dgm:spPr/>
      <dgm:t>
        <a:bodyPr/>
        <a:lstStyle/>
        <a:p>
          <a:endParaRPr lang="zh-CN" altLang="en-US"/>
        </a:p>
      </dgm:t>
    </dgm:pt>
    <dgm:pt modelId="{F1A2196E-CFC5-4048-9C4A-E3189F5BDA34}" type="pres">
      <dgm:prSet presAssocID="{A6A646EF-D435-4006-AD90-1D0F1CF03EFD}" presName="hierRoot2" presStyleCnt="0">
        <dgm:presLayoutVars>
          <dgm:hierBranch val="init"/>
        </dgm:presLayoutVars>
      </dgm:prSet>
      <dgm:spPr/>
    </dgm:pt>
    <dgm:pt modelId="{2EC0157C-1F89-4EB4-AAC7-776912044E22}" type="pres">
      <dgm:prSet presAssocID="{A6A646EF-D435-4006-AD90-1D0F1CF03EFD}" presName="rootComposite" presStyleCnt="0"/>
      <dgm:spPr/>
    </dgm:pt>
    <dgm:pt modelId="{43F74301-3824-46B3-AA26-22C63422EAF6}" type="pres">
      <dgm:prSet presAssocID="{A6A646EF-D435-4006-AD90-1D0F1CF03EFD}" presName="rootText" presStyleLbl="node3" presStyleIdx="3" presStyleCnt="7">
        <dgm:presLayoutVars>
          <dgm:chPref val="3"/>
        </dgm:presLayoutVars>
      </dgm:prSet>
      <dgm:spPr/>
      <dgm:t>
        <a:bodyPr/>
        <a:lstStyle/>
        <a:p>
          <a:endParaRPr lang="zh-CN" altLang="en-US"/>
        </a:p>
      </dgm:t>
    </dgm:pt>
    <dgm:pt modelId="{FD428FB8-729F-4260-A5E9-E3954D0EA06D}" type="pres">
      <dgm:prSet presAssocID="{A6A646EF-D435-4006-AD90-1D0F1CF03EFD}" presName="rootConnector" presStyleLbl="node3" presStyleIdx="3" presStyleCnt="7"/>
      <dgm:spPr/>
      <dgm:t>
        <a:bodyPr/>
        <a:lstStyle/>
        <a:p>
          <a:endParaRPr lang="zh-CN" altLang="en-US"/>
        </a:p>
      </dgm:t>
    </dgm:pt>
    <dgm:pt modelId="{AB4D2097-0702-46AE-B053-487113F7BE4E}" type="pres">
      <dgm:prSet presAssocID="{A6A646EF-D435-4006-AD90-1D0F1CF03EFD}" presName="hierChild4" presStyleCnt="0"/>
      <dgm:spPr/>
    </dgm:pt>
    <dgm:pt modelId="{CEE58EA7-E9B4-496A-A481-1935009A8070}" type="pres">
      <dgm:prSet presAssocID="{A6A646EF-D435-4006-AD90-1D0F1CF03EFD}" presName="hierChild5" presStyleCnt="0"/>
      <dgm:spPr/>
    </dgm:pt>
    <dgm:pt modelId="{66352875-FFD1-4D9E-8E5C-7D67FB2FA872}" type="pres">
      <dgm:prSet presAssocID="{601A8B76-67DA-4DAA-9FFD-15626CA79A0A}" presName="hierChild5" presStyleCnt="0"/>
      <dgm:spPr/>
    </dgm:pt>
    <dgm:pt modelId="{5234475F-6FEC-4AF5-81A6-C00B79D0F260}" type="pres">
      <dgm:prSet presAssocID="{4DCC9360-75B0-4557-B753-96B72DFB1E36}" presName="Name37" presStyleLbl="parChTrans1D2" presStyleIdx="1" presStyleCnt="3"/>
      <dgm:spPr/>
      <dgm:t>
        <a:bodyPr/>
        <a:lstStyle/>
        <a:p>
          <a:endParaRPr lang="zh-CN" altLang="en-US"/>
        </a:p>
      </dgm:t>
    </dgm:pt>
    <dgm:pt modelId="{38754100-EF66-41C4-AF90-180614FDEEB6}" type="pres">
      <dgm:prSet presAssocID="{2C054C9C-68B9-4864-935E-0947D5C776A9}" presName="hierRoot2" presStyleCnt="0">
        <dgm:presLayoutVars>
          <dgm:hierBranch val="init"/>
        </dgm:presLayoutVars>
      </dgm:prSet>
      <dgm:spPr/>
    </dgm:pt>
    <dgm:pt modelId="{DA1230FE-DDA9-4BB3-9BBE-C97B9FEF24B9}" type="pres">
      <dgm:prSet presAssocID="{2C054C9C-68B9-4864-935E-0947D5C776A9}" presName="rootComposite" presStyleCnt="0"/>
      <dgm:spPr/>
    </dgm:pt>
    <dgm:pt modelId="{AF103AEA-78EC-497E-96D0-583C06757210}" type="pres">
      <dgm:prSet presAssocID="{2C054C9C-68B9-4864-935E-0947D5C776A9}" presName="rootText" presStyleLbl="node2" presStyleIdx="1" presStyleCnt="3">
        <dgm:presLayoutVars>
          <dgm:chPref val="3"/>
        </dgm:presLayoutVars>
      </dgm:prSet>
      <dgm:spPr/>
      <dgm:t>
        <a:bodyPr/>
        <a:lstStyle/>
        <a:p>
          <a:endParaRPr lang="zh-CN" altLang="en-US"/>
        </a:p>
      </dgm:t>
    </dgm:pt>
    <dgm:pt modelId="{95A91C0D-8536-454E-8ADD-60983A74A43C}" type="pres">
      <dgm:prSet presAssocID="{2C054C9C-68B9-4864-935E-0947D5C776A9}" presName="rootConnector" presStyleLbl="node2" presStyleIdx="1" presStyleCnt="3"/>
      <dgm:spPr/>
      <dgm:t>
        <a:bodyPr/>
        <a:lstStyle/>
        <a:p>
          <a:endParaRPr lang="zh-CN" altLang="en-US"/>
        </a:p>
      </dgm:t>
    </dgm:pt>
    <dgm:pt modelId="{27CB0377-EE46-432D-B995-BF4728A41020}" type="pres">
      <dgm:prSet presAssocID="{2C054C9C-68B9-4864-935E-0947D5C776A9}" presName="hierChild4" presStyleCnt="0"/>
      <dgm:spPr/>
    </dgm:pt>
    <dgm:pt modelId="{39E6708F-E52F-4C0C-9E6A-B1D2F916E3CA}" type="pres">
      <dgm:prSet presAssocID="{A1E19C2B-C675-41BB-BB26-6846594DCF95}" presName="Name37" presStyleLbl="parChTrans1D3" presStyleIdx="4" presStyleCnt="7"/>
      <dgm:spPr/>
      <dgm:t>
        <a:bodyPr/>
        <a:lstStyle/>
        <a:p>
          <a:endParaRPr lang="zh-CN" altLang="en-US"/>
        </a:p>
      </dgm:t>
    </dgm:pt>
    <dgm:pt modelId="{6D3C77C7-2AC3-4ED6-B9CE-B93A8F91AC43}" type="pres">
      <dgm:prSet presAssocID="{1F6710C6-03E9-4144-8812-B2DD7F3F6487}" presName="hierRoot2" presStyleCnt="0">
        <dgm:presLayoutVars>
          <dgm:hierBranch val="init"/>
        </dgm:presLayoutVars>
      </dgm:prSet>
      <dgm:spPr/>
    </dgm:pt>
    <dgm:pt modelId="{5EE24F1D-E711-4174-B7B6-D1F3D7C05A1D}" type="pres">
      <dgm:prSet presAssocID="{1F6710C6-03E9-4144-8812-B2DD7F3F6487}" presName="rootComposite" presStyleCnt="0"/>
      <dgm:spPr/>
    </dgm:pt>
    <dgm:pt modelId="{3EEC063D-9B84-46B8-B51B-9547000EBC02}" type="pres">
      <dgm:prSet presAssocID="{1F6710C6-03E9-4144-8812-B2DD7F3F6487}" presName="rootText" presStyleLbl="node3" presStyleIdx="4" presStyleCnt="7">
        <dgm:presLayoutVars>
          <dgm:chPref val="3"/>
        </dgm:presLayoutVars>
      </dgm:prSet>
      <dgm:spPr/>
      <dgm:t>
        <a:bodyPr/>
        <a:lstStyle/>
        <a:p>
          <a:endParaRPr lang="zh-CN" altLang="en-US"/>
        </a:p>
      </dgm:t>
    </dgm:pt>
    <dgm:pt modelId="{4C79040D-CC51-46B0-A166-55B13AC54D4C}" type="pres">
      <dgm:prSet presAssocID="{1F6710C6-03E9-4144-8812-B2DD7F3F6487}" presName="rootConnector" presStyleLbl="node3" presStyleIdx="4" presStyleCnt="7"/>
      <dgm:spPr/>
      <dgm:t>
        <a:bodyPr/>
        <a:lstStyle/>
        <a:p>
          <a:endParaRPr lang="zh-CN" altLang="en-US"/>
        </a:p>
      </dgm:t>
    </dgm:pt>
    <dgm:pt modelId="{16B85379-9DD0-4B49-9C3A-4EF7688EBBF5}" type="pres">
      <dgm:prSet presAssocID="{1F6710C6-03E9-4144-8812-B2DD7F3F6487}" presName="hierChild4" presStyleCnt="0"/>
      <dgm:spPr/>
    </dgm:pt>
    <dgm:pt modelId="{74A9ECC4-0285-4BD9-AA9C-108CB5A3A2C3}" type="pres">
      <dgm:prSet presAssocID="{1F6710C6-03E9-4144-8812-B2DD7F3F6487}" presName="hierChild5" presStyleCnt="0"/>
      <dgm:spPr/>
    </dgm:pt>
    <dgm:pt modelId="{11779C87-097B-4C5F-AAE8-C40DA8AB474F}" type="pres">
      <dgm:prSet presAssocID="{EBE29987-60D3-4463-B6AE-78AB551FF00C}" presName="Name37" presStyleLbl="parChTrans1D3" presStyleIdx="5" presStyleCnt="7"/>
      <dgm:spPr/>
      <dgm:t>
        <a:bodyPr/>
        <a:lstStyle/>
        <a:p>
          <a:endParaRPr lang="zh-CN" altLang="en-US"/>
        </a:p>
      </dgm:t>
    </dgm:pt>
    <dgm:pt modelId="{4497D8A4-1618-4999-9687-19EFB68FE1A8}" type="pres">
      <dgm:prSet presAssocID="{BE0241F3-91A8-4932-9B89-328E5BA81869}" presName="hierRoot2" presStyleCnt="0">
        <dgm:presLayoutVars>
          <dgm:hierBranch val="init"/>
        </dgm:presLayoutVars>
      </dgm:prSet>
      <dgm:spPr/>
    </dgm:pt>
    <dgm:pt modelId="{593077D1-C0EC-45FA-AC8B-04E4987CB7B8}" type="pres">
      <dgm:prSet presAssocID="{BE0241F3-91A8-4932-9B89-328E5BA81869}" presName="rootComposite" presStyleCnt="0"/>
      <dgm:spPr/>
    </dgm:pt>
    <dgm:pt modelId="{DC53B400-E673-4E9D-9FB8-D956A868D227}" type="pres">
      <dgm:prSet presAssocID="{BE0241F3-91A8-4932-9B89-328E5BA81869}" presName="rootText" presStyleLbl="node3" presStyleIdx="5" presStyleCnt="7">
        <dgm:presLayoutVars>
          <dgm:chPref val="3"/>
        </dgm:presLayoutVars>
      </dgm:prSet>
      <dgm:spPr/>
      <dgm:t>
        <a:bodyPr/>
        <a:lstStyle/>
        <a:p>
          <a:endParaRPr lang="zh-CN" altLang="en-US"/>
        </a:p>
      </dgm:t>
    </dgm:pt>
    <dgm:pt modelId="{0CB770B4-B032-4722-B662-667580228EF2}" type="pres">
      <dgm:prSet presAssocID="{BE0241F3-91A8-4932-9B89-328E5BA81869}" presName="rootConnector" presStyleLbl="node3" presStyleIdx="5" presStyleCnt="7"/>
      <dgm:spPr/>
      <dgm:t>
        <a:bodyPr/>
        <a:lstStyle/>
        <a:p>
          <a:endParaRPr lang="zh-CN" altLang="en-US"/>
        </a:p>
      </dgm:t>
    </dgm:pt>
    <dgm:pt modelId="{D9869017-B0DD-4DC0-A6C8-459211639E7F}" type="pres">
      <dgm:prSet presAssocID="{BE0241F3-91A8-4932-9B89-328E5BA81869}" presName="hierChild4" presStyleCnt="0"/>
      <dgm:spPr/>
    </dgm:pt>
    <dgm:pt modelId="{95B0238D-0D07-46D5-9ACD-B8EBCFE7BF38}" type="pres">
      <dgm:prSet presAssocID="{BE0241F3-91A8-4932-9B89-328E5BA81869}" presName="hierChild5" presStyleCnt="0"/>
      <dgm:spPr/>
    </dgm:pt>
    <dgm:pt modelId="{B30094BA-0AC9-48B8-8937-737EDACE56B3}" type="pres">
      <dgm:prSet presAssocID="{2C054C9C-68B9-4864-935E-0947D5C776A9}" presName="hierChild5" presStyleCnt="0"/>
      <dgm:spPr/>
    </dgm:pt>
    <dgm:pt modelId="{75C8F752-914B-4FB8-8F05-85574B341DBA}" type="pres">
      <dgm:prSet presAssocID="{BCAB30F8-C3FE-44D6-A696-FEE4F970A508}" presName="Name37" presStyleLbl="parChTrans1D2" presStyleIdx="2" presStyleCnt="3"/>
      <dgm:spPr/>
      <dgm:t>
        <a:bodyPr/>
        <a:lstStyle/>
        <a:p>
          <a:endParaRPr lang="zh-CN" altLang="en-US"/>
        </a:p>
      </dgm:t>
    </dgm:pt>
    <dgm:pt modelId="{B0A19147-83D8-4044-8A00-88DC5B5E13F1}" type="pres">
      <dgm:prSet presAssocID="{88C8B95A-2BEF-4882-BB0F-7B09C843ABCA}" presName="hierRoot2" presStyleCnt="0">
        <dgm:presLayoutVars>
          <dgm:hierBranch val="init"/>
        </dgm:presLayoutVars>
      </dgm:prSet>
      <dgm:spPr/>
    </dgm:pt>
    <dgm:pt modelId="{9B2B12EB-CE71-4A6D-830B-431074251469}" type="pres">
      <dgm:prSet presAssocID="{88C8B95A-2BEF-4882-BB0F-7B09C843ABCA}" presName="rootComposite" presStyleCnt="0"/>
      <dgm:spPr/>
    </dgm:pt>
    <dgm:pt modelId="{A41D4406-08FB-4E19-8F83-5593447D514B}" type="pres">
      <dgm:prSet presAssocID="{88C8B95A-2BEF-4882-BB0F-7B09C843ABCA}" presName="rootText" presStyleLbl="node2" presStyleIdx="2" presStyleCnt="3">
        <dgm:presLayoutVars>
          <dgm:chPref val="3"/>
        </dgm:presLayoutVars>
      </dgm:prSet>
      <dgm:spPr/>
      <dgm:t>
        <a:bodyPr/>
        <a:lstStyle/>
        <a:p>
          <a:endParaRPr lang="zh-CN" altLang="en-US"/>
        </a:p>
      </dgm:t>
    </dgm:pt>
    <dgm:pt modelId="{3359BC2A-1888-4448-A61C-F77123AA7D1E}" type="pres">
      <dgm:prSet presAssocID="{88C8B95A-2BEF-4882-BB0F-7B09C843ABCA}" presName="rootConnector" presStyleLbl="node2" presStyleIdx="2" presStyleCnt="3"/>
      <dgm:spPr/>
      <dgm:t>
        <a:bodyPr/>
        <a:lstStyle/>
        <a:p>
          <a:endParaRPr lang="zh-CN" altLang="en-US"/>
        </a:p>
      </dgm:t>
    </dgm:pt>
    <dgm:pt modelId="{A93A86A9-22CC-4E55-BCAA-A12D5F2A52FB}" type="pres">
      <dgm:prSet presAssocID="{88C8B95A-2BEF-4882-BB0F-7B09C843ABCA}" presName="hierChild4" presStyleCnt="0"/>
      <dgm:spPr/>
    </dgm:pt>
    <dgm:pt modelId="{BF36AB32-3CC1-4ED5-979F-D9A4F6B237BD}" type="pres">
      <dgm:prSet presAssocID="{40BD9FBC-FD5D-443B-8959-033C652FB48C}" presName="Name37" presStyleLbl="parChTrans1D3" presStyleIdx="6" presStyleCnt="7"/>
      <dgm:spPr/>
      <dgm:t>
        <a:bodyPr/>
        <a:lstStyle/>
        <a:p>
          <a:endParaRPr lang="zh-CN" altLang="en-US"/>
        </a:p>
      </dgm:t>
    </dgm:pt>
    <dgm:pt modelId="{10548145-C00D-45A1-AAF2-17A01B73093A}" type="pres">
      <dgm:prSet presAssocID="{F9220CB9-40C9-43D2-B219-F7B9329BA863}" presName="hierRoot2" presStyleCnt="0">
        <dgm:presLayoutVars>
          <dgm:hierBranch val="init"/>
        </dgm:presLayoutVars>
      </dgm:prSet>
      <dgm:spPr/>
    </dgm:pt>
    <dgm:pt modelId="{6349FE76-CAB4-412B-8C3A-62625FE484E9}" type="pres">
      <dgm:prSet presAssocID="{F9220CB9-40C9-43D2-B219-F7B9329BA863}" presName="rootComposite" presStyleCnt="0"/>
      <dgm:spPr/>
    </dgm:pt>
    <dgm:pt modelId="{14ED18C8-1534-4CCD-A32A-E49637794978}" type="pres">
      <dgm:prSet presAssocID="{F9220CB9-40C9-43D2-B219-F7B9329BA863}" presName="rootText" presStyleLbl="node3" presStyleIdx="6" presStyleCnt="7">
        <dgm:presLayoutVars>
          <dgm:chPref val="3"/>
        </dgm:presLayoutVars>
      </dgm:prSet>
      <dgm:spPr/>
      <dgm:t>
        <a:bodyPr/>
        <a:lstStyle/>
        <a:p>
          <a:endParaRPr lang="zh-CN" altLang="en-US"/>
        </a:p>
      </dgm:t>
    </dgm:pt>
    <dgm:pt modelId="{55EE8A21-3DBB-4970-B06B-485E197C5A0A}" type="pres">
      <dgm:prSet presAssocID="{F9220CB9-40C9-43D2-B219-F7B9329BA863}" presName="rootConnector" presStyleLbl="node3" presStyleIdx="6" presStyleCnt="7"/>
      <dgm:spPr/>
      <dgm:t>
        <a:bodyPr/>
        <a:lstStyle/>
        <a:p>
          <a:endParaRPr lang="zh-CN" altLang="en-US"/>
        </a:p>
      </dgm:t>
    </dgm:pt>
    <dgm:pt modelId="{E5689A20-B407-4001-8F3F-1382E2A23A0D}" type="pres">
      <dgm:prSet presAssocID="{F9220CB9-40C9-43D2-B219-F7B9329BA863}" presName="hierChild4" presStyleCnt="0"/>
      <dgm:spPr/>
    </dgm:pt>
    <dgm:pt modelId="{9D08FFFE-6038-42B0-9390-467C9367B43B}" type="pres">
      <dgm:prSet presAssocID="{F9220CB9-40C9-43D2-B219-F7B9329BA863}" presName="hierChild5" presStyleCnt="0"/>
      <dgm:spPr/>
    </dgm:pt>
    <dgm:pt modelId="{1ECACBAB-5172-4CFB-91C4-3C538AC7C8E4}" type="pres">
      <dgm:prSet presAssocID="{88C8B95A-2BEF-4882-BB0F-7B09C843ABCA}" presName="hierChild5" presStyleCnt="0"/>
      <dgm:spPr/>
    </dgm:pt>
    <dgm:pt modelId="{81678788-DEC5-4C5F-9459-A5F7EDF55696}" type="pres">
      <dgm:prSet presAssocID="{381AB5BD-AA3D-4540-B4CC-DD9C51F67021}" presName="hierChild3" presStyleCnt="0"/>
      <dgm:spPr/>
    </dgm:pt>
  </dgm:ptLst>
  <dgm:cxnLst>
    <dgm:cxn modelId="{F556A67C-09B8-4BEC-A1FE-FD6C2D3C0934}" type="presOf" srcId="{381AB5BD-AA3D-4540-B4CC-DD9C51F67021}" destId="{CC5F7031-1FF8-49C3-9661-90E5C59595E0}" srcOrd="1" destOrd="0" presId="urn:microsoft.com/office/officeart/2005/8/layout/orgChart1"/>
    <dgm:cxn modelId="{A58BB7A4-F01D-42DA-9039-ABD4C0AD1F4E}" type="presOf" srcId="{F9220CB9-40C9-43D2-B219-F7B9329BA863}" destId="{55EE8A21-3DBB-4970-B06B-485E197C5A0A}" srcOrd="1" destOrd="0" presId="urn:microsoft.com/office/officeart/2005/8/layout/orgChart1"/>
    <dgm:cxn modelId="{DD8647F6-6D55-4736-BBD9-CCD67D436ABB}" type="presOf" srcId="{BE0241F3-91A8-4932-9B89-328E5BA81869}" destId="{DC53B400-E673-4E9D-9FB8-D956A868D227}" srcOrd="0" destOrd="0" presId="urn:microsoft.com/office/officeart/2005/8/layout/orgChart1"/>
    <dgm:cxn modelId="{1BBC9F19-DEEA-49C5-825C-E61A522B6831}" srcId="{381AB5BD-AA3D-4540-B4CC-DD9C51F67021}" destId="{88C8B95A-2BEF-4882-BB0F-7B09C843ABCA}" srcOrd="2" destOrd="0" parTransId="{BCAB30F8-C3FE-44D6-A696-FEE4F970A508}" sibTransId="{936013DD-74B0-4FB7-8CCF-B77DD000CA4A}"/>
    <dgm:cxn modelId="{C35F4D86-3D75-400F-BC63-5743673B6CA6}" type="presOf" srcId="{EDCACD79-C745-4D9B-9125-ABD40144091A}" destId="{640C0344-0CDE-4778-A695-5B28C9739F37}" srcOrd="0" destOrd="0" presId="urn:microsoft.com/office/officeart/2005/8/layout/orgChart1"/>
    <dgm:cxn modelId="{0C585AEE-0B92-43BF-B682-118C506E166F}" type="presOf" srcId="{BCAB30F8-C3FE-44D6-A696-FEE4F970A508}" destId="{75C8F752-914B-4FB8-8F05-85574B341DBA}" srcOrd="0" destOrd="0" presId="urn:microsoft.com/office/officeart/2005/8/layout/orgChart1"/>
    <dgm:cxn modelId="{119E55D1-5F51-4A49-9541-EAC32118FA6E}" srcId="{2C054C9C-68B9-4864-935E-0947D5C776A9}" destId="{BE0241F3-91A8-4932-9B89-328E5BA81869}" srcOrd="1" destOrd="0" parTransId="{EBE29987-60D3-4463-B6AE-78AB551FF00C}" sibTransId="{E74C6F65-AE90-4696-944A-3D3025E6F2C6}"/>
    <dgm:cxn modelId="{871DDEFD-6108-4F29-93E2-657DB7183C87}" srcId="{2C054C9C-68B9-4864-935E-0947D5C776A9}" destId="{1F6710C6-03E9-4144-8812-B2DD7F3F6487}" srcOrd="0" destOrd="0" parTransId="{A1E19C2B-C675-41BB-BB26-6846594DCF95}" sibTransId="{AE32F399-38FE-4FC1-8879-680DA30547FA}"/>
    <dgm:cxn modelId="{00961265-B74F-4FB5-9D90-061F35DD377E}" type="presOf" srcId="{88C8B95A-2BEF-4882-BB0F-7B09C843ABCA}" destId="{3359BC2A-1888-4448-A61C-F77123AA7D1E}" srcOrd="1" destOrd="0" presId="urn:microsoft.com/office/officeart/2005/8/layout/orgChart1"/>
    <dgm:cxn modelId="{E89718AB-34D8-4DFD-915F-B61355BD801A}" type="presOf" srcId="{2C054C9C-68B9-4864-935E-0947D5C776A9}" destId="{95A91C0D-8536-454E-8ADD-60983A74A43C}" srcOrd="1" destOrd="0" presId="urn:microsoft.com/office/officeart/2005/8/layout/orgChart1"/>
    <dgm:cxn modelId="{E09F8C21-54C7-4327-A383-CEB81B5FD7F5}" type="presOf" srcId="{E6DAE138-D509-4FA4-BC78-6D4D3D43393B}" destId="{96B9F9E8-0BAD-45E7-A733-DF219D9C14E3}" srcOrd="0" destOrd="0" presId="urn:microsoft.com/office/officeart/2005/8/layout/orgChart1"/>
    <dgm:cxn modelId="{E886E536-966B-43B0-9217-15FDBF2366BC}" srcId="{601A8B76-67DA-4DAA-9FFD-15626CA79A0A}" destId="{A6A646EF-D435-4006-AD90-1D0F1CF03EFD}" srcOrd="3" destOrd="0" parTransId="{5B065658-9A79-4508-9BEC-B6B96FACE546}" sibTransId="{0205E6D0-CEA8-41FD-9E5A-270AA7DBCE49}"/>
    <dgm:cxn modelId="{2ED897D4-CABC-40AB-BAC4-0B2448F9E10B}" type="presOf" srcId="{686DBF59-87E7-4BD3-B4AC-8ED43C7107EE}" destId="{EE516B95-9DC7-4D67-826A-BD0B144ADE95}" srcOrd="1" destOrd="0" presId="urn:microsoft.com/office/officeart/2005/8/layout/orgChart1"/>
    <dgm:cxn modelId="{9B3A2AF1-BCD8-439B-8A26-C37D5DEAFD0E}" srcId="{381AB5BD-AA3D-4540-B4CC-DD9C51F67021}" destId="{2C054C9C-68B9-4864-935E-0947D5C776A9}" srcOrd="1" destOrd="0" parTransId="{4DCC9360-75B0-4557-B753-96B72DFB1E36}" sibTransId="{A501D5BC-DFB5-4A52-8307-81C2DE882D91}"/>
    <dgm:cxn modelId="{D13FC3C8-F70C-476E-BD56-A75CE1779505}" srcId="{88C8B95A-2BEF-4882-BB0F-7B09C843ABCA}" destId="{F9220CB9-40C9-43D2-B219-F7B9329BA863}" srcOrd="0" destOrd="0" parTransId="{40BD9FBC-FD5D-443B-8959-033C652FB48C}" sibTransId="{3B9E055E-2147-4887-BBE4-F26A91EDF46D}"/>
    <dgm:cxn modelId="{B5AD42A2-95E2-4C20-9BC2-EC6E0AFC3A9D}" type="presOf" srcId="{F9220CB9-40C9-43D2-B219-F7B9329BA863}" destId="{14ED18C8-1534-4CCD-A32A-E49637794978}" srcOrd="0" destOrd="0" presId="urn:microsoft.com/office/officeart/2005/8/layout/orgChart1"/>
    <dgm:cxn modelId="{96286AC9-3B7E-47BB-9668-3F4071E6A317}" type="presOf" srcId="{126E1708-A17A-4D6F-983C-F3527B098FB1}" destId="{D4E7CC9E-C94E-4356-AC35-F643F1ECE7E1}" srcOrd="0" destOrd="0" presId="urn:microsoft.com/office/officeart/2005/8/layout/orgChart1"/>
    <dgm:cxn modelId="{4603B396-0634-49BB-951F-0C57BC3531E5}" type="presOf" srcId="{1F6710C6-03E9-4144-8812-B2DD7F3F6487}" destId="{3EEC063D-9B84-46B8-B51B-9547000EBC02}" srcOrd="0" destOrd="0" presId="urn:microsoft.com/office/officeart/2005/8/layout/orgChart1"/>
    <dgm:cxn modelId="{294392A1-7C51-4539-A626-BD55E9D87FD8}" type="presOf" srcId="{A1E19C2B-C675-41BB-BB26-6846594DCF95}" destId="{39E6708F-E52F-4C0C-9E6A-B1D2F916E3CA}" srcOrd="0" destOrd="0" presId="urn:microsoft.com/office/officeart/2005/8/layout/orgChart1"/>
    <dgm:cxn modelId="{1C006103-0CE5-4DE8-83F2-DA4CAB4DF90E}" srcId="{601A8B76-67DA-4DAA-9FFD-15626CA79A0A}" destId="{E6DAE138-D509-4FA4-BC78-6D4D3D43393B}" srcOrd="2" destOrd="0" parTransId="{126E1708-A17A-4D6F-983C-F3527B098FB1}" sibTransId="{E42928F3-B223-4F6A-96D6-DBC53B7A5BAA}"/>
    <dgm:cxn modelId="{6E9C11DE-CF84-43C0-826F-B08AB8EE7DA2}" type="presOf" srcId="{686DBF59-87E7-4BD3-B4AC-8ED43C7107EE}" destId="{2E1F1977-5ED9-4C24-988A-932270DC12F8}" srcOrd="0" destOrd="0" presId="urn:microsoft.com/office/officeart/2005/8/layout/orgChart1"/>
    <dgm:cxn modelId="{F125F46C-1488-40B0-9D10-511B7BB99AED}" type="presOf" srcId="{E6DAE138-D509-4FA4-BC78-6D4D3D43393B}" destId="{F32DDE13-FD14-4001-BDB0-2D85EA7ACDD7}" srcOrd="1" destOrd="0" presId="urn:microsoft.com/office/officeart/2005/8/layout/orgChart1"/>
    <dgm:cxn modelId="{CC1BEFB0-6471-4586-9BD8-B3E0FE326720}" type="presOf" srcId="{2C054C9C-68B9-4864-935E-0947D5C776A9}" destId="{AF103AEA-78EC-497E-96D0-583C06757210}" srcOrd="0" destOrd="0" presId="urn:microsoft.com/office/officeart/2005/8/layout/orgChart1"/>
    <dgm:cxn modelId="{AC2E78FE-1AED-416C-84B5-2290070C9B04}" type="presOf" srcId="{1F6710C6-03E9-4144-8812-B2DD7F3F6487}" destId="{4C79040D-CC51-46B0-A166-55B13AC54D4C}" srcOrd="1" destOrd="0" presId="urn:microsoft.com/office/officeart/2005/8/layout/orgChart1"/>
    <dgm:cxn modelId="{D7BE66C0-306D-4DDF-BBA8-BC3D116BA037}" srcId="{D79134FF-FFB1-438E-B9C7-D9A7A05ECE85}" destId="{381AB5BD-AA3D-4540-B4CC-DD9C51F67021}" srcOrd="0" destOrd="0" parTransId="{A24CBA32-D2FD-40D0-A4AF-E4C105379E05}" sibTransId="{40300B11-F5FE-4B5F-ABC2-1394A23A0596}"/>
    <dgm:cxn modelId="{42096F7E-F853-445A-82D4-457DD86A4EB2}" srcId="{601A8B76-67DA-4DAA-9FFD-15626CA79A0A}" destId="{686DBF59-87E7-4BD3-B4AC-8ED43C7107EE}" srcOrd="0" destOrd="0" parTransId="{BE75A3DD-BFDC-44C8-8F9E-F5337D7CF7A9}" sibTransId="{53761485-61D7-4919-9CED-7767D644428B}"/>
    <dgm:cxn modelId="{405D6307-3CF7-40DC-9AA5-AF8CF97337E4}" type="presOf" srcId="{A6A646EF-D435-4006-AD90-1D0F1CF03EFD}" destId="{43F74301-3824-46B3-AA26-22C63422EAF6}" srcOrd="0" destOrd="0" presId="urn:microsoft.com/office/officeart/2005/8/layout/orgChart1"/>
    <dgm:cxn modelId="{4F2A71BF-7CCC-464D-96A4-B28437C2E261}" type="presOf" srcId="{EBE29987-60D3-4463-B6AE-78AB551FF00C}" destId="{11779C87-097B-4C5F-AAE8-C40DA8AB474F}" srcOrd="0" destOrd="0" presId="urn:microsoft.com/office/officeart/2005/8/layout/orgChart1"/>
    <dgm:cxn modelId="{494D4912-745E-4BAC-A3AE-D35D435F8DE4}" type="presOf" srcId="{601A8B76-67DA-4DAA-9FFD-15626CA79A0A}" destId="{F600D68D-305F-42E5-B1B2-58D9DB21B3B5}" srcOrd="1" destOrd="0" presId="urn:microsoft.com/office/officeart/2005/8/layout/orgChart1"/>
    <dgm:cxn modelId="{5770819C-F2B8-4518-9A4D-3EED9CC69D88}" type="presOf" srcId="{5B065658-9A79-4508-9BEC-B6B96FACE546}" destId="{AEC414CA-6613-47DC-A07E-B6E938506A83}" srcOrd="0" destOrd="0" presId="urn:microsoft.com/office/officeart/2005/8/layout/orgChart1"/>
    <dgm:cxn modelId="{D098B822-CCBF-431E-A710-0E1FC2DD0A6D}" type="presOf" srcId="{4DCC9360-75B0-4557-B753-96B72DFB1E36}" destId="{5234475F-6FEC-4AF5-81A6-C00B79D0F260}" srcOrd="0" destOrd="0" presId="urn:microsoft.com/office/officeart/2005/8/layout/orgChart1"/>
    <dgm:cxn modelId="{06EE0325-553D-44B5-9884-CD7BC4BCC543}" srcId="{381AB5BD-AA3D-4540-B4CC-DD9C51F67021}" destId="{601A8B76-67DA-4DAA-9FFD-15626CA79A0A}" srcOrd="0" destOrd="0" parTransId="{D18CB640-9F64-4C33-BD68-8AD68A673608}" sibTransId="{090F0155-7789-4E8A-B36A-A48F6FC9319E}"/>
    <dgm:cxn modelId="{05D74B25-BDE4-4F4C-A459-AB11829E84C8}" type="presOf" srcId="{40BD9FBC-FD5D-443B-8959-033C652FB48C}" destId="{BF36AB32-3CC1-4ED5-979F-D9A4F6B237BD}" srcOrd="0" destOrd="0" presId="urn:microsoft.com/office/officeart/2005/8/layout/orgChart1"/>
    <dgm:cxn modelId="{93A5ACD9-84DE-4021-ABB6-374BE5F45C84}" srcId="{601A8B76-67DA-4DAA-9FFD-15626CA79A0A}" destId="{EDCACD79-C745-4D9B-9125-ABD40144091A}" srcOrd="1" destOrd="0" parTransId="{712E7145-5232-4D23-BAE0-2C8634A6FD8D}" sibTransId="{5C60E98B-A465-4233-946A-01B0C616EE14}"/>
    <dgm:cxn modelId="{E14E4955-C2A5-48DD-A648-C4320DE46310}" type="presOf" srcId="{BE75A3DD-BFDC-44C8-8F9E-F5337D7CF7A9}" destId="{B0EB2923-47B9-462C-A1CC-D0D5D0CC388D}" srcOrd="0" destOrd="0" presId="urn:microsoft.com/office/officeart/2005/8/layout/orgChart1"/>
    <dgm:cxn modelId="{AE85570F-0CFD-4145-9089-CB199BDD979B}" type="presOf" srcId="{D18CB640-9F64-4C33-BD68-8AD68A673608}" destId="{7D64935E-2050-4895-A199-D017B2D438E7}" srcOrd="0" destOrd="0" presId="urn:microsoft.com/office/officeart/2005/8/layout/orgChart1"/>
    <dgm:cxn modelId="{47EDB70E-B786-4942-BFC5-9B95797C21D8}" type="presOf" srcId="{712E7145-5232-4D23-BAE0-2C8634A6FD8D}" destId="{D786EC27-3124-4CDC-AACA-CF199FAADCAB}" srcOrd="0" destOrd="0" presId="urn:microsoft.com/office/officeart/2005/8/layout/orgChart1"/>
    <dgm:cxn modelId="{7D1950E3-789D-4441-A073-569EB19ABA9B}" type="presOf" srcId="{D79134FF-FFB1-438E-B9C7-D9A7A05ECE85}" destId="{8AAAA786-60AA-4986-B4F8-24AAA5F5BCB0}" srcOrd="0" destOrd="0" presId="urn:microsoft.com/office/officeart/2005/8/layout/orgChart1"/>
    <dgm:cxn modelId="{67D477F4-6263-4AD1-B3D9-D0B70791515A}" type="presOf" srcId="{BE0241F3-91A8-4932-9B89-328E5BA81869}" destId="{0CB770B4-B032-4722-B662-667580228EF2}" srcOrd="1" destOrd="0" presId="urn:microsoft.com/office/officeart/2005/8/layout/orgChart1"/>
    <dgm:cxn modelId="{D6769302-B27D-414E-B1E3-F59079B020E3}" type="presOf" srcId="{381AB5BD-AA3D-4540-B4CC-DD9C51F67021}" destId="{C633CF29-61B2-4968-9797-1146F424D404}" srcOrd="0" destOrd="0" presId="urn:microsoft.com/office/officeart/2005/8/layout/orgChart1"/>
    <dgm:cxn modelId="{332CAE6F-4F6A-40FD-8D79-F67CEA002953}" type="presOf" srcId="{601A8B76-67DA-4DAA-9FFD-15626CA79A0A}" destId="{D66366F3-A4E7-4208-B4B4-7A06330B707B}" srcOrd="0" destOrd="0" presId="urn:microsoft.com/office/officeart/2005/8/layout/orgChart1"/>
    <dgm:cxn modelId="{EBA98EBC-5038-427A-AB61-9A25F36366B2}" type="presOf" srcId="{A6A646EF-D435-4006-AD90-1D0F1CF03EFD}" destId="{FD428FB8-729F-4260-A5E9-E3954D0EA06D}" srcOrd="1" destOrd="0" presId="urn:microsoft.com/office/officeart/2005/8/layout/orgChart1"/>
    <dgm:cxn modelId="{9BAA4601-EBFC-4833-A8DE-8A60AB982CB8}" type="presOf" srcId="{88C8B95A-2BEF-4882-BB0F-7B09C843ABCA}" destId="{A41D4406-08FB-4E19-8F83-5593447D514B}" srcOrd="0" destOrd="0" presId="urn:microsoft.com/office/officeart/2005/8/layout/orgChart1"/>
    <dgm:cxn modelId="{4DA02243-9827-4AFF-A93E-ABFA1AA2ABF2}" type="presOf" srcId="{EDCACD79-C745-4D9B-9125-ABD40144091A}" destId="{35973F65-C6AE-442A-BC98-7730C8783429}" srcOrd="1" destOrd="0" presId="urn:microsoft.com/office/officeart/2005/8/layout/orgChart1"/>
    <dgm:cxn modelId="{1636237E-88D8-4BBE-A036-BA27C9ED6150}" type="presParOf" srcId="{8AAAA786-60AA-4986-B4F8-24AAA5F5BCB0}" destId="{9982C1C6-E2F8-4106-A9C1-F0D5D5E1E9AD}" srcOrd="0" destOrd="0" presId="urn:microsoft.com/office/officeart/2005/8/layout/orgChart1"/>
    <dgm:cxn modelId="{246D7BCB-D41F-41FF-958B-28CC44974806}" type="presParOf" srcId="{9982C1C6-E2F8-4106-A9C1-F0D5D5E1E9AD}" destId="{AECAF7D0-5323-45AC-8916-8021709FB885}" srcOrd="0" destOrd="0" presId="urn:microsoft.com/office/officeart/2005/8/layout/orgChart1"/>
    <dgm:cxn modelId="{B962259F-F899-4E15-82D4-73B319F08105}" type="presParOf" srcId="{AECAF7D0-5323-45AC-8916-8021709FB885}" destId="{C633CF29-61B2-4968-9797-1146F424D404}" srcOrd="0" destOrd="0" presId="urn:microsoft.com/office/officeart/2005/8/layout/orgChart1"/>
    <dgm:cxn modelId="{44920A5E-C79C-4ADE-97B5-9107E9C86050}" type="presParOf" srcId="{AECAF7D0-5323-45AC-8916-8021709FB885}" destId="{CC5F7031-1FF8-49C3-9661-90E5C59595E0}" srcOrd="1" destOrd="0" presId="urn:microsoft.com/office/officeart/2005/8/layout/orgChart1"/>
    <dgm:cxn modelId="{9D08F21A-0CF2-491A-9D41-365B383F44C8}" type="presParOf" srcId="{9982C1C6-E2F8-4106-A9C1-F0D5D5E1E9AD}" destId="{2EC8245B-174B-4065-B4D1-AA3B878979B7}" srcOrd="1" destOrd="0" presId="urn:microsoft.com/office/officeart/2005/8/layout/orgChart1"/>
    <dgm:cxn modelId="{DC20BFE0-3A82-4D25-A725-AB8743613F63}" type="presParOf" srcId="{2EC8245B-174B-4065-B4D1-AA3B878979B7}" destId="{7D64935E-2050-4895-A199-D017B2D438E7}" srcOrd="0" destOrd="0" presId="urn:microsoft.com/office/officeart/2005/8/layout/orgChart1"/>
    <dgm:cxn modelId="{7D7AE4A0-03DB-4B1F-9B4B-17F1126FC505}" type="presParOf" srcId="{2EC8245B-174B-4065-B4D1-AA3B878979B7}" destId="{22DC8CF6-17AE-4857-907D-E60D371F002F}" srcOrd="1" destOrd="0" presId="urn:microsoft.com/office/officeart/2005/8/layout/orgChart1"/>
    <dgm:cxn modelId="{DED238C3-CEC1-4786-868F-D872C4C25C7D}" type="presParOf" srcId="{22DC8CF6-17AE-4857-907D-E60D371F002F}" destId="{9638E683-2C30-4D44-8292-A8B138DCE9ED}" srcOrd="0" destOrd="0" presId="urn:microsoft.com/office/officeart/2005/8/layout/orgChart1"/>
    <dgm:cxn modelId="{C8A78B4D-2074-442C-8C60-DDD4F2B84994}" type="presParOf" srcId="{9638E683-2C30-4D44-8292-A8B138DCE9ED}" destId="{D66366F3-A4E7-4208-B4B4-7A06330B707B}" srcOrd="0" destOrd="0" presId="urn:microsoft.com/office/officeart/2005/8/layout/orgChart1"/>
    <dgm:cxn modelId="{DFB40BD0-ADEB-493F-9680-4E1A9C019D16}" type="presParOf" srcId="{9638E683-2C30-4D44-8292-A8B138DCE9ED}" destId="{F600D68D-305F-42E5-B1B2-58D9DB21B3B5}" srcOrd="1" destOrd="0" presId="urn:microsoft.com/office/officeart/2005/8/layout/orgChart1"/>
    <dgm:cxn modelId="{1079CE69-2AF9-4DD1-9505-06BAC7BBCE03}" type="presParOf" srcId="{22DC8CF6-17AE-4857-907D-E60D371F002F}" destId="{8D61971F-4F25-4322-8BED-EA1C69F47182}" srcOrd="1" destOrd="0" presId="urn:microsoft.com/office/officeart/2005/8/layout/orgChart1"/>
    <dgm:cxn modelId="{D223032B-E492-4EFC-B0A8-D30F5CF4526C}" type="presParOf" srcId="{8D61971F-4F25-4322-8BED-EA1C69F47182}" destId="{B0EB2923-47B9-462C-A1CC-D0D5D0CC388D}" srcOrd="0" destOrd="0" presId="urn:microsoft.com/office/officeart/2005/8/layout/orgChart1"/>
    <dgm:cxn modelId="{8E72A0CC-58B1-4E7A-AA14-78B63C5D12F1}" type="presParOf" srcId="{8D61971F-4F25-4322-8BED-EA1C69F47182}" destId="{7A21460A-62BF-449E-97F4-76D3020F9AAA}" srcOrd="1" destOrd="0" presId="urn:microsoft.com/office/officeart/2005/8/layout/orgChart1"/>
    <dgm:cxn modelId="{2EA142F7-B60F-4339-AA31-E7FF17EDFF61}" type="presParOf" srcId="{7A21460A-62BF-449E-97F4-76D3020F9AAA}" destId="{7B193B97-B407-4BCD-ABBA-827793B4F521}" srcOrd="0" destOrd="0" presId="urn:microsoft.com/office/officeart/2005/8/layout/orgChart1"/>
    <dgm:cxn modelId="{36CFE1D3-F3DA-4D9E-A435-B2C502BD7FED}" type="presParOf" srcId="{7B193B97-B407-4BCD-ABBA-827793B4F521}" destId="{2E1F1977-5ED9-4C24-988A-932270DC12F8}" srcOrd="0" destOrd="0" presId="urn:microsoft.com/office/officeart/2005/8/layout/orgChart1"/>
    <dgm:cxn modelId="{C124B82D-68B7-4DE3-9046-3DDF34499A73}" type="presParOf" srcId="{7B193B97-B407-4BCD-ABBA-827793B4F521}" destId="{EE516B95-9DC7-4D67-826A-BD0B144ADE95}" srcOrd="1" destOrd="0" presId="urn:microsoft.com/office/officeart/2005/8/layout/orgChart1"/>
    <dgm:cxn modelId="{77A217FF-128B-47CC-BE6A-521C9EB96DCB}" type="presParOf" srcId="{7A21460A-62BF-449E-97F4-76D3020F9AAA}" destId="{61754439-9424-46AF-930D-66BAF10361A5}" srcOrd="1" destOrd="0" presId="urn:microsoft.com/office/officeart/2005/8/layout/orgChart1"/>
    <dgm:cxn modelId="{1A064A63-A312-48EC-B614-9A38267FC1CB}" type="presParOf" srcId="{7A21460A-62BF-449E-97F4-76D3020F9AAA}" destId="{0E6CE32A-6553-4B74-A1A8-951D90E41F81}" srcOrd="2" destOrd="0" presId="urn:microsoft.com/office/officeart/2005/8/layout/orgChart1"/>
    <dgm:cxn modelId="{9D528139-4EB8-4B81-9445-3F27A1371F9C}" type="presParOf" srcId="{8D61971F-4F25-4322-8BED-EA1C69F47182}" destId="{D786EC27-3124-4CDC-AACA-CF199FAADCAB}" srcOrd="2" destOrd="0" presId="urn:microsoft.com/office/officeart/2005/8/layout/orgChart1"/>
    <dgm:cxn modelId="{06411301-A008-47BC-A3B7-3C066AFAF559}" type="presParOf" srcId="{8D61971F-4F25-4322-8BED-EA1C69F47182}" destId="{46B609C1-6D75-484E-95B5-280257D38DCA}" srcOrd="3" destOrd="0" presId="urn:microsoft.com/office/officeart/2005/8/layout/orgChart1"/>
    <dgm:cxn modelId="{9C034FE7-E696-4C51-830B-2CA3280DA021}" type="presParOf" srcId="{46B609C1-6D75-484E-95B5-280257D38DCA}" destId="{A419297E-33AA-4545-AD7F-AAB74FCEB0F0}" srcOrd="0" destOrd="0" presId="urn:microsoft.com/office/officeart/2005/8/layout/orgChart1"/>
    <dgm:cxn modelId="{630212E5-5649-450E-AE26-264254FECE3C}" type="presParOf" srcId="{A419297E-33AA-4545-AD7F-AAB74FCEB0F0}" destId="{640C0344-0CDE-4778-A695-5B28C9739F37}" srcOrd="0" destOrd="0" presId="urn:microsoft.com/office/officeart/2005/8/layout/orgChart1"/>
    <dgm:cxn modelId="{8B91B71A-2E37-4B79-8181-D0B35FDC9351}" type="presParOf" srcId="{A419297E-33AA-4545-AD7F-AAB74FCEB0F0}" destId="{35973F65-C6AE-442A-BC98-7730C8783429}" srcOrd="1" destOrd="0" presId="urn:microsoft.com/office/officeart/2005/8/layout/orgChart1"/>
    <dgm:cxn modelId="{3F4D79EA-EDD9-4C64-9058-CEC0F9549057}" type="presParOf" srcId="{46B609C1-6D75-484E-95B5-280257D38DCA}" destId="{8E56F0BC-6869-406F-8FC0-6CA5BC5B783A}" srcOrd="1" destOrd="0" presId="urn:microsoft.com/office/officeart/2005/8/layout/orgChart1"/>
    <dgm:cxn modelId="{75D65BCE-BC49-4058-B0E8-3E04BFAF3177}" type="presParOf" srcId="{46B609C1-6D75-484E-95B5-280257D38DCA}" destId="{FA6AFF9D-3FF9-4DB0-A115-1A562AC7F36D}" srcOrd="2" destOrd="0" presId="urn:microsoft.com/office/officeart/2005/8/layout/orgChart1"/>
    <dgm:cxn modelId="{DCCCF92A-B2BF-4CA1-AA55-C2E06552F856}" type="presParOf" srcId="{8D61971F-4F25-4322-8BED-EA1C69F47182}" destId="{D4E7CC9E-C94E-4356-AC35-F643F1ECE7E1}" srcOrd="4" destOrd="0" presId="urn:microsoft.com/office/officeart/2005/8/layout/orgChart1"/>
    <dgm:cxn modelId="{9DF242F9-C3D2-442E-9BC7-47AF446F4E9D}" type="presParOf" srcId="{8D61971F-4F25-4322-8BED-EA1C69F47182}" destId="{CDB9FCA7-8199-474D-B696-8D960A102468}" srcOrd="5" destOrd="0" presId="urn:microsoft.com/office/officeart/2005/8/layout/orgChart1"/>
    <dgm:cxn modelId="{BC6F6B52-C22F-43C4-BCB3-73C6DACDB820}" type="presParOf" srcId="{CDB9FCA7-8199-474D-B696-8D960A102468}" destId="{8942943B-EF9A-40D3-AFE6-F99AD6450096}" srcOrd="0" destOrd="0" presId="urn:microsoft.com/office/officeart/2005/8/layout/orgChart1"/>
    <dgm:cxn modelId="{D94F74DE-CD12-48EC-9FD8-88068CE6B528}" type="presParOf" srcId="{8942943B-EF9A-40D3-AFE6-F99AD6450096}" destId="{96B9F9E8-0BAD-45E7-A733-DF219D9C14E3}" srcOrd="0" destOrd="0" presId="urn:microsoft.com/office/officeart/2005/8/layout/orgChart1"/>
    <dgm:cxn modelId="{6339AF68-F252-43C5-A85F-4D8309BF97E7}" type="presParOf" srcId="{8942943B-EF9A-40D3-AFE6-F99AD6450096}" destId="{F32DDE13-FD14-4001-BDB0-2D85EA7ACDD7}" srcOrd="1" destOrd="0" presId="urn:microsoft.com/office/officeart/2005/8/layout/orgChart1"/>
    <dgm:cxn modelId="{3F1C01CB-2399-4726-946E-4E5B738AAC6E}" type="presParOf" srcId="{CDB9FCA7-8199-474D-B696-8D960A102468}" destId="{61194A13-D857-4795-81CE-59954680EC59}" srcOrd="1" destOrd="0" presId="urn:microsoft.com/office/officeart/2005/8/layout/orgChart1"/>
    <dgm:cxn modelId="{28E91A2B-916B-4480-9373-11FE753482E1}" type="presParOf" srcId="{CDB9FCA7-8199-474D-B696-8D960A102468}" destId="{847D0879-BFE7-4A44-BA22-E0348418AA1D}" srcOrd="2" destOrd="0" presId="urn:microsoft.com/office/officeart/2005/8/layout/orgChart1"/>
    <dgm:cxn modelId="{7EC5D2FF-41FA-414E-A49E-A6ADD839007D}" type="presParOf" srcId="{8D61971F-4F25-4322-8BED-EA1C69F47182}" destId="{AEC414CA-6613-47DC-A07E-B6E938506A83}" srcOrd="6" destOrd="0" presId="urn:microsoft.com/office/officeart/2005/8/layout/orgChart1"/>
    <dgm:cxn modelId="{AD7F041C-F580-44BD-9434-37A902BF0B28}" type="presParOf" srcId="{8D61971F-4F25-4322-8BED-EA1C69F47182}" destId="{F1A2196E-CFC5-4048-9C4A-E3189F5BDA34}" srcOrd="7" destOrd="0" presId="urn:microsoft.com/office/officeart/2005/8/layout/orgChart1"/>
    <dgm:cxn modelId="{E34B36A3-62A1-4850-A86B-068C6EC66793}" type="presParOf" srcId="{F1A2196E-CFC5-4048-9C4A-E3189F5BDA34}" destId="{2EC0157C-1F89-4EB4-AAC7-776912044E22}" srcOrd="0" destOrd="0" presId="urn:microsoft.com/office/officeart/2005/8/layout/orgChart1"/>
    <dgm:cxn modelId="{B2FB1D9C-C518-462E-8C7D-8C1AA254B074}" type="presParOf" srcId="{2EC0157C-1F89-4EB4-AAC7-776912044E22}" destId="{43F74301-3824-46B3-AA26-22C63422EAF6}" srcOrd="0" destOrd="0" presId="urn:microsoft.com/office/officeart/2005/8/layout/orgChart1"/>
    <dgm:cxn modelId="{48A39022-0541-4944-A002-A3F947FBB868}" type="presParOf" srcId="{2EC0157C-1F89-4EB4-AAC7-776912044E22}" destId="{FD428FB8-729F-4260-A5E9-E3954D0EA06D}" srcOrd="1" destOrd="0" presId="urn:microsoft.com/office/officeart/2005/8/layout/orgChart1"/>
    <dgm:cxn modelId="{229D3A5A-9F00-4FE6-8527-272322F48EB4}" type="presParOf" srcId="{F1A2196E-CFC5-4048-9C4A-E3189F5BDA34}" destId="{AB4D2097-0702-46AE-B053-487113F7BE4E}" srcOrd="1" destOrd="0" presId="urn:microsoft.com/office/officeart/2005/8/layout/orgChart1"/>
    <dgm:cxn modelId="{2498D710-8375-4870-807D-0F9413B08757}" type="presParOf" srcId="{F1A2196E-CFC5-4048-9C4A-E3189F5BDA34}" destId="{CEE58EA7-E9B4-496A-A481-1935009A8070}" srcOrd="2" destOrd="0" presId="urn:microsoft.com/office/officeart/2005/8/layout/orgChart1"/>
    <dgm:cxn modelId="{8E2436C6-2862-43C8-8539-9983F9E08D6F}" type="presParOf" srcId="{22DC8CF6-17AE-4857-907D-E60D371F002F}" destId="{66352875-FFD1-4D9E-8E5C-7D67FB2FA872}" srcOrd="2" destOrd="0" presId="urn:microsoft.com/office/officeart/2005/8/layout/orgChart1"/>
    <dgm:cxn modelId="{CFDEE048-9F91-4B1E-9088-9FF478B5D940}" type="presParOf" srcId="{2EC8245B-174B-4065-B4D1-AA3B878979B7}" destId="{5234475F-6FEC-4AF5-81A6-C00B79D0F260}" srcOrd="2" destOrd="0" presId="urn:microsoft.com/office/officeart/2005/8/layout/orgChart1"/>
    <dgm:cxn modelId="{DCEDD2D7-501D-4499-A322-0670DF9FC31F}" type="presParOf" srcId="{2EC8245B-174B-4065-B4D1-AA3B878979B7}" destId="{38754100-EF66-41C4-AF90-180614FDEEB6}" srcOrd="3" destOrd="0" presId="urn:microsoft.com/office/officeart/2005/8/layout/orgChart1"/>
    <dgm:cxn modelId="{0A6F3F18-B85E-47BA-B011-20AE9F657C04}" type="presParOf" srcId="{38754100-EF66-41C4-AF90-180614FDEEB6}" destId="{DA1230FE-DDA9-4BB3-9BBE-C97B9FEF24B9}" srcOrd="0" destOrd="0" presId="urn:microsoft.com/office/officeart/2005/8/layout/orgChart1"/>
    <dgm:cxn modelId="{BA4A68DF-B4C3-4CFE-82BB-4D52BE50E50F}" type="presParOf" srcId="{DA1230FE-DDA9-4BB3-9BBE-C97B9FEF24B9}" destId="{AF103AEA-78EC-497E-96D0-583C06757210}" srcOrd="0" destOrd="0" presId="urn:microsoft.com/office/officeart/2005/8/layout/orgChart1"/>
    <dgm:cxn modelId="{EA12252F-6394-4CC6-A87F-AA345832C25A}" type="presParOf" srcId="{DA1230FE-DDA9-4BB3-9BBE-C97B9FEF24B9}" destId="{95A91C0D-8536-454E-8ADD-60983A74A43C}" srcOrd="1" destOrd="0" presId="urn:microsoft.com/office/officeart/2005/8/layout/orgChart1"/>
    <dgm:cxn modelId="{6E684FA1-17DE-4736-9582-9DB6744B582F}" type="presParOf" srcId="{38754100-EF66-41C4-AF90-180614FDEEB6}" destId="{27CB0377-EE46-432D-B995-BF4728A41020}" srcOrd="1" destOrd="0" presId="urn:microsoft.com/office/officeart/2005/8/layout/orgChart1"/>
    <dgm:cxn modelId="{3C7243ED-F8F2-4419-B3E6-6F785D07C561}" type="presParOf" srcId="{27CB0377-EE46-432D-B995-BF4728A41020}" destId="{39E6708F-E52F-4C0C-9E6A-B1D2F916E3CA}" srcOrd="0" destOrd="0" presId="urn:microsoft.com/office/officeart/2005/8/layout/orgChart1"/>
    <dgm:cxn modelId="{962DA301-F0EC-49BD-84BE-FEFCD5710983}" type="presParOf" srcId="{27CB0377-EE46-432D-B995-BF4728A41020}" destId="{6D3C77C7-2AC3-4ED6-B9CE-B93A8F91AC43}" srcOrd="1" destOrd="0" presId="urn:microsoft.com/office/officeart/2005/8/layout/orgChart1"/>
    <dgm:cxn modelId="{560416F1-362E-481D-8542-4F5EB472E711}" type="presParOf" srcId="{6D3C77C7-2AC3-4ED6-B9CE-B93A8F91AC43}" destId="{5EE24F1D-E711-4174-B7B6-D1F3D7C05A1D}" srcOrd="0" destOrd="0" presId="urn:microsoft.com/office/officeart/2005/8/layout/orgChart1"/>
    <dgm:cxn modelId="{89610129-E37E-4D5D-B12C-8387063F0C5B}" type="presParOf" srcId="{5EE24F1D-E711-4174-B7B6-D1F3D7C05A1D}" destId="{3EEC063D-9B84-46B8-B51B-9547000EBC02}" srcOrd="0" destOrd="0" presId="urn:microsoft.com/office/officeart/2005/8/layout/orgChart1"/>
    <dgm:cxn modelId="{27B04B5B-0E58-4E8A-B5D0-3F9A4FA694A8}" type="presParOf" srcId="{5EE24F1D-E711-4174-B7B6-D1F3D7C05A1D}" destId="{4C79040D-CC51-46B0-A166-55B13AC54D4C}" srcOrd="1" destOrd="0" presId="urn:microsoft.com/office/officeart/2005/8/layout/orgChart1"/>
    <dgm:cxn modelId="{B2B66376-243D-4260-8377-3604D5DDD00E}" type="presParOf" srcId="{6D3C77C7-2AC3-4ED6-B9CE-B93A8F91AC43}" destId="{16B85379-9DD0-4B49-9C3A-4EF7688EBBF5}" srcOrd="1" destOrd="0" presId="urn:microsoft.com/office/officeart/2005/8/layout/orgChart1"/>
    <dgm:cxn modelId="{299ECFEC-A99F-46E3-A9C5-946E3101095F}" type="presParOf" srcId="{6D3C77C7-2AC3-4ED6-B9CE-B93A8F91AC43}" destId="{74A9ECC4-0285-4BD9-AA9C-108CB5A3A2C3}" srcOrd="2" destOrd="0" presId="urn:microsoft.com/office/officeart/2005/8/layout/orgChart1"/>
    <dgm:cxn modelId="{B2A87E62-9B72-49E5-841D-38AA89B45A28}" type="presParOf" srcId="{27CB0377-EE46-432D-B995-BF4728A41020}" destId="{11779C87-097B-4C5F-AAE8-C40DA8AB474F}" srcOrd="2" destOrd="0" presId="urn:microsoft.com/office/officeart/2005/8/layout/orgChart1"/>
    <dgm:cxn modelId="{3F008C19-3E43-403F-B6A2-99E36E35F604}" type="presParOf" srcId="{27CB0377-EE46-432D-B995-BF4728A41020}" destId="{4497D8A4-1618-4999-9687-19EFB68FE1A8}" srcOrd="3" destOrd="0" presId="urn:microsoft.com/office/officeart/2005/8/layout/orgChart1"/>
    <dgm:cxn modelId="{686BD0B5-B1ED-434B-95E3-2F2721DDE796}" type="presParOf" srcId="{4497D8A4-1618-4999-9687-19EFB68FE1A8}" destId="{593077D1-C0EC-45FA-AC8B-04E4987CB7B8}" srcOrd="0" destOrd="0" presId="urn:microsoft.com/office/officeart/2005/8/layout/orgChart1"/>
    <dgm:cxn modelId="{2520B119-EEFE-49B8-A61E-A79FA22CD35A}" type="presParOf" srcId="{593077D1-C0EC-45FA-AC8B-04E4987CB7B8}" destId="{DC53B400-E673-4E9D-9FB8-D956A868D227}" srcOrd="0" destOrd="0" presId="urn:microsoft.com/office/officeart/2005/8/layout/orgChart1"/>
    <dgm:cxn modelId="{614827B5-8E37-4475-885E-8B702FAA7D70}" type="presParOf" srcId="{593077D1-C0EC-45FA-AC8B-04E4987CB7B8}" destId="{0CB770B4-B032-4722-B662-667580228EF2}" srcOrd="1" destOrd="0" presId="urn:microsoft.com/office/officeart/2005/8/layout/orgChart1"/>
    <dgm:cxn modelId="{9E3DA934-2DEC-4D61-BAEF-6DB91E8BFFA0}" type="presParOf" srcId="{4497D8A4-1618-4999-9687-19EFB68FE1A8}" destId="{D9869017-B0DD-4DC0-A6C8-459211639E7F}" srcOrd="1" destOrd="0" presId="urn:microsoft.com/office/officeart/2005/8/layout/orgChart1"/>
    <dgm:cxn modelId="{BAB52D13-7D4B-4F81-85D8-BD774C8011AD}" type="presParOf" srcId="{4497D8A4-1618-4999-9687-19EFB68FE1A8}" destId="{95B0238D-0D07-46D5-9ACD-B8EBCFE7BF38}" srcOrd="2" destOrd="0" presId="urn:microsoft.com/office/officeart/2005/8/layout/orgChart1"/>
    <dgm:cxn modelId="{379F63D2-0E67-43DD-A91E-ACD6B0B31D9F}" type="presParOf" srcId="{38754100-EF66-41C4-AF90-180614FDEEB6}" destId="{B30094BA-0AC9-48B8-8937-737EDACE56B3}" srcOrd="2" destOrd="0" presId="urn:microsoft.com/office/officeart/2005/8/layout/orgChart1"/>
    <dgm:cxn modelId="{E5B41C1B-E448-45CA-A60B-F84373FAE6B5}" type="presParOf" srcId="{2EC8245B-174B-4065-B4D1-AA3B878979B7}" destId="{75C8F752-914B-4FB8-8F05-85574B341DBA}" srcOrd="4" destOrd="0" presId="urn:microsoft.com/office/officeart/2005/8/layout/orgChart1"/>
    <dgm:cxn modelId="{3D5D4C07-A361-403B-8E89-C5322A76E839}" type="presParOf" srcId="{2EC8245B-174B-4065-B4D1-AA3B878979B7}" destId="{B0A19147-83D8-4044-8A00-88DC5B5E13F1}" srcOrd="5" destOrd="0" presId="urn:microsoft.com/office/officeart/2005/8/layout/orgChart1"/>
    <dgm:cxn modelId="{3529ECAD-F0A0-4C51-AD13-6221B332031F}" type="presParOf" srcId="{B0A19147-83D8-4044-8A00-88DC5B5E13F1}" destId="{9B2B12EB-CE71-4A6D-830B-431074251469}" srcOrd="0" destOrd="0" presId="urn:microsoft.com/office/officeart/2005/8/layout/orgChart1"/>
    <dgm:cxn modelId="{0EB252C6-2472-4D9E-AF65-96A109ED5EFD}" type="presParOf" srcId="{9B2B12EB-CE71-4A6D-830B-431074251469}" destId="{A41D4406-08FB-4E19-8F83-5593447D514B}" srcOrd="0" destOrd="0" presId="urn:microsoft.com/office/officeart/2005/8/layout/orgChart1"/>
    <dgm:cxn modelId="{8C1DE965-C085-4345-B95C-0D08CDFD1D92}" type="presParOf" srcId="{9B2B12EB-CE71-4A6D-830B-431074251469}" destId="{3359BC2A-1888-4448-A61C-F77123AA7D1E}" srcOrd="1" destOrd="0" presId="urn:microsoft.com/office/officeart/2005/8/layout/orgChart1"/>
    <dgm:cxn modelId="{4D196AA7-1623-4ED2-A10E-96FA342B3B77}" type="presParOf" srcId="{B0A19147-83D8-4044-8A00-88DC5B5E13F1}" destId="{A93A86A9-22CC-4E55-BCAA-A12D5F2A52FB}" srcOrd="1" destOrd="0" presId="urn:microsoft.com/office/officeart/2005/8/layout/orgChart1"/>
    <dgm:cxn modelId="{C24607C4-97C5-4503-A0D7-665B2C12F4A4}" type="presParOf" srcId="{A93A86A9-22CC-4E55-BCAA-A12D5F2A52FB}" destId="{BF36AB32-3CC1-4ED5-979F-D9A4F6B237BD}" srcOrd="0" destOrd="0" presId="urn:microsoft.com/office/officeart/2005/8/layout/orgChart1"/>
    <dgm:cxn modelId="{DF734850-48C1-4BCD-B90A-3BE59655C84C}" type="presParOf" srcId="{A93A86A9-22CC-4E55-BCAA-A12D5F2A52FB}" destId="{10548145-C00D-45A1-AAF2-17A01B73093A}" srcOrd="1" destOrd="0" presId="urn:microsoft.com/office/officeart/2005/8/layout/orgChart1"/>
    <dgm:cxn modelId="{5B79C576-0AFB-4025-8E11-5F87C1E99908}" type="presParOf" srcId="{10548145-C00D-45A1-AAF2-17A01B73093A}" destId="{6349FE76-CAB4-412B-8C3A-62625FE484E9}" srcOrd="0" destOrd="0" presId="urn:microsoft.com/office/officeart/2005/8/layout/orgChart1"/>
    <dgm:cxn modelId="{08D1A4ED-0AF3-4579-9881-EED3F6339215}" type="presParOf" srcId="{6349FE76-CAB4-412B-8C3A-62625FE484E9}" destId="{14ED18C8-1534-4CCD-A32A-E49637794978}" srcOrd="0" destOrd="0" presId="urn:microsoft.com/office/officeart/2005/8/layout/orgChart1"/>
    <dgm:cxn modelId="{CE9CC9A3-6506-4A15-B97E-0E6D3F106ADC}" type="presParOf" srcId="{6349FE76-CAB4-412B-8C3A-62625FE484E9}" destId="{55EE8A21-3DBB-4970-B06B-485E197C5A0A}" srcOrd="1" destOrd="0" presId="urn:microsoft.com/office/officeart/2005/8/layout/orgChart1"/>
    <dgm:cxn modelId="{6F495F23-1C46-4F67-906D-E072C7A345E9}" type="presParOf" srcId="{10548145-C00D-45A1-AAF2-17A01B73093A}" destId="{E5689A20-B407-4001-8F3F-1382E2A23A0D}" srcOrd="1" destOrd="0" presId="urn:microsoft.com/office/officeart/2005/8/layout/orgChart1"/>
    <dgm:cxn modelId="{85BFD321-6240-4EC3-A908-F97D1AE06B2E}" type="presParOf" srcId="{10548145-C00D-45A1-AAF2-17A01B73093A}" destId="{9D08FFFE-6038-42B0-9390-467C9367B43B}" srcOrd="2" destOrd="0" presId="urn:microsoft.com/office/officeart/2005/8/layout/orgChart1"/>
    <dgm:cxn modelId="{ACC5D48C-F4FB-47DF-83BF-D4FB1FFB1C17}" type="presParOf" srcId="{B0A19147-83D8-4044-8A00-88DC5B5E13F1}" destId="{1ECACBAB-5172-4CFB-91C4-3C538AC7C8E4}" srcOrd="2" destOrd="0" presId="urn:microsoft.com/office/officeart/2005/8/layout/orgChart1"/>
    <dgm:cxn modelId="{69F842E9-87AA-4E78-8A94-BE9F921EBE2E}" type="presParOf" srcId="{9982C1C6-E2F8-4106-A9C1-F0D5D5E1E9AD}" destId="{81678788-DEC5-4C5F-9459-A5F7EDF55696}" srcOrd="2" destOrd="0" presId="urn:microsoft.com/office/officeart/2005/8/layout/orgChar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F2192E8-6B44-4068-821E-696B06CFAEF6}" type="doc">
      <dgm:prSet loTypeId="urn:microsoft.com/office/officeart/2005/8/layout/radial5" loCatId="cycle" qsTypeId="urn:microsoft.com/office/officeart/2005/8/quickstyle/simple1" qsCatId="simple" csTypeId="urn:microsoft.com/office/officeart/2005/8/colors/colorful3" csCatId="colorful" phldr="1"/>
      <dgm:spPr/>
      <dgm:t>
        <a:bodyPr/>
        <a:lstStyle/>
        <a:p>
          <a:endParaRPr lang="zh-CN" altLang="en-US"/>
        </a:p>
      </dgm:t>
    </dgm:pt>
    <dgm:pt modelId="{B6C8AC81-7C7F-402F-B163-EA76691DB023}">
      <dgm:prSet phldrT="[文本]"/>
      <dgm:spPr/>
      <dgm:t>
        <a:bodyPr/>
        <a:lstStyle/>
        <a:p>
          <a:r>
            <a:rPr lang="en-US" altLang="zh-CN" dirty="0" smtClean="0"/>
            <a:t> </a:t>
          </a:r>
          <a:endParaRPr lang="zh-CN" altLang="en-US" dirty="0"/>
        </a:p>
      </dgm:t>
    </dgm:pt>
    <dgm:pt modelId="{B18AD641-E20A-4211-B096-E919921A628C}" cxnId="{0CD2C44A-0F5C-46A6-BE73-705FA609C0AD}" type="parTrans">
      <dgm:prSet/>
      <dgm:spPr/>
      <dgm:t>
        <a:bodyPr/>
        <a:lstStyle/>
        <a:p>
          <a:endParaRPr lang="zh-CN" altLang="en-US"/>
        </a:p>
      </dgm:t>
    </dgm:pt>
    <dgm:pt modelId="{0166A71A-29C4-4794-9ECA-89D5A6433B53}" cxnId="{0CD2C44A-0F5C-46A6-BE73-705FA609C0AD}" type="sibTrans">
      <dgm:prSet/>
      <dgm:spPr/>
      <dgm:t>
        <a:bodyPr/>
        <a:lstStyle/>
        <a:p>
          <a:endParaRPr lang="zh-CN" altLang="en-US"/>
        </a:p>
      </dgm:t>
    </dgm:pt>
    <dgm:pt modelId="{64F1320C-1AEC-4B64-B5CF-970254D8800F}">
      <dgm:prSet phldrT="[文本]"/>
      <dgm:spPr/>
      <dgm:t>
        <a:bodyPr/>
        <a:lstStyle/>
        <a:p>
          <a:r>
            <a:rPr lang="en-US" altLang="zh-CN" dirty="0" smtClean="0"/>
            <a:t> </a:t>
          </a:r>
          <a:endParaRPr lang="zh-CN" altLang="en-US" dirty="0"/>
        </a:p>
      </dgm:t>
    </dgm:pt>
    <dgm:pt modelId="{2D029AFF-B877-4C5F-A1A4-ED332B4A979F}" cxnId="{D3F12916-3748-4FC9-B7AC-070A1343FC82}" type="parTrans">
      <dgm:prSet/>
      <dgm:spPr/>
      <dgm:t>
        <a:bodyPr/>
        <a:lstStyle/>
        <a:p>
          <a:endParaRPr lang="zh-CN" altLang="en-US"/>
        </a:p>
      </dgm:t>
    </dgm:pt>
    <dgm:pt modelId="{4183FD15-66EE-42E1-ADF3-7FA8713CC7D1}" cxnId="{D3F12916-3748-4FC9-B7AC-070A1343FC82}" type="sibTrans">
      <dgm:prSet/>
      <dgm:spPr/>
      <dgm:t>
        <a:bodyPr/>
        <a:lstStyle/>
        <a:p>
          <a:endParaRPr lang="zh-CN" altLang="en-US"/>
        </a:p>
      </dgm:t>
    </dgm:pt>
    <dgm:pt modelId="{F1FC4840-E551-428F-A414-50844A3F8C5F}">
      <dgm:prSet phldrT="[文本]"/>
      <dgm:spPr/>
      <dgm:t>
        <a:bodyPr/>
        <a:lstStyle/>
        <a:p>
          <a:r>
            <a:rPr lang="en-US" altLang="zh-CN" dirty="0" smtClean="0"/>
            <a:t> </a:t>
          </a:r>
          <a:endParaRPr lang="zh-CN" altLang="en-US" dirty="0"/>
        </a:p>
      </dgm:t>
    </dgm:pt>
    <dgm:pt modelId="{4D5EA02E-A25A-46C2-ADAF-02B3F808AB74}" cxnId="{A3B6B7DB-FEE6-47A3-99CF-5E6B6195F97E}" type="parTrans">
      <dgm:prSet/>
      <dgm:spPr/>
      <dgm:t>
        <a:bodyPr/>
        <a:lstStyle/>
        <a:p>
          <a:endParaRPr lang="zh-CN" altLang="en-US"/>
        </a:p>
      </dgm:t>
    </dgm:pt>
    <dgm:pt modelId="{78D85809-F2DD-4F2B-BB7E-87676912D720}" cxnId="{A3B6B7DB-FEE6-47A3-99CF-5E6B6195F97E}" type="sibTrans">
      <dgm:prSet/>
      <dgm:spPr/>
      <dgm:t>
        <a:bodyPr/>
        <a:lstStyle/>
        <a:p>
          <a:endParaRPr lang="zh-CN" altLang="en-US"/>
        </a:p>
      </dgm:t>
    </dgm:pt>
    <dgm:pt modelId="{C2582B02-0241-4ECA-AAD4-60D1BB06F56F}">
      <dgm:prSet phldrT="[文本]"/>
      <dgm:spPr/>
      <dgm:t>
        <a:bodyPr/>
        <a:lstStyle/>
        <a:p>
          <a:r>
            <a:rPr lang="en-US" altLang="zh-CN" dirty="0" smtClean="0"/>
            <a:t> </a:t>
          </a:r>
          <a:endParaRPr lang="zh-CN" altLang="en-US" dirty="0"/>
        </a:p>
      </dgm:t>
    </dgm:pt>
    <dgm:pt modelId="{1E0C180A-9F5E-4741-B3AD-907CDEFF648F}" cxnId="{A9704E96-44DA-4FC3-BCEA-3F59D6A8B28A}" type="parTrans">
      <dgm:prSet/>
      <dgm:spPr/>
      <dgm:t>
        <a:bodyPr/>
        <a:lstStyle/>
        <a:p>
          <a:endParaRPr lang="zh-CN" altLang="en-US"/>
        </a:p>
      </dgm:t>
    </dgm:pt>
    <dgm:pt modelId="{5C6BDE49-12B9-4381-82B4-79F1B05A03F1}" cxnId="{A9704E96-44DA-4FC3-BCEA-3F59D6A8B28A}" type="sibTrans">
      <dgm:prSet/>
      <dgm:spPr/>
      <dgm:t>
        <a:bodyPr/>
        <a:lstStyle/>
        <a:p>
          <a:endParaRPr lang="zh-CN" altLang="en-US"/>
        </a:p>
      </dgm:t>
    </dgm:pt>
    <dgm:pt modelId="{A5C7A6D3-2A11-4112-B94A-EAFA7D9FC942}">
      <dgm:prSet phldrT="[文本]"/>
      <dgm:spPr/>
      <dgm:t>
        <a:bodyPr/>
        <a:lstStyle/>
        <a:p>
          <a:r>
            <a:rPr lang="en-US" altLang="zh-CN" dirty="0" smtClean="0"/>
            <a:t> </a:t>
          </a:r>
          <a:endParaRPr lang="zh-CN" altLang="en-US" dirty="0"/>
        </a:p>
      </dgm:t>
    </dgm:pt>
    <dgm:pt modelId="{66B3D391-F988-4898-9036-E38CF5EE9E47}" cxnId="{76602ACA-68F6-47C5-86AD-FA78B2973560}" type="parTrans">
      <dgm:prSet/>
      <dgm:spPr/>
      <dgm:t>
        <a:bodyPr/>
        <a:lstStyle/>
        <a:p>
          <a:endParaRPr lang="zh-CN" altLang="en-US"/>
        </a:p>
      </dgm:t>
    </dgm:pt>
    <dgm:pt modelId="{5346AB24-0F5F-46FF-A213-E32A4ED8E3B0}" cxnId="{76602ACA-68F6-47C5-86AD-FA78B2973560}" type="sibTrans">
      <dgm:prSet/>
      <dgm:spPr/>
      <dgm:t>
        <a:bodyPr/>
        <a:lstStyle/>
        <a:p>
          <a:endParaRPr lang="zh-CN" altLang="en-US"/>
        </a:p>
      </dgm:t>
    </dgm:pt>
    <dgm:pt modelId="{17D2C730-7D9C-469E-9A38-8DCC01AB8A07}">
      <dgm:prSet/>
      <dgm:spPr/>
      <dgm:t>
        <a:bodyPr/>
        <a:lstStyle/>
        <a:p>
          <a:endParaRPr lang="zh-CN" altLang="en-US" dirty="0"/>
        </a:p>
      </dgm:t>
    </dgm:pt>
    <dgm:pt modelId="{F445517E-36CF-44CD-9143-FEC6C9290A40}" cxnId="{8FE67D8F-8DBF-40F7-B1F2-D2759C869CC3}" type="parTrans">
      <dgm:prSet/>
      <dgm:spPr/>
      <dgm:t>
        <a:bodyPr/>
        <a:lstStyle/>
        <a:p>
          <a:endParaRPr lang="zh-CN" altLang="en-US"/>
        </a:p>
      </dgm:t>
    </dgm:pt>
    <dgm:pt modelId="{8492C120-ED33-419F-B0EB-97ADD32D5C3D}" cxnId="{8FE67D8F-8DBF-40F7-B1F2-D2759C869CC3}" type="sibTrans">
      <dgm:prSet/>
      <dgm:spPr/>
      <dgm:t>
        <a:bodyPr/>
        <a:lstStyle/>
        <a:p>
          <a:endParaRPr lang="zh-CN" altLang="en-US"/>
        </a:p>
      </dgm:t>
    </dgm:pt>
    <dgm:pt modelId="{5788E258-15D2-47F4-810F-8856804E3C45}" type="pres">
      <dgm:prSet presAssocID="{CF2192E8-6B44-4068-821E-696B06CFAEF6}" presName="Name0" presStyleCnt="0">
        <dgm:presLayoutVars>
          <dgm:chMax val="1"/>
          <dgm:dir/>
          <dgm:animLvl val="ctr"/>
          <dgm:resizeHandles val="exact"/>
        </dgm:presLayoutVars>
      </dgm:prSet>
      <dgm:spPr/>
      <dgm:t>
        <a:bodyPr/>
        <a:lstStyle/>
        <a:p>
          <a:endParaRPr lang="zh-CN" altLang="en-US"/>
        </a:p>
      </dgm:t>
    </dgm:pt>
    <dgm:pt modelId="{32A5B9C0-9925-4510-AE87-148008211F27}" type="pres">
      <dgm:prSet presAssocID="{B6C8AC81-7C7F-402F-B163-EA76691DB023}" presName="centerShape" presStyleLbl="node0" presStyleIdx="0" presStyleCnt="1" custScaleX="125346" custScaleY="127018"/>
      <dgm:spPr/>
      <dgm:t>
        <a:bodyPr/>
        <a:lstStyle/>
        <a:p>
          <a:endParaRPr lang="zh-CN" altLang="en-US"/>
        </a:p>
      </dgm:t>
    </dgm:pt>
    <dgm:pt modelId="{6B69AA5B-5919-40E7-9C2F-741E85BE660B}" type="pres">
      <dgm:prSet presAssocID="{2D029AFF-B877-4C5F-A1A4-ED332B4A979F}" presName="parTrans" presStyleLbl="sibTrans2D1" presStyleIdx="0" presStyleCnt="5"/>
      <dgm:spPr/>
      <dgm:t>
        <a:bodyPr/>
        <a:lstStyle/>
        <a:p>
          <a:endParaRPr lang="zh-CN" altLang="en-US"/>
        </a:p>
      </dgm:t>
    </dgm:pt>
    <dgm:pt modelId="{C0083CDF-E52E-4343-BA61-BAD00CB1515B}" type="pres">
      <dgm:prSet presAssocID="{2D029AFF-B877-4C5F-A1A4-ED332B4A979F}" presName="connectorText" presStyleLbl="sibTrans2D1" presStyleIdx="0" presStyleCnt="5"/>
      <dgm:spPr/>
      <dgm:t>
        <a:bodyPr/>
        <a:lstStyle/>
        <a:p>
          <a:endParaRPr lang="zh-CN" altLang="en-US"/>
        </a:p>
      </dgm:t>
    </dgm:pt>
    <dgm:pt modelId="{517524A7-6270-4C31-B248-9BE8CEA2D0DE}" type="pres">
      <dgm:prSet presAssocID="{64F1320C-1AEC-4B64-B5CF-970254D8800F}" presName="node" presStyleLbl="node1" presStyleIdx="0" presStyleCnt="5">
        <dgm:presLayoutVars>
          <dgm:bulletEnabled val="1"/>
        </dgm:presLayoutVars>
      </dgm:prSet>
      <dgm:spPr/>
      <dgm:t>
        <a:bodyPr/>
        <a:lstStyle/>
        <a:p>
          <a:endParaRPr lang="zh-CN" altLang="en-US"/>
        </a:p>
      </dgm:t>
    </dgm:pt>
    <dgm:pt modelId="{DE98FB10-8F9C-4507-A364-30B636C8A11A}" type="pres">
      <dgm:prSet presAssocID="{4D5EA02E-A25A-46C2-ADAF-02B3F808AB74}" presName="parTrans" presStyleLbl="sibTrans2D1" presStyleIdx="1" presStyleCnt="5"/>
      <dgm:spPr/>
      <dgm:t>
        <a:bodyPr/>
        <a:lstStyle/>
        <a:p>
          <a:endParaRPr lang="zh-CN" altLang="en-US"/>
        </a:p>
      </dgm:t>
    </dgm:pt>
    <dgm:pt modelId="{9752DE2A-9A1B-4D8C-A9FD-9617F4F11BFC}" type="pres">
      <dgm:prSet presAssocID="{4D5EA02E-A25A-46C2-ADAF-02B3F808AB74}" presName="connectorText" presStyleLbl="sibTrans2D1" presStyleIdx="1" presStyleCnt="5"/>
      <dgm:spPr/>
      <dgm:t>
        <a:bodyPr/>
        <a:lstStyle/>
        <a:p>
          <a:endParaRPr lang="zh-CN" altLang="en-US"/>
        </a:p>
      </dgm:t>
    </dgm:pt>
    <dgm:pt modelId="{A9C8D11A-D4F4-423E-A270-CDC1E3A45044}" type="pres">
      <dgm:prSet presAssocID="{F1FC4840-E551-428F-A414-50844A3F8C5F}" presName="node" presStyleLbl="node1" presStyleIdx="1" presStyleCnt="5">
        <dgm:presLayoutVars>
          <dgm:bulletEnabled val="1"/>
        </dgm:presLayoutVars>
      </dgm:prSet>
      <dgm:spPr/>
      <dgm:t>
        <a:bodyPr/>
        <a:lstStyle/>
        <a:p>
          <a:endParaRPr lang="zh-CN" altLang="en-US"/>
        </a:p>
      </dgm:t>
    </dgm:pt>
    <dgm:pt modelId="{E89C6002-AA3E-48A3-B9D7-3A938557E08F}" type="pres">
      <dgm:prSet presAssocID="{1E0C180A-9F5E-4741-B3AD-907CDEFF648F}" presName="parTrans" presStyleLbl="sibTrans2D1" presStyleIdx="2" presStyleCnt="5"/>
      <dgm:spPr/>
      <dgm:t>
        <a:bodyPr/>
        <a:lstStyle/>
        <a:p>
          <a:endParaRPr lang="zh-CN" altLang="en-US"/>
        </a:p>
      </dgm:t>
    </dgm:pt>
    <dgm:pt modelId="{19799871-9B06-4F14-A949-78A8D77A8FD1}" type="pres">
      <dgm:prSet presAssocID="{1E0C180A-9F5E-4741-B3AD-907CDEFF648F}" presName="connectorText" presStyleLbl="sibTrans2D1" presStyleIdx="2" presStyleCnt="5"/>
      <dgm:spPr/>
      <dgm:t>
        <a:bodyPr/>
        <a:lstStyle/>
        <a:p>
          <a:endParaRPr lang="zh-CN" altLang="en-US"/>
        </a:p>
      </dgm:t>
    </dgm:pt>
    <dgm:pt modelId="{B2DAD549-E810-407E-B1F7-0F87A4181F59}" type="pres">
      <dgm:prSet presAssocID="{C2582B02-0241-4ECA-AAD4-60D1BB06F56F}" presName="node" presStyleLbl="node1" presStyleIdx="2" presStyleCnt="5">
        <dgm:presLayoutVars>
          <dgm:bulletEnabled val="1"/>
        </dgm:presLayoutVars>
      </dgm:prSet>
      <dgm:spPr/>
      <dgm:t>
        <a:bodyPr/>
        <a:lstStyle/>
        <a:p>
          <a:endParaRPr lang="zh-CN" altLang="en-US"/>
        </a:p>
      </dgm:t>
    </dgm:pt>
    <dgm:pt modelId="{D667E12E-3427-497F-AEDD-70B85896216E}" type="pres">
      <dgm:prSet presAssocID="{66B3D391-F988-4898-9036-E38CF5EE9E47}" presName="parTrans" presStyleLbl="sibTrans2D1" presStyleIdx="3" presStyleCnt="5"/>
      <dgm:spPr/>
      <dgm:t>
        <a:bodyPr/>
        <a:lstStyle/>
        <a:p>
          <a:endParaRPr lang="zh-CN" altLang="en-US"/>
        </a:p>
      </dgm:t>
    </dgm:pt>
    <dgm:pt modelId="{41808DC3-2376-495C-A210-7C901CF5AE60}" type="pres">
      <dgm:prSet presAssocID="{66B3D391-F988-4898-9036-E38CF5EE9E47}" presName="connectorText" presStyleLbl="sibTrans2D1" presStyleIdx="3" presStyleCnt="5"/>
      <dgm:spPr/>
      <dgm:t>
        <a:bodyPr/>
        <a:lstStyle/>
        <a:p>
          <a:endParaRPr lang="zh-CN" altLang="en-US"/>
        </a:p>
      </dgm:t>
    </dgm:pt>
    <dgm:pt modelId="{60059C49-8D20-4077-AEB2-F8CCCB87A29B}" type="pres">
      <dgm:prSet presAssocID="{A5C7A6D3-2A11-4112-B94A-EAFA7D9FC942}" presName="node" presStyleLbl="node1" presStyleIdx="3" presStyleCnt="5">
        <dgm:presLayoutVars>
          <dgm:bulletEnabled val="1"/>
        </dgm:presLayoutVars>
      </dgm:prSet>
      <dgm:spPr/>
      <dgm:t>
        <a:bodyPr/>
        <a:lstStyle/>
        <a:p>
          <a:endParaRPr lang="zh-CN" altLang="en-US"/>
        </a:p>
      </dgm:t>
    </dgm:pt>
    <dgm:pt modelId="{FB9D5CC9-C654-4BA3-8DE2-47D79F3B21DC}" type="pres">
      <dgm:prSet presAssocID="{F445517E-36CF-44CD-9143-FEC6C9290A40}" presName="parTrans" presStyleLbl="sibTrans2D1" presStyleIdx="4" presStyleCnt="5"/>
      <dgm:spPr/>
      <dgm:t>
        <a:bodyPr/>
        <a:lstStyle/>
        <a:p>
          <a:endParaRPr lang="zh-CN" altLang="en-US"/>
        </a:p>
      </dgm:t>
    </dgm:pt>
    <dgm:pt modelId="{AC099564-64A4-4D85-A82C-7370570B7BE3}" type="pres">
      <dgm:prSet presAssocID="{F445517E-36CF-44CD-9143-FEC6C9290A40}" presName="connectorText" presStyleLbl="sibTrans2D1" presStyleIdx="4" presStyleCnt="5"/>
      <dgm:spPr/>
      <dgm:t>
        <a:bodyPr/>
        <a:lstStyle/>
        <a:p>
          <a:endParaRPr lang="zh-CN" altLang="en-US"/>
        </a:p>
      </dgm:t>
    </dgm:pt>
    <dgm:pt modelId="{799F8163-8EB1-4FC5-9359-BBC0CAA9BAC1}" type="pres">
      <dgm:prSet presAssocID="{17D2C730-7D9C-469E-9A38-8DCC01AB8A07}" presName="node" presStyleLbl="node1" presStyleIdx="4" presStyleCnt="5">
        <dgm:presLayoutVars>
          <dgm:bulletEnabled val="1"/>
        </dgm:presLayoutVars>
      </dgm:prSet>
      <dgm:spPr/>
      <dgm:t>
        <a:bodyPr/>
        <a:lstStyle/>
        <a:p>
          <a:endParaRPr lang="zh-CN" altLang="en-US"/>
        </a:p>
      </dgm:t>
    </dgm:pt>
  </dgm:ptLst>
  <dgm:cxnLst>
    <dgm:cxn modelId="{AB08D053-F321-4653-8872-743F13EF5C36}" type="presOf" srcId="{1E0C180A-9F5E-4741-B3AD-907CDEFF648F}" destId="{E89C6002-AA3E-48A3-B9D7-3A938557E08F}" srcOrd="0" destOrd="0" presId="urn:microsoft.com/office/officeart/2005/8/layout/radial5"/>
    <dgm:cxn modelId="{7DCE941D-A642-4C81-82AA-F58D66F4D7CE}" type="presOf" srcId="{A5C7A6D3-2A11-4112-B94A-EAFA7D9FC942}" destId="{60059C49-8D20-4077-AEB2-F8CCCB87A29B}" srcOrd="0" destOrd="0" presId="urn:microsoft.com/office/officeart/2005/8/layout/radial5"/>
    <dgm:cxn modelId="{F60670FA-F643-46FC-B10D-97E78CE1660D}" type="presOf" srcId="{64F1320C-1AEC-4B64-B5CF-970254D8800F}" destId="{517524A7-6270-4C31-B248-9BE8CEA2D0DE}" srcOrd="0" destOrd="0" presId="urn:microsoft.com/office/officeart/2005/8/layout/radial5"/>
    <dgm:cxn modelId="{942F8532-FC8A-45D9-9707-51B93C85EFD6}" type="presOf" srcId="{F445517E-36CF-44CD-9143-FEC6C9290A40}" destId="{AC099564-64A4-4D85-A82C-7370570B7BE3}" srcOrd="1" destOrd="0" presId="urn:microsoft.com/office/officeart/2005/8/layout/radial5"/>
    <dgm:cxn modelId="{CE7B4857-23F4-4CED-90C5-FC9E6444396B}" type="presOf" srcId="{66B3D391-F988-4898-9036-E38CF5EE9E47}" destId="{41808DC3-2376-495C-A210-7C901CF5AE60}" srcOrd="1" destOrd="0" presId="urn:microsoft.com/office/officeart/2005/8/layout/radial5"/>
    <dgm:cxn modelId="{0F280F7B-7E27-4D45-81FE-C777F6997C06}" type="presOf" srcId="{F445517E-36CF-44CD-9143-FEC6C9290A40}" destId="{FB9D5CC9-C654-4BA3-8DE2-47D79F3B21DC}" srcOrd="0" destOrd="0" presId="urn:microsoft.com/office/officeart/2005/8/layout/radial5"/>
    <dgm:cxn modelId="{87BAC54C-3F8F-405A-9CCA-68691A68DE14}" type="presOf" srcId="{66B3D391-F988-4898-9036-E38CF5EE9E47}" destId="{D667E12E-3427-497F-AEDD-70B85896216E}" srcOrd="0" destOrd="0" presId="urn:microsoft.com/office/officeart/2005/8/layout/radial5"/>
    <dgm:cxn modelId="{C43B7493-B26F-451E-ABF0-7208FFC9B21B}" type="presOf" srcId="{2D029AFF-B877-4C5F-A1A4-ED332B4A979F}" destId="{6B69AA5B-5919-40E7-9C2F-741E85BE660B}" srcOrd="0" destOrd="0" presId="urn:microsoft.com/office/officeart/2005/8/layout/radial5"/>
    <dgm:cxn modelId="{7E91A10A-1A1A-43CB-8824-523C0A8E1B9E}" type="presOf" srcId="{F1FC4840-E551-428F-A414-50844A3F8C5F}" destId="{A9C8D11A-D4F4-423E-A270-CDC1E3A45044}" srcOrd="0" destOrd="0" presId="urn:microsoft.com/office/officeart/2005/8/layout/radial5"/>
    <dgm:cxn modelId="{76602ACA-68F6-47C5-86AD-FA78B2973560}" srcId="{B6C8AC81-7C7F-402F-B163-EA76691DB023}" destId="{A5C7A6D3-2A11-4112-B94A-EAFA7D9FC942}" srcOrd="3" destOrd="0" parTransId="{66B3D391-F988-4898-9036-E38CF5EE9E47}" sibTransId="{5346AB24-0F5F-46FF-A213-E32A4ED8E3B0}"/>
    <dgm:cxn modelId="{7C358066-CE7D-47A7-BF01-98CAC9E90461}" type="presOf" srcId="{1E0C180A-9F5E-4741-B3AD-907CDEFF648F}" destId="{19799871-9B06-4F14-A949-78A8D77A8FD1}" srcOrd="1" destOrd="0" presId="urn:microsoft.com/office/officeart/2005/8/layout/radial5"/>
    <dgm:cxn modelId="{0CD2C44A-0F5C-46A6-BE73-705FA609C0AD}" srcId="{CF2192E8-6B44-4068-821E-696B06CFAEF6}" destId="{B6C8AC81-7C7F-402F-B163-EA76691DB023}" srcOrd="0" destOrd="0" parTransId="{B18AD641-E20A-4211-B096-E919921A628C}" sibTransId="{0166A71A-29C4-4794-9ECA-89D5A6433B53}"/>
    <dgm:cxn modelId="{A3B6B7DB-FEE6-47A3-99CF-5E6B6195F97E}" srcId="{B6C8AC81-7C7F-402F-B163-EA76691DB023}" destId="{F1FC4840-E551-428F-A414-50844A3F8C5F}" srcOrd="1" destOrd="0" parTransId="{4D5EA02E-A25A-46C2-ADAF-02B3F808AB74}" sibTransId="{78D85809-F2DD-4F2B-BB7E-87676912D720}"/>
    <dgm:cxn modelId="{3EF6C27C-93B3-44AA-99D4-5E2171F18769}" type="presOf" srcId="{4D5EA02E-A25A-46C2-ADAF-02B3F808AB74}" destId="{9752DE2A-9A1B-4D8C-A9FD-9617F4F11BFC}" srcOrd="1" destOrd="0" presId="urn:microsoft.com/office/officeart/2005/8/layout/radial5"/>
    <dgm:cxn modelId="{A3BCB08E-71AC-4CF8-A36E-59767554E814}" type="presOf" srcId="{CF2192E8-6B44-4068-821E-696B06CFAEF6}" destId="{5788E258-15D2-47F4-810F-8856804E3C45}" srcOrd="0" destOrd="0" presId="urn:microsoft.com/office/officeart/2005/8/layout/radial5"/>
    <dgm:cxn modelId="{D23E79A1-226A-4D45-B124-01D04A5911EF}" type="presOf" srcId="{4D5EA02E-A25A-46C2-ADAF-02B3F808AB74}" destId="{DE98FB10-8F9C-4507-A364-30B636C8A11A}" srcOrd="0" destOrd="0" presId="urn:microsoft.com/office/officeart/2005/8/layout/radial5"/>
    <dgm:cxn modelId="{D3F12916-3748-4FC9-B7AC-070A1343FC82}" srcId="{B6C8AC81-7C7F-402F-B163-EA76691DB023}" destId="{64F1320C-1AEC-4B64-B5CF-970254D8800F}" srcOrd="0" destOrd="0" parTransId="{2D029AFF-B877-4C5F-A1A4-ED332B4A979F}" sibTransId="{4183FD15-66EE-42E1-ADF3-7FA8713CC7D1}"/>
    <dgm:cxn modelId="{F60DD9FA-3B0C-4BB4-87AF-B6FC40179EA0}" type="presOf" srcId="{2D029AFF-B877-4C5F-A1A4-ED332B4A979F}" destId="{C0083CDF-E52E-4343-BA61-BAD00CB1515B}" srcOrd="1" destOrd="0" presId="urn:microsoft.com/office/officeart/2005/8/layout/radial5"/>
    <dgm:cxn modelId="{134375DC-1A60-4246-A977-990F396C08F4}" type="presOf" srcId="{17D2C730-7D9C-469E-9A38-8DCC01AB8A07}" destId="{799F8163-8EB1-4FC5-9359-BBC0CAA9BAC1}" srcOrd="0" destOrd="0" presId="urn:microsoft.com/office/officeart/2005/8/layout/radial5"/>
    <dgm:cxn modelId="{8FE67D8F-8DBF-40F7-B1F2-D2759C869CC3}" srcId="{B6C8AC81-7C7F-402F-B163-EA76691DB023}" destId="{17D2C730-7D9C-469E-9A38-8DCC01AB8A07}" srcOrd="4" destOrd="0" parTransId="{F445517E-36CF-44CD-9143-FEC6C9290A40}" sibTransId="{8492C120-ED33-419F-B0EB-97ADD32D5C3D}"/>
    <dgm:cxn modelId="{D6D47076-5369-45FD-81FF-E3B3165E64A6}" type="presOf" srcId="{B6C8AC81-7C7F-402F-B163-EA76691DB023}" destId="{32A5B9C0-9925-4510-AE87-148008211F27}" srcOrd="0" destOrd="0" presId="urn:microsoft.com/office/officeart/2005/8/layout/radial5"/>
    <dgm:cxn modelId="{A9704E96-44DA-4FC3-BCEA-3F59D6A8B28A}" srcId="{B6C8AC81-7C7F-402F-B163-EA76691DB023}" destId="{C2582B02-0241-4ECA-AAD4-60D1BB06F56F}" srcOrd="2" destOrd="0" parTransId="{1E0C180A-9F5E-4741-B3AD-907CDEFF648F}" sibTransId="{5C6BDE49-12B9-4381-82B4-79F1B05A03F1}"/>
    <dgm:cxn modelId="{3AF6C3C4-1D0A-4078-80D0-3BC71DD7BB26}" type="presOf" srcId="{C2582B02-0241-4ECA-AAD4-60D1BB06F56F}" destId="{B2DAD549-E810-407E-B1F7-0F87A4181F59}" srcOrd="0" destOrd="0" presId="urn:microsoft.com/office/officeart/2005/8/layout/radial5"/>
    <dgm:cxn modelId="{2CC22D40-3966-47A2-BEAC-E9A2033D220D}" type="presParOf" srcId="{5788E258-15D2-47F4-810F-8856804E3C45}" destId="{32A5B9C0-9925-4510-AE87-148008211F27}" srcOrd="0" destOrd="0" presId="urn:microsoft.com/office/officeart/2005/8/layout/radial5"/>
    <dgm:cxn modelId="{3239375C-9278-402C-AD7F-A1064B9C3D7C}" type="presParOf" srcId="{5788E258-15D2-47F4-810F-8856804E3C45}" destId="{6B69AA5B-5919-40E7-9C2F-741E85BE660B}" srcOrd="1" destOrd="0" presId="urn:microsoft.com/office/officeart/2005/8/layout/radial5"/>
    <dgm:cxn modelId="{9E9BB76F-745D-473E-8730-2173A6A359E5}" type="presParOf" srcId="{6B69AA5B-5919-40E7-9C2F-741E85BE660B}" destId="{C0083CDF-E52E-4343-BA61-BAD00CB1515B}" srcOrd="0" destOrd="0" presId="urn:microsoft.com/office/officeart/2005/8/layout/radial5"/>
    <dgm:cxn modelId="{88AA8E08-72C5-4C2D-8628-1BAFAF2066D5}" type="presParOf" srcId="{5788E258-15D2-47F4-810F-8856804E3C45}" destId="{517524A7-6270-4C31-B248-9BE8CEA2D0DE}" srcOrd="2" destOrd="0" presId="urn:microsoft.com/office/officeart/2005/8/layout/radial5"/>
    <dgm:cxn modelId="{8CA1F837-06A5-47A6-9674-82EE86CDF90F}" type="presParOf" srcId="{5788E258-15D2-47F4-810F-8856804E3C45}" destId="{DE98FB10-8F9C-4507-A364-30B636C8A11A}" srcOrd="3" destOrd="0" presId="urn:microsoft.com/office/officeart/2005/8/layout/radial5"/>
    <dgm:cxn modelId="{2572E2A9-B328-4846-A1C9-F0AFA9F717AA}" type="presParOf" srcId="{DE98FB10-8F9C-4507-A364-30B636C8A11A}" destId="{9752DE2A-9A1B-4D8C-A9FD-9617F4F11BFC}" srcOrd="0" destOrd="0" presId="urn:microsoft.com/office/officeart/2005/8/layout/radial5"/>
    <dgm:cxn modelId="{39E5BBD5-8D59-442F-AFB0-E200020765AA}" type="presParOf" srcId="{5788E258-15D2-47F4-810F-8856804E3C45}" destId="{A9C8D11A-D4F4-423E-A270-CDC1E3A45044}" srcOrd="4" destOrd="0" presId="urn:microsoft.com/office/officeart/2005/8/layout/radial5"/>
    <dgm:cxn modelId="{C9603440-964B-4C92-A72A-18E7799F9D29}" type="presParOf" srcId="{5788E258-15D2-47F4-810F-8856804E3C45}" destId="{E89C6002-AA3E-48A3-B9D7-3A938557E08F}" srcOrd="5" destOrd="0" presId="urn:microsoft.com/office/officeart/2005/8/layout/radial5"/>
    <dgm:cxn modelId="{08784DD6-F312-47D6-887F-38A664969463}" type="presParOf" srcId="{E89C6002-AA3E-48A3-B9D7-3A938557E08F}" destId="{19799871-9B06-4F14-A949-78A8D77A8FD1}" srcOrd="0" destOrd="0" presId="urn:microsoft.com/office/officeart/2005/8/layout/radial5"/>
    <dgm:cxn modelId="{CA81DF7C-52A0-45C2-9231-00ABE2AC5571}" type="presParOf" srcId="{5788E258-15D2-47F4-810F-8856804E3C45}" destId="{B2DAD549-E810-407E-B1F7-0F87A4181F59}" srcOrd="6" destOrd="0" presId="urn:microsoft.com/office/officeart/2005/8/layout/radial5"/>
    <dgm:cxn modelId="{377F1BB3-1058-411F-A23D-A42E927B363F}" type="presParOf" srcId="{5788E258-15D2-47F4-810F-8856804E3C45}" destId="{D667E12E-3427-497F-AEDD-70B85896216E}" srcOrd="7" destOrd="0" presId="urn:microsoft.com/office/officeart/2005/8/layout/radial5"/>
    <dgm:cxn modelId="{0669D4DB-B485-4370-AD36-925BDA7C765E}" type="presParOf" srcId="{D667E12E-3427-497F-AEDD-70B85896216E}" destId="{41808DC3-2376-495C-A210-7C901CF5AE60}" srcOrd="0" destOrd="0" presId="urn:microsoft.com/office/officeart/2005/8/layout/radial5"/>
    <dgm:cxn modelId="{F64EE4C9-08E5-4745-851E-C696D1D72C25}" type="presParOf" srcId="{5788E258-15D2-47F4-810F-8856804E3C45}" destId="{60059C49-8D20-4077-AEB2-F8CCCB87A29B}" srcOrd="8" destOrd="0" presId="urn:microsoft.com/office/officeart/2005/8/layout/radial5"/>
    <dgm:cxn modelId="{DED8A289-CF1E-4B3E-8009-FD2E98B621CB}" type="presParOf" srcId="{5788E258-15D2-47F4-810F-8856804E3C45}" destId="{FB9D5CC9-C654-4BA3-8DE2-47D79F3B21DC}" srcOrd="9" destOrd="0" presId="urn:microsoft.com/office/officeart/2005/8/layout/radial5"/>
    <dgm:cxn modelId="{6BC7D0B1-F59B-47C9-903E-FED107584BB9}" type="presParOf" srcId="{FB9D5CC9-C654-4BA3-8DE2-47D79F3B21DC}" destId="{AC099564-64A4-4D85-A82C-7370570B7BE3}" srcOrd="0" destOrd="0" presId="urn:microsoft.com/office/officeart/2005/8/layout/radial5"/>
    <dgm:cxn modelId="{B605A354-1D6A-4818-9B1B-671A4679CDC9}" type="presParOf" srcId="{5788E258-15D2-47F4-810F-8856804E3C45}" destId="{799F8163-8EB1-4FC5-9359-BBC0CAA9BAC1}" srcOrd="10" destOrd="0" presId="urn:microsoft.com/office/officeart/2005/8/layout/radial5"/>
  </dgm:cxnLst>
  <dgm:bg/>
  <dgm:whole>
    <a:ln>
      <a:noFill/>
    </a:ln>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357718"/>
        <a:chOff x="0" y="0"/>
        <a:chExt cx="8229600" cy="4357718"/>
      </a:xfrm>
    </dsp:grpSpPr>
    <dsp:sp modelId="{73D8F8FC-9D09-4175-989E-B6CFAAFC5CF5}">
      <dsp:nvSpPr>
        <dsp:cNvPr id="3" name="圆角矩形 2"/>
        <dsp:cNvSpPr/>
      </dsp:nvSpPr>
      <dsp:spPr bwMode="white">
        <a:xfrm>
          <a:off x="0" y="0"/>
          <a:ext cx="6583680" cy="958698"/>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68580" tIns="68580" rIns="68580" bIns="685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174625" lvl="0" indent="0">
            <a:lnSpc>
              <a:spcPct val="100000"/>
            </a:lnSpc>
            <a:spcBef>
              <a:spcPct val="0"/>
            </a:spcBef>
            <a:spcAft>
              <a:spcPct val="35000"/>
            </a:spcAft>
          </a:pPr>
          <a:r>
            <a:rPr lang="zh-CN" altLang="en-US" sz="1800" b="0" dirty="0" smtClean="0">
              <a:latin typeface="微软雅黑" panose="020B0503020204020204" charset="-122"/>
              <a:ea typeface="微软雅黑" panose="020B0503020204020204" charset="-122"/>
            </a:rPr>
            <a:t>找出完成任务的 </a:t>
          </a:r>
          <a:r>
            <a:rPr lang="zh-CN" altLang="en-US" sz="2000" b="1" u="sng" dirty="0" smtClean="0">
              <a:latin typeface="微软雅黑" panose="020B0503020204020204" charset="-122"/>
              <a:ea typeface="微软雅黑" panose="020B0503020204020204" charset="-122"/>
            </a:rPr>
            <a:t>组成部分</a:t>
          </a:r>
          <a:endParaRPr lang="zh-CN" altLang="en-US" sz="2000" b="1" u="sng" dirty="0">
            <a:latin typeface="微软雅黑" panose="020B0503020204020204" charset="-122"/>
            <a:ea typeface="微软雅黑" panose="020B0503020204020204" charset="-122"/>
          </a:endParaRPr>
        </a:p>
      </dsp:txBody>
      <dsp:txXfrm>
        <a:off x="0" y="0"/>
        <a:ext cx="6583680" cy="958698"/>
      </dsp:txXfrm>
    </dsp:sp>
    <dsp:sp modelId="{8B23A9DB-783F-42D5-A579-DC996D4D17B1}">
      <dsp:nvSpPr>
        <dsp:cNvPr id="4" name="圆角矩形 3"/>
        <dsp:cNvSpPr/>
      </dsp:nvSpPr>
      <dsp:spPr bwMode="white">
        <a:xfrm>
          <a:off x="492358" y="1089434"/>
          <a:ext cx="6583680" cy="958698"/>
        </a:xfrm>
        <a:prstGeom prst="roundRect">
          <a:avLst>
            <a:gd name="adj" fmla="val 10000"/>
          </a:avLst>
        </a:prstGeom>
      </dsp:spPr>
      <dsp:style>
        <a:lnRef idx="2">
          <a:schemeClr val="lt1"/>
        </a:lnRef>
        <a:fillRef idx="1">
          <a:schemeClr val="accent2">
            <a:hueOff val="-499999"/>
            <a:satOff val="-27973"/>
            <a:lumOff val="2876"/>
            <a:alpha val="100000"/>
          </a:schemeClr>
        </a:fillRef>
        <a:effectRef idx="0">
          <a:scrgbClr r="0" g="0" b="0"/>
        </a:effectRef>
        <a:fontRef idx="minor">
          <a:schemeClr val="lt1"/>
        </a:fontRef>
      </dsp:style>
      <dsp:txBody>
        <a:bodyPr lIns="68580" tIns="68580" rIns="68580" bIns="685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174625" lvl="0" indent="0">
            <a:lnSpc>
              <a:spcPct val="100000"/>
            </a:lnSpc>
            <a:spcBef>
              <a:spcPct val="0"/>
            </a:spcBef>
            <a:spcAft>
              <a:spcPct val="35000"/>
            </a:spcAft>
          </a:pPr>
          <a:r>
            <a:rPr lang="zh-CN" altLang="en-US" sz="1800" b="0" dirty="0" smtClean="0">
              <a:latin typeface="微软雅黑" panose="020B0503020204020204" charset="-122"/>
              <a:ea typeface="微软雅黑" panose="020B0503020204020204" charset="-122"/>
            </a:rPr>
            <a:t>分析各组成部分的 </a:t>
          </a:r>
          <a:r>
            <a:rPr lang="zh-CN" altLang="en-US" sz="2000" b="1" u="sng" dirty="0" smtClean="0">
              <a:latin typeface="微软雅黑" panose="020B0503020204020204" charset="-122"/>
              <a:ea typeface="微软雅黑" panose="020B0503020204020204" charset="-122"/>
            </a:rPr>
            <a:t>技术要素</a:t>
          </a:r>
          <a:endParaRPr lang="zh-CN" altLang="en-US" sz="2000" b="1" u="sng" dirty="0">
            <a:latin typeface="微软雅黑" panose="020B0503020204020204" charset="-122"/>
            <a:ea typeface="微软雅黑" panose="020B0503020204020204" charset="-122"/>
          </a:endParaRPr>
        </a:p>
      </dsp:txBody>
      <dsp:txXfrm>
        <a:off x="492358" y="1089434"/>
        <a:ext cx="6583680" cy="958698"/>
      </dsp:txXfrm>
    </dsp:sp>
    <dsp:sp modelId="{8CA5FF6B-7B35-4D13-A304-0E0EBB3DEAF8}">
      <dsp:nvSpPr>
        <dsp:cNvPr id="5" name="圆角矩形 4"/>
        <dsp:cNvSpPr/>
      </dsp:nvSpPr>
      <dsp:spPr bwMode="white">
        <a:xfrm>
          <a:off x="1094537" y="2178858"/>
          <a:ext cx="6583680" cy="958698"/>
        </a:xfrm>
        <a:prstGeom prst="roundRect">
          <a:avLst>
            <a:gd name="adj" fmla="val 10000"/>
          </a:avLst>
        </a:prstGeom>
      </dsp:spPr>
      <dsp:style>
        <a:lnRef idx="2">
          <a:schemeClr val="lt1"/>
        </a:lnRef>
        <a:fillRef idx="1">
          <a:schemeClr val="accent2">
            <a:hueOff val="-999999"/>
            <a:satOff val="-55947"/>
            <a:lumOff val="5752"/>
            <a:alpha val="100000"/>
          </a:schemeClr>
        </a:fillRef>
        <a:effectRef idx="0">
          <a:scrgbClr r="0" g="0" b="0"/>
        </a:effectRef>
        <a:fontRef idx="minor">
          <a:schemeClr val="lt1"/>
        </a:fontRef>
      </dsp:style>
      <dsp:txBody>
        <a:bodyPr lIns="68580" tIns="68580" rIns="68580" bIns="685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282575" lvl="0" indent="0">
            <a:lnSpc>
              <a:spcPct val="100000"/>
            </a:lnSpc>
            <a:spcBef>
              <a:spcPct val="0"/>
            </a:spcBef>
            <a:spcAft>
              <a:spcPct val="35000"/>
            </a:spcAft>
          </a:pPr>
          <a:r>
            <a:rPr lang="zh-CN" altLang="en-US" sz="1800" b="0" dirty="0" smtClean="0">
              <a:latin typeface="微软雅黑" panose="020B0503020204020204" charset="-122"/>
              <a:ea typeface="微软雅黑" panose="020B0503020204020204" charset="-122"/>
            </a:rPr>
            <a:t>找出各技术要素的 </a:t>
          </a:r>
          <a:r>
            <a:rPr lang="zh-CN" altLang="en-US" sz="2000" b="1" u="sng" dirty="0" smtClean="0">
              <a:latin typeface="微软雅黑" panose="020B0503020204020204" charset="-122"/>
              <a:ea typeface="微软雅黑" panose="020B0503020204020204" charset="-122"/>
            </a:rPr>
            <a:t>创新点</a:t>
          </a:r>
          <a:endParaRPr lang="zh-CN" altLang="en-US" sz="2000" b="1" u="sng" dirty="0">
            <a:latin typeface="微软雅黑" panose="020B0503020204020204" charset="-122"/>
            <a:ea typeface="微软雅黑" panose="020B0503020204020204" charset="-122"/>
          </a:endParaRPr>
        </a:p>
      </dsp:txBody>
      <dsp:txXfrm>
        <a:off x="1094537" y="2178858"/>
        <a:ext cx="6583680" cy="958698"/>
      </dsp:txXfrm>
    </dsp:sp>
    <dsp:sp modelId="{FEDFE65E-7F4A-4187-B71D-C339C799FFAC}">
      <dsp:nvSpPr>
        <dsp:cNvPr id="6" name="圆角矩形 5"/>
        <dsp:cNvSpPr/>
      </dsp:nvSpPr>
      <dsp:spPr bwMode="white">
        <a:xfrm>
          <a:off x="1645920" y="3268292"/>
          <a:ext cx="6583680" cy="958698"/>
        </a:xfrm>
        <a:prstGeom prst="roundRect">
          <a:avLst>
            <a:gd name="adj" fmla="val 10000"/>
          </a:avLst>
        </a:prstGeom>
      </dsp:spPr>
      <dsp:style>
        <a:lnRef idx="2">
          <a:schemeClr val="lt1"/>
        </a:lnRef>
        <a:fillRef idx="1">
          <a:schemeClr val="accent2">
            <a:hueOff val="-1500000"/>
            <a:satOff val="-83921"/>
            <a:lumOff val="8627"/>
            <a:alpha val="100000"/>
          </a:schemeClr>
        </a:fillRef>
        <a:effectRef idx="0">
          <a:scrgbClr r="0" g="0" b="0"/>
        </a:effectRef>
        <a:fontRef idx="minor">
          <a:schemeClr val="lt1"/>
        </a:fontRef>
      </dsp:style>
      <dsp:txBody>
        <a:bodyPr lIns="68580" tIns="68580" rIns="68580" bIns="685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282575" lvl="0" indent="0">
            <a:lnSpc>
              <a:spcPct val="100000"/>
            </a:lnSpc>
            <a:spcBef>
              <a:spcPct val="0"/>
            </a:spcBef>
            <a:spcAft>
              <a:spcPct val="35000"/>
            </a:spcAft>
          </a:pPr>
          <a:r>
            <a:rPr lang="zh-CN" altLang="en-US" sz="1800" b="0" dirty="0" smtClean="0">
              <a:latin typeface="微软雅黑" panose="020B0503020204020204" charset="-122"/>
              <a:ea typeface="微软雅黑" panose="020B0503020204020204" charset="-122"/>
            </a:rPr>
            <a:t>根据创新点总结 </a:t>
          </a:r>
          <a:r>
            <a:rPr lang="zh-CN" altLang="en-US" sz="2000" b="1" u="sng" dirty="0" smtClean="0">
              <a:latin typeface="微软雅黑" panose="020B0503020204020204" charset="-122"/>
              <a:ea typeface="微软雅黑" panose="020B0503020204020204" charset="-122"/>
            </a:rPr>
            <a:t>技术方案</a:t>
          </a:r>
          <a:endParaRPr lang="zh-CN" altLang="en-US" sz="2000" b="1" u="sng" dirty="0">
            <a:latin typeface="微软雅黑" panose="020B0503020204020204" charset="-122"/>
            <a:ea typeface="微软雅黑" panose="020B0503020204020204" charset="-122"/>
          </a:endParaRPr>
        </a:p>
      </dsp:txBody>
      <dsp:txXfrm>
        <a:off x="1645920" y="3268292"/>
        <a:ext cx="6583680" cy="958698"/>
      </dsp:txXfrm>
    </dsp:sp>
    <dsp:sp modelId="{D213EE76-9809-4945-A5A8-1AB14592588A}">
      <dsp:nvSpPr>
        <dsp:cNvPr id="7" name="下箭头 6"/>
        <dsp:cNvSpPr/>
      </dsp:nvSpPr>
      <dsp:spPr bwMode="white">
        <a:xfrm>
          <a:off x="4714911" y="928693"/>
          <a:ext cx="623154" cy="623154"/>
        </a:xfrm>
        <a:prstGeom prst="downArrow">
          <a:avLst>
            <a:gd name="adj1" fmla="val 55000"/>
            <a:gd name="adj2" fmla="val 45000"/>
          </a:avLst>
        </a:prstGeom>
      </dsp:spPr>
      <dsp:style>
        <a:lnRef idx="2">
          <a:schemeClr val="accent2">
            <a:tint val="40000"/>
            <a:alpha val="90000"/>
            <a:hueOff val="0"/>
            <a:satOff val="0"/>
            <a:lumOff val="0"/>
            <a:alpha val="90196"/>
          </a:schemeClr>
        </a:lnRef>
        <a:fillRef idx="1">
          <a:schemeClr val="accent2">
            <a:tint val="40000"/>
            <a:alpha val="90000"/>
            <a:hueOff val="0"/>
            <a:satOff val="0"/>
            <a:lumOff val="0"/>
            <a:alpha val="90196"/>
          </a:schemeClr>
        </a:fillRef>
        <a:effectRef idx="0">
          <a:scrgbClr r="0" g="0" b="0"/>
        </a:effectRef>
        <a:fontRef idx="minor"/>
      </dsp:style>
      <dsp:txBody>
        <a:bodyPr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zh-CN" altLang="en-US">
            <a:solidFill>
              <a:schemeClr val="dk1"/>
            </a:solidFill>
          </a:endParaRPr>
        </a:p>
      </dsp:txBody>
      <dsp:txXfrm>
        <a:off x="4714911" y="928693"/>
        <a:ext cx="623154" cy="623154"/>
      </dsp:txXfrm>
    </dsp:sp>
    <dsp:sp modelId="{919A7625-8E6C-407B-A64A-C7B0F07C53F2}">
      <dsp:nvSpPr>
        <dsp:cNvPr id="8" name="下箭头 7"/>
        <dsp:cNvSpPr/>
      </dsp:nvSpPr>
      <dsp:spPr bwMode="white">
        <a:xfrm>
          <a:off x="5429286" y="2071701"/>
          <a:ext cx="623154" cy="623154"/>
        </a:xfrm>
        <a:prstGeom prst="downArrow">
          <a:avLst>
            <a:gd name="adj1" fmla="val 55000"/>
            <a:gd name="adj2" fmla="val 45000"/>
          </a:avLst>
        </a:prstGeom>
      </dsp:spPr>
      <dsp:style>
        <a:lnRef idx="2">
          <a:schemeClr val="accent2">
            <a:tint val="40000"/>
            <a:alpha val="90000"/>
            <a:hueOff val="-420000"/>
            <a:satOff val="-37842"/>
            <a:lumOff val="-391"/>
            <a:alpha val="90196"/>
          </a:schemeClr>
        </a:lnRef>
        <a:fillRef idx="1">
          <a:schemeClr val="accent2">
            <a:tint val="40000"/>
            <a:alpha val="90000"/>
            <a:hueOff val="-420000"/>
            <a:satOff val="-37842"/>
            <a:lumOff val="-391"/>
            <a:alpha val="90196"/>
          </a:schemeClr>
        </a:fillRef>
        <a:effectRef idx="0">
          <a:scrgbClr r="0" g="0" b="0"/>
        </a:effectRef>
        <a:fontRef idx="minor"/>
      </dsp:style>
      <dsp:txBody>
        <a:bodyPr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zh-CN" altLang="en-US">
            <a:solidFill>
              <a:schemeClr val="dk1"/>
            </a:solidFill>
          </a:endParaRPr>
        </a:p>
      </dsp:txBody>
      <dsp:txXfrm>
        <a:off x="5429286" y="2071701"/>
        <a:ext cx="623154" cy="623154"/>
      </dsp:txXfrm>
    </dsp:sp>
    <dsp:sp modelId="{22FDC766-9D78-477F-B14F-7C4645861991}">
      <dsp:nvSpPr>
        <dsp:cNvPr id="9" name="下箭头 8"/>
        <dsp:cNvSpPr/>
      </dsp:nvSpPr>
      <dsp:spPr bwMode="white">
        <a:xfrm>
          <a:off x="6072231" y="3071833"/>
          <a:ext cx="623154" cy="623154"/>
        </a:xfrm>
        <a:prstGeom prst="downArrow">
          <a:avLst>
            <a:gd name="adj1" fmla="val 55000"/>
            <a:gd name="adj2" fmla="val 45000"/>
          </a:avLst>
        </a:prstGeom>
      </dsp:spPr>
      <dsp:style>
        <a:lnRef idx="2">
          <a:schemeClr val="accent2">
            <a:tint val="40000"/>
            <a:alpha val="90000"/>
            <a:hueOff val="-840000"/>
            <a:satOff val="-75685"/>
            <a:lumOff val="-783"/>
            <a:alpha val="90196"/>
          </a:schemeClr>
        </a:lnRef>
        <a:fillRef idx="1">
          <a:schemeClr val="accent2">
            <a:tint val="40000"/>
            <a:alpha val="90000"/>
            <a:hueOff val="-840000"/>
            <a:satOff val="-75685"/>
            <a:lumOff val="-783"/>
            <a:alpha val="90196"/>
          </a:schemeClr>
        </a:fillRef>
        <a:effectRef idx="0">
          <a:scrgbClr r="0" g="0" b="0"/>
        </a:effectRef>
        <a:fontRef idx="minor"/>
      </dsp:style>
      <dsp:txBody>
        <a:bodyPr lIns="33020" tIns="33020" rIns="33020" bIns="3302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endParaRPr lang="zh-CN" altLang="en-US">
            <a:solidFill>
              <a:schemeClr val="dk1"/>
            </a:solidFill>
          </a:endParaRPr>
        </a:p>
      </dsp:txBody>
      <dsp:txXfrm>
        <a:off x="6072231" y="3071833"/>
        <a:ext cx="623154" cy="623154"/>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562975" cy="4732655"/>
        <a:chOff x="0" y="0"/>
        <a:chExt cx="8562975" cy="4732655"/>
      </a:xfrm>
    </dsp:grpSpPr>
    <dsp:sp modelId="{1BC8CEF0-BE69-4685-8698-3F3A2F307511}">
      <dsp:nvSpPr>
        <dsp:cNvPr id="5" name="任意多边形 4"/>
        <dsp:cNvSpPr/>
      </dsp:nvSpPr>
      <dsp:spPr bwMode="white">
        <a:xfrm>
          <a:off x="3481501" y="558441"/>
          <a:ext cx="3225746" cy="377889"/>
        </a:xfrm>
        <a:custGeom>
          <a:avLst/>
          <a:gdLst/>
          <a:ahLst/>
          <a:cxnLst/>
          <a:pathLst>
            <a:path w="5080" h="595">
              <a:moveTo>
                <a:pt x="5080" y="0"/>
              </a:moveTo>
              <a:lnTo>
                <a:pt x="5080" y="207"/>
              </a:lnTo>
              <a:lnTo>
                <a:pt x="0" y="207"/>
              </a:lnTo>
              <a:lnTo>
                <a:pt x="0" y="595"/>
              </a:lnTo>
            </a:path>
          </a:pathLst>
        </a:custGeom>
      </dsp:spPr>
      <dsp:style>
        <a:lnRef idx="2">
          <a:schemeClr val="accent2">
            <a:tint val="90000"/>
          </a:schemeClr>
        </a:lnRef>
        <a:fillRef idx="0">
          <a:schemeClr val="accent2">
            <a:tint val="90000"/>
          </a:schemeClr>
        </a:fillRef>
        <a:effectRef idx="0">
          <a:scrgbClr r="0" g="0" b="0"/>
        </a:effectRef>
        <a:fontRef idx="minor"/>
      </dsp:style>
      <dsp:txXfrm>
        <a:off x="3481501" y="558441"/>
        <a:ext cx="3225746" cy="377889"/>
      </dsp:txXfrm>
    </dsp:sp>
    <dsp:sp modelId="{C278FD77-3D9D-4906-8FF4-571911A50A79}">
      <dsp:nvSpPr>
        <dsp:cNvPr id="8" name="任意多边形 7"/>
        <dsp:cNvSpPr/>
      </dsp:nvSpPr>
      <dsp:spPr bwMode="white">
        <a:xfrm>
          <a:off x="2590635" y="1525855"/>
          <a:ext cx="890867" cy="381787"/>
        </a:xfrm>
        <a:custGeom>
          <a:avLst/>
          <a:gdLst/>
          <a:ahLst/>
          <a:cxnLst/>
          <a:pathLst>
            <a:path w="1403" h="601">
              <a:moveTo>
                <a:pt x="1403" y="0"/>
              </a:moveTo>
              <a:lnTo>
                <a:pt x="1403" y="213"/>
              </a:lnTo>
              <a:lnTo>
                <a:pt x="0" y="213"/>
              </a:lnTo>
              <a:lnTo>
                <a:pt x="0" y="601"/>
              </a:lnTo>
            </a:path>
          </a:pathLst>
        </a:custGeom>
      </dsp:spPr>
      <dsp:style>
        <a:lnRef idx="2">
          <a:schemeClr val="accent2">
            <a:tint val="70000"/>
          </a:schemeClr>
        </a:lnRef>
        <a:fillRef idx="0">
          <a:schemeClr val="accent2">
            <a:tint val="70000"/>
          </a:schemeClr>
        </a:fillRef>
        <a:effectRef idx="0">
          <a:scrgbClr r="0" g="0" b="0"/>
        </a:effectRef>
        <a:fontRef idx="minor"/>
      </dsp:style>
      <dsp:txXfrm>
        <a:off x="2590635" y="1525855"/>
        <a:ext cx="890867" cy="381787"/>
      </dsp:txXfrm>
    </dsp:sp>
    <dsp:sp modelId="{FD5CE9E2-567D-4E01-909D-5608ADBB3073}">
      <dsp:nvSpPr>
        <dsp:cNvPr id="11" name="任意多边形 10"/>
        <dsp:cNvSpPr/>
      </dsp:nvSpPr>
      <dsp:spPr bwMode="white">
        <a:xfrm>
          <a:off x="2590635" y="2489336"/>
          <a:ext cx="6996" cy="460823"/>
        </a:xfrm>
        <a:custGeom>
          <a:avLst/>
          <a:gdLst/>
          <a:ahLst/>
          <a:cxnLst/>
          <a:pathLst>
            <a:path w="11" h="726">
              <a:moveTo>
                <a:pt x="0" y="0"/>
              </a:moveTo>
              <a:lnTo>
                <a:pt x="0" y="337"/>
              </a:lnTo>
              <a:lnTo>
                <a:pt x="11" y="337"/>
              </a:lnTo>
              <a:lnTo>
                <a:pt x="11" y="726"/>
              </a:lnTo>
            </a:path>
          </a:pathLst>
        </a:custGeom>
      </dsp:spPr>
      <dsp:style>
        <a:lnRef idx="2">
          <a:schemeClr val="accent2">
            <a:tint val="50000"/>
          </a:schemeClr>
        </a:lnRef>
        <a:fillRef idx="0">
          <a:schemeClr val="accent2">
            <a:tint val="50000"/>
          </a:schemeClr>
        </a:fillRef>
        <a:effectRef idx="0">
          <a:scrgbClr r="0" g="0" b="0"/>
        </a:effectRef>
        <a:fontRef idx="minor"/>
      </dsp:style>
      <dsp:txXfrm>
        <a:off x="2590635" y="2489336"/>
        <a:ext cx="6996" cy="460823"/>
      </dsp:txXfrm>
    </dsp:sp>
    <dsp:sp modelId="{45A598AD-E9BA-45B0-92E1-6C9F03ADA5B8}">
      <dsp:nvSpPr>
        <dsp:cNvPr id="14" name="任意多边形 13"/>
        <dsp:cNvSpPr/>
      </dsp:nvSpPr>
      <dsp:spPr bwMode="white">
        <a:xfrm>
          <a:off x="2594602" y="3505313"/>
          <a:ext cx="3029" cy="532733"/>
        </a:xfrm>
        <a:custGeom>
          <a:avLst/>
          <a:gdLst/>
          <a:ahLst/>
          <a:cxnLst/>
          <a:pathLst>
            <a:path w="5" h="839">
              <a:moveTo>
                <a:pt x="5" y="0"/>
              </a:moveTo>
              <a:lnTo>
                <a:pt x="5" y="451"/>
              </a:lnTo>
              <a:lnTo>
                <a:pt x="0" y="451"/>
              </a:lnTo>
              <a:lnTo>
                <a:pt x="0" y="839"/>
              </a:lnTo>
            </a:path>
          </a:pathLst>
        </a:custGeom>
      </dsp:spPr>
      <dsp:style>
        <a:lnRef idx="2">
          <a:schemeClr val="accent2">
            <a:tint val="50000"/>
          </a:schemeClr>
        </a:lnRef>
        <a:fillRef idx="0">
          <a:schemeClr val="accent2">
            <a:tint val="50000"/>
          </a:schemeClr>
        </a:fillRef>
        <a:effectRef idx="0">
          <a:scrgbClr r="0" g="0" b="0"/>
        </a:effectRef>
        <a:fontRef idx="minor"/>
      </dsp:style>
      <dsp:txXfrm>
        <a:off x="2594602" y="3505313"/>
        <a:ext cx="3029" cy="532733"/>
      </dsp:txXfrm>
    </dsp:sp>
    <dsp:sp modelId="{51778AD2-36EC-46E1-93F9-851F1125989E}">
      <dsp:nvSpPr>
        <dsp:cNvPr id="17" name="任意多边形 16"/>
        <dsp:cNvSpPr/>
      </dsp:nvSpPr>
      <dsp:spPr bwMode="white">
        <a:xfrm>
          <a:off x="3481501" y="1525855"/>
          <a:ext cx="706007" cy="387867"/>
        </a:xfrm>
        <a:custGeom>
          <a:avLst/>
          <a:gdLst/>
          <a:ahLst/>
          <a:cxnLst/>
          <a:pathLst>
            <a:path w="1112" h="611">
              <a:moveTo>
                <a:pt x="0" y="0"/>
              </a:moveTo>
              <a:lnTo>
                <a:pt x="0" y="223"/>
              </a:lnTo>
              <a:lnTo>
                <a:pt x="1112" y="223"/>
              </a:lnTo>
              <a:lnTo>
                <a:pt x="1112" y="611"/>
              </a:lnTo>
            </a:path>
          </a:pathLst>
        </a:custGeom>
      </dsp:spPr>
      <dsp:style>
        <a:lnRef idx="2">
          <a:schemeClr val="accent2">
            <a:tint val="70000"/>
          </a:schemeClr>
        </a:lnRef>
        <a:fillRef idx="0">
          <a:schemeClr val="accent2">
            <a:tint val="70000"/>
          </a:schemeClr>
        </a:fillRef>
        <a:effectRef idx="0">
          <a:scrgbClr r="0" g="0" b="0"/>
        </a:effectRef>
        <a:fontRef idx="minor"/>
      </dsp:style>
      <dsp:txXfrm>
        <a:off x="3481501" y="1525855"/>
        <a:ext cx="706007" cy="387867"/>
      </dsp:txXfrm>
    </dsp:sp>
    <dsp:sp modelId="{E9C97FA9-F9D9-4D26-8BF7-355F36BCE91E}">
      <dsp:nvSpPr>
        <dsp:cNvPr id="20" name="任意多边形 19"/>
        <dsp:cNvSpPr/>
      </dsp:nvSpPr>
      <dsp:spPr bwMode="white">
        <a:xfrm>
          <a:off x="4187508" y="2488350"/>
          <a:ext cx="916" cy="473125"/>
        </a:xfrm>
        <a:custGeom>
          <a:avLst/>
          <a:gdLst/>
          <a:ahLst/>
          <a:cxnLst/>
          <a:pathLst>
            <a:path w="1" h="745">
              <a:moveTo>
                <a:pt x="0" y="0"/>
              </a:moveTo>
              <a:lnTo>
                <a:pt x="0" y="357"/>
              </a:lnTo>
              <a:lnTo>
                <a:pt x="1" y="357"/>
              </a:lnTo>
              <a:lnTo>
                <a:pt x="1" y="745"/>
              </a:lnTo>
            </a:path>
          </a:pathLst>
        </a:custGeom>
      </dsp:spPr>
      <dsp:style>
        <a:lnRef idx="2">
          <a:schemeClr val="accent2">
            <a:tint val="50000"/>
          </a:schemeClr>
        </a:lnRef>
        <a:fillRef idx="0">
          <a:schemeClr val="accent2">
            <a:tint val="50000"/>
          </a:schemeClr>
        </a:fillRef>
        <a:effectRef idx="0">
          <a:scrgbClr r="0" g="0" b="0"/>
        </a:effectRef>
        <a:fontRef idx="minor"/>
      </dsp:style>
      <dsp:txXfrm>
        <a:off x="4187508" y="2488350"/>
        <a:ext cx="916" cy="473125"/>
      </dsp:txXfrm>
    </dsp:sp>
    <dsp:sp modelId="{FADFD336-8680-4F8E-A7DE-53CC1777D35B}">
      <dsp:nvSpPr>
        <dsp:cNvPr id="23" name="任意多边形 22"/>
        <dsp:cNvSpPr/>
      </dsp:nvSpPr>
      <dsp:spPr bwMode="white">
        <a:xfrm>
          <a:off x="4185372" y="3493328"/>
          <a:ext cx="3052" cy="555236"/>
        </a:xfrm>
        <a:custGeom>
          <a:avLst/>
          <a:gdLst/>
          <a:ahLst/>
          <a:cxnLst/>
          <a:pathLst>
            <a:path w="5" h="874">
              <a:moveTo>
                <a:pt x="5" y="0"/>
              </a:moveTo>
              <a:lnTo>
                <a:pt x="5" y="486"/>
              </a:lnTo>
              <a:lnTo>
                <a:pt x="0" y="486"/>
              </a:lnTo>
              <a:lnTo>
                <a:pt x="0" y="874"/>
              </a:lnTo>
            </a:path>
          </a:pathLst>
        </a:custGeom>
      </dsp:spPr>
      <dsp:style>
        <a:lnRef idx="2">
          <a:schemeClr val="accent2">
            <a:tint val="50000"/>
          </a:schemeClr>
        </a:lnRef>
        <a:fillRef idx="0">
          <a:schemeClr val="accent2">
            <a:tint val="50000"/>
          </a:schemeClr>
        </a:fillRef>
        <a:effectRef idx="0">
          <a:scrgbClr r="0" g="0" b="0"/>
        </a:effectRef>
        <a:fontRef idx="minor"/>
      </dsp:style>
      <dsp:txXfrm>
        <a:off x="4185372" y="3493328"/>
        <a:ext cx="3052" cy="555236"/>
      </dsp:txXfrm>
    </dsp:sp>
    <dsp:sp modelId="{3C86F034-E39D-4306-B630-A4474B701206}">
      <dsp:nvSpPr>
        <dsp:cNvPr id="26" name="任意多边形 25"/>
        <dsp:cNvSpPr/>
      </dsp:nvSpPr>
      <dsp:spPr bwMode="white">
        <a:xfrm>
          <a:off x="3481501" y="1525855"/>
          <a:ext cx="2259095" cy="384709"/>
        </a:xfrm>
        <a:custGeom>
          <a:avLst/>
          <a:gdLst/>
          <a:ahLst/>
          <a:cxnLst/>
          <a:pathLst>
            <a:path w="3558" h="606">
              <a:moveTo>
                <a:pt x="0" y="0"/>
              </a:moveTo>
              <a:lnTo>
                <a:pt x="0" y="218"/>
              </a:lnTo>
              <a:lnTo>
                <a:pt x="3558" y="218"/>
              </a:lnTo>
              <a:lnTo>
                <a:pt x="3558" y="606"/>
              </a:lnTo>
            </a:path>
          </a:pathLst>
        </a:custGeom>
      </dsp:spPr>
      <dsp:style>
        <a:lnRef idx="2">
          <a:schemeClr val="accent2">
            <a:tint val="70000"/>
          </a:schemeClr>
        </a:lnRef>
        <a:fillRef idx="0">
          <a:schemeClr val="accent2">
            <a:tint val="70000"/>
          </a:schemeClr>
        </a:fillRef>
        <a:effectRef idx="0">
          <a:scrgbClr r="0" g="0" b="0"/>
        </a:effectRef>
        <a:fontRef idx="minor"/>
      </dsp:style>
      <dsp:txXfrm>
        <a:off x="3481501" y="1525855"/>
        <a:ext cx="2259095" cy="384709"/>
      </dsp:txXfrm>
    </dsp:sp>
    <dsp:sp modelId="{3882A50A-5822-4FA4-B29B-B2517C30826A}">
      <dsp:nvSpPr>
        <dsp:cNvPr id="29" name="任意多边形 28"/>
        <dsp:cNvSpPr/>
      </dsp:nvSpPr>
      <dsp:spPr bwMode="white">
        <a:xfrm>
          <a:off x="5740597" y="2492905"/>
          <a:ext cx="916" cy="481846"/>
        </a:xfrm>
        <a:custGeom>
          <a:avLst/>
          <a:gdLst/>
          <a:ahLst/>
          <a:cxnLst/>
          <a:pathLst>
            <a:path w="1" h="759">
              <a:moveTo>
                <a:pt x="0" y="0"/>
              </a:moveTo>
              <a:lnTo>
                <a:pt x="0" y="371"/>
              </a:lnTo>
              <a:lnTo>
                <a:pt x="1" y="371"/>
              </a:lnTo>
              <a:lnTo>
                <a:pt x="1" y="759"/>
              </a:lnTo>
            </a:path>
          </a:pathLst>
        </a:custGeom>
      </dsp:spPr>
      <dsp:style>
        <a:lnRef idx="2">
          <a:schemeClr val="accent2">
            <a:tint val="50000"/>
          </a:schemeClr>
        </a:lnRef>
        <a:fillRef idx="0">
          <a:schemeClr val="accent2">
            <a:tint val="50000"/>
          </a:schemeClr>
        </a:fillRef>
        <a:effectRef idx="0">
          <a:scrgbClr r="0" g="0" b="0"/>
        </a:effectRef>
        <a:fontRef idx="minor"/>
      </dsp:style>
      <dsp:txXfrm>
        <a:off x="5740597" y="2492905"/>
        <a:ext cx="916" cy="481846"/>
      </dsp:txXfrm>
    </dsp:sp>
    <dsp:sp modelId="{986610EF-EEEA-431D-A6D5-B89AFB0AAE9B}">
      <dsp:nvSpPr>
        <dsp:cNvPr id="32" name="任意多边形 31"/>
        <dsp:cNvSpPr/>
      </dsp:nvSpPr>
      <dsp:spPr bwMode="white">
        <a:xfrm>
          <a:off x="5741184" y="3481085"/>
          <a:ext cx="329" cy="541162"/>
        </a:xfrm>
        <a:custGeom>
          <a:avLst/>
          <a:gdLst/>
          <a:ahLst/>
          <a:cxnLst/>
          <a:pathLst>
            <a:path w="1" h="852">
              <a:moveTo>
                <a:pt x="1" y="0"/>
              </a:moveTo>
              <a:lnTo>
                <a:pt x="1" y="464"/>
              </a:lnTo>
              <a:lnTo>
                <a:pt x="0" y="464"/>
              </a:lnTo>
              <a:lnTo>
                <a:pt x="0" y="852"/>
              </a:lnTo>
            </a:path>
          </a:pathLst>
        </a:custGeom>
      </dsp:spPr>
      <dsp:style>
        <a:lnRef idx="2">
          <a:schemeClr val="accent2">
            <a:tint val="50000"/>
          </a:schemeClr>
        </a:lnRef>
        <a:fillRef idx="0">
          <a:schemeClr val="accent2">
            <a:tint val="50000"/>
          </a:schemeClr>
        </a:fillRef>
        <a:effectRef idx="0">
          <a:scrgbClr r="0" g="0" b="0"/>
        </a:effectRef>
        <a:fontRef idx="minor"/>
      </dsp:style>
      <dsp:txXfrm>
        <a:off x="5741184" y="3481085"/>
        <a:ext cx="329" cy="541162"/>
      </dsp:txXfrm>
    </dsp:sp>
    <dsp:sp modelId="{6C700C0C-4E74-4833-902C-BD331602F050}">
      <dsp:nvSpPr>
        <dsp:cNvPr id="35" name="任意多边形 34"/>
        <dsp:cNvSpPr/>
      </dsp:nvSpPr>
      <dsp:spPr bwMode="white">
        <a:xfrm>
          <a:off x="5297734" y="558441"/>
          <a:ext cx="1409513" cy="378582"/>
        </a:xfrm>
        <a:custGeom>
          <a:avLst/>
          <a:gdLst/>
          <a:ahLst/>
          <a:cxnLst/>
          <a:pathLst>
            <a:path w="2220" h="596">
              <a:moveTo>
                <a:pt x="2220" y="0"/>
              </a:moveTo>
              <a:lnTo>
                <a:pt x="2220" y="208"/>
              </a:lnTo>
              <a:lnTo>
                <a:pt x="0" y="208"/>
              </a:lnTo>
              <a:lnTo>
                <a:pt x="0" y="596"/>
              </a:lnTo>
            </a:path>
          </a:pathLst>
        </a:custGeom>
      </dsp:spPr>
      <dsp:style>
        <a:lnRef idx="2">
          <a:schemeClr val="accent2">
            <a:tint val="90000"/>
          </a:schemeClr>
        </a:lnRef>
        <a:fillRef idx="0">
          <a:schemeClr val="accent2">
            <a:tint val="90000"/>
          </a:schemeClr>
        </a:fillRef>
        <a:effectRef idx="0">
          <a:scrgbClr r="0" g="0" b="0"/>
        </a:effectRef>
        <a:fontRef idx="minor"/>
      </dsp:style>
      <dsp:txXfrm>
        <a:off x="5297734" y="558441"/>
        <a:ext cx="1409513" cy="378582"/>
      </dsp:txXfrm>
    </dsp:sp>
    <dsp:sp modelId="{164CB905-C747-447D-B836-41BDBB6D128A}">
      <dsp:nvSpPr>
        <dsp:cNvPr id="38" name="任意多边形 37"/>
        <dsp:cNvSpPr/>
      </dsp:nvSpPr>
      <dsp:spPr bwMode="white">
        <a:xfrm>
          <a:off x="6707248" y="558441"/>
          <a:ext cx="385719" cy="379544"/>
        </a:xfrm>
        <a:custGeom>
          <a:avLst/>
          <a:gdLst/>
          <a:ahLst/>
          <a:cxnLst/>
          <a:pathLst>
            <a:path w="607" h="598">
              <a:moveTo>
                <a:pt x="0" y="0"/>
              </a:moveTo>
              <a:lnTo>
                <a:pt x="0" y="210"/>
              </a:lnTo>
              <a:lnTo>
                <a:pt x="607" y="210"/>
              </a:lnTo>
              <a:lnTo>
                <a:pt x="607" y="598"/>
              </a:lnTo>
            </a:path>
          </a:pathLst>
        </a:custGeom>
      </dsp:spPr>
      <dsp:style>
        <a:lnRef idx="2">
          <a:schemeClr val="accent2">
            <a:tint val="90000"/>
          </a:schemeClr>
        </a:lnRef>
        <a:fillRef idx="0">
          <a:schemeClr val="accent2">
            <a:tint val="90000"/>
          </a:schemeClr>
        </a:fillRef>
        <a:effectRef idx="0">
          <a:scrgbClr r="0" g="0" b="0"/>
        </a:effectRef>
        <a:fontRef idx="minor"/>
      </dsp:style>
      <dsp:txXfrm>
        <a:off x="6707248" y="558441"/>
        <a:ext cx="385719" cy="379544"/>
      </dsp:txXfrm>
    </dsp:sp>
    <dsp:sp modelId="{DE9EEC56-89E4-4776-91B5-620C16A43177}">
      <dsp:nvSpPr>
        <dsp:cNvPr id="41" name="任意多边形 40"/>
        <dsp:cNvSpPr/>
      </dsp:nvSpPr>
      <dsp:spPr bwMode="white">
        <a:xfrm>
          <a:off x="7092967" y="1481776"/>
          <a:ext cx="101727" cy="414866"/>
        </a:xfrm>
        <a:custGeom>
          <a:avLst/>
          <a:gdLst/>
          <a:ahLst/>
          <a:cxnLst/>
          <a:pathLst>
            <a:path w="160" h="653">
              <a:moveTo>
                <a:pt x="0" y="0"/>
              </a:moveTo>
              <a:lnTo>
                <a:pt x="0" y="265"/>
              </a:lnTo>
              <a:lnTo>
                <a:pt x="160" y="265"/>
              </a:lnTo>
              <a:lnTo>
                <a:pt x="160" y="653"/>
              </a:lnTo>
            </a:path>
          </a:pathLst>
        </a:custGeom>
      </dsp:spPr>
      <dsp:style>
        <a:lnRef idx="2">
          <a:schemeClr val="accent2">
            <a:tint val="70000"/>
          </a:schemeClr>
        </a:lnRef>
        <a:fillRef idx="0">
          <a:schemeClr val="accent2">
            <a:tint val="70000"/>
          </a:schemeClr>
        </a:fillRef>
        <a:effectRef idx="0">
          <a:scrgbClr r="0" g="0" b="0"/>
        </a:effectRef>
        <a:fontRef idx="minor"/>
      </dsp:style>
      <dsp:txXfrm>
        <a:off x="7092967" y="1481776"/>
        <a:ext cx="101727" cy="414866"/>
      </dsp:txXfrm>
    </dsp:sp>
    <dsp:sp modelId="{F68ED970-C28D-4AC3-A5F1-11653984BE7A}">
      <dsp:nvSpPr>
        <dsp:cNvPr id="44" name="任意多边形 43"/>
        <dsp:cNvSpPr/>
      </dsp:nvSpPr>
      <dsp:spPr bwMode="white">
        <a:xfrm>
          <a:off x="7194693" y="2478772"/>
          <a:ext cx="1291" cy="488596"/>
        </a:xfrm>
        <a:custGeom>
          <a:avLst/>
          <a:gdLst/>
          <a:ahLst/>
          <a:cxnLst/>
          <a:pathLst>
            <a:path w="2" h="769">
              <a:moveTo>
                <a:pt x="0" y="0"/>
              </a:moveTo>
              <a:lnTo>
                <a:pt x="0" y="381"/>
              </a:lnTo>
              <a:lnTo>
                <a:pt x="2" y="381"/>
              </a:lnTo>
              <a:lnTo>
                <a:pt x="2" y="769"/>
              </a:lnTo>
            </a:path>
          </a:pathLst>
        </a:custGeom>
      </dsp:spPr>
      <dsp:style>
        <a:lnRef idx="2">
          <a:schemeClr val="accent2">
            <a:tint val="50000"/>
          </a:schemeClr>
        </a:lnRef>
        <a:fillRef idx="0">
          <a:schemeClr val="accent2">
            <a:tint val="50000"/>
          </a:schemeClr>
        </a:fillRef>
        <a:effectRef idx="0">
          <a:scrgbClr r="0" g="0" b="0"/>
        </a:effectRef>
        <a:fontRef idx="minor"/>
      </dsp:style>
      <dsp:txXfrm>
        <a:off x="7194693" y="2478772"/>
        <a:ext cx="1291" cy="488596"/>
      </dsp:txXfrm>
    </dsp:sp>
    <dsp:sp modelId="{0BCFA68D-5376-453B-88FC-2A14429F67CD}">
      <dsp:nvSpPr>
        <dsp:cNvPr id="47" name="任意多边形 46"/>
        <dsp:cNvSpPr/>
      </dsp:nvSpPr>
      <dsp:spPr bwMode="white">
        <a:xfrm>
          <a:off x="7195985" y="3487776"/>
          <a:ext cx="704" cy="521323"/>
        </a:xfrm>
        <a:custGeom>
          <a:avLst/>
          <a:gdLst/>
          <a:ahLst/>
          <a:cxnLst/>
          <a:pathLst>
            <a:path w="1" h="821">
              <a:moveTo>
                <a:pt x="0" y="0"/>
              </a:moveTo>
              <a:lnTo>
                <a:pt x="0" y="433"/>
              </a:lnTo>
              <a:lnTo>
                <a:pt x="1" y="433"/>
              </a:lnTo>
              <a:lnTo>
                <a:pt x="1" y="821"/>
              </a:lnTo>
            </a:path>
          </a:pathLst>
        </a:custGeom>
      </dsp:spPr>
      <dsp:style>
        <a:lnRef idx="2">
          <a:schemeClr val="accent2">
            <a:tint val="50000"/>
          </a:schemeClr>
        </a:lnRef>
        <a:fillRef idx="0">
          <a:schemeClr val="accent2">
            <a:tint val="50000"/>
          </a:schemeClr>
        </a:fillRef>
        <a:effectRef idx="0">
          <a:scrgbClr r="0" g="0" b="0"/>
        </a:effectRef>
        <a:fontRef idx="minor"/>
      </dsp:style>
      <dsp:txXfrm>
        <a:off x="7195985" y="3487776"/>
        <a:ext cx="704" cy="521323"/>
      </dsp:txXfrm>
    </dsp:sp>
    <dsp:sp modelId="{2EBDAE14-5555-40C3-A121-18E3103F8B93}">
      <dsp:nvSpPr>
        <dsp:cNvPr id="3" name="矩形 2"/>
        <dsp:cNvSpPr/>
      </dsp:nvSpPr>
      <dsp:spPr bwMode="white">
        <a:xfrm>
          <a:off x="5598266" y="0"/>
          <a:ext cx="2217963" cy="558441"/>
        </a:xfrm>
        <a:prstGeom prst="rect">
          <a:avLst/>
        </a:prstGeom>
      </dsp:spPr>
      <dsp:style>
        <a:lnRef idx="2">
          <a:schemeClr val="lt1"/>
        </a:lnRef>
        <a:fillRef idx="1">
          <a:schemeClr val="accent2">
            <a:shade val="6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项目任务</a:t>
          </a:r>
          <a:endParaRPr lang="zh-CN" altLang="en-US" sz="1200" b="1" dirty="0">
            <a:latin typeface="微软雅黑" panose="020B0503020204020204" charset="-122"/>
            <a:ea typeface="微软雅黑" panose="020B0503020204020204" charset="-122"/>
          </a:endParaRPr>
        </a:p>
      </dsp:txBody>
      <dsp:txXfrm>
        <a:off x="5598266" y="0"/>
        <a:ext cx="2217963" cy="558441"/>
      </dsp:txXfrm>
    </dsp:sp>
    <dsp:sp modelId="{ED382D67-23C8-44B1-B5E3-E533CBDA4465}">
      <dsp:nvSpPr>
        <dsp:cNvPr id="6" name="矩形 5"/>
        <dsp:cNvSpPr/>
      </dsp:nvSpPr>
      <dsp:spPr bwMode="white">
        <a:xfrm>
          <a:off x="2649809" y="936330"/>
          <a:ext cx="1663384" cy="589525"/>
        </a:xfrm>
        <a:prstGeom prst="rect">
          <a:avLst/>
        </a:prstGeom>
      </dsp:spPr>
      <dsp:style>
        <a:lnRef idx="2">
          <a:schemeClr val="lt1"/>
        </a:lnRef>
        <a:fillRef idx="1">
          <a:schemeClr val="accent2">
            <a:shade val="8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组成部分</a:t>
          </a:r>
          <a:r>
            <a:rPr lang="en-US" altLang="zh-CN" sz="1200" b="1" dirty="0" smtClean="0">
              <a:latin typeface="微软雅黑" panose="020B0503020204020204" charset="-122"/>
              <a:ea typeface="微软雅黑" panose="020B0503020204020204" charset="-122"/>
            </a:rPr>
            <a:t>1</a:t>
          </a:r>
          <a:endParaRPr lang="en-US" altLang="zh-CN" sz="1200" b="1" dirty="0" smtClean="0">
            <a:latin typeface="微软雅黑" panose="020B0503020204020204" charset="-122"/>
            <a:ea typeface="微软雅黑" panose="020B0503020204020204" charset="-122"/>
          </a:endParaRPr>
        </a:p>
      </dsp:txBody>
      <dsp:txXfrm>
        <a:off x="2649809" y="936330"/>
        <a:ext cx="1663384" cy="589525"/>
      </dsp:txXfrm>
    </dsp:sp>
    <dsp:sp modelId="{CC1E64DC-D5D1-4E70-A4D6-309CF6F54F54}">
      <dsp:nvSpPr>
        <dsp:cNvPr id="9" name="矩形 8"/>
        <dsp:cNvSpPr/>
      </dsp:nvSpPr>
      <dsp:spPr bwMode="white">
        <a:xfrm>
          <a:off x="1923706" y="1907641"/>
          <a:ext cx="1333858" cy="581695"/>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技术要素</a:t>
          </a:r>
          <a:r>
            <a:rPr lang="en-US" altLang="zh-CN" sz="1200" b="1" dirty="0" smtClean="0">
              <a:latin typeface="微软雅黑" panose="020B0503020204020204" charset="-122"/>
              <a:ea typeface="微软雅黑" panose="020B0503020204020204" charset="-122"/>
            </a:rPr>
            <a:t>1</a:t>
          </a:r>
          <a:endParaRPr lang="en-US" altLang="zh-CN" sz="1200" b="1" dirty="0" smtClean="0">
            <a:latin typeface="微软雅黑" panose="020B0503020204020204" charset="-122"/>
            <a:ea typeface="微软雅黑" panose="020B0503020204020204" charset="-122"/>
          </a:endParaRPr>
        </a:p>
      </dsp:txBody>
      <dsp:txXfrm>
        <a:off x="1923706" y="1907641"/>
        <a:ext cx="1333858" cy="581695"/>
      </dsp:txXfrm>
    </dsp:sp>
    <dsp:sp modelId="{5E3C6659-E171-405B-84AF-884F167B7495}">
      <dsp:nvSpPr>
        <dsp:cNvPr id="12" name="矩形 11"/>
        <dsp:cNvSpPr/>
      </dsp:nvSpPr>
      <dsp:spPr bwMode="white">
        <a:xfrm>
          <a:off x="1961469" y="2950159"/>
          <a:ext cx="1272324" cy="555154"/>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sz="1200">
              <a:latin typeface="微软雅黑" panose="020B0503020204020204" charset="-122"/>
              <a:ea typeface="微软雅黑" panose="020B0503020204020204" charset="-122"/>
              <a:cs typeface="微软雅黑" panose="020B0503020204020204" charset="-122"/>
            </a:rPr>
            <a:t>创新点</a:t>
          </a:r>
          <a:r>
            <a:rPr lang="en-US" altLang="zh-CN" sz="1200">
              <a:latin typeface="微软雅黑" panose="020B0503020204020204" charset="-122"/>
              <a:ea typeface="微软雅黑" panose="020B0503020204020204" charset="-122"/>
              <a:cs typeface="微软雅黑" panose="020B0503020204020204" charset="-122"/>
            </a:rPr>
            <a:t>a</a:t>
          </a:r>
          <a:endParaRPr lang="en-US" altLang="zh-CN" sz="1200">
            <a:latin typeface="微软雅黑" panose="020B0503020204020204" charset="-122"/>
            <a:ea typeface="微软雅黑" panose="020B0503020204020204" charset="-122"/>
            <a:cs typeface="微软雅黑" panose="020B0503020204020204" charset="-122"/>
          </a:endParaRPr>
        </a:p>
      </dsp:txBody>
      <dsp:txXfrm>
        <a:off x="1961469" y="2950159"/>
        <a:ext cx="1272324" cy="555154"/>
      </dsp:txXfrm>
    </dsp:sp>
    <dsp:sp modelId="{4F7501BF-CB6C-4769-A77C-D285117C0F74}">
      <dsp:nvSpPr>
        <dsp:cNvPr id="15" name="矩形 14"/>
        <dsp:cNvSpPr/>
      </dsp:nvSpPr>
      <dsp:spPr bwMode="white">
        <a:xfrm>
          <a:off x="1942593" y="4038046"/>
          <a:ext cx="1304019" cy="475754"/>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a:latin typeface="微软雅黑" panose="020B0503020204020204" charset="-122"/>
              <a:ea typeface="微软雅黑" panose="020B0503020204020204" charset="-122"/>
              <a:cs typeface="微软雅黑" panose="020B0503020204020204" charset="-122"/>
            </a:rPr>
            <a:t>技术方案</a:t>
          </a:r>
          <a:r>
            <a:rPr lang="en-US" altLang="zh-CN" sz="1200">
              <a:latin typeface="微软雅黑" panose="020B0503020204020204" charset="-122"/>
              <a:ea typeface="微软雅黑" panose="020B0503020204020204" charset="-122"/>
              <a:cs typeface="微软雅黑" panose="020B0503020204020204" charset="-122"/>
            </a:rPr>
            <a:t>a</a:t>
          </a:r>
          <a:endParaRPr lang="en-US" altLang="zh-CN" sz="1200">
            <a:latin typeface="微软雅黑" panose="020B0503020204020204" charset="-122"/>
            <a:ea typeface="微软雅黑" panose="020B0503020204020204" charset="-122"/>
            <a:cs typeface="微软雅黑" panose="020B0503020204020204" charset="-122"/>
          </a:endParaRPr>
        </a:p>
      </dsp:txBody>
      <dsp:txXfrm>
        <a:off x="1942593" y="4038046"/>
        <a:ext cx="1304019" cy="475754"/>
      </dsp:txXfrm>
    </dsp:sp>
    <dsp:sp modelId="{15F278FC-48C0-4B5B-A159-82B42CACA5F3}">
      <dsp:nvSpPr>
        <dsp:cNvPr id="18" name="矩形 17"/>
        <dsp:cNvSpPr/>
      </dsp:nvSpPr>
      <dsp:spPr bwMode="white">
        <a:xfrm>
          <a:off x="3546862" y="1913722"/>
          <a:ext cx="1281293" cy="574628"/>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i="0" dirty="0" smtClean="0">
              <a:latin typeface="微软雅黑" panose="020B0503020204020204" charset="-122"/>
              <a:ea typeface="微软雅黑" panose="020B0503020204020204" charset="-122"/>
            </a:rPr>
            <a:t>技术要素</a:t>
          </a:r>
          <a:r>
            <a:rPr lang="en-US" altLang="zh-CN" sz="1200" b="1" i="0" dirty="0" smtClean="0">
              <a:latin typeface="微软雅黑" panose="020B0503020204020204" charset="-122"/>
              <a:ea typeface="微软雅黑" panose="020B0503020204020204" charset="-122"/>
            </a:rPr>
            <a:t>2</a:t>
          </a:r>
          <a:endParaRPr lang="en-US" altLang="zh-CN" sz="1200" b="1" i="0" dirty="0" smtClean="0">
            <a:latin typeface="微软雅黑" panose="020B0503020204020204" charset="-122"/>
            <a:ea typeface="微软雅黑" panose="020B0503020204020204" charset="-122"/>
          </a:endParaRPr>
        </a:p>
      </dsp:txBody>
      <dsp:txXfrm>
        <a:off x="3546862" y="1913722"/>
        <a:ext cx="1281293" cy="574628"/>
      </dsp:txXfrm>
    </dsp:sp>
    <dsp:sp modelId="{70263141-C328-498B-901C-37553FD9A21F}">
      <dsp:nvSpPr>
        <dsp:cNvPr id="21" name="矩形 20"/>
        <dsp:cNvSpPr/>
      </dsp:nvSpPr>
      <dsp:spPr bwMode="white">
        <a:xfrm>
          <a:off x="3513008" y="2961475"/>
          <a:ext cx="1350832" cy="531853"/>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a:latin typeface="微软雅黑" panose="020B0503020204020204" charset="-122"/>
              <a:ea typeface="微软雅黑" panose="020B0503020204020204" charset="-122"/>
              <a:cs typeface="微软雅黑" panose="020B0503020204020204" charset="-122"/>
            </a:rPr>
            <a:t>创新点</a:t>
          </a:r>
          <a:r>
            <a:rPr lang="en-US" altLang="zh-CN" sz="1200">
              <a:latin typeface="微软雅黑" panose="020B0503020204020204" charset="-122"/>
              <a:ea typeface="微软雅黑" panose="020B0503020204020204" charset="-122"/>
              <a:cs typeface="微软雅黑" panose="020B0503020204020204" charset="-122"/>
            </a:rPr>
            <a:t>b</a:t>
          </a:r>
          <a:endParaRPr lang="en-US" altLang="zh-CN" sz="1200">
            <a:latin typeface="微软雅黑" panose="020B0503020204020204" charset="-122"/>
            <a:ea typeface="微软雅黑" panose="020B0503020204020204" charset="-122"/>
            <a:cs typeface="微软雅黑" panose="020B0503020204020204" charset="-122"/>
          </a:endParaRPr>
        </a:p>
      </dsp:txBody>
      <dsp:txXfrm>
        <a:off x="3513008" y="2961475"/>
        <a:ext cx="1350832" cy="531853"/>
      </dsp:txXfrm>
    </dsp:sp>
    <dsp:sp modelId="{F0951A92-64B4-43B2-B241-CAE3DE2D893E}">
      <dsp:nvSpPr>
        <dsp:cNvPr id="24" name="矩形 23"/>
        <dsp:cNvSpPr/>
      </dsp:nvSpPr>
      <dsp:spPr bwMode="white">
        <a:xfrm>
          <a:off x="3538527" y="4048564"/>
          <a:ext cx="1293689" cy="464978"/>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a:latin typeface="微软雅黑" panose="020B0503020204020204" charset="-122"/>
              <a:ea typeface="微软雅黑" panose="020B0503020204020204" charset="-122"/>
              <a:cs typeface="微软雅黑" panose="020B0503020204020204" charset="-122"/>
            </a:rPr>
            <a:t>技术方案</a:t>
          </a:r>
          <a:r>
            <a:rPr lang="en-US" altLang="zh-CN" sz="1200">
              <a:latin typeface="微软雅黑" panose="020B0503020204020204" charset="-122"/>
              <a:ea typeface="微软雅黑" panose="020B0503020204020204" charset="-122"/>
              <a:cs typeface="微软雅黑" panose="020B0503020204020204" charset="-122"/>
            </a:rPr>
            <a:t>b</a:t>
          </a:r>
          <a:endParaRPr lang="en-US" altLang="zh-CN" sz="1200">
            <a:latin typeface="微软雅黑" panose="020B0503020204020204" charset="-122"/>
            <a:ea typeface="微软雅黑" panose="020B0503020204020204" charset="-122"/>
            <a:cs typeface="微软雅黑" panose="020B0503020204020204" charset="-122"/>
          </a:endParaRPr>
        </a:p>
      </dsp:txBody>
      <dsp:txXfrm>
        <a:off x="3538527" y="4048564"/>
        <a:ext cx="1293689" cy="464978"/>
      </dsp:txXfrm>
    </dsp:sp>
    <dsp:sp modelId="{E782BA34-4329-48FC-8A80-0475FCCD986F}">
      <dsp:nvSpPr>
        <dsp:cNvPr id="27" name="矩形 26"/>
        <dsp:cNvSpPr/>
      </dsp:nvSpPr>
      <dsp:spPr bwMode="white">
        <a:xfrm>
          <a:off x="5157646" y="1910564"/>
          <a:ext cx="1165902" cy="582341"/>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200">
              <a:latin typeface="微软雅黑" panose="020B0503020204020204" charset="-122"/>
              <a:ea typeface="微软雅黑" panose="020B0503020204020204" charset="-122"/>
            </a:rPr>
            <a:t>...</a:t>
          </a:r>
          <a:endParaRPr lang="en-US" sz="1200">
            <a:latin typeface="微软雅黑" panose="020B0503020204020204" charset="-122"/>
            <a:ea typeface="微软雅黑" panose="020B0503020204020204" charset="-122"/>
          </a:endParaRPr>
        </a:p>
      </dsp:txBody>
      <dsp:txXfrm>
        <a:off x="5157646" y="1910564"/>
        <a:ext cx="1165902" cy="582341"/>
      </dsp:txXfrm>
    </dsp:sp>
    <dsp:sp modelId="{54300E98-7405-4F1C-B9CF-7BD7A6A78ECA}">
      <dsp:nvSpPr>
        <dsp:cNvPr id="30" name="矩形 29"/>
        <dsp:cNvSpPr/>
      </dsp:nvSpPr>
      <dsp:spPr bwMode="white">
        <a:xfrm>
          <a:off x="5164959" y="2974751"/>
          <a:ext cx="1153107" cy="506333"/>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200">
              <a:latin typeface="微软雅黑" panose="020B0503020204020204" charset="-122"/>
              <a:ea typeface="微软雅黑" panose="020B0503020204020204" charset="-122"/>
            </a:rPr>
            <a:t>...</a:t>
          </a:r>
          <a:endParaRPr lang="en-US" sz="1200">
            <a:latin typeface="微软雅黑" panose="020B0503020204020204" charset="-122"/>
            <a:ea typeface="微软雅黑" panose="020B0503020204020204" charset="-122"/>
          </a:endParaRPr>
        </a:p>
      </dsp:txBody>
      <dsp:txXfrm>
        <a:off x="5164959" y="2974751"/>
        <a:ext cx="1153107" cy="506333"/>
      </dsp:txXfrm>
    </dsp:sp>
    <dsp:sp modelId="{02FFACE5-88D1-4F4A-8A4C-88575E0772F3}">
      <dsp:nvSpPr>
        <dsp:cNvPr id="33" name="矩形 32"/>
        <dsp:cNvSpPr/>
      </dsp:nvSpPr>
      <dsp:spPr bwMode="white">
        <a:xfrm>
          <a:off x="5138993" y="4022246"/>
          <a:ext cx="1204381" cy="516651"/>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200">
              <a:latin typeface="微软雅黑" panose="020B0503020204020204" charset="-122"/>
              <a:ea typeface="微软雅黑" panose="020B0503020204020204" charset="-122"/>
            </a:rPr>
            <a:t>...</a:t>
          </a:r>
          <a:endParaRPr lang="en-US" sz="1200">
            <a:latin typeface="微软雅黑" panose="020B0503020204020204" charset="-122"/>
            <a:ea typeface="微软雅黑" panose="020B0503020204020204" charset="-122"/>
          </a:endParaRPr>
        </a:p>
      </dsp:txBody>
      <dsp:txXfrm>
        <a:off x="5138993" y="4022246"/>
        <a:ext cx="1204381" cy="516651"/>
      </dsp:txXfrm>
    </dsp:sp>
    <dsp:sp modelId="{D3BCE6DA-6123-4644-BB40-46686EB9A3C0}">
      <dsp:nvSpPr>
        <dsp:cNvPr id="36" name="矩形 35"/>
        <dsp:cNvSpPr/>
      </dsp:nvSpPr>
      <dsp:spPr bwMode="white">
        <a:xfrm>
          <a:off x="4500800" y="937023"/>
          <a:ext cx="1593868" cy="548897"/>
        </a:xfrm>
        <a:prstGeom prst="rect">
          <a:avLst/>
        </a:prstGeom>
      </dsp:spPr>
      <dsp:style>
        <a:lnRef idx="2">
          <a:schemeClr val="lt1"/>
        </a:lnRef>
        <a:fillRef idx="1">
          <a:schemeClr val="accent2">
            <a:shade val="8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a:latin typeface="微软雅黑" panose="020B0503020204020204" charset="-122"/>
              <a:ea typeface="微软雅黑" panose="020B0503020204020204" charset="-122"/>
            </a:rPr>
            <a:t>组成部分</a:t>
          </a:r>
          <a:r>
            <a:rPr lang="en-US" altLang="zh-CN" sz="1200" b="1" dirty="0">
              <a:latin typeface="微软雅黑" panose="020B0503020204020204" charset="-122"/>
              <a:ea typeface="微软雅黑" panose="020B0503020204020204" charset="-122"/>
            </a:rPr>
            <a:t>2</a:t>
          </a:r>
          <a:endParaRPr lang="en-US" altLang="zh-CN" sz="1200" b="1" dirty="0">
            <a:latin typeface="微软雅黑" panose="020B0503020204020204" charset="-122"/>
            <a:ea typeface="微软雅黑" panose="020B0503020204020204" charset="-122"/>
          </a:endParaRPr>
        </a:p>
      </dsp:txBody>
      <dsp:txXfrm>
        <a:off x="4500800" y="937023"/>
        <a:ext cx="1593868" cy="548897"/>
      </dsp:txXfrm>
    </dsp:sp>
    <dsp:sp modelId="{5344330A-9260-4057-AA5B-F48DD1DB79C9}">
      <dsp:nvSpPr>
        <dsp:cNvPr id="39" name="矩形 38"/>
        <dsp:cNvSpPr/>
      </dsp:nvSpPr>
      <dsp:spPr bwMode="white">
        <a:xfrm>
          <a:off x="6369986" y="937985"/>
          <a:ext cx="1445962" cy="543791"/>
        </a:xfrm>
        <a:prstGeom prst="rect">
          <a:avLst/>
        </a:prstGeom>
      </dsp:spPr>
      <dsp:style>
        <a:lnRef idx="2">
          <a:schemeClr val="lt1"/>
        </a:lnRef>
        <a:fillRef idx="1">
          <a:schemeClr val="accent2">
            <a:shade val="8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200" b="1" dirty="0" smtClean="0">
              <a:latin typeface="微软雅黑" panose="020B0503020204020204" charset="-122"/>
              <a:ea typeface="微软雅黑" panose="020B0503020204020204" charset="-122"/>
            </a:rPr>
            <a:t>...</a:t>
          </a:r>
          <a:endParaRPr lang="en-US" altLang="zh-CN" sz="1200" b="1" dirty="0" smtClean="0">
            <a:latin typeface="微软雅黑" panose="020B0503020204020204" charset="-122"/>
            <a:ea typeface="微软雅黑" panose="020B0503020204020204" charset="-122"/>
          </a:endParaRPr>
        </a:p>
      </dsp:txBody>
      <dsp:txXfrm>
        <a:off x="6369986" y="937985"/>
        <a:ext cx="1445962" cy="543791"/>
      </dsp:txXfrm>
    </dsp:sp>
    <dsp:sp modelId="{26F382F3-D241-48AE-9F3B-31379530DA07}">
      <dsp:nvSpPr>
        <dsp:cNvPr id="42" name="矩形 41"/>
        <dsp:cNvSpPr/>
      </dsp:nvSpPr>
      <dsp:spPr bwMode="white">
        <a:xfrm>
          <a:off x="6620605" y="1896642"/>
          <a:ext cx="1148177" cy="582129"/>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200">
              <a:latin typeface="微软雅黑" panose="020B0503020204020204" charset="-122"/>
              <a:ea typeface="微软雅黑" panose="020B0503020204020204" charset="-122"/>
            </a:rPr>
            <a:t>...</a:t>
          </a:r>
          <a:endParaRPr lang="en-US" sz="1200">
            <a:latin typeface="微软雅黑" panose="020B0503020204020204" charset="-122"/>
            <a:ea typeface="微软雅黑" panose="020B0503020204020204" charset="-122"/>
          </a:endParaRPr>
        </a:p>
      </dsp:txBody>
      <dsp:txXfrm>
        <a:off x="6620605" y="1896642"/>
        <a:ext cx="1148177" cy="582129"/>
      </dsp:txXfrm>
    </dsp:sp>
    <dsp:sp modelId="{CC61B39F-2F90-433B-B227-4F44CB4B22B2}">
      <dsp:nvSpPr>
        <dsp:cNvPr id="45" name="矩形 44"/>
        <dsp:cNvSpPr/>
      </dsp:nvSpPr>
      <dsp:spPr bwMode="white">
        <a:xfrm>
          <a:off x="6621391" y="2967368"/>
          <a:ext cx="1149186" cy="520408"/>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200">
              <a:latin typeface="微软雅黑" panose="020B0503020204020204" charset="-122"/>
              <a:ea typeface="微软雅黑" panose="020B0503020204020204" charset="-122"/>
            </a:rPr>
            <a:t>...</a:t>
          </a:r>
          <a:endParaRPr lang="en-US" sz="1200">
            <a:latin typeface="微软雅黑" panose="020B0503020204020204" charset="-122"/>
            <a:ea typeface="微软雅黑" panose="020B0503020204020204" charset="-122"/>
          </a:endParaRPr>
        </a:p>
      </dsp:txBody>
      <dsp:txXfrm>
        <a:off x="6621391" y="2967368"/>
        <a:ext cx="1149186" cy="520408"/>
      </dsp:txXfrm>
    </dsp:sp>
    <dsp:sp modelId="{6800F5DE-6457-4352-9F01-1509927B16D0}">
      <dsp:nvSpPr>
        <dsp:cNvPr id="48" name="矩形 47"/>
        <dsp:cNvSpPr/>
      </dsp:nvSpPr>
      <dsp:spPr bwMode="white">
        <a:xfrm>
          <a:off x="6607012" y="4009099"/>
          <a:ext cx="1179355" cy="516651"/>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horz" wrap="square"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200">
              <a:latin typeface="微软雅黑" panose="020B0503020204020204" charset="-122"/>
              <a:ea typeface="微软雅黑" panose="020B0503020204020204" charset="-122"/>
            </a:rPr>
            <a:t>...</a:t>
          </a:r>
          <a:endParaRPr lang="en-US" sz="1200">
            <a:latin typeface="微软雅黑" panose="020B0503020204020204" charset="-122"/>
            <a:ea typeface="微软雅黑" panose="020B0503020204020204" charset="-122"/>
          </a:endParaRPr>
        </a:p>
      </dsp:txBody>
      <dsp:txXfrm>
        <a:off x="6607012" y="4009099"/>
        <a:ext cx="1179355" cy="516651"/>
      </dsp:txXfrm>
    </dsp:sp>
    <dsp:sp modelId="{896469EA-C7EE-4CBB-985B-D2AC74E3D784}">
      <dsp:nvSpPr>
        <dsp:cNvPr id="4" name="矩形 3" hidden="1"/>
        <dsp:cNvSpPr/>
      </dsp:nvSpPr>
      <dsp:spPr>
        <a:xfrm>
          <a:off x="5598266" y="0"/>
          <a:ext cx="443593" cy="558441"/>
        </a:xfrm>
        <a:prstGeom prst="rect">
          <a:avLst/>
        </a:prstGeom>
      </dsp:spPr>
      <dsp:txXfrm>
        <a:off x="5598266" y="0"/>
        <a:ext cx="443593" cy="558441"/>
      </dsp:txXfrm>
    </dsp:sp>
    <dsp:sp modelId="{1AD4311A-6169-4D02-B8B5-3A0D9904596F}">
      <dsp:nvSpPr>
        <dsp:cNvPr id="7" name="矩形 6" hidden="1"/>
        <dsp:cNvSpPr/>
      </dsp:nvSpPr>
      <dsp:spPr>
        <a:xfrm>
          <a:off x="2649809" y="936330"/>
          <a:ext cx="332677" cy="589525"/>
        </a:xfrm>
        <a:prstGeom prst="rect">
          <a:avLst/>
        </a:prstGeom>
      </dsp:spPr>
      <dsp:txXfrm>
        <a:off x="2649809" y="936330"/>
        <a:ext cx="332677" cy="589525"/>
      </dsp:txXfrm>
    </dsp:sp>
    <dsp:sp modelId="{B542E765-C2C7-4FEC-BF0F-7159CF0AC1D2}">
      <dsp:nvSpPr>
        <dsp:cNvPr id="10" name="矩形 9" hidden="1"/>
        <dsp:cNvSpPr/>
      </dsp:nvSpPr>
      <dsp:spPr>
        <a:xfrm>
          <a:off x="1923706" y="1907641"/>
          <a:ext cx="266772" cy="581695"/>
        </a:xfrm>
        <a:prstGeom prst="rect">
          <a:avLst/>
        </a:prstGeom>
      </dsp:spPr>
      <dsp:txXfrm>
        <a:off x="1923706" y="1907641"/>
        <a:ext cx="266772" cy="581695"/>
      </dsp:txXfrm>
    </dsp:sp>
    <dsp:sp modelId="{169DE1DD-0678-4E53-B31C-1CC7C3749819}">
      <dsp:nvSpPr>
        <dsp:cNvPr id="13" name="矩形 12" hidden="1"/>
        <dsp:cNvSpPr/>
      </dsp:nvSpPr>
      <dsp:spPr>
        <a:xfrm>
          <a:off x="2979328" y="2950159"/>
          <a:ext cx="254465" cy="555154"/>
        </a:xfrm>
        <a:prstGeom prst="rect">
          <a:avLst/>
        </a:prstGeom>
      </dsp:spPr>
      <dsp:txXfrm>
        <a:off x="2979328" y="2950159"/>
        <a:ext cx="254465" cy="555154"/>
      </dsp:txXfrm>
    </dsp:sp>
    <dsp:sp modelId="{24E49A43-076E-4663-BFCC-DC1F894373EA}">
      <dsp:nvSpPr>
        <dsp:cNvPr id="16" name="矩形 15" hidden="1"/>
        <dsp:cNvSpPr/>
      </dsp:nvSpPr>
      <dsp:spPr>
        <a:xfrm>
          <a:off x="1942593" y="4038046"/>
          <a:ext cx="260804" cy="475754"/>
        </a:xfrm>
        <a:prstGeom prst="rect">
          <a:avLst/>
        </a:prstGeom>
      </dsp:spPr>
      <dsp:txXfrm>
        <a:off x="1942593" y="4038046"/>
        <a:ext cx="260804" cy="475754"/>
      </dsp:txXfrm>
    </dsp:sp>
    <dsp:sp modelId="{E3EE5F49-C87C-4862-8CF5-6CF929F31693}">
      <dsp:nvSpPr>
        <dsp:cNvPr id="19" name="矩形 18" hidden="1"/>
        <dsp:cNvSpPr/>
      </dsp:nvSpPr>
      <dsp:spPr>
        <a:xfrm>
          <a:off x="3546862" y="1913722"/>
          <a:ext cx="256259" cy="574628"/>
        </a:xfrm>
        <a:prstGeom prst="rect">
          <a:avLst/>
        </a:prstGeom>
      </dsp:spPr>
      <dsp:txXfrm>
        <a:off x="3546862" y="1913722"/>
        <a:ext cx="256259" cy="574628"/>
      </dsp:txXfrm>
    </dsp:sp>
    <dsp:sp modelId="{9D6588CE-195D-49D9-B713-231BB781468B}">
      <dsp:nvSpPr>
        <dsp:cNvPr id="22" name="矩形 21" hidden="1"/>
        <dsp:cNvSpPr/>
      </dsp:nvSpPr>
      <dsp:spPr>
        <a:xfrm>
          <a:off x="4593673" y="2961475"/>
          <a:ext cx="270166" cy="531853"/>
        </a:xfrm>
        <a:prstGeom prst="rect">
          <a:avLst/>
        </a:prstGeom>
      </dsp:spPr>
      <dsp:txXfrm>
        <a:off x="4593673" y="2961475"/>
        <a:ext cx="270166" cy="531853"/>
      </dsp:txXfrm>
    </dsp:sp>
    <dsp:sp modelId="{CD708FFB-83BE-4EA9-86BD-64EEFC817937}">
      <dsp:nvSpPr>
        <dsp:cNvPr id="25" name="矩形 24" hidden="1"/>
        <dsp:cNvSpPr/>
      </dsp:nvSpPr>
      <dsp:spPr>
        <a:xfrm>
          <a:off x="3538527" y="4048564"/>
          <a:ext cx="258738" cy="464978"/>
        </a:xfrm>
        <a:prstGeom prst="rect">
          <a:avLst/>
        </a:prstGeom>
      </dsp:spPr>
      <dsp:txXfrm>
        <a:off x="3538527" y="4048564"/>
        <a:ext cx="258738" cy="464978"/>
      </dsp:txXfrm>
    </dsp:sp>
    <dsp:sp modelId="{D70EADF2-E9A0-404F-8BE2-816CF6508DB0}">
      <dsp:nvSpPr>
        <dsp:cNvPr id="28" name="矩形 27" hidden="1"/>
        <dsp:cNvSpPr/>
      </dsp:nvSpPr>
      <dsp:spPr>
        <a:xfrm>
          <a:off x="5157646" y="1910564"/>
          <a:ext cx="233180" cy="582341"/>
        </a:xfrm>
        <a:prstGeom prst="rect">
          <a:avLst/>
        </a:prstGeom>
      </dsp:spPr>
      <dsp:txXfrm>
        <a:off x="5157646" y="1910564"/>
        <a:ext cx="233180" cy="582341"/>
      </dsp:txXfrm>
    </dsp:sp>
    <dsp:sp modelId="{FDF45FB4-A5AB-437A-A6F1-141D7F5EDF7E}">
      <dsp:nvSpPr>
        <dsp:cNvPr id="31" name="矩形 30" hidden="1"/>
        <dsp:cNvSpPr/>
      </dsp:nvSpPr>
      <dsp:spPr>
        <a:xfrm>
          <a:off x="6087444" y="2974751"/>
          <a:ext cx="230621" cy="506333"/>
        </a:xfrm>
        <a:prstGeom prst="rect">
          <a:avLst/>
        </a:prstGeom>
      </dsp:spPr>
      <dsp:txXfrm>
        <a:off x="6087444" y="2974751"/>
        <a:ext cx="230621" cy="506333"/>
      </dsp:txXfrm>
    </dsp:sp>
    <dsp:sp modelId="{5A5AF6F5-2157-4480-8E43-BF8B23C9BB5C}">
      <dsp:nvSpPr>
        <dsp:cNvPr id="34" name="矩形 33" hidden="1"/>
        <dsp:cNvSpPr/>
      </dsp:nvSpPr>
      <dsp:spPr>
        <a:xfrm>
          <a:off x="5138993" y="4022246"/>
          <a:ext cx="240876" cy="516651"/>
        </a:xfrm>
        <a:prstGeom prst="rect">
          <a:avLst/>
        </a:prstGeom>
      </dsp:spPr>
      <dsp:txXfrm>
        <a:off x="5138993" y="4022246"/>
        <a:ext cx="240876" cy="516651"/>
      </dsp:txXfrm>
    </dsp:sp>
    <dsp:sp modelId="{01411D09-113B-4AB5-85F7-555DD1A218AE}">
      <dsp:nvSpPr>
        <dsp:cNvPr id="37" name="矩形 36" hidden="1"/>
        <dsp:cNvSpPr/>
      </dsp:nvSpPr>
      <dsp:spPr>
        <a:xfrm>
          <a:off x="4500800" y="937023"/>
          <a:ext cx="318774" cy="548897"/>
        </a:xfrm>
        <a:prstGeom prst="rect">
          <a:avLst/>
        </a:prstGeom>
      </dsp:spPr>
      <dsp:txXfrm>
        <a:off x="4500800" y="937023"/>
        <a:ext cx="318774" cy="548897"/>
      </dsp:txXfrm>
    </dsp:sp>
    <dsp:sp modelId="{310D10B4-4BCD-4DDC-8641-6437D4D897F2}">
      <dsp:nvSpPr>
        <dsp:cNvPr id="40" name="矩形 39" hidden="1"/>
        <dsp:cNvSpPr/>
      </dsp:nvSpPr>
      <dsp:spPr>
        <a:xfrm>
          <a:off x="6369986" y="937985"/>
          <a:ext cx="289192" cy="543791"/>
        </a:xfrm>
        <a:prstGeom prst="rect">
          <a:avLst/>
        </a:prstGeom>
      </dsp:spPr>
      <dsp:txXfrm>
        <a:off x="6369986" y="937985"/>
        <a:ext cx="289192" cy="543791"/>
      </dsp:txXfrm>
    </dsp:sp>
    <dsp:sp modelId="{D343307A-14E9-4051-A7D4-11B73C0082A6}">
      <dsp:nvSpPr>
        <dsp:cNvPr id="43" name="矩形 42" hidden="1"/>
        <dsp:cNvSpPr/>
      </dsp:nvSpPr>
      <dsp:spPr>
        <a:xfrm>
          <a:off x="6620605" y="1896642"/>
          <a:ext cx="229635" cy="582129"/>
        </a:xfrm>
        <a:prstGeom prst="rect">
          <a:avLst/>
        </a:prstGeom>
      </dsp:spPr>
      <dsp:txXfrm>
        <a:off x="6620605" y="1896642"/>
        <a:ext cx="229635" cy="582129"/>
      </dsp:txXfrm>
    </dsp:sp>
    <dsp:sp modelId="{2F7E0E49-0F7F-41FD-A21F-C9B555070A17}">
      <dsp:nvSpPr>
        <dsp:cNvPr id="46" name="矩形 45" hidden="1"/>
        <dsp:cNvSpPr/>
      </dsp:nvSpPr>
      <dsp:spPr>
        <a:xfrm>
          <a:off x="7540740" y="2967368"/>
          <a:ext cx="229837" cy="520408"/>
        </a:xfrm>
        <a:prstGeom prst="rect">
          <a:avLst/>
        </a:prstGeom>
      </dsp:spPr>
      <dsp:txXfrm>
        <a:off x="7540740" y="2967368"/>
        <a:ext cx="229837" cy="520408"/>
      </dsp:txXfrm>
    </dsp:sp>
    <dsp:sp modelId="{7F8519EA-B917-4868-86E5-A8C9B3D96D3D}">
      <dsp:nvSpPr>
        <dsp:cNvPr id="49" name="矩形 48" hidden="1"/>
        <dsp:cNvSpPr/>
      </dsp:nvSpPr>
      <dsp:spPr>
        <a:xfrm>
          <a:off x="6607012" y="4009099"/>
          <a:ext cx="235871" cy="516651"/>
        </a:xfrm>
        <a:prstGeom prst="rect">
          <a:avLst/>
        </a:prstGeom>
      </dsp:spPr>
      <dsp:txXfrm>
        <a:off x="6607012" y="4009099"/>
        <a:ext cx="235871" cy="516651"/>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696744" cy="6120680"/>
        <a:chOff x="0" y="0"/>
        <a:chExt cx="6696744" cy="6120680"/>
      </a:xfrm>
    </dsp:grpSpPr>
    <dsp:sp modelId="{1BC8CEF0-BE69-4685-8698-3F3A2F307511}">
      <dsp:nvSpPr>
        <dsp:cNvPr id="5" name="任意多边形 4"/>
        <dsp:cNvSpPr/>
      </dsp:nvSpPr>
      <dsp:spPr bwMode="white">
        <a:xfrm>
          <a:off x="730831" y="1511576"/>
          <a:ext cx="2802557" cy="381887"/>
        </a:xfrm>
        <a:custGeom>
          <a:avLst/>
          <a:gdLst/>
          <a:ahLst/>
          <a:cxnLst/>
          <a:pathLst>
            <a:path w="4413" h="601">
              <a:moveTo>
                <a:pt x="4413" y="0"/>
              </a:moveTo>
              <a:lnTo>
                <a:pt x="4413" y="492"/>
              </a:lnTo>
              <a:lnTo>
                <a:pt x="0" y="492"/>
              </a:lnTo>
              <a:lnTo>
                <a:pt x="0" y="601"/>
              </a:lnTo>
            </a:path>
          </a:pathLst>
        </a:custGeom>
      </dsp:spPr>
      <dsp:style>
        <a:lnRef idx="2">
          <a:schemeClr val="accent2">
            <a:tint val="90000"/>
          </a:schemeClr>
        </a:lnRef>
        <a:fillRef idx="0">
          <a:schemeClr val="accent2">
            <a:tint val="90000"/>
          </a:schemeClr>
        </a:fillRef>
        <a:effectRef idx="0">
          <a:scrgbClr r="0" g="0" b="0"/>
        </a:effectRef>
        <a:fontRef idx="minor"/>
      </dsp:style>
      <dsp:txXfrm>
        <a:off x="730831" y="1511576"/>
        <a:ext cx="2802557" cy="381887"/>
      </dsp:txXfrm>
    </dsp:sp>
    <dsp:sp modelId="{C278FD77-3D9D-4906-8FF4-571911A50A79}">
      <dsp:nvSpPr>
        <dsp:cNvPr id="8" name="任意多边形 7"/>
        <dsp:cNvSpPr/>
      </dsp:nvSpPr>
      <dsp:spPr bwMode="white">
        <a:xfrm>
          <a:off x="330693" y="2231933"/>
          <a:ext cx="400138" cy="380363"/>
        </a:xfrm>
        <a:custGeom>
          <a:avLst/>
          <a:gdLst/>
          <a:ahLst/>
          <a:cxnLst/>
          <a:pathLst>
            <a:path w="630" h="599">
              <a:moveTo>
                <a:pt x="630" y="0"/>
              </a:moveTo>
              <a:lnTo>
                <a:pt x="630" y="490"/>
              </a:lnTo>
              <a:lnTo>
                <a:pt x="0" y="490"/>
              </a:lnTo>
              <a:lnTo>
                <a:pt x="0" y="599"/>
              </a:lnTo>
            </a:path>
          </a:pathLst>
        </a:custGeom>
      </dsp:spPr>
      <dsp:style>
        <a:lnRef idx="2">
          <a:schemeClr val="accent2">
            <a:tint val="70000"/>
          </a:schemeClr>
        </a:lnRef>
        <a:fillRef idx="0">
          <a:schemeClr val="accent2">
            <a:tint val="70000"/>
          </a:schemeClr>
        </a:fillRef>
        <a:effectRef idx="0">
          <a:scrgbClr r="0" g="0" b="0"/>
        </a:effectRef>
        <a:fontRef idx="minor"/>
      </dsp:style>
      <dsp:txXfrm>
        <a:off x="330693" y="2231933"/>
        <a:ext cx="400138" cy="380363"/>
      </dsp:txXfrm>
    </dsp:sp>
    <dsp:sp modelId="{DDBD8DA5-3755-4818-9B41-6B30F4AE7E90}">
      <dsp:nvSpPr>
        <dsp:cNvPr id="11" name="任意多边形 10"/>
        <dsp:cNvSpPr/>
      </dsp:nvSpPr>
      <dsp:spPr bwMode="white">
        <a:xfrm>
          <a:off x="66139" y="3312465"/>
          <a:ext cx="75491" cy="1828328"/>
        </a:xfrm>
        <a:custGeom>
          <a:avLst/>
          <a:gdLst/>
          <a:ahLst/>
          <a:cxnLst/>
          <a:pathLst>
            <a:path w="119" h="2879">
              <a:moveTo>
                <a:pt x="0" y="0"/>
              </a:moveTo>
              <a:lnTo>
                <a:pt x="0" y="2879"/>
              </a:lnTo>
              <a:lnTo>
                <a:pt x="119" y="2879"/>
              </a:lnTo>
            </a:path>
          </a:pathLst>
        </a:custGeom>
      </dsp:spPr>
      <dsp:style>
        <a:lnRef idx="2">
          <a:schemeClr val="accent2">
            <a:tint val="50000"/>
          </a:schemeClr>
        </a:lnRef>
        <a:fillRef idx="0">
          <a:schemeClr val="accent2">
            <a:tint val="50000"/>
          </a:schemeClr>
        </a:fillRef>
        <a:effectRef idx="0">
          <a:scrgbClr r="0" g="0" b="0"/>
        </a:effectRef>
        <a:fontRef idx="minor"/>
      </dsp:style>
      <dsp:txXfrm>
        <a:off x="66139" y="3312465"/>
        <a:ext cx="75491" cy="1828328"/>
      </dsp:txXfrm>
    </dsp:sp>
    <dsp:sp modelId="{51778AD2-36EC-46E1-93F9-851F1125989E}">
      <dsp:nvSpPr>
        <dsp:cNvPr id="14" name="任意多边形 13"/>
        <dsp:cNvSpPr/>
      </dsp:nvSpPr>
      <dsp:spPr bwMode="white">
        <a:xfrm>
          <a:off x="730831" y="2231933"/>
          <a:ext cx="382056" cy="380363"/>
        </a:xfrm>
        <a:custGeom>
          <a:avLst/>
          <a:gdLst/>
          <a:ahLst/>
          <a:cxnLst/>
          <a:pathLst>
            <a:path w="602" h="599">
              <a:moveTo>
                <a:pt x="0" y="0"/>
              </a:moveTo>
              <a:lnTo>
                <a:pt x="0" y="490"/>
              </a:lnTo>
              <a:lnTo>
                <a:pt x="602" y="490"/>
              </a:lnTo>
              <a:lnTo>
                <a:pt x="602" y="599"/>
              </a:lnTo>
            </a:path>
          </a:pathLst>
        </a:custGeom>
      </dsp:spPr>
      <dsp:style>
        <a:lnRef idx="2">
          <a:schemeClr val="accent2">
            <a:tint val="70000"/>
          </a:schemeClr>
        </a:lnRef>
        <a:fillRef idx="0">
          <a:schemeClr val="accent2">
            <a:tint val="70000"/>
          </a:schemeClr>
        </a:fillRef>
        <a:effectRef idx="0">
          <a:scrgbClr r="0" g="0" b="0"/>
        </a:effectRef>
        <a:fontRef idx="minor"/>
      </dsp:style>
      <dsp:txXfrm>
        <a:off x="730831" y="2231933"/>
        <a:ext cx="382056" cy="380363"/>
      </dsp:txXfrm>
    </dsp:sp>
    <dsp:sp modelId="{CAD2B1B8-9572-4983-B83A-ADBEE2B01793}">
      <dsp:nvSpPr>
        <dsp:cNvPr id="17" name="任意多边形 16"/>
        <dsp:cNvSpPr/>
      </dsp:nvSpPr>
      <dsp:spPr bwMode="white">
        <a:xfrm>
          <a:off x="848332" y="3312465"/>
          <a:ext cx="78407" cy="1824160"/>
        </a:xfrm>
        <a:custGeom>
          <a:avLst/>
          <a:gdLst/>
          <a:ahLst/>
          <a:cxnLst/>
          <a:pathLst>
            <a:path w="123" h="2873">
              <a:moveTo>
                <a:pt x="0" y="0"/>
              </a:moveTo>
              <a:lnTo>
                <a:pt x="0" y="2873"/>
              </a:lnTo>
              <a:lnTo>
                <a:pt x="123" y="2873"/>
              </a:lnTo>
            </a:path>
          </a:pathLst>
        </a:custGeom>
      </dsp:spPr>
      <dsp:style>
        <a:lnRef idx="2">
          <a:schemeClr val="accent2">
            <a:tint val="50000"/>
          </a:schemeClr>
        </a:lnRef>
        <a:fillRef idx="0">
          <a:schemeClr val="accent2">
            <a:tint val="50000"/>
          </a:schemeClr>
        </a:fillRef>
        <a:effectRef idx="0">
          <a:scrgbClr r="0" g="0" b="0"/>
        </a:effectRef>
        <a:fontRef idx="minor"/>
      </dsp:style>
      <dsp:txXfrm>
        <a:off x="848332" y="3312465"/>
        <a:ext cx="78407" cy="1824160"/>
      </dsp:txXfrm>
    </dsp:sp>
    <dsp:sp modelId="{6C700C0C-4E74-4833-902C-BD331602F050}">
      <dsp:nvSpPr>
        <dsp:cNvPr id="20" name="任意多边形 19"/>
        <dsp:cNvSpPr/>
      </dsp:nvSpPr>
      <dsp:spPr bwMode="white">
        <a:xfrm>
          <a:off x="3533388" y="1511576"/>
          <a:ext cx="1018761" cy="381887"/>
        </a:xfrm>
        <a:custGeom>
          <a:avLst/>
          <a:gdLst/>
          <a:ahLst/>
          <a:cxnLst/>
          <a:pathLst>
            <a:path w="1604" h="601">
              <a:moveTo>
                <a:pt x="0" y="0"/>
              </a:moveTo>
              <a:lnTo>
                <a:pt x="0" y="492"/>
              </a:lnTo>
              <a:lnTo>
                <a:pt x="1604" y="492"/>
              </a:lnTo>
              <a:lnTo>
                <a:pt x="1604" y="601"/>
              </a:lnTo>
            </a:path>
          </a:pathLst>
        </a:custGeom>
      </dsp:spPr>
      <dsp:style>
        <a:lnRef idx="2">
          <a:schemeClr val="accent2">
            <a:tint val="90000"/>
          </a:schemeClr>
        </a:lnRef>
        <a:fillRef idx="0">
          <a:schemeClr val="accent2">
            <a:tint val="90000"/>
          </a:schemeClr>
        </a:fillRef>
        <a:effectRef idx="0">
          <a:scrgbClr r="0" g="0" b="0"/>
        </a:effectRef>
        <a:fontRef idx="minor"/>
      </dsp:style>
      <dsp:txXfrm>
        <a:off x="3533388" y="1511576"/>
        <a:ext cx="1018761" cy="381887"/>
      </dsp:txXfrm>
    </dsp:sp>
    <dsp:sp modelId="{1A3C04A8-9D52-4F99-913F-17B138101178}">
      <dsp:nvSpPr>
        <dsp:cNvPr id="23" name="任意多边形 22"/>
        <dsp:cNvSpPr/>
      </dsp:nvSpPr>
      <dsp:spPr bwMode="white">
        <a:xfrm>
          <a:off x="3416326" y="2231933"/>
          <a:ext cx="1135823" cy="372446"/>
        </a:xfrm>
        <a:custGeom>
          <a:avLst/>
          <a:gdLst/>
          <a:ahLst/>
          <a:cxnLst/>
          <a:pathLst>
            <a:path w="1789" h="587">
              <a:moveTo>
                <a:pt x="1789" y="0"/>
              </a:moveTo>
              <a:lnTo>
                <a:pt x="1789" y="477"/>
              </a:lnTo>
              <a:lnTo>
                <a:pt x="0" y="477"/>
              </a:lnTo>
              <a:lnTo>
                <a:pt x="0" y="587"/>
              </a:lnTo>
            </a:path>
          </a:pathLst>
        </a:custGeom>
      </dsp:spPr>
      <dsp:style>
        <a:lnRef idx="2">
          <a:schemeClr val="accent2">
            <a:tint val="70000"/>
          </a:schemeClr>
        </a:lnRef>
        <a:fillRef idx="0">
          <a:schemeClr val="accent2">
            <a:tint val="70000"/>
          </a:schemeClr>
        </a:fillRef>
        <a:effectRef idx="0">
          <a:scrgbClr r="0" g="0" b="0"/>
        </a:effectRef>
        <a:fontRef idx="minor"/>
      </dsp:style>
      <dsp:txXfrm>
        <a:off x="3416326" y="2231933"/>
        <a:ext cx="1135823" cy="372446"/>
      </dsp:txXfrm>
    </dsp:sp>
    <dsp:sp modelId="{E5517762-C445-4DEF-96DF-3D2165429BA1}">
      <dsp:nvSpPr>
        <dsp:cNvPr id="26" name="任意多边形 25"/>
        <dsp:cNvSpPr/>
      </dsp:nvSpPr>
      <dsp:spPr bwMode="white">
        <a:xfrm>
          <a:off x="1813492" y="3312465"/>
          <a:ext cx="1602834" cy="342052"/>
        </a:xfrm>
        <a:custGeom>
          <a:avLst/>
          <a:gdLst/>
          <a:ahLst/>
          <a:cxnLst/>
          <a:pathLst>
            <a:path w="2524" h="539">
              <a:moveTo>
                <a:pt x="2524" y="0"/>
              </a:moveTo>
              <a:lnTo>
                <a:pt x="2524" y="429"/>
              </a:lnTo>
              <a:lnTo>
                <a:pt x="0" y="429"/>
              </a:lnTo>
              <a:lnTo>
                <a:pt x="0" y="539"/>
              </a:lnTo>
            </a:path>
          </a:pathLst>
        </a:custGeom>
      </dsp:spPr>
      <dsp:style>
        <a:lnRef idx="2">
          <a:schemeClr val="accent2">
            <a:tint val="50000"/>
          </a:schemeClr>
        </a:lnRef>
        <a:fillRef idx="0">
          <a:schemeClr val="accent2">
            <a:tint val="50000"/>
          </a:schemeClr>
        </a:fillRef>
        <a:effectRef idx="0">
          <a:scrgbClr r="0" g="0" b="0"/>
        </a:effectRef>
        <a:fontRef idx="minor"/>
      </dsp:style>
      <dsp:txXfrm>
        <a:off x="1813492" y="3312465"/>
        <a:ext cx="1602834" cy="342052"/>
      </dsp:txXfrm>
    </dsp:sp>
    <dsp:sp modelId="{BF8B1110-01F7-4CED-811A-A1A3B8FB6EC0}">
      <dsp:nvSpPr>
        <dsp:cNvPr id="29" name="任意多边形 28"/>
        <dsp:cNvSpPr/>
      </dsp:nvSpPr>
      <dsp:spPr bwMode="white">
        <a:xfrm>
          <a:off x="1548938" y="4198229"/>
          <a:ext cx="106602" cy="939146"/>
        </a:xfrm>
        <a:custGeom>
          <a:avLst/>
          <a:gdLst/>
          <a:ahLst/>
          <a:cxnLst/>
          <a:pathLst>
            <a:path w="168" h="1479">
              <a:moveTo>
                <a:pt x="0" y="0"/>
              </a:moveTo>
              <a:lnTo>
                <a:pt x="0" y="1479"/>
              </a:lnTo>
              <a:lnTo>
                <a:pt x="168" y="1479"/>
              </a:lnTo>
            </a:path>
          </a:pathLst>
        </a:custGeom>
      </dsp:spPr>
      <dsp:style>
        <a:lnRef idx="2">
          <a:schemeClr val="accent2">
            <a:tint val="50000"/>
          </a:schemeClr>
        </a:lnRef>
        <a:fillRef idx="0">
          <a:schemeClr val="accent2">
            <a:tint val="50000"/>
          </a:schemeClr>
        </a:fillRef>
        <a:effectRef idx="0">
          <a:scrgbClr r="0" g="0" b="0"/>
        </a:effectRef>
        <a:fontRef idx="minor"/>
      </dsp:style>
      <dsp:txXfrm>
        <a:off x="1548938" y="4198229"/>
        <a:ext cx="106602" cy="939146"/>
      </dsp:txXfrm>
    </dsp:sp>
    <dsp:sp modelId="{7975DE9E-F1D8-48F8-83C7-28B675EEE74C}">
      <dsp:nvSpPr>
        <dsp:cNvPr id="32" name="任意多边形 31"/>
        <dsp:cNvSpPr/>
      </dsp:nvSpPr>
      <dsp:spPr bwMode="white">
        <a:xfrm>
          <a:off x="2562511" y="3312465"/>
          <a:ext cx="853815" cy="342052"/>
        </a:xfrm>
        <a:custGeom>
          <a:avLst/>
          <a:gdLst/>
          <a:ahLst/>
          <a:cxnLst/>
          <a:pathLst>
            <a:path w="1345" h="539">
              <a:moveTo>
                <a:pt x="1345" y="0"/>
              </a:moveTo>
              <a:lnTo>
                <a:pt x="1345" y="429"/>
              </a:lnTo>
              <a:lnTo>
                <a:pt x="0" y="429"/>
              </a:lnTo>
              <a:lnTo>
                <a:pt x="0" y="539"/>
              </a:lnTo>
            </a:path>
          </a:pathLst>
        </a:custGeom>
      </dsp:spPr>
      <dsp:style>
        <a:lnRef idx="2">
          <a:schemeClr val="accent2">
            <a:tint val="50000"/>
          </a:schemeClr>
        </a:lnRef>
        <a:fillRef idx="0">
          <a:schemeClr val="accent2">
            <a:tint val="50000"/>
          </a:schemeClr>
        </a:fillRef>
        <a:effectRef idx="0">
          <a:scrgbClr r="0" g="0" b="0"/>
        </a:effectRef>
        <a:fontRef idx="minor"/>
      </dsp:style>
      <dsp:txXfrm>
        <a:off x="2562511" y="3312465"/>
        <a:ext cx="853815" cy="342052"/>
      </dsp:txXfrm>
    </dsp:sp>
    <dsp:sp modelId="{89A8BFEB-128C-48E3-AA9C-AD580187AEAA}">
      <dsp:nvSpPr>
        <dsp:cNvPr id="35" name="任意多边形 34"/>
        <dsp:cNvSpPr/>
      </dsp:nvSpPr>
      <dsp:spPr bwMode="white">
        <a:xfrm>
          <a:off x="2297957" y="4198225"/>
          <a:ext cx="77931" cy="939152"/>
        </a:xfrm>
        <a:custGeom>
          <a:avLst/>
          <a:gdLst/>
          <a:ahLst/>
          <a:cxnLst/>
          <a:pathLst>
            <a:path w="123" h="1479">
              <a:moveTo>
                <a:pt x="0" y="0"/>
              </a:moveTo>
              <a:lnTo>
                <a:pt x="0" y="1479"/>
              </a:lnTo>
              <a:lnTo>
                <a:pt x="123" y="1479"/>
              </a:lnTo>
            </a:path>
          </a:pathLst>
        </a:custGeom>
      </dsp:spPr>
      <dsp:style>
        <a:lnRef idx="2">
          <a:schemeClr val="accent2">
            <a:tint val="50000"/>
          </a:schemeClr>
        </a:lnRef>
        <a:fillRef idx="0">
          <a:schemeClr val="accent2">
            <a:tint val="50000"/>
          </a:schemeClr>
        </a:fillRef>
        <a:effectRef idx="0">
          <a:scrgbClr r="0" g="0" b="0"/>
        </a:effectRef>
        <a:fontRef idx="minor"/>
      </dsp:style>
      <dsp:txXfrm>
        <a:off x="2297957" y="4198225"/>
        <a:ext cx="77931" cy="939152"/>
      </dsp:txXfrm>
    </dsp:sp>
    <dsp:sp modelId="{F8A741B2-352A-4DF3-B760-87C9F8B1EDFE}">
      <dsp:nvSpPr>
        <dsp:cNvPr id="38" name="任意多边形 37"/>
        <dsp:cNvSpPr/>
      </dsp:nvSpPr>
      <dsp:spPr bwMode="white">
        <a:xfrm>
          <a:off x="3341841" y="3312465"/>
          <a:ext cx="74485" cy="342052"/>
        </a:xfrm>
        <a:custGeom>
          <a:avLst/>
          <a:gdLst/>
          <a:ahLst/>
          <a:cxnLst/>
          <a:pathLst>
            <a:path w="117" h="539">
              <a:moveTo>
                <a:pt x="117" y="0"/>
              </a:moveTo>
              <a:lnTo>
                <a:pt x="117" y="429"/>
              </a:lnTo>
              <a:lnTo>
                <a:pt x="0" y="429"/>
              </a:lnTo>
              <a:lnTo>
                <a:pt x="0" y="539"/>
              </a:lnTo>
            </a:path>
          </a:pathLst>
        </a:custGeom>
      </dsp:spPr>
      <dsp:style>
        <a:lnRef idx="2">
          <a:schemeClr val="accent2">
            <a:tint val="50000"/>
          </a:schemeClr>
        </a:lnRef>
        <a:fillRef idx="0">
          <a:schemeClr val="accent2">
            <a:tint val="50000"/>
          </a:schemeClr>
        </a:fillRef>
        <a:effectRef idx="0">
          <a:scrgbClr r="0" g="0" b="0"/>
        </a:effectRef>
        <a:fontRef idx="minor"/>
      </dsp:style>
      <dsp:txXfrm>
        <a:off x="3341841" y="3312465"/>
        <a:ext cx="74485" cy="342052"/>
      </dsp:txXfrm>
    </dsp:sp>
    <dsp:sp modelId="{791ACEE3-57A0-462F-B7F4-386B2B4ED2C2}">
      <dsp:nvSpPr>
        <dsp:cNvPr id="41" name="任意多边形 40"/>
        <dsp:cNvSpPr/>
      </dsp:nvSpPr>
      <dsp:spPr bwMode="white">
        <a:xfrm>
          <a:off x="3077287" y="4198229"/>
          <a:ext cx="91000" cy="939146"/>
        </a:xfrm>
        <a:custGeom>
          <a:avLst/>
          <a:gdLst/>
          <a:ahLst/>
          <a:cxnLst/>
          <a:pathLst>
            <a:path w="143" h="1479">
              <a:moveTo>
                <a:pt x="0" y="0"/>
              </a:moveTo>
              <a:lnTo>
                <a:pt x="0" y="1479"/>
              </a:lnTo>
              <a:lnTo>
                <a:pt x="143" y="1479"/>
              </a:lnTo>
            </a:path>
          </a:pathLst>
        </a:custGeom>
      </dsp:spPr>
      <dsp:style>
        <a:lnRef idx="2">
          <a:schemeClr val="accent2">
            <a:tint val="50000"/>
          </a:schemeClr>
        </a:lnRef>
        <a:fillRef idx="0">
          <a:schemeClr val="accent2">
            <a:tint val="50000"/>
          </a:schemeClr>
        </a:fillRef>
        <a:effectRef idx="0">
          <a:scrgbClr r="0" g="0" b="0"/>
        </a:effectRef>
        <a:fontRef idx="minor"/>
      </dsp:style>
      <dsp:txXfrm>
        <a:off x="3077287" y="4198229"/>
        <a:ext cx="91000" cy="939146"/>
      </dsp:txXfrm>
    </dsp:sp>
    <dsp:sp modelId="{74DC6685-C197-43CB-A146-746BDA0D65AC}">
      <dsp:nvSpPr>
        <dsp:cNvPr id="44" name="任意多边形 43"/>
        <dsp:cNvSpPr/>
      </dsp:nvSpPr>
      <dsp:spPr bwMode="white">
        <a:xfrm>
          <a:off x="3416326" y="3312465"/>
          <a:ext cx="658932" cy="342052"/>
        </a:xfrm>
        <a:custGeom>
          <a:avLst/>
          <a:gdLst/>
          <a:ahLst/>
          <a:cxnLst/>
          <a:pathLst>
            <a:path w="1038" h="539">
              <a:moveTo>
                <a:pt x="0" y="0"/>
              </a:moveTo>
              <a:lnTo>
                <a:pt x="0" y="429"/>
              </a:lnTo>
              <a:lnTo>
                <a:pt x="1038" y="429"/>
              </a:lnTo>
              <a:lnTo>
                <a:pt x="1038" y="539"/>
              </a:lnTo>
            </a:path>
          </a:pathLst>
        </a:custGeom>
      </dsp:spPr>
      <dsp:style>
        <a:lnRef idx="2">
          <a:schemeClr val="accent2">
            <a:tint val="50000"/>
          </a:schemeClr>
        </a:lnRef>
        <a:fillRef idx="0">
          <a:schemeClr val="accent2">
            <a:tint val="50000"/>
          </a:schemeClr>
        </a:fillRef>
        <a:effectRef idx="0">
          <a:scrgbClr r="0" g="0" b="0"/>
        </a:effectRef>
        <a:fontRef idx="minor"/>
      </dsp:style>
      <dsp:txXfrm>
        <a:off x="3416326" y="3312465"/>
        <a:ext cx="658932" cy="342052"/>
      </dsp:txXfrm>
    </dsp:sp>
    <dsp:sp modelId="{A42D3680-25C6-4AED-AB10-EF211813609E}">
      <dsp:nvSpPr>
        <dsp:cNvPr id="47" name="任意多边形 46"/>
        <dsp:cNvSpPr/>
      </dsp:nvSpPr>
      <dsp:spPr bwMode="white">
        <a:xfrm>
          <a:off x="3810703" y="4198225"/>
          <a:ext cx="77931" cy="938398"/>
        </a:xfrm>
        <a:custGeom>
          <a:avLst/>
          <a:gdLst/>
          <a:ahLst/>
          <a:cxnLst/>
          <a:pathLst>
            <a:path w="123" h="1478">
              <a:moveTo>
                <a:pt x="0" y="0"/>
              </a:moveTo>
              <a:lnTo>
                <a:pt x="0" y="1478"/>
              </a:lnTo>
              <a:lnTo>
                <a:pt x="123" y="1478"/>
              </a:lnTo>
            </a:path>
          </a:pathLst>
        </a:custGeom>
      </dsp:spPr>
      <dsp:style>
        <a:lnRef idx="2">
          <a:schemeClr val="accent2">
            <a:tint val="50000"/>
          </a:schemeClr>
        </a:lnRef>
        <a:fillRef idx="0">
          <a:schemeClr val="accent2">
            <a:tint val="50000"/>
          </a:schemeClr>
        </a:fillRef>
        <a:effectRef idx="0">
          <a:scrgbClr r="0" g="0" b="0"/>
        </a:effectRef>
        <a:fontRef idx="minor"/>
      </dsp:style>
      <dsp:txXfrm>
        <a:off x="3810703" y="4198225"/>
        <a:ext cx="77931" cy="938398"/>
      </dsp:txXfrm>
    </dsp:sp>
    <dsp:sp modelId="{8E8FC38D-2881-4A51-AA43-64165B8A61BC}">
      <dsp:nvSpPr>
        <dsp:cNvPr id="50" name="任意多边形 49"/>
        <dsp:cNvSpPr/>
      </dsp:nvSpPr>
      <dsp:spPr bwMode="white">
        <a:xfrm>
          <a:off x="3416326" y="3312465"/>
          <a:ext cx="1451331" cy="342052"/>
        </a:xfrm>
        <a:custGeom>
          <a:avLst/>
          <a:gdLst/>
          <a:ahLst/>
          <a:cxnLst/>
          <a:pathLst>
            <a:path w="2286" h="539">
              <a:moveTo>
                <a:pt x="0" y="0"/>
              </a:moveTo>
              <a:lnTo>
                <a:pt x="0" y="429"/>
              </a:lnTo>
              <a:lnTo>
                <a:pt x="2286" y="429"/>
              </a:lnTo>
              <a:lnTo>
                <a:pt x="2286" y="539"/>
              </a:lnTo>
            </a:path>
          </a:pathLst>
        </a:custGeom>
      </dsp:spPr>
      <dsp:style>
        <a:lnRef idx="2">
          <a:schemeClr val="accent2">
            <a:tint val="50000"/>
          </a:schemeClr>
        </a:lnRef>
        <a:fillRef idx="0">
          <a:schemeClr val="accent2">
            <a:tint val="50000"/>
          </a:schemeClr>
        </a:fillRef>
        <a:effectRef idx="0">
          <a:scrgbClr r="0" g="0" b="0"/>
        </a:effectRef>
        <a:fontRef idx="minor"/>
      </dsp:style>
      <dsp:txXfrm>
        <a:off x="3416326" y="3312465"/>
        <a:ext cx="1451331" cy="342052"/>
      </dsp:txXfrm>
    </dsp:sp>
    <dsp:sp modelId="{35079725-4EA6-451A-B14B-A8B3F30BC50C}">
      <dsp:nvSpPr>
        <dsp:cNvPr id="53" name="任意多边形 52"/>
        <dsp:cNvSpPr/>
      </dsp:nvSpPr>
      <dsp:spPr bwMode="white">
        <a:xfrm>
          <a:off x="4603103" y="4198225"/>
          <a:ext cx="77924" cy="939152"/>
        </a:xfrm>
        <a:custGeom>
          <a:avLst/>
          <a:gdLst/>
          <a:ahLst/>
          <a:cxnLst/>
          <a:pathLst>
            <a:path w="123" h="1479">
              <a:moveTo>
                <a:pt x="0" y="0"/>
              </a:moveTo>
              <a:lnTo>
                <a:pt x="0" y="1479"/>
              </a:lnTo>
              <a:lnTo>
                <a:pt x="123" y="1479"/>
              </a:lnTo>
            </a:path>
          </a:pathLst>
        </a:custGeom>
      </dsp:spPr>
      <dsp:style>
        <a:lnRef idx="2">
          <a:schemeClr val="accent2">
            <a:tint val="50000"/>
          </a:schemeClr>
        </a:lnRef>
        <a:fillRef idx="0">
          <a:schemeClr val="accent2">
            <a:tint val="50000"/>
          </a:schemeClr>
        </a:fillRef>
        <a:effectRef idx="0">
          <a:scrgbClr r="0" g="0" b="0"/>
        </a:effectRef>
        <a:fontRef idx="minor"/>
      </dsp:style>
      <dsp:txXfrm>
        <a:off x="4603103" y="4198225"/>
        <a:ext cx="77924" cy="939152"/>
      </dsp:txXfrm>
    </dsp:sp>
    <dsp:sp modelId="{8FD9FD6E-022A-4129-B67B-7D43763AD217}">
      <dsp:nvSpPr>
        <dsp:cNvPr id="56" name="任意多边形 55"/>
        <dsp:cNvSpPr/>
      </dsp:nvSpPr>
      <dsp:spPr bwMode="white">
        <a:xfrm>
          <a:off x="4552149" y="2231933"/>
          <a:ext cx="1035855" cy="360174"/>
        </a:xfrm>
        <a:custGeom>
          <a:avLst/>
          <a:gdLst/>
          <a:ahLst/>
          <a:cxnLst/>
          <a:pathLst>
            <a:path w="1631" h="567">
              <a:moveTo>
                <a:pt x="0" y="0"/>
              </a:moveTo>
              <a:lnTo>
                <a:pt x="0" y="458"/>
              </a:lnTo>
              <a:lnTo>
                <a:pt x="1631" y="458"/>
              </a:lnTo>
              <a:lnTo>
                <a:pt x="1631" y="567"/>
              </a:lnTo>
            </a:path>
          </a:pathLst>
        </a:custGeom>
      </dsp:spPr>
      <dsp:style>
        <a:lnRef idx="2">
          <a:schemeClr val="accent2">
            <a:tint val="70000"/>
          </a:schemeClr>
        </a:lnRef>
        <a:fillRef idx="0">
          <a:schemeClr val="accent2">
            <a:tint val="70000"/>
          </a:schemeClr>
        </a:fillRef>
        <a:effectRef idx="0">
          <a:scrgbClr r="0" g="0" b="0"/>
        </a:effectRef>
        <a:fontRef idx="minor"/>
      </dsp:style>
      <dsp:txXfrm>
        <a:off x="4552149" y="2231933"/>
        <a:ext cx="1035855" cy="360174"/>
      </dsp:txXfrm>
    </dsp:sp>
    <dsp:sp modelId="{0A0A55C7-CE5A-4A38-9411-DD4092C8462E}">
      <dsp:nvSpPr>
        <dsp:cNvPr id="59" name="任意多边形 58"/>
        <dsp:cNvSpPr/>
      </dsp:nvSpPr>
      <dsp:spPr bwMode="white">
        <a:xfrm>
          <a:off x="5323450" y="3334942"/>
          <a:ext cx="77931" cy="1773557"/>
        </a:xfrm>
        <a:custGeom>
          <a:avLst/>
          <a:gdLst/>
          <a:ahLst/>
          <a:cxnLst/>
          <a:pathLst>
            <a:path w="123" h="2793">
              <a:moveTo>
                <a:pt x="0" y="0"/>
              </a:moveTo>
              <a:lnTo>
                <a:pt x="0" y="2793"/>
              </a:lnTo>
              <a:lnTo>
                <a:pt x="123" y="2793"/>
              </a:lnTo>
            </a:path>
          </a:pathLst>
        </a:custGeom>
      </dsp:spPr>
      <dsp:style>
        <a:lnRef idx="2">
          <a:schemeClr val="accent2">
            <a:tint val="50000"/>
          </a:schemeClr>
        </a:lnRef>
        <a:fillRef idx="0">
          <a:schemeClr val="accent2">
            <a:tint val="50000"/>
          </a:schemeClr>
        </a:fillRef>
        <a:effectRef idx="0">
          <a:scrgbClr r="0" g="0" b="0"/>
        </a:effectRef>
        <a:fontRef idx="minor"/>
      </dsp:style>
      <dsp:txXfrm>
        <a:off x="5323450" y="3334942"/>
        <a:ext cx="77931" cy="1773557"/>
      </dsp:txXfrm>
    </dsp:sp>
    <dsp:sp modelId="{164CB905-C747-447D-B836-41BDBB6D128A}">
      <dsp:nvSpPr>
        <dsp:cNvPr id="62" name="任意多边形 61"/>
        <dsp:cNvSpPr/>
      </dsp:nvSpPr>
      <dsp:spPr bwMode="white">
        <a:xfrm>
          <a:off x="3533388" y="1511576"/>
          <a:ext cx="2791843" cy="381887"/>
        </a:xfrm>
        <a:custGeom>
          <a:avLst/>
          <a:gdLst/>
          <a:ahLst/>
          <a:cxnLst/>
          <a:pathLst>
            <a:path w="4397" h="601">
              <a:moveTo>
                <a:pt x="0" y="0"/>
              </a:moveTo>
              <a:lnTo>
                <a:pt x="0" y="492"/>
              </a:lnTo>
              <a:lnTo>
                <a:pt x="4397" y="492"/>
              </a:lnTo>
              <a:lnTo>
                <a:pt x="4397" y="601"/>
              </a:lnTo>
            </a:path>
          </a:pathLst>
        </a:custGeom>
      </dsp:spPr>
      <dsp:style>
        <a:lnRef idx="2">
          <a:schemeClr val="accent2">
            <a:tint val="90000"/>
          </a:schemeClr>
        </a:lnRef>
        <a:fillRef idx="0">
          <a:schemeClr val="accent2">
            <a:tint val="90000"/>
          </a:schemeClr>
        </a:fillRef>
        <a:effectRef idx="0">
          <a:scrgbClr r="0" g="0" b="0"/>
        </a:effectRef>
        <a:fontRef idx="minor"/>
      </dsp:style>
      <dsp:txXfrm>
        <a:off x="3533388" y="1511576"/>
        <a:ext cx="2791843" cy="381887"/>
      </dsp:txXfrm>
    </dsp:sp>
    <dsp:sp modelId="{A4423C54-135A-4F00-9BCA-03FA96A71832}">
      <dsp:nvSpPr>
        <dsp:cNvPr id="65" name="任意多边形 64"/>
        <dsp:cNvSpPr/>
      </dsp:nvSpPr>
      <dsp:spPr bwMode="white">
        <a:xfrm>
          <a:off x="6028020" y="2231933"/>
          <a:ext cx="93722" cy="2883651"/>
        </a:xfrm>
        <a:custGeom>
          <a:avLst/>
          <a:gdLst/>
          <a:ahLst/>
          <a:cxnLst/>
          <a:pathLst>
            <a:path w="148" h="4541">
              <a:moveTo>
                <a:pt x="0" y="0"/>
              </a:moveTo>
              <a:lnTo>
                <a:pt x="0" y="4541"/>
              </a:lnTo>
              <a:lnTo>
                <a:pt x="148" y="4541"/>
              </a:lnTo>
            </a:path>
          </a:pathLst>
        </a:custGeom>
      </dsp:spPr>
      <dsp:style>
        <a:lnRef idx="2">
          <a:schemeClr val="accent2">
            <a:tint val="70000"/>
          </a:schemeClr>
        </a:lnRef>
        <a:fillRef idx="0">
          <a:schemeClr val="accent2">
            <a:tint val="70000"/>
          </a:schemeClr>
        </a:fillRef>
        <a:effectRef idx="0">
          <a:scrgbClr r="0" g="0" b="0"/>
        </a:effectRef>
        <a:fontRef idx="minor"/>
      </dsp:style>
      <dsp:txXfrm>
        <a:off x="6028020" y="2231933"/>
        <a:ext cx="93722" cy="2883651"/>
      </dsp:txXfrm>
    </dsp:sp>
    <dsp:sp modelId="{2EBDAE14-5555-40C3-A121-18E3103F8B93}">
      <dsp:nvSpPr>
        <dsp:cNvPr id="3" name="矩形 2"/>
        <dsp:cNvSpPr/>
      </dsp:nvSpPr>
      <dsp:spPr bwMode="white">
        <a:xfrm>
          <a:off x="2998225" y="846649"/>
          <a:ext cx="1070326" cy="664927"/>
        </a:xfrm>
        <a:prstGeom prst="rect">
          <a:avLst/>
        </a:prstGeom>
      </dsp:spPr>
      <dsp:style>
        <a:lnRef idx="2">
          <a:schemeClr val="lt1"/>
        </a:lnRef>
        <a:fillRef idx="1">
          <a:schemeClr val="accent2">
            <a:shade val="60000"/>
            <a:hueOff val="0"/>
            <a:satOff val="0"/>
            <a:lumOff val="0"/>
            <a:alpha val="100000"/>
          </a:schemeClr>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拉链的制作</a:t>
          </a:r>
          <a:endParaRPr lang="zh-CN" altLang="en-US" sz="1200" b="1" dirty="0">
            <a:latin typeface="微软雅黑" panose="020B0503020204020204" charset="-122"/>
            <a:ea typeface="微软雅黑" panose="020B0503020204020204" charset="-122"/>
          </a:endParaRPr>
        </a:p>
      </dsp:txBody>
      <dsp:txXfrm>
        <a:off x="2998225" y="846649"/>
        <a:ext cx="1070326" cy="664927"/>
      </dsp:txXfrm>
    </dsp:sp>
    <dsp:sp modelId="{ED382D67-23C8-44B1-B5E3-E533CBDA4465}">
      <dsp:nvSpPr>
        <dsp:cNvPr id="6" name="矩形 5"/>
        <dsp:cNvSpPr/>
      </dsp:nvSpPr>
      <dsp:spPr bwMode="white">
        <a:xfrm>
          <a:off x="359317" y="1893463"/>
          <a:ext cx="743027" cy="338471"/>
        </a:xfrm>
        <a:prstGeom prst="rect">
          <a:avLst/>
        </a:prstGeom>
      </dsp:spPr>
      <dsp:style>
        <a:lnRef idx="2">
          <a:schemeClr val="lt1"/>
        </a:lnRef>
        <a:fillRef idx="1">
          <a:schemeClr val="accent2">
            <a:shade val="8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dirty="0" smtClean="0">
              <a:latin typeface="微软雅黑" panose="020B0503020204020204" charset="-122"/>
              <a:ea typeface="微软雅黑" panose="020B0503020204020204" charset="-122"/>
            </a:rPr>
            <a:t>方法</a:t>
          </a:r>
          <a:endParaRPr lang="zh-CN" altLang="en-US" sz="1050" b="1" dirty="0">
            <a:latin typeface="微软雅黑" panose="020B0503020204020204" charset="-122"/>
            <a:ea typeface="微软雅黑" panose="020B0503020204020204" charset="-122"/>
          </a:endParaRPr>
        </a:p>
      </dsp:txBody>
      <dsp:txXfrm>
        <a:off x="359317" y="1893463"/>
        <a:ext cx="743027" cy="338471"/>
      </dsp:txXfrm>
    </dsp:sp>
    <dsp:sp modelId="{CC1E64DC-D5D1-4E70-A4D6-309CF6F54F54}">
      <dsp:nvSpPr>
        <dsp:cNvPr id="9" name="矩形 8"/>
        <dsp:cNvSpPr/>
      </dsp:nvSpPr>
      <dsp:spPr bwMode="white">
        <a:xfrm>
          <a:off x="0" y="2612296"/>
          <a:ext cx="661385" cy="700169"/>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dirty="0" smtClean="0">
              <a:latin typeface="微软雅黑" panose="020B0503020204020204" charset="-122"/>
              <a:ea typeface="微软雅黑" panose="020B0503020204020204" charset="-122"/>
            </a:rPr>
            <a:t>装饰拉链制作方法</a:t>
          </a:r>
          <a:endParaRPr lang="zh-CN" altLang="en-US" sz="1050" b="1" dirty="0">
            <a:latin typeface="微软雅黑" panose="020B0503020204020204" charset="-122"/>
            <a:ea typeface="微软雅黑" panose="020B0503020204020204" charset="-122"/>
          </a:endParaRPr>
        </a:p>
      </dsp:txBody>
      <dsp:txXfrm>
        <a:off x="0" y="2612296"/>
        <a:ext cx="661385" cy="700169"/>
      </dsp:txXfrm>
    </dsp:sp>
    <dsp:sp modelId="{2958C158-0126-4C49-954A-7C1C76FC11FD}">
      <dsp:nvSpPr>
        <dsp:cNvPr id="12" name="矩形 11"/>
        <dsp:cNvSpPr/>
      </dsp:nvSpPr>
      <dsp:spPr bwMode="white">
        <a:xfrm>
          <a:off x="141629" y="4519913"/>
          <a:ext cx="398650" cy="1241761"/>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201010301401.2</a:t>
          </a:r>
          <a:endParaRPr lang="zh-CN" altLang="en-US" sz="1050" b="0" dirty="0">
            <a:latin typeface="+mj-ea"/>
            <a:ea typeface="+mj-ea"/>
          </a:endParaRPr>
        </a:p>
      </dsp:txBody>
      <dsp:txXfrm>
        <a:off x="141629" y="4519913"/>
        <a:ext cx="398650" cy="1241761"/>
      </dsp:txXfrm>
    </dsp:sp>
    <dsp:sp modelId="{15F278FC-48C0-4B5B-A159-82B42CACA5F3}">
      <dsp:nvSpPr>
        <dsp:cNvPr id="15" name="矩形 14"/>
        <dsp:cNvSpPr/>
      </dsp:nvSpPr>
      <dsp:spPr bwMode="white">
        <a:xfrm>
          <a:off x="782194" y="2612296"/>
          <a:ext cx="661385" cy="700169"/>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i="0" dirty="0" smtClean="0">
              <a:latin typeface="微软雅黑" panose="020B0503020204020204" charset="-122"/>
              <a:ea typeface="微软雅黑" panose="020B0503020204020204" charset="-122"/>
            </a:rPr>
            <a:t>带材防水膜的贴合方法</a:t>
          </a:r>
          <a:endParaRPr lang="zh-CN" altLang="en-US" sz="1050" b="1" dirty="0">
            <a:latin typeface="微软雅黑" panose="020B0503020204020204" charset="-122"/>
            <a:ea typeface="微软雅黑" panose="020B0503020204020204" charset="-122"/>
          </a:endParaRPr>
        </a:p>
      </dsp:txBody>
      <dsp:txXfrm>
        <a:off x="782194" y="2612296"/>
        <a:ext cx="661385" cy="700169"/>
      </dsp:txXfrm>
    </dsp:sp>
    <dsp:sp modelId="{47B8C5B3-F0A9-4BB5-AACE-39073BEB5143}">
      <dsp:nvSpPr>
        <dsp:cNvPr id="18" name="矩形 17"/>
        <dsp:cNvSpPr/>
      </dsp:nvSpPr>
      <dsp:spPr bwMode="white">
        <a:xfrm>
          <a:off x="926740" y="4511573"/>
          <a:ext cx="398650" cy="1250104"/>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201210293538.7</a:t>
          </a:r>
          <a:endParaRPr lang="zh-CN" altLang="en-US" sz="1050" b="0" dirty="0">
            <a:latin typeface="+mj-ea"/>
            <a:ea typeface="+mj-ea"/>
          </a:endParaRPr>
        </a:p>
      </dsp:txBody>
      <dsp:txXfrm>
        <a:off x="926740" y="4511573"/>
        <a:ext cx="398650" cy="1250104"/>
      </dsp:txXfrm>
    </dsp:sp>
    <dsp:sp modelId="{D3BCE6DA-6123-4644-BB40-46686EB9A3C0}">
      <dsp:nvSpPr>
        <dsp:cNvPr id="21" name="矩形 20"/>
        <dsp:cNvSpPr/>
      </dsp:nvSpPr>
      <dsp:spPr bwMode="white">
        <a:xfrm>
          <a:off x="4180636" y="1893463"/>
          <a:ext cx="743027" cy="338471"/>
        </a:xfrm>
        <a:prstGeom prst="rect">
          <a:avLst/>
        </a:prstGeom>
      </dsp:spPr>
      <dsp:style>
        <a:lnRef idx="2">
          <a:schemeClr val="lt1"/>
        </a:lnRef>
        <a:fillRef idx="1">
          <a:schemeClr val="accent2">
            <a:shade val="8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dirty="0" smtClean="0">
              <a:latin typeface="微软雅黑" panose="020B0503020204020204" charset="-122"/>
              <a:ea typeface="微软雅黑" panose="020B0503020204020204" charset="-122"/>
            </a:rPr>
            <a:t>设备</a:t>
          </a:r>
          <a:endParaRPr lang="zh-CN" altLang="en-US" sz="1050" b="1" dirty="0">
            <a:latin typeface="微软雅黑" panose="020B0503020204020204" charset="-122"/>
            <a:ea typeface="微软雅黑" panose="020B0503020204020204" charset="-122"/>
          </a:endParaRPr>
        </a:p>
      </dsp:txBody>
      <dsp:txXfrm>
        <a:off x="4180636" y="1893463"/>
        <a:ext cx="743027" cy="338471"/>
      </dsp:txXfrm>
    </dsp:sp>
    <dsp:sp modelId="{4503A890-E059-41A6-998C-A9FF59DC54D0}">
      <dsp:nvSpPr>
        <dsp:cNvPr id="24" name="矩形 23"/>
        <dsp:cNvSpPr/>
      </dsp:nvSpPr>
      <dsp:spPr bwMode="white">
        <a:xfrm>
          <a:off x="3085633" y="2604379"/>
          <a:ext cx="661385" cy="708086"/>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dirty="0" smtClean="0">
              <a:latin typeface="微软雅黑" panose="020B0503020204020204" charset="-122"/>
              <a:ea typeface="微软雅黑" panose="020B0503020204020204" charset="-122"/>
            </a:rPr>
            <a:t>部件</a:t>
          </a:r>
          <a:endParaRPr lang="zh-CN" altLang="en-US" sz="1050" b="1" dirty="0">
            <a:latin typeface="微软雅黑" panose="020B0503020204020204" charset="-122"/>
            <a:ea typeface="微软雅黑" panose="020B0503020204020204" charset="-122"/>
          </a:endParaRPr>
        </a:p>
      </dsp:txBody>
      <dsp:txXfrm>
        <a:off x="3085633" y="2604379"/>
        <a:ext cx="661385" cy="708086"/>
      </dsp:txXfrm>
    </dsp:sp>
    <dsp:sp modelId="{843B9376-B5C1-49D6-915D-D996DB24CA45}">
      <dsp:nvSpPr>
        <dsp:cNvPr id="27" name="矩形 26"/>
        <dsp:cNvSpPr/>
      </dsp:nvSpPr>
      <dsp:spPr bwMode="white">
        <a:xfrm>
          <a:off x="1482799" y="3654517"/>
          <a:ext cx="661385" cy="543712"/>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i="0" dirty="0" smtClean="0">
              <a:latin typeface="微软雅黑" panose="020B0503020204020204" charset="-122"/>
              <a:ea typeface="微软雅黑" panose="020B0503020204020204" charset="-122"/>
            </a:rPr>
            <a:t>多工位换刀机构</a:t>
          </a:r>
          <a:endParaRPr lang="zh-CN" altLang="en-US" sz="1050" b="1" dirty="0">
            <a:latin typeface="微软雅黑" panose="020B0503020204020204" charset="-122"/>
            <a:ea typeface="微软雅黑" panose="020B0503020204020204" charset="-122"/>
          </a:endParaRPr>
        </a:p>
      </dsp:txBody>
      <dsp:txXfrm>
        <a:off x="1482799" y="3654517"/>
        <a:ext cx="661385" cy="543712"/>
      </dsp:txXfrm>
    </dsp:sp>
    <dsp:sp modelId="{E1CE09EF-D8AB-4960-BED6-8285D7227318}">
      <dsp:nvSpPr>
        <dsp:cNvPr id="30" name="矩形 29"/>
        <dsp:cNvSpPr/>
      </dsp:nvSpPr>
      <dsp:spPr bwMode="white">
        <a:xfrm>
          <a:off x="1655540" y="4513071"/>
          <a:ext cx="398650" cy="1248606"/>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201020602899.1</a:t>
          </a:r>
          <a:endParaRPr lang="zh-CN" altLang="en-US" sz="1050" b="0" dirty="0">
            <a:latin typeface="+mj-ea"/>
            <a:ea typeface="+mj-ea"/>
          </a:endParaRPr>
        </a:p>
      </dsp:txBody>
      <dsp:txXfrm>
        <a:off x="1655540" y="4513071"/>
        <a:ext cx="398650" cy="1248606"/>
      </dsp:txXfrm>
    </dsp:sp>
    <dsp:sp modelId="{74FD5028-6058-4D71-937E-B37A621133F8}">
      <dsp:nvSpPr>
        <dsp:cNvPr id="33" name="矩形 32"/>
        <dsp:cNvSpPr/>
      </dsp:nvSpPr>
      <dsp:spPr bwMode="white">
        <a:xfrm>
          <a:off x="2231818" y="3654517"/>
          <a:ext cx="661385" cy="543708"/>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i="0" dirty="0" smtClean="0">
              <a:latin typeface="微软雅黑" panose="020B0503020204020204" charset="-122"/>
              <a:ea typeface="微软雅黑" panose="020B0503020204020204" charset="-122"/>
            </a:rPr>
            <a:t>贴胶装置</a:t>
          </a:r>
          <a:endParaRPr lang="zh-CN" altLang="en-US" sz="1050" b="1" dirty="0">
            <a:latin typeface="微软雅黑" panose="020B0503020204020204" charset="-122"/>
            <a:ea typeface="微软雅黑" panose="020B0503020204020204" charset="-122"/>
          </a:endParaRPr>
        </a:p>
      </dsp:txBody>
      <dsp:txXfrm>
        <a:off x="2231818" y="3654517"/>
        <a:ext cx="661385" cy="543708"/>
      </dsp:txXfrm>
    </dsp:sp>
    <dsp:sp modelId="{5FA50ACF-8DE3-4D16-9595-1659F58E1000}">
      <dsp:nvSpPr>
        <dsp:cNvPr id="36" name="矩形 35"/>
        <dsp:cNvSpPr/>
      </dsp:nvSpPr>
      <dsp:spPr bwMode="white">
        <a:xfrm>
          <a:off x="2375888" y="4513078"/>
          <a:ext cx="398650" cy="1248599"/>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201020602956.6</a:t>
          </a:r>
          <a:endParaRPr lang="zh-CN" altLang="en-US" sz="1050" b="0" dirty="0">
            <a:latin typeface="+mj-ea"/>
            <a:ea typeface="+mj-ea"/>
          </a:endParaRPr>
        </a:p>
      </dsp:txBody>
      <dsp:txXfrm>
        <a:off x="2375888" y="4513078"/>
        <a:ext cx="398650" cy="1248599"/>
      </dsp:txXfrm>
    </dsp:sp>
    <dsp:sp modelId="{477A00F0-5CF5-4C97-91DA-D2EEA4A7F102}">
      <dsp:nvSpPr>
        <dsp:cNvPr id="39" name="矩形 38"/>
        <dsp:cNvSpPr/>
      </dsp:nvSpPr>
      <dsp:spPr bwMode="white">
        <a:xfrm>
          <a:off x="3011148" y="3654517"/>
          <a:ext cx="661385" cy="543712"/>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i="0" dirty="0" smtClean="0">
              <a:latin typeface="微软雅黑" panose="020B0503020204020204" charset="-122"/>
              <a:ea typeface="微软雅黑" panose="020B0503020204020204" charset="-122"/>
            </a:rPr>
            <a:t>双面热压机构</a:t>
          </a:r>
          <a:endParaRPr lang="zh-CN" altLang="en-US" sz="1050" b="1" dirty="0">
            <a:latin typeface="微软雅黑" panose="020B0503020204020204" charset="-122"/>
            <a:ea typeface="微软雅黑" panose="020B0503020204020204" charset="-122"/>
          </a:endParaRPr>
        </a:p>
      </dsp:txBody>
      <dsp:txXfrm>
        <a:off x="3011148" y="3654517"/>
        <a:ext cx="661385" cy="543712"/>
      </dsp:txXfrm>
    </dsp:sp>
    <dsp:sp modelId="{573B01B9-48D8-42F0-8D4B-B8E6D3F8F413}">
      <dsp:nvSpPr>
        <dsp:cNvPr id="42" name="矩形 41"/>
        <dsp:cNvSpPr/>
      </dsp:nvSpPr>
      <dsp:spPr bwMode="white">
        <a:xfrm>
          <a:off x="3168287" y="4513071"/>
          <a:ext cx="398650" cy="1248606"/>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201020602932.0</a:t>
          </a:r>
          <a:endParaRPr lang="zh-CN" altLang="en-US" sz="1050" b="0" dirty="0">
            <a:latin typeface="+mj-ea"/>
            <a:ea typeface="+mj-ea"/>
          </a:endParaRPr>
        </a:p>
      </dsp:txBody>
      <dsp:txXfrm>
        <a:off x="3168287" y="4513071"/>
        <a:ext cx="398650" cy="1248606"/>
      </dsp:txXfrm>
    </dsp:sp>
    <dsp:sp modelId="{8BCF5AFE-B7C4-49F6-91A3-0674BC4A9BF9}">
      <dsp:nvSpPr>
        <dsp:cNvPr id="45" name="矩形 44"/>
        <dsp:cNvSpPr/>
      </dsp:nvSpPr>
      <dsp:spPr bwMode="white">
        <a:xfrm>
          <a:off x="3744565" y="3654517"/>
          <a:ext cx="661385" cy="543708"/>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i="0" dirty="0" smtClean="0">
              <a:latin typeface="微软雅黑" panose="020B0503020204020204" charset="-122"/>
              <a:ea typeface="微软雅黑" panose="020B0503020204020204" charset="-122"/>
            </a:rPr>
            <a:t>双工位换卷机构</a:t>
          </a:r>
          <a:endParaRPr lang="zh-CN" altLang="en-US" sz="1050" b="1" dirty="0">
            <a:latin typeface="微软雅黑" panose="020B0503020204020204" charset="-122"/>
            <a:ea typeface="微软雅黑" panose="020B0503020204020204" charset="-122"/>
          </a:endParaRPr>
        </a:p>
      </dsp:txBody>
      <dsp:txXfrm>
        <a:off x="3744565" y="3654517"/>
        <a:ext cx="661385" cy="543708"/>
      </dsp:txXfrm>
    </dsp:sp>
    <dsp:sp modelId="{38AF52C5-C551-4ED5-ABF1-D7E3D1A68FCA}">
      <dsp:nvSpPr>
        <dsp:cNvPr id="48" name="矩形 47"/>
        <dsp:cNvSpPr/>
      </dsp:nvSpPr>
      <dsp:spPr bwMode="white">
        <a:xfrm>
          <a:off x="3888634" y="4511570"/>
          <a:ext cx="398650" cy="1250107"/>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050" b="0" i="0" dirty="0" smtClean="0">
              <a:latin typeface="+mj-ea"/>
              <a:ea typeface="+mj-ea"/>
            </a:rPr>
            <a:t>201020602934.X</a:t>
          </a:r>
          <a:endParaRPr lang="zh-CN" altLang="en-US" sz="1050" b="0" dirty="0">
            <a:latin typeface="+mj-ea"/>
            <a:ea typeface="+mj-ea"/>
          </a:endParaRPr>
        </a:p>
      </dsp:txBody>
      <dsp:txXfrm>
        <a:off x="3888634" y="4511570"/>
        <a:ext cx="398650" cy="1250107"/>
      </dsp:txXfrm>
    </dsp:sp>
    <dsp:sp modelId="{5BEC2FF3-A382-4557-80BF-5AC3AD01969A}">
      <dsp:nvSpPr>
        <dsp:cNvPr id="51" name="矩形 50"/>
        <dsp:cNvSpPr/>
      </dsp:nvSpPr>
      <dsp:spPr bwMode="white">
        <a:xfrm>
          <a:off x="4536964" y="3654517"/>
          <a:ext cx="661385" cy="543708"/>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i="0" dirty="0" smtClean="0">
              <a:latin typeface="微软雅黑" panose="020B0503020204020204" charset="-122"/>
              <a:ea typeface="微软雅黑" panose="020B0503020204020204" charset="-122"/>
            </a:rPr>
            <a:t>发热轮</a:t>
          </a:r>
          <a:endParaRPr lang="zh-CN" altLang="en-US" sz="1050" b="1" dirty="0">
            <a:latin typeface="微软雅黑" panose="020B0503020204020204" charset="-122"/>
            <a:ea typeface="微软雅黑" panose="020B0503020204020204" charset="-122"/>
          </a:endParaRPr>
        </a:p>
      </dsp:txBody>
      <dsp:txXfrm>
        <a:off x="4536964" y="3654517"/>
        <a:ext cx="661385" cy="543708"/>
      </dsp:txXfrm>
    </dsp:sp>
    <dsp:sp modelId="{748754F5-63C8-4B6E-88F7-849CAE8CE6CD}">
      <dsp:nvSpPr>
        <dsp:cNvPr id="54" name="矩形 53"/>
        <dsp:cNvSpPr/>
      </dsp:nvSpPr>
      <dsp:spPr bwMode="white">
        <a:xfrm>
          <a:off x="4681027" y="4513078"/>
          <a:ext cx="398650" cy="1248599"/>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201020602900.0</a:t>
          </a:r>
          <a:endParaRPr lang="zh-CN" altLang="en-US" sz="1050" b="0" dirty="0">
            <a:latin typeface="+mj-ea"/>
            <a:ea typeface="+mj-ea"/>
          </a:endParaRPr>
        </a:p>
      </dsp:txBody>
      <dsp:txXfrm>
        <a:off x="4681027" y="4513078"/>
        <a:ext cx="398650" cy="1248599"/>
      </dsp:txXfrm>
    </dsp:sp>
    <dsp:sp modelId="{CD593125-891C-40D1-B8C0-8B41423AADE0}">
      <dsp:nvSpPr>
        <dsp:cNvPr id="57" name="矩形 56"/>
        <dsp:cNvSpPr/>
      </dsp:nvSpPr>
      <dsp:spPr bwMode="white">
        <a:xfrm>
          <a:off x="5257312" y="2592107"/>
          <a:ext cx="661385" cy="742835"/>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dirty="0" smtClean="0">
              <a:latin typeface="微软雅黑" panose="020B0503020204020204" charset="-122"/>
              <a:ea typeface="微软雅黑" panose="020B0503020204020204" charset="-122"/>
            </a:rPr>
            <a:t>整机</a:t>
          </a:r>
          <a:endParaRPr lang="zh-CN" altLang="en-US" sz="1050" b="1" dirty="0">
            <a:latin typeface="微软雅黑" panose="020B0503020204020204" charset="-122"/>
            <a:ea typeface="微软雅黑" panose="020B0503020204020204" charset="-122"/>
          </a:endParaRPr>
        </a:p>
      </dsp:txBody>
      <dsp:txXfrm>
        <a:off x="5257312" y="2592107"/>
        <a:ext cx="661385" cy="742835"/>
      </dsp:txXfrm>
    </dsp:sp>
    <dsp:sp modelId="{D0395957-2DFC-4498-AA2A-324AA0644FBA}">
      <dsp:nvSpPr>
        <dsp:cNvPr id="60" name="矩形 59"/>
        <dsp:cNvSpPr/>
      </dsp:nvSpPr>
      <dsp:spPr bwMode="white">
        <a:xfrm>
          <a:off x="5401381" y="4527360"/>
          <a:ext cx="398650" cy="1162279"/>
        </a:xfrm>
        <a:prstGeom prst="rect">
          <a:avLst/>
        </a:prstGeom>
      </dsp:spPr>
      <dsp:style>
        <a:lnRef idx="2">
          <a:schemeClr val="lt1"/>
        </a:lnRef>
        <a:fillRef idx="1">
          <a:schemeClr val="accent2">
            <a:tint val="70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201220411636.1</a:t>
          </a:r>
          <a:endParaRPr lang="zh-CN" altLang="en-US" sz="1050" b="0" dirty="0">
            <a:latin typeface="+mj-ea"/>
            <a:ea typeface="+mj-ea"/>
          </a:endParaRPr>
        </a:p>
      </dsp:txBody>
      <dsp:txXfrm>
        <a:off x="5401381" y="4527360"/>
        <a:ext cx="398650" cy="1162279"/>
      </dsp:txXfrm>
    </dsp:sp>
    <dsp:sp modelId="{5344330A-9260-4057-AA5B-F48DD1DB79C9}">
      <dsp:nvSpPr>
        <dsp:cNvPr id="63" name="矩形 62"/>
        <dsp:cNvSpPr/>
      </dsp:nvSpPr>
      <dsp:spPr bwMode="white">
        <a:xfrm>
          <a:off x="5953717" y="1893463"/>
          <a:ext cx="743027" cy="338471"/>
        </a:xfrm>
        <a:prstGeom prst="rect">
          <a:avLst/>
        </a:prstGeom>
      </dsp:spPr>
      <dsp:style>
        <a:lnRef idx="2">
          <a:schemeClr val="lt1"/>
        </a:lnRef>
        <a:fillRef idx="1">
          <a:schemeClr val="accent2">
            <a:shade val="80000"/>
            <a:hueOff val="0"/>
            <a:satOff val="0"/>
            <a:lumOff val="0"/>
            <a:alpha val="100000"/>
          </a:schemeClr>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050" b="1" dirty="0" smtClean="0">
              <a:latin typeface="微软雅黑" panose="020B0503020204020204" charset="-122"/>
              <a:ea typeface="微软雅黑" panose="020B0503020204020204" charset="-122"/>
            </a:rPr>
            <a:t>外观</a:t>
          </a:r>
          <a:endParaRPr lang="zh-CN" altLang="en-US" sz="1050" b="1" dirty="0">
            <a:latin typeface="微软雅黑" panose="020B0503020204020204" charset="-122"/>
            <a:ea typeface="微软雅黑" panose="020B0503020204020204" charset="-122"/>
          </a:endParaRPr>
        </a:p>
      </dsp:txBody>
      <dsp:txXfrm>
        <a:off x="5953717" y="1893463"/>
        <a:ext cx="743027" cy="338471"/>
      </dsp:txXfrm>
    </dsp:sp>
    <dsp:sp modelId="{60317E36-28C5-4CEB-B81D-1025F789A219}">
      <dsp:nvSpPr>
        <dsp:cNvPr id="66" name="矩形 65"/>
        <dsp:cNvSpPr/>
      </dsp:nvSpPr>
      <dsp:spPr bwMode="white">
        <a:xfrm>
          <a:off x="6121742" y="4469492"/>
          <a:ext cx="398650" cy="1292185"/>
        </a:xfrm>
        <a:prstGeom prst="rect">
          <a:avLst/>
        </a:prstGeom>
      </dsp:spPr>
      <dsp:style>
        <a:lnRef idx="2">
          <a:schemeClr val="lt1"/>
        </a:lnRef>
        <a:fillRef idx="1">
          <a:schemeClr val="accent2">
            <a:tint val="99000"/>
            <a:hueOff val="0"/>
            <a:satOff val="0"/>
            <a:lumOff val="0"/>
            <a:alpha val="100000"/>
          </a:schemeClr>
        </a:fillRef>
        <a:effectRef idx="0">
          <a:scrgbClr r="0" g="0" b="0"/>
        </a:effectRef>
        <a:fontRef idx="minor">
          <a:schemeClr val="lt1"/>
        </a:fontRef>
      </dsp:style>
      <dsp:txBody>
        <a:bodyPr vert="eaVert"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b="0" i="0" dirty="0" smtClean="0">
              <a:latin typeface="+mj-ea"/>
              <a:ea typeface="+mj-ea"/>
            </a:rPr>
            <a:t>201330018627.6</a:t>
          </a:r>
          <a:endParaRPr lang="zh-CN" altLang="en-US" sz="1050" b="0" dirty="0">
            <a:latin typeface="+mj-ea"/>
            <a:ea typeface="+mj-ea"/>
          </a:endParaRPr>
        </a:p>
      </dsp:txBody>
      <dsp:txXfrm>
        <a:off x="6121742" y="4469492"/>
        <a:ext cx="398650" cy="1292185"/>
      </dsp:txXfrm>
    </dsp:sp>
    <dsp:sp modelId="{896469EA-C7EE-4CBB-985B-D2AC74E3D784}">
      <dsp:nvSpPr>
        <dsp:cNvPr id="4" name="矩形 3" hidden="1"/>
        <dsp:cNvSpPr/>
      </dsp:nvSpPr>
      <dsp:spPr>
        <a:xfrm>
          <a:off x="2998225" y="846649"/>
          <a:ext cx="214065" cy="664927"/>
        </a:xfrm>
        <a:prstGeom prst="rect">
          <a:avLst/>
        </a:prstGeom>
      </dsp:spPr>
      <dsp:txXfrm>
        <a:off x="2998225" y="846649"/>
        <a:ext cx="214065" cy="664927"/>
      </dsp:txXfrm>
    </dsp:sp>
    <dsp:sp modelId="{1AD4311A-6169-4D02-B8B5-3A0D9904596F}">
      <dsp:nvSpPr>
        <dsp:cNvPr id="7" name="矩形 6" hidden="1"/>
        <dsp:cNvSpPr/>
      </dsp:nvSpPr>
      <dsp:spPr>
        <a:xfrm>
          <a:off x="359317" y="1893463"/>
          <a:ext cx="148605" cy="338471"/>
        </a:xfrm>
        <a:prstGeom prst="rect">
          <a:avLst/>
        </a:prstGeom>
      </dsp:spPr>
      <dsp:txXfrm>
        <a:off x="359317" y="1893463"/>
        <a:ext cx="148605" cy="338471"/>
      </dsp:txXfrm>
    </dsp:sp>
    <dsp:sp modelId="{B542E765-C2C7-4FEC-BF0F-7159CF0AC1D2}">
      <dsp:nvSpPr>
        <dsp:cNvPr id="10" name="矩形 9" hidden="1"/>
        <dsp:cNvSpPr/>
      </dsp:nvSpPr>
      <dsp:spPr>
        <a:xfrm>
          <a:off x="0" y="2612296"/>
          <a:ext cx="132277" cy="700169"/>
        </a:xfrm>
        <a:prstGeom prst="rect">
          <a:avLst/>
        </a:prstGeom>
      </dsp:spPr>
      <dsp:txXfrm>
        <a:off x="0" y="2612296"/>
        <a:ext cx="132277" cy="700169"/>
      </dsp:txXfrm>
    </dsp:sp>
    <dsp:sp modelId="{80066A65-3BD3-404F-AC45-F69531F53763}">
      <dsp:nvSpPr>
        <dsp:cNvPr id="13" name="矩形 12" hidden="1"/>
        <dsp:cNvSpPr/>
      </dsp:nvSpPr>
      <dsp:spPr>
        <a:xfrm>
          <a:off x="141629" y="4519913"/>
          <a:ext cx="79730" cy="1241761"/>
        </a:xfrm>
        <a:prstGeom prst="rect">
          <a:avLst/>
        </a:prstGeom>
      </dsp:spPr>
      <dsp:txXfrm>
        <a:off x="141629" y="4519913"/>
        <a:ext cx="79730" cy="1241761"/>
      </dsp:txXfrm>
    </dsp:sp>
    <dsp:sp modelId="{E3EE5F49-C87C-4862-8CF5-6CF929F31693}">
      <dsp:nvSpPr>
        <dsp:cNvPr id="16" name="矩形 15" hidden="1"/>
        <dsp:cNvSpPr/>
      </dsp:nvSpPr>
      <dsp:spPr>
        <a:xfrm>
          <a:off x="782194" y="2612296"/>
          <a:ext cx="132277" cy="700169"/>
        </a:xfrm>
        <a:prstGeom prst="rect">
          <a:avLst/>
        </a:prstGeom>
      </dsp:spPr>
      <dsp:txXfrm>
        <a:off x="782194" y="2612296"/>
        <a:ext cx="132277" cy="700169"/>
      </dsp:txXfrm>
    </dsp:sp>
    <dsp:sp modelId="{33FA6E82-54E6-475F-A821-3717277250F9}">
      <dsp:nvSpPr>
        <dsp:cNvPr id="19" name="矩形 18" hidden="1"/>
        <dsp:cNvSpPr/>
      </dsp:nvSpPr>
      <dsp:spPr>
        <a:xfrm>
          <a:off x="926740" y="4511573"/>
          <a:ext cx="79730" cy="1250104"/>
        </a:xfrm>
        <a:prstGeom prst="rect">
          <a:avLst/>
        </a:prstGeom>
      </dsp:spPr>
      <dsp:txXfrm>
        <a:off x="926740" y="4511573"/>
        <a:ext cx="79730" cy="1250104"/>
      </dsp:txXfrm>
    </dsp:sp>
    <dsp:sp modelId="{01411D09-113B-4AB5-85F7-555DD1A218AE}">
      <dsp:nvSpPr>
        <dsp:cNvPr id="22" name="矩形 21" hidden="1"/>
        <dsp:cNvSpPr/>
      </dsp:nvSpPr>
      <dsp:spPr>
        <a:xfrm>
          <a:off x="4180636" y="1893463"/>
          <a:ext cx="148605" cy="338471"/>
        </a:xfrm>
        <a:prstGeom prst="rect">
          <a:avLst/>
        </a:prstGeom>
      </dsp:spPr>
      <dsp:txXfrm>
        <a:off x="4180636" y="1893463"/>
        <a:ext cx="148605" cy="338471"/>
      </dsp:txXfrm>
    </dsp:sp>
    <dsp:sp modelId="{46464151-4050-4C9E-83F6-777270283779}">
      <dsp:nvSpPr>
        <dsp:cNvPr id="25" name="矩形 24" hidden="1"/>
        <dsp:cNvSpPr/>
      </dsp:nvSpPr>
      <dsp:spPr>
        <a:xfrm>
          <a:off x="3085633" y="2604379"/>
          <a:ext cx="132277" cy="708086"/>
        </a:xfrm>
        <a:prstGeom prst="rect">
          <a:avLst/>
        </a:prstGeom>
      </dsp:spPr>
      <dsp:txXfrm>
        <a:off x="3085633" y="2604379"/>
        <a:ext cx="132277" cy="708086"/>
      </dsp:txXfrm>
    </dsp:sp>
    <dsp:sp modelId="{51E7A65C-0A35-4743-9346-478ADB12FC5C}">
      <dsp:nvSpPr>
        <dsp:cNvPr id="28" name="矩形 27" hidden="1"/>
        <dsp:cNvSpPr/>
      </dsp:nvSpPr>
      <dsp:spPr>
        <a:xfrm>
          <a:off x="1482799" y="3654517"/>
          <a:ext cx="132277" cy="543712"/>
        </a:xfrm>
        <a:prstGeom prst="rect">
          <a:avLst/>
        </a:prstGeom>
      </dsp:spPr>
      <dsp:txXfrm>
        <a:off x="1482799" y="3654517"/>
        <a:ext cx="132277" cy="543712"/>
      </dsp:txXfrm>
    </dsp:sp>
    <dsp:sp modelId="{E3A015C4-64C6-4C6B-B7B3-925B3093F1A3}">
      <dsp:nvSpPr>
        <dsp:cNvPr id="31" name="矩形 30" hidden="1"/>
        <dsp:cNvSpPr/>
      </dsp:nvSpPr>
      <dsp:spPr>
        <a:xfrm>
          <a:off x="1655540" y="4513071"/>
          <a:ext cx="79730" cy="1248606"/>
        </a:xfrm>
        <a:prstGeom prst="rect">
          <a:avLst/>
        </a:prstGeom>
      </dsp:spPr>
      <dsp:txXfrm>
        <a:off x="1655540" y="4513071"/>
        <a:ext cx="79730" cy="1248606"/>
      </dsp:txXfrm>
    </dsp:sp>
    <dsp:sp modelId="{83083601-D1F3-4DEF-920D-F1275AE037C8}">
      <dsp:nvSpPr>
        <dsp:cNvPr id="34" name="矩形 33" hidden="1"/>
        <dsp:cNvSpPr/>
      </dsp:nvSpPr>
      <dsp:spPr>
        <a:xfrm>
          <a:off x="2231818" y="3654517"/>
          <a:ext cx="132277" cy="543708"/>
        </a:xfrm>
        <a:prstGeom prst="rect">
          <a:avLst/>
        </a:prstGeom>
      </dsp:spPr>
      <dsp:txXfrm>
        <a:off x="2231818" y="3654517"/>
        <a:ext cx="132277" cy="543708"/>
      </dsp:txXfrm>
    </dsp:sp>
    <dsp:sp modelId="{9553F603-0C78-44B7-B3F0-DDBB4A80E584}">
      <dsp:nvSpPr>
        <dsp:cNvPr id="37" name="矩形 36" hidden="1"/>
        <dsp:cNvSpPr/>
      </dsp:nvSpPr>
      <dsp:spPr>
        <a:xfrm>
          <a:off x="2375888" y="4513078"/>
          <a:ext cx="79730" cy="1248599"/>
        </a:xfrm>
        <a:prstGeom prst="rect">
          <a:avLst/>
        </a:prstGeom>
      </dsp:spPr>
      <dsp:txXfrm>
        <a:off x="2375888" y="4513078"/>
        <a:ext cx="79730" cy="1248599"/>
      </dsp:txXfrm>
    </dsp:sp>
    <dsp:sp modelId="{EF140AA8-259A-4B4A-BA3E-7807E84063C8}">
      <dsp:nvSpPr>
        <dsp:cNvPr id="40" name="矩形 39" hidden="1"/>
        <dsp:cNvSpPr/>
      </dsp:nvSpPr>
      <dsp:spPr>
        <a:xfrm>
          <a:off x="3011148" y="3654517"/>
          <a:ext cx="132277" cy="543712"/>
        </a:xfrm>
        <a:prstGeom prst="rect">
          <a:avLst/>
        </a:prstGeom>
      </dsp:spPr>
      <dsp:txXfrm>
        <a:off x="3011148" y="3654517"/>
        <a:ext cx="132277" cy="543712"/>
      </dsp:txXfrm>
    </dsp:sp>
    <dsp:sp modelId="{E1D4151E-7B7F-4D56-BB24-9C0E78E2C8F2}">
      <dsp:nvSpPr>
        <dsp:cNvPr id="43" name="矩形 42" hidden="1"/>
        <dsp:cNvSpPr/>
      </dsp:nvSpPr>
      <dsp:spPr>
        <a:xfrm>
          <a:off x="3168287" y="4513071"/>
          <a:ext cx="79730" cy="1248606"/>
        </a:xfrm>
        <a:prstGeom prst="rect">
          <a:avLst/>
        </a:prstGeom>
      </dsp:spPr>
      <dsp:txXfrm>
        <a:off x="3168287" y="4513071"/>
        <a:ext cx="79730" cy="1248606"/>
      </dsp:txXfrm>
    </dsp:sp>
    <dsp:sp modelId="{A525C799-572F-424E-BE3D-8CD5D5B84F8B}">
      <dsp:nvSpPr>
        <dsp:cNvPr id="46" name="矩形 45" hidden="1"/>
        <dsp:cNvSpPr/>
      </dsp:nvSpPr>
      <dsp:spPr>
        <a:xfrm>
          <a:off x="3744565" y="3654517"/>
          <a:ext cx="132277" cy="543708"/>
        </a:xfrm>
        <a:prstGeom prst="rect">
          <a:avLst/>
        </a:prstGeom>
      </dsp:spPr>
      <dsp:txXfrm>
        <a:off x="3744565" y="3654517"/>
        <a:ext cx="132277" cy="543708"/>
      </dsp:txXfrm>
    </dsp:sp>
    <dsp:sp modelId="{06D79F6C-82A6-46FB-9CB5-2D7D3ACCD4D9}">
      <dsp:nvSpPr>
        <dsp:cNvPr id="49" name="矩形 48" hidden="1"/>
        <dsp:cNvSpPr/>
      </dsp:nvSpPr>
      <dsp:spPr>
        <a:xfrm>
          <a:off x="3888634" y="4511570"/>
          <a:ext cx="79730" cy="1250107"/>
        </a:xfrm>
        <a:prstGeom prst="rect">
          <a:avLst/>
        </a:prstGeom>
      </dsp:spPr>
      <dsp:txXfrm>
        <a:off x="3888634" y="4511570"/>
        <a:ext cx="79730" cy="1250107"/>
      </dsp:txXfrm>
    </dsp:sp>
    <dsp:sp modelId="{B71C7FDD-17E8-4FE9-9BB6-53F7A867F6DC}">
      <dsp:nvSpPr>
        <dsp:cNvPr id="52" name="矩形 51" hidden="1"/>
        <dsp:cNvSpPr/>
      </dsp:nvSpPr>
      <dsp:spPr>
        <a:xfrm>
          <a:off x="4536964" y="3654517"/>
          <a:ext cx="132277" cy="543708"/>
        </a:xfrm>
        <a:prstGeom prst="rect">
          <a:avLst/>
        </a:prstGeom>
      </dsp:spPr>
      <dsp:txXfrm>
        <a:off x="4536964" y="3654517"/>
        <a:ext cx="132277" cy="543708"/>
      </dsp:txXfrm>
    </dsp:sp>
    <dsp:sp modelId="{7E6A5CE1-46B0-41B4-A844-D5EB480C226D}">
      <dsp:nvSpPr>
        <dsp:cNvPr id="55" name="矩形 54" hidden="1"/>
        <dsp:cNvSpPr/>
      </dsp:nvSpPr>
      <dsp:spPr>
        <a:xfrm>
          <a:off x="4681027" y="4513078"/>
          <a:ext cx="79730" cy="1248599"/>
        </a:xfrm>
        <a:prstGeom prst="rect">
          <a:avLst/>
        </a:prstGeom>
      </dsp:spPr>
      <dsp:txXfrm>
        <a:off x="4681027" y="4513078"/>
        <a:ext cx="79730" cy="1248599"/>
      </dsp:txXfrm>
    </dsp:sp>
    <dsp:sp modelId="{C98F644A-0C51-40E5-B078-2A6FD255EEAC}">
      <dsp:nvSpPr>
        <dsp:cNvPr id="58" name="矩形 57" hidden="1"/>
        <dsp:cNvSpPr/>
      </dsp:nvSpPr>
      <dsp:spPr>
        <a:xfrm>
          <a:off x="5257312" y="2592107"/>
          <a:ext cx="132277" cy="742835"/>
        </a:xfrm>
        <a:prstGeom prst="rect">
          <a:avLst/>
        </a:prstGeom>
      </dsp:spPr>
      <dsp:txXfrm>
        <a:off x="5257312" y="2592107"/>
        <a:ext cx="132277" cy="742835"/>
      </dsp:txXfrm>
    </dsp:sp>
    <dsp:sp modelId="{BBD7E136-CCA1-4349-8CD7-74E4F548ECFB}">
      <dsp:nvSpPr>
        <dsp:cNvPr id="61" name="矩形 60" hidden="1"/>
        <dsp:cNvSpPr/>
      </dsp:nvSpPr>
      <dsp:spPr>
        <a:xfrm>
          <a:off x="5401381" y="4527360"/>
          <a:ext cx="79730" cy="1162279"/>
        </a:xfrm>
        <a:prstGeom prst="rect">
          <a:avLst/>
        </a:prstGeom>
      </dsp:spPr>
      <dsp:txXfrm>
        <a:off x="5401381" y="4527360"/>
        <a:ext cx="79730" cy="1162279"/>
      </dsp:txXfrm>
    </dsp:sp>
    <dsp:sp modelId="{310D10B4-4BCD-4DDC-8641-6437D4D897F2}">
      <dsp:nvSpPr>
        <dsp:cNvPr id="64" name="矩形 63" hidden="1"/>
        <dsp:cNvSpPr/>
      </dsp:nvSpPr>
      <dsp:spPr>
        <a:xfrm>
          <a:off x="5953717" y="1893463"/>
          <a:ext cx="148605" cy="338471"/>
        </a:xfrm>
        <a:prstGeom prst="rect">
          <a:avLst/>
        </a:prstGeom>
      </dsp:spPr>
      <dsp:txXfrm>
        <a:off x="5953717" y="1893463"/>
        <a:ext cx="148605" cy="338471"/>
      </dsp:txXfrm>
    </dsp:sp>
    <dsp:sp modelId="{D1368611-5839-4C79-B662-3CE54F21852C}">
      <dsp:nvSpPr>
        <dsp:cNvPr id="67" name="矩形 66" hidden="1"/>
        <dsp:cNvSpPr/>
      </dsp:nvSpPr>
      <dsp:spPr>
        <a:xfrm>
          <a:off x="6121742" y="4469492"/>
          <a:ext cx="79730" cy="1292185"/>
        </a:xfrm>
        <a:prstGeom prst="rect">
          <a:avLst/>
        </a:prstGeom>
      </dsp:spPr>
      <dsp:txXfrm>
        <a:off x="6121742" y="4469492"/>
        <a:ext cx="79730" cy="1292185"/>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976664" cy="2736304"/>
        <a:chOff x="0" y="0"/>
        <a:chExt cx="5976664" cy="2736304"/>
      </a:xfrm>
    </dsp:grpSpPr>
    <dsp:sp modelId="{E81A5FDB-38FA-4189-9A0A-EB8F37DF6C53}">
      <dsp:nvSpPr>
        <dsp:cNvPr id="3" name="圆角矩形 2"/>
        <dsp:cNvSpPr/>
      </dsp:nvSpPr>
      <dsp:spPr bwMode="white">
        <a:xfrm>
          <a:off x="0" y="0"/>
          <a:ext cx="5080164" cy="820891"/>
        </a:xfrm>
        <a:prstGeom prst="roundRect">
          <a:avLst>
            <a:gd name="adj" fmla="val 10000"/>
          </a:avLst>
        </a:prstGeom>
        <a:solidFill>
          <a:schemeClr val="tx2">
            <a:lumMod val="75000"/>
          </a:schemeClr>
        </a:solidFill>
        <a:ln>
          <a:noFill/>
        </a:ln>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174625" lvl="0" indent="0">
            <a:lnSpc>
              <a:spcPct val="100000"/>
            </a:lnSpc>
            <a:spcBef>
              <a:spcPct val="0"/>
            </a:spcBef>
            <a:spcAft>
              <a:spcPct val="35000"/>
            </a:spcAft>
          </a:pPr>
          <a:r>
            <a:rPr lang="zh-CN" altLang="en-US" sz="1800" b="0" dirty="0" smtClean="0">
              <a:solidFill>
                <a:schemeClr val="bg1"/>
              </a:solidFill>
              <a:latin typeface="微软雅黑" panose="020B0503020204020204" charset="-122"/>
              <a:ea typeface="微软雅黑" panose="020B0503020204020204" charset="-122"/>
            </a:rPr>
            <a:t>找出该创新点的 </a:t>
          </a:r>
          <a:r>
            <a:rPr lang="zh-CN" altLang="en-US" sz="2000" b="1" u="sng" dirty="0" smtClean="0">
              <a:solidFill>
                <a:schemeClr val="bg1"/>
              </a:solidFill>
              <a:latin typeface="微软雅黑" panose="020B0503020204020204" charset="-122"/>
              <a:ea typeface="微软雅黑" panose="020B0503020204020204" charset="-122"/>
            </a:rPr>
            <a:t>关联因素</a:t>
          </a:r>
          <a:endParaRPr lang="zh-CN" altLang="en-US" sz="2000" b="1" u="sng" dirty="0">
            <a:solidFill>
              <a:schemeClr val="bg1"/>
            </a:solidFill>
            <a:latin typeface="微软雅黑" panose="020B0503020204020204" charset="-122"/>
            <a:ea typeface="微软雅黑" panose="020B0503020204020204" charset="-122"/>
          </a:endParaRPr>
        </a:p>
      </dsp:txBody>
      <dsp:txXfrm>
        <a:off x="0" y="0"/>
        <a:ext cx="5080164" cy="820891"/>
      </dsp:txXfrm>
    </dsp:sp>
    <dsp:sp modelId="{C7749A90-2FCD-4EE0-A44C-9F1ABABC6BBD}">
      <dsp:nvSpPr>
        <dsp:cNvPr id="4" name="圆角矩形 3"/>
        <dsp:cNvSpPr/>
      </dsp:nvSpPr>
      <dsp:spPr bwMode="white">
        <a:xfrm>
          <a:off x="448250" y="957706"/>
          <a:ext cx="5080164" cy="820891"/>
        </a:xfrm>
        <a:prstGeom prst="roundRect">
          <a:avLst>
            <a:gd name="adj" fmla="val 10000"/>
          </a:avLst>
        </a:prstGeom>
        <a:solidFill>
          <a:schemeClr val="tx2">
            <a:lumMod val="60000"/>
            <a:lumOff val="40000"/>
          </a:schemeClr>
        </a:solidFill>
        <a:ln>
          <a:noFill/>
        </a:ln>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174625" lvl="0" indent="0">
            <a:lnSpc>
              <a:spcPct val="100000"/>
            </a:lnSpc>
            <a:spcBef>
              <a:spcPct val="0"/>
            </a:spcBef>
            <a:spcAft>
              <a:spcPct val="35000"/>
            </a:spcAft>
          </a:pPr>
          <a:r>
            <a:rPr lang="zh-CN" altLang="en-US" sz="1800" b="0" dirty="0" smtClean="0">
              <a:solidFill>
                <a:schemeClr val="bg1"/>
              </a:solidFill>
              <a:latin typeface="微软雅黑" panose="020B0503020204020204" charset="-122"/>
              <a:ea typeface="微软雅黑" panose="020B0503020204020204" charset="-122"/>
            </a:rPr>
            <a:t>找出各关联因素的其他 </a:t>
          </a:r>
          <a:r>
            <a:rPr lang="zh-CN" altLang="en-US" sz="2000" b="1" u="sng" dirty="0" smtClean="0">
              <a:solidFill>
                <a:schemeClr val="bg1"/>
              </a:solidFill>
              <a:latin typeface="微软雅黑" panose="020B0503020204020204" charset="-122"/>
              <a:ea typeface="微软雅黑" panose="020B0503020204020204" charset="-122"/>
            </a:rPr>
            <a:t>创新点</a:t>
          </a:r>
          <a:endParaRPr lang="zh-CN" altLang="en-US" sz="2000" b="1" u="sng" dirty="0">
            <a:solidFill>
              <a:schemeClr val="bg1"/>
            </a:solidFill>
            <a:latin typeface="微软雅黑" panose="020B0503020204020204" charset="-122"/>
            <a:ea typeface="微软雅黑" panose="020B0503020204020204" charset="-122"/>
          </a:endParaRPr>
        </a:p>
      </dsp:txBody>
      <dsp:txXfrm>
        <a:off x="448250" y="957706"/>
        <a:ext cx="5080164" cy="820891"/>
      </dsp:txXfrm>
    </dsp:sp>
    <dsp:sp modelId="{B1A538D5-6BEF-4E61-A535-5B4966578379}">
      <dsp:nvSpPr>
        <dsp:cNvPr id="5" name="圆角矩形 4"/>
        <dsp:cNvSpPr/>
      </dsp:nvSpPr>
      <dsp:spPr bwMode="white">
        <a:xfrm>
          <a:off x="896500" y="1915413"/>
          <a:ext cx="5080164" cy="820891"/>
        </a:xfrm>
        <a:prstGeom prst="roundRect">
          <a:avLst>
            <a:gd name="adj" fmla="val 10000"/>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marL="282575" lvl="0" indent="0">
            <a:lnSpc>
              <a:spcPct val="100000"/>
            </a:lnSpc>
            <a:spcBef>
              <a:spcPct val="0"/>
            </a:spcBef>
            <a:spcAft>
              <a:spcPct val="35000"/>
            </a:spcAft>
          </a:pPr>
          <a:r>
            <a:rPr lang="zh-CN" altLang="en-US" sz="1800" b="0" dirty="0" smtClean="0">
              <a:solidFill>
                <a:schemeClr val="bg1"/>
              </a:solidFill>
              <a:latin typeface="微软雅黑" panose="020B0503020204020204" charset="-122"/>
              <a:ea typeface="微软雅黑" panose="020B0503020204020204" charset="-122"/>
            </a:rPr>
            <a:t>根据其他创新点总结 </a:t>
          </a:r>
          <a:r>
            <a:rPr lang="zh-CN" altLang="en-US" sz="2000" b="1" u="sng" dirty="0" smtClean="0">
              <a:solidFill>
                <a:schemeClr val="bg1"/>
              </a:solidFill>
              <a:latin typeface="微软雅黑" panose="020B0503020204020204" charset="-122"/>
              <a:ea typeface="微软雅黑" panose="020B0503020204020204" charset="-122"/>
            </a:rPr>
            <a:t>技术方案</a:t>
          </a:r>
          <a:endParaRPr lang="zh-CN" altLang="en-US" sz="2000" b="1" u="sng" dirty="0">
            <a:solidFill>
              <a:schemeClr val="bg1"/>
            </a:solidFill>
            <a:latin typeface="微软雅黑" panose="020B0503020204020204" charset="-122"/>
            <a:ea typeface="微软雅黑" panose="020B0503020204020204" charset="-122"/>
          </a:endParaRPr>
        </a:p>
      </dsp:txBody>
      <dsp:txXfrm>
        <a:off x="896500" y="1915413"/>
        <a:ext cx="5080164" cy="820891"/>
      </dsp:txXfrm>
    </dsp:sp>
    <dsp:sp modelId="{CE2D3CE9-1C18-4A31-92FE-F2D966FF8684}">
      <dsp:nvSpPr>
        <dsp:cNvPr id="6" name="下箭头 5"/>
        <dsp:cNvSpPr/>
      </dsp:nvSpPr>
      <dsp:spPr bwMode="white">
        <a:xfrm>
          <a:off x="4546585" y="720079"/>
          <a:ext cx="533579" cy="533579"/>
        </a:xfrm>
        <a:prstGeom prst="downArrow">
          <a:avLst>
            <a:gd name="adj1" fmla="val 55000"/>
            <a:gd name="adj2" fmla="val 45000"/>
          </a:avLst>
        </a:prstGeom>
        <a:solidFill>
          <a:schemeClr val="tx2">
            <a:lumMod val="40000"/>
            <a:lumOff val="60000"/>
          </a:schemeClr>
        </a:solidFill>
        <a:ln>
          <a:noFill/>
        </a:ln>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27940" tIns="27940" rIns="27940" bIns="2794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endParaRPr lang="zh-CN" altLang="en-US">
            <a:solidFill>
              <a:schemeClr val="bg1"/>
            </a:solidFill>
          </a:endParaRPr>
        </a:p>
      </dsp:txBody>
      <dsp:txXfrm>
        <a:off x="4546585" y="720079"/>
        <a:ext cx="533579" cy="533579"/>
      </dsp:txXfrm>
    </dsp:sp>
    <dsp:sp modelId="{BFCD68F7-71A3-4BBE-923B-8EC236543C10}">
      <dsp:nvSpPr>
        <dsp:cNvPr id="7" name="下箭头 6"/>
        <dsp:cNvSpPr/>
      </dsp:nvSpPr>
      <dsp:spPr bwMode="white">
        <a:xfrm>
          <a:off x="4994835" y="1656178"/>
          <a:ext cx="533579" cy="533579"/>
        </a:xfrm>
        <a:prstGeom prst="downArrow">
          <a:avLst>
            <a:gd name="adj1" fmla="val 55000"/>
            <a:gd name="adj2" fmla="val 45000"/>
          </a:avLst>
        </a:prstGeom>
        <a:solidFill>
          <a:schemeClr val="tx2">
            <a:lumMod val="20000"/>
            <a:lumOff val="80000"/>
          </a:schemeClr>
        </a:solidFill>
        <a:ln>
          <a:noFill/>
        </a:ln>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27940" tIns="27940" rIns="27940" bIns="2794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endParaRPr lang="zh-CN" altLang="en-US">
            <a:solidFill>
              <a:schemeClr val="bg1"/>
            </a:solidFill>
          </a:endParaRPr>
        </a:p>
      </dsp:txBody>
      <dsp:txXfrm>
        <a:off x="4994835" y="1656178"/>
        <a:ext cx="533579" cy="533579"/>
      </dsp:txXfrm>
    </dsp:sp>
  </dsp:spTree>
</dsp:drawing>
</file>

<file path=ppt/diagrams/drawing5.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5904656" cy="4392488"/>
        <a:chOff x="0" y="0"/>
        <a:chExt cx="5904656" cy="4392488"/>
      </a:xfrm>
    </dsp:grpSpPr>
    <dsp:sp modelId="{687E88E4-1DD8-43EC-9E57-181480AAF0B3}">
      <dsp:nvSpPr>
        <dsp:cNvPr id="3" name="圆角矩形 2"/>
        <dsp:cNvSpPr/>
      </dsp:nvSpPr>
      <dsp:spPr bwMode="white">
        <a:xfrm>
          <a:off x="3162079" y="0"/>
          <a:ext cx="1173202" cy="782139"/>
        </a:xfrm>
        <a:prstGeom prst="roundRect">
          <a:avLst>
            <a:gd name="adj" fmla="val 10000"/>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某一创新点</a:t>
          </a:r>
          <a:endParaRPr lang="zh-CN" altLang="en-US" sz="1200" b="1" dirty="0">
            <a:latin typeface="微软雅黑" panose="020B0503020204020204" charset="-122"/>
            <a:ea typeface="微软雅黑" panose="020B0503020204020204" charset="-122"/>
          </a:endParaRPr>
        </a:p>
      </dsp:txBody>
      <dsp:txXfrm>
        <a:off x="3162079" y="0"/>
        <a:ext cx="1173202" cy="782139"/>
      </dsp:txXfrm>
    </dsp:sp>
    <dsp:sp modelId="{F25D1645-01F7-4BC1-A5CC-6844A250F627}">
      <dsp:nvSpPr>
        <dsp:cNvPr id="4" name="任意多边形 3"/>
        <dsp:cNvSpPr/>
      </dsp:nvSpPr>
      <dsp:spPr bwMode="white">
        <a:xfrm>
          <a:off x="2189747" y="782139"/>
          <a:ext cx="1558933" cy="312855"/>
        </a:xfrm>
        <a:custGeom>
          <a:avLst/>
          <a:gdLst/>
          <a:ahLst/>
          <a:cxnLst/>
          <a:pathLst>
            <a:path w="2455" h="493">
              <a:moveTo>
                <a:pt x="2455" y="0"/>
              </a:moveTo>
              <a:lnTo>
                <a:pt x="2455" y="246"/>
              </a:lnTo>
              <a:lnTo>
                <a:pt x="0" y="246"/>
              </a:lnTo>
              <a:lnTo>
                <a:pt x="0" y="493"/>
              </a:lnTo>
            </a:path>
          </a:pathLst>
        </a:custGeom>
        <a:ln>
          <a:solidFill>
            <a:schemeClr val="accent3">
              <a:lumMod val="50000"/>
            </a:schemeClr>
          </a:solidFill>
        </a:ln>
      </dsp:spPr>
      <dsp:style>
        <a:lnRef idx="2">
          <a:schemeClr val="accent1">
            <a:shade val="60000"/>
          </a:schemeClr>
        </a:lnRef>
        <a:fillRef idx="0">
          <a:schemeClr val="accent1"/>
        </a:fillRef>
        <a:effectRef idx="0">
          <a:scrgbClr r="0" g="0" b="0"/>
        </a:effectRef>
        <a:fontRef idx="minor"/>
      </dsp:style>
      <dsp:txXfrm>
        <a:off x="2189747" y="782139"/>
        <a:ext cx="1558933" cy="312855"/>
      </dsp:txXfrm>
    </dsp:sp>
    <dsp:sp modelId="{8056C2B7-0057-4C79-8D54-12AA95FFD818}">
      <dsp:nvSpPr>
        <dsp:cNvPr id="5" name="圆角矩形 4"/>
        <dsp:cNvSpPr/>
      </dsp:nvSpPr>
      <dsp:spPr bwMode="white">
        <a:xfrm>
          <a:off x="1592704" y="1094994"/>
          <a:ext cx="1194085" cy="782139"/>
        </a:xfrm>
        <a:prstGeom prst="roundRect">
          <a:avLst>
            <a:gd name="adj" fmla="val 10000"/>
          </a:avLst>
        </a:prstGeom>
        <a:solidFill>
          <a:srgbClr val="002060"/>
        </a:solidFill>
        <a:ln>
          <a:noFill/>
        </a:ln>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关联因素 </a:t>
          </a:r>
          <a:r>
            <a:rPr lang="en-US" altLang="zh-CN" sz="1200" b="1" dirty="0" smtClean="0">
              <a:latin typeface="微软雅黑" panose="020B0503020204020204" charset="-122"/>
              <a:ea typeface="微软雅黑" panose="020B0503020204020204" charset="-122"/>
            </a:rPr>
            <a:t>1</a:t>
          </a:r>
          <a:endParaRPr lang="zh-CN" altLang="en-US" sz="1200" b="1" dirty="0">
            <a:latin typeface="微软雅黑" panose="020B0503020204020204" charset="-122"/>
            <a:ea typeface="微软雅黑" panose="020B0503020204020204" charset="-122"/>
          </a:endParaRPr>
        </a:p>
      </dsp:txBody>
      <dsp:txXfrm>
        <a:off x="1592704" y="1094994"/>
        <a:ext cx="1194085" cy="782139"/>
      </dsp:txXfrm>
    </dsp:sp>
    <dsp:sp modelId="{D760E7D2-5447-47BC-B073-FE3FDF18E0EE}">
      <dsp:nvSpPr>
        <dsp:cNvPr id="6" name="任意多边形 5"/>
        <dsp:cNvSpPr/>
      </dsp:nvSpPr>
      <dsp:spPr bwMode="white">
        <a:xfrm>
          <a:off x="586601" y="1877133"/>
          <a:ext cx="1603146" cy="312855"/>
        </a:xfrm>
        <a:custGeom>
          <a:avLst/>
          <a:gdLst/>
          <a:ahLst/>
          <a:cxnLst/>
          <a:pathLst>
            <a:path w="2525" h="493">
              <a:moveTo>
                <a:pt x="2525" y="0"/>
              </a:moveTo>
              <a:lnTo>
                <a:pt x="2525" y="246"/>
              </a:lnTo>
              <a:lnTo>
                <a:pt x="0" y="246"/>
              </a:lnTo>
              <a:lnTo>
                <a:pt x="0" y="493"/>
              </a:lnTo>
            </a:path>
          </a:pathLst>
        </a:custGeom>
        <a:ln>
          <a:solidFill>
            <a:schemeClr val="accent3">
              <a:lumMod val="50000"/>
            </a:schemeClr>
          </a:solidFill>
        </a:ln>
      </dsp:spPr>
      <dsp:style>
        <a:lnRef idx="2">
          <a:schemeClr val="accent1">
            <a:shade val="80000"/>
          </a:schemeClr>
        </a:lnRef>
        <a:fillRef idx="0">
          <a:schemeClr val="accent1"/>
        </a:fillRef>
        <a:effectRef idx="0">
          <a:scrgbClr r="0" g="0" b="0"/>
        </a:effectRef>
        <a:fontRef idx="minor"/>
      </dsp:style>
      <dsp:txXfrm>
        <a:off x="586601" y="1877133"/>
        <a:ext cx="1603146" cy="312855"/>
      </dsp:txXfrm>
    </dsp:sp>
    <dsp:sp modelId="{5F4CA6F3-50DA-433D-86C2-006D2B93A87B}">
      <dsp:nvSpPr>
        <dsp:cNvPr id="7" name="圆角矩形 6"/>
        <dsp:cNvSpPr/>
      </dsp:nvSpPr>
      <dsp:spPr bwMode="white">
        <a:xfrm>
          <a:off x="0" y="2189988"/>
          <a:ext cx="1173202" cy="782139"/>
        </a:xfrm>
        <a:prstGeom prst="roundRect">
          <a:avLst>
            <a:gd name="adj" fmla="val 10000"/>
          </a:avLst>
        </a:prstGeom>
        <a:solidFill>
          <a:schemeClr val="tx2">
            <a:lumMod val="60000"/>
            <a:lumOff val="40000"/>
          </a:schemeClr>
        </a:solidFill>
        <a:ln>
          <a:noFill/>
        </a:ln>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创新点 </a:t>
          </a:r>
          <a:r>
            <a:rPr lang="en-US" altLang="zh-CN" sz="1200" b="1" dirty="0" smtClean="0">
              <a:latin typeface="微软雅黑" panose="020B0503020204020204" charset="-122"/>
              <a:ea typeface="微软雅黑" panose="020B0503020204020204" charset="-122"/>
            </a:rPr>
            <a:t>a</a:t>
          </a:r>
          <a:endParaRPr lang="zh-CN" altLang="en-US" sz="1200" b="1" dirty="0">
            <a:latin typeface="微软雅黑" panose="020B0503020204020204" charset="-122"/>
            <a:ea typeface="微软雅黑" panose="020B0503020204020204" charset="-122"/>
          </a:endParaRPr>
        </a:p>
      </dsp:txBody>
      <dsp:txXfrm>
        <a:off x="0" y="2189988"/>
        <a:ext cx="1173202" cy="782139"/>
      </dsp:txXfrm>
    </dsp:sp>
    <dsp:sp modelId="{931C0ADA-71CA-4418-B30A-46CBF77BEB27}">
      <dsp:nvSpPr>
        <dsp:cNvPr id="8" name="任意多边形 7"/>
        <dsp:cNvSpPr/>
      </dsp:nvSpPr>
      <dsp:spPr bwMode="white">
        <a:xfrm>
          <a:off x="586601" y="2972127"/>
          <a:ext cx="0" cy="312855"/>
        </a:xfrm>
        <a:custGeom>
          <a:avLst/>
          <a:gdLst/>
          <a:ahLst/>
          <a:cxnLst/>
          <a:pathLst>
            <a:path h="493">
              <a:moveTo>
                <a:pt x="0" y="0"/>
              </a:moveTo>
              <a:lnTo>
                <a:pt x="0" y="493"/>
              </a:lnTo>
            </a:path>
          </a:pathLst>
        </a:custGeom>
        <a:ln>
          <a:solidFill>
            <a:schemeClr val="accent2">
              <a:lumMod val="50000"/>
            </a:schemeClr>
          </a:solidFill>
        </a:ln>
      </dsp:spPr>
      <dsp:style>
        <a:lnRef idx="2">
          <a:schemeClr val="accent1">
            <a:shade val="80000"/>
          </a:schemeClr>
        </a:lnRef>
        <a:fillRef idx="0">
          <a:schemeClr val="accent1"/>
        </a:fillRef>
        <a:effectRef idx="0">
          <a:scrgbClr r="0" g="0" b="0"/>
        </a:effectRef>
        <a:fontRef idx="minor"/>
      </dsp:style>
      <dsp:txXfrm>
        <a:off x="586601" y="2972127"/>
        <a:ext cx="0" cy="312855"/>
      </dsp:txXfrm>
    </dsp:sp>
    <dsp:sp modelId="{B43ACAE2-F3FB-4DBF-B0B9-9AEEF753A170}">
      <dsp:nvSpPr>
        <dsp:cNvPr id="9" name="圆角矩形 8"/>
        <dsp:cNvSpPr/>
      </dsp:nvSpPr>
      <dsp:spPr bwMode="white">
        <a:xfrm>
          <a:off x="0" y="3284982"/>
          <a:ext cx="1173202" cy="782139"/>
        </a:xfrm>
        <a:prstGeom prst="roundRect">
          <a:avLst>
            <a:gd name="adj" fmla="val 10000"/>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技术方案 </a:t>
          </a:r>
          <a:r>
            <a:rPr lang="en-US" altLang="zh-CN" sz="1200" b="1" dirty="0" smtClean="0">
              <a:latin typeface="微软雅黑" panose="020B0503020204020204" charset="-122"/>
              <a:ea typeface="微软雅黑" panose="020B0503020204020204" charset="-122"/>
            </a:rPr>
            <a:t>a</a:t>
          </a:r>
          <a:endParaRPr lang="zh-CN" altLang="en-US" sz="1200" b="1" dirty="0">
            <a:latin typeface="微软雅黑" panose="020B0503020204020204" charset="-122"/>
            <a:ea typeface="微软雅黑" panose="020B0503020204020204" charset="-122"/>
          </a:endParaRPr>
        </a:p>
      </dsp:txBody>
      <dsp:txXfrm>
        <a:off x="0" y="3284982"/>
        <a:ext cx="1173202" cy="782139"/>
      </dsp:txXfrm>
    </dsp:sp>
    <dsp:sp modelId="{024B7C55-BC21-4EFC-9EF2-7396223296E1}">
      <dsp:nvSpPr>
        <dsp:cNvPr id="10" name="任意多边形 9"/>
        <dsp:cNvSpPr/>
      </dsp:nvSpPr>
      <dsp:spPr bwMode="white">
        <a:xfrm>
          <a:off x="2189747" y="1877133"/>
          <a:ext cx="0" cy="312855"/>
        </a:xfrm>
        <a:custGeom>
          <a:avLst/>
          <a:gdLst/>
          <a:ahLst/>
          <a:cxnLst/>
          <a:pathLst>
            <a:path h="493">
              <a:moveTo>
                <a:pt x="0" y="0"/>
              </a:moveTo>
              <a:lnTo>
                <a:pt x="0" y="246"/>
              </a:lnTo>
              <a:lnTo>
                <a:pt x="0" y="246"/>
              </a:lnTo>
              <a:lnTo>
                <a:pt x="0" y="493"/>
              </a:lnTo>
            </a:path>
          </a:pathLst>
        </a:custGeom>
        <a:ln>
          <a:solidFill>
            <a:schemeClr val="accent3">
              <a:lumMod val="50000"/>
            </a:schemeClr>
          </a:solidFill>
        </a:ln>
      </dsp:spPr>
      <dsp:style>
        <a:lnRef idx="2">
          <a:schemeClr val="accent1">
            <a:shade val="80000"/>
          </a:schemeClr>
        </a:lnRef>
        <a:fillRef idx="0">
          <a:schemeClr val="accent1"/>
        </a:fillRef>
        <a:effectRef idx="0">
          <a:scrgbClr r="0" g="0" b="0"/>
        </a:effectRef>
        <a:fontRef idx="minor"/>
      </dsp:style>
      <dsp:txXfrm>
        <a:off x="2189747" y="1877133"/>
        <a:ext cx="0" cy="312855"/>
      </dsp:txXfrm>
    </dsp:sp>
    <dsp:sp modelId="{F96C0AC7-002E-4006-AABB-B299D0C01825}">
      <dsp:nvSpPr>
        <dsp:cNvPr id="11" name="圆角矩形 10"/>
        <dsp:cNvSpPr/>
      </dsp:nvSpPr>
      <dsp:spPr bwMode="white">
        <a:xfrm>
          <a:off x="1603146" y="2189988"/>
          <a:ext cx="1173202" cy="782139"/>
        </a:xfrm>
        <a:prstGeom prst="roundRect">
          <a:avLst>
            <a:gd name="adj" fmla="val 10000"/>
          </a:avLst>
        </a:prstGeom>
        <a:solidFill>
          <a:schemeClr val="tx2">
            <a:lumMod val="60000"/>
            <a:lumOff val="40000"/>
          </a:schemeClr>
        </a:solidFill>
        <a:ln>
          <a:noFill/>
        </a:ln>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创新点</a:t>
          </a:r>
          <a:r>
            <a:rPr lang="en-US" altLang="zh-CN" sz="1200" b="1" dirty="0" smtClean="0">
              <a:latin typeface="微软雅黑" panose="020B0503020204020204" charset="-122"/>
              <a:ea typeface="微软雅黑" panose="020B0503020204020204" charset="-122"/>
            </a:rPr>
            <a:t> b</a:t>
          </a:r>
          <a:endParaRPr lang="zh-CN" altLang="en-US" sz="1200" b="1" dirty="0">
            <a:latin typeface="微软雅黑" panose="020B0503020204020204" charset="-122"/>
            <a:ea typeface="微软雅黑" panose="020B0503020204020204" charset="-122"/>
          </a:endParaRPr>
        </a:p>
      </dsp:txBody>
      <dsp:txXfrm>
        <a:off x="1603146" y="2189988"/>
        <a:ext cx="1173202" cy="782139"/>
      </dsp:txXfrm>
    </dsp:sp>
    <dsp:sp modelId="{3C19B82D-AA8A-4F53-AEBA-5A6101F519E2}">
      <dsp:nvSpPr>
        <dsp:cNvPr id="12" name="任意多边形 11"/>
        <dsp:cNvSpPr/>
      </dsp:nvSpPr>
      <dsp:spPr bwMode="white">
        <a:xfrm>
          <a:off x="2189747" y="2972127"/>
          <a:ext cx="0" cy="312855"/>
        </a:xfrm>
        <a:custGeom>
          <a:avLst/>
          <a:gdLst/>
          <a:ahLst/>
          <a:cxnLst/>
          <a:pathLst>
            <a:path h="493">
              <a:moveTo>
                <a:pt x="0" y="0"/>
              </a:moveTo>
              <a:lnTo>
                <a:pt x="0" y="493"/>
              </a:lnTo>
            </a:path>
          </a:pathLst>
        </a:custGeom>
        <a:ln>
          <a:solidFill>
            <a:schemeClr val="accent2">
              <a:lumMod val="50000"/>
            </a:schemeClr>
          </a:solidFill>
        </a:ln>
      </dsp:spPr>
      <dsp:style>
        <a:lnRef idx="2">
          <a:schemeClr val="accent1">
            <a:shade val="80000"/>
          </a:schemeClr>
        </a:lnRef>
        <a:fillRef idx="0">
          <a:schemeClr val="accent1"/>
        </a:fillRef>
        <a:effectRef idx="0">
          <a:scrgbClr r="0" g="0" b="0"/>
        </a:effectRef>
        <a:fontRef idx="minor"/>
      </dsp:style>
      <dsp:txXfrm>
        <a:off x="2189747" y="2972127"/>
        <a:ext cx="0" cy="312855"/>
      </dsp:txXfrm>
    </dsp:sp>
    <dsp:sp modelId="{725B13D2-B052-45F0-899C-3243AFC7EE42}">
      <dsp:nvSpPr>
        <dsp:cNvPr id="13" name="圆角矩形 12"/>
        <dsp:cNvSpPr/>
      </dsp:nvSpPr>
      <dsp:spPr bwMode="white">
        <a:xfrm>
          <a:off x="1525163" y="3284982"/>
          <a:ext cx="1329168" cy="782139"/>
        </a:xfrm>
        <a:prstGeom prst="roundRect">
          <a:avLst>
            <a:gd name="adj" fmla="val 10000"/>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技术方案 </a:t>
          </a:r>
          <a:r>
            <a:rPr lang="en-US" altLang="zh-CN" sz="1200" b="1" dirty="0" smtClean="0">
              <a:latin typeface="微软雅黑" panose="020B0503020204020204" charset="-122"/>
              <a:ea typeface="微软雅黑" panose="020B0503020204020204" charset="-122"/>
            </a:rPr>
            <a:t>b</a:t>
          </a:r>
          <a:endParaRPr lang="zh-CN" altLang="en-US" sz="1200" b="1" dirty="0">
            <a:latin typeface="微软雅黑" panose="020B0503020204020204" charset="-122"/>
            <a:ea typeface="微软雅黑" panose="020B0503020204020204" charset="-122"/>
          </a:endParaRPr>
        </a:p>
      </dsp:txBody>
      <dsp:txXfrm>
        <a:off x="1525163" y="3284982"/>
        <a:ext cx="1329168" cy="782139"/>
      </dsp:txXfrm>
    </dsp:sp>
    <dsp:sp modelId="{B6A970A7-9858-4EC7-B072-6EBFFBEE11A8}">
      <dsp:nvSpPr>
        <dsp:cNvPr id="14" name="任意多边形 13"/>
        <dsp:cNvSpPr/>
      </dsp:nvSpPr>
      <dsp:spPr bwMode="white">
        <a:xfrm>
          <a:off x="2189747" y="1877133"/>
          <a:ext cx="1603146" cy="312855"/>
        </a:xfrm>
        <a:custGeom>
          <a:avLst/>
          <a:gdLst/>
          <a:ahLst/>
          <a:cxnLst/>
          <a:pathLst>
            <a:path w="2525" h="493">
              <a:moveTo>
                <a:pt x="0" y="0"/>
              </a:moveTo>
              <a:lnTo>
                <a:pt x="0" y="246"/>
              </a:lnTo>
              <a:lnTo>
                <a:pt x="2525" y="246"/>
              </a:lnTo>
              <a:lnTo>
                <a:pt x="2525" y="493"/>
              </a:lnTo>
            </a:path>
          </a:pathLst>
        </a:custGeom>
        <a:ln>
          <a:solidFill>
            <a:schemeClr val="accent3">
              <a:lumMod val="50000"/>
            </a:schemeClr>
          </a:solidFill>
        </a:ln>
      </dsp:spPr>
      <dsp:style>
        <a:lnRef idx="2">
          <a:schemeClr val="accent1">
            <a:shade val="80000"/>
          </a:schemeClr>
        </a:lnRef>
        <a:fillRef idx="0">
          <a:schemeClr val="accent1"/>
        </a:fillRef>
        <a:effectRef idx="0">
          <a:scrgbClr r="0" g="0" b="0"/>
        </a:effectRef>
        <a:fontRef idx="minor"/>
      </dsp:style>
      <dsp:txXfrm>
        <a:off x="2189747" y="1877133"/>
        <a:ext cx="1603146" cy="312855"/>
      </dsp:txXfrm>
    </dsp:sp>
    <dsp:sp modelId="{C812833C-D4CF-4A6C-BBE9-1EA4CB71018B}">
      <dsp:nvSpPr>
        <dsp:cNvPr id="15" name="圆角矩形 14"/>
        <dsp:cNvSpPr/>
      </dsp:nvSpPr>
      <dsp:spPr bwMode="white">
        <a:xfrm>
          <a:off x="3206291" y="2189988"/>
          <a:ext cx="1173202" cy="782139"/>
        </a:xfrm>
        <a:prstGeom prst="roundRect">
          <a:avLst>
            <a:gd name="adj" fmla="val 10000"/>
          </a:avLst>
        </a:prstGeom>
        <a:solidFill>
          <a:schemeClr val="tx2">
            <a:lumMod val="60000"/>
            <a:lumOff val="40000"/>
          </a:schemeClr>
        </a:solidFill>
        <a:ln>
          <a:noFill/>
        </a:ln>
      </dsp:spPr>
      <dsp:style>
        <a:lnRef idx="2">
          <a:schemeClr val="lt1"/>
        </a:lnRef>
        <a:fillRef idx="1">
          <a:schemeClr val="accent1"/>
        </a:fillRef>
        <a:effectRef idx="0">
          <a:scrgbClr r="0" g="0" b="0"/>
        </a:effectRef>
        <a:fontRef idx="minor">
          <a:schemeClr val="lt1"/>
        </a:fontRef>
      </dsp:style>
      <dsp:txBody>
        <a:bodyPr lIns="121920" tIns="121920" rIns="121920" bIns="121920"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ltLang="zh-CN" dirty="0" smtClean="0">
              <a:latin typeface="+mj-ea"/>
              <a:ea typeface="+mj-ea"/>
            </a:rPr>
            <a:t>…</a:t>
          </a:r>
          <a:endParaRPr lang="zh-CN" altLang="en-US" dirty="0">
            <a:latin typeface="+mj-ea"/>
            <a:ea typeface="+mj-ea"/>
          </a:endParaRPr>
        </a:p>
      </dsp:txBody>
      <dsp:txXfrm>
        <a:off x="3206291" y="2189988"/>
        <a:ext cx="1173202" cy="782139"/>
      </dsp:txXfrm>
    </dsp:sp>
    <dsp:sp modelId="{223ACA62-ABF3-441C-88CE-E1EE20576DF8}">
      <dsp:nvSpPr>
        <dsp:cNvPr id="16" name="任意多边形 15"/>
        <dsp:cNvSpPr/>
      </dsp:nvSpPr>
      <dsp:spPr bwMode="white">
        <a:xfrm>
          <a:off x="3792892" y="2972127"/>
          <a:ext cx="0" cy="312855"/>
        </a:xfrm>
        <a:custGeom>
          <a:avLst/>
          <a:gdLst/>
          <a:ahLst/>
          <a:cxnLst/>
          <a:pathLst>
            <a:path h="493">
              <a:moveTo>
                <a:pt x="0" y="0"/>
              </a:moveTo>
              <a:lnTo>
                <a:pt x="0" y="493"/>
              </a:lnTo>
            </a:path>
          </a:pathLst>
        </a:custGeom>
        <a:ln>
          <a:solidFill>
            <a:schemeClr val="accent2">
              <a:lumMod val="50000"/>
            </a:schemeClr>
          </a:solidFill>
        </a:ln>
      </dsp:spPr>
      <dsp:style>
        <a:lnRef idx="2">
          <a:schemeClr val="accent1">
            <a:shade val="80000"/>
          </a:schemeClr>
        </a:lnRef>
        <a:fillRef idx="0">
          <a:schemeClr val="accent1"/>
        </a:fillRef>
        <a:effectRef idx="0">
          <a:scrgbClr r="0" g="0" b="0"/>
        </a:effectRef>
        <a:fontRef idx="minor"/>
      </dsp:style>
      <dsp:txXfrm>
        <a:off x="3792892" y="2972127"/>
        <a:ext cx="0" cy="312855"/>
      </dsp:txXfrm>
    </dsp:sp>
    <dsp:sp modelId="{C0957A06-2CA4-4C89-AC68-41F8A7B20E22}">
      <dsp:nvSpPr>
        <dsp:cNvPr id="17" name="圆角矩形 16"/>
        <dsp:cNvSpPr/>
      </dsp:nvSpPr>
      <dsp:spPr bwMode="white">
        <a:xfrm>
          <a:off x="3206291" y="3284982"/>
          <a:ext cx="1173202" cy="782139"/>
        </a:xfrm>
        <a:prstGeom prst="roundRect">
          <a:avLst>
            <a:gd name="adj" fmla="val 10000"/>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121920" tIns="121920" rIns="121920" bIns="121920"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ltLang="zh-CN" dirty="0" smtClean="0">
              <a:latin typeface="+mj-ea"/>
              <a:ea typeface="+mj-ea"/>
            </a:rPr>
            <a:t>…</a:t>
          </a:r>
          <a:endParaRPr lang="zh-CN" altLang="en-US" dirty="0">
            <a:latin typeface="+mj-ea"/>
            <a:ea typeface="+mj-ea"/>
          </a:endParaRPr>
        </a:p>
      </dsp:txBody>
      <dsp:txXfrm>
        <a:off x="3206291" y="3284982"/>
        <a:ext cx="1173202" cy="782139"/>
      </dsp:txXfrm>
    </dsp:sp>
    <dsp:sp modelId="{C990A48E-D63A-461C-AFFF-EDF9356049E9}">
      <dsp:nvSpPr>
        <dsp:cNvPr id="18" name="任意多边形 17"/>
        <dsp:cNvSpPr/>
      </dsp:nvSpPr>
      <dsp:spPr bwMode="white">
        <a:xfrm>
          <a:off x="3748680" y="782139"/>
          <a:ext cx="9960" cy="312855"/>
        </a:xfrm>
        <a:custGeom>
          <a:avLst/>
          <a:gdLst/>
          <a:ahLst/>
          <a:cxnLst/>
          <a:pathLst>
            <a:path w="16" h="493">
              <a:moveTo>
                <a:pt x="0" y="0"/>
              </a:moveTo>
              <a:lnTo>
                <a:pt x="0" y="246"/>
              </a:lnTo>
              <a:lnTo>
                <a:pt x="16" y="246"/>
              </a:lnTo>
              <a:lnTo>
                <a:pt x="16" y="493"/>
              </a:lnTo>
            </a:path>
          </a:pathLst>
        </a:custGeom>
        <a:ln>
          <a:solidFill>
            <a:schemeClr val="accent3">
              <a:lumMod val="50000"/>
            </a:schemeClr>
          </a:solidFill>
        </a:ln>
      </dsp:spPr>
      <dsp:style>
        <a:lnRef idx="2">
          <a:schemeClr val="accent1">
            <a:shade val="60000"/>
          </a:schemeClr>
        </a:lnRef>
        <a:fillRef idx="0">
          <a:schemeClr val="accent1"/>
        </a:fillRef>
        <a:effectRef idx="0">
          <a:scrgbClr r="0" g="0" b="0"/>
        </a:effectRef>
        <a:fontRef idx="minor"/>
      </dsp:style>
      <dsp:txXfrm>
        <a:off x="3748680" y="782139"/>
        <a:ext cx="9960" cy="312855"/>
      </dsp:txXfrm>
    </dsp:sp>
    <dsp:sp modelId="{2018EB35-716D-408D-8E73-DB062B70DC94}">
      <dsp:nvSpPr>
        <dsp:cNvPr id="19" name="圆角矩形 18"/>
        <dsp:cNvSpPr/>
      </dsp:nvSpPr>
      <dsp:spPr bwMode="white">
        <a:xfrm>
          <a:off x="3138750" y="1094994"/>
          <a:ext cx="1239781" cy="782139"/>
        </a:xfrm>
        <a:prstGeom prst="roundRect">
          <a:avLst>
            <a:gd name="adj" fmla="val 10000"/>
          </a:avLst>
        </a:prstGeom>
        <a:solidFill>
          <a:srgbClr val="002060"/>
        </a:solidFill>
        <a:ln>
          <a:noFill/>
        </a:ln>
      </dsp:spPr>
      <dsp:style>
        <a:lnRef idx="2">
          <a:schemeClr val="lt1"/>
        </a:lnRef>
        <a:fillRef idx="1">
          <a:schemeClr val="accent1"/>
        </a:fillRef>
        <a:effectRef idx="0">
          <a:scrgbClr r="0" g="0" b="0"/>
        </a:effectRef>
        <a:fontRef idx="minor">
          <a:schemeClr val="lt1"/>
        </a:fontRef>
      </dsp:style>
      <dsp:txBody>
        <a:bodyPr lIns="45719" tIns="45719" rIns="45719" bIns="45719"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zh-CN" altLang="en-US" sz="1200" b="1" dirty="0" smtClean="0">
              <a:latin typeface="微软雅黑" panose="020B0503020204020204" charset="-122"/>
              <a:ea typeface="微软雅黑" panose="020B0503020204020204" charset="-122"/>
            </a:rPr>
            <a:t>关联因素 </a:t>
          </a:r>
          <a:r>
            <a:rPr lang="en-US" altLang="zh-CN" sz="1200" b="1" dirty="0" smtClean="0">
              <a:latin typeface="微软雅黑" panose="020B0503020204020204" charset="-122"/>
              <a:ea typeface="微软雅黑" panose="020B0503020204020204" charset="-122"/>
            </a:rPr>
            <a:t>2</a:t>
          </a:r>
          <a:endParaRPr lang="zh-CN" altLang="en-US" sz="1200" b="1" dirty="0">
            <a:latin typeface="微软雅黑" panose="020B0503020204020204" charset="-122"/>
            <a:ea typeface="微软雅黑" panose="020B0503020204020204" charset="-122"/>
          </a:endParaRPr>
        </a:p>
      </dsp:txBody>
      <dsp:txXfrm>
        <a:off x="3138750" y="1094994"/>
        <a:ext cx="1239781" cy="782139"/>
      </dsp:txXfrm>
    </dsp:sp>
    <dsp:sp modelId="{BADF4308-9F06-4382-BE23-1CB762BE7C19}">
      <dsp:nvSpPr>
        <dsp:cNvPr id="20" name="任意多边形 19"/>
        <dsp:cNvSpPr/>
      </dsp:nvSpPr>
      <dsp:spPr bwMode="white">
        <a:xfrm>
          <a:off x="3748680" y="782139"/>
          <a:ext cx="1569375" cy="312855"/>
        </a:xfrm>
        <a:custGeom>
          <a:avLst/>
          <a:gdLst/>
          <a:ahLst/>
          <a:cxnLst/>
          <a:pathLst>
            <a:path w="2471" h="493">
              <a:moveTo>
                <a:pt x="0" y="0"/>
              </a:moveTo>
              <a:lnTo>
                <a:pt x="0" y="246"/>
              </a:lnTo>
              <a:lnTo>
                <a:pt x="2471" y="246"/>
              </a:lnTo>
              <a:lnTo>
                <a:pt x="2471" y="493"/>
              </a:lnTo>
            </a:path>
          </a:pathLst>
        </a:custGeom>
        <a:ln>
          <a:solidFill>
            <a:schemeClr val="accent3">
              <a:lumMod val="50000"/>
            </a:schemeClr>
          </a:solidFill>
        </a:ln>
      </dsp:spPr>
      <dsp:style>
        <a:lnRef idx="2">
          <a:schemeClr val="accent1">
            <a:shade val="60000"/>
          </a:schemeClr>
        </a:lnRef>
        <a:fillRef idx="0">
          <a:schemeClr val="accent1"/>
        </a:fillRef>
        <a:effectRef idx="0">
          <a:scrgbClr r="0" g="0" b="0"/>
        </a:effectRef>
        <a:fontRef idx="minor"/>
      </dsp:style>
      <dsp:txXfrm>
        <a:off x="3748680" y="782139"/>
        <a:ext cx="1569375" cy="312855"/>
      </dsp:txXfrm>
    </dsp:sp>
    <dsp:sp modelId="{F49749B2-836D-484D-85AD-DBFDC4864D7E}">
      <dsp:nvSpPr>
        <dsp:cNvPr id="21" name="圆角矩形 20"/>
        <dsp:cNvSpPr/>
      </dsp:nvSpPr>
      <dsp:spPr bwMode="white">
        <a:xfrm>
          <a:off x="4731454" y="1094994"/>
          <a:ext cx="1173202" cy="782139"/>
        </a:xfrm>
        <a:prstGeom prst="roundRect">
          <a:avLst>
            <a:gd name="adj" fmla="val 10000"/>
          </a:avLst>
        </a:prstGeom>
        <a:solidFill>
          <a:srgbClr val="002060"/>
        </a:solidFill>
        <a:ln>
          <a:noFill/>
        </a:ln>
      </dsp:spPr>
      <dsp:style>
        <a:lnRef idx="2">
          <a:schemeClr val="lt1"/>
        </a:lnRef>
        <a:fillRef idx="1">
          <a:schemeClr val="accent1"/>
        </a:fillRef>
        <a:effectRef idx="0">
          <a:scrgbClr r="0" g="0" b="0"/>
        </a:effectRef>
        <a:fontRef idx="minor">
          <a:schemeClr val="lt1"/>
        </a:fontRef>
      </dsp:style>
      <dsp:txBody>
        <a:bodyPr lIns="121920" tIns="121920" rIns="121920" bIns="121920"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ltLang="zh-CN" dirty="0" smtClean="0">
              <a:latin typeface="+mj-ea"/>
              <a:ea typeface="+mj-ea"/>
            </a:rPr>
            <a:t>…</a:t>
          </a:r>
          <a:endParaRPr lang="zh-CN" altLang="en-US" dirty="0">
            <a:latin typeface="+mj-ea"/>
            <a:ea typeface="+mj-ea"/>
          </a:endParaRPr>
        </a:p>
      </dsp:txBody>
      <dsp:txXfrm>
        <a:off x="4731454" y="1094994"/>
        <a:ext cx="1173202" cy="782139"/>
      </dsp:txXfrm>
    </dsp:sp>
    <dsp:sp modelId="{AD68B584-2A0F-46A3-9585-DF1BC434FE26}">
      <dsp:nvSpPr>
        <dsp:cNvPr id="22" name="任意多边形 21"/>
        <dsp:cNvSpPr/>
      </dsp:nvSpPr>
      <dsp:spPr bwMode="white">
        <a:xfrm>
          <a:off x="5318055" y="1877133"/>
          <a:ext cx="0" cy="312855"/>
        </a:xfrm>
        <a:custGeom>
          <a:avLst/>
          <a:gdLst/>
          <a:ahLst/>
          <a:cxnLst/>
          <a:pathLst>
            <a:path h="493">
              <a:moveTo>
                <a:pt x="0" y="0"/>
              </a:moveTo>
              <a:lnTo>
                <a:pt x="0" y="493"/>
              </a:lnTo>
            </a:path>
          </a:pathLst>
        </a:custGeom>
        <a:ln>
          <a:solidFill>
            <a:schemeClr val="accent3">
              <a:lumMod val="50000"/>
            </a:schemeClr>
          </a:solidFill>
        </a:ln>
      </dsp:spPr>
      <dsp:style>
        <a:lnRef idx="2">
          <a:schemeClr val="accent1">
            <a:shade val="80000"/>
          </a:schemeClr>
        </a:lnRef>
        <a:fillRef idx="0">
          <a:schemeClr val="accent1"/>
        </a:fillRef>
        <a:effectRef idx="0">
          <a:scrgbClr r="0" g="0" b="0"/>
        </a:effectRef>
        <a:fontRef idx="minor"/>
      </dsp:style>
      <dsp:txXfrm>
        <a:off x="5318055" y="1877133"/>
        <a:ext cx="0" cy="312855"/>
      </dsp:txXfrm>
    </dsp:sp>
    <dsp:sp modelId="{3875880A-4FC7-4E16-A256-365855C135DC}">
      <dsp:nvSpPr>
        <dsp:cNvPr id="23" name="圆角矩形 22"/>
        <dsp:cNvSpPr/>
      </dsp:nvSpPr>
      <dsp:spPr bwMode="white">
        <a:xfrm>
          <a:off x="4731454" y="2189988"/>
          <a:ext cx="1173202" cy="782139"/>
        </a:xfrm>
        <a:prstGeom prst="roundRect">
          <a:avLst>
            <a:gd name="adj" fmla="val 10000"/>
          </a:avLst>
        </a:prstGeom>
        <a:solidFill>
          <a:schemeClr val="tx2">
            <a:lumMod val="60000"/>
            <a:lumOff val="40000"/>
          </a:schemeClr>
        </a:solidFill>
        <a:ln>
          <a:noFill/>
        </a:ln>
      </dsp:spPr>
      <dsp:style>
        <a:lnRef idx="2">
          <a:schemeClr val="lt1"/>
        </a:lnRef>
        <a:fillRef idx="1">
          <a:schemeClr val="accent1"/>
        </a:fillRef>
        <a:effectRef idx="0">
          <a:scrgbClr r="0" g="0" b="0"/>
        </a:effectRef>
        <a:fontRef idx="minor">
          <a:schemeClr val="lt1"/>
        </a:fontRef>
      </dsp:style>
      <dsp:txBody>
        <a:bodyPr lIns="121920" tIns="121920" rIns="121920" bIns="121920"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ltLang="zh-CN" dirty="0" smtClean="0">
              <a:latin typeface="+mj-ea"/>
              <a:ea typeface="+mj-ea"/>
            </a:rPr>
            <a:t>…</a:t>
          </a:r>
          <a:endParaRPr lang="zh-CN" altLang="en-US" dirty="0">
            <a:latin typeface="+mj-ea"/>
            <a:ea typeface="+mj-ea"/>
          </a:endParaRPr>
        </a:p>
      </dsp:txBody>
      <dsp:txXfrm>
        <a:off x="4731454" y="2189988"/>
        <a:ext cx="1173202" cy="782139"/>
      </dsp:txXfrm>
    </dsp:sp>
    <dsp:sp modelId="{81463454-8AF8-4A92-B784-DF92C56C8F44}">
      <dsp:nvSpPr>
        <dsp:cNvPr id="24" name="任意多边形 23"/>
        <dsp:cNvSpPr/>
      </dsp:nvSpPr>
      <dsp:spPr bwMode="white">
        <a:xfrm>
          <a:off x="5318055" y="2972127"/>
          <a:ext cx="0" cy="312855"/>
        </a:xfrm>
        <a:custGeom>
          <a:avLst/>
          <a:gdLst/>
          <a:ahLst/>
          <a:cxnLst/>
          <a:pathLst>
            <a:path h="493">
              <a:moveTo>
                <a:pt x="0" y="0"/>
              </a:moveTo>
              <a:lnTo>
                <a:pt x="0" y="493"/>
              </a:lnTo>
            </a:path>
          </a:pathLst>
        </a:custGeom>
        <a:ln>
          <a:solidFill>
            <a:schemeClr val="accent2">
              <a:lumMod val="50000"/>
            </a:schemeClr>
          </a:solidFill>
        </a:ln>
      </dsp:spPr>
      <dsp:style>
        <a:lnRef idx="2">
          <a:schemeClr val="accent1">
            <a:shade val="80000"/>
          </a:schemeClr>
        </a:lnRef>
        <a:fillRef idx="0">
          <a:schemeClr val="accent1"/>
        </a:fillRef>
        <a:effectRef idx="0">
          <a:scrgbClr r="0" g="0" b="0"/>
        </a:effectRef>
        <a:fontRef idx="minor"/>
      </dsp:style>
      <dsp:txXfrm>
        <a:off x="5318055" y="2972127"/>
        <a:ext cx="0" cy="312855"/>
      </dsp:txXfrm>
    </dsp:sp>
    <dsp:sp modelId="{1E99E1CA-2AAA-4692-8A89-1F06C5F4A255}">
      <dsp:nvSpPr>
        <dsp:cNvPr id="25" name="圆角矩形 24"/>
        <dsp:cNvSpPr/>
      </dsp:nvSpPr>
      <dsp:spPr bwMode="white">
        <a:xfrm>
          <a:off x="4731454" y="3284982"/>
          <a:ext cx="1173202" cy="782139"/>
        </a:xfrm>
        <a:prstGeom prst="roundRect">
          <a:avLst>
            <a:gd name="adj" fmla="val 10000"/>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121920" tIns="121920" rIns="121920" bIns="121920" anchor="ctr"/>
        <a:lstStyle>
          <a:lvl1pPr algn="ctr">
            <a:defRPr sz="3200"/>
          </a:lvl1pPr>
          <a:lvl2pPr marL="228600" indent="-228600" algn="ctr">
            <a:defRPr sz="2400"/>
          </a:lvl2pPr>
          <a:lvl3pPr marL="457200" indent="-228600" algn="ctr">
            <a:defRPr sz="2400"/>
          </a:lvl3pPr>
          <a:lvl4pPr marL="685800" indent="-228600" algn="ctr">
            <a:defRPr sz="2400"/>
          </a:lvl4pPr>
          <a:lvl5pPr marL="914400" indent="-228600" algn="ctr">
            <a:defRPr sz="2400"/>
          </a:lvl5pPr>
          <a:lvl6pPr marL="1143000" indent="-228600" algn="ctr">
            <a:defRPr sz="2400"/>
          </a:lvl6pPr>
          <a:lvl7pPr marL="1371600" indent="-228600" algn="ctr">
            <a:defRPr sz="2400"/>
          </a:lvl7pPr>
          <a:lvl8pPr marL="1600200" indent="-228600" algn="ctr">
            <a:defRPr sz="2400"/>
          </a:lvl8pPr>
          <a:lvl9pPr marL="1828800" indent="-228600" algn="ctr">
            <a:defRPr sz="2400"/>
          </a:lvl9pPr>
        </a:lstStyle>
        <a:p>
          <a:pPr lvl="0">
            <a:lnSpc>
              <a:spcPct val="100000"/>
            </a:lnSpc>
            <a:spcBef>
              <a:spcPct val="0"/>
            </a:spcBef>
            <a:spcAft>
              <a:spcPct val="35000"/>
            </a:spcAft>
          </a:pPr>
          <a:r>
            <a:rPr lang="en-US" altLang="zh-CN" dirty="0" smtClean="0">
              <a:latin typeface="+mj-ea"/>
              <a:ea typeface="+mj-ea"/>
            </a:rPr>
            <a:t>…</a:t>
          </a:r>
          <a:endParaRPr lang="zh-CN" altLang="en-US" dirty="0">
            <a:latin typeface="+mj-ea"/>
            <a:ea typeface="+mj-ea"/>
          </a:endParaRPr>
        </a:p>
      </dsp:txBody>
      <dsp:txXfrm>
        <a:off x="4731454" y="3284982"/>
        <a:ext cx="1173202" cy="782139"/>
      </dsp:txXfrm>
    </dsp:sp>
  </dsp:spTree>
</dsp:drawing>
</file>

<file path=ppt/diagrams/drawing6.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415913" cy="4867741"/>
        <a:chOff x="0" y="0"/>
        <a:chExt cx="6415913" cy="4867741"/>
      </a:xfrm>
    </dsp:grpSpPr>
    <dsp:sp modelId="{7D64935E-2050-4895-A199-D017B2D438E7}">
      <dsp:nvSpPr>
        <dsp:cNvPr id="5" name="任意多边形 4"/>
        <dsp:cNvSpPr/>
      </dsp:nvSpPr>
      <dsp:spPr bwMode="white">
        <a:xfrm>
          <a:off x="1603405" y="600956"/>
          <a:ext cx="1467642" cy="252401"/>
        </a:xfrm>
        <a:custGeom>
          <a:avLst/>
          <a:gdLst/>
          <a:ahLst/>
          <a:cxnLst/>
          <a:pathLst>
            <a:path w="2311" h="397">
              <a:moveTo>
                <a:pt x="2311" y="0"/>
              </a:moveTo>
              <a:lnTo>
                <a:pt x="2311" y="199"/>
              </a:lnTo>
              <a:lnTo>
                <a:pt x="0" y="199"/>
              </a:lnTo>
              <a:lnTo>
                <a:pt x="0" y="397"/>
              </a:lnTo>
            </a:path>
          </a:pathLst>
        </a:custGeom>
        <a:ln>
          <a:solidFill>
            <a:srgbClr val="000000"/>
          </a:solidFill>
        </a:ln>
      </dsp:spPr>
      <dsp:style>
        <a:lnRef idx="2">
          <a:schemeClr val="accent1">
            <a:shade val="60000"/>
          </a:schemeClr>
        </a:lnRef>
        <a:fillRef idx="0">
          <a:schemeClr val="accent1"/>
        </a:fillRef>
        <a:effectRef idx="0">
          <a:scrgbClr r="0" g="0" b="0"/>
        </a:effectRef>
        <a:fontRef idx="minor"/>
      </dsp:style>
      <dsp:txXfrm>
        <a:off x="1603405" y="600956"/>
        <a:ext cx="1467642" cy="252401"/>
      </dsp:txXfrm>
    </dsp:sp>
    <dsp:sp modelId="{B0EB2923-47B9-462C-A1CC-D0D5D0CC388D}">
      <dsp:nvSpPr>
        <dsp:cNvPr id="8" name="任意多边形 7"/>
        <dsp:cNvSpPr/>
      </dsp:nvSpPr>
      <dsp:spPr bwMode="white">
        <a:xfrm>
          <a:off x="1122640" y="1454313"/>
          <a:ext cx="158460" cy="593876"/>
        </a:xfrm>
        <a:custGeom>
          <a:avLst/>
          <a:gdLst/>
          <a:ahLst/>
          <a:cxnLst/>
          <a:pathLst>
            <a:path w="250" h="935">
              <a:moveTo>
                <a:pt x="0" y="0"/>
              </a:moveTo>
              <a:lnTo>
                <a:pt x="0" y="935"/>
              </a:lnTo>
              <a:lnTo>
                <a:pt x="250" y="935"/>
              </a:lnTo>
            </a:path>
          </a:pathLst>
        </a:custGeom>
        <a:ln>
          <a:solidFill>
            <a:srgbClr val="000000"/>
          </a:solidFill>
        </a:ln>
      </dsp:spPr>
      <dsp:style>
        <a:lnRef idx="2">
          <a:schemeClr val="accent1">
            <a:shade val="80000"/>
          </a:schemeClr>
        </a:lnRef>
        <a:fillRef idx="0">
          <a:schemeClr val="accent1"/>
        </a:fillRef>
        <a:effectRef idx="0">
          <a:scrgbClr r="0" g="0" b="0"/>
        </a:effectRef>
        <a:fontRef idx="minor"/>
      </dsp:style>
      <dsp:txXfrm>
        <a:off x="1122640" y="1454313"/>
        <a:ext cx="158460" cy="593876"/>
      </dsp:txXfrm>
    </dsp:sp>
    <dsp:sp modelId="{D786EC27-3124-4CDC-AACA-CF199FAADCAB}">
      <dsp:nvSpPr>
        <dsp:cNvPr id="11" name="任意多边形 10"/>
        <dsp:cNvSpPr/>
      </dsp:nvSpPr>
      <dsp:spPr bwMode="white">
        <a:xfrm>
          <a:off x="1122640" y="1454313"/>
          <a:ext cx="180287" cy="1406236"/>
        </a:xfrm>
        <a:custGeom>
          <a:avLst/>
          <a:gdLst/>
          <a:ahLst/>
          <a:cxnLst/>
          <a:pathLst>
            <a:path w="284" h="2215">
              <a:moveTo>
                <a:pt x="0" y="0"/>
              </a:moveTo>
              <a:lnTo>
                <a:pt x="0" y="2215"/>
              </a:lnTo>
              <a:lnTo>
                <a:pt x="284" y="2215"/>
              </a:lnTo>
            </a:path>
          </a:pathLst>
        </a:custGeom>
        <a:ln>
          <a:solidFill>
            <a:srgbClr val="000000"/>
          </a:solidFill>
        </a:ln>
      </dsp:spPr>
      <dsp:style>
        <a:lnRef idx="2">
          <a:schemeClr val="accent1">
            <a:shade val="80000"/>
          </a:schemeClr>
        </a:lnRef>
        <a:fillRef idx="0">
          <a:schemeClr val="accent1"/>
        </a:fillRef>
        <a:effectRef idx="0">
          <a:scrgbClr r="0" g="0" b="0"/>
        </a:effectRef>
        <a:fontRef idx="minor"/>
      </dsp:style>
      <dsp:txXfrm>
        <a:off x="1122640" y="1454313"/>
        <a:ext cx="180287" cy="1406236"/>
      </dsp:txXfrm>
    </dsp:sp>
    <dsp:sp modelId="{D4E7CC9E-C94E-4356-AC35-F643F1ECE7E1}">
      <dsp:nvSpPr>
        <dsp:cNvPr id="14" name="任意多边形 13"/>
        <dsp:cNvSpPr/>
      </dsp:nvSpPr>
      <dsp:spPr bwMode="white">
        <a:xfrm>
          <a:off x="1122640" y="1454313"/>
          <a:ext cx="180287" cy="2259593"/>
        </a:xfrm>
        <a:custGeom>
          <a:avLst/>
          <a:gdLst/>
          <a:ahLst/>
          <a:cxnLst/>
          <a:pathLst>
            <a:path w="284" h="3558">
              <a:moveTo>
                <a:pt x="0" y="0"/>
              </a:moveTo>
              <a:lnTo>
                <a:pt x="0" y="3558"/>
              </a:lnTo>
              <a:lnTo>
                <a:pt x="284" y="3558"/>
              </a:lnTo>
            </a:path>
          </a:pathLst>
        </a:custGeom>
        <a:ln>
          <a:solidFill>
            <a:srgbClr val="000000"/>
          </a:solidFill>
        </a:ln>
      </dsp:spPr>
      <dsp:style>
        <a:lnRef idx="2">
          <a:schemeClr val="accent1">
            <a:shade val="80000"/>
          </a:schemeClr>
        </a:lnRef>
        <a:fillRef idx="0">
          <a:schemeClr val="accent1"/>
        </a:fillRef>
        <a:effectRef idx="0">
          <a:scrgbClr r="0" g="0" b="0"/>
        </a:effectRef>
        <a:fontRef idx="minor"/>
      </dsp:style>
      <dsp:txXfrm>
        <a:off x="1122640" y="1454313"/>
        <a:ext cx="180287" cy="2259593"/>
      </dsp:txXfrm>
    </dsp:sp>
    <dsp:sp modelId="{AEC414CA-6613-47DC-A07E-B6E938506A83}">
      <dsp:nvSpPr>
        <dsp:cNvPr id="17" name="任意多边形 16"/>
        <dsp:cNvSpPr/>
      </dsp:nvSpPr>
      <dsp:spPr bwMode="white">
        <a:xfrm>
          <a:off x="1122640" y="1454313"/>
          <a:ext cx="180287" cy="3112950"/>
        </a:xfrm>
        <a:custGeom>
          <a:avLst/>
          <a:gdLst/>
          <a:ahLst/>
          <a:cxnLst/>
          <a:pathLst>
            <a:path w="284" h="4902">
              <a:moveTo>
                <a:pt x="0" y="0"/>
              </a:moveTo>
              <a:lnTo>
                <a:pt x="0" y="4902"/>
              </a:lnTo>
              <a:lnTo>
                <a:pt x="284" y="4902"/>
              </a:lnTo>
            </a:path>
          </a:pathLst>
        </a:custGeom>
        <a:ln>
          <a:solidFill>
            <a:srgbClr val="000000"/>
          </a:solidFill>
        </a:ln>
      </dsp:spPr>
      <dsp:style>
        <a:lnRef idx="2">
          <a:schemeClr val="accent1">
            <a:shade val="80000"/>
          </a:schemeClr>
        </a:lnRef>
        <a:fillRef idx="0">
          <a:schemeClr val="accent1"/>
        </a:fillRef>
        <a:effectRef idx="0">
          <a:scrgbClr r="0" g="0" b="0"/>
        </a:effectRef>
        <a:fontRef idx="minor"/>
      </dsp:style>
      <dsp:txXfrm>
        <a:off x="1122640" y="1454313"/>
        <a:ext cx="180287" cy="3112950"/>
      </dsp:txXfrm>
    </dsp:sp>
    <dsp:sp modelId="{5234475F-6FEC-4AF5-81A6-C00B79D0F260}">
      <dsp:nvSpPr>
        <dsp:cNvPr id="20" name="任意多边形 19"/>
        <dsp:cNvSpPr/>
      </dsp:nvSpPr>
      <dsp:spPr bwMode="white">
        <a:xfrm>
          <a:off x="3057718" y="600956"/>
          <a:ext cx="13329" cy="252401"/>
        </a:xfrm>
        <a:custGeom>
          <a:avLst/>
          <a:gdLst/>
          <a:ahLst/>
          <a:cxnLst/>
          <a:pathLst>
            <a:path w="21" h="397">
              <a:moveTo>
                <a:pt x="21" y="0"/>
              </a:moveTo>
              <a:lnTo>
                <a:pt x="21" y="199"/>
              </a:lnTo>
              <a:lnTo>
                <a:pt x="0" y="199"/>
              </a:lnTo>
              <a:lnTo>
                <a:pt x="0" y="397"/>
              </a:lnTo>
            </a:path>
          </a:pathLst>
        </a:custGeom>
        <a:ln>
          <a:solidFill>
            <a:srgbClr val="000000"/>
          </a:solidFill>
        </a:ln>
      </dsp:spPr>
      <dsp:style>
        <a:lnRef idx="2">
          <a:schemeClr val="accent1">
            <a:shade val="60000"/>
          </a:schemeClr>
        </a:lnRef>
        <a:fillRef idx="0">
          <a:schemeClr val="accent1"/>
        </a:fillRef>
        <a:effectRef idx="0">
          <a:scrgbClr r="0" g="0" b="0"/>
        </a:effectRef>
        <a:fontRef idx="minor"/>
      </dsp:style>
      <dsp:txXfrm>
        <a:off x="3057718" y="600956"/>
        <a:ext cx="13329" cy="252401"/>
      </dsp:txXfrm>
    </dsp:sp>
    <dsp:sp modelId="{39E6708F-E52F-4C0C-9E6A-B1D2F916E3CA}">
      <dsp:nvSpPr>
        <dsp:cNvPr id="23" name="任意多边形 22"/>
        <dsp:cNvSpPr/>
      </dsp:nvSpPr>
      <dsp:spPr bwMode="white">
        <a:xfrm>
          <a:off x="2576953" y="1454313"/>
          <a:ext cx="180287" cy="552879"/>
        </a:xfrm>
        <a:custGeom>
          <a:avLst/>
          <a:gdLst/>
          <a:ahLst/>
          <a:cxnLst/>
          <a:pathLst>
            <a:path w="284" h="871">
              <a:moveTo>
                <a:pt x="0" y="0"/>
              </a:moveTo>
              <a:lnTo>
                <a:pt x="0" y="871"/>
              </a:lnTo>
              <a:lnTo>
                <a:pt x="284" y="871"/>
              </a:lnTo>
            </a:path>
          </a:pathLst>
        </a:custGeom>
        <a:ln>
          <a:solidFill>
            <a:srgbClr val="000000"/>
          </a:solidFill>
        </a:ln>
      </dsp:spPr>
      <dsp:style>
        <a:lnRef idx="2">
          <a:schemeClr val="accent1">
            <a:shade val="80000"/>
          </a:schemeClr>
        </a:lnRef>
        <a:fillRef idx="0">
          <a:schemeClr val="accent1"/>
        </a:fillRef>
        <a:effectRef idx="0">
          <a:scrgbClr r="0" g="0" b="0"/>
        </a:effectRef>
        <a:fontRef idx="minor"/>
      </dsp:style>
      <dsp:txXfrm>
        <a:off x="2576953" y="1454313"/>
        <a:ext cx="180287" cy="552879"/>
      </dsp:txXfrm>
    </dsp:sp>
    <dsp:sp modelId="{11779C87-097B-4C5F-AAE8-C40DA8AB474F}">
      <dsp:nvSpPr>
        <dsp:cNvPr id="26" name="任意多边形 25"/>
        <dsp:cNvSpPr/>
      </dsp:nvSpPr>
      <dsp:spPr bwMode="white">
        <a:xfrm>
          <a:off x="2576953" y="1454313"/>
          <a:ext cx="180287" cy="1406236"/>
        </a:xfrm>
        <a:custGeom>
          <a:avLst/>
          <a:gdLst/>
          <a:ahLst/>
          <a:cxnLst/>
          <a:pathLst>
            <a:path w="284" h="2215">
              <a:moveTo>
                <a:pt x="0" y="0"/>
              </a:moveTo>
              <a:lnTo>
                <a:pt x="0" y="2215"/>
              </a:lnTo>
              <a:lnTo>
                <a:pt x="284" y="2215"/>
              </a:lnTo>
            </a:path>
          </a:pathLst>
        </a:custGeom>
        <a:ln>
          <a:solidFill>
            <a:srgbClr val="000000"/>
          </a:solidFill>
        </a:ln>
      </dsp:spPr>
      <dsp:style>
        <a:lnRef idx="2">
          <a:schemeClr val="accent1">
            <a:shade val="80000"/>
          </a:schemeClr>
        </a:lnRef>
        <a:fillRef idx="0">
          <a:schemeClr val="accent1"/>
        </a:fillRef>
        <a:effectRef idx="0">
          <a:scrgbClr r="0" g="0" b="0"/>
        </a:effectRef>
        <a:fontRef idx="minor"/>
      </dsp:style>
      <dsp:txXfrm>
        <a:off x="2576953" y="1454313"/>
        <a:ext cx="180287" cy="1406236"/>
      </dsp:txXfrm>
    </dsp:sp>
    <dsp:sp modelId="{75C8F752-914B-4FB8-8F05-85574B341DBA}">
      <dsp:nvSpPr>
        <dsp:cNvPr id="29" name="任意多边形 28"/>
        <dsp:cNvSpPr/>
      </dsp:nvSpPr>
      <dsp:spPr bwMode="white">
        <a:xfrm>
          <a:off x="3071047" y="600956"/>
          <a:ext cx="1440984" cy="252401"/>
        </a:xfrm>
        <a:custGeom>
          <a:avLst/>
          <a:gdLst/>
          <a:ahLst/>
          <a:cxnLst/>
          <a:pathLst>
            <a:path w="2269" h="397">
              <a:moveTo>
                <a:pt x="0" y="0"/>
              </a:moveTo>
              <a:lnTo>
                <a:pt x="0" y="199"/>
              </a:lnTo>
              <a:lnTo>
                <a:pt x="2269" y="199"/>
              </a:lnTo>
              <a:lnTo>
                <a:pt x="2269" y="397"/>
              </a:lnTo>
            </a:path>
          </a:pathLst>
        </a:custGeom>
        <a:ln>
          <a:solidFill>
            <a:srgbClr val="000000"/>
          </a:solidFill>
        </a:ln>
      </dsp:spPr>
      <dsp:style>
        <a:lnRef idx="2">
          <a:schemeClr val="accent1">
            <a:shade val="60000"/>
          </a:schemeClr>
        </a:lnRef>
        <a:fillRef idx="0">
          <a:schemeClr val="accent1"/>
        </a:fillRef>
        <a:effectRef idx="0">
          <a:scrgbClr r="0" g="0" b="0"/>
        </a:effectRef>
        <a:fontRef idx="minor"/>
      </dsp:style>
      <dsp:txXfrm>
        <a:off x="3071047" y="600956"/>
        <a:ext cx="1440984" cy="252401"/>
      </dsp:txXfrm>
    </dsp:sp>
    <dsp:sp modelId="{BF36AB32-3CC1-4ED5-979F-D9A4F6B237BD}">
      <dsp:nvSpPr>
        <dsp:cNvPr id="32" name="任意多边形 31"/>
        <dsp:cNvSpPr/>
      </dsp:nvSpPr>
      <dsp:spPr bwMode="white">
        <a:xfrm>
          <a:off x="4031266" y="1454313"/>
          <a:ext cx="180287" cy="552879"/>
        </a:xfrm>
        <a:custGeom>
          <a:avLst/>
          <a:gdLst/>
          <a:ahLst/>
          <a:cxnLst/>
          <a:pathLst>
            <a:path w="284" h="871">
              <a:moveTo>
                <a:pt x="0" y="0"/>
              </a:moveTo>
              <a:lnTo>
                <a:pt x="0" y="871"/>
              </a:lnTo>
              <a:lnTo>
                <a:pt x="284" y="871"/>
              </a:lnTo>
            </a:path>
          </a:pathLst>
        </a:custGeom>
        <a:ln>
          <a:solidFill>
            <a:srgbClr val="000000"/>
          </a:solidFill>
        </a:ln>
      </dsp:spPr>
      <dsp:style>
        <a:lnRef idx="2">
          <a:schemeClr val="accent1">
            <a:shade val="80000"/>
          </a:schemeClr>
        </a:lnRef>
        <a:fillRef idx="0">
          <a:schemeClr val="accent1"/>
        </a:fillRef>
        <a:effectRef idx="0">
          <a:scrgbClr r="0" g="0" b="0"/>
        </a:effectRef>
        <a:fontRef idx="minor"/>
      </dsp:style>
      <dsp:txXfrm>
        <a:off x="4031266" y="1454313"/>
        <a:ext cx="180287" cy="552879"/>
      </dsp:txXfrm>
    </dsp:sp>
    <dsp:sp modelId="{C633CF29-61B2-4968-9797-1146F424D404}">
      <dsp:nvSpPr>
        <dsp:cNvPr id="3" name="矩形 2"/>
        <dsp:cNvSpPr/>
      </dsp:nvSpPr>
      <dsp:spPr bwMode="white">
        <a:xfrm>
          <a:off x="2470091" y="0"/>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solidFill>
                <a:schemeClr val="bg1"/>
              </a:solidFill>
              <a:latin typeface="微软雅黑" panose="020B0503020204020204" charset="-122"/>
              <a:ea typeface="微软雅黑" panose="020B0503020204020204" charset="-122"/>
            </a:rPr>
            <a:t>氧传感器安装</a:t>
          </a:r>
          <a:endParaRPr lang="zh-CN" altLang="en-US" sz="1200" b="1" dirty="0">
            <a:solidFill>
              <a:schemeClr val="bg1"/>
            </a:solidFill>
            <a:latin typeface="微软雅黑" panose="020B0503020204020204" charset="-122"/>
            <a:ea typeface="微软雅黑" panose="020B0503020204020204" charset="-122"/>
          </a:endParaRPr>
        </a:p>
      </dsp:txBody>
      <dsp:txXfrm>
        <a:off x="2470091" y="0"/>
        <a:ext cx="1201911" cy="600956"/>
      </dsp:txXfrm>
    </dsp:sp>
    <dsp:sp modelId="{D66366F3-A4E7-4208-B4B4-7A06330B707B}">
      <dsp:nvSpPr>
        <dsp:cNvPr id="6" name="矩形 5"/>
        <dsp:cNvSpPr/>
      </dsp:nvSpPr>
      <dsp:spPr bwMode="white">
        <a:xfrm>
          <a:off x="1002449" y="853357"/>
          <a:ext cx="1201911" cy="600956"/>
        </a:xfrm>
        <a:prstGeom prst="rect">
          <a:avLst/>
        </a:prstGeom>
        <a:solidFill>
          <a:schemeClr val="tx2">
            <a:lumMod val="75000"/>
          </a:schemeClr>
        </a:solidFill>
        <a:ln>
          <a:noFill/>
        </a:ln>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solidFill>
                <a:schemeClr val="bg1"/>
              </a:solidFill>
              <a:latin typeface="微软雅黑" panose="020B0503020204020204" charset="-122"/>
              <a:ea typeface="微软雅黑" panose="020B0503020204020204" charset="-122"/>
            </a:rPr>
            <a:t>气缸头</a:t>
          </a:r>
          <a:endParaRPr lang="zh-CN" altLang="en-US" sz="1200" b="1" dirty="0">
            <a:solidFill>
              <a:schemeClr val="bg1"/>
            </a:solidFill>
            <a:latin typeface="微软雅黑" panose="020B0503020204020204" charset="-122"/>
            <a:ea typeface="微软雅黑" panose="020B0503020204020204" charset="-122"/>
          </a:endParaRPr>
        </a:p>
      </dsp:txBody>
      <dsp:txXfrm>
        <a:off x="1002449" y="853357"/>
        <a:ext cx="1201911" cy="600956"/>
      </dsp:txXfrm>
    </dsp:sp>
    <dsp:sp modelId="{2E1F1977-5ED9-4C24-988A-932270DC12F8}">
      <dsp:nvSpPr>
        <dsp:cNvPr id="9" name="矩形 8"/>
        <dsp:cNvSpPr/>
      </dsp:nvSpPr>
      <dsp:spPr bwMode="white">
        <a:xfrm>
          <a:off x="1281100" y="1747711"/>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dirty="0" smtClean="0">
              <a:solidFill>
                <a:schemeClr val="bg1"/>
              </a:solidFill>
            </a:rPr>
            <a:t>201320517961.0</a:t>
          </a:r>
          <a:endParaRPr lang="zh-CN" altLang="en-US" sz="1050" dirty="0">
            <a:solidFill>
              <a:schemeClr val="bg1"/>
            </a:solidFill>
          </a:endParaRPr>
        </a:p>
      </dsp:txBody>
      <dsp:txXfrm>
        <a:off x="1281100" y="1747711"/>
        <a:ext cx="1201911" cy="600956"/>
      </dsp:txXfrm>
    </dsp:sp>
    <dsp:sp modelId="{640C0344-0CDE-4778-A695-5B28C9739F37}">
      <dsp:nvSpPr>
        <dsp:cNvPr id="12" name="矩形 11"/>
        <dsp:cNvSpPr/>
      </dsp:nvSpPr>
      <dsp:spPr bwMode="white">
        <a:xfrm>
          <a:off x="1302927" y="2560071"/>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dirty="0" smtClean="0">
              <a:solidFill>
                <a:schemeClr val="bg1"/>
              </a:solidFill>
            </a:rPr>
            <a:t>201310369973.8</a:t>
          </a:r>
          <a:endParaRPr lang="zh-CN" altLang="en-US" sz="1050" dirty="0">
            <a:solidFill>
              <a:schemeClr val="bg1"/>
            </a:solidFill>
          </a:endParaRPr>
        </a:p>
      </dsp:txBody>
      <dsp:txXfrm>
        <a:off x="1302927" y="2560071"/>
        <a:ext cx="1201911" cy="600956"/>
      </dsp:txXfrm>
    </dsp:sp>
    <dsp:sp modelId="{96B9F9E8-0BAD-45E7-A733-DF219D9C14E3}">
      <dsp:nvSpPr>
        <dsp:cNvPr id="15" name="矩形 14"/>
        <dsp:cNvSpPr/>
      </dsp:nvSpPr>
      <dsp:spPr bwMode="white">
        <a:xfrm>
          <a:off x="1302927" y="3413428"/>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dirty="0" smtClean="0">
              <a:solidFill>
                <a:schemeClr val="bg1"/>
              </a:solidFill>
            </a:rPr>
            <a:t>201310661740.5</a:t>
          </a:r>
          <a:endParaRPr lang="zh-CN" altLang="en-US" sz="1050" dirty="0">
            <a:solidFill>
              <a:schemeClr val="bg1"/>
            </a:solidFill>
          </a:endParaRPr>
        </a:p>
      </dsp:txBody>
      <dsp:txXfrm>
        <a:off x="1302927" y="3413428"/>
        <a:ext cx="1201911" cy="600956"/>
      </dsp:txXfrm>
    </dsp:sp>
    <dsp:sp modelId="{43F74301-3824-46B3-AA26-22C63422EAF6}">
      <dsp:nvSpPr>
        <dsp:cNvPr id="18" name="矩形 17"/>
        <dsp:cNvSpPr/>
      </dsp:nvSpPr>
      <dsp:spPr bwMode="white">
        <a:xfrm>
          <a:off x="1302927" y="4266785"/>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dirty="0" smtClean="0">
              <a:solidFill>
                <a:schemeClr val="bg1"/>
              </a:solidFill>
            </a:rPr>
            <a:t>201320804624.X</a:t>
          </a:r>
          <a:endParaRPr lang="zh-CN" altLang="en-US" sz="1050" dirty="0">
            <a:solidFill>
              <a:schemeClr val="bg1"/>
            </a:solidFill>
          </a:endParaRPr>
        </a:p>
      </dsp:txBody>
      <dsp:txXfrm>
        <a:off x="1302927" y="4266785"/>
        <a:ext cx="1201911" cy="600956"/>
      </dsp:txXfrm>
    </dsp:sp>
    <dsp:sp modelId="{AF103AEA-78EC-497E-96D0-583C06757210}">
      <dsp:nvSpPr>
        <dsp:cNvPr id="21" name="矩形 20"/>
        <dsp:cNvSpPr/>
      </dsp:nvSpPr>
      <dsp:spPr bwMode="white">
        <a:xfrm>
          <a:off x="2456762" y="853357"/>
          <a:ext cx="1201911" cy="600956"/>
        </a:xfrm>
        <a:prstGeom prst="rect">
          <a:avLst/>
        </a:prstGeom>
        <a:solidFill>
          <a:schemeClr val="tx2">
            <a:lumMod val="75000"/>
          </a:schemeClr>
        </a:solidFill>
        <a:ln>
          <a:noFill/>
        </a:ln>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solidFill>
                <a:schemeClr val="bg1"/>
              </a:solidFill>
              <a:latin typeface="微软雅黑" panose="020B0503020204020204" charset="-122"/>
              <a:ea typeface="微软雅黑" panose="020B0503020204020204" charset="-122"/>
            </a:rPr>
            <a:t>排气管</a:t>
          </a:r>
          <a:endParaRPr lang="zh-CN" altLang="en-US" sz="1200" b="1" dirty="0">
            <a:solidFill>
              <a:schemeClr val="bg1"/>
            </a:solidFill>
            <a:latin typeface="微软雅黑" panose="020B0503020204020204" charset="-122"/>
            <a:ea typeface="微软雅黑" panose="020B0503020204020204" charset="-122"/>
          </a:endParaRPr>
        </a:p>
      </dsp:txBody>
      <dsp:txXfrm>
        <a:off x="2456762" y="853357"/>
        <a:ext cx="1201911" cy="600956"/>
      </dsp:txXfrm>
    </dsp:sp>
    <dsp:sp modelId="{3EEC063D-9B84-46B8-B51B-9547000EBC02}">
      <dsp:nvSpPr>
        <dsp:cNvPr id="24" name="矩形 23"/>
        <dsp:cNvSpPr/>
      </dsp:nvSpPr>
      <dsp:spPr bwMode="white">
        <a:xfrm>
          <a:off x="2757240" y="1706714"/>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dirty="0" smtClean="0">
              <a:solidFill>
                <a:schemeClr val="bg1"/>
              </a:solidFill>
            </a:rPr>
            <a:t>201310364808.3</a:t>
          </a:r>
          <a:endParaRPr lang="zh-CN" altLang="en-US" sz="1050" dirty="0">
            <a:solidFill>
              <a:schemeClr val="bg1"/>
            </a:solidFill>
          </a:endParaRPr>
        </a:p>
      </dsp:txBody>
      <dsp:txXfrm>
        <a:off x="2757240" y="1706714"/>
        <a:ext cx="1201911" cy="600956"/>
      </dsp:txXfrm>
    </dsp:sp>
    <dsp:sp modelId="{DC53B400-E673-4E9D-9FB8-D956A868D227}">
      <dsp:nvSpPr>
        <dsp:cNvPr id="27" name="矩形 26"/>
        <dsp:cNvSpPr/>
      </dsp:nvSpPr>
      <dsp:spPr bwMode="white">
        <a:xfrm>
          <a:off x="2757240" y="2560071"/>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dirty="0" smtClean="0">
              <a:solidFill>
                <a:schemeClr val="bg1"/>
              </a:solidFill>
            </a:rPr>
            <a:t>201320509609.2</a:t>
          </a:r>
          <a:endParaRPr lang="zh-CN" altLang="en-US" sz="1050" dirty="0">
            <a:solidFill>
              <a:schemeClr val="bg1"/>
            </a:solidFill>
          </a:endParaRPr>
        </a:p>
      </dsp:txBody>
      <dsp:txXfrm>
        <a:off x="2757240" y="2560071"/>
        <a:ext cx="1201911" cy="600956"/>
      </dsp:txXfrm>
    </dsp:sp>
    <dsp:sp modelId="{A41D4406-08FB-4E19-8F83-5593447D514B}">
      <dsp:nvSpPr>
        <dsp:cNvPr id="30" name="矩形 29"/>
        <dsp:cNvSpPr/>
      </dsp:nvSpPr>
      <dsp:spPr bwMode="white">
        <a:xfrm>
          <a:off x="3911075" y="853357"/>
          <a:ext cx="1201911" cy="600956"/>
        </a:xfrm>
        <a:prstGeom prst="rect">
          <a:avLst/>
        </a:prstGeom>
        <a:solidFill>
          <a:schemeClr val="tx2">
            <a:lumMod val="75000"/>
          </a:schemeClr>
        </a:solidFill>
        <a:ln>
          <a:noFill/>
        </a:ln>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smtClean="0">
              <a:solidFill>
                <a:schemeClr val="bg1"/>
              </a:solidFill>
              <a:latin typeface="微软雅黑" panose="020B0503020204020204" charset="-122"/>
              <a:ea typeface="微软雅黑" panose="020B0503020204020204" charset="-122"/>
            </a:rPr>
            <a:t>其他位置</a:t>
          </a:r>
          <a:endParaRPr lang="zh-CN" altLang="en-US" sz="1200" b="1" dirty="0">
            <a:solidFill>
              <a:schemeClr val="bg1"/>
            </a:solidFill>
            <a:latin typeface="微软雅黑" panose="020B0503020204020204" charset="-122"/>
            <a:ea typeface="微软雅黑" panose="020B0503020204020204" charset="-122"/>
          </a:endParaRPr>
        </a:p>
      </dsp:txBody>
      <dsp:txXfrm>
        <a:off x="3911075" y="853357"/>
        <a:ext cx="1201911" cy="600956"/>
      </dsp:txXfrm>
    </dsp:sp>
    <dsp:sp modelId="{14ED18C8-1534-4CCD-A32A-E49637794978}">
      <dsp:nvSpPr>
        <dsp:cNvPr id="33" name="矩形 32"/>
        <dsp:cNvSpPr/>
      </dsp:nvSpPr>
      <dsp:spPr bwMode="white">
        <a:xfrm>
          <a:off x="4211552" y="1706714"/>
          <a:ext cx="1201911" cy="600956"/>
        </a:xfrm>
        <a:prstGeom prst="rect">
          <a:avLst/>
        </a:prstGeom>
        <a:solidFill>
          <a:schemeClr val="tx2">
            <a:lumMod val="40000"/>
            <a:lumOff val="60000"/>
          </a:schemeClr>
        </a:solidFill>
        <a:ln>
          <a:noFill/>
        </a:ln>
      </dsp:spPr>
      <dsp:style>
        <a:lnRef idx="2">
          <a:schemeClr val="lt1"/>
        </a:lnRef>
        <a:fillRef idx="1">
          <a:schemeClr val="accent1"/>
        </a:fillRef>
        <a:effectRef idx="0">
          <a:scrgbClr r="0" g="0" b="0"/>
        </a:effectRef>
        <a:fontRef idx="minor">
          <a:schemeClr val="lt1"/>
        </a:fontRef>
      </dsp:style>
      <dsp:txBody>
        <a:bodyPr lIns="6350" tIns="6350" rIns="6350" bIns="635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altLang="zh-CN" sz="1050" dirty="0" smtClean="0">
              <a:solidFill>
                <a:schemeClr val="bg1"/>
              </a:solidFill>
            </a:rPr>
            <a:t>201320510852.6</a:t>
          </a:r>
          <a:endParaRPr lang="zh-CN" altLang="en-US" sz="1050" dirty="0">
            <a:solidFill>
              <a:schemeClr val="bg1"/>
            </a:solidFill>
          </a:endParaRPr>
        </a:p>
      </dsp:txBody>
      <dsp:txXfrm>
        <a:off x="4211552" y="1706714"/>
        <a:ext cx="1201911" cy="600956"/>
      </dsp:txXfrm>
    </dsp:sp>
    <dsp:sp modelId="{CC5F7031-1FF8-49C3-9661-90E5C59595E0}">
      <dsp:nvSpPr>
        <dsp:cNvPr id="4" name="矩形 3" hidden="1"/>
        <dsp:cNvSpPr/>
      </dsp:nvSpPr>
      <dsp:spPr>
        <a:xfrm>
          <a:off x="2470091" y="0"/>
          <a:ext cx="240382" cy="600956"/>
        </a:xfrm>
        <a:prstGeom prst="rect">
          <a:avLst/>
        </a:prstGeom>
      </dsp:spPr>
      <dsp:txXfrm>
        <a:off x="2470091" y="0"/>
        <a:ext cx="240382" cy="600956"/>
      </dsp:txXfrm>
    </dsp:sp>
    <dsp:sp modelId="{F600D68D-305F-42E5-B1B2-58D9DB21B3B5}">
      <dsp:nvSpPr>
        <dsp:cNvPr id="7" name="矩形 6" hidden="1"/>
        <dsp:cNvSpPr/>
      </dsp:nvSpPr>
      <dsp:spPr>
        <a:xfrm>
          <a:off x="1002449" y="853357"/>
          <a:ext cx="240382" cy="600956"/>
        </a:xfrm>
        <a:prstGeom prst="rect">
          <a:avLst/>
        </a:prstGeom>
      </dsp:spPr>
      <dsp:txXfrm>
        <a:off x="1002449" y="853357"/>
        <a:ext cx="240382" cy="600956"/>
      </dsp:txXfrm>
    </dsp:sp>
    <dsp:sp modelId="{EE516B95-9DC7-4D67-826A-BD0B144ADE95}">
      <dsp:nvSpPr>
        <dsp:cNvPr id="10" name="矩形 9" hidden="1"/>
        <dsp:cNvSpPr/>
      </dsp:nvSpPr>
      <dsp:spPr>
        <a:xfrm>
          <a:off x="1281100" y="1747711"/>
          <a:ext cx="240382" cy="600956"/>
        </a:xfrm>
        <a:prstGeom prst="rect">
          <a:avLst/>
        </a:prstGeom>
      </dsp:spPr>
      <dsp:txXfrm>
        <a:off x="1281100" y="1747711"/>
        <a:ext cx="240382" cy="600956"/>
      </dsp:txXfrm>
    </dsp:sp>
    <dsp:sp modelId="{35973F65-C6AE-442A-BC98-7730C8783429}">
      <dsp:nvSpPr>
        <dsp:cNvPr id="13" name="矩形 12" hidden="1"/>
        <dsp:cNvSpPr/>
      </dsp:nvSpPr>
      <dsp:spPr>
        <a:xfrm>
          <a:off x="1302927" y="2560071"/>
          <a:ext cx="240382" cy="600956"/>
        </a:xfrm>
        <a:prstGeom prst="rect">
          <a:avLst/>
        </a:prstGeom>
      </dsp:spPr>
      <dsp:txXfrm>
        <a:off x="1302927" y="2560071"/>
        <a:ext cx="240382" cy="600956"/>
      </dsp:txXfrm>
    </dsp:sp>
    <dsp:sp modelId="{F32DDE13-FD14-4001-BDB0-2D85EA7ACDD7}">
      <dsp:nvSpPr>
        <dsp:cNvPr id="16" name="矩形 15" hidden="1"/>
        <dsp:cNvSpPr/>
      </dsp:nvSpPr>
      <dsp:spPr>
        <a:xfrm>
          <a:off x="1302927" y="3413428"/>
          <a:ext cx="240382" cy="600956"/>
        </a:xfrm>
        <a:prstGeom prst="rect">
          <a:avLst/>
        </a:prstGeom>
      </dsp:spPr>
      <dsp:txXfrm>
        <a:off x="1302927" y="3413428"/>
        <a:ext cx="240382" cy="600956"/>
      </dsp:txXfrm>
    </dsp:sp>
    <dsp:sp modelId="{FD428FB8-729F-4260-A5E9-E3954D0EA06D}">
      <dsp:nvSpPr>
        <dsp:cNvPr id="19" name="矩形 18" hidden="1"/>
        <dsp:cNvSpPr/>
      </dsp:nvSpPr>
      <dsp:spPr>
        <a:xfrm>
          <a:off x="1302927" y="4266785"/>
          <a:ext cx="240382" cy="600956"/>
        </a:xfrm>
        <a:prstGeom prst="rect">
          <a:avLst/>
        </a:prstGeom>
      </dsp:spPr>
      <dsp:txXfrm>
        <a:off x="1302927" y="4266785"/>
        <a:ext cx="240382" cy="600956"/>
      </dsp:txXfrm>
    </dsp:sp>
    <dsp:sp modelId="{95A91C0D-8536-454E-8ADD-60983A74A43C}">
      <dsp:nvSpPr>
        <dsp:cNvPr id="22" name="矩形 21" hidden="1"/>
        <dsp:cNvSpPr/>
      </dsp:nvSpPr>
      <dsp:spPr>
        <a:xfrm>
          <a:off x="2456762" y="853357"/>
          <a:ext cx="240382" cy="600956"/>
        </a:xfrm>
        <a:prstGeom prst="rect">
          <a:avLst/>
        </a:prstGeom>
      </dsp:spPr>
      <dsp:txXfrm>
        <a:off x="2456762" y="853357"/>
        <a:ext cx="240382" cy="600956"/>
      </dsp:txXfrm>
    </dsp:sp>
    <dsp:sp modelId="{4C79040D-CC51-46B0-A166-55B13AC54D4C}">
      <dsp:nvSpPr>
        <dsp:cNvPr id="25" name="矩形 24" hidden="1"/>
        <dsp:cNvSpPr/>
      </dsp:nvSpPr>
      <dsp:spPr>
        <a:xfrm>
          <a:off x="2757240" y="1706714"/>
          <a:ext cx="240382" cy="600956"/>
        </a:xfrm>
        <a:prstGeom prst="rect">
          <a:avLst/>
        </a:prstGeom>
      </dsp:spPr>
      <dsp:txXfrm>
        <a:off x="2757240" y="1706714"/>
        <a:ext cx="240382" cy="600956"/>
      </dsp:txXfrm>
    </dsp:sp>
    <dsp:sp modelId="{0CB770B4-B032-4722-B662-667580228EF2}">
      <dsp:nvSpPr>
        <dsp:cNvPr id="28" name="矩形 27" hidden="1"/>
        <dsp:cNvSpPr/>
      </dsp:nvSpPr>
      <dsp:spPr>
        <a:xfrm>
          <a:off x="2757240" y="2560071"/>
          <a:ext cx="240382" cy="600956"/>
        </a:xfrm>
        <a:prstGeom prst="rect">
          <a:avLst/>
        </a:prstGeom>
      </dsp:spPr>
      <dsp:txXfrm>
        <a:off x="2757240" y="2560071"/>
        <a:ext cx="240382" cy="600956"/>
      </dsp:txXfrm>
    </dsp:sp>
    <dsp:sp modelId="{3359BC2A-1888-4448-A61C-F77123AA7D1E}">
      <dsp:nvSpPr>
        <dsp:cNvPr id="31" name="矩形 30" hidden="1"/>
        <dsp:cNvSpPr/>
      </dsp:nvSpPr>
      <dsp:spPr>
        <a:xfrm>
          <a:off x="3911075" y="853357"/>
          <a:ext cx="240382" cy="600956"/>
        </a:xfrm>
        <a:prstGeom prst="rect">
          <a:avLst/>
        </a:prstGeom>
      </dsp:spPr>
      <dsp:txXfrm>
        <a:off x="3911075" y="853357"/>
        <a:ext cx="240382" cy="600956"/>
      </dsp:txXfrm>
    </dsp:sp>
    <dsp:sp modelId="{55EE8A21-3DBB-4970-B06B-485E197C5A0A}">
      <dsp:nvSpPr>
        <dsp:cNvPr id="34" name="矩形 33" hidden="1"/>
        <dsp:cNvSpPr/>
      </dsp:nvSpPr>
      <dsp:spPr>
        <a:xfrm>
          <a:off x="4211552" y="1706714"/>
          <a:ext cx="240382" cy="600956"/>
        </a:xfrm>
        <a:prstGeom prst="rect">
          <a:avLst/>
        </a:prstGeom>
      </dsp:spPr>
      <dsp:txXfrm>
        <a:off x="4211552" y="1706714"/>
        <a:ext cx="240382" cy="600956"/>
      </dsp:txXfrm>
    </dsp:sp>
  </dsp:spTree>
</dsp:drawing>
</file>

<file path=ppt/diagrams/drawing7.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612397" cy="4408264"/>
        <a:chOff x="0" y="0"/>
        <a:chExt cx="6612397" cy="4408264"/>
      </a:xfrm>
    </dsp:grpSpPr>
    <dsp:sp modelId="{32A5B9C0-9925-4510-AE87-148008211F27}">
      <dsp:nvSpPr>
        <dsp:cNvPr id="3" name="椭圆 2"/>
        <dsp:cNvSpPr/>
      </dsp:nvSpPr>
      <dsp:spPr bwMode="white">
        <a:xfrm>
          <a:off x="2682262" y="1747021"/>
          <a:ext cx="1247872" cy="1247872"/>
        </a:xfrm>
        <a:prstGeom prst="ellipse">
          <a:avLst/>
        </a:prstGeom>
      </dsp:spPr>
      <dsp:style>
        <a:lnRef idx="2">
          <a:schemeClr val="lt1"/>
        </a:lnRef>
        <a:fillRef idx="1">
          <a:schemeClr val="accent2"/>
        </a:fillRef>
        <a:effectRef idx="0">
          <a:scrgbClr r="0" g="0" b="0"/>
        </a:effectRef>
        <a:fontRef idx="minor">
          <a:schemeClr val="lt1"/>
        </a:fontRef>
      </dsp:style>
      <dsp:txBody>
        <a:bodyPr lIns="62230" tIns="62230" rIns="62230" bIns="62230"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r>
            <a:rPr lang="en-US" altLang="zh-CN" dirty="0" smtClean="0"/>
            <a:t> </a:t>
          </a:r>
          <a:endParaRPr lang="zh-CN" altLang="en-US" dirty="0"/>
        </a:p>
      </dsp:txBody>
      <dsp:txXfrm>
        <a:off x="2682262" y="1747021"/>
        <a:ext cx="1247872" cy="1247872"/>
      </dsp:txXfrm>
    </dsp:sp>
    <dsp:sp modelId="{6B69AA5B-5919-40E7-9C2F-741E85BE660B}">
      <dsp:nvSpPr>
        <dsp:cNvPr id="4" name="右箭头 3"/>
        <dsp:cNvSpPr/>
      </dsp:nvSpPr>
      <dsp:spPr bwMode="white">
        <a:xfrm rot="16199999">
          <a:off x="3173924" y="1285309"/>
          <a:ext cx="264549" cy="424277"/>
        </a:xfrm>
        <a:prstGeom prst="rightArrow">
          <a:avLst>
            <a:gd name="adj1" fmla="val 60000"/>
            <a:gd name="adj2" fmla="val 50000"/>
          </a:avLst>
        </a:prstGeom>
      </dsp:spPr>
      <dsp:style>
        <a:lnRef idx="0">
          <a:schemeClr val="lt1"/>
        </a:lnRef>
        <a:fillRef idx="1">
          <a:schemeClr val="accent3">
            <a:hueOff val="0"/>
            <a:satOff val="0"/>
            <a:lumOff val="0"/>
            <a:alpha val="100000"/>
          </a:schemeClr>
        </a:fillRef>
        <a:effectRef idx="0">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16199999">
        <a:off x="3173924" y="1285309"/>
        <a:ext cx="264549" cy="424277"/>
      </dsp:txXfrm>
    </dsp:sp>
    <dsp:sp modelId="{517524A7-6270-4C31-B248-9BE8CEA2D0DE}">
      <dsp:nvSpPr>
        <dsp:cNvPr id="5" name="椭圆 4"/>
        <dsp:cNvSpPr/>
      </dsp:nvSpPr>
      <dsp:spPr bwMode="white">
        <a:xfrm>
          <a:off x="2682262" y="0"/>
          <a:ext cx="1247872" cy="1247872"/>
        </a:xfrm>
        <a:prstGeom prst="ellipse">
          <a:avLst/>
        </a:prstGeom>
      </dsp:spPr>
      <dsp:style>
        <a:lnRef idx="2">
          <a:schemeClr val="lt1"/>
        </a:lnRef>
        <a:fillRef idx="1">
          <a:schemeClr val="accent3">
            <a:hueOff val="0"/>
            <a:satOff val="0"/>
            <a:lumOff val="0"/>
            <a:alpha val="100000"/>
          </a:schemeClr>
        </a:fillRef>
        <a:effectRef idx="0">
          <a:scrgbClr r="0" g="0" b="0"/>
        </a:effectRef>
        <a:fontRef idx="minor">
          <a:schemeClr val="lt1"/>
        </a:fontRef>
      </dsp:style>
      <dsp:txBody>
        <a:bodyPr lIns="62230" tIns="62230" rIns="62230" bIns="62230"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r>
            <a:rPr lang="en-US" altLang="zh-CN" dirty="0" smtClean="0"/>
            <a:t> </a:t>
          </a:r>
          <a:endParaRPr lang="zh-CN" altLang="en-US" dirty="0"/>
        </a:p>
      </dsp:txBody>
      <dsp:txXfrm>
        <a:off x="2682262" y="0"/>
        <a:ext cx="1247872" cy="1247872"/>
      </dsp:txXfrm>
    </dsp:sp>
    <dsp:sp modelId="{DE98FB10-8F9C-4507-A364-30B636C8A11A}">
      <dsp:nvSpPr>
        <dsp:cNvPr id="6" name="右箭头 5"/>
        <dsp:cNvSpPr/>
      </dsp:nvSpPr>
      <dsp:spPr bwMode="white">
        <a:xfrm rot="-1079999">
          <a:off x="4004682" y="1888890"/>
          <a:ext cx="264549" cy="424277"/>
        </a:xfrm>
        <a:prstGeom prst="rightArrow">
          <a:avLst>
            <a:gd name="adj1" fmla="val 60000"/>
            <a:gd name="adj2" fmla="val 50000"/>
          </a:avLst>
        </a:prstGeom>
      </dsp:spPr>
      <dsp:style>
        <a:lnRef idx="0">
          <a:schemeClr val="lt1"/>
        </a:lnRef>
        <a:fillRef idx="1">
          <a:schemeClr val="accent3">
            <a:hueOff val="690000"/>
            <a:satOff val="25000"/>
            <a:lumOff val="-3626"/>
            <a:alpha val="100000"/>
          </a:schemeClr>
        </a:fillRef>
        <a:effectRef idx="0">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1079999">
        <a:off x="4004682" y="1888890"/>
        <a:ext cx="264549" cy="424277"/>
      </dsp:txXfrm>
    </dsp:sp>
    <dsp:sp modelId="{A9C8D11A-D4F4-423E-A270-CDC1E3A45044}">
      <dsp:nvSpPr>
        <dsp:cNvPr id="7" name="椭圆 6"/>
        <dsp:cNvSpPr/>
      </dsp:nvSpPr>
      <dsp:spPr bwMode="white">
        <a:xfrm>
          <a:off x="4343778" y="1207162"/>
          <a:ext cx="1247872" cy="1247872"/>
        </a:xfrm>
        <a:prstGeom prst="ellipse">
          <a:avLst/>
        </a:prstGeom>
      </dsp:spPr>
      <dsp:style>
        <a:lnRef idx="2">
          <a:schemeClr val="lt1"/>
        </a:lnRef>
        <a:fillRef idx="1">
          <a:schemeClr val="accent3">
            <a:hueOff val="690000"/>
            <a:satOff val="25000"/>
            <a:lumOff val="-3626"/>
            <a:alpha val="100000"/>
          </a:schemeClr>
        </a:fillRef>
        <a:effectRef idx="0">
          <a:scrgbClr r="0" g="0" b="0"/>
        </a:effectRef>
        <a:fontRef idx="minor">
          <a:schemeClr val="lt1"/>
        </a:fontRef>
      </dsp:style>
      <dsp:txBody>
        <a:bodyPr lIns="62230" tIns="62230" rIns="62230" bIns="62230"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r>
            <a:rPr lang="en-US" altLang="zh-CN" dirty="0" smtClean="0"/>
            <a:t> </a:t>
          </a:r>
          <a:endParaRPr lang="zh-CN" altLang="en-US" dirty="0"/>
        </a:p>
      </dsp:txBody>
      <dsp:txXfrm>
        <a:off x="4343778" y="1207162"/>
        <a:ext cx="1247872" cy="1247872"/>
      </dsp:txXfrm>
    </dsp:sp>
    <dsp:sp modelId="{E89C6002-AA3E-48A3-B9D7-3A938557E08F}">
      <dsp:nvSpPr>
        <dsp:cNvPr id="8" name="右箭头 7"/>
        <dsp:cNvSpPr/>
      </dsp:nvSpPr>
      <dsp:spPr bwMode="white">
        <a:xfrm rot="3240000">
          <a:off x="3687361" y="2865504"/>
          <a:ext cx="264549" cy="424277"/>
        </a:xfrm>
        <a:prstGeom prst="rightArrow">
          <a:avLst>
            <a:gd name="adj1" fmla="val 60000"/>
            <a:gd name="adj2" fmla="val 50000"/>
          </a:avLst>
        </a:prstGeom>
      </dsp:spPr>
      <dsp:style>
        <a:lnRef idx="0">
          <a:schemeClr val="lt1"/>
        </a:lnRef>
        <a:fillRef idx="1">
          <a:schemeClr val="accent3">
            <a:hueOff val="1380000"/>
            <a:satOff val="50000"/>
            <a:lumOff val="-7254"/>
            <a:alpha val="100000"/>
          </a:schemeClr>
        </a:fillRef>
        <a:effectRef idx="0">
          <a:scrgbClr r="0" g="0" b="0"/>
        </a:effectRef>
        <a:fontRef idx="minor">
          <a:schemeClr val="lt1"/>
        </a:fontRef>
      </dsp:style>
      <dsp:txBody>
        <a:bodyPr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3240000">
        <a:off x="3687361" y="2865504"/>
        <a:ext cx="264549" cy="424277"/>
      </dsp:txXfrm>
    </dsp:sp>
    <dsp:sp modelId="{B2DAD549-E810-407E-B1F7-0F87A4181F59}">
      <dsp:nvSpPr>
        <dsp:cNvPr id="9" name="椭圆 8"/>
        <dsp:cNvSpPr/>
      </dsp:nvSpPr>
      <dsp:spPr bwMode="white">
        <a:xfrm>
          <a:off x="3709136" y="3160392"/>
          <a:ext cx="1247872" cy="1247872"/>
        </a:xfrm>
        <a:prstGeom prst="ellipse">
          <a:avLst/>
        </a:prstGeom>
      </dsp:spPr>
      <dsp:style>
        <a:lnRef idx="2">
          <a:schemeClr val="lt1"/>
        </a:lnRef>
        <a:fillRef idx="1">
          <a:schemeClr val="accent3">
            <a:hueOff val="1380000"/>
            <a:satOff val="50000"/>
            <a:lumOff val="-7254"/>
            <a:alpha val="100000"/>
          </a:schemeClr>
        </a:fillRef>
        <a:effectRef idx="0">
          <a:scrgbClr r="0" g="0" b="0"/>
        </a:effectRef>
        <a:fontRef idx="minor">
          <a:schemeClr val="lt1"/>
        </a:fontRef>
      </dsp:style>
      <dsp:txBody>
        <a:bodyPr lIns="62230" tIns="62230" rIns="62230" bIns="62230"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r>
            <a:rPr lang="en-US" altLang="zh-CN" dirty="0" smtClean="0"/>
            <a:t> </a:t>
          </a:r>
          <a:endParaRPr lang="zh-CN" altLang="en-US" dirty="0"/>
        </a:p>
      </dsp:txBody>
      <dsp:txXfrm>
        <a:off x="3709136" y="3160392"/>
        <a:ext cx="1247872" cy="1247872"/>
      </dsp:txXfrm>
    </dsp:sp>
    <dsp:sp modelId="{D667E12E-3427-497F-AEDD-70B85896216E}">
      <dsp:nvSpPr>
        <dsp:cNvPr id="10" name="右箭头 9"/>
        <dsp:cNvSpPr/>
      </dsp:nvSpPr>
      <dsp:spPr bwMode="white">
        <a:xfrm rot="7560000">
          <a:off x="2660487" y="2865504"/>
          <a:ext cx="264549" cy="424277"/>
        </a:xfrm>
        <a:prstGeom prst="rightArrow">
          <a:avLst>
            <a:gd name="adj1" fmla="val 60000"/>
            <a:gd name="adj2" fmla="val 50000"/>
          </a:avLst>
        </a:prstGeom>
      </dsp:spPr>
      <dsp:style>
        <a:lnRef idx="0">
          <a:schemeClr val="lt1"/>
        </a:lnRef>
        <a:fillRef idx="1">
          <a:schemeClr val="accent3">
            <a:hueOff val="2070000"/>
            <a:satOff val="75000"/>
            <a:lumOff val="-10881"/>
            <a:alpha val="100000"/>
          </a:schemeClr>
        </a:fillRef>
        <a:effectRef idx="0">
          <a:scrgbClr r="0" g="0" b="0"/>
        </a:effectRef>
        <a:fontRef idx="minor">
          <a:schemeClr val="lt1"/>
        </a:fontRef>
      </dsp:style>
      <dsp:txBody>
        <a:bodyPr rot="10800000"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7560000">
        <a:off x="2660487" y="2865504"/>
        <a:ext cx="264549" cy="424277"/>
      </dsp:txXfrm>
    </dsp:sp>
    <dsp:sp modelId="{60059C49-8D20-4077-AEB2-F8CCCB87A29B}">
      <dsp:nvSpPr>
        <dsp:cNvPr id="11" name="椭圆 10"/>
        <dsp:cNvSpPr/>
      </dsp:nvSpPr>
      <dsp:spPr bwMode="white">
        <a:xfrm>
          <a:off x="1655389" y="3160392"/>
          <a:ext cx="1247872" cy="1247872"/>
        </a:xfrm>
        <a:prstGeom prst="ellipse">
          <a:avLst/>
        </a:prstGeom>
      </dsp:spPr>
      <dsp:style>
        <a:lnRef idx="2">
          <a:schemeClr val="lt1"/>
        </a:lnRef>
        <a:fillRef idx="1">
          <a:schemeClr val="accent3">
            <a:hueOff val="2070000"/>
            <a:satOff val="75000"/>
            <a:lumOff val="-10881"/>
            <a:alpha val="100000"/>
          </a:schemeClr>
        </a:fillRef>
        <a:effectRef idx="0">
          <a:scrgbClr r="0" g="0" b="0"/>
        </a:effectRef>
        <a:fontRef idx="minor">
          <a:schemeClr val="lt1"/>
        </a:fontRef>
      </dsp:style>
      <dsp:txBody>
        <a:bodyPr lIns="62230" tIns="62230" rIns="62230" bIns="62230"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r>
            <a:rPr lang="en-US" altLang="zh-CN" dirty="0" smtClean="0"/>
            <a:t> </a:t>
          </a:r>
          <a:endParaRPr lang="zh-CN" altLang="en-US" dirty="0"/>
        </a:p>
      </dsp:txBody>
      <dsp:txXfrm>
        <a:off x="1655389" y="3160392"/>
        <a:ext cx="1247872" cy="1247872"/>
      </dsp:txXfrm>
    </dsp:sp>
    <dsp:sp modelId="{FB9D5CC9-C654-4BA3-8DE2-47D79F3B21DC}">
      <dsp:nvSpPr>
        <dsp:cNvPr id="12" name="右箭头 11"/>
        <dsp:cNvSpPr/>
      </dsp:nvSpPr>
      <dsp:spPr bwMode="white">
        <a:xfrm rot="11880000">
          <a:off x="2343166" y="1888890"/>
          <a:ext cx="264549" cy="424277"/>
        </a:xfrm>
        <a:prstGeom prst="rightArrow">
          <a:avLst>
            <a:gd name="adj1" fmla="val 60000"/>
            <a:gd name="adj2" fmla="val 50000"/>
          </a:avLst>
        </a:prstGeom>
      </dsp:spPr>
      <dsp:style>
        <a:lnRef idx="0">
          <a:schemeClr val="lt1"/>
        </a:lnRef>
        <a:fillRef idx="1">
          <a:schemeClr val="accent3">
            <a:hueOff val="2760000"/>
            <a:satOff val="100000"/>
            <a:lumOff val="-14509"/>
            <a:alpha val="100000"/>
          </a:schemeClr>
        </a:fillRef>
        <a:effectRef idx="0">
          <a:scrgbClr r="0" g="0" b="0"/>
        </a:effectRef>
        <a:fontRef idx="minor">
          <a:schemeClr val="lt1"/>
        </a:fontRef>
      </dsp:style>
      <dsp:txBody>
        <a:bodyPr rot="10800000" lIns="0" tIns="0" rIns="0" bIns="0" anchor="ctr"/>
        <a:lstStyle>
          <a:lvl1pPr algn="ctr">
            <a:defRPr sz="1600"/>
          </a:lvl1pPr>
          <a:lvl2pPr marL="114300" indent="-114300" algn="ctr">
            <a:defRPr sz="1200"/>
          </a:lvl2pPr>
          <a:lvl3pPr marL="228600" indent="-114300" algn="ctr">
            <a:defRPr sz="1200"/>
          </a:lvl3pPr>
          <a:lvl4pPr marL="342900" indent="-114300" algn="ctr">
            <a:defRPr sz="1200"/>
          </a:lvl4pPr>
          <a:lvl5pPr marL="457200" indent="-114300" algn="ctr">
            <a:defRPr sz="1200"/>
          </a:lvl5pPr>
          <a:lvl6pPr marL="571500" indent="-114300" algn="ctr">
            <a:defRPr sz="1200"/>
          </a:lvl6pPr>
          <a:lvl7pPr marL="685800" indent="-114300" algn="ctr">
            <a:defRPr sz="1200"/>
          </a:lvl7pPr>
          <a:lvl8pPr marL="800100" indent="-114300" algn="ctr">
            <a:defRPr sz="1200"/>
          </a:lvl8pPr>
          <a:lvl9pPr marL="914400" indent="-114300" algn="ctr">
            <a:defRPr sz="1200"/>
          </a:lvl9pPr>
        </a:lstStyle>
        <a:p>
          <a:pPr lvl="0">
            <a:lnSpc>
              <a:spcPct val="100000"/>
            </a:lnSpc>
            <a:spcBef>
              <a:spcPct val="0"/>
            </a:spcBef>
            <a:spcAft>
              <a:spcPct val="35000"/>
            </a:spcAft>
          </a:pPr>
          <a:endParaRPr lang="zh-CN" altLang="en-US"/>
        </a:p>
      </dsp:txBody>
      <dsp:txXfrm rot="11880000">
        <a:off x="2343166" y="1888890"/>
        <a:ext cx="264549" cy="424277"/>
      </dsp:txXfrm>
    </dsp:sp>
    <dsp:sp modelId="{799F8163-8EB1-4FC5-9359-BBC0CAA9BAC1}">
      <dsp:nvSpPr>
        <dsp:cNvPr id="13" name="椭圆 12"/>
        <dsp:cNvSpPr/>
      </dsp:nvSpPr>
      <dsp:spPr bwMode="white">
        <a:xfrm>
          <a:off x="1020746" y="1207162"/>
          <a:ext cx="1247872" cy="1247872"/>
        </a:xfrm>
        <a:prstGeom prst="ellipse">
          <a:avLst/>
        </a:prstGeom>
      </dsp:spPr>
      <dsp:style>
        <a:lnRef idx="2">
          <a:schemeClr val="lt1"/>
        </a:lnRef>
        <a:fillRef idx="1">
          <a:schemeClr val="accent3">
            <a:hueOff val="2760000"/>
            <a:satOff val="100000"/>
            <a:lumOff val="-14509"/>
            <a:alpha val="100000"/>
          </a:schemeClr>
        </a:fillRef>
        <a:effectRef idx="0">
          <a:scrgbClr r="0" g="0" b="0"/>
        </a:effectRef>
        <a:fontRef idx="minor">
          <a:schemeClr val="lt1"/>
        </a:fontRef>
      </dsp:style>
      <dsp:txBody>
        <a:bodyPr lIns="62230" tIns="62230" rIns="62230" bIns="62230" anchor="ctr"/>
        <a:lstStyle>
          <a:lvl1pPr algn="ctr">
            <a:defRPr sz="4900"/>
          </a:lvl1pPr>
          <a:lvl2pPr marL="285750" indent="-285750" algn="ctr">
            <a:defRPr sz="3800"/>
          </a:lvl2pPr>
          <a:lvl3pPr marL="571500" indent="-285750" algn="ctr">
            <a:defRPr sz="3800"/>
          </a:lvl3pPr>
          <a:lvl4pPr marL="857250" indent="-285750" algn="ctr">
            <a:defRPr sz="3800"/>
          </a:lvl4pPr>
          <a:lvl5pPr marL="1143000" indent="-285750" algn="ctr">
            <a:defRPr sz="3800"/>
          </a:lvl5pPr>
          <a:lvl6pPr marL="1428750" indent="-285750" algn="ctr">
            <a:defRPr sz="3800"/>
          </a:lvl6pPr>
          <a:lvl7pPr marL="1714500" indent="-285750" algn="ctr">
            <a:defRPr sz="3800"/>
          </a:lvl7pPr>
          <a:lvl8pPr marL="2000250" indent="-285750" algn="ctr">
            <a:defRPr sz="3800"/>
          </a:lvl8pPr>
          <a:lvl9pPr marL="2286000" indent="-285750" algn="ctr">
            <a:defRPr sz="3800"/>
          </a:lvl9pPr>
        </a:lstStyle>
        <a:p>
          <a:pPr lvl="0">
            <a:lnSpc>
              <a:spcPct val="100000"/>
            </a:lnSpc>
            <a:spcBef>
              <a:spcPct val="0"/>
            </a:spcBef>
            <a:spcAft>
              <a:spcPct val="35000"/>
            </a:spcAft>
          </a:pPr>
          <a:endParaRPr lang="zh-CN" altLang="en-US" dirty="0"/>
        </a:p>
      </dsp:txBody>
      <dsp:txXfrm>
        <a:off x="1020746" y="1207162"/>
        <a:ext cx="1247872" cy="124787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rSet qsTypeId="urn:microsoft.com/office/officeart/2005/8/quickstyle/simple5"/>
        </dgm:pt>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linDir" val="fromT"/>
                  <dgm:param type="chAlign" val="r"/>
                </dgm:alg>
              </dgm:if>
              <dgm:if name="Name23" func="var" arg="hierBranch" op="equ" val="r">
                <dgm:alg type="hierChild">
                  <dgm:param type="linDir" val="fromT"/>
                  <dgm:param type="chAlign" val="l"/>
                </dgm:alg>
              </dgm:if>
              <dgm:if name="Name24" func="var" arg="hierBranch" op="equ" val="hang">
                <dgm:choose name="Name25">
                  <dgm:if name="Name26" func="var" arg="dir" op="equ" val="norm">
                    <dgm:alg type="hierChild">
                      <dgm:param type="linDir" val="fromL"/>
                      <dgm:param type="chAlign" val="l"/>
                      <dgm:param type="secLinDir" val="fromT"/>
                      <dgm:param type="secChAlign" val="t"/>
                    </dgm:alg>
                  </dgm:if>
                  <dgm:else name="Name27">
                    <dgm:alg type="hierChild">
                      <dgm:param type="linDir" val="fromR"/>
                      <dgm:param type="chAlign" val="l"/>
                      <dgm:param type="secLinDir" val="fromT"/>
                      <dgm:param type="secChAlign" val="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dim" val="1D"/>
                        <dgm:param type="endSty" val="noArr"/>
                        <dgm:param type="connRout" val="bend"/>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dim" val="1D"/>
                            <dgm:param type="endSty" val="noArr"/>
                            <dgm:param type="connRout" val="bend"/>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dim" val="1D"/>
                                    <dgm:param type="endSty" val="noArr"/>
                                    <dgm:param type="connRout" val="bend"/>
                                    <dgm:param type="begPts" val="bCtr"/>
                                    <dgm:param type="endPts" val="midL midR"/>
                                  </dgm:alg>
                                </dgm:if>
                                <dgm:else name="Name45">
                                  <dgm:alg type="conn">
                                    <dgm:param type="srcNode" val="rootConnector"/>
                                    <dgm:param type="dim" val="1D"/>
                                    <dgm:param type="endSty" val="noArr"/>
                                    <dgm:param type="connRout" val="bend"/>
                                    <dgm:param type="begPts" val="bCtr"/>
                                    <dgm:param type="endPts" val="midL midR"/>
                                  </dgm:alg>
                                </dgm:else>
                              </dgm:choose>
                            </dgm:if>
                            <dgm:else name="Name46">
                              <dgm:alg type="conn">
                                <dgm:param type="dim" val="1D"/>
                                <dgm:param type="endSty" val="noArr"/>
                                <dgm:param type="connRout" val="bend"/>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dim" val="1D"/>
                                <dgm:param type="endSty" val="noArr"/>
                                <dgm:param type="connRout" val="bend"/>
                                <dgm:param type="begPts" val="bCtr"/>
                                <dgm:param type="endPts" val="midL midR"/>
                              </dgm:alg>
                            </dgm:if>
                            <dgm:else name="Name55">
                              <dgm:alg type="conn">
                                <dgm:param type="srcNode" val="rootConnector1"/>
                                <dgm:param type="dim" val="1D"/>
                                <dgm:param type="endSty" val="noArr"/>
                                <dgm:param type="connRout" val="bend"/>
                                <dgm:param type="begPts" val="bCtr"/>
                                <dgm:param type="endPts" val="midL midR"/>
                              </dgm:alg>
                            </dgm:else>
                          </dgm:choose>
                        </dgm:if>
                        <dgm:else name="Name56">
                          <dgm:choose name="Name57">
                            <dgm:if name="Name58" axis="par ch" ptType="node asst" func="cnt" op="gte" val="1">
                              <dgm:alg type="conn">
                                <dgm:param type="dim" val="1D"/>
                                <dgm:param type="endSty" val="noArr"/>
                                <dgm:param type="connRout" val="bend"/>
                                <dgm:param type="begPts" val="bCtr"/>
                                <dgm:param type="endPts" val="midL midR"/>
                              </dgm:alg>
                            </dgm:if>
                            <dgm:else name="Name59">
                              <dgm:alg type="conn">
                                <dgm:param type="srcNode" val="rootConnector"/>
                                <dgm:param type="dim" val="1D"/>
                                <dgm:param type="endSty" val="noArr"/>
                                <dgm:param type="connRout" val="bend"/>
                                <dgm:param type="begPts" val="bCtr"/>
                                <dgm:param type="endPts" val="midL mid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linDir" val="fromT"/>
                        <dgm:param type="chAlign" val="r"/>
                      </dgm:alg>
                    </dgm:if>
                    <dgm:if name="Name85" func="var" arg="hierBranch" op="equ" val="r">
                      <dgm:alg type="hierChild">
                        <dgm:param type="linDir" val="fromT"/>
                        <dgm:param type="chAlign" val="l"/>
                      </dgm:alg>
                    </dgm:if>
                    <dgm:if name="Name86" func="var" arg="hierBranch" op="equ" val="hang">
                      <dgm:choose name="Name87">
                        <dgm:if name="Name88" func="var" arg="dir" op="equ" val="norm">
                          <dgm:alg type="hierChild">
                            <dgm:param type="linDir" val="fromL"/>
                            <dgm:param type="chAlign" val="l"/>
                            <dgm:param type="secLinDir" val="fromT"/>
                            <dgm:param type="secChAlign" val="t"/>
                          </dgm:alg>
                        </dgm:if>
                        <dgm:else name="Name89">
                          <dgm:alg type="hierChild">
                            <dgm:param type="linDir" val="fromR"/>
                            <dgm:param type="chAlign" val="l"/>
                            <dgm:param type="secLinDir" val="fromT"/>
                            <dgm:param type="secChAlign" val="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linDir" val="fromT"/>
                            <dgm:param type="chAlign" val="l"/>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linDir" val="fromL"/>
                        <dgm:param type="chAlign" val="l"/>
                        <dgm:param type="secLinDir" val="fromT"/>
                        <dgm:param type="secChAlign" val="t"/>
                      </dgm:alg>
                    </dgm:if>
                    <dgm:else name="Name105">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linDir" val="fromL"/>
                  <dgm:param type="chAlign" val="l"/>
                  <dgm:param type="secLinDir" val="fromT"/>
                  <dgm:param type="secChAlign" val="t"/>
                </dgm:alg>
              </dgm:if>
              <dgm:else name="Name109">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dim" val="1D"/>
                    <dgm:param type="endSty" val="noArr"/>
                    <dgm:param type="connRout" val="bend"/>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linDir" val="fromT"/>
                        <dgm:param type="chAlign" val="r"/>
                      </dgm:alg>
                    </dgm:if>
                    <dgm:if name="Name129" func="var" arg="hierBranch" op="equ" val="r">
                      <dgm:alg type="hierChild">
                        <dgm:param type="linDir" val="fromT"/>
                        <dgm:param type="chAlign" val="l"/>
                      </dgm:alg>
                    </dgm:if>
                    <dgm:if name="Name130" func="var" arg="hierBranch" op="equ" val="hang">
                      <dgm:choose name="Name131">
                        <dgm:if name="Name132" func="var" arg="dir" op="equ" val="norm">
                          <dgm:alg type="hierChild">
                            <dgm:param type="linDir" val="fromL"/>
                            <dgm:param type="chAlign" val="l"/>
                            <dgm:param type="secLinDir" val="fromT"/>
                            <dgm:param type="secChAlign" val="t"/>
                          </dgm:alg>
                        </dgm:if>
                        <dgm:else name="Name133">
                          <dgm:alg type="hierChild">
                            <dgm:param type="linDir" val="fromR"/>
                            <dgm:param type="chAlign" val="l"/>
                            <dgm:param type="secLinDir" val="fromT"/>
                            <dgm:param type="secChAlign" val="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linDir" val="fromT"/>
                            <dgm:param type="chAlign" val="l"/>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linDir" val="fromL"/>
                        <dgm:param type="chAlign" val="l"/>
                        <dgm:param type="secLinDir" val="fromT"/>
                        <dgm:param type="secChAlign" val="t"/>
                      </dgm:alg>
                    </dgm:if>
                    <dgm:else name="Name146">
                      <dgm:alg type="hierChild">
                        <dgm:param type="linDir" val="fromR"/>
                        <dgm:param type="chAlign" val="l"/>
                        <dgm:param type="secLinDir" val="fromT"/>
                        <dgm:param type="secChAlign" val="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rSet qsTypeId="urn:microsoft.com/office/officeart/2005/8/quickstyle/simple5"/>
        </dgm:pt>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rSet csTypeId="urn:microsoft.com/office/officeart/2005/8/colors/accent6_5"/>
        </dgm:pt>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CF6A4F-3293-4C73-A1AE-B707FC4FFA7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BB3430-F694-4F10-8552-25224FCF4FE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noChangeArrowheads="1"/>
          </p:cNvSpPr>
          <p:nvPr/>
        </p:nvSpPr>
        <p:spPr bwMode="auto">
          <a:xfrm>
            <a:off x="4021138" y="9721850"/>
            <a:ext cx="3076575" cy="511175"/>
          </a:xfrm>
          <a:prstGeom prst="rect">
            <a:avLst/>
          </a:prstGeom>
          <a:noFill/>
          <a:ln w="9525">
            <a:noFill/>
            <a:miter lim="800000"/>
          </a:ln>
        </p:spPr>
        <p:txBody>
          <a:bodyPr lIns="99048" tIns="49524" rIns="99048" bIns="49524" anchor="b"/>
          <a:lstStyle/>
          <a:p>
            <a:pPr algn="r" defTabSz="990600" eaLnBrk="1" hangingPunct="1"/>
            <a:fld id="{39B7B22C-9A3B-4186-902F-B04BFDEFA9BF}" type="slidenum">
              <a:rPr lang="en-US" altLang="zh-CN" sz="1300"/>
            </a:fld>
            <a:endParaRPr lang="en-US" altLang="zh-CN" sz="1300"/>
          </a:p>
        </p:txBody>
      </p:sp>
      <p:sp>
        <p:nvSpPr>
          <p:cNvPr id="95235" name="Rectangle 2"/>
          <p:cNvSpPr>
            <a:spLocks noGrp="1" noRot="1" noChangeAspect="1" noChangeArrowheads="1" noTextEdit="1"/>
          </p:cNvSpPr>
          <p:nvPr>
            <p:ph type="sldImg"/>
          </p:nvPr>
        </p:nvSpPr>
        <p:spPr bwMode="auto">
          <a:noFill/>
          <a:ln>
            <a:solidFill>
              <a:srgbClr val="000000"/>
            </a:solidFill>
            <a:miter lim="800000"/>
          </a:ln>
        </p:spPr>
      </p:sp>
      <p:sp>
        <p:nvSpPr>
          <p:cNvPr id="95236"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zh-CN" altLang="en-US"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p:txBody>
          <a:bodyPr/>
          <a:lstStyle/>
          <a:p>
            <a:pPr>
              <a:defRPr/>
            </a:pPr>
            <a:fld id="{0C8D9E33-2C8A-494B-BC61-5E8852B572DB}" type="slidenum">
              <a:rPr lang="en-US" altLang="zh-CN"/>
            </a:fld>
            <a:endParaRPr lang="en-US" altLang="zh-CN"/>
          </a:p>
        </p:txBody>
      </p:sp>
      <p:sp>
        <p:nvSpPr>
          <p:cNvPr id="77827" name="Rectangle 2"/>
          <p:cNvSpPr>
            <a:spLocks noGrp="1" noRot="1" noChangeAspect="1" noChangeArrowheads="1" noTextEdit="1"/>
          </p:cNvSpPr>
          <p:nvPr>
            <p:ph type="sldImg"/>
          </p:nvPr>
        </p:nvSpPr>
        <p:spPr bwMode="auto">
          <a:noFill/>
          <a:ln>
            <a:solidFill>
              <a:srgbClr val="000000"/>
            </a:solidFill>
            <a:miter lim="800000"/>
          </a:ln>
        </p:spPr>
      </p:sp>
      <p:sp>
        <p:nvSpPr>
          <p:cNvPr id="77828" name="Rectangle 3"/>
          <p:cNvSpPr>
            <a:spLocks noGrp="1" noChangeArrowheads="1"/>
          </p:cNvSpPr>
          <p:nvPr>
            <p:ph type="body" idx="1"/>
          </p:nvPr>
        </p:nvSpPr>
        <p:spPr bwMode="auto">
          <a:noFill/>
        </p:spPr>
        <p:txBody>
          <a:bodyPr wrap="square" numCol="1" anchor="t" anchorCtr="0" compatLnSpc="1"/>
          <a:lstStyle/>
          <a:p>
            <a:pPr eaLnBrk="1" hangingPunct="1"/>
            <a:r>
              <a:rPr lang="en-US" altLang="zh-CN" smtClean="0"/>
              <a:t> </a:t>
            </a:r>
            <a:r>
              <a:rPr lang="en-US" altLang="zh-CN" b="1" smtClean="0"/>
              <a:t>·</a:t>
            </a:r>
            <a:r>
              <a:rPr lang="zh-CN" altLang="en-US" b="1" smtClean="0"/>
              <a:t>公开是获得专利权的前提。</a:t>
            </a:r>
            <a:r>
              <a:rPr lang="zh-CN" altLang="en-US" smtClean="0"/>
              <a:t>专利申请人要想获得专利权，就必须将其发明创造向社会公开。对申请文件有要求，公开必须是充分的、清楚的、完整的，公开的程度必须是本技术领域的一般技术人员看了能明白、可实施的，公开是换取权利的对价条件。</a:t>
            </a:r>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bwMode="auto">
          <a:noFill/>
          <a:ln>
            <a:solidFill>
              <a:srgbClr val="000000"/>
            </a:solidFill>
            <a:miter lim="800000"/>
          </a:ln>
        </p:spPr>
      </p:sp>
      <p:sp>
        <p:nvSpPr>
          <p:cNvPr id="96259" name="备注占位符 2"/>
          <p:cNvSpPr>
            <a:spLocks noGrp="1"/>
          </p:cNvSpPr>
          <p:nvPr>
            <p:ph type="body" idx="1"/>
          </p:nvPr>
        </p:nvSpPr>
        <p:spPr bwMode="auto">
          <a:noFill/>
        </p:spPr>
        <p:txBody>
          <a:bodyPr wrap="square" numCol="1" anchor="t" anchorCtr="0" compatLnSpc="1"/>
          <a:lstStyle/>
          <a:p>
            <a:r>
              <a:rPr lang="zh-CN" altLang="en-US" smtClean="0"/>
              <a:t>需具体描述某一或多方面的性能</a:t>
            </a:r>
            <a:r>
              <a:rPr lang="en-US" altLang="zh-CN" smtClean="0"/>
              <a:t>/</a:t>
            </a:r>
            <a:r>
              <a:rPr lang="zh-CN" altLang="en-US" smtClean="0"/>
              <a:t>用途的改善，不能仅记载如提升了综合性能、具有环境效益、具有巨大的市场潜力等高度概括的笼统用语。</a:t>
            </a:r>
            <a:endParaRPr lang="zh-CN" altLang="en-US" smtClean="0"/>
          </a:p>
          <a:p>
            <a:endParaRPr lang="zh-CN" altLang="en-US" smtClean="0"/>
          </a:p>
        </p:txBody>
      </p:sp>
      <p:sp>
        <p:nvSpPr>
          <p:cNvPr id="96260" name="灯片编号占位符 3"/>
          <p:cNvSpPr>
            <a:spLocks noGrp="1"/>
          </p:cNvSpPr>
          <p:nvPr>
            <p:ph type="sldNum" sz="quarter" idx="5"/>
          </p:nvPr>
        </p:nvSpPr>
        <p:spPr bwMode="auto">
          <a:noFill/>
          <a:ln>
            <a:miter lim="800000"/>
          </a:ln>
        </p:spPr>
        <p:txBody>
          <a:bodyPr/>
          <a:lstStyle/>
          <a:p>
            <a:fld id="{6E22FDC6-939C-4337-8EC3-4C6BFB6A1419}" type="slidenum">
              <a:rPr lang="zh-CN" altLang="en-US" smtClean="0"/>
            </a:fld>
            <a:endParaRPr lang="en-US"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bwMode="auto">
          <a:noFill/>
          <a:ln>
            <a:solidFill>
              <a:srgbClr val="000000"/>
            </a:solidFill>
            <a:miter lim="800000"/>
          </a:ln>
        </p:spPr>
      </p:sp>
      <p:sp>
        <p:nvSpPr>
          <p:cNvPr id="97283" name="备注占位符 2"/>
          <p:cNvSpPr>
            <a:spLocks noGrp="1"/>
          </p:cNvSpPr>
          <p:nvPr>
            <p:ph type="body" idx="1"/>
          </p:nvPr>
        </p:nvSpPr>
        <p:spPr bwMode="auto">
          <a:noFill/>
        </p:spPr>
        <p:txBody>
          <a:bodyPr wrap="square" numCol="1" anchor="t" anchorCtr="0" compatLnSpc="1"/>
          <a:lstStyle/>
          <a:p>
            <a:r>
              <a:rPr lang="zh-CN" altLang="en-US" smtClean="0"/>
              <a:t>应提供具体化的效果，避免用笼统的术语</a:t>
            </a:r>
            <a:endParaRPr lang="zh-CN" altLang="en-US" smtClean="0"/>
          </a:p>
        </p:txBody>
      </p:sp>
      <p:sp>
        <p:nvSpPr>
          <p:cNvPr id="97284" name="灯片编号占位符 3"/>
          <p:cNvSpPr>
            <a:spLocks noGrp="1"/>
          </p:cNvSpPr>
          <p:nvPr>
            <p:ph type="sldNum" sz="quarter" idx="5"/>
          </p:nvPr>
        </p:nvSpPr>
        <p:spPr bwMode="auto">
          <a:noFill/>
          <a:ln>
            <a:miter lim="800000"/>
          </a:ln>
        </p:spPr>
        <p:txBody>
          <a:bodyPr/>
          <a:lstStyle/>
          <a:p>
            <a:fld id="{091E3A32-41E4-458C-A6BB-8EAE0F5BFD8C}" type="slidenum">
              <a:rPr lang="zh-CN" altLang="en-US" smtClean="0"/>
            </a:fld>
            <a:endParaRPr lang="en-US"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bwMode="auto">
          <a:noFill/>
          <a:ln>
            <a:solidFill>
              <a:srgbClr val="000000"/>
            </a:solidFill>
            <a:miter lim="800000"/>
          </a:ln>
        </p:spPr>
      </p:sp>
      <p:sp>
        <p:nvSpPr>
          <p:cNvPr id="7885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8827B310-1294-4C8E-962B-D9A3B43D78E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bwMode="auto">
          <a:noFill/>
          <a:ln>
            <a:solidFill>
              <a:srgbClr val="000000"/>
            </a:solidFill>
            <a:miter lim="800000"/>
          </a:ln>
        </p:spPr>
      </p:sp>
      <p:sp>
        <p:nvSpPr>
          <p:cNvPr id="7987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4B079AE9-4320-456D-991D-2364E5E24ED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bwMode="auto">
          <a:noFill/>
          <a:ln>
            <a:solidFill>
              <a:srgbClr val="000000"/>
            </a:solidFill>
            <a:miter lim="800000"/>
          </a:ln>
        </p:spPr>
      </p:sp>
      <p:sp>
        <p:nvSpPr>
          <p:cNvPr id="8089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5B945ED6-6487-48DB-9E84-A02F05E10BB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bwMode="auto">
          <a:noFill/>
          <a:ln>
            <a:solidFill>
              <a:srgbClr val="000000"/>
            </a:solidFill>
            <a:miter lim="800000"/>
          </a:ln>
        </p:spPr>
      </p:sp>
      <p:sp>
        <p:nvSpPr>
          <p:cNvPr id="8192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C28C1669-3BB2-442D-B0EA-2C87CA25252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bwMode="auto">
          <a:noFill/>
          <a:ln>
            <a:solidFill>
              <a:srgbClr val="000000"/>
            </a:solidFill>
            <a:miter lim="800000"/>
          </a:ln>
        </p:spPr>
      </p:sp>
      <p:sp>
        <p:nvSpPr>
          <p:cNvPr id="8294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0D49D2AC-5F90-4FC3-B429-54ADCB4856C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bwMode="auto">
          <a:noFill/>
          <a:ln>
            <a:solidFill>
              <a:srgbClr val="000000"/>
            </a:solidFill>
            <a:miter lim="800000"/>
          </a:ln>
        </p:spPr>
      </p:sp>
      <p:sp>
        <p:nvSpPr>
          <p:cNvPr id="8397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15443334-F47A-47A6-A51C-C1F8DC3D0F8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bwMode="auto">
          <a:noFill/>
          <a:ln>
            <a:solidFill>
              <a:srgbClr val="000000"/>
            </a:solidFill>
            <a:miter lim="800000"/>
          </a:ln>
        </p:spPr>
      </p:sp>
      <p:sp>
        <p:nvSpPr>
          <p:cNvPr id="8499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F15AEED1-9F28-4DAE-A876-C72F0405A729}"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ln>
        </p:spPr>
      </p:sp>
      <p:sp>
        <p:nvSpPr>
          <p:cNvPr id="8806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4" name="灯片编号占位符 3"/>
          <p:cNvSpPr>
            <a:spLocks noGrp="1"/>
          </p:cNvSpPr>
          <p:nvPr>
            <p:ph type="sldNum" sz="quarter" idx="5"/>
          </p:nvPr>
        </p:nvSpPr>
        <p:spPr/>
        <p:txBody>
          <a:bodyPr/>
          <a:lstStyle/>
          <a:p>
            <a:pPr>
              <a:defRPr/>
            </a:pPr>
            <a:fld id="{6428C777-1C25-4E90-8433-67F392B650C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67590F66-01C7-49D8-B4B6-35A7AFF5FB9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7DCD97B-CE75-4A7F-958F-058C0090E9B3}"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590F66-01C7-49D8-B4B6-35A7AFF5FB9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DCD97B-CE75-4A7F-958F-058C0090E9B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advTm="3000">
        <p:random/>
      </p:transition>
    </mc:Choice>
    <mc:Fallback>
      <p:transition spd="slow" advTm="3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5.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0.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9" Type="http://schemas.openxmlformats.org/officeDocument/2006/relationships/image" Target="../media/image11.jpeg"/><Relationship Id="rId8" Type="http://schemas.openxmlformats.org/officeDocument/2006/relationships/tags" Target="../tags/tag27.xml"/><Relationship Id="rId7" Type="http://schemas.openxmlformats.org/officeDocument/2006/relationships/image" Target="../media/image10.jpe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8" Type="http://schemas.openxmlformats.org/officeDocument/2006/relationships/slideLayout" Target="../slideLayouts/slideLayout3.xml"/><Relationship Id="rId17" Type="http://schemas.openxmlformats.org/officeDocument/2006/relationships/tags" Target="../tags/tag35.xml"/><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tags" Target="../tags/tag21.xml"/></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5.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2" Type="http://schemas.openxmlformats.org/officeDocument/2006/relationships/notesSlide" Target="../notesSlides/notesSlide1.xml"/><Relationship Id="rId11" Type="http://schemas.openxmlformats.org/officeDocument/2006/relationships/slideLayout" Target="../slideLayouts/slideLayout7.xml"/><Relationship Id="rId10" Type="http://schemas.microsoft.com/office/2007/relationships/diagramDrawing" Target="../diagrams/drawing2.xml"/><Relationship Id="rId1" Type="http://schemas.openxmlformats.org/officeDocument/2006/relationships/tags" Target="../tags/tag39.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image" Target="../media/image12.jpeg"/></Relationships>
</file>

<file path=ppt/slides/_rels/slide17.xml.rels><?xml version="1.0" encoding="UTF-8" standalone="yes"?>
<Relationships xmlns="http://schemas.openxmlformats.org/package/2006/relationships"><Relationship Id="rId9" Type="http://schemas.openxmlformats.org/officeDocument/2006/relationships/tags" Target="../tags/tag51.xml"/><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0" Type="http://schemas.openxmlformats.org/officeDocument/2006/relationships/slideLayout" Target="../slideLayouts/slideLayout7.xml"/><Relationship Id="rId1" Type="http://schemas.openxmlformats.org/officeDocument/2006/relationships/diagramData" Target="../diagrams/data3.xml"/></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tags" Target="../tags/tag5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19.xml.rels><?xml version="1.0" encoding="UTF-8" standalone="yes"?>
<Relationships xmlns="http://schemas.openxmlformats.org/package/2006/relationships"><Relationship Id="rId9" Type="http://schemas.openxmlformats.org/officeDocument/2006/relationships/tags" Target="../tags/tag58.xml"/><Relationship Id="rId8" Type="http://schemas.openxmlformats.org/officeDocument/2006/relationships/tags" Target="../tags/tag57.xml"/><Relationship Id="rId7" Type="http://schemas.openxmlformats.org/officeDocument/2006/relationships/tags" Target="../tags/tag56.xml"/><Relationship Id="rId6" Type="http://schemas.openxmlformats.org/officeDocument/2006/relationships/tags" Target="../tags/tag55.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0" Type="http://schemas.openxmlformats.org/officeDocument/2006/relationships/slideLayout" Target="../slideLayouts/slideLayout7.xml"/><Relationship Id="rId1" Type="http://schemas.openxmlformats.org/officeDocument/2006/relationships/diagramData" Target="../diagrams/data5.xml"/></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image" Target="../media/image13.jpeg"/></Relationships>
</file>

<file path=ppt/slides/_rels/slide21.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tags" Target="../tags/tag65.xml"/><Relationship Id="rId7" Type="http://schemas.openxmlformats.org/officeDocument/2006/relationships/tags" Target="../tags/tag64.xml"/><Relationship Id="rId6" Type="http://schemas.openxmlformats.org/officeDocument/2006/relationships/tags" Target="../tags/tag63.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0" Type="http://schemas.openxmlformats.org/officeDocument/2006/relationships/slideLayout" Target="../slideLayouts/slideLayout7.xml"/><Relationship Id="rId1" Type="http://schemas.openxmlformats.org/officeDocument/2006/relationships/diagramData" Target="../diagrams/data6.xml"/></Relationships>
</file>

<file path=ppt/slides/_rels/slide22.xml.rels><?xml version="1.0" encoding="UTF-8" standalone="yes"?>
<Relationships xmlns="http://schemas.openxmlformats.org/package/2006/relationships"><Relationship Id="rId9" Type="http://schemas.openxmlformats.org/officeDocument/2006/relationships/diagramColors" Target="../diagrams/colors7.xml"/><Relationship Id="rId8" Type="http://schemas.openxmlformats.org/officeDocument/2006/relationships/diagramQuickStyle" Target="../diagrams/quickStyle7.xml"/><Relationship Id="rId7" Type="http://schemas.openxmlformats.org/officeDocument/2006/relationships/diagramLayout" Target="../diagrams/layout7.xml"/><Relationship Id="rId6" Type="http://schemas.openxmlformats.org/officeDocument/2006/relationships/diagramData" Target="../diagrams/data7.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8" Type="http://schemas.openxmlformats.org/officeDocument/2006/relationships/slideLayout" Target="../slideLayouts/slideLayout7.xml"/><Relationship Id="rId17" Type="http://schemas.openxmlformats.org/officeDocument/2006/relationships/tags" Target="../tags/tag77.xml"/><Relationship Id="rId16" Type="http://schemas.openxmlformats.org/officeDocument/2006/relationships/tags" Target="../tags/tag76.xml"/><Relationship Id="rId15" Type="http://schemas.openxmlformats.org/officeDocument/2006/relationships/tags" Target="../tags/tag75.xml"/><Relationship Id="rId14" Type="http://schemas.openxmlformats.org/officeDocument/2006/relationships/tags" Target="../tags/tag74.xml"/><Relationship Id="rId13" Type="http://schemas.openxmlformats.org/officeDocument/2006/relationships/tags" Target="../tags/tag73.xml"/><Relationship Id="rId12" Type="http://schemas.openxmlformats.org/officeDocument/2006/relationships/image" Target="../media/image14.png"/><Relationship Id="rId11" Type="http://schemas.openxmlformats.org/officeDocument/2006/relationships/tags" Target="../tags/tag72.xml"/><Relationship Id="rId10" Type="http://schemas.microsoft.com/office/2007/relationships/diagramDrawing" Target="../diagrams/drawing7.xml"/><Relationship Id="rId1" Type="http://schemas.openxmlformats.org/officeDocument/2006/relationships/tags" Target="../tags/tag67.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7.xml"/><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image" Target="../media/image20.emf"/><Relationship Id="rId1" Type="http://schemas.openxmlformats.org/officeDocument/2006/relationships/oleObject" Target="../embeddings/oleObject1.bin"/></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29.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00.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image" Target="../media/image21.png"/></Relationships>
</file>

<file path=ppt/slides/_rels/slide31.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12.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image" Target="../media/image22.jpeg"/></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5.xml"/><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image" Target="../media/image21.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s>
</file>

<file path=ppt/slides/_rels/slide35.xml.rels><?xml version="1.0" encoding="UTF-8" standalone="yes"?>
<Relationships xmlns="http://schemas.openxmlformats.org/package/2006/relationships"><Relationship Id="rId9" Type="http://schemas.openxmlformats.org/officeDocument/2006/relationships/tags" Target="../tags/tag131.xml"/><Relationship Id="rId8" Type="http://schemas.openxmlformats.org/officeDocument/2006/relationships/tags" Target="../tags/tag130.xml"/><Relationship Id="rId7" Type="http://schemas.openxmlformats.org/officeDocument/2006/relationships/tags" Target="../tags/tag129.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3" Type="http://schemas.openxmlformats.org/officeDocument/2006/relationships/tags" Target="../tags/tag125.xml"/><Relationship Id="rId2" Type="http://schemas.openxmlformats.org/officeDocument/2006/relationships/tags" Target="../tags/tag124.xml"/><Relationship Id="rId17" Type="http://schemas.openxmlformats.org/officeDocument/2006/relationships/slideLayout" Target="../slideLayouts/slideLayout2.xml"/><Relationship Id="rId16" Type="http://schemas.openxmlformats.org/officeDocument/2006/relationships/tags" Target="../tags/tag138.xml"/><Relationship Id="rId15" Type="http://schemas.openxmlformats.org/officeDocument/2006/relationships/tags" Target="../tags/tag137.xml"/><Relationship Id="rId14" Type="http://schemas.openxmlformats.org/officeDocument/2006/relationships/tags" Target="../tags/tag136.xml"/><Relationship Id="rId13" Type="http://schemas.openxmlformats.org/officeDocument/2006/relationships/tags" Target="../tags/tag135.xml"/><Relationship Id="rId12" Type="http://schemas.openxmlformats.org/officeDocument/2006/relationships/tags" Target="../tags/tag134.xml"/><Relationship Id="rId11" Type="http://schemas.openxmlformats.org/officeDocument/2006/relationships/tags" Target="../tags/tag133.xml"/><Relationship Id="rId10" Type="http://schemas.openxmlformats.org/officeDocument/2006/relationships/tags" Target="../tags/tag132.xml"/><Relationship Id="rId1" Type="http://schemas.openxmlformats.org/officeDocument/2006/relationships/tags" Target="../tags/tag12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139.xml"/><Relationship Id="rId1" Type="http://schemas.openxmlformats.org/officeDocument/2006/relationships/image" Target="../media/image1.jpe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3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image" Target="../media/image23.jpeg"/></Relationships>
</file>

<file path=ppt/slides/_rels/slide3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image" Target="../media/image23.jpeg"/></Relationships>
</file>

<file path=ppt/slides/_rels/slide4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image" Target="../media/image23.jpeg"/></Relationships>
</file>

<file path=ppt/slides/_rels/slide41.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image" Target="../media/image23.jpeg"/></Relationships>
</file>

<file path=ppt/slides/_rels/slide4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image" Target="../media/image23.jpeg"/></Relationships>
</file>

<file path=ppt/slides/_rels/slide4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image" Target="../media/image23.jpe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69.xml"/><Relationship Id="rId2" Type="http://schemas.openxmlformats.org/officeDocument/2006/relationships/tags" Target="../tags/tag168.xml"/><Relationship Id="rId1" Type="http://schemas.openxmlformats.org/officeDocument/2006/relationships/tags" Target="../tags/tag167.xml"/></Relationships>
</file>

<file path=ppt/slides/_rels/slide4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s>
</file>

<file path=ppt/slides/_rels/slide4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76.xml"/><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s>
</file>

<file path=ppt/slides/_rels/slide4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0.xml"/><Relationship Id="rId3" Type="http://schemas.openxmlformats.org/officeDocument/2006/relationships/tags" Target="../tags/tag179.xml"/><Relationship Id="rId2" Type="http://schemas.openxmlformats.org/officeDocument/2006/relationships/tags" Target="../tags/tag178.xml"/><Relationship Id="rId1" Type="http://schemas.openxmlformats.org/officeDocument/2006/relationships/tags" Target="../tags/tag177.xml"/></Relationships>
</file>

<file path=ppt/slides/_rels/slide4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84.xml"/><Relationship Id="rId3" Type="http://schemas.openxmlformats.org/officeDocument/2006/relationships/tags" Target="../tags/tag183.xml"/><Relationship Id="rId2" Type="http://schemas.openxmlformats.org/officeDocument/2006/relationships/tags" Target="../tags/tag182.xml"/><Relationship Id="rId1" Type="http://schemas.openxmlformats.org/officeDocument/2006/relationships/tags" Target="../tags/tag181.xml"/></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tags" Target="../tags/tag188.xml"/><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92.xml"/><Relationship Id="rId4" Type="http://schemas.openxmlformats.org/officeDocument/2006/relationships/tags" Target="../tags/tag191.xml"/><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image" Target="../media/image24.png"/></Relationships>
</file>

<file path=ppt/slides/_rels/slide5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image" Target="../media/image25.png"/></Relationships>
</file>

<file path=ppt/slides/_rels/slide5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 Type="http://schemas.openxmlformats.org/officeDocument/2006/relationships/tags" Target="../tags/tag201.xml"/><Relationship Id="rId1" Type="http://schemas.openxmlformats.org/officeDocument/2006/relationships/tags" Target="../tags/tag200.xml"/></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208.xml"/><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s>
</file>

<file path=ppt/slides/_rels/slide55.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tags" Target="../tags/tag213.xml"/><Relationship Id="rId4" Type="http://schemas.openxmlformats.org/officeDocument/2006/relationships/tags" Target="../tags/tag212.xml"/><Relationship Id="rId3" Type="http://schemas.openxmlformats.org/officeDocument/2006/relationships/tags" Target="../tags/tag211.xml"/><Relationship Id="rId2" Type="http://schemas.openxmlformats.org/officeDocument/2006/relationships/tags" Target="../tags/tag210.xml"/><Relationship Id="rId1" Type="http://schemas.openxmlformats.org/officeDocument/2006/relationships/tags" Target="../tags/tag209.xml"/></Relationships>
</file>

<file path=ppt/slides/_rels/slide5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s>
</file>

<file path=ppt/slides/_rels/slide5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22.xml"/><Relationship Id="rId6" Type="http://schemas.openxmlformats.org/officeDocument/2006/relationships/tags" Target="../tags/tag221.xml"/><Relationship Id="rId5" Type="http://schemas.openxmlformats.org/officeDocument/2006/relationships/tags" Target="../tags/tag220.xml"/><Relationship Id="rId4" Type="http://schemas.openxmlformats.org/officeDocument/2006/relationships/tags" Target="../tags/tag219.xml"/><Relationship Id="rId3" Type="http://schemas.openxmlformats.org/officeDocument/2006/relationships/tags" Target="../tags/tag218.xml"/><Relationship Id="rId2" Type="http://schemas.openxmlformats.org/officeDocument/2006/relationships/tags" Target="../tags/tag217.xml"/><Relationship Id="rId1" Type="http://schemas.openxmlformats.org/officeDocument/2006/relationships/image" Target="../media/image23.jpeg"/></Relationships>
</file>

<file path=ppt/slides/_rels/slide58.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228.xml"/><Relationship Id="rId6" Type="http://schemas.openxmlformats.org/officeDocument/2006/relationships/tags" Target="../tags/tag227.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image" Target="../media/image23.jpeg"/></Relationships>
</file>

<file path=ppt/slides/_rels/slide59.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tags" Target="../tags/tag234.xml"/><Relationship Id="rId6" Type="http://schemas.openxmlformats.org/officeDocument/2006/relationships/tags" Target="../tags/tag233.xml"/><Relationship Id="rId5" Type="http://schemas.openxmlformats.org/officeDocument/2006/relationships/tags" Target="../tags/tag232.xml"/><Relationship Id="rId4" Type="http://schemas.openxmlformats.org/officeDocument/2006/relationships/tags" Target="../tags/tag231.xml"/><Relationship Id="rId3" Type="http://schemas.openxmlformats.org/officeDocument/2006/relationships/tags" Target="../tags/tag230.xml"/><Relationship Id="rId2" Type="http://schemas.openxmlformats.org/officeDocument/2006/relationships/tags" Target="../tags/tag229.xml"/><Relationship Id="rId1" Type="http://schemas.openxmlformats.org/officeDocument/2006/relationships/image" Target="../media/image23.jpeg"/></Relationships>
</file>

<file path=ppt/slides/_rels/slide60.xml.rels><?xml version="1.0" encoding="UTF-8" standalone="yes"?>
<Relationships xmlns="http://schemas.openxmlformats.org/package/2006/relationships"><Relationship Id="rId9" Type="http://schemas.openxmlformats.org/officeDocument/2006/relationships/tags" Target="../tags/tag242.xml"/><Relationship Id="rId8" Type="http://schemas.openxmlformats.org/officeDocument/2006/relationships/tags" Target="../tags/tag241.xml"/><Relationship Id="rId7" Type="http://schemas.openxmlformats.org/officeDocument/2006/relationships/tags" Target="../tags/tag240.xml"/><Relationship Id="rId6" Type="http://schemas.openxmlformats.org/officeDocument/2006/relationships/tags" Target="../tags/tag239.xml"/><Relationship Id="rId5" Type="http://schemas.openxmlformats.org/officeDocument/2006/relationships/tags" Target="../tags/tag238.xml"/><Relationship Id="rId4" Type="http://schemas.openxmlformats.org/officeDocument/2006/relationships/tags" Target="../tags/tag237.xml"/><Relationship Id="rId3" Type="http://schemas.openxmlformats.org/officeDocument/2006/relationships/tags" Target="../tags/tag236.xml"/><Relationship Id="rId2" Type="http://schemas.openxmlformats.org/officeDocument/2006/relationships/tags" Target="../tags/tag235.xml"/><Relationship Id="rId10" Type="http://schemas.openxmlformats.org/officeDocument/2006/relationships/slideLayout" Target="../slideLayouts/slideLayout7.xml"/><Relationship Id="rId1" Type="http://schemas.openxmlformats.org/officeDocument/2006/relationships/image" Target="../media/image23.jpeg"/></Relationships>
</file>

<file path=ppt/slides/_rels/slide6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247.xml"/><Relationship Id="rId5" Type="http://schemas.openxmlformats.org/officeDocument/2006/relationships/tags" Target="../tags/tag246.xml"/><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image" Target="../media/image23.jpeg"/></Relationships>
</file>

<file path=ppt/slides/_rels/slide6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51.xml"/><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s>
</file>

<file path=ppt/slides/_rels/slide6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255.xml"/><Relationship Id="rId3" Type="http://schemas.openxmlformats.org/officeDocument/2006/relationships/tags" Target="../tags/tag254.xml"/><Relationship Id="rId2" Type="http://schemas.openxmlformats.org/officeDocument/2006/relationships/tags" Target="../tags/tag253.xml"/><Relationship Id="rId1" Type="http://schemas.openxmlformats.org/officeDocument/2006/relationships/tags" Target="../tags/tag252.xml"/></Relationships>
</file>

<file path=ppt/slides/_rels/slide6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59.xml"/><Relationship Id="rId1" Type="http://schemas.openxmlformats.org/officeDocument/2006/relationships/image" Target="../media/image1.jpeg"/></Relationships>
</file>

<file path=ppt/slides/_rels/slide6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62.xml"/><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image" Target="../media/image28.jpeg"/></Relationships>
</file>

<file path=ppt/slides/_rels/slide6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65.xml"/><Relationship Id="rId2" Type="http://schemas.openxmlformats.org/officeDocument/2006/relationships/tags" Target="../tags/tag264.xml"/><Relationship Id="rId1" Type="http://schemas.openxmlformats.org/officeDocument/2006/relationships/tags" Target="../tags/tag263.xml"/></Relationships>
</file>

<file path=ppt/slides/_rels/slide6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69.xml"/><Relationship Id="rId3" Type="http://schemas.openxmlformats.org/officeDocument/2006/relationships/tags" Target="../tags/tag268.xml"/><Relationship Id="rId2" Type="http://schemas.openxmlformats.org/officeDocument/2006/relationships/tags" Target="../tags/tag267.xml"/><Relationship Id="rId1" Type="http://schemas.openxmlformats.org/officeDocument/2006/relationships/tags" Target="../tags/tag266.xml"/></Relationships>
</file>

<file path=ppt/slides/_rels/slide6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73.xml"/><Relationship Id="rId3" Type="http://schemas.openxmlformats.org/officeDocument/2006/relationships/tags" Target="../tags/tag272.xml"/><Relationship Id="rId2" Type="http://schemas.openxmlformats.org/officeDocument/2006/relationships/tags" Target="../tags/tag271.xml"/><Relationship Id="rId1" Type="http://schemas.openxmlformats.org/officeDocument/2006/relationships/tags" Target="../tags/tag270.xml"/></Relationships>
</file>

<file path=ppt/slides/_rels/slide70.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s>
</file>

<file path=ppt/slides/_rels/slide7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tags" Target="../tags/tag282.xml"/><Relationship Id="rId2" Type="http://schemas.openxmlformats.org/officeDocument/2006/relationships/tags" Target="../tags/tag281.xml"/><Relationship Id="rId1" Type="http://schemas.openxmlformats.org/officeDocument/2006/relationships/tags" Target="../tags/tag280.xml"/></Relationships>
</file>

<file path=ppt/slides/_rels/slide72.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286.xml"/><Relationship Id="rId3" Type="http://schemas.openxmlformats.org/officeDocument/2006/relationships/tags" Target="../tags/tag285.xml"/><Relationship Id="rId2" Type="http://schemas.openxmlformats.org/officeDocument/2006/relationships/tags" Target="../tags/tag284.xml"/><Relationship Id="rId1" Type="http://schemas.openxmlformats.org/officeDocument/2006/relationships/tags" Target="../tags/tag283.xml"/></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s>
</file>

<file path=ppt/slides/_rels/slide74.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tags" Target="../tags/tag293.xml"/><Relationship Id="rId4" Type="http://schemas.openxmlformats.org/officeDocument/2006/relationships/tags" Target="../tags/tag292.xml"/><Relationship Id="rId3" Type="http://schemas.openxmlformats.org/officeDocument/2006/relationships/tags" Target="../tags/tag291.xml"/><Relationship Id="rId2" Type="http://schemas.openxmlformats.org/officeDocument/2006/relationships/tags" Target="../tags/tag290.xml"/><Relationship Id="rId1" Type="http://schemas.openxmlformats.org/officeDocument/2006/relationships/hyperlink" Target="https://pss-system.cponline.cnipa.gov.cn/conventionalSearch" TargetMode="External"/></Relationships>
</file>

<file path=ppt/slides/_rels/slide75.xml.rels><?xml version="1.0" encoding="UTF-8" standalone="yes"?>
<Relationships xmlns="http://schemas.openxmlformats.org/package/2006/relationships"><Relationship Id="rId6" Type="http://schemas.openxmlformats.org/officeDocument/2006/relationships/slideLayout" Target="../slideLayouts/slideLayout4.xml"/><Relationship Id="rId5" Type="http://schemas.openxmlformats.org/officeDocument/2006/relationships/image" Target="../media/image30.png"/><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 Type="http://schemas.openxmlformats.org/officeDocument/2006/relationships/tags" Target="../tags/tag294.xml"/></Relationships>
</file>

<file path=ppt/slides/_rels/slide7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300.xml"/><Relationship Id="rId3" Type="http://schemas.openxmlformats.org/officeDocument/2006/relationships/tags" Target="../tags/tag299.xml"/><Relationship Id="rId2" Type="http://schemas.openxmlformats.org/officeDocument/2006/relationships/tags" Target="../tags/tag298.xml"/><Relationship Id="rId1" Type="http://schemas.openxmlformats.org/officeDocument/2006/relationships/image" Target="../media/image23.jpeg"/></Relationships>
</file>

<file path=ppt/slides/_rels/slide77.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4.xml"/><Relationship Id="rId7" Type="http://schemas.openxmlformats.org/officeDocument/2006/relationships/image" Target="../media/image31.png"/><Relationship Id="rId6" Type="http://schemas.openxmlformats.org/officeDocument/2006/relationships/tags" Target="../tags/tag304.xml"/><Relationship Id="rId5" Type="http://schemas.openxmlformats.org/officeDocument/2006/relationships/tags" Target="../tags/tag303.xml"/><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image" Target="../media/image23.jpeg"/><Relationship Id="rId1" Type="http://schemas.openxmlformats.org/officeDocument/2006/relationships/hyperlink" Target="https://pss-system.cponline.cnipa.gov.cn/conventionalSearch" TargetMode="External"/></Relationships>
</file>

<file path=ppt/slides/_rels/slide78.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tags" Target="../tags/tag308.xml"/><Relationship Id="rId4" Type="http://schemas.openxmlformats.org/officeDocument/2006/relationships/tags" Target="../tags/tag307.xml"/><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image" Target="../media/image23.jpeg"/></Relationships>
</file>

<file path=ppt/slides/_rels/slide79.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2.xml"/><Relationship Id="rId4" Type="http://schemas.openxmlformats.org/officeDocument/2006/relationships/tags" Target="../tags/tag311.xml"/><Relationship Id="rId3" Type="http://schemas.openxmlformats.org/officeDocument/2006/relationships/tags" Target="../tags/tag310.xml"/><Relationship Id="rId2" Type="http://schemas.openxmlformats.org/officeDocument/2006/relationships/tags" Target="../tags/tag309.xml"/><Relationship Id="rId1" Type="http://schemas.openxmlformats.org/officeDocument/2006/relationships/image" Target="../media/image23.jpeg"/></Relationships>
</file>

<file path=ppt/slides/_rels/slide80.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xml"/><Relationship Id="rId5" Type="http://schemas.openxmlformats.org/officeDocument/2006/relationships/tags" Target="../tags/tag315.xml"/><Relationship Id="rId4" Type="http://schemas.openxmlformats.org/officeDocument/2006/relationships/tags" Target="../tags/tag314.xml"/><Relationship Id="rId3" Type="http://schemas.openxmlformats.org/officeDocument/2006/relationships/tags" Target="../tags/tag313.xml"/><Relationship Id="rId2" Type="http://schemas.openxmlformats.org/officeDocument/2006/relationships/image" Target="../media/image23.jpeg"/><Relationship Id="rId1" Type="http://schemas.openxmlformats.org/officeDocument/2006/relationships/tags" Target="../tags/tag312.xml"/></Relationships>
</file>

<file path=ppt/slides/_rels/slide81.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4.xml"/><Relationship Id="rId6" Type="http://schemas.openxmlformats.org/officeDocument/2006/relationships/image" Target="../media/image33.png"/><Relationship Id="rId5" Type="http://schemas.openxmlformats.org/officeDocument/2006/relationships/tags" Target="../tags/tag319.xml"/><Relationship Id="rId4" Type="http://schemas.openxmlformats.org/officeDocument/2006/relationships/tags" Target="../tags/tag318.xml"/><Relationship Id="rId3" Type="http://schemas.openxmlformats.org/officeDocument/2006/relationships/tags" Target="../tags/tag317.xml"/><Relationship Id="rId2" Type="http://schemas.openxmlformats.org/officeDocument/2006/relationships/tags" Target="../tags/tag316.xml"/><Relationship Id="rId1" Type="http://schemas.openxmlformats.org/officeDocument/2006/relationships/image" Target="../media/image23.jpeg"/></Relationships>
</file>

<file path=ppt/slides/_rels/slide8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tags" Target="../tags/tag323.xml"/><Relationship Id="rId4" Type="http://schemas.openxmlformats.org/officeDocument/2006/relationships/tags" Target="../tags/tag322.xml"/><Relationship Id="rId3" Type="http://schemas.openxmlformats.org/officeDocument/2006/relationships/tags" Target="../tags/tag321.xml"/><Relationship Id="rId2" Type="http://schemas.openxmlformats.org/officeDocument/2006/relationships/tags" Target="../tags/tag320.xml"/><Relationship Id="rId1" Type="http://schemas.openxmlformats.org/officeDocument/2006/relationships/image" Target="../media/image23.jpeg"/></Relationships>
</file>

<file path=ppt/slides/_rels/slide83.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xml"/><Relationship Id="rId4" Type="http://schemas.openxmlformats.org/officeDocument/2006/relationships/tags" Target="../tags/tag326.xml"/><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image" Target="../media/image23.jpe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1miz-P814451-IQSBTR2G-1920x1279"/>
          <p:cNvPicPr>
            <a:picLocks noChangeAspect="1"/>
          </p:cNvPicPr>
          <p:nvPr/>
        </p:nvPicPr>
        <p:blipFill>
          <a:blip r:embed="rId1">
            <a:alphaModFix amt="50000"/>
          </a:blip>
          <a:stretch>
            <a:fillRect/>
          </a:stretch>
        </p:blipFill>
        <p:spPr>
          <a:xfrm>
            <a:off x="0" y="0"/>
            <a:ext cx="12191365" cy="6858000"/>
          </a:xfrm>
          <a:prstGeom prst="rect">
            <a:avLst/>
          </a:prstGeom>
        </p:spPr>
      </p:pic>
      <p:sp>
        <p:nvSpPr>
          <p:cNvPr id="7" name="矩形 6"/>
          <p:cNvSpPr/>
          <p:nvPr/>
        </p:nvSpPr>
        <p:spPr>
          <a:xfrm>
            <a:off x="-10795" y="0"/>
            <a:ext cx="1220216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2" name="标题 1"/>
          <p:cNvSpPr>
            <a:spLocks noGrp="1"/>
          </p:cNvSpPr>
          <p:nvPr>
            <p:ph type="ctrTitle"/>
          </p:nvPr>
        </p:nvSpPr>
        <p:spPr>
          <a:xfrm>
            <a:off x="1777365" y="1957070"/>
            <a:ext cx="8647430" cy="1193800"/>
          </a:xfrm>
        </p:spPr>
        <p:txBody>
          <a:bodyPr>
            <a:normAutofit/>
          </a:bodyPr>
          <a:lstStyle/>
          <a:p>
            <a:pPr algn="ctr"/>
            <a:r>
              <a:rPr lang="zh-CN" altLang="en-US" b="1" dirty="0">
                <a:solidFill>
                  <a:schemeClr val="bg1"/>
                </a:solidFill>
                <a:latin typeface="微软雅黑" panose="020B0503020204020204" charset="-122"/>
                <a:ea typeface="微软雅黑" panose="020B0503020204020204" charset="-122"/>
              </a:rPr>
              <a:t>知识产权专题培训专利篇</a:t>
            </a:r>
            <a:endParaRPr lang="en-US" altLang="zh-CN" b="1" dirty="0">
              <a:solidFill>
                <a:schemeClr val="bg1"/>
              </a:solidFill>
              <a:latin typeface="微软雅黑" panose="020B0503020204020204" charset="-122"/>
              <a:ea typeface="微软雅黑" panose="020B0503020204020204" charset="-122"/>
            </a:endParaRPr>
          </a:p>
        </p:txBody>
      </p:sp>
      <p:sp>
        <p:nvSpPr>
          <p:cNvPr id="5" name="文本框 4"/>
          <p:cNvSpPr txBox="1"/>
          <p:nvPr/>
        </p:nvSpPr>
        <p:spPr>
          <a:xfrm>
            <a:off x="4857750" y="4308475"/>
            <a:ext cx="2486660" cy="337185"/>
          </a:xfrm>
          <a:prstGeom prst="rect">
            <a:avLst/>
          </a:prstGeom>
          <a:noFill/>
        </p:spPr>
        <p:txBody>
          <a:bodyPr wrap="square" rtlCol="0" anchor="t">
            <a:spAutoFit/>
          </a:bodyPr>
          <a:p>
            <a:pPr marL="0" indent="0" algn="ctr" eaLnBrk="1" hangingPunct="1">
              <a:lnSpc>
                <a:spcPct val="80000"/>
              </a:lnSpc>
              <a:buNone/>
            </a:pPr>
            <a:r>
              <a:rPr lang="zh-CN" altLang="en-US" sz="2000" b="1" dirty="0">
                <a:solidFill>
                  <a:schemeClr val="bg1"/>
                </a:solidFill>
                <a:latin typeface="微软雅黑" panose="020B0503020204020204" charset="-122"/>
                <a:ea typeface="微软雅黑" panose="020B0503020204020204" charset="-122"/>
                <a:cs typeface="思源黑体 CN Bold" panose="020B0800000000000000" charset="-122"/>
                <a:sym typeface="+mn-ea"/>
              </a:rPr>
              <a:t>讲述人：丁锐</a:t>
            </a:r>
            <a:endParaRPr lang="zh-CN" altLang="en-US" sz="2000" b="1"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1miz-P814451-IQSBTR2G-1920x1279"/>
          <p:cNvPicPr>
            <a:picLocks noChangeAspect="1"/>
          </p:cNvPicPr>
          <p:nvPr/>
        </p:nvPicPr>
        <p:blipFill>
          <a:blip r:embed="rId1">
            <a:alphaModFix amt="50000"/>
          </a:blip>
          <a:stretch>
            <a:fillRect/>
          </a:stretch>
        </p:blipFill>
        <p:spPr>
          <a:xfrm>
            <a:off x="0" y="0"/>
            <a:ext cx="12191365" cy="6858000"/>
          </a:xfrm>
          <a:prstGeom prst="rect">
            <a:avLst/>
          </a:prstGeom>
        </p:spPr>
      </p:pic>
      <p:sp>
        <p:nvSpPr>
          <p:cNvPr id="7" name="矩形 6"/>
          <p:cNvSpPr/>
          <p:nvPr/>
        </p:nvSpPr>
        <p:spPr>
          <a:xfrm>
            <a:off x="-10160" y="0"/>
            <a:ext cx="12202160" cy="6858000"/>
          </a:xfrm>
          <a:prstGeom prst="rect">
            <a:avLst/>
          </a:prstGeom>
          <a:solidFill>
            <a:schemeClr val="tx1">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grpSp>
        <p:nvGrpSpPr>
          <p:cNvPr id="2" name="组合 1"/>
          <p:cNvGrpSpPr/>
          <p:nvPr/>
        </p:nvGrpSpPr>
        <p:grpSpPr>
          <a:xfrm>
            <a:off x="5844540" y="1035050"/>
            <a:ext cx="5067935" cy="4081780"/>
            <a:chOff x="11085" y="1583"/>
            <a:chExt cx="7981" cy="6428"/>
          </a:xfrm>
        </p:grpSpPr>
        <p:sp>
          <p:nvSpPr>
            <p:cNvPr id="20" name="文本框 19"/>
            <p:cNvSpPr txBox="1"/>
            <p:nvPr/>
          </p:nvSpPr>
          <p:spPr>
            <a:xfrm>
              <a:off x="11085" y="4378"/>
              <a:ext cx="7981" cy="3633"/>
            </a:xfrm>
            <a:prstGeom prst="rect">
              <a:avLst/>
            </a:prstGeom>
            <a:noFill/>
          </p:spPr>
          <p:txBody>
            <a:bodyPr wrap="square" rtlCol="0" anchor="t">
              <a:spAutoFit/>
            </a:bodyPr>
            <a:p>
              <a:pPr algn="l">
                <a:lnSpc>
                  <a:spcPct val="150000"/>
                </a:lnSpc>
              </a:pPr>
              <a:r>
                <a:rPr lang="en-US" altLang="zh-CN" sz="2400" b="1">
                  <a:solidFill>
                    <a:schemeClr val="bg1"/>
                  </a:solidFill>
                  <a:latin typeface="微软雅黑" panose="020B0503020204020204" charset="-122"/>
                  <a:ea typeface="微软雅黑" panose="020B0503020204020204" charset="-122"/>
                  <a:cs typeface="微软雅黑" panose="020B0503020204020204" charset="-122"/>
                </a:rPr>
                <a:t>1</a:t>
              </a:r>
              <a:r>
                <a:rPr lang="zh-CN" altLang="en-US" sz="2400" b="1">
                  <a:solidFill>
                    <a:schemeClr val="bg1"/>
                  </a:solidFill>
                  <a:latin typeface="微软雅黑" panose="020B0503020204020204" charset="-122"/>
                  <a:ea typeface="微软雅黑" panose="020B0503020204020204" charset="-122"/>
                  <a:cs typeface="微软雅黑" panose="020B0503020204020204" charset="-122"/>
                </a:rPr>
                <a:t>、知识产权及专利概念</a:t>
              </a:r>
              <a:endParaRPr lang="zh-CN" altLang="en-US" sz="2400" b="1">
                <a:solidFill>
                  <a:schemeClr val="bg1"/>
                </a:solidFill>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400" b="1">
                  <a:solidFill>
                    <a:schemeClr val="bg1"/>
                  </a:solidFill>
                  <a:latin typeface="微软雅黑" panose="020B0503020204020204" charset="-122"/>
                  <a:ea typeface="微软雅黑" panose="020B0503020204020204" charset="-122"/>
                  <a:cs typeface="微软雅黑" panose="020B0503020204020204" charset="-122"/>
                </a:rPr>
                <a:t>2</a:t>
              </a:r>
              <a:r>
                <a:rPr lang="zh-CN" altLang="en-US" sz="2400" b="1">
                  <a:solidFill>
                    <a:schemeClr val="bg1"/>
                  </a:solidFill>
                  <a:latin typeface="微软雅黑" panose="020B0503020204020204" charset="-122"/>
                  <a:ea typeface="微软雅黑" panose="020B0503020204020204" charset="-122"/>
                  <a:cs typeface="微软雅黑" panose="020B0503020204020204" charset="-122"/>
                </a:rPr>
                <a:t>、如何发现专利点</a:t>
              </a:r>
              <a:endParaRPr lang="zh-CN" altLang="en-US" sz="2400" b="1">
                <a:solidFill>
                  <a:schemeClr val="bg1"/>
                </a:solidFill>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400" b="1">
                  <a:solidFill>
                    <a:schemeClr val="bg1"/>
                  </a:solidFill>
                  <a:latin typeface="微软雅黑" panose="020B0503020204020204" charset="-122"/>
                  <a:ea typeface="微软雅黑" panose="020B0503020204020204" charset="-122"/>
                  <a:cs typeface="微软雅黑" panose="020B0503020204020204" charset="-122"/>
                </a:rPr>
                <a:t>3</a:t>
              </a:r>
              <a:r>
                <a:rPr lang="zh-CN" altLang="en-US" sz="2400" b="1">
                  <a:solidFill>
                    <a:schemeClr val="bg1"/>
                  </a:solidFill>
                  <a:latin typeface="微软雅黑" panose="020B0503020204020204" charset="-122"/>
                  <a:ea typeface="微软雅黑" panose="020B0503020204020204" charset="-122"/>
                  <a:cs typeface="微软雅黑" panose="020B0503020204020204" charset="-122"/>
                </a:rPr>
                <a:t>、专利申请流程与奖励制度</a:t>
              </a:r>
              <a:endParaRPr lang="zh-CN" altLang="en-US" sz="2400" b="1">
                <a:solidFill>
                  <a:schemeClr val="bg1"/>
                </a:solidFill>
                <a:latin typeface="微软雅黑" panose="020B0503020204020204" charset="-122"/>
                <a:ea typeface="微软雅黑" panose="020B0503020204020204" charset="-122"/>
                <a:cs typeface="微软雅黑" panose="020B0503020204020204" charset="-122"/>
              </a:endParaRPr>
            </a:p>
            <a:p>
              <a:pPr algn="l">
                <a:lnSpc>
                  <a:spcPct val="150000"/>
                </a:lnSpc>
              </a:pPr>
              <a:r>
                <a:rPr lang="en-US" altLang="zh-CN" sz="2400" b="1">
                  <a:solidFill>
                    <a:schemeClr val="bg1"/>
                  </a:solidFill>
                  <a:latin typeface="微软雅黑" panose="020B0503020204020204" charset="-122"/>
                  <a:ea typeface="微软雅黑" panose="020B0503020204020204" charset="-122"/>
                  <a:cs typeface="微软雅黑" panose="020B0503020204020204" charset="-122"/>
                </a:rPr>
                <a:t>4</a:t>
              </a:r>
              <a:r>
                <a:rPr lang="zh-CN" altLang="en-US" sz="2400" b="1">
                  <a:solidFill>
                    <a:schemeClr val="bg1"/>
                  </a:solidFill>
                  <a:latin typeface="微软雅黑" panose="020B0503020204020204" charset="-122"/>
                  <a:ea typeface="微软雅黑" panose="020B0503020204020204" charset="-122"/>
                  <a:cs typeface="微软雅黑" panose="020B0503020204020204" charset="-122"/>
                </a:rPr>
                <a:t>、专利规避</a:t>
              </a:r>
              <a:endParaRPr lang="zh-CN" altLang="en-US" sz="24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13557" y="1583"/>
              <a:ext cx="3038" cy="1210"/>
            </a:xfrm>
            <a:prstGeom prst="rect">
              <a:avLst/>
            </a:prstGeom>
            <a:noFill/>
          </p:spPr>
          <p:txBody>
            <a:bodyPr wrap="square" rtlCol="0">
              <a:spAutoFit/>
            </a:bodyPr>
            <a:p>
              <a:pPr algn="dist"/>
              <a:r>
                <a:rPr lang="zh-CN" altLang="en-US" sz="4400" b="1">
                  <a:solidFill>
                    <a:schemeClr val="bg1"/>
                  </a:solidFill>
                  <a:latin typeface="微软雅黑" panose="020B0503020204020204" charset="-122"/>
                  <a:ea typeface="微软雅黑" panose="020B0503020204020204" charset="-122"/>
                </a:rPr>
                <a:t>目录</a:t>
              </a:r>
              <a:endParaRPr lang="en-US" altLang="zh-CN" b="1">
                <a:solidFill>
                  <a:schemeClr val="bg1"/>
                </a:solidFill>
                <a:latin typeface="微软雅黑" panose="020B0503020204020204" charset="-122"/>
                <a:ea typeface="微软雅黑" panose="020B0503020204020204" charset="-122"/>
              </a:endParaRPr>
            </a:p>
          </p:txBody>
        </p:sp>
        <p:sp>
          <p:nvSpPr>
            <p:cNvPr id="23" name="文本框 22"/>
            <p:cNvSpPr txBox="1"/>
            <p:nvPr/>
          </p:nvSpPr>
          <p:spPr>
            <a:xfrm>
              <a:off x="13244" y="2793"/>
              <a:ext cx="3664" cy="531"/>
            </a:xfrm>
            <a:prstGeom prst="rect">
              <a:avLst/>
            </a:prstGeom>
            <a:noFill/>
          </p:spPr>
          <p:txBody>
            <a:bodyPr wrap="square" rtlCol="0" anchor="t">
              <a:spAutoFit/>
            </a:bodyPr>
            <a:p>
              <a:pPr algn="dist"/>
              <a:r>
                <a:rPr lang="en-US" altLang="zh-CN" sz="1600" b="1">
                  <a:solidFill>
                    <a:schemeClr val="bg1"/>
                  </a:solidFill>
                  <a:latin typeface="微软雅黑" panose="020B0503020204020204" charset="-122"/>
                  <a:ea typeface="微软雅黑" panose="020B0503020204020204" charset="-122"/>
                  <a:sym typeface="+mn-ea"/>
                </a:rPr>
                <a:t>CONTENTS</a:t>
              </a:r>
              <a:endParaRPr lang="en-US" altLang="zh-CN" sz="1600" b="1">
                <a:solidFill>
                  <a:schemeClr val="bg1"/>
                </a:solidFill>
                <a:latin typeface="微软雅黑" panose="020B0503020204020204" charset="-122"/>
                <a:ea typeface="微软雅黑" panose="020B0503020204020204" charset="-122"/>
                <a:sym typeface="+mn-ea"/>
              </a:endParaRPr>
            </a:p>
          </p:txBody>
        </p:sp>
      </p:grpSp>
      <p:sp>
        <p:nvSpPr>
          <p:cNvPr id="3" name="任意多边形 2"/>
          <p:cNvSpPr/>
          <p:nvPr/>
        </p:nvSpPr>
        <p:spPr>
          <a:xfrm>
            <a:off x="-10160" y="0"/>
            <a:ext cx="5313680" cy="5603875"/>
          </a:xfrm>
          <a:custGeom>
            <a:avLst/>
            <a:gdLst/>
            <a:ahLst/>
            <a:cxnLst>
              <a:cxn ang="3">
                <a:pos x="hc" y="t"/>
              </a:cxn>
              <a:cxn ang="cd2">
                <a:pos x="l" y="vc"/>
              </a:cxn>
              <a:cxn ang="cd4">
                <a:pos x="hc" y="b"/>
              </a:cxn>
              <a:cxn ang="0">
                <a:pos x="r" y="vc"/>
              </a:cxn>
            </a:cxnLst>
            <a:rect l="l" t="t" r="r" b="b"/>
            <a:pathLst>
              <a:path w="8908" h="9651">
                <a:moveTo>
                  <a:pt x="0" y="0"/>
                </a:moveTo>
                <a:lnTo>
                  <a:pt x="8713" y="0"/>
                </a:lnTo>
                <a:lnTo>
                  <a:pt x="8727" y="63"/>
                </a:lnTo>
                <a:cubicBezTo>
                  <a:pt x="8846" y="607"/>
                  <a:pt x="8908" y="1172"/>
                  <a:pt x="8908" y="1751"/>
                </a:cubicBezTo>
                <a:cubicBezTo>
                  <a:pt x="8908" y="6114"/>
                  <a:pt x="5371" y="9651"/>
                  <a:pt x="1008" y="9651"/>
                </a:cubicBezTo>
                <a:cubicBezTo>
                  <a:pt x="667" y="9651"/>
                  <a:pt x="331" y="9629"/>
                  <a:pt x="2" y="9588"/>
                </a:cubicBezTo>
                <a:lnTo>
                  <a:pt x="0" y="9587"/>
                </a:lnTo>
                <a:lnTo>
                  <a:pt x="0" y="0"/>
                </a:lnTo>
                <a:close/>
              </a:path>
            </a:pathLst>
          </a:custGeom>
          <a:blipFill rotWithShape="1">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3" grpId="0" animBg="1"/>
      <p:bldP spid="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1miz-P814451-IQSBTR2G-1920x1279"/>
          <p:cNvPicPr>
            <a:picLocks noChangeAspect="1"/>
          </p:cNvPicPr>
          <p:nvPr/>
        </p:nvPicPr>
        <p:blipFill>
          <a:blip r:embed="rId1">
            <a:alphaModFix amt="50000"/>
          </a:blip>
          <a:stretch>
            <a:fillRect/>
          </a:stretch>
        </p:blipFill>
        <p:spPr>
          <a:xfrm>
            <a:off x="0" y="0"/>
            <a:ext cx="12191365" cy="6858000"/>
          </a:xfrm>
          <a:prstGeom prst="rect">
            <a:avLst/>
          </a:prstGeom>
        </p:spPr>
      </p:pic>
      <p:sp>
        <p:nvSpPr>
          <p:cNvPr id="2" name="矩形 1"/>
          <p:cNvSpPr/>
          <p:nvPr/>
        </p:nvSpPr>
        <p:spPr>
          <a:xfrm>
            <a:off x="-10795" y="0"/>
            <a:ext cx="1220216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grpSp>
        <p:nvGrpSpPr>
          <p:cNvPr id="3" name="组合 2"/>
          <p:cNvGrpSpPr/>
          <p:nvPr/>
        </p:nvGrpSpPr>
        <p:grpSpPr>
          <a:xfrm>
            <a:off x="683260" y="1532255"/>
            <a:ext cx="6163945" cy="2812415"/>
            <a:chOff x="621" y="1363"/>
            <a:chExt cx="9707" cy="4429"/>
          </a:xfrm>
        </p:grpSpPr>
        <p:sp>
          <p:nvSpPr>
            <p:cNvPr id="8" name="文本框 7"/>
            <p:cNvSpPr txBox="1"/>
            <p:nvPr/>
          </p:nvSpPr>
          <p:spPr>
            <a:xfrm>
              <a:off x="621" y="1363"/>
              <a:ext cx="3097" cy="2082"/>
            </a:xfrm>
            <a:prstGeom prst="rect">
              <a:avLst/>
            </a:prstGeom>
            <a:noFill/>
            <a:effectLst>
              <a:outerShdw blurRad="50800" dist="38100" dir="2700000" algn="tl" rotWithShape="0">
                <a:prstClr val="black">
                  <a:alpha val="40000"/>
                </a:prstClr>
              </a:outerShdw>
            </a:effectLst>
          </p:spPr>
          <p:txBody>
            <a:bodyPr wrap="square" rtlCol="0">
              <a:spAutoFit/>
            </a:bodyPr>
            <a:p>
              <a:pPr algn="l"/>
              <a:r>
                <a:rPr lang="en-US" altLang="zh-CN" sz="8000" b="1">
                  <a:solidFill>
                    <a:schemeClr val="bg1"/>
                  </a:solidFill>
                  <a:latin typeface="微软雅黑" panose="020B0503020204020204" charset="-122"/>
                  <a:ea typeface="微软雅黑" panose="020B0503020204020204" charset="-122"/>
                </a:rPr>
                <a:t>01</a:t>
              </a:r>
              <a:endParaRPr lang="en-US" altLang="zh-CN" sz="8000" b="1">
                <a:solidFill>
                  <a:schemeClr val="bg1"/>
                </a:solidFill>
                <a:latin typeface="微软雅黑" panose="020B0503020204020204" charset="-122"/>
                <a:ea typeface="微软雅黑" panose="020B0503020204020204" charset="-122"/>
              </a:endParaRPr>
            </a:p>
          </p:txBody>
        </p:sp>
        <p:sp>
          <p:nvSpPr>
            <p:cNvPr id="11" name="矩形 10"/>
            <p:cNvSpPr/>
            <p:nvPr/>
          </p:nvSpPr>
          <p:spPr>
            <a:xfrm>
              <a:off x="621" y="3445"/>
              <a:ext cx="9707" cy="2347"/>
            </a:xfrm>
            <a:prstGeom prst="rect">
              <a:avLst/>
            </a:prstGeom>
            <a:noFill/>
            <a:ln w="38100" cap="rnd" cmpd="sng">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4000" b="1">
                  <a:solidFill>
                    <a:schemeClr val="bg1"/>
                  </a:solidFill>
                  <a:latin typeface="微软雅黑" panose="020B0503020204020204" charset="-122"/>
                  <a:ea typeface="微软雅黑" panose="020B0503020204020204" charset="-122"/>
                  <a:sym typeface="+mn-ea"/>
                </a:rPr>
                <a:t>专利概念</a:t>
              </a:r>
              <a:endParaRPr lang="zh-CN" altLang="en-US" sz="4000" b="1">
                <a:solidFill>
                  <a:schemeClr val="bg1"/>
                </a:solidFill>
                <a:latin typeface="微软雅黑" panose="020B0503020204020204" charset="-122"/>
                <a:ea typeface="微软雅黑" panose="020B0503020204020204" charset="-122"/>
                <a:sym typeface="+mn-ea"/>
              </a:endParaRPr>
            </a:p>
          </p:txBody>
        </p:sp>
      </p:grpSp>
      <p:sp>
        <p:nvSpPr>
          <p:cNvPr id="5" name="文本框 4"/>
          <p:cNvSpPr txBox="1"/>
          <p:nvPr/>
        </p:nvSpPr>
        <p:spPr>
          <a:xfrm>
            <a:off x="3825875" y="3252470"/>
            <a:ext cx="4064000" cy="1753235"/>
          </a:xfrm>
          <a:prstGeom prst="rect">
            <a:avLst/>
          </a:prstGeom>
          <a:noFill/>
        </p:spPr>
        <p:txBody>
          <a:bodyPr wrap="square" rtlCol="0" anchor="t">
            <a:spAutoFit/>
          </a:bodyPr>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专利定义</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专利特点</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algn="l" eaLnBrk="1" hangingPunct="1">
              <a:lnSpc>
                <a:spcPct val="150000"/>
              </a:lnSpc>
              <a:buClrTx/>
              <a:buSzTx/>
              <a:buFontTx/>
              <a:buNone/>
            </a:pP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不能获得专利的情况</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algn="l" eaLnBrk="1" hangingPunct="1">
              <a:lnSpc>
                <a:spcPct val="150000"/>
              </a:lnSpc>
              <a:buClrTx/>
              <a:buSzTx/>
              <a:buFontTx/>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专利类型</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34127" y="558679"/>
            <a:ext cx="2621280" cy="485140"/>
          </a:xfrm>
          <a:prstGeom prst="rect">
            <a:avLst/>
          </a:prstGeom>
        </p:spPr>
        <p:txBody>
          <a:bodyPr wrap="none">
            <a:spAutoFit/>
          </a:bodyPr>
          <a:lstStyle/>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知识产权定义</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22" name="Freeform 13"/>
            <p:cNvSpPr/>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3" name="Freeform 13"/>
            <p:cNvSpPr/>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grpSp>
        <p:nvGrpSpPr>
          <p:cNvPr id="12" name="组合 11"/>
          <p:cNvGrpSpPr/>
          <p:nvPr/>
        </p:nvGrpSpPr>
        <p:grpSpPr>
          <a:xfrm>
            <a:off x="5647690" y="1750060"/>
            <a:ext cx="5757545" cy="4980305"/>
            <a:chOff x="9647" y="3859"/>
            <a:chExt cx="9067" cy="7843"/>
          </a:xfrm>
        </p:grpSpPr>
        <p:sp>
          <p:nvSpPr>
            <p:cNvPr id="8" name="矩形 7"/>
            <p:cNvSpPr/>
            <p:nvPr/>
          </p:nvSpPr>
          <p:spPr>
            <a:xfrm>
              <a:off x="9647" y="3859"/>
              <a:ext cx="2097" cy="1440"/>
            </a:xfrm>
            <a:prstGeom prst="rect">
              <a:avLst/>
            </a:prstGeom>
            <a:solidFill>
              <a:srgbClr val="945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9919" y="4086"/>
              <a:ext cx="8795" cy="7616"/>
            </a:xfrm>
            <a:prstGeom prst="rect">
              <a:avLst/>
            </a:prstGeom>
            <a:solidFill>
              <a:srgbClr val="FFFFFF"/>
            </a:solidFill>
            <a:ln>
              <a:solidFill>
                <a:srgbClr val="C9BDB3"/>
              </a:solidFill>
            </a:ln>
          </p:spPr>
          <p:txBody>
            <a:bodyPr wrap="square" rtlCol="0" anchor="t">
              <a:noAutofit/>
            </a:bodyPr>
            <a:p>
              <a:pPr marL="0" indent="0" fontAlgn="auto">
                <a:lnSpc>
                  <a:spcPct val="150000"/>
                </a:lnSpc>
                <a:buNone/>
              </a:pPr>
              <a:r>
                <a:rPr lang="zh-CN" altLang="zh-CN" sz="2000" dirty="0">
                  <a:latin typeface="微软雅黑" panose="020B0503020204020204" charset="-122"/>
                  <a:ea typeface="微软雅黑" panose="020B0503020204020204" charset="-122"/>
                  <a:cs typeface="思源黑体 Light" panose="020B0300000000000000" charset="-122"/>
                  <a:sym typeface="+mn-ea"/>
                </a:rPr>
                <a:t>知识产权，是“基于创造成果和工商标记依法产生的权利的统称”。最主要的三种知识产权是著作权、专利权和商标权。</a:t>
              </a:r>
              <a:endParaRPr lang="zh-CN" altLang="zh-CN" sz="2000" dirty="0">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zh-CN" altLang="zh-CN" sz="2000" dirty="0">
                  <a:latin typeface="微软雅黑" panose="020B0503020204020204" charset="-122"/>
                  <a:ea typeface="微软雅黑" panose="020B0503020204020204" charset="-122"/>
                  <a:cs typeface="思源黑体 Light" panose="020B0300000000000000" charset="-122"/>
                  <a:sym typeface="+mn-ea"/>
                </a:rPr>
                <a:t>民法典中第一百二十三条规定：“民事主体依法享有知识产权。知识产权是权利人依法就下列客体享有的专有的权利：（一）作品；（二）发明、实用新型、外观设计；（三）商标；（四）地理标志；（五）商业秘密；（六）集成电路布图设计；（七）植物新品种；（八）法律规定的其他客体。”</a:t>
              </a:r>
              <a:endParaRPr lang="zh-CN" altLang="zh-CN" sz="2000" dirty="0">
                <a:latin typeface="微软雅黑" panose="020B0503020204020204" charset="-122"/>
                <a:ea typeface="微软雅黑" panose="020B0503020204020204" charset="-122"/>
                <a:cs typeface="思源黑体 Light" panose="020B0300000000000000" charset="-122"/>
                <a:sym typeface="+mn-ea"/>
              </a:endParaRPr>
            </a:p>
          </p:txBody>
        </p:sp>
      </p:grpSp>
      <p:pic>
        <p:nvPicPr>
          <p:cNvPr id="7" name="图片 6" descr="51miz-P222007-0DC55B60-3840x2562"/>
          <p:cNvPicPr>
            <a:picLocks noChangeAspect="1"/>
          </p:cNvPicPr>
          <p:nvPr/>
        </p:nvPicPr>
        <p:blipFill>
          <a:blip r:embed="rId1"/>
          <a:stretch>
            <a:fillRect/>
          </a:stretch>
        </p:blipFill>
        <p:spPr>
          <a:xfrm>
            <a:off x="479425" y="1750060"/>
            <a:ext cx="4813935" cy="3213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34127" y="558679"/>
            <a:ext cx="1808480" cy="485140"/>
          </a:xfrm>
          <a:prstGeom prst="rect">
            <a:avLst/>
          </a:prstGeom>
        </p:spPr>
        <p:txBody>
          <a:bodyPr wrap="none">
            <a:spAutoFit/>
          </a:bodyPr>
          <a:lstStyle/>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专利定义</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22" name="Freeform 13"/>
            <p:cNvSpPr/>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3" name="Freeform 13"/>
            <p:cNvSpPr/>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grpSp>
        <p:nvGrpSpPr>
          <p:cNvPr id="12" name="组合 11"/>
          <p:cNvGrpSpPr/>
          <p:nvPr/>
        </p:nvGrpSpPr>
        <p:grpSpPr>
          <a:xfrm>
            <a:off x="5647690" y="1750060"/>
            <a:ext cx="5757545" cy="2142490"/>
            <a:chOff x="9647" y="3859"/>
            <a:chExt cx="9067" cy="3374"/>
          </a:xfrm>
        </p:grpSpPr>
        <p:sp>
          <p:nvSpPr>
            <p:cNvPr id="8" name="矩形 7"/>
            <p:cNvSpPr/>
            <p:nvPr/>
          </p:nvSpPr>
          <p:spPr>
            <a:xfrm>
              <a:off x="9647" y="3859"/>
              <a:ext cx="2097" cy="1440"/>
            </a:xfrm>
            <a:prstGeom prst="rect">
              <a:avLst/>
            </a:prstGeom>
            <a:solidFill>
              <a:srgbClr val="945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9919" y="4086"/>
              <a:ext cx="8795" cy="3147"/>
            </a:xfrm>
            <a:prstGeom prst="rect">
              <a:avLst/>
            </a:prstGeom>
            <a:solidFill>
              <a:srgbClr val="FFFFFF"/>
            </a:solidFill>
            <a:ln>
              <a:solidFill>
                <a:srgbClr val="C9BDB3"/>
              </a:solidFill>
            </a:ln>
          </p:spPr>
          <p:txBody>
            <a:bodyPr wrap="square" rtlCol="0" anchor="t">
              <a:noAutofit/>
            </a:bodyPr>
            <a:p>
              <a:pPr marL="0" indent="0" fontAlgn="auto">
                <a:lnSpc>
                  <a:spcPct val="150000"/>
                </a:lnSpc>
                <a:buNone/>
              </a:pPr>
              <a:r>
                <a:rPr lang="zh-CN"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rPr>
                <a:t>专利：又称专利权，</a:t>
              </a:r>
              <a:r>
                <a:rPr lang="zh-CN" altLang="zh-CN" sz="2000" dirty="0">
                  <a:latin typeface="微软雅黑" panose="020B0503020204020204" charset="-122"/>
                  <a:ea typeface="微软雅黑" panose="020B0503020204020204" charset="-122"/>
                  <a:cs typeface="思源黑体 Light" panose="020B0300000000000000" charset="-122"/>
                  <a:sym typeface="+mn-ea"/>
                </a:rPr>
                <a:t>是指一项发明创造，即发明、实用新型或外观设计向国家专利局提出的专利申请，经依法审查合格后，向专利申请人授予的在规定的时间内对该发明创造享有的专有权。</a:t>
              </a:r>
              <a:endParaRPr lang="zh-CN"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endParaRPr>
            </a:p>
          </p:txBody>
        </p:sp>
      </p:grpSp>
      <p:pic>
        <p:nvPicPr>
          <p:cNvPr id="7" name="图片 6" descr="51miz-P222007-0DC55B60-3840x2562"/>
          <p:cNvPicPr>
            <a:picLocks noChangeAspect="1"/>
          </p:cNvPicPr>
          <p:nvPr/>
        </p:nvPicPr>
        <p:blipFill>
          <a:blip r:embed="rId1"/>
          <a:stretch>
            <a:fillRect/>
          </a:stretch>
        </p:blipFill>
        <p:spPr>
          <a:xfrm>
            <a:off x="479425" y="1750060"/>
            <a:ext cx="4813935" cy="3213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34127" y="558679"/>
            <a:ext cx="5466080" cy="485140"/>
          </a:xfrm>
          <a:prstGeom prst="rect">
            <a:avLst/>
          </a:prstGeom>
        </p:spPr>
        <p:txBody>
          <a:bodyPr wrap="none">
            <a:spAutoFit/>
          </a:bodyPr>
          <a:lstStyle/>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申请专利对应企业和个人意义</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22" name="Freeform 13"/>
            <p:cNvSpPr/>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3" name="Freeform 13"/>
            <p:cNvSpPr/>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grpSp>
        <p:nvGrpSpPr>
          <p:cNvPr id="12" name="组合 11"/>
          <p:cNvGrpSpPr/>
          <p:nvPr/>
        </p:nvGrpSpPr>
        <p:grpSpPr>
          <a:xfrm>
            <a:off x="5647690" y="1750060"/>
            <a:ext cx="5757545" cy="4582795"/>
            <a:chOff x="9647" y="3859"/>
            <a:chExt cx="9067" cy="7217"/>
          </a:xfrm>
        </p:grpSpPr>
        <p:sp>
          <p:nvSpPr>
            <p:cNvPr id="8" name="矩形 7"/>
            <p:cNvSpPr/>
            <p:nvPr/>
          </p:nvSpPr>
          <p:spPr>
            <a:xfrm>
              <a:off x="9647" y="3859"/>
              <a:ext cx="2097" cy="1440"/>
            </a:xfrm>
            <a:prstGeom prst="rect">
              <a:avLst/>
            </a:prstGeom>
            <a:solidFill>
              <a:srgbClr val="945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 name="文本框 3"/>
            <p:cNvSpPr txBox="1"/>
            <p:nvPr/>
          </p:nvSpPr>
          <p:spPr>
            <a:xfrm>
              <a:off x="9919" y="4086"/>
              <a:ext cx="8795" cy="3460"/>
            </a:xfrm>
            <a:prstGeom prst="rect">
              <a:avLst/>
            </a:prstGeom>
            <a:solidFill>
              <a:srgbClr val="FFFFFF"/>
            </a:solidFill>
            <a:ln>
              <a:solidFill>
                <a:srgbClr val="C9BDB3"/>
              </a:solidFill>
            </a:ln>
          </p:spPr>
          <p:txBody>
            <a:bodyPr wrap="square" rtlCol="0" anchor="t">
              <a:noAutofit/>
            </a:bodyPr>
            <a:p>
              <a:pPr marL="0" indent="0" fontAlgn="auto">
                <a:lnSpc>
                  <a:spcPct val="150000"/>
                </a:lnSpc>
                <a:buNone/>
              </a:pPr>
              <a:r>
                <a:rPr lang="zh-CN"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rPr>
                <a:t>企业：</a:t>
              </a:r>
              <a:endParaRPr lang="zh-CN"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en-US" altLang="zh-CN" dirty="0">
                  <a:solidFill>
                    <a:schemeClr val="tx1"/>
                  </a:solidFill>
                  <a:latin typeface="微软雅黑" panose="020B0503020204020204" charset="-122"/>
                  <a:ea typeface="微软雅黑" panose="020B0503020204020204" charset="-122"/>
                  <a:cs typeface="思源黑体 Light" panose="020B0300000000000000" charset="-122"/>
                  <a:sym typeface="+mn-ea"/>
                </a:rPr>
                <a:t>1</a:t>
              </a:r>
              <a:r>
                <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rPr>
                <a:t>）保护核心知识产权和技术成果，提高竞争优势；</a:t>
              </a:r>
              <a:endParaRPr lang="zh-CN" altLang="zh-CN" dirty="0">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en-US" altLang="zh-CN" dirty="0">
                  <a:solidFill>
                    <a:schemeClr val="tx1"/>
                  </a:solidFill>
                  <a:latin typeface="微软雅黑" panose="020B0503020204020204" charset="-122"/>
                  <a:ea typeface="微软雅黑" panose="020B0503020204020204" charset="-122"/>
                  <a:cs typeface="思源黑体 Light" panose="020B0300000000000000" charset="-122"/>
                  <a:sym typeface="+mn-ea"/>
                </a:rPr>
                <a:t>2</a:t>
              </a:r>
              <a:r>
                <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rPr>
                <a:t>）获得政府创新奖励和扶持；</a:t>
              </a:r>
              <a:endPar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en-US" altLang="zh-CN" dirty="0">
                  <a:solidFill>
                    <a:schemeClr val="tx1"/>
                  </a:solidFill>
                  <a:latin typeface="微软雅黑" panose="020B0503020204020204" charset="-122"/>
                  <a:ea typeface="微软雅黑" panose="020B0503020204020204" charset="-122"/>
                  <a:cs typeface="思源黑体 Light" panose="020B0300000000000000" charset="-122"/>
                  <a:sym typeface="+mn-ea"/>
                </a:rPr>
                <a:t>3</a:t>
              </a:r>
              <a:r>
                <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rPr>
                <a:t>）上市必备要求；</a:t>
              </a:r>
              <a:endPar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en-US" altLang="zh-CN" dirty="0">
                  <a:solidFill>
                    <a:schemeClr val="tx1"/>
                  </a:solidFill>
                  <a:latin typeface="微软雅黑" panose="020B0503020204020204" charset="-122"/>
                  <a:ea typeface="微软雅黑" panose="020B0503020204020204" charset="-122"/>
                  <a:cs typeface="思源黑体 Light" panose="020B0300000000000000" charset="-122"/>
                  <a:sym typeface="+mn-ea"/>
                </a:rPr>
                <a:t>4</a:t>
              </a:r>
              <a:r>
                <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rPr>
                <a:t>）构建专利护城河，防止竞争对手恶意攻击。</a:t>
              </a:r>
              <a:endPar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endParaRPr lang="zh-CN" altLang="en-US" dirty="0">
                <a:solidFill>
                  <a:schemeClr val="tx1"/>
                </a:solidFill>
                <a:latin typeface="微软雅黑" panose="020B0503020204020204" charset="-122"/>
                <a:ea typeface="微软雅黑" panose="020B0503020204020204" charset="-122"/>
                <a:cs typeface="思源黑体 Light" panose="020B0300000000000000" charset="-122"/>
                <a:sym typeface="+mn-ea"/>
              </a:endParaRPr>
            </a:p>
          </p:txBody>
        </p:sp>
        <p:sp>
          <p:nvSpPr>
            <p:cNvPr id="5" name="文本框 4"/>
            <p:cNvSpPr txBox="1"/>
            <p:nvPr/>
          </p:nvSpPr>
          <p:spPr>
            <a:xfrm>
              <a:off x="9919" y="7929"/>
              <a:ext cx="8795" cy="3147"/>
            </a:xfrm>
            <a:prstGeom prst="rect">
              <a:avLst/>
            </a:prstGeom>
            <a:solidFill>
              <a:srgbClr val="FFFFFF"/>
            </a:solidFill>
            <a:ln>
              <a:solidFill>
                <a:srgbClr val="C9BDB3"/>
              </a:solidFill>
            </a:ln>
          </p:spPr>
          <p:txBody>
            <a:bodyPr wrap="square" rtlCol="0" anchor="t">
              <a:noAutofit/>
            </a:bodyPr>
            <a:p>
              <a:pPr marL="0" indent="0" fontAlgn="auto">
                <a:lnSpc>
                  <a:spcPct val="150000"/>
                </a:lnSpc>
                <a:buNone/>
              </a:pPr>
              <a:r>
                <a:rPr lang="zh-CN"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rPr>
                <a:t>个人：</a:t>
              </a:r>
              <a:endParaRPr lang="zh-CN"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en-US"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rPr>
                <a:t>1</a:t>
              </a:r>
              <a:r>
                <a:rPr lang="zh-CN" altLang="en-US" sz="2000" dirty="0">
                  <a:solidFill>
                    <a:schemeClr val="tx1"/>
                  </a:solidFill>
                  <a:latin typeface="微软雅黑" panose="020B0503020204020204" charset="-122"/>
                  <a:ea typeface="微软雅黑" panose="020B0503020204020204" charset="-122"/>
                  <a:cs typeface="思源黑体 Light" panose="020B0300000000000000" charset="-122"/>
                  <a:sym typeface="+mn-ea"/>
                </a:rPr>
                <a:t>）公司现金奖励、绩效考核、职等晋升；</a:t>
              </a:r>
              <a:endParaRPr lang="zh-CN" altLang="en-US" sz="2000"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en-US"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rPr>
                <a:t>2</a:t>
              </a:r>
              <a:r>
                <a:rPr lang="zh-CN" altLang="en-US" sz="2000" dirty="0">
                  <a:solidFill>
                    <a:schemeClr val="tx1"/>
                  </a:solidFill>
                  <a:latin typeface="微软雅黑" panose="020B0503020204020204" charset="-122"/>
                  <a:ea typeface="微软雅黑" panose="020B0503020204020204" charset="-122"/>
                  <a:cs typeface="思源黑体 Light" panose="020B0300000000000000" charset="-122"/>
                  <a:sym typeface="+mn-ea"/>
                </a:rPr>
                <a:t>）人才评选（集成电路入库、青优等等）；</a:t>
              </a:r>
              <a:endParaRPr lang="zh-CN" altLang="en-US" sz="2000"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fontAlgn="auto">
                <a:lnSpc>
                  <a:spcPct val="150000"/>
                </a:lnSpc>
                <a:buNone/>
              </a:pPr>
              <a:r>
                <a:rPr lang="en-US" altLang="zh-CN" sz="2000" dirty="0">
                  <a:solidFill>
                    <a:schemeClr val="tx1"/>
                  </a:solidFill>
                  <a:latin typeface="微软雅黑" panose="020B0503020204020204" charset="-122"/>
                  <a:ea typeface="微软雅黑" panose="020B0503020204020204" charset="-122"/>
                  <a:cs typeface="思源黑体 Light" panose="020B0300000000000000" charset="-122"/>
                  <a:sym typeface="+mn-ea"/>
                </a:rPr>
                <a:t>3</a:t>
              </a:r>
              <a:r>
                <a:rPr lang="zh-CN" altLang="en-US" sz="2000" dirty="0">
                  <a:solidFill>
                    <a:schemeClr val="tx1"/>
                  </a:solidFill>
                  <a:latin typeface="微软雅黑" panose="020B0503020204020204" charset="-122"/>
                  <a:ea typeface="微软雅黑" panose="020B0503020204020204" charset="-122"/>
                  <a:cs typeface="思源黑体 Light" panose="020B0300000000000000" charset="-122"/>
                  <a:sym typeface="+mn-ea"/>
                </a:rPr>
                <a:t>）职称评选。</a:t>
              </a:r>
              <a:endParaRPr lang="zh-CN" altLang="en-US" sz="2000" dirty="0">
                <a:solidFill>
                  <a:schemeClr val="tx1"/>
                </a:solidFill>
                <a:latin typeface="微软雅黑" panose="020B0503020204020204" charset="-122"/>
                <a:ea typeface="微软雅黑" panose="020B0503020204020204" charset="-122"/>
                <a:cs typeface="思源黑体 Light" panose="020B0300000000000000" charset="-122"/>
                <a:sym typeface="+mn-ea"/>
              </a:endParaRPr>
            </a:p>
          </p:txBody>
        </p:sp>
      </p:grpSp>
      <p:pic>
        <p:nvPicPr>
          <p:cNvPr id="7" name="图片 6" descr="51miz-P222007-0DC55B60-3840x2562"/>
          <p:cNvPicPr>
            <a:picLocks noChangeAspect="1"/>
          </p:cNvPicPr>
          <p:nvPr/>
        </p:nvPicPr>
        <p:blipFill>
          <a:blip r:embed="rId1"/>
          <a:stretch>
            <a:fillRect/>
          </a:stretch>
        </p:blipFill>
        <p:spPr>
          <a:xfrm>
            <a:off x="479425" y="1750060"/>
            <a:ext cx="4813935" cy="3213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7" name="圆角矩形 16"/>
          <p:cNvSpPr/>
          <p:nvPr/>
        </p:nvSpPr>
        <p:spPr>
          <a:xfrm>
            <a:off x="405130" y="1350010"/>
            <a:ext cx="11403965" cy="773430"/>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6055">
              <a:lnSpc>
                <a:spcPts val="2800"/>
              </a:lnSpc>
            </a:pPr>
            <a:r>
              <a:rPr lang="zh-CN" altLang="en-US" sz="1600" dirty="0" smtClean="0">
                <a:solidFill>
                  <a:schemeClr val="tx1"/>
                </a:solidFill>
                <a:latin typeface="微软雅黑" panose="020B0503020204020204" charset="-122"/>
                <a:ea typeface="微软雅黑" panose="020B0503020204020204" charset="-122"/>
              </a:rPr>
              <a:t>         </a:t>
            </a:r>
            <a:r>
              <a:rPr lang="en-US" altLang="zh-CN" sz="1600" dirty="0" smtClean="0">
                <a:solidFill>
                  <a:schemeClr val="tx1"/>
                </a:solidFill>
                <a:latin typeface="微软雅黑" panose="020B0503020204020204" charset="-122"/>
                <a:ea typeface="微软雅黑" panose="020B0503020204020204" charset="-122"/>
              </a:rPr>
              <a:t>         </a:t>
            </a:r>
            <a:r>
              <a:rPr lang="zh-CN" altLang="en-US" sz="1600" dirty="0" smtClean="0">
                <a:solidFill>
                  <a:schemeClr val="tx1"/>
                </a:solidFill>
                <a:latin typeface="微软雅黑" panose="020B0503020204020204" charset="-122"/>
                <a:ea typeface="微软雅黑" panose="020B0503020204020204" charset="-122"/>
              </a:rPr>
              <a:t>也叫“专有性”，指专利权人对其发明创造的制造、使用、销售、许诺销售和进出口的权利。</a:t>
            </a:r>
            <a:endParaRPr lang="zh-CN" altLang="en-US" sz="1600" dirty="0" smtClean="0">
              <a:solidFill>
                <a:schemeClr val="tx1"/>
              </a:solidFill>
              <a:latin typeface="微软雅黑" panose="020B0503020204020204" charset="-122"/>
              <a:ea typeface="微软雅黑" panose="020B0503020204020204" charset="-122"/>
            </a:endParaRPr>
          </a:p>
        </p:txBody>
      </p:sp>
      <p:sp>
        <p:nvSpPr>
          <p:cNvPr id="18" name="TextBox 17"/>
          <p:cNvSpPr txBox="1"/>
          <p:nvPr/>
        </p:nvSpPr>
        <p:spPr>
          <a:xfrm>
            <a:off x="671805" y="1560500"/>
            <a:ext cx="908574" cy="408194"/>
          </a:xfrm>
          <a:prstGeom prst="roundRect">
            <a:avLst/>
          </a:prstGeom>
          <a:solidFill>
            <a:schemeClr val="tx1">
              <a:lumMod val="50000"/>
              <a:lumOff val="50000"/>
            </a:schemeClr>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独占性</a:t>
            </a:r>
            <a:endParaRPr lang="en-US" altLang="zh-CN" b="1" dirty="0" smtClean="0">
              <a:solidFill>
                <a:schemeClr val="bg1"/>
              </a:solidFill>
              <a:latin typeface="微软雅黑" panose="020B0503020204020204" charset="-122"/>
              <a:ea typeface="微软雅黑" panose="020B0503020204020204" charset="-122"/>
            </a:endParaRPr>
          </a:p>
        </p:txBody>
      </p:sp>
      <p:sp>
        <p:nvSpPr>
          <p:cNvPr id="19" name="圆角矩形 18"/>
          <p:cNvSpPr/>
          <p:nvPr/>
        </p:nvSpPr>
        <p:spPr>
          <a:xfrm>
            <a:off x="3952860" y="2571744"/>
            <a:ext cx="4286280" cy="714380"/>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smtClean="0">
                <a:latin typeface="微软雅黑" panose="020B0503020204020204" charset="-122"/>
                <a:ea typeface="微软雅黑" panose="020B0503020204020204" charset="-122"/>
              </a:rPr>
              <a:t>权利遭到侵害</a:t>
            </a:r>
            <a:endParaRPr lang="zh-CN" altLang="en-US" sz="2400" b="1" dirty="0">
              <a:latin typeface="微软雅黑" panose="020B0503020204020204" charset="-122"/>
              <a:ea typeface="微软雅黑" panose="020B0503020204020204" charset="-122"/>
            </a:endParaRPr>
          </a:p>
        </p:txBody>
      </p:sp>
      <p:sp>
        <p:nvSpPr>
          <p:cNvPr id="20" name="圆角矩形 19"/>
          <p:cNvSpPr/>
          <p:nvPr/>
        </p:nvSpPr>
        <p:spPr>
          <a:xfrm>
            <a:off x="3881422" y="3786190"/>
            <a:ext cx="1928826" cy="2143140"/>
          </a:xfrm>
          <a:prstGeom prst="roundRect">
            <a:avLst>
              <a:gd name="adj" fmla="val 147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b="1" dirty="0" smtClean="0">
                <a:solidFill>
                  <a:schemeClr val="tx1"/>
                </a:solidFill>
                <a:latin typeface="微软雅黑" panose="020B0503020204020204" charset="-122"/>
                <a:ea typeface="微软雅黑" panose="020B0503020204020204" charset="-122"/>
              </a:rPr>
              <a:t>要求停止侵权</a:t>
            </a:r>
            <a:endParaRPr lang="zh-CN" altLang="en-US" b="1" dirty="0">
              <a:solidFill>
                <a:schemeClr val="tx1"/>
              </a:solidFill>
              <a:latin typeface="微软雅黑" panose="020B0503020204020204" charset="-122"/>
              <a:ea typeface="微软雅黑" panose="020B0503020204020204" charset="-122"/>
            </a:endParaRPr>
          </a:p>
        </p:txBody>
      </p:sp>
      <p:sp>
        <p:nvSpPr>
          <p:cNvPr id="21" name="圆角矩形 20"/>
          <p:cNvSpPr/>
          <p:nvPr/>
        </p:nvSpPr>
        <p:spPr>
          <a:xfrm>
            <a:off x="6310314" y="3786190"/>
            <a:ext cx="1928826" cy="2143140"/>
          </a:xfrm>
          <a:prstGeom prst="roundRect">
            <a:avLst>
              <a:gd name="adj" fmla="val 12842"/>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zh-CN" altLang="en-US" b="1" dirty="0" smtClean="0">
                <a:solidFill>
                  <a:schemeClr val="tx1"/>
                </a:solidFill>
                <a:latin typeface="微软雅黑" panose="020B0503020204020204" charset="-122"/>
                <a:ea typeface="微软雅黑" panose="020B0503020204020204" charset="-122"/>
              </a:rPr>
              <a:t>请求损害赔偿</a:t>
            </a:r>
            <a:endParaRPr lang="en-US" altLang="zh-CN" b="1" dirty="0" smtClean="0">
              <a:solidFill>
                <a:schemeClr val="tx1"/>
              </a:solidFill>
              <a:latin typeface="微软雅黑" panose="020B0503020204020204" charset="-122"/>
              <a:ea typeface="微软雅黑" panose="020B0503020204020204" charset="-122"/>
            </a:endParaRPr>
          </a:p>
        </p:txBody>
      </p:sp>
      <p:pic>
        <p:nvPicPr>
          <p:cNvPr id="1026" name="Picture 2" descr="C:\Users\Administrator.56CQPSO1TN7ENCI\Desktop\未标题-2.png"/>
          <p:cNvPicPr>
            <a:picLocks noChangeAspect="1" noChangeArrowheads="1"/>
          </p:cNvPicPr>
          <p:nvPr/>
        </p:nvPicPr>
        <p:blipFill>
          <a:blip r:embed="rId1"/>
          <a:srcRect/>
          <a:stretch>
            <a:fillRect/>
          </a:stretch>
        </p:blipFill>
        <p:spPr bwMode="auto">
          <a:xfrm>
            <a:off x="4167174" y="4357694"/>
            <a:ext cx="1428760" cy="1428759"/>
          </a:xfrm>
          <a:prstGeom prst="rect">
            <a:avLst/>
          </a:prstGeom>
          <a:noFill/>
        </p:spPr>
      </p:pic>
      <p:pic>
        <p:nvPicPr>
          <p:cNvPr id="1027" name="Picture 3" descr="C:\Users\Administrator.56CQPSO1TN7ENCI\Desktop\Bills_to_pay_icons-06-512副本.png"/>
          <p:cNvPicPr>
            <a:picLocks noChangeAspect="1" noChangeArrowheads="1"/>
          </p:cNvPicPr>
          <p:nvPr/>
        </p:nvPicPr>
        <p:blipFill>
          <a:blip r:embed="rId2"/>
          <a:srcRect/>
          <a:stretch>
            <a:fillRect/>
          </a:stretch>
        </p:blipFill>
        <p:spPr bwMode="auto">
          <a:xfrm>
            <a:off x="6667504" y="4286256"/>
            <a:ext cx="1365239" cy="1365239"/>
          </a:xfrm>
          <a:prstGeom prst="rect">
            <a:avLst/>
          </a:prstGeom>
          <a:noFill/>
        </p:spPr>
      </p:pic>
      <p:sp>
        <p:nvSpPr>
          <p:cNvPr id="22" name="等腰三角形 21"/>
          <p:cNvSpPr/>
          <p:nvPr/>
        </p:nvSpPr>
        <p:spPr>
          <a:xfrm rot="10800000">
            <a:off x="4452926" y="3357561"/>
            <a:ext cx="1000132" cy="357190"/>
          </a:xfrm>
          <a:prstGeom prst="triangl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p:nvSpPr>
        <p:spPr>
          <a:xfrm rot="10800000">
            <a:off x="6738942" y="3357562"/>
            <a:ext cx="1000132" cy="357190"/>
          </a:xfrm>
          <a:prstGeom prst="triangl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TextBox 23"/>
          <p:cNvSpPr txBox="1"/>
          <p:nvPr/>
        </p:nvSpPr>
        <p:spPr>
          <a:xfrm>
            <a:off x="5595934" y="3357562"/>
            <a:ext cx="908574" cy="408194"/>
          </a:xfrm>
          <a:prstGeom prst="roundRect">
            <a:avLst/>
          </a:prstGeom>
          <a:solidFill>
            <a:schemeClr val="accent2">
              <a:lumMod val="75000"/>
            </a:schemeClr>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独占性</a:t>
            </a:r>
            <a:endParaRPr lang="en-US" altLang="zh-CN" b="1" dirty="0" smtClean="0">
              <a:solidFill>
                <a:schemeClr val="bg1"/>
              </a:solidFill>
              <a:latin typeface="微软雅黑" panose="020B0503020204020204" charset="-122"/>
              <a:ea typeface="微软雅黑" panose="020B0503020204020204" charset="-122"/>
            </a:endParaRPr>
          </a:p>
        </p:txBody>
      </p:sp>
      <p:sp>
        <p:nvSpPr>
          <p:cNvPr id="13" name="矩形 12"/>
          <p:cNvSpPr/>
          <p:nvPr>
            <p:custDataLst>
              <p:tags r:id="rId3"/>
            </p:custDataLst>
          </p:nvPr>
        </p:nvSpPr>
        <p:spPr>
          <a:xfrm>
            <a:off x="1034127" y="558679"/>
            <a:ext cx="18084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专利特点</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14" name="组合 13"/>
          <p:cNvGrpSpPr/>
          <p:nvPr/>
        </p:nvGrpSpPr>
        <p:grpSpPr>
          <a:xfrm>
            <a:off x="197485" y="570865"/>
            <a:ext cx="519430" cy="408940"/>
            <a:chOff x="110" y="450"/>
            <a:chExt cx="818" cy="644"/>
          </a:xfrm>
        </p:grpSpPr>
        <p:sp>
          <p:nvSpPr>
            <p:cNvPr id="15" name="Freeform 13"/>
            <p:cNvSpPr/>
            <p:nvPr>
              <p:custDataLst>
                <p:tags r:id="rId4"/>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6" name="Freeform 13"/>
            <p:cNvSpPr/>
            <p:nvPr>
              <p:custDataLst>
                <p:tags r:id="rId5"/>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61" name="Picture 5"/>
          <p:cNvPicPr>
            <a:picLocks noChangeAspect="1" noChangeArrowheads="1"/>
          </p:cNvPicPr>
          <p:nvPr/>
        </p:nvPicPr>
        <p:blipFill>
          <a:blip r:embed="rId1"/>
          <a:srcRect b="6060"/>
          <a:stretch>
            <a:fillRect/>
          </a:stretch>
        </p:blipFill>
        <p:spPr bwMode="auto">
          <a:xfrm>
            <a:off x="1939648" y="1928792"/>
            <a:ext cx="7228186" cy="4429160"/>
          </a:xfrm>
          <a:prstGeom prst="rect">
            <a:avLst/>
          </a:prstGeom>
          <a:noFill/>
          <a:ln w="9525">
            <a:noFill/>
            <a:miter lim="800000"/>
            <a:headEnd/>
            <a:tailEnd/>
          </a:ln>
          <a:effectLst/>
        </p:spPr>
      </p:pic>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26627" name="Picture 3" descr="C:\Documents and Settings\Administrator\桌面\14.jpg"/>
          <p:cNvPicPr>
            <a:picLocks noChangeAspect="1" noChangeArrowheads="1"/>
          </p:cNvPicPr>
          <p:nvPr/>
        </p:nvPicPr>
        <p:blipFill>
          <a:blip r:embed="rId2" cstate="print"/>
          <a:srcRect/>
          <a:stretch>
            <a:fillRect/>
          </a:stretch>
        </p:blipFill>
        <p:spPr bwMode="auto">
          <a:xfrm>
            <a:off x="24503190" y="14216138"/>
            <a:ext cx="6476939" cy="4857704"/>
          </a:xfrm>
          <a:prstGeom prst="rect">
            <a:avLst/>
          </a:prstGeom>
          <a:noFill/>
        </p:spPr>
      </p:pic>
      <p:pic>
        <p:nvPicPr>
          <p:cNvPr id="19463" name="Picture 7" descr="C:\Users\Administrator.56CQPSO1TN7ENCI\Desktop\11111111111111111副本.png"/>
          <p:cNvPicPr>
            <a:picLocks noChangeAspect="1" noChangeArrowheads="1"/>
          </p:cNvPicPr>
          <p:nvPr/>
        </p:nvPicPr>
        <p:blipFill>
          <a:blip r:embed="rId3" cstate="print">
            <a:lum contrast="-40000"/>
          </a:blip>
          <a:srcRect/>
          <a:stretch>
            <a:fillRect/>
          </a:stretch>
        </p:blipFill>
        <p:spPr bwMode="auto">
          <a:xfrm>
            <a:off x="7016024" y="3714742"/>
            <a:ext cx="852978" cy="630298"/>
          </a:xfrm>
          <a:prstGeom prst="rect">
            <a:avLst/>
          </a:prstGeom>
          <a:noFill/>
        </p:spPr>
      </p:pic>
      <p:sp>
        <p:nvSpPr>
          <p:cNvPr id="16" name="椭圆 15"/>
          <p:cNvSpPr/>
          <p:nvPr/>
        </p:nvSpPr>
        <p:spPr>
          <a:xfrm>
            <a:off x="7368936" y="4000494"/>
            <a:ext cx="214314" cy="214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7511812" y="4103318"/>
            <a:ext cx="1044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8560486" y="3786180"/>
            <a:ext cx="2107514" cy="583565"/>
          </a:xfrm>
          <a:prstGeom prst="rect">
            <a:avLst/>
          </a:prstGeom>
          <a:noFill/>
        </p:spPr>
        <p:txBody>
          <a:bodyPr wrap="square" rtlCol="0">
            <a:spAutoFit/>
          </a:bodyPr>
          <a:lstStyle/>
          <a:p>
            <a:r>
              <a:rPr lang="zh-CN" altLang="en-US" sz="3200" b="1" dirty="0" smtClean="0">
                <a:solidFill>
                  <a:schemeClr val="tx1">
                    <a:lumMod val="65000"/>
                    <a:lumOff val="35000"/>
                  </a:schemeClr>
                </a:solidFill>
                <a:latin typeface="微软雅黑" panose="020B0503020204020204" charset="-122"/>
                <a:ea typeface="微软雅黑" panose="020B0503020204020204" charset="-122"/>
              </a:rPr>
              <a:t>中国专利</a:t>
            </a:r>
            <a:endParaRPr lang="zh-CN" altLang="en-US" sz="3200" b="1" dirty="0">
              <a:solidFill>
                <a:schemeClr val="tx1">
                  <a:lumMod val="65000"/>
                  <a:lumOff val="35000"/>
                </a:schemeClr>
              </a:solidFill>
              <a:latin typeface="微软雅黑" panose="020B0503020204020204" charset="-122"/>
              <a:ea typeface="微软雅黑" panose="020B0503020204020204" charset="-122"/>
            </a:endParaRPr>
          </a:p>
        </p:txBody>
      </p:sp>
      <p:sp>
        <p:nvSpPr>
          <p:cNvPr id="21" name="TextBox 20"/>
          <p:cNvSpPr txBox="1"/>
          <p:nvPr/>
        </p:nvSpPr>
        <p:spPr>
          <a:xfrm>
            <a:off x="7453322" y="4214808"/>
            <a:ext cx="2893332" cy="583565"/>
          </a:xfrm>
          <a:prstGeom prst="rect">
            <a:avLst/>
          </a:prstGeom>
          <a:noFill/>
        </p:spPr>
        <p:txBody>
          <a:bodyPr wrap="square" rtlCol="0">
            <a:spAutoFit/>
          </a:bodyPr>
          <a:lstStyle/>
          <a:p>
            <a:pPr algn="r"/>
            <a:r>
              <a:rPr lang="zh-CN" altLang="en-US" sz="3200" b="1" dirty="0" smtClean="0">
                <a:solidFill>
                  <a:schemeClr val="bg1">
                    <a:lumMod val="65000"/>
                  </a:schemeClr>
                </a:solidFill>
                <a:latin typeface="微软雅黑" panose="020B0503020204020204" charset="-122"/>
                <a:ea typeface="微软雅黑" panose="020B0503020204020204" charset="-122"/>
              </a:rPr>
              <a:t>中国国内有效</a:t>
            </a:r>
            <a:endParaRPr lang="zh-CN" altLang="en-US" sz="3200" b="1" dirty="0">
              <a:solidFill>
                <a:schemeClr val="bg1">
                  <a:lumMod val="65000"/>
                </a:schemeClr>
              </a:solidFill>
              <a:latin typeface="微软雅黑" panose="020B0503020204020204" charset="-122"/>
              <a:ea typeface="微软雅黑" panose="020B0503020204020204" charset="-122"/>
            </a:endParaRPr>
          </a:p>
        </p:txBody>
      </p:sp>
      <p:sp>
        <p:nvSpPr>
          <p:cNvPr id="22" name="椭圆 21"/>
          <p:cNvSpPr/>
          <p:nvPr/>
        </p:nvSpPr>
        <p:spPr>
          <a:xfrm>
            <a:off x="8369068" y="4000494"/>
            <a:ext cx="214314" cy="214314"/>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4"/>
            </p:custDataLst>
          </p:nvPr>
        </p:nvSpPr>
        <p:spPr>
          <a:xfrm>
            <a:off x="1034127" y="558679"/>
            <a:ext cx="18084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专利特点</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14" name="组合 13"/>
          <p:cNvGrpSpPr/>
          <p:nvPr/>
        </p:nvGrpSpPr>
        <p:grpSpPr>
          <a:xfrm>
            <a:off x="197485" y="570865"/>
            <a:ext cx="519430" cy="408940"/>
            <a:chOff x="110" y="450"/>
            <a:chExt cx="818" cy="644"/>
          </a:xfrm>
        </p:grpSpPr>
        <p:sp>
          <p:nvSpPr>
            <p:cNvPr id="15" name="Freeform 13"/>
            <p:cNvSpPr/>
            <p:nvPr>
              <p:custDataLst>
                <p:tags r:id="rId5"/>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 name="Freeform 13"/>
            <p:cNvSpPr/>
            <p:nvPr>
              <p:custDataLst>
                <p:tags r:id="rId6"/>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5" name="圆角矩形 4"/>
          <p:cNvSpPr/>
          <p:nvPr>
            <p:custDataLst>
              <p:tags r:id="rId7"/>
            </p:custDataLst>
          </p:nvPr>
        </p:nvSpPr>
        <p:spPr>
          <a:xfrm>
            <a:off x="405130" y="1350010"/>
            <a:ext cx="11403965" cy="773430"/>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6055" algn="l">
              <a:lnSpc>
                <a:spcPts val="2800"/>
              </a:lnSpc>
              <a:buClrTx/>
              <a:buSzTx/>
              <a:buFontTx/>
            </a:pPr>
            <a:r>
              <a:rPr lang="zh-CN" altLang="en-US" sz="1600" dirty="0" smtClean="0">
                <a:solidFill>
                  <a:schemeClr val="tx1"/>
                </a:solidFill>
                <a:latin typeface="微软雅黑" panose="020B0503020204020204" charset="-122"/>
                <a:ea typeface="微软雅黑" panose="020B0503020204020204" charset="-122"/>
              </a:rPr>
              <a:t>         </a:t>
            </a:r>
            <a:r>
              <a:rPr lang="en-US" altLang="zh-CN" sz="1600" dirty="0" smtClean="0">
                <a:solidFill>
                  <a:schemeClr val="tx1"/>
                </a:solidFill>
                <a:latin typeface="微软雅黑" panose="020B0503020204020204" charset="-122"/>
                <a:ea typeface="微软雅黑" panose="020B0503020204020204" charset="-122"/>
              </a:rPr>
              <a:t>         </a:t>
            </a:r>
            <a:r>
              <a:rPr lang="zh-CN" altLang="en-US" sz="1600" dirty="0" smtClean="0">
                <a:solidFill>
                  <a:schemeClr val="tx1"/>
                </a:solidFill>
                <a:latin typeface="微软雅黑" panose="020B0503020204020204" charset="-122"/>
                <a:ea typeface="微软雅黑" panose="020B0503020204020204" charset="-122"/>
              </a:rPr>
              <a:t>指</a:t>
            </a:r>
            <a:r>
              <a:rPr lang="zh-CN" altLang="en-US" sz="1600" dirty="0" smtClean="0">
                <a:solidFill>
                  <a:schemeClr val="tx1"/>
                </a:solidFill>
                <a:latin typeface="微软雅黑" panose="020B0503020204020204" charset="-122"/>
                <a:ea typeface="微软雅黑" panose="020B0503020204020204" charset="-122"/>
                <a:sym typeface="+mn-ea"/>
              </a:rPr>
              <a:t>仅在被授予专利的国家有独占权。对其他国家没有约束力，外国对其专利权不承担保护的义务。</a:t>
            </a:r>
            <a:endParaRPr lang="zh-CN" altLang="en-US" sz="1600" dirty="0" smtClean="0">
              <a:solidFill>
                <a:schemeClr val="tx1"/>
              </a:solidFill>
              <a:latin typeface="微软雅黑" panose="020B0503020204020204" charset="-122"/>
              <a:ea typeface="微软雅黑" panose="020B0503020204020204" charset="-122"/>
            </a:endParaRPr>
          </a:p>
        </p:txBody>
      </p:sp>
      <p:sp>
        <p:nvSpPr>
          <p:cNvPr id="6" name="TextBox 17"/>
          <p:cNvSpPr txBox="1"/>
          <p:nvPr>
            <p:custDataLst>
              <p:tags r:id="rId8"/>
            </p:custDataLst>
          </p:nvPr>
        </p:nvSpPr>
        <p:spPr>
          <a:xfrm>
            <a:off x="671805" y="1560500"/>
            <a:ext cx="908528" cy="408148"/>
          </a:xfrm>
          <a:prstGeom prst="roundRect">
            <a:avLst/>
          </a:prstGeom>
          <a:solidFill>
            <a:schemeClr val="tx1">
              <a:lumMod val="50000"/>
              <a:lumOff val="50000"/>
            </a:schemeClr>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地域性</a:t>
            </a:r>
            <a:endParaRPr lang="en-US" altLang="zh-CN" b="1" dirty="0" smtClean="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8" name="直接连接符 97"/>
          <p:cNvCxnSpPr/>
          <p:nvPr/>
        </p:nvCxnSpPr>
        <p:spPr>
          <a:xfrm rot="5400000" flipH="1" flipV="1">
            <a:off x="6648380" y="5365257"/>
            <a:ext cx="324000" cy="0"/>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rot="5400000" flipH="1" flipV="1">
            <a:off x="3719422" y="5365257"/>
            <a:ext cx="324000" cy="0"/>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rot="5400000" flipH="1" flipV="1">
            <a:off x="4719554" y="5327009"/>
            <a:ext cx="324000" cy="0"/>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1" name="矩形 80"/>
          <p:cNvSpPr/>
          <p:nvPr/>
        </p:nvSpPr>
        <p:spPr>
          <a:xfrm>
            <a:off x="2309786" y="3345869"/>
            <a:ext cx="1785950" cy="92869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pic>
        <p:nvPicPr>
          <p:cNvPr id="26627" name="Picture 3" descr="C:\Documents and Settings\Administrator\桌面\14.jpg"/>
          <p:cNvPicPr>
            <a:picLocks noChangeAspect="1" noChangeArrowheads="1"/>
          </p:cNvPicPr>
          <p:nvPr/>
        </p:nvPicPr>
        <p:blipFill>
          <a:blip r:embed="rId1" cstate="print"/>
          <a:srcRect/>
          <a:stretch>
            <a:fillRect/>
          </a:stretch>
        </p:blipFill>
        <p:spPr bwMode="auto">
          <a:xfrm>
            <a:off x="24503190" y="14216138"/>
            <a:ext cx="6476939" cy="4857704"/>
          </a:xfrm>
          <a:prstGeom prst="rect">
            <a:avLst/>
          </a:prstGeom>
          <a:noFill/>
        </p:spPr>
      </p:pic>
      <p:sp>
        <p:nvSpPr>
          <p:cNvPr id="75" name="圆角矩形 74"/>
          <p:cNvSpPr/>
          <p:nvPr/>
        </p:nvSpPr>
        <p:spPr>
          <a:xfrm>
            <a:off x="3452794" y="2417175"/>
            <a:ext cx="6286544" cy="928694"/>
          </a:xfrm>
          <a:prstGeom prst="roundRect">
            <a:avLst>
              <a:gd name="adj" fmla="val 5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3452794" y="3345869"/>
            <a:ext cx="3857652" cy="928694"/>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3381356" y="4274563"/>
            <a:ext cx="3929090" cy="928694"/>
          </a:xfrm>
          <a:prstGeom prst="roundRect">
            <a:avLst>
              <a:gd name="adj" fmla="val 50000"/>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5310182" y="2417175"/>
            <a:ext cx="1000132" cy="928694"/>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授权日</a:t>
            </a:r>
            <a:endParaRPr lang="zh-CN" altLang="en-US" sz="1200" b="1" dirty="0">
              <a:latin typeface="微软雅黑" panose="020B0503020204020204" charset="-122"/>
              <a:ea typeface="微软雅黑" panose="020B0503020204020204" charset="-122"/>
            </a:endParaRPr>
          </a:p>
        </p:txBody>
      </p:sp>
      <p:sp>
        <p:nvSpPr>
          <p:cNvPr id="61" name="椭圆 60"/>
          <p:cNvSpPr/>
          <p:nvPr/>
        </p:nvSpPr>
        <p:spPr>
          <a:xfrm>
            <a:off x="8882082" y="2417175"/>
            <a:ext cx="1000132" cy="928694"/>
          </a:xfrm>
          <a:prstGeom prst="ellipse">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终止日</a:t>
            </a:r>
            <a:endParaRPr lang="zh-CN" altLang="en-US" sz="1200" b="1" dirty="0">
              <a:latin typeface="微软雅黑" panose="020B0503020204020204" charset="-122"/>
              <a:ea typeface="微软雅黑" panose="020B0503020204020204" charset="-122"/>
            </a:endParaRPr>
          </a:p>
        </p:txBody>
      </p:sp>
      <p:sp>
        <p:nvSpPr>
          <p:cNvPr id="65" name="椭圆 64"/>
          <p:cNvSpPr/>
          <p:nvPr/>
        </p:nvSpPr>
        <p:spPr>
          <a:xfrm>
            <a:off x="4952992" y="3345869"/>
            <a:ext cx="1000132" cy="928694"/>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授权日</a:t>
            </a:r>
            <a:endParaRPr lang="zh-CN" altLang="en-US" sz="1200" b="1" dirty="0">
              <a:latin typeface="微软雅黑" panose="020B0503020204020204" charset="-122"/>
              <a:ea typeface="微软雅黑" panose="020B0503020204020204" charset="-122"/>
            </a:endParaRPr>
          </a:p>
        </p:txBody>
      </p:sp>
      <p:sp>
        <p:nvSpPr>
          <p:cNvPr id="64" name="椭圆 63"/>
          <p:cNvSpPr/>
          <p:nvPr/>
        </p:nvSpPr>
        <p:spPr>
          <a:xfrm>
            <a:off x="6310314" y="3345869"/>
            <a:ext cx="1000132" cy="928694"/>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终止日</a:t>
            </a:r>
            <a:endParaRPr lang="zh-CN" altLang="en-US" sz="1200" b="1" dirty="0">
              <a:latin typeface="微软雅黑" panose="020B0503020204020204" charset="-122"/>
              <a:ea typeface="微软雅黑" panose="020B0503020204020204" charset="-122"/>
            </a:endParaRPr>
          </a:p>
        </p:txBody>
      </p:sp>
      <p:sp>
        <p:nvSpPr>
          <p:cNvPr id="73" name="椭圆 72"/>
          <p:cNvSpPr/>
          <p:nvPr/>
        </p:nvSpPr>
        <p:spPr>
          <a:xfrm>
            <a:off x="4381488" y="4274563"/>
            <a:ext cx="1000132" cy="92869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授权日</a:t>
            </a:r>
            <a:endParaRPr lang="zh-CN" altLang="en-US" sz="1200" b="1" dirty="0">
              <a:latin typeface="微软雅黑" panose="020B0503020204020204" charset="-122"/>
              <a:ea typeface="微软雅黑" panose="020B0503020204020204" charset="-122"/>
            </a:endParaRPr>
          </a:p>
        </p:txBody>
      </p:sp>
      <p:sp>
        <p:nvSpPr>
          <p:cNvPr id="71" name="椭圆 70"/>
          <p:cNvSpPr/>
          <p:nvPr/>
        </p:nvSpPr>
        <p:spPr>
          <a:xfrm>
            <a:off x="6310314" y="4274563"/>
            <a:ext cx="1000132" cy="92869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终止日</a:t>
            </a:r>
            <a:endParaRPr lang="zh-CN" altLang="en-US" sz="1200" b="1" dirty="0">
              <a:latin typeface="微软雅黑" panose="020B0503020204020204" charset="-122"/>
              <a:ea typeface="微软雅黑" panose="020B0503020204020204" charset="-122"/>
            </a:endParaRPr>
          </a:p>
        </p:txBody>
      </p:sp>
      <p:sp>
        <p:nvSpPr>
          <p:cNvPr id="78" name="矩形 77"/>
          <p:cNvSpPr/>
          <p:nvPr/>
        </p:nvSpPr>
        <p:spPr>
          <a:xfrm>
            <a:off x="2309786" y="2417175"/>
            <a:ext cx="1714512" cy="9286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3381356" y="2417175"/>
            <a:ext cx="1000132" cy="928694"/>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申请日</a:t>
            </a:r>
            <a:endParaRPr lang="zh-CN" altLang="en-US" sz="1200" b="1" dirty="0">
              <a:latin typeface="微软雅黑" panose="020B0503020204020204" charset="-122"/>
              <a:ea typeface="微软雅黑" panose="020B0503020204020204" charset="-122"/>
            </a:endParaRPr>
          </a:p>
        </p:txBody>
      </p:sp>
      <p:sp>
        <p:nvSpPr>
          <p:cNvPr id="79" name="TextBox 78"/>
          <p:cNvSpPr txBox="1"/>
          <p:nvPr/>
        </p:nvSpPr>
        <p:spPr>
          <a:xfrm>
            <a:off x="2381224" y="2702927"/>
            <a:ext cx="640080" cy="368300"/>
          </a:xfrm>
          <a:prstGeom prst="rect">
            <a:avLst/>
          </a:prstGeom>
          <a:no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a:solidFill>
                <a:schemeClr val="bg1"/>
              </a:solidFill>
              <a:latin typeface="微软雅黑" panose="020B0503020204020204" charset="-122"/>
              <a:ea typeface="微软雅黑" panose="020B0503020204020204" charset="-122"/>
            </a:endParaRPr>
          </a:p>
        </p:txBody>
      </p:sp>
      <p:sp>
        <p:nvSpPr>
          <p:cNvPr id="80" name="TextBox 79"/>
          <p:cNvSpPr txBox="1"/>
          <p:nvPr/>
        </p:nvSpPr>
        <p:spPr>
          <a:xfrm>
            <a:off x="2381224" y="3485356"/>
            <a:ext cx="640080" cy="645160"/>
          </a:xfrm>
          <a:prstGeom prst="rect">
            <a:avLst/>
          </a:prstGeom>
          <a:no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实用</a:t>
            </a:r>
            <a:endParaRPr lang="en-US" altLang="zh-CN"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新型</a:t>
            </a:r>
            <a:endParaRPr lang="zh-CN" altLang="en-US" b="1" dirty="0">
              <a:solidFill>
                <a:schemeClr val="bg1"/>
              </a:solidFill>
              <a:latin typeface="微软雅黑" panose="020B0503020204020204" charset="-122"/>
              <a:ea typeface="微软雅黑" panose="020B0503020204020204" charset="-122"/>
            </a:endParaRPr>
          </a:p>
        </p:txBody>
      </p:sp>
      <p:sp>
        <p:nvSpPr>
          <p:cNvPr id="66" name="椭圆 65"/>
          <p:cNvSpPr/>
          <p:nvPr/>
        </p:nvSpPr>
        <p:spPr>
          <a:xfrm>
            <a:off x="3381356" y="3345869"/>
            <a:ext cx="1000132" cy="928694"/>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申请日</a:t>
            </a:r>
            <a:endParaRPr lang="zh-CN" altLang="en-US" sz="1200" b="1" dirty="0">
              <a:latin typeface="微软雅黑" panose="020B0503020204020204" charset="-122"/>
              <a:ea typeface="微软雅黑" panose="020B0503020204020204" charset="-122"/>
            </a:endParaRPr>
          </a:p>
        </p:txBody>
      </p:sp>
      <p:sp>
        <p:nvSpPr>
          <p:cNvPr id="82" name="矩形 81"/>
          <p:cNvSpPr/>
          <p:nvPr/>
        </p:nvSpPr>
        <p:spPr>
          <a:xfrm>
            <a:off x="2309786" y="4274563"/>
            <a:ext cx="1500198" cy="92869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3381356" y="4274563"/>
            <a:ext cx="1000132" cy="92869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smtClean="0">
                <a:latin typeface="微软雅黑" panose="020B0503020204020204" charset="-122"/>
                <a:ea typeface="微软雅黑" panose="020B0503020204020204" charset="-122"/>
              </a:rPr>
              <a:t>申请日</a:t>
            </a:r>
            <a:endParaRPr lang="zh-CN" altLang="en-US" sz="1200" b="1" dirty="0">
              <a:latin typeface="微软雅黑" panose="020B0503020204020204" charset="-122"/>
              <a:ea typeface="微软雅黑" panose="020B0503020204020204" charset="-122"/>
            </a:endParaRPr>
          </a:p>
        </p:txBody>
      </p:sp>
      <p:sp>
        <p:nvSpPr>
          <p:cNvPr id="83" name="TextBox 82"/>
          <p:cNvSpPr txBox="1"/>
          <p:nvPr/>
        </p:nvSpPr>
        <p:spPr>
          <a:xfrm>
            <a:off x="2381224" y="4414050"/>
            <a:ext cx="640080" cy="645160"/>
          </a:xfrm>
          <a:prstGeom prst="rect">
            <a:avLst/>
          </a:prstGeom>
          <a:no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外观</a:t>
            </a:r>
            <a:endParaRPr lang="en-US" altLang="zh-CN"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设计</a:t>
            </a:r>
            <a:endParaRPr lang="zh-CN" altLang="en-US" b="1" dirty="0">
              <a:solidFill>
                <a:schemeClr val="bg1"/>
              </a:solidFill>
              <a:latin typeface="微软雅黑" panose="020B0503020204020204" charset="-122"/>
              <a:ea typeface="微软雅黑" panose="020B0503020204020204" charset="-122"/>
            </a:endParaRPr>
          </a:p>
        </p:txBody>
      </p:sp>
      <p:sp>
        <p:nvSpPr>
          <p:cNvPr id="56" name="TextBox 55"/>
          <p:cNvSpPr txBox="1"/>
          <p:nvPr/>
        </p:nvSpPr>
        <p:spPr>
          <a:xfrm rot="19353572">
            <a:off x="3075454" y="5822345"/>
            <a:ext cx="503779" cy="339949"/>
          </a:xfrm>
          <a:prstGeom prst="roundRect">
            <a:avLst/>
          </a:prstGeom>
          <a:solidFill>
            <a:schemeClr val="tx1">
              <a:lumMod val="65000"/>
              <a:lumOff val="35000"/>
            </a:schemeClr>
          </a:solidFill>
        </p:spPr>
        <p:txBody>
          <a:bodyPr wrap="none" rtlCol="0">
            <a:spAutoFit/>
          </a:bodyPr>
          <a:lstStyle/>
          <a:p>
            <a:r>
              <a:rPr lang="en-US" altLang="zh-CN" sz="1400" b="1" dirty="0" smtClean="0">
                <a:solidFill>
                  <a:schemeClr val="bg1"/>
                </a:solidFill>
                <a:latin typeface="微软雅黑" panose="020B0503020204020204" charset="-122"/>
                <a:ea typeface="微软雅黑" panose="020B0503020204020204" charset="-122"/>
              </a:rPr>
              <a:t>0</a:t>
            </a:r>
            <a:r>
              <a:rPr lang="zh-CN" altLang="en-US" sz="1400" b="1" dirty="0" smtClean="0">
                <a:solidFill>
                  <a:schemeClr val="bg1"/>
                </a:solidFill>
                <a:latin typeface="微软雅黑" panose="020B0503020204020204" charset="-122"/>
                <a:ea typeface="微软雅黑" panose="020B0503020204020204" charset="-122"/>
              </a:rPr>
              <a:t>年</a:t>
            </a:r>
            <a:endParaRPr lang="zh-CN" altLang="en-US" sz="1400" b="1" dirty="0">
              <a:solidFill>
                <a:schemeClr val="bg1"/>
              </a:solidFill>
              <a:latin typeface="微软雅黑" panose="020B0503020204020204" charset="-122"/>
              <a:ea typeface="微软雅黑" panose="020B0503020204020204" charset="-122"/>
            </a:endParaRPr>
          </a:p>
        </p:txBody>
      </p:sp>
      <p:sp>
        <p:nvSpPr>
          <p:cNvPr id="57" name="TextBox 56"/>
          <p:cNvSpPr txBox="1"/>
          <p:nvPr/>
        </p:nvSpPr>
        <p:spPr>
          <a:xfrm rot="19353572">
            <a:off x="5832237" y="5908802"/>
            <a:ext cx="791383" cy="339949"/>
          </a:xfrm>
          <a:prstGeom prst="roundRect">
            <a:avLst/>
          </a:prstGeom>
          <a:solidFill>
            <a:schemeClr val="tx1">
              <a:lumMod val="65000"/>
              <a:lumOff val="35000"/>
            </a:schemeClr>
          </a:solidFill>
        </p:spPr>
        <p:txBody>
          <a:bodyPr wrap="square" rtlCol="0">
            <a:spAutoFit/>
          </a:bodyPr>
          <a:lstStyle/>
          <a:p>
            <a:pPr algn="ctr"/>
            <a:r>
              <a:rPr lang="en-US" altLang="zh-CN" sz="1400" b="1" dirty="0" smtClean="0">
                <a:solidFill>
                  <a:schemeClr val="bg1"/>
                </a:solidFill>
                <a:latin typeface="微软雅黑" panose="020B0503020204020204" charset="-122"/>
                <a:ea typeface="微软雅黑" panose="020B0503020204020204" charset="-122"/>
              </a:rPr>
              <a:t>10</a:t>
            </a:r>
            <a:r>
              <a:rPr lang="zh-CN" altLang="en-US" sz="1400" b="1" dirty="0" smtClean="0">
                <a:solidFill>
                  <a:schemeClr val="bg1"/>
                </a:solidFill>
                <a:latin typeface="微软雅黑" panose="020B0503020204020204" charset="-122"/>
                <a:ea typeface="微软雅黑" panose="020B0503020204020204" charset="-122"/>
              </a:rPr>
              <a:t>年</a:t>
            </a:r>
            <a:endParaRPr lang="zh-CN" altLang="en-US" sz="1400" b="1" dirty="0">
              <a:solidFill>
                <a:schemeClr val="bg1"/>
              </a:solidFill>
              <a:latin typeface="微软雅黑" panose="020B0503020204020204" charset="-122"/>
              <a:ea typeface="微软雅黑" panose="020B0503020204020204" charset="-122"/>
            </a:endParaRPr>
          </a:p>
        </p:txBody>
      </p:sp>
      <p:sp>
        <p:nvSpPr>
          <p:cNvPr id="58" name="TextBox 57"/>
          <p:cNvSpPr txBox="1"/>
          <p:nvPr/>
        </p:nvSpPr>
        <p:spPr>
          <a:xfrm rot="19353572">
            <a:off x="8545688" y="5840886"/>
            <a:ext cx="802967" cy="339949"/>
          </a:xfrm>
          <a:prstGeom prst="roundRect">
            <a:avLst/>
          </a:prstGeom>
          <a:solidFill>
            <a:schemeClr val="tx1">
              <a:lumMod val="65000"/>
              <a:lumOff val="35000"/>
            </a:schemeClr>
          </a:solidFill>
        </p:spPr>
        <p:txBody>
          <a:bodyPr wrap="square" rtlCol="0">
            <a:spAutoFit/>
          </a:bodyPr>
          <a:lstStyle/>
          <a:p>
            <a:pPr algn="ctr"/>
            <a:r>
              <a:rPr lang="en-US" altLang="zh-CN" sz="1400" b="1" dirty="0" smtClean="0">
                <a:solidFill>
                  <a:schemeClr val="bg1"/>
                </a:solidFill>
                <a:latin typeface="微软雅黑" panose="020B0503020204020204" charset="-122"/>
                <a:ea typeface="微软雅黑" panose="020B0503020204020204" charset="-122"/>
              </a:rPr>
              <a:t>20</a:t>
            </a:r>
            <a:r>
              <a:rPr lang="zh-CN" altLang="en-US" sz="1400" b="1" dirty="0" smtClean="0">
                <a:solidFill>
                  <a:schemeClr val="bg1"/>
                </a:solidFill>
                <a:latin typeface="微软雅黑" panose="020B0503020204020204" charset="-122"/>
                <a:ea typeface="微软雅黑" panose="020B0503020204020204" charset="-122"/>
              </a:rPr>
              <a:t>年</a:t>
            </a:r>
            <a:endParaRPr lang="zh-CN" altLang="en-US" sz="1400" b="1" dirty="0">
              <a:solidFill>
                <a:schemeClr val="bg1"/>
              </a:solidFill>
              <a:latin typeface="微软雅黑" panose="020B0503020204020204" charset="-122"/>
              <a:ea typeface="微软雅黑" panose="020B0503020204020204" charset="-122"/>
            </a:endParaRPr>
          </a:p>
        </p:txBody>
      </p:sp>
      <p:cxnSp>
        <p:nvCxnSpPr>
          <p:cNvPr id="42" name="直接连接符 41"/>
          <p:cNvCxnSpPr>
            <a:stCxn id="43" idx="6"/>
          </p:cNvCxnSpPr>
          <p:nvPr/>
        </p:nvCxnSpPr>
        <p:spPr>
          <a:xfrm>
            <a:off x="4024298" y="5530246"/>
            <a:ext cx="5364000" cy="1588"/>
          </a:xfrm>
          <a:prstGeom prst="line">
            <a:avLst/>
          </a:prstGeom>
          <a:ln w="76200">
            <a:solidFill>
              <a:schemeClr val="tx1">
                <a:lumMod val="65000"/>
                <a:lumOff val="3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rot="19353572">
            <a:off x="3987609" y="5799709"/>
            <a:ext cx="664434" cy="339949"/>
          </a:xfrm>
          <a:prstGeom prst="roundRect">
            <a:avLst/>
          </a:prstGeom>
          <a:solidFill>
            <a:schemeClr val="tx1">
              <a:lumMod val="65000"/>
              <a:lumOff val="35000"/>
            </a:schemeClr>
          </a:solidFill>
        </p:spPr>
        <p:txBody>
          <a:bodyPr wrap="none" rtlCol="0">
            <a:spAutoFit/>
          </a:bodyPr>
          <a:lstStyle/>
          <a:p>
            <a:r>
              <a:rPr lang="en-US" altLang="zh-CN" sz="1400" b="1" dirty="0" smtClean="0">
                <a:solidFill>
                  <a:schemeClr val="bg1"/>
                </a:solidFill>
                <a:latin typeface="微软雅黑" panose="020B0503020204020204" charset="-122"/>
                <a:ea typeface="微软雅黑" panose="020B0503020204020204" charset="-122"/>
              </a:rPr>
              <a:t>0.5</a:t>
            </a:r>
            <a:r>
              <a:rPr lang="zh-CN" altLang="en-US" sz="1400" b="1" dirty="0" smtClean="0">
                <a:solidFill>
                  <a:schemeClr val="bg1"/>
                </a:solidFill>
                <a:latin typeface="微软雅黑" panose="020B0503020204020204" charset="-122"/>
                <a:ea typeface="微软雅黑" panose="020B0503020204020204" charset="-122"/>
              </a:rPr>
              <a:t>年</a:t>
            </a:r>
            <a:endParaRPr lang="zh-CN" altLang="en-US" sz="1400" b="1" dirty="0">
              <a:solidFill>
                <a:schemeClr val="bg1"/>
              </a:solidFill>
              <a:latin typeface="微软雅黑" panose="020B0503020204020204" charset="-122"/>
              <a:ea typeface="微软雅黑" panose="020B0503020204020204" charset="-122"/>
            </a:endParaRPr>
          </a:p>
        </p:txBody>
      </p:sp>
      <p:sp>
        <p:nvSpPr>
          <p:cNvPr id="85" name="TextBox 84"/>
          <p:cNvSpPr txBox="1"/>
          <p:nvPr/>
        </p:nvSpPr>
        <p:spPr>
          <a:xfrm rot="19353572">
            <a:off x="4470074" y="5897671"/>
            <a:ext cx="723750" cy="334823"/>
          </a:xfrm>
          <a:prstGeom prst="roundRect">
            <a:avLst/>
          </a:prstGeom>
          <a:solidFill>
            <a:schemeClr val="tx1">
              <a:lumMod val="65000"/>
              <a:lumOff val="35000"/>
            </a:schemeClr>
          </a:solidFill>
        </p:spPr>
        <p:txBody>
          <a:bodyPr wrap="square" rtlCol="0">
            <a:spAutoFit/>
          </a:bodyPr>
          <a:lstStyle/>
          <a:p>
            <a:pPr algn="ctr"/>
            <a:r>
              <a:rPr lang="en-US" altLang="zh-CN" sz="1400" b="1" dirty="0" smtClean="0">
                <a:solidFill>
                  <a:schemeClr val="bg1"/>
                </a:solidFill>
                <a:latin typeface="微软雅黑" panose="020B0503020204020204" charset="-122"/>
                <a:ea typeface="微软雅黑" panose="020B0503020204020204" charset="-122"/>
              </a:rPr>
              <a:t>1</a:t>
            </a:r>
            <a:r>
              <a:rPr lang="zh-CN" altLang="en-US" sz="1400" b="1" dirty="0" smtClean="0">
                <a:solidFill>
                  <a:schemeClr val="bg1"/>
                </a:solidFill>
                <a:latin typeface="微软雅黑" panose="020B0503020204020204" charset="-122"/>
                <a:ea typeface="微软雅黑" panose="020B0503020204020204" charset="-122"/>
              </a:rPr>
              <a:t>年</a:t>
            </a:r>
            <a:endParaRPr lang="zh-CN" altLang="en-US" sz="1400" b="1" dirty="0">
              <a:solidFill>
                <a:schemeClr val="bg1"/>
              </a:solidFill>
              <a:latin typeface="微软雅黑" panose="020B0503020204020204" charset="-122"/>
              <a:ea typeface="微软雅黑" panose="020B0503020204020204" charset="-122"/>
            </a:endParaRPr>
          </a:p>
        </p:txBody>
      </p:sp>
      <p:sp>
        <p:nvSpPr>
          <p:cNvPr id="86" name="TextBox 85"/>
          <p:cNvSpPr txBox="1"/>
          <p:nvPr/>
        </p:nvSpPr>
        <p:spPr>
          <a:xfrm rot="19353572">
            <a:off x="4979286" y="5967537"/>
            <a:ext cx="748889" cy="339949"/>
          </a:xfrm>
          <a:prstGeom prst="roundRect">
            <a:avLst/>
          </a:prstGeom>
          <a:solidFill>
            <a:schemeClr val="tx1">
              <a:lumMod val="65000"/>
              <a:lumOff val="35000"/>
            </a:schemeClr>
          </a:solidFill>
        </p:spPr>
        <p:txBody>
          <a:bodyPr wrap="none" rtlCol="0">
            <a:spAutoFit/>
          </a:bodyPr>
          <a:lstStyle/>
          <a:p>
            <a:r>
              <a:rPr lang="en-US" altLang="zh-CN" sz="1400" b="1" dirty="0" smtClean="0">
                <a:solidFill>
                  <a:schemeClr val="bg1"/>
                </a:solidFill>
                <a:latin typeface="微软雅黑" panose="020B0503020204020204" charset="-122"/>
                <a:ea typeface="微软雅黑" panose="020B0503020204020204" charset="-122"/>
              </a:rPr>
              <a:t>3~5</a:t>
            </a:r>
            <a:r>
              <a:rPr lang="zh-CN" altLang="en-US" sz="1400" b="1" dirty="0" smtClean="0">
                <a:solidFill>
                  <a:schemeClr val="bg1"/>
                </a:solidFill>
                <a:latin typeface="微软雅黑" panose="020B0503020204020204" charset="-122"/>
                <a:ea typeface="微软雅黑" panose="020B0503020204020204" charset="-122"/>
              </a:rPr>
              <a:t>年</a:t>
            </a:r>
            <a:endParaRPr lang="zh-CN" altLang="en-US" sz="1400" b="1" dirty="0">
              <a:solidFill>
                <a:schemeClr val="bg1"/>
              </a:solidFill>
              <a:latin typeface="微软雅黑" panose="020B0503020204020204" charset="-122"/>
              <a:ea typeface="微软雅黑" panose="020B0503020204020204" charset="-122"/>
            </a:endParaRPr>
          </a:p>
        </p:txBody>
      </p:sp>
      <p:cxnSp>
        <p:nvCxnSpPr>
          <p:cNvPr id="90" name="直接连接符 89"/>
          <p:cNvCxnSpPr/>
          <p:nvPr/>
        </p:nvCxnSpPr>
        <p:spPr>
          <a:xfrm rot="5400000" flipH="1" flipV="1">
            <a:off x="4766248" y="4389869"/>
            <a:ext cx="2088000" cy="0"/>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rot="5400000" flipH="1" flipV="1">
            <a:off x="4859058" y="4826381"/>
            <a:ext cx="1188000" cy="0"/>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rot="5400000" flipH="1" flipV="1">
            <a:off x="8409586" y="4373571"/>
            <a:ext cx="2088000" cy="0"/>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2" name="直接连接符 101"/>
          <p:cNvCxnSpPr>
            <a:stCxn id="56" idx="3"/>
            <a:endCxn id="43" idx="3"/>
          </p:cNvCxnSpPr>
          <p:nvPr/>
        </p:nvCxnSpPr>
        <p:spPr>
          <a:xfrm flipH="1" flipV="1">
            <a:off x="3780378" y="5631497"/>
            <a:ext cx="1271270" cy="208280"/>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V="1">
            <a:off x="4595802" y="5560447"/>
            <a:ext cx="250205" cy="207232"/>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V="1">
            <a:off x="5095868" y="5631885"/>
            <a:ext cx="250205" cy="207232"/>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V="1">
            <a:off x="5524496" y="5631885"/>
            <a:ext cx="250205" cy="207232"/>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V="1">
            <a:off x="6524628" y="5560447"/>
            <a:ext cx="250205" cy="207232"/>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V="1">
            <a:off x="9239272" y="5560447"/>
            <a:ext cx="250205" cy="207232"/>
          </a:xfrm>
          <a:prstGeom prst="line">
            <a:avLst/>
          </a:prstGeom>
          <a:ln w="28575">
            <a:solidFill>
              <a:schemeClr val="accent2">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0" name="椭圆 49"/>
          <p:cNvSpPr/>
          <p:nvPr/>
        </p:nvSpPr>
        <p:spPr>
          <a:xfrm>
            <a:off x="9310710" y="5402081"/>
            <a:ext cx="285752" cy="285752"/>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3738546" y="5387370"/>
            <a:ext cx="285752" cy="285752"/>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6667504" y="5387370"/>
            <a:ext cx="285752" cy="285752"/>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4738678" y="5387370"/>
            <a:ext cx="285752" cy="285752"/>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5310182" y="5387370"/>
            <a:ext cx="285752" cy="285752"/>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5667372" y="5387370"/>
            <a:ext cx="285752" cy="285752"/>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custDataLst>
              <p:tags r:id="rId2"/>
            </p:custDataLst>
          </p:nvPr>
        </p:nvSpPr>
        <p:spPr>
          <a:xfrm>
            <a:off x="1034127" y="558679"/>
            <a:ext cx="18084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专利特点</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14" name="组合 13"/>
          <p:cNvGrpSpPr/>
          <p:nvPr/>
        </p:nvGrpSpPr>
        <p:grpSpPr>
          <a:xfrm>
            <a:off x="197485" y="570865"/>
            <a:ext cx="519430" cy="408940"/>
            <a:chOff x="110" y="450"/>
            <a:chExt cx="818" cy="644"/>
          </a:xfrm>
        </p:grpSpPr>
        <p:sp>
          <p:nvSpPr>
            <p:cNvPr id="15"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3" name="圆角矩形 2"/>
          <p:cNvSpPr/>
          <p:nvPr>
            <p:custDataLst>
              <p:tags r:id="rId5"/>
            </p:custDataLst>
          </p:nvPr>
        </p:nvSpPr>
        <p:spPr>
          <a:xfrm>
            <a:off x="405130" y="1350010"/>
            <a:ext cx="11403965" cy="773430"/>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6055" algn="l">
              <a:lnSpc>
                <a:spcPts val="2800"/>
              </a:lnSpc>
              <a:buClrTx/>
              <a:buSzTx/>
              <a:buFontTx/>
            </a:pPr>
            <a:r>
              <a:rPr lang="zh-CN" altLang="en-US" sz="1600" dirty="0" smtClean="0">
                <a:solidFill>
                  <a:schemeClr val="tx1"/>
                </a:solidFill>
                <a:latin typeface="微软雅黑" panose="020B0503020204020204" charset="-122"/>
                <a:ea typeface="微软雅黑" panose="020B0503020204020204" charset="-122"/>
              </a:rPr>
              <a:t>         </a:t>
            </a:r>
            <a:r>
              <a:rPr lang="en-US" altLang="zh-CN" sz="1600" dirty="0" smtClean="0">
                <a:solidFill>
                  <a:schemeClr val="tx1"/>
                </a:solidFill>
                <a:latin typeface="微软雅黑" panose="020B0503020204020204" charset="-122"/>
                <a:ea typeface="微软雅黑" panose="020B0503020204020204" charset="-122"/>
              </a:rPr>
              <a:t>         </a:t>
            </a:r>
            <a:r>
              <a:rPr lang="zh-CN" altLang="en-US" sz="1600" dirty="0" smtClean="0">
                <a:solidFill>
                  <a:schemeClr val="tx1"/>
                </a:solidFill>
                <a:latin typeface="微软雅黑" panose="020B0503020204020204" charset="-122"/>
                <a:ea typeface="微软雅黑" panose="020B0503020204020204" charset="-122"/>
              </a:rPr>
              <a:t>指</a:t>
            </a:r>
            <a:r>
              <a:rPr lang="zh-CN" altLang="en-US" sz="1600" dirty="0" smtClean="0">
                <a:solidFill>
                  <a:schemeClr val="tx1"/>
                </a:solidFill>
                <a:latin typeface="微软雅黑" panose="020B0503020204020204" charset="-122"/>
                <a:ea typeface="微软雅黑" panose="020B0503020204020204" charset="-122"/>
                <a:sym typeface="+mn-ea"/>
              </a:rPr>
              <a:t>专利权具有保护期限，届满后，便不再享有专利权</a:t>
            </a:r>
            <a:r>
              <a:rPr lang="zh-CN" altLang="en-US" sz="1600" dirty="0" smtClean="0">
                <a:solidFill>
                  <a:schemeClr val="tx1"/>
                </a:solidFill>
                <a:latin typeface="微软雅黑" panose="020B0503020204020204" charset="-122"/>
                <a:ea typeface="微软雅黑" panose="020B0503020204020204" charset="-122"/>
              </a:rPr>
              <a:t>。</a:t>
            </a:r>
            <a:endParaRPr lang="zh-CN" altLang="en-US" sz="1600" dirty="0" smtClean="0">
              <a:solidFill>
                <a:schemeClr val="tx1"/>
              </a:solidFill>
              <a:latin typeface="微软雅黑" panose="020B0503020204020204" charset="-122"/>
              <a:ea typeface="微软雅黑" panose="020B0503020204020204" charset="-122"/>
            </a:endParaRPr>
          </a:p>
        </p:txBody>
      </p:sp>
      <p:sp>
        <p:nvSpPr>
          <p:cNvPr id="4" name="TextBox 17"/>
          <p:cNvSpPr txBox="1"/>
          <p:nvPr>
            <p:custDataLst>
              <p:tags r:id="rId6"/>
            </p:custDataLst>
          </p:nvPr>
        </p:nvSpPr>
        <p:spPr>
          <a:xfrm>
            <a:off x="671805" y="1560500"/>
            <a:ext cx="908528" cy="408148"/>
          </a:xfrm>
          <a:prstGeom prst="roundRect">
            <a:avLst/>
          </a:prstGeom>
          <a:solidFill>
            <a:schemeClr val="tx1">
              <a:lumMod val="50000"/>
              <a:lumOff val="50000"/>
            </a:schemeClr>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时间性</a:t>
            </a:r>
            <a:endParaRPr lang="en-US" altLang="zh-CN" b="1" dirty="0" smtClean="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6" name="AutoShape 5"/>
          <p:cNvSpPr>
            <a:spLocks noChangeArrowheads="1"/>
          </p:cNvSpPr>
          <p:nvPr/>
        </p:nvSpPr>
        <p:spPr bwMode="auto">
          <a:xfrm>
            <a:off x="1204886" y="1638288"/>
            <a:ext cx="1800225" cy="571504"/>
          </a:xfrm>
          <a:prstGeom prst="roundRect">
            <a:avLst>
              <a:gd name="adj" fmla="val 16667"/>
            </a:avLst>
          </a:prstGeom>
          <a:solidFill>
            <a:schemeClr val="tx1">
              <a:lumMod val="95000"/>
              <a:lumOff val="5000"/>
            </a:schemeClr>
          </a:solidFill>
          <a:ln w="9525">
            <a:noFill/>
            <a:round/>
          </a:ln>
          <a:effectLst/>
        </p:spPr>
        <p:txBody>
          <a:bodyPr wrap="none" anchor="ctr"/>
          <a:lstStyle/>
          <a:p>
            <a:r>
              <a:rPr lang="zh-CN" altLang="en-US" b="1" dirty="0" smtClean="0">
                <a:solidFill>
                  <a:schemeClr val="bg1"/>
                </a:solidFill>
                <a:effectLst/>
                <a:latin typeface="微软雅黑" panose="020B0503020204020204" charset="-122"/>
                <a:ea typeface="微软雅黑" panose="020B0503020204020204" charset="-122"/>
              </a:rPr>
              <a:t>  科学</a:t>
            </a:r>
            <a:r>
              <a:rPr lang="zh-CN" altLang="en-US" b="1" dirty="0">
                <a:solidFill>
                  <a:schemeClr val="bg1"/>
                </a:solidFill>
                <a:effectLst/>
                <a:latin typeface="微软雅黑" panose="020B0503020204020204" charset="-122"/>
                <a:ea typeface="微软雅黑" panose="020B0503020204020204" charset="-122"/>
              </a:rPr>
              <a:t>发现</a:t>
            </a:r>
            <a:endParaRPr lang="ja-JP" altLang="en-US" b="1" dirty="0">
              <a:solidFill>
                <a:schemeClr val="bg1"/>
              </a:solidFill>
              <a:effectLst/>
              <a:latin typeface="微软雅黑" panose="020B0503020204020204" charset="-122"/>
              <a:ea typeface="微软雅黑" panose="020B0503020204020204" charset="-122"/>
            </a:endParaRPr>
          </a:p>
        </p:txBody>
      </p:sp>
      <p:sp>
        <p:nvSpPr>
          <p:cNvPr id="7" name="AutoShape 6"/>
          <p:cNvSpPr>
            <a:spLocks noChangeArrowheads="1"/>
          </p:cNvSpPr>
          <p:nvPr/>
        </p:nvSpPr>
        <p:spPr bwMode="auto">
          <a:xfrm>
            <a:off x="1204886" y="3067048"/>
            <a:ext cx="3929090" cy="561988"/>
          </a:xfrm>
          <a:prstGeom prst="roundRect">
            <a:avLst>
              <a:gd name="adj" fmla="val 16667"/>
            </a:avLst>
          </a:prstGeom>
          <a:solidFill>
            <a:schemeClr val="bg1">
              <a:lumMod val="50000"/>
            </a:schemeClr>
          </a:solidFill>
          <a:ln w="9525">
            <a:noFill/>
            <a:round/>
          </a:ln>
          <a:effectLst/>
        </p:spPr>
        <p:txBody>
          <a:bodyPr wrap="none" anchor="ctr"/>
          <a:lstStyle/>
          <a:p>
            <a:r>
              <a:rPr lang="zh-CN" altLang="en-US" b="1" dirty="0" smtClean="0">
                <a:solidFill>
                  <a:schemeClr val="bg1"/>
                </a:solidFill>
                <a:effectLst/>
                <a:latin typeface="微软雅黑" panose="020B0503020204020204" charset="-122"/>
                <a:ea typeface="微软雅黑" panose="020B0503020204020204" charset="-122"/>
              </a:rPr>
              <a:t>  疾病</a:t>
            </a:r>
            <a:r>
              <a:rPr lang="zh-CN" altLang="en-US" b="1" dirty="0">
                <a:solidFill>
                  <a:schemeClr val="bg1"/>
                </a:solidFill>
                <a:effectLst/>
                <a:latin typeface="微软雅黑" panose="020B0503020204020204" charset="-122"/>
                <a:ea typeface="微软雅黑" panose="020B0503020204020204" charset="-122"/>
              </a:rPr>
              <a:t>的诊断和治疗方法</a:t>
            </a:r>
            <a:endParaRPr lang="ja-JP" altLang="en-US" b="1" dirty="0">
              <a:solidFill>
                <a:schemeClr val="bg1"/>
              </a:solidFill>
              <a:effectLst/>
              <a:latin typeface="微软雅黑" panose="020B0503020204020204" charset="-122"/>
              <a:ea typeface="微软雅黑" panose="020B0503020204020204" charset="-122"/>
            </a:endParaRPr>
          </a:p>
        </p:txBody>
      </p:sp>
      <p:sp>
        <p:nvSpPr>
          <p:cNvPr id="8" name="AutoShape 8"/>
          <p:cNvSpPr>
            <a:spLocks noChangeArrowheads="1"/>
          </p:cNvSpPr>
          <p:nvPr/>
        </p:nvSpPr>
        <p:spPr bwMode="auto">
          <a:xfrm>
            <a:off x="1204886" y="4710122"/>
            <a:ext cx="6000792" cy="620737"/>
          </a:xfrm>
          <a:prstGeom prst="roundRect">
            <a:avLst>
              <a:gd name="adj" fmla="val 16667"/>
            </a:avLst>
          </a:prstGeom>
          <a:solidFill>
            <a:srgbClr val="A7A7A7"/>
          </a:solidFill>
          <a:ln w="9525">
            <a:noFill/>
            <a:round/>
          </a:ln>
          <a:effectLst/>
        </p:spPr>
        <p:txBody>
          <a:bodyPr wrap="none" anchor="ctr"/>
          <a:lstStyle/>
          <a:p>
            <a:r>
              <a:rPr lang="zh-CN" altLang="en-US" b="1" dirty="0" smtClean="0">
                <a:solidFill>
                  <a:schemeClr val="bg1"/>
                </a:solidFill>
                <a:effectLst/>
                <a:latin typeface="微软雅黑" panose="020B0503020204020204" charset="-122"/>
                <a:ea typeface="微软雅黑" panose="020B0503020204020204" charset="-122"/>
              </a:rPr>
              <a:t>  用</a:t>
            </a:r>
            <a:r>
              <a:rPr lang="zh-CN" altLang="en-US" b="1" dirty="0">
                <a:solidFill>
                  <a:schemeClr val="bg1"/>
                </a:solidFill>
                <a:effectLst/>
                <a:latin typeface="微软雅黑" panose="020B0503020204020204" charset="-122"/>
                <a:ea typeface="微软雅黑" panose="020B0503020204020204" charset="-122"/>
              </a:rPr>
              <a:t>原子核变换方法获得的物质</a:t>
            </a:r>
            <a:endParaRPr lang="ja-JP" altLang="en-US" b="1" dirty="0">
              <a:solidFill>
                <a:schemeClr val="bg1"/>
              </a:solidFill>
              <a:effectLst/>
              <a:latin typeface="微软雅黑" panose="020B0503020204020204" charset="-122"/>
              <a:ea typeface="微软雅黑" panose="020B0503020204020204" charset="-122"/>
            </a:endParaRPr>
          </a:p>
        </p:txBody>
      </p:sp>
      <p:sp>
        <p:nvSpPr>
          <p:cNvPr id="9" name="AutoShape 9"/>
          <p:cNvSpPr>
            <a:spLocks noChangeArrowheads="1"/>
          </p:cNvSpPr>
          <p:nvPr/>
        </p:nvSpPr>
        <p:spPr bwMode="auto">
          <a:xfrm>
            <a:off x="1204886" y="3852866"/>
            <a:ext cx="5000660" cy="647700"/>
          </a:xfrm>
          <a:prstGeom prst="roundRect">
            <a:avLst>
              <a:gd name="adj" fmla="val 16667"/>
            </a:avLst>
          </a:prstGeom>
          <a:solidFill>
            <a:srgbClr val="979797"/>
          </a:solidFill>
          <a:ln w="9525">
            <a:noFill/>
            <a:round/>
          </a:ln>
          <a:effectLst/>
        </p:spPr>
        <p:txBody>
          <a:bodyPr wrap="none" anchor="ctr"/>
          <a:lstStyle/>
          <a:p>
            <a:r>
              <a:rPr lang="zh-CN" altLang="en-US" b="1" dirty="0" smtClean="0">
                <a:solidFill>
                  <a:schemeClr val="bg1"/>
                </a:solidFill>
                <a:effectLst/>
                <a:latin typeface="微软雅黑" panose="020B0503020204020204" charset="-122"/>
                <a:ea typeface="微软雅黑" panose="020B0503020204020204" charset="-122"/>
              </a:rPr>
              <a:t>  动物</a:t>
            </a:r>
            <a:r>
              <a:rPr lang="zh-CN" altLang="en-US" b="1" dirty="0">
                <a:solidFill>
                  <a:schemeClr val="bg1"/>
                </a:solidFill>
                <a:effectLst/>
                <a:latin typeface="微软雅黑" panose="020B0503020204020204" charset="-122"/>
                <a:ea typeface="微软雅黑" panose="020B0503020204020204" charset="-122"/>
              </a:rPr>
              <a:t>和植物新品种</a:t>
            </a:r>
            <a:endParaRPr lang="zh-CN" altLang="en-US" b="1" dirty="0">
              <a:solidFill>
                <a:schemeClr val="bg1"/>
              </a:solidFill>
              <a:effectLst/>
              <a:latin typeface="微软雅黑" panose="020B0503020204020204" charset="-122"/>
              <a:ea typeface="微软雅黑" panose="020B0503020204020204" charset="-122"/>
            </a:endParaRPr>
          </a:p>
          <a:p>
            <a:r>
              <a:rPr lang="zh-CN" altLang="en-US" sz="1400" dirty="0">
                <a:solidFill>
                  <a:schemeClr val="bg1"/>
                </a:solidFill>
                <a:effectLst/>
                <a:latin typeface="微软雅黑" panose="020B0503020204020204" charset="-122"/>
                <a:ea typeface="微软雅黑" panose="020B0503020204020204" charset="-122"/>
              </a:rPr>
              <a:t>（产品的生产方法除外）</a:t>
            </a:r>
            <a:endParaRPr lang="ja-JP" altLang="en-US" sz="1400" dirty="0">
              <a:solidFill>
                <a:schemeClr val="bg1"/>
              </a:solidFill>
              <a:effectLst/>
              <a:latin typeface="微软雅黑" panose="020B0503020204020204" charset="-122"/>
              <a:ea typeface="微软雅黑" panose="020B0503020204020204" charset="-122"/>
            </a:endParaRPr>
          </a:p>
        </p:txBody>
      </p:sp>
      <p:sp>
        <p:nvSpPr>
          <p:cNvPr id="10" name="AutoShape 10"/>
          <p:cNvSpPr>
            <a:spLocks noChangeArrowheads="1"/>
          </p:cNvSpPr>
          <p:nvPr/>
        </p:nvSpPr>
        <p:spPr bwMode="auto">
          <a:xfrm>
            <a:off x="1204886" y="2352668"/>
            <a:ext cx="3095625" cy="566746"/>
          </a:xfrm>
          <a:prstGeom prst="roundRect">
            <a:avLst>
              <a:gd name="adj" fmla="val 16667"/>
            </a:avLst>
          </a:prstGeom>
          <a:solidFill>
            <a:schemeClr val="tx1">
              <a:lumMod val="65000"/>
              <a:lumOff val="35000"/>
            </a:schemeClr>
          </a:solidFill>
          <a:ln w="9525">
            <a:noFill/>
            <a:round/>
          </a:ln>
          <a:effectLst/>
        </p:spPr>
        <p:txBody>
          <a:bodyPr wrap="none" anchor="ctr"/>
          <a:lstStyle/>
          <a:p>
            <a:r>
              <a:rPr lang="zh-CN" altLang="en-US" b="1" dirty="0" smtClean="0">
                <a:solidFill>
                  <a:schemeClr val="bg1">
                    <a:lumMod val="95000"/>
                  </a:schemeClr>
                </a:solidFill>
                <a:effectLst/>
                <a:latin typeface="微软雅黑" panose="020B0503020204020204" charset="-122"/>
                <a:ea typeface="微软雅黑" panose="020B0503020204020204" charset="-122"/>
              </a:rPr>
              <a:t>  智力活动</a:t>
            </a:r>
            <a:r>
              <a:rPr lang="zh-CN" altLang="en-US" b="1" dirty="0">
                <a:solidFill>
                  <a:schemeClr val="bg1">
                    <a:lumMod val="95000"/>
                  </a:schemeClr>
                </a:solidFill>
                <a:effectLst/>
                <a:latin typeface="微软雅黑" panose="020B0503020204020204" charset="-122"/>
                <a:ea typeface="微软雅黑" panose="020B0503020204020204" charset="-122"/>
              </a:rPr>
              <a:t>的规则和方法</a:t>
            </a:r>
            <a:endParaRPr lang="ja-JP" altLang="en-US" b="1" dirty="0">
              <a:solidFill>
                <a:schemeClr val="bg1">
                  <a:lumMod val="95000"/>
                </a:schemeClr>
              </a:solidFill>
              <a:effectLst/>
              <a:latin typeface="微软雅黑" panose="020B0503020204020204" charset="-122"/>
              <a:ea typeface="微软雅黑" panose="020B0503020204020204" charset="-122"/>
            </a:endParaRPr>
          </a:p>
        </p:txBody>
      </p:sp>
      <p:pic>
        <p:nvPicPr>
          <p:cNvPr id="11" name="Picture 12" descr="C:\Users\Feynman_leung\Desktop\ppt\cr0ss2.png"/>
          <p:cNvPicPr>
            <a:picLocks noChangeAspect="1" noChangeArrowheads="1"/>
          </p:cNvPicPr>
          <p:nvPr/>
        </p:nvPicPr>
        <p:blipFill>
          <a:blip r:embed="rId1"/>
          <a:srcRect/>
          <a:stretch>
            <a:fillRect/>
          </a:stretch>
        </p:blipFill>
        <p:spPr bwMode="auto">
          <a:xfrm>
            <a:off x="2419332" y="1781164"/>
            <a:ext cx="314325" cy="333375"/>
          </a:xfrm>
          <a:prstGeom prst="rect">
            <a:avLst/>
          </a:prstGeom>
          <a:noFill/>
          <a:ln w="9525">
            <a:noFill/>
            <a:miter lim="800000"/>
            <a:headEnd/>
            <a:tailEnd/>
          </a:ln>
        </p:spPr>
      </p:pic>
      <p:pic>
        <p:nvPicPr>
          <p:cNvPr id="12" name="Picture 12" descr="C:\Users\Feynman_leung\Desktop\ppt\cr0ss2.png"/>
          <p:cNvPicPr>
            <a:picLocks noChangeAspect="1" noChangeArrowheads="1"/>
          </p:cNvPicPr>
          <p:nvPr/>
        </p:nvPicPr>
        <p:blipFill>
          <a:blip r:embed="rId1"/>
          <a:srcRect/>
          <a:stretch>
            <a:fillRect/>
          </a:stretch>
        </p:blipFill>
        <p:spPr bwMode="auto">
          <a:xfrm>
            <a:off x="3776654" y="2447921"/>
            <a:ext cx="314325" cy="333375"/>
          </a:xfrm>
          <a:prstGeom prst="rect">
            <a:avLst/>
          </a:prstGeom>
          <a:noFill/>
          <a:ln w="9525">
            <a:noFill/>
            <a:miter lim="800000"/>
            <a:headEnd/>
            <a:tailEnd/>
          </a:ln>
        </p:spPr>
      </p:pic>
      <p:pic>
        <p:nvPicPr>
          <p:cNvPr id="13" name="Picture 12" descr="C:\Users\Feynman_leung\Desktop\ppt\cr0ss2.png"/>
          <p:cNvPicPr>
            <a:picLocks noChangeAspect="1" noChangeArrowheads="1"/>
          </p:cNvPicPr>
          <p:nvPr/>
        </p:nvPicPr>
        <p:blipFill>
          <a:blip r:embed="rId1"/>
          <a:srcRect/>
          <a:stretch>
            <a:fillRect/>
          </a:stretch>
        </p:blipFill>
        <p:spPr bwMode="auto">
          <a:xfrm>
            <a:off x="3819519" y="3209924"/>
            <a:ext cx="314325" cy="333375"/>
          </a:xfrm>
          <a:prstGeom prst="rect">
            <a:avLst/>
          </a:prstGeom>
          <a:noFill/>
          <a:ln w="9525">
            <a:noFill/>
            <a:miter lim="800000"/>
            <a:headEnd/>
            <a:tailEnd/>
          </a:ln>
        </p:spPr>
      </p:pic>
      <p:pic>
        <p:nvPicPr>
          <p:cNvPr id="14" name="Picture 12" descr="C:\Users\Feynman_leung\Desktop\ppt\cr0ss2.png"/>
          <p:cNvPicPr>
            <a:picLocks noChangeAspect="1" noChangeArrowheads="1"/>
          </p:cNvPicPr>
          <p:nvPr/>
        </p:nvPicPr>
        <p:blipFill>
          <a:blip r:embed="rId1"/>
          <a:srcRect/>
          <a:stretch>
            <a:fillRect/>
          </a:stretch>
        </p:blipFill>
        <p:spPr bwMode="auto">
          <a:xfrm>
            <a:off x="3462329" y="3995742"/>
            <a:ext cx="314325" cy="333375"/>
          </a:xfrm>
          <a:prstGeom prst="rect">
            <a:avLst/>
          </a:prstGeom>
          <a:noFill/>
          <a:ln w="9525">
            <a:noFill/>
            <a:miter lim="800000"/>
            <a:headEnd/>
            <a:tailEnd/>
          </a:ln>
        </p:spPr>
      </p:pic>
      <p:pic>
        <p:nvPicPr>
          <p:cNvPr id="15" name="Picture 12" descr="C:\Users\Feynman_leung\Desktop\ppt\cr0ss2.png"/>
          <p:cNvPicPr>
            <a:picLocks noChangeAspect="1" noChangeArrowheads="1"/>
          </p:cNvPicPr>
          <p:nvPr/>
        </p:nvPicPr>
        <p:blipFill>
          <a:blip r:embed="rId1"/>
          <a:srcRect/>
          <a:stretch>
            <a:fillRect/>
          </a:stretch>
        </p:blipFill>
        <p:spPr bwMode="auto">
          <a:xfrm>
            <a:off x="4605337" y="4852998"/>
            <a:ext cx="314325" cy="333375"/>
          </a:xfrm>
          <a:prstGeom prst="rect">
            <a:avLst/>
          </a:prstGeom>
          <a:noFill/>
          <a:ln w="9525">
            <a:noFill/>
            <a:miter lim="800000"/>
            <a:headEnd/>
            <a:tailEnd/>
          </a:ln>
        </p:spPr>
      </p:pic>
      <p:sp>
        <p:nvSpPr>
          <p:cNvPr id="2" name="矩形 1"/>
          <p:cNvSpPr/>
          <p:nvPr>
            <p:custDataLst>
              <p:tags r:id="rId2"/>
            </p:custDataLst>
          </p:nvPr>
        </p:nvSpPr>
        <p:spPr>
          <a:xfrm>
            <a:off x="1034127" y="558679"/>
            <a:ext cx="38404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不能获得专利的情况</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16"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cxnSp>
        <p:nvCxnSpPr>
          <p:cNvPr id="5" name="肘形连接符 37"/>
          <p:cNvCxnSpPr/>
          <p:nvPr/>
        </p:nvCxnSpPr>
        <p:spPr>
          <a:xfrm>
            <a:off x="2843194" y="2000240"/>
            <a:ext cx="5616000" cy="285752"/>
          </a:xfrm>
          <a:prstGeom prst="bentConnector2">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rot="5400000">
            <a:off x="5920584" y="2066122"/>
            <a:ext cx="419104"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5057772" y="1357298"/>
            <a:ext cx="2143140" cy="500066"/>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专利</a:t>
            </a:r>
            <a:endParaRPr lang="zh-CN" altLang="en-US" b="1" dirty="0">
              <a:latin typeface="微软雅黑" panose="020B0503020204020204" charset="-122"/>
              <a:ea typeface="微软雅黑" panose="020B0503020204020204" charset="-122"/>
            </a:endParaRPr>
          </a:p>
        </p:txBody>
      </p:sp>
      <p:sp>
        <p:nvSpPr>
          <p:cNvPr id="8" name="圆角矩形 7"/>
          <p:cNvSpPr/>
          <p:nvPr/>
        </p:nvSpPr>
        <p:spPr>
          <a:xfrm>
            <a:off x="1771624" y="2285992"/>
            <a:ext cx="1928826" cy="500066"/>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发明</a:t>
            </a:r>
            <a:endParaRPr lang="zh-CN" altLang="en-US" b="1" dirty="0">
              <a:latin typeface="微软雅黑" panose="020B0503020204020204" charset="-122"/>
              <a:ea typeface="微软雅黑" panose="020B0503020204020204" charset="-122"/>
            </a:endParaRPr>
          </a:p>
        </p:txBody>
      </p:sp>
      <p:sp>
        <p:nvSpPr>
          <p:cNvPr id="9" name="圆角矩形 8"/>
          <p:cNvSpPr/>
          <p:nvPr/>
        </p:nvSpPr>
        <p:spPr>
          <a:xfrm>
            <a:off x="5200648" y="2285992"/>
            <a:ext cx="1785950" cy="500066"/>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实用新型</a:t>
            </a:r>
            <a:endParaRPr lang="zh-CN" altLang="en-US" b="1" dirty="0">
              <a:latin typeface="微软雅黑" panose="020B0503020204020204" charset="-122"/>
              <a:ea typeface="微软雅黑" panose="020B0503020204020204" charset="-122"/>
            </a:endParaRPr>
          </a:p>
        </p:txBody>
      </p:sp>
      <p:sp>
        <p:nvSpPr>
          <p:cNvPr id="10" name="圆角矩形 9"/>
          <p:cNvSpPr/>
          <p:nvPr/>
        </p:nvSpPr>
        <p:spPr>
          <a:xfrm>
            <a:off x="7558102" y="2285992"/>
            <a:ext cx="1785950" cy="500066"/>
          </a:xfrm>
          <a:prstGeom prst="roundRect">
            <a:avLst>
              <a:gd name="adj" fmla="val 50000"/>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外观设计</a:t>
            </a:r>
            <a:endParaRPr lang="en-US" altLang="zh-CN" b="1" dirty="0" smtClean="0">
              <a:latin typeface="微软雅黑" panose="020B0503020204020204" charset="-122"/>
              <a:ea typeface="微软雅黑" panose="020B0503020204020204" charset="-122"/>
            </a:endParaRPr>
          </a:p>
        </p:txBody>
      </p:sp>
      <p:cxnSp>
        <p:nvCxnSpPr>
          <p:cNvPr id="11" name="直接连接符 10"/>
          <p:cNvCxnSpPr/>
          <p:nvPr/>
        </p:nvCxnSpPr>
        <p:spPr>
          <a:xfrm rot="5400000">
            <a:off x="2710563" y="2161446"/>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圆角矩形 12"/>
          <p:cNvSpPr/>
          <p:nvPr/>
        </p:nvSpPr>
        <p:spPr>
          <a:xfrm>
            <a:off x="1342996" y="3110058"/>
            <a:ext cx="1285884"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lumMod val="65000"/>
                    <a:lumOff val="35000"/>
                  </a:schemeClr>
                </a:solidFill>
                <a:latin typeface="微软雅黑" panose="020B0503020204020204" charset="-122"/>
                <a:ea typeface="微软雅黑" panose="020B0503020204020204" charset="-122"/>
              </a:rPr>
              <a:t>产品发明</a:t>
            </a:r>
            <a:endParaRPr lang="zh-CN" altLang="en-US" b="1" dirty="0">
              <a:solidFill>
                <a:schemeClr val="tx1">
                  <a:lumMod val="65000"/>
                  <a:lumOff val="35000"/>
                </a:schemeClr>
              </a:solidFill>
              <a:latin typeface="微软雅黑" panose="020B0503020204020204" charset="-122"/>
              <a:ea typeface="微软雅黑" panose="020B0503020204020204" charset="-122"/>
            </a:endParaRPr>
          </a:p>
        </p:txBody>
      </p:sp>
      <p:sp>
        <p:nvSpPr>
          <p:cNvPr id="14" name="圆角矩形 13"/>
          <p:cNvSpPr/>
          <p:nvPr/>
        </p:nvSpPr>
        <p:spPr>
          <a:xfrm>
            <a:off x="2847958" y="3110058"/>
            <a:ext cx="1285884"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lumMod val="65000"/>
                    <a:lumOff val="35000"/>
                  </a:schemeClr>
                </a:solidFill>
                <a:latin typeface="微软雅黑" panose="020B0503020204020204" charset="-122"/>
                <a:ea typeface="微软雅黑" panose="020B0503020204020204" charset="-122"/>
              </a:rPr>
              <a:t>方法发明</a:t>
            </a:r>
            <a:endParaRPr lang="zh-CN" altLang="en-US" b="1" dirty="0">
              <a:solidFill>
                <a:schemeClr val="tx1">
                  <a:lumMod val="65000"/>
                  <a:lumOff val="35000"/>
                </a:schemeClr>
              </a:solidFill>
              <a:latin typeface="微软雅黑" panose="020B0503020204020204" charset="-122"/>
              <a:ea typeface="微软雅黑" panose="020B0503020204020204" charset="-122"/>
            </a:endParaRPr>
          </a:p>
        </p:txBody>
      </p:sp>
      <p:cxnSp>
        <p:nvCxnSpPr>
          <p:cNvPr id="15" name="直接连接符 14"/>
          <p:cNvCxnSpPr/>
          <p:nvPr/>
        </p:nvCxnSpPr>
        <p:spPr>
          <a:xfrm rot="5400000">
            <a:off x="3039178" y="2947264"/>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rot="5400000">
            <a:off x="2110484" y="2947264"/>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圆角矩形 16"/>
          <p:cNvSpPr/>
          <p:nvPr/>
        </p:nvSpPr>
        <p:spPr>
          <a:xfrm>
            <a:off x="2062140" y="4000504"/>
            <a:ext cx="1357322" cy="857256"/>
          </a:xfrm>
          <a:prstGeom prst="roundRect">
            <a:avLst>
              <a:gd name="adj" fmla="val 2150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制造方法</a:t>
            </a:r>
            <a:endParaRPr lang="zh-CN" altLang="en-US" b="1" dirty="0">
              <a:latin typeface="微软雅黑" panose="020B0503020204020204" charset="-122"/>
              <a:ea typeface="微软雅黑" panose="020B0503020204020204" charset="-122"/>
            </a:endParaRPr>
          </a:p>
        </p:txBody>
      </p:sp>
      <p:sp>
        <p:nvSpPr>
          <p:cNvPr id="18" name="圆角矩形 17"/>
          <p:cNvSpPr/>
          <p:nvPr/>
        </p:nvSpPr>
        <p:spPr>
          <a:xfrm>
            <a:off x="3490900" y="4000504"/>
            <a:ext cx="1357322" cy="857256"/>
          </a:xfrm>
          <a:prstGeom prst="roundRect">
            <a:avLst>
              <a:gd name="adj" fmla="val 21503"/>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控制方法</a:t>
            </a:r>
            <a:endParaRPr lang="en-US" altLang="zh-CN" b="1" dirty="0" smtClean="0">
              <a:latin typeface="微软雅黑" panose="020B0503020204020204" charset="-122"/>
              <a:ea typeface="微软雅黑" panose="020B0503020204020204" charset="-122"/>
            </a:endParaRPr>
          </a:p>
          <a:p>
            <a:pPr algn="ctr"/>
            <a:r>
              <a:rPr lang="zh-CN" altLang="en-US" b="1" dirty="0" smtClean="0">
                <a:latin typeface="微软雅黑" panose="020B0503020204020204" charset="-122"/>
                <a:ea typeface="微软雅黑" panose="020B0503020204020204" charset="-122"/>
              </a:rPr>
              <a:t>使用方法</a:t>
            </a:r>
            <a:endParaRPr lang="zh-CN" altLang="en-US" b="1" dirty="0">
              <a:latin typeface="微软雅黑" panose="020B0503020204020204" charset="-122"/>
              <a:ea typeface="微软雅黑" panose="020B0503020204020204" charset="-122"/>
            </a:endParaRPr>
          </a:p>
        </p:txBody>
      </p:sp>
      <p:cxnSp>
        <p:nvCxnSpPr>
          <p:cNvPr id="19" name="直接连接符 18"/>
          <p:cNvCxnSpPr/>
          <p:nvPr/>
        </p:nvCxnSpPr>
        <p:spPr>
          <a:xfrm rot="5400000">
            <a:off x="3829760" y="3804520"/>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5400000">
            <a:off x="2829628" y="3804520"/>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圆角矩形 20"/>
          <p:cNvSpPr/>
          <p:nvPr/>
        </p:nvSpPr>
        <p:spPr>
          <a:xfrm>
            <a:off x="5086348" y="3948116"/>
            <a:ext cx="2143140" cy="1857388"/>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zh-CN" altLang="en-US" sz="1400" dirty="0" smtClean="0">
                <a:solidFill>
                  <a:schemeClr val="tx1"/>
                </a:solidFill>
                <a:latin typeface="微软雅黑" panose="020B0503020204020204" charset="-122"/>
                <a:ea typeface="微软雅黑" panose="020B0503020204020204" charset="-122"/>
              </a:rPr>
              <a:t>形状、构造以及其结合提出的适于实用的新的技术方案。</a:t>
            </a:r>
            <a:endParaRPr lang="en-US" altLang="zh-CN" sz="1400" dirty="0" smtClean="0">
              <a:solidFill>
                <a:schemeClr val="tx1"/>
              </a:solidFill>
              <a:latin typeface="微软雅黑" panose="020B0503020204020204" charset="-122"/>
              <a:ea typeface="微软雅黑" panose="020B0503020204020204" charset="-122"/>
            </a:endParaRPr>
          </a:p>
          <a:p>
            <a:pPr>
              <a:lnSpc>
                <a:spcPts val="1800"/>
              </a:lnSpc>
            </a:pPr>
            <a:endParaRPr lang="en-US" altLang="zh-CN" sz="1400" dirty="0" smtClean="0">
              <a:solidFill>
                <a:schemeClr val="tx1"/>
              </a:solidFill>
              <a:latin typeface="微软雅黑" panose="020B0503020204020204" charset="-122"/>
              <a:ea typeface="微软雅黑" panose="020B0503020204020204" charset="-122"/>
            </a:endParaRPr>
          </a:p>
          <a:p>
            <a:pPr>
              <a:lnSpc>
                <a:spcPts val="1800"/>
              </a:lnSpc>
            </a:pPr>
            <a:r>
              <a:rPr lang="zh-CN" altLang="en-US" sz="1400" dirty="0" smtClean="0">
                <a:solidFill>
                  <a:schemeClr val="tx1"/>
                </a:solidFill>
                <a:latin typeface="微软雅黑" panose="020B0503020204020204" charset="-122"/>
                <a:ea typeface="微软雅黑" panose="020B0503020204020204" charset="-122"/>
              </a:rPr>
              <a:t>一般被称为“小发明”。 </a:t>
            </a:r>
            <a:endParaRPr lang="zh-CN" altLang="en-US" sz="1400" dirty="0" smtClean="0">
              <a:solidFill>
                <a:schemeClr val="tx1"/>
              </a:solidFill>
              <a:latin typeface="微软雅黑" panose="020B0503020204020204" charset="-122"/>
              <a:ea typeface="微软雅黑" panose="020B0503020204020204" charset="-122"/>
            </a:endParaRPr>
          </a:p>
          <a:p>
            <a:pPr algn="ctr">
              <a:lnSpc>
                <a:spcPts val="1800"/>
              </a:lnSpc>
            </a:pPr>
            <a:r>
              <a:rPr lang="zh-CN" altLang="en-US" sz="1400" dirty="0" smtClean="0">
                <a:solidFill>
                  <a:schemeClr val="tx1"/>
                </a:solidFill>
                <a:latin typeface="微软雅黑" panose="020B0503020204020204" charset="-122"/>
                <a:ea typeface="微软雅黑" panose="020B0503020204020204" charset="-122"/>
              </a:rPr>
              <a:t>                                             </a:t>
            </a:r>
            <a:r>
              <a:rPr lang="zh-CN" altLang="en-US" sz="1600" b="1" dirty="0" smtClean="0">
                <a:solidFill>
                  <a:srgbClr val="C00000"/>
                </a:solidFill>
                <a:latin typeface="微软雅黑" panose="020B0503020204020204" charset="-122"/>
                <a:ea typeface="微软雅黑" panose="020B0503020204020204" charset="-122"/>
              </a:rPr>
              <a:t>不包含方法发明</a:t>
            </a:r>
            <a:endParaRPr lang="zh-CN" altLang="en-US" sz="1600" b="1" dirty="0">
              <a:solidFill>
                <a:srgbClr val="C00000"/>
              </a:solidFill>
              <a:latin typeface="微软雅黑" panose="020B0503020204020204" charset="-122"/>
              <a:ea typeface="微软雅黑" panose="020B0503020204020204" charset="-122"/>
            </a:endParaRPr>
          </a:p>
        </p:txBody>
      </p:sp>
      <p:sp>
        <p:nvSpPr>
          <p:cNvPr id="22" name="圆角矩形 21"/>
          <p:cNvSpPr/>
          <p:nvPr/>
        </p:nvSpPr>
        <p:spPr>
          <a:xfrm>
            <a:off x="5486400" y="3100385"/>
            <a:ext cx="1285884"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lumMod val="65000"/>
                    <a:lumOff val="35000"/>
                  </a:schemeClr>
                </a:solidFill>
                <a:latin typeface="微软雅黑" panose="020B0503020204020204" charset="-122"/>
                <a:ea typeface="微软雅黑" panose="020B0503020204020204" charset="-122"/>
              </a:rPr>
              <a:t>产品发明</a:t>
            </a:r>
            <a:endParaRPr lang="zh-CN" altLang="en-US" b="1" dirty="0">
              <a:solidFill>
                <a:schemeClr val="tx1">
                  <a:lumMod val="65000"/>
                  <a:lumOff val="35000"/>
                </a:schemeClr>
              </a:solidFill>
              <a:latin typeface="微软雅黑" panose="020B0503020204020204" charset="-122"/>
              <a:ea typeface="微软雅黑" panose="020B0503020204020204" charset="-122"/>
            </a:endParaRPr>
          </a:p>
        </p:txBody>
      </p:sp>
      <p:sp>
        <p:nvSpPr>
          <p:cNvPr id="23" name="圆角矩形 22"/>
          <p:cNvSpPr/>
          <p:nvPr/>
        </p:nvSpPr>
        <p:spPr>
          <a:xfrm>
            <a:off x="7600965" y="3967166"/>
            <a:ext cx="1785950" cy="1428760"/>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zh-CN" altLang="en-US" sz="1400" dirty="0" smtClean="0">
                <a:solidFill>
                  <a:schemeClr val="tx1"/>
                </a:solidFill>
                <a:latin typeface="微软雅黑" panose="020B0503020204020204" charset="-122"/>
                <a:ea typeface="微软雅黑" panose="020B0503020204020204" charset="-122"/>
              </a:rPr>
              <a:t>对产品的形状、图案、色彩或者其结合所作出的富有美感并适于工业上应用的新设计。</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24" name="圆角矩形 23"/>
          <p:cNvSpPr/>
          <p:nvPr/>
        </p:nvSpPr>
        <p:spPr>
          <a:xfrm>
            <a:off x="7843854" y="3109910"/>
            <a:ext cx="1285884"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lumMod val="65000"/>
                    <a:lumOff val="35000"/>
                  </a:schemeClr>
                </a:solidFill>
                <a:latin typeface="微软雅黑" panose="020B0503020204020204" charset="-122"/>
                <a:ea typeface="微软雅黑" panose="020B0503020204020204" charset="-122"/>
              </a:rPr>
              <a:t>产品设计</a:t>
            </a:r>
            <a:endParaRPr lang="zh-CN" altLang="en-US" b="1" dirty="0">
              <a:solidFill>
                <a:schemeClr val="tx1">
                  <a:lumMod val="65000"/>
                  <a:lumOff val="35000"/>
                </a:schemeClr>
              </a:solidFill>
              <a:latin typeface="微软雅黑" panose="020B0503020204020204" charset="-122"/>
              <a:ea typeface="微软雅黑" panose="020B0503020204020204" charset="-122"/>
            </a:endParaRPr>
          </a:p>
        </p:txBody>
      </p:sp>
      <p:cxnSp>
        <p:nvCxnSpPr>
          <p:cNvPr id="26" name="直接连接符 25"/>
          <p:cNvCxnSpPr/>
          <p:nvPr/>
        </p:nvCxnSpPr>
        <p:spPr>
          <a:xfrm rot="5400000">
            <a:off x="5968136" y="2947264"/>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rot="5400000">
            <a:off x="8325590" y="2947264"/>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rot="5400000">
            <a:off x="5968136" y="3790232"/>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rot="5400000">
            <a:off x="8325590" y="3780707"/>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 name="矩形 1"/>
          <p:cNvSpPr/>
          <p:nvPr>
            <p:custDataLst>
              <p:tags r:id="rId1"/>
            </p:custDataLst>
          </p:nvPr>
        </p:nvSpPr>
        <p:spPr>
          <a:xfrm>
            <a:off x="1034127" y="558679"/>
            <a:ext cx="18084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专利类型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1miz-P814451-IQSBTR2G-1920x1279"/>
          <p:cNvPicPr>
            <a:picLocks noChangeAspect="1"/>
          </p:cNvPicPr>
          <p:nvPr/>
        </p:nvPicPr>
        <p:blipFill>
          <a:blip r:embed="rId1">
            <a:alphaModFix amt="50000"/>
          </a:blip>
          <a:stretch>
            <a:fillRect/>
          </a:stretch>
        </p:blipFill>
        <p:spPr>
          <a:xfrm>
            <a:off x="0" y="0"/>
            <a:ext cx="12191365" cy="6858000"/>
          </a:xfrm>
          <a:prstGeom prst="rect">
            <a:avLst/>
          </a:prstGeom>
        </p:spPr>
      </p:pic>
      <p:sp>
        <p:nvSpPr>
          <p:cNvPr id="2" name="矩形 1"/>
          <p:cNvSpPr/>
          <p:nvPr/>
        </p:nvSpPr>
        <p:spPr>
          <a:xfrm>
            <a:off x="-10795" y="0"/>
            <a:ext cx="1220216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grpSp>
        <p:nvGrpSpPr>
          <p:cNvPr id="3" name="组合 2"/>
          <p:cNvGrpSpPr/>
          <p:nvPr/>
        </p:nvGrpSpPr>
        <p:grpSpPr>
          <a:xfrm>
            <a:off x="683260" y="1532255"/>
            <a:ext cx="6163945" cy="2812415"/>
            <a:chOff x="621" y="1363"/>
            <a:chExt cx="9707" cy="4429"/>
          </a:xfrm>
        </p:grpSpPr>
        <p:sp>
          <p:nvSpPr>
            <p:cNvPr id="8" name="文本框 7"/>
            <p:cNvSpPr txBox="1"/>
            <p:nvPr/>
          </p:nvSpPr>
          <p:spPr>
            <a:xfrm>
              <a:off x="621" y="1363"/>
              <a:ext cx="2797" cy="2082"/>
            </a:xfrm>
            <a:prstGeom prst="rect">
              <a:avLst/>
            </a:prstGeom>
            <a:noFill/>
            <a:effectLst>
              <a:outerShdw blurRad="50800" dist="38100" dir="2700000" algn="tl" rotWithShape="0">
                <a:prstClr val="black">
                  <a:alpha val="40000"/>
                </a:prstClr>
              </a:outerShdw>
            </a:effectLst>
          </p:spPr>
          <p:txBody>
            <a:bodyPr wrap="square" rtlCol="0">
              <a:spAutoFit/>
            </a:bodyPr>
            <a:p>
              <a:pPr algn="l"/>
              <a:r>
                <a:rPr lang="en-US" altLang="zh-CN" sz="8000" b="1">
                  <a:solidFill>
                    <a:schemeClr val="bg1"/>
                  </a:solidFill>
                  <a:latin typeface="微软雅黑" panose="020B0503020204020204" charset="-122"/>
                  <a:ea typeface="微软雅黑" panose="020B0503020204020204" charset="-122"/>
                </a:rPr>
                <a:t>02</a:t>
              </a:r>
              <a:endParaRPr lang="en-US" altLang="zh-CN" sz="8000" b="1">
                <a:solidFill>
                  <a:schemeClr val="bg1"/>
                </a:solidFill>
                <a:latin typeface="微软雅黑" panose="020B0503020204020204" charset="-122"/>
                <a:ea typeface="微软雅黑" panose="020B0503020204020204" charset="-122"/>
              </a:endParaRPr>
            </a:p>
          </p:txBody>
        </p:sp>
        <p:sp>
          <p:nvSpPr>
            <p:cNvPr id="11" name="矩形 10"/>
            <p:cNvSpPr/>
            <p:nvPr/>
          </p:nvSpPr>
          <p:spPr>
            <a:xfrm>
              <a:off x="621" y="3445"/>
              <a:ext cx="9707" cy="2347"/>
            </a:xfrm>
            <a:prstGeom prst="rect">
              <a:avLst/>
            </a:prstGeom>
            <a:noFill/>
            <a:ln w="38100" cap="rnd" cmpd="sng">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r>
                <a:rPr lang="zh-CN" altLang="en-US" sz="4000" b="1">
                  <a:solidFill>
                    <a:schemeClr val="bg1"/>
                  </a:solidFill>
                  <a:latin typeface="微软雅黑" panose="020B0503020204020204" charset="-122"/>
                  <a:ea typeface="微软雅黑" panose="020B0503020204020204" charset="-122"/>
                  <a:sym typeface="+mn-ea"/>
                </a:rPr>
                <a:t>如何发现专利点</a:t>
              </a:r>
              <a:endParaRPr lang="zh-CN" altLang="en-US" sz="4000" b="1">
                <a:solidFill>
                  <a:schemeClr val="bg1"/>
                </a:solidFill>
                <a:latin typeface="微软雅黑" panose="020B0503020204020204" charset="-122"/>
                <a:ea typeface="微软雅黑" panose="020B0503020204020204" charset="-122"/>
                <a:sym typeface="+mn-ea"/>
              </a:endParaRPr>
            </a:p>
          </p:txBody>
        </p:sp>
      </p:grpSp>
      <p:sp>
        <p:nvSpPr>
          <p:cNvPr id="5" name="文本框 4"/>
          <p:cNvSpPr txBox="1"/>
          <p:nvPr>
            <p:custDataLst>
              <p:tags r:id="rId2"/>
            </p:custDataLst>
          </p:nvPr>
        </p:nvSpPr>
        <p:spPr>
          <a:xfrm>
            <a:off x="5588000" y="3195320"/>
            <a:ext cx="4064000" cy="1753235"/>
          </a:xfrm>
          <a:prstGeom prst="rect">
            <a:avLst/>
          </a:prstGeom>
          <a:noFill/>
        </p:spPr>
        <p:txBody>
          <a:bodyPr wrap="square" rtlCol="0" anchor="t">
            <a:spAutoFit/>
          </a:bodyPr>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专利挖掘途径</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发明类型</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algn="l" eaLnBrk="1" hangingPunct="1">
              <a:lnSpc>
                <a:spcPct val="150000"/>
              </a:lnSpc>
              <a:buClrTx/>
              <a:buSzTx/>
              <a:buFontTx/>
              <a:buNone/>
            </a:pP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专利权授予条件</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algn="l" eaLnBrk="1" hangingPunct="1">
              <a:lnSpc>
                <a:spcPct val="150000"/>
              </a:lnSpc>
              <a:buClrTx/>
              <a:buSzTx/>
              <a:buFontTx/>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zh-CN" b="1" dirty="0">
                <a:solidFill>
                  <a:schemeClr val="bg1"/>
                </a:solidFill>
                <a:latin typeface="微软雅黑" panose="020B0503020204020204" charset="-122"/>
                <a:ea typeface="微软雅黑" panose="020B0503020204020204" charset="-122"/>
                <a:cs typeface="思源黑体 CN Bold" panose="020B0800000000000000" charset="-122"/>
                <a:sym typeface="+mn-ea"/>
              </a:rPr>
              <a:t>可专利性的判断原则--逻辑主线</a:t>
            </a:r>
            <a:endParaRPr lang="zh-CN" altLang="zh-CN" b="1"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 name="五边形 12"/>
          <p:cNvSpPr/>
          <p:nvPr>
            <p:custDataLst>
              <p:tags r:id="rId1"/>
            </p:custDataLst>
          </p:nvPr>
        </p:nvSpPr>
        <p:spPr>
          <a:xfrm>
            <a:off x="5672138" y="4733925"/>
            <a:ext cx="4429125" cy="714375"/>
          </a:xfrm>
          <a:prstGeom prst="homePlate">
            <a:avLst>
              <a:gd name="adj" fmla="val 22766"/>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spcBef>
                <a:spcPct val="50000"/>
              </a:spcBef>
              <a:defRPr/>
            </a:pPr>
            <a:endParaRPr lang="zh-CN" altLang="en-US">
              <a:solidFill>
                <a:srgbClr val="FFFFFF"/>
              </a:solidFill>
              <a:ea typeface="宋体" panose="02010600030101010101" pitchFamily="2" charset="-122"/>
            </a:endParaRPr>
          </a:p>
        </p:txBody>
      </p:sp>
      <p:sp>
        <p:nvSpPr>
          <p:cNvPr id="14" name="矩形 13"/>
          <p:cNvSpPr/>
          <p:nvPr>
            <p:custDataLst>
              <p:tags r:id="rId2"/>
            </p:custDataLst>
          </p:nvPr>
        </p:nvSpPr>
        <p:spPr>
          <a:xfrm>
            <a:off x="5314944" y="4733925"/>
            <a:ext cx="1428756" cy="714375"/>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spcBef>
                <a:spcPct val="50000"/>
              </a:spcBef>
              <a:defRPr/>
            </a:pPr>
            <a:endParaRPr lang="zh-CN" altLang="en-US">
              <a:solidFill>
                <a:srgbClr val="FFFFFF"/>
              </a:solidFill>
              <a:ea typeface="宋体" panose="02010600030101010101" pitchFamily="2" charset="-122"/>
            </a:endParaRPr>
          </a:p>
        </p:txBody>
      </p:sp>
      <p:sp>
        <p:nvSpPr>
          <p:cNvPr id="11" name="矩形 10"/>
          <p:cNvSpPr/>
          <p:nvPr>
            <p:custDataLst>
              <p:tags r:id="rId3"/>
            </p:custDataLst>
          </p:nvPr>
        </p:nvSpPr>
        <p:spPr>
          <a:xfrm>
            <a:off x="1885950" y="2357438"/>
            <a:ext cx="4357688" cy="71437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spcBef>
                <a:spcPct val="50000"/>
              </a:spcBef>
              <a:defRPr/>
            </a:pPr>
            <a:endParaRPr lang="zh-CN" altLang="en-US">
              <a:solidFill>
                <a:srgbClr val="FFFFFF"/>
              </a:solidFill>
              <a:ea typeface="宋体" panose="02010600030101010101" pitchFamily="2" charset="-122"/>
            </a:endParaRPr>
          </a:p>
        </p:txBody>
      </p:sp>
      <p:sp>
        <p:nvSpPr>
          <p:cNvPr id="12" name="矩形 11"/>
          <p:cNvSpPr/>
          <p:nvPr>
            <p:custDataLst>
              <p:tags r:id="rId4"/>
            </p:custDataLst>
          </p:nvPr>
        </p:nvSpPr>
        <p:spPr>
          <a:xfrm>
            <a:off x="1885950" y="2357438"/>
            <a:ext cx="1357313" cy="714375"/>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spcBef>
                <a:spcPct val="50000"/>
              </a:spcBef>
              <a:defRPr/>
            </a:pPr>
            <a:endParaRPr lang="zh-CN" altLang="en-US">
              <a:solidFill>
                <a:srgbClr val="FFFFFF"/>
              </a:solidFill>
              <a:ea typeface="宋体" panose="02010600030101010101" pitchFamily="2" charset="-122"/>
            </a:endParaRPr>
          </a:p>
        </p:txBody>
      </p:sp>
      <p:sp>
        <p:nvSpPr>
          <p:cNvPr id="45063" name="内容占位符 2"/>
          <p:cNvSpPr>
            <a:spLocks noGrp="1"/>
          </p:cNvSpPr>
          <p:nvPr>
            <p:ph idx="4294967295"/>
            <p:custDataLst>
              <p:tags r:id="rId5"/>
            </p:custDataLst>
          </p:nvPr>
        </p:nvSpPr>
        <p:spPr>
          <a:xfrm>
            <a:off x="2097093" y="2487611"/>
            <a:ext cx="4860925" cy="727075"/>
          </a:xfrm>
        </p:spPr>
        <p:txBody>
          <a:bodyPr/>
          <a:p>
            <a:pPr algn="l">
              <a:buFontTx/>
              <a:buNone/>
            </a:pPr>
            <a:r>
              <a:rPr lang="zh-CN" altLang="en-US" sz="2400" b="1" dirty="0" smtClean="0">
                <a:solidFill>
                  <a:schemeClr val="bg1"/>
                </a:solidFill>
                <a:latin typeface="微软雅黑" panose="020B0503020204020204" charset="-122"/>
                <a:ea typeface="微软雅黑" panose="020B0503020204020204" charset="-122"/>
              </a:rPr>
              <a:t>方法一 </a:t>
            </a:r>
            <a:r>
              <a:rPr lang="en-US" altLang="zh-CN" sz="2400" b="1" dirty="0" smtClean="0">
                <a:solidFill>
                  <a:schemeClr val="bg1"/>
                </a:solidFill>
                <a:latin typeface="微软雅黑" panose="020B0503020204020204" charset="-122"/>
                <a:ea typeface="微软雅黑" panose="020B0503020204020204" charset="-122"/>
              </a:rPr>
              <a:t>   </a:t>
            </a:r>
            <a:r>
              <a:rPr lang="zh-CN" altLang="en-US" sz="2400" b="1" dirty="0" smtClean="0">
                <a:solidFill>
                  <a:schemeClr val="bg1"/>
                </a:solidFill>
                <a:latin typeface="微软雅黑" panose="020B0503020204020204" charset="-122"/>
                <a:ea typeface="微软雅黑" panose="020B0503020204020204" charset="-122"/>
              </a:rPr>
              <a:t>从项目任务出发 </a:t>
            </a:r>
            <a:endParaRPr lang="en-US" altLang="zh-CN" sz="2400" b="1" dirty="0" smtClean="0">
              <a:solidFill>
                <a:schemeClr val="bg1"/>
              </a:solidFill>
              <a:latin typeface="微软雅黑" panose="020B0503020204020204" charset="-122"/>
              <a:ea typeface="微软雅黑" panose="020B0503020204020204" charset="-122"/>
            </a:endParaRPr>
          </a:p>
          <a:p>
            <a:pPr algn="l"/>
            <a:endParaRPr lang="zh-CN" altLang="en-US" sz="2400" b="1" dirty="0" smtClean="0">
              <a:solidFill>
                <a:schemeClr val="bg1"/>
              </a:solidFill>
              <a:latin typeface="微软雅黑" panose="020B0503020204020204" charset="-122"/>
              <a:ea typeface="微软雅黑" panose="020B0503020204020204" charset="-122"/>
            </a:endParaRPr>
          </a:p>
        </p:txBody>
      </p:sp>
      <p:pic>
        <p:nvPicPr>
          <p:cNvPr id="45065" name="图片 5" descr="267860-1406230Q20196.jpg"/>
          <p:cNvPicPr>
            <a:picLocks noChangeAspect="1"/>
          </p:cNvPicPr>
          <p:nvPr>
            <p:custDataLst>
              <p:tags r:id="rId6"/>
            </p:custDataLst>
          </p:nvPr>
        </p:nvPicPr>
        <p:blipFill>
          <a:blip r:embed="rId7"/>
          <a:srcRect/>
          <a:stretch>
            <a:fillRect/>
          </a:stretch>
        </p:blipFill>
        <p:spPr bwMode="auto">
          <a:xfrm>
            <a:off x="3171825" y="4000504"/>
            <a:ext cx="2160588" cy="2159000"/>
          </a:xfrm>
          <a:prstGeom prst="roundRect">
            <a:avLst/>
          </a:prstGeom>
          <a:noFill/>
          <a:ln w="57150">
            <a:noFill/>
            <a:prstDash val="sysDash"/>
            <a:miter lim="800000"/>
            <a:headEnd/>
            <a:tailEnd/>
          </a:ln>
        </p:spPr>
      </p:pic>
      <p:pic>
        <p:nvPicPr>
          <p:cNvPr id="45066" name="图片 6" descr="267860-1406230G20176.jpg"/>
          <p:cNvPicPr>
            <a:picLocks noChangeAspect="1"/>
          </p:cNvPicPr>
          <p:nvPr>
            <p:custDataLst>
              <p:tags r:id="rId8"/>
            </p:custDataLst>
          </p:nvPr>
        </p:nvPicPr>
        <p:blipFill>
          <a:blip r:embed="rId9"/>
          <a:srcRect/>
          <a:stretch>
            <a:fillRect/>
          </a:stretch>
        </p:blipFill>
        <p:spPr bwMode="auto">
          <a:xfrm>
            <a:off x="6243638" y="1106485"/>
            <a:ext cx="2786063" cy="1965325"/>
          </a:xfrm>
          <a:prstGeom prst="rect">
            <a:avLst/>
          </a:prstGeom>
          <a:noFill/>
          <a:ln w="57150">
            <a:noFill/>
            <a:prstDash val="sysDash"/>
            <a:miter lim="800000"/>
            <a:headEnd/>
            <a:tailEnd/>
          </a:ln>
          <a:effectLst/>
        </p:spPr>
      </p:pic>
      <p:sp>
        <p:nvSpPr>
          <p:cNvPr id="15" name="矩形 14"/>
          <p:cNvSpPr/>
          <p:nvPr>
            <p:custDataLst>
              <p:tags r:id="rId10"/>
            </p:custDataLst>
          </p:nvPr>
        </p:nvSpPr>
        <p:spPr>
          <a:xfrm>
            <a:off x="3219450" y="2349500"/>
            <a:ext cx="36513" cy="714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spcBef>
                <a:spcPct val="50000"/>
              </a:spcBef>
              <a:defRPr/>
            </a:pPr>
            <a:endParaRPr lang="zh-CN" altLang="en-US">
              <a:solidFill>
                <a:srgbClr val="FFFFFF"/>
              </a:solidFill>
              <a:ea typeface="宋体" panose="02010600030101010101" pitchFamily="2" charset="-122"/>
            </a:endParaRPr>
          </a:p>
        </p:txBody>
      </p:sp>
      <p:sp>
        <p:nvSpPr>
          <p:cNvPr id="16" name="矩形 15"/>
          <p:cNvSpPr/>
          <p:nvPr>
            <p:custDataLst>
              <p:tags r:id="rId11"/>
            </p:custDataLst>
          </p:nvPr>
        </p:nvSpPr>
        <p:spPr>
          <a:xfrm>
            <a:off x="6711950" y="4724400"/>
            <a:ext cx="36513" cy="7143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spcBef>
                <a:spcPct val="50000"/>
              </a:spcBef>
              <a:defRPr/>
            </a:pPr>
            <a:endParaRPr lang="zh-CN" altLang="en-US">
              <a:solidFill>
                <a:srgbClr val="FFFFFF"/>
              </a:solidFill>
              <a:ea typeface="宋体" panose="02010600030101010101" pitchFamily="2" charset="-122"/>
            </a:endParaRPr>
          </a:p>
        </p:txBody>
      </p:sp>
      <p:sp>
        <p:nvSpPr>
          <p:cNvPr id="18" name="剪去单角的矩形 17"/>
          <p:cNvSpPr/>
          <p:nvPr>
            <p:custDataLst>
              <p:tags r:id="rId12"/>
            </p:custDataLst>
          </p:nvPr>
        </p:nvSpPr>
        <p:spPr>
          <a:xfrm>
            <a:off x="6243638" y="1285860"/>
            <a:ext cx="3000396" cy="1785950"/>
          </a:xfrm>
          <a:prstGeom prst="snip1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剪去单角的矩形 18"/>
          <p:cNvSpPr/>
          <p:nvPr>
            <p:custDataLst>
              <p:tags r:id="rId13"/>
            </p:custDataLst>
          </p:nvPr>
        </p:nvSpPr>
        <p:spPr>
          <a:xfrm rot="10800000">
            <a:off x="2886053" y="3929066"/>
            <a:ext cx="2428892" cy="2143140"/>
          </a:xfrm>
          <a:prstGeom prst="snip1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45067" name="TextBox 7"/>
          <p:cNvSpPr txBox="1">
            <a:spLocks noChangeArrowheads="1"/>
          </p:cNvSpPr>
          <p:nvPr>
            <p:custDataLst>
              <p:tags r:id="rId14"/>
            </p:custDataLst>
          </p:nvPr>
        </p:nvSpPr>
        <p:spPr bwMode="auto">
          <a:xfrm>
            <a:off x="5522941" y="4857760"/>
            <a:ext cx="4721225" cy="904863"/>
          </a:xfrm>
          <a:prstGeom prst="rect">
            <a:avLst/>
          </a:prstGeom>
          <a:noFill/>
          <a:ln w="9525">
            <a:noFill/>
            <a:miter lim="800000"/>
          </a:ln>
        </p:spPr>
        <p:txBody>
          <a:bodyPr>
            <a:spAutoFit/>
          </a:bodyPr>
          <a:p>
            <a:pPr eaLnBrk="1" hangingPunct="1">
              <a:spcBef>
                <a:spcPct val="20000"/>
              </a:spcBef>
              <a:buClr>
                <a:schemeClr val="tx2"/>
              </a:buClr>
            </a:pPr>
            <a:r>
              <a:rPr lang="zh-CN" altLang="en-US" sz="2400" b="1" dirty="0">
                <a:solidFill>
                  <a:schemeClr val="bg1"/>
                </a:solidFill>
                <a:latin typeface="微软雅黑" panose="020B0503020204020204" charset="-122"/>
                <a:ea typeface="微软雅黑" panose="020B0503020204020204" charset="-122"/>
              </a:rPr>
              <a:t>方法二   </a:t>
            </a:r>
            <a:r>
              <a:rPr lang="zh-CN" altLang="en-US" sz="2400" b="1" dirty="0" smtClean="0">
                <a:solidFill>
                  <a:schemeClr val="bg1"/>
                </a:solidFill>
                <a:latin typeface="微软雅黑" panose="020B0503020204020204" charset="-122"/>
                <a:ea typeface="微软雅黑" panose="020B0503020204020204" charset="-122"/>
              </a:rPr>
              <a:t>  从</a:t>
            </a:r>
            <a:r>
              <a:rPr lang="zh-CN" altLang="en-US" sz="2400" b="1" dirty="0">
                <a:solidFill>
                  <a:schemeClr val="bg1"/>
                </a:solidFill>
                <a:latin typeface="微软雅黑" panose="020B0503020204020204" charset="-122"/>
                <a:ea typeface="微软雅黑" panose="020B0503020204020204" charset="-122"/>
              </a:rPr>
              <a:t>某一创新点出发 </a:t>
            </a:r>
            <a:endParaRPr lang="zh-CN" altLang="en-US" sz="2400" b="1" dirty="0">
              <a:solidFill>
                <a:schemeClr val="bg1"/>
              </a:solidFill>
              <a:latin typeface="微软雅黑" panose="020B0503020204020204" charset="-122"/>
              <a:ea typeface="微软雅黑" panose="020B0503020204020204" charset="-122"/>
            </a:endParaRPr>
          </a:p>
          <a:p>
            <a:pPr eaLnBrk="1" hangingPunct="1">
              <a:spcBef>
                <a:spcPct val="20000"/>
              </a:spcBef>
              <a:buClr>
                <a:schemeClr val="tx2"/>
              </a:buClr>
            </a:pPr>
            <a:endParaRPr lang="zh-CN" altLang="en-US" sz="2400" dirty="0">
              <a:solidFill>
                <a:schemeClr val="bg1"/>
              </a:solidFill>
              <a:latin typeface="微软雅黑" panose="020B0503020204020204" charset="-122"/>
              <a:ea typeface="微软雅黑" panose="020B0503020204020204" charset="-122"/>
            </a:endParaRPr>
          </a:p>
        </p:txBody>
      </p:sp>
      <p:sp>
        <p:nvSpPr>
          <p:cNvPr id="4" name="矩形 3"/>
          <p:cNvSpPr/>
          <p:nvPr>
            <p:custDataLst>
              <p:tags r:id="rId15"/>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5" name="组合 4"/>
          <p:cNvGrpSpPr/>
          <p:nvPr/>
        </p:nvGrpSpPr>
        <p:grpSpPr>
          <a:xfrm>
            <a:off x="197485" y="570865"/>
            <a:ext cx="519430" cy="408940"/>
            <a:chOff x="110" y="450"/>
            <a:chExt cx="818" cy="644"/>
          </a:xfrm>
        </p:grpSpPr>
        <p:sp>
          <p:nvSpPr>
            <p:cNvPr id="6" name="Freeform 13"/>
            <p:cNvSpPr/>
            <p:nvPr>
              <p:custDataLst>
                <p:tags r:id="rId16"/>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17"/>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2"/>
          <p:cNvSpPr>
            <a:spLocks noGrp="1"/>
          </p:cNvSpPr>
          <p:nvPr>
            <p:ph type="sldNum" sz="quarter" idx="12"/>
          </p:nvPr>
        </p:nvSpPr>
        <p:spPr>
          <a:noFill/>
        </p:spPr>
        <p:txBody>
          <a:bodyPr/>
          <a:lstStyle/>
          <a:p>
            <a:fld id="{49588E66-677E-4DF8-B655-A1F023212461}" type="slidenum">
              <a:rPr lang="zh-CN" altLang="en-US" sz="1200" b="1" smtClean="0">
                <a:solidFill>
                  <a:srgbClr val="898989"/>
                </a:solidFill>
                <a:latin typeface="微软雅黑" panose="020B0503020204020204" charset="-122"/>
                <a:ea typeface="微软雅黑" panose="020B0503020204020204" charset="-122"/>
              </a:rPr>
            </a:fld>
            <a:endParaRPr lang="en-US" altLang="zh-CN" sz="1200" b="1" smtClean="0">
              <a:solidFill>
                <a:srgbClr val="898989"/>
              </a:solidFill>
              <a:latin typeface="微软雅黑" panose="020B0503020204020204" charset="-122"/>
              <a:ea typeface="微软雅黑" panose="020B0503020204020204" charset="-122"/>
            </a:endParaRPr>
          </a:p>
        </p:txBody>
      </p:sp>
      <p:graphicFrame>
        <p:nvGraphicFramePr>
          <p:cNvPr id="5" name="内容占位符 4"/>
          <p:cNvGraphicFramePr>
            <a:graphicFrameLocks noGrp="1"/>
          </p:cNvGraphicFramePr>
          <p:nvPr>
            <p:ph idx="4294967295"/>
          </p:nvPr>
        </p:nvGraphicFramePr>
        <p:xfrm>
          <a:off x="2385982" y="1876413"/>
          <a:ext cx="8229600" cy="435771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6084" name="页脚占位符 6"/>
          <p:cNvSpPr txBox="1">
            <a:spLocks noGrp="1"/>
          </p:cNvSpPr>
          <p:nvPr/>
        </p:nvSpPr>
        <p:spPr bwMode="auto">
          <a:xfrm>
            <a:off x="1703388" y="6400800"/>
            <a:ext cx="2895600" cy="457200"/>
          </a:xfrm>
          <a:prstGeom prst="rect">
            <a:avLst/>
          </a:prstGeom>
          <a:noFill/>
          <a:ln w="9525">
            <a:noFill/>
            <a:miter lim="800000"/>
          </a:ln>
        </p:spPr>
        <p:txBody>
          <a:bodyPr anchor="b"/>
          <a:lstStyle/>
          <a:p>
            <a:pPr eaLnBrk="1" hangingPunct="1"/>
            <a:r>
              <a:rPr lang="en-US" altLang="zh-CN" sz="1200">
                <a:solidFill>
                  <a:srgbClr val="000000"/>
                </a:solidFill>
                <a:latin typeface="Arial" panose="020B0604020202020204" pitchFamily="34" charset="0"/>
                <a:ea typeface="宋体" panose="02010600030101010101" pitchFamily="2" charset="-122"/>
              </a:rPr>
              <a:t>14</a:t>
            </a:r>
            <a:endParaRPr lang="en-US" altLang="zh-CN" sz="1200">
              <a:solidFill>
                <a:srgbClr val="000000"/>
              </a:solidFill>
              <a:latin typeface="Arial" panose="020B0604020202020204" pitchFamily="34" charset="0"/>
              <a:ea typeface="宋体" panose="02010600030101010101" pitchFamily="2" charset="-122"/>
            </a:endParaRPr>
          </a:p>
        </p:txBody>
      </p:sp>
      <p:sp>
        <p:nvSpPr>
          <p:cNvPr id="11" name="TextBox 10"/>
          <p:cNvSpPr txBox="1"/>
          <p:nvPr/>
        </p:nvSpPr>
        <p:spPr>
          <a:xfrm>
            <a:off x="3912884" y="558779"/>
            <a:ext cx="2737328" cy="408148"/>
          </a:xfrm>
          <a:prstGeom prst="roundRect">
            <a:avLst/>
          </a:prstGeom>
          <a:solidFill>
            <a:schemeClr val="accent2">
              <a:lumMod val="50000"/>
            </a:schemeClr>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方法一：从项目任务出发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4" name="矩形 3"/>
          <p:cNvSpPr/>
          <p:nvPr>
            <p:custDataLst>
              <p:tags r:id="rId6"/>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2" name="组合 1"/>
          <p:cNvGrpSpPr/>
          <p:nvPr/>
        </p:nvGrpSpPr>
        <p:grpSpPr>
          <a:xfrm>
            <a:off x="197485" y="570865"/>
            <a:ext cx="519430" cy="408940"/>
            <a:chOff x="110" y="450"/>
            <a:chExt cx="818" cy="644"/>
          </a:xfrm>
        </p:grpSpPr>
        <p:sp>
          <p:nvSpPr>
            <p:cNvPr id="6" name="Freeform 13"/>
            <p:cNvSpPr/>
            <p:nvPr>
              <p:custDataLst>
                <p:tags r:id="rId7"/>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8"/>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11" name="灯片编号占位符 12"/>
          <p:cNvSpPr>
            <a:spLocks noGrp="1"/>
          </p:cNvSpPr>
          <p:nvPr>
            <p:ph type="sldNum" sz="quarter" idx="12"/>
          </p:nvPr>
        </p:nvSpPr>
        <p:spPr>
          <a:xfrm>
            <a:off x="7972425" y="6356350"/>
            <a:ext cx="2743200" cy="365125"/>
          </a:xfrm>
          <a:noFill/>
        </p:spPr>
        <p:txBody>
          <a:bodyPr/>
          <a:lstStyle/>
          <a:p>
            <a:fld id="{7D291382-87A6-4166-B15E-44CE6123EB26}"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grpSp>
        <p:nvGrpSpPr>
          <p:cNvPr id="31" name="组合 30"/>
          <p:cNvGrpSpPr/>
          <p:nvPr/>
        </p:nvGrpSpPr>
        <p:grpSpPr>
          <a:xfrm>
            <a:off x="1671320" y="1909445"/>
            <a:ext cx="9147810" cy="857885"/>
            <a:chOff x="3637" y="3157"/>
            <a:chExt cx="14406" cy="1351"/>
          </a:xfrm>
        </p:grpSpPr>
        <p:sp>
          <p:nvSpPr>
            <p:cNvPr id="14" name="矩形 13"/>
            <p:cNvSpPr/>
            <p:nvPr/>
          </p:nvSpPr>
          <p:spPr>
            <a:xfrm>
              <a:off x="3637" y="3270"/>
              <a:ext cx="14407" cy="12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latin typeface="微软雅黑" panose="020B0503020204020204" charset="-122"/>
                <a:ea typeface="微软雅黑" panose="020B0503020204020204" charset="-122"/>
              </a:endParaRPr>
            </a:p>
          </p:txBody>
        </p:sp>
        <p:sp>
          <p:nvSpPr>
            <p:cNvPr id="47112" name="Rectangle 3"/>
            <p:cNvSpPr>
              <a:spLocks noChangeArrowheads="1"/>
            </p:cNvSpPr>
            <p:nvPr/>
          </p:nvSpPr>
          <p:spPr bwMode="auto">
            <a:xfrm>
              <a:off x="3750" y="3157"/>
              <a:ext cx="3118" cy="1161"/>
            </a:xfrm>
            <a:prstGeom prst="rect">
              <a:avLst/>
            </a:prstGeom>
            <a:noFill/>
            <a:ln w="9525">
              <a:noFill/>
              <a:miter lim="800000"/>
            </a:ln>
          </p:spPr>
          <p:txBody>
            <a:bodyPr>
              <a:spAutoFit/>
            </a:bodyPr>
            <a:lstStyle/>
            <a:p>
              <a:pPr eaLnBrk="1" hangingPunct="1">
                <a:lnSpc>
                  <a:spcPct val="150000"/>
                </a:lnSpc>
                <a:spcBef>
                  <a:spcPct val="150000"/>
                </a:spcBef>
                <a:buClr>
                  <a:schemeClr val="accent2"/>
                </a:buClr>
              </a:pPr>
              <a:r>
                <a:rPr lang="zh-CN" altLang="en-US" sz="2800" b="1" dirty="0">
                  <a:solidFill>
                    <a:schemeClr val="tx1">
                      <a:lumMod val="50000"/>
                      <a:lumOff val="50000"/>
                    </a:schemeClr>
                  </a:solidFill>
                  <a:latin typeface="微软雅黑" panose="020B0503020204020204" charset="-122"/>
                  <a:ea typeface="微软雅黑" panose="020B0503020204020204" charset="-122"/>
                </a:rPr>
                <a:t>■</a:t>
              </a:r>
              <a:r>
                <a:rPr lang="zh-CN" altLang="en-US" b="1" dirty="0" smtClean="0">
                  <a:solidFill>
                    <a:schemeClr val="tx1">
                      <a:lumMod val="50000"/>
                      <a:lumOff val="50000"/>
                    </a:schemeClr>
                  </a:solidFill>
                  <a:latin typeface="微软雅黑" panose="020B0503020204020204" charset="-122"/>
                  <a:ea typeface="微软雅黑" panose="020B0503020204020204" charset="-122"/>
                </a:rPr>
                <a:t>组成部分</a:t>
              </a:r>
              <a:endParaRPr lang="en-US" altLang="zh-CN" b="1" dirty="0" smtClean="0">
                <a:solidFill>
                  <a:schemeClr val="tx1">
                    <a:lumMod val="50000"/>
                    <a:lumOff val="50000"/>
                  </a:schemeClr>
                </a:solidFill>
                <a:latin typeface="微软雅黑" panose="020B0503020204020204" charset="-122"/>
                <a:ea typeface="微软雅黑" panose="020B0503020204020204" charset="-122"/>
              </a:endParaRPr>
            </a:p>
          </p:txBody>
        </p:sp>
      </p:grpSp>
      <p:grpSp>
        <p:nvGrpSpPr>
          <p:cNvPr id="30" name="组合 29"/>
          <p:cNvGrpSpPr/>
          <p:nvPr/>
        </p:nvGrpSpPr>
        <p:grpSpPr>
          <a:xfrm>
            <a:off x="1671320" y="2914015"/>
            <a:ext cx="9147810" cy="876935"/>
            <a:chOff x="3637" y="4589"/>
            <a:chExt cx="14406" cy="1381"/>
          </a:xfrm>
        </p:grpSpPr>
        <p:sp>
          <p:nvSpPr>
            <p:cNvPr id="24" name="矩形 23"/>
            <p:cNvSpPr/>
            <p:nvPr/>
          </p:nvSpPr>
          <p:spPr>
            <a:xfrm>
              <a:off x="3637" y="4732"/>
              <a:ext cx="14407" cy="12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latin typeface="微软雅黑" panose="020B0503020204020204" charset="-122"/>
                <a:ea typeface="微软雅黑" panose="020B0503020204020204" charset="-122"/>
              </a:endParaRPr>
            </a:p>
          </p:txBody>
        </p:sp>
        <p:sp>
          <p:nvSpPr>
            <p:cNvPr id="27" name="Rectangle 3"/>
            <p:cNvSpPr>
              <a:spLocks noChangeArrowheads="1"/>
            </p:cNvSpPr>
            <p:nvPr/>
          </p:nvSpPr>
          <p:spPr bwMode="auto">
            <a:xfrm>
              <a:off x="3782" y="4589"/>
              <a:ext cx="3118" cy="1161"/>
            </a:xfrm>
            <a:prstGeom prst="rect">
              <a:avLst/>
            </a:prstGeom>
            <a:noFill/>
            <a:ln w="9525">
              <a:noFill/>
              <a:miter lim="800000"/>
            </a:ln>
          </p:spPr>
          <p:txBody>
            <a:bodyPr>
              <a:spAutoFit/>
            </a:bodyPr>
            <a:lstStyle/>
            <a:p>
              <a:pPr>
                <a:lnSpc>
                  <a:spcPct val="150000"/>
                </a:lnSpc>
                <a:spcBef>
                  <a:spcPct val="150000"/>
                </a:spcBef>
                <a:buClr>
                  <a:schemeClr val="accent2"/>
                </a:buClr>
              </a:pPr>
              <a:r>
                <a:rPr lang="zh-CN" altLang="en-US" sz="2800" b="1" dirty="0" smtClean="0">
                  <a:solidFill>
                    <a:schemeClr val="tx1">
                      <a:lumMod val="50000"/>
                      <a:lumOff val="50000"/>
                    </a:schemeClr>
                  </a:solidFill>
                  <a:latin typeface="微软雅黑" panose="020B0503020204020204" charset="-122"/>
                  <a:ea typeface="微软雅黑" panose="020B0503020204020204" charset="-122"/>
                </a:rPr>
                <a:t>■</a:t>
              </a:r>
              <a:r>
                <a:rPr lang="zh-CN" altLang="en-US" b="1" dirty="0" smtClean="0">
                  <a:solidFill>
                    <a:schemeClr val="tx1">
                      <a:lumMod val="50000"/>
                      <a:lumOff val="50000"/>
                    </a:schemeClr>
                  </a:solidFill>
                  <a:latin typeface="微软雅黑" panose="020B0503020204020204" charset="-122"/>
                  <a:ea typeface="微软雅黑" panose="020B0503020204020204" charset="-122"/>
                </a:rPr>
                <a:t>技术要素</a:t>
              </a:r>
              <a:endParaRPr lang="en-US" altLang="zh-CN" b="1" dirty="0" smtClean="0">
                <a:solidFill>
                  <a:schemeClr val="tx1">
                    <a:lumMod val="50000"/>
                    <a:lumOff val="50000"/>
                  </a:schemeClr>
                </a:solidFill>
                <a:latin typeface="微软雅黑" panose="020B0503020204020204" charset="-122"/>
                <a:ea typeface="微软雅黑" panose="020B0503020204020204" charset="-122"/>
              </a:endParaRPr>
            </a:p>
          </p:txBody>
        </p:sp>
      </p:grpSp>
      <p:grpSp>
        <p:nvGrpSpPr>
          <p:cNvPr id="22" name="组合 21"/>
          <p:cNvGrpSpPr/>
          <p:nvPr/>
        </p:nvGrpSpPr>
        <p:grpSpPr>
          <a:xfrm>
            <a:off x="1671320" y="3938905"/>
            <a:ext cx="9147810" cy="867410"/>
            <a:chOff x="3637" y="5963"/>
            <a:chExt cx="14406" cy="1366"/>
          </a:xfrm>
        </p:grpSpPr>
        <p:sp>
          <p:nvSpPr>
            <p:cNvPr id="25" name="矩形 24"/>
            <p:cNvSpPr/>
            <p:nvPr/>
          </p:nvSpPr>
          <p:spPr>
            <a:xfrm>
              <a:off x="3637" y="6083"/>
              <a:ext cx="14406" cy="12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latin typeface="微软雅黑" panose="020B0503020204020204" charset="-122"/>
                <a:ea typeface="微软雅黑" panose="020B0503020204020204" charset="-122"/>
              </a:endParaRPr>
            </a:p>
          </p:txBody>
        </p:sp>
        <p:sp>
          <p:nvSpPr>
            <p:cNvPr id="28" name="Rectangle 3"/>
            <p:cNvSpPr>
              <a:spLocks noChangeArrowheads="1"/>
            </p:cNvSpPr>
            <p:nvPr/>
          </p:nvSpPr>
          <p:spPr bwMode="auto">
            <a:xfrm>
              <a:off x="3750" y="5963"/>
              <a:ext cx="3118" cy="1161"/>
            </a:xfrm>
            <a:prstGeom prst="rect">
              <a:avLst/>
            </a:prstGeom>
            <a:noFill/>
            <a:ln w="9525">
              <a:noFill/>
              <a:miter lim="800000"/>
            </a:ln>
          </p:spPr>
          <p:txBody>
            <a:bodyPr>
              <a:spAutoFit/>
            </a:bodyPr>
            <a:lstStyle/>
            <a:p>
              <a:pPr eaLnBrk="1" hangingPunct="1">
                <a:lnSpc>
                  <a:spcPct val="150000"/>
                </a:lnSpc>
                <a:spcBef>
                  <a:spcPct val="150000"/>
                </a:spcBef>
                <a:buClr>
                  <a:schemeClr val="accent2"/>
                </a:buClr>
              </a:pPr>
              <a:r>
                <a:rPr lang="zh-CN" altLang="en-US" sz="2800" b="1" dirty="0" smtClean="0">
                  <a:solidFill>
                    <a:schemeClr val="tx1">
                      <a:lumMod val="50000"/>
                      <a:lumOff val="50000"/>
                    </a:schemeClr>
                  </a:solidFill>
                  <a:latin typeface="微软雅黑" panose="020B0503020204020204" charset="-122"/>
                  <a:ea typeface="微软雅黑" panose="020B0503020204020204" charset="-122"/>
                </a:rPr>
                <a:t>■</a:t>
              </a:r>
              <a:r>
                <a:rPr lang="zh-CN" altLang="en-US" b="1" dirty="0">
                  <a:solidFill>
                    <a:schemeClr val="tx1">
                      <a:lumMod val="50000"/>
                      <a:lumOff val="50000"/>
                    </a:schemeClr>
                  </a:solidFill>
                  <a:latin typeface="微软雅黑" panose="020B0503020204020204" charset="-122"/>
                  <a:ea typeface="微软雅黑" panose="020B0503020204020204" charset="-122"/>
                </a:rPr>
                <a:t>创新</a:t>
              </a:r>
              <a:r>
                <a:rPr lang="zh-CN" altLang="en-US" b="1" dirty="0" smtClean="0">
                  <a:solidFill>
                    <a:schemeClr val="tx1">
                      <a:lumMod val="50000"/>
                      <a:lumOff val="50000"/>
                    </a:schemeClr>
                  </a:solidFill>
                  <a:latin typeface="微软雅黑" panose="020B0503020204020204" charset="-122"/>
                  <a:ea typeface="微软雅黑" panose="020B0503020204020204" charset="-122"/>
                </a:rPr>
                <a:t>点</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grpSp>
      <p:grpSp>
        <p:nvGrpSpPr>
          <p:cNvPr id="32" name="组合 31"/>
          <p:cNvGrpSpPr/>
          <p:nvPr/>
        </p:nvGrpSpPr>
        <p:grpSpPr>
          <a:xfrm>
            <a:off x="1671320" y="4966970"/>
            <a:ext cx="9147810" cy="882015"/>
            <a:chOff x="3637" y="7402"/>
            <a:chExt cx="14406" cy="1389"/>
          </a:xfrm>
        </p:grpSpPr>
        <p:sp>
          <p:nvSpPr>
            <p:cNvPr id="26" name="矩形 25"/>
            <p:cNvSpPr/>
            <p:nvPr/>
          </p:nvSpPr>
          <p:spPr>
            <a:xfrm>
              <a:off x="3637" y="7545"/>
              <a:ext cx="14406" cy="124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latin typeface="微软雅黑" panose="020B0503020204020204" charset="-122"/>
                <a:ea typeface="微软雅黑" panose="020B0503020204020204" charset="-122"/>
              </a:endParaRPr>
            </a:p>
          </p:txBody>
        </p:sp>
        <p:sp>
          <p:nvSpPr>
            <p:cNvPr id="29" name="Rectangle 3"/>
            <p:cNvSpPr>
              <a:spLocks noChangeArrowheads="1"/>
            </p:cNvSpPr>
            <p:nvPr/>
          </p:nvSpPr>
          <p:spPr bwMode="auto">
            <a:xfrm>
              <a:off x="3782" y="7402"/>
              <a:ext cx="3118" cy="1161"/>
            </a:xfrm>
            <a:prstGeom prst="rect">
              <a:avLst/>
            </a:prstGeom>
            <a:noFill/>
            <a:ln w="9525">
              <a:noFill/>
              <a:miter lim="800000"/>
            </a:ln>
          </p:spPr>
          <p:txBody>
            <a:bodyPr>
              <a:spAutoFit/>
            </a:bodyPr>
            <a:lstStyle/>
            <a:p>
              <a:pPr eaLnBrk="1" hangingPunct="1">
                <a:lnSpc>
                  <a:spcPct val="150000"/>
                </a:lnSpc>
                <a:spcBef>
                  <a:spcPct val="150000"/>
                </a:spcBef>
                <a:buClr>
                  <a:schemeClr val="accent2"/>
                </a:buClr>
              </a:pPr>
              <a:r>
                <a:rPr lang="zh-CN" altLang="en-US" sz="2800" b="1" dirty="0" smtClean="0">
                  <a:solidFill>
                    <a:schemeClr val="tx1">
                      <a:lumMod val="50000"/>
                      <a:lumOff val="50000"/>
                    </a:schemeClr>
                  </a:solidFill>
                  <a:latin typeface="微软雅黑" panose="020B0503020204020204" charset="-122"/>
                  <a:ea typeface="微软雅黑" panose="020B0503020204020204" charset="-122"/>
                </a:rPr>
                <a:t>■</a:t>
              </a:r>
              <a:r>
                <a:rPr lang="zh-CN" altLang="en-US" b="1" dirty="0">
                  <a:solidFill>
                    <a:schemeClr val="tx1">
                      <a:lumMod val="50000"/>
                      <a:lumOff val="50000"/>
                    </a:schemeClr>
                  </a:solidFill>
                  <a:latin typeface="微软雅黑" panose="020B0503020204020204" charset="-122"/>
                  <a:ea typeface="微软雅黑" panose="020B0503020204020204" charset="-122"/>
                </a:rPr>
                <a:t>技术方案</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grpSp>
      <p:sp>
        <p:nvSpPr>
          <p:cNvPr id="11" name="TextBox 10"/>
          <p:cNvSpPr txBox="1"/>
          <p:nvPr>
            <p:custDataLst>
              <p:tags r:id="rId1"/>
            </p:custDataLst>
          </p:nvPr>
        </p:nvSpPr>
        <p:spPr>
          <a:xfrm>
            <a:off x="3935744" y="558779"/>
            <a:ext cx="2736770" cy="407590"/>
          </a:xfrm>
          <a:prstGeom prst="roundRect">
            <a:avLst/>
          </a:prstGeom>
          <a:solidFill>
            <a:schemeClr val="accent2">
              <a:lumMod val="50000"/>
            </a:schemeClr>
          </a:solidFill>
        </p:spPr>
        <p:txBody>
          <a:bodyPr wrap="none" rtlCol="0">
            <a:spAutoFit/>
          </a:bodyPr>
          <a:p>
            <a:pPr algn="l"/>
            <a:r>
              <a:rPr lang="zh-CN" altLang="en-US" b="1" dirty="0" smtClean="0">
                <a:solidFill>
                  <a:schemeClr val="bg1"/>
                </a:solidFill>
                <a:latin typeface="微软雅黑" panose="020B0503020204020204" charset="-122"/>
                <a:ea typeface="微软雅黑" panose="020B0503020204020204" charset="-122"/>
                <a:sym typeface="+mn-ea"/>
              </a:rPr>
              <a:t>方法一：从项目任务出发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4" name="矩形 3"/>
          <p:cNvSpPr/>
          <p:nvPr>
            <p:custDataLst>
              <p:tags r:id="rId2"/>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2" name="组合 1"/>
          <p:cNvGrpSpPr/>
          <p:nvPr/>
        </p:nvGrpSpPr>
        <p:grpSpPr>
          <a:xfrm>
            <a:off x="197485" y="570865"/>
            <a:ext cx="519430" cy="408940"/>
            <a:chOff x="110" y="450"/>
            <a:chExt cx="818" cy="644"/>
          </a:xfrm>
        </p:grpSpPr>
        <p:sp>
          <p:nvSpPr>
            <p:cNvPr id="6"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3"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graphicFrame>
        <p:nvGraphicFramePr>
          <p:cNvPr id="20" name="图示 19"/>
          <p:cNvGraphicFramePr/>
          <p:nvPr>
            <p:custDataLst>
              <p:tags r:id="rId5"/>
            </p:custDataLst>
          </p:nvPr>
        </p:nvGraphicFramePr>
        <p:xfrm>
          <a:off x="2472055" y="1210945"/>
          <a:ext cx="8562975" cy="473265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cSld>
  <p:clrMapOvr>
    <a:masterClrMapping/>
  </p:clrMapOvr>
  <p:transition spd="slow"/>
  <p:timing>
    <p:tnLst>
      <p:par>
        <p:cTn id="1" dur="indefinite" restart="never" nodeType="tmRoot"/>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12"/>
          <p:cNvSpPr>
            <a:spLocks noGrp="1"/>
          </p:cNvSpPr>
          <p:nvPr>
            <p:ph type="sldNum" sz="quarter" idx="12"/>
          </p:nvPr>
        </p:nvSpPr>
        <p:spPr>
          <a:noFill/>
        </p:spPr>
        <p:txBody>
          <a:bodyPr/>
          <a:lstStyle/>
          <a:p>
            <a:fld id="{9F4200AD-2148-41DE-BB38-4C387658EA1F}"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48131" name="Rectangle 3"/>
          <p:cNvSpPr>
            <a:spLocks noGrp="1" noChangeArrowheads="1"/>
          </p:cNvSpPr>
          <p:nvPr>
            <p:ph type="body" idx="4294967295"/>
          </p:nvPr>
        </p:nvSpPr>
        <p:spPr>
          <a:xfrm>
            <a:off x="1524000" y="1600200"/>
            <a:ext cx="8229600" cy="4525963"/>
          </a:xfrm>
        </p:spPr>
        <p:txBody>
          <a:bodyPr/>
          <a:lstStyle/>
          <a:p>
            <a:pPr algn="l">
              <a:buFontTx/>
              <a:buNone/>
            </a:pPr>
            <a:r>
              <a:rPr lang="en-US" altLang="zh-CN" sz="2400" b="1" dirty="0" smtClean="0">
                <a:solidFill>
                  <a:schemeClr val="tx1">
                    <a:lumMod val="65000"/>
                    <a:lumOff val="35000"/>
                  </a:schemeClr>
                </a:solidFill>
                <a:latin typeface="微软雅黑" panose="020B0503020204020204" charset="-122"/>
                <a:ea typeface="微软雅黑" panose="020B0503020204020204" charset="-122"/>
              </a:rPr>
              <a:t>  </a:t>
            </a:r>
            <a:endParaRPr lang="zh-CN" altLang="en-US" sz="2400" b="1"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48132" name="页脚占位符 6"/>
          <p:cNvSpPr txBox="1">
            <a:spLocks noGrp="1"/>
          </p:cNvSpPr>
          <p:nvPr/>
        </p:nvSpPr>
        <p:spPr bwMode="auto">
          <a:xfrm>
            <a:off x="1703388" y="6400800"/>
            <a:ext cx="2895600" cy="457200"/>
          </a:xfrm>
          <a:prstGeom prst="rect">
            <a:avLst/>
          </a:prstGeom>
          <a:noFill/>
          <a:ln w="9525">
            <a:noFill/>
            <a:miter lim="800000"/>
          </a:ln>
        </p:spPr>
        <p:txBody>
          <a:bodyPr anchor="b"/>
          <a:lstStyle/>
          <a:p>
            <a:pPr eaLnBrk="1" hangingPunct="1"/>
            <a:r>
              <a:rPr lang="en-US" altLang="zh-CN" sz="1200">
                <a:solidFill>
                  <a:srgbClr val="000000"/>
                </a:solidFill>
                <a:latin typeface="Arial" panose="020B0604020202020204" pitchFamily="34" charset="0"/>
                <a:ea typeface="宋体" panose="02010600030101010101" pitchFamily="2" charset="-122"/>
              </a:rPr>
              <a:t>16</a:t>
            </a:r>
            <a:endParaRPr lang="en-US" altLang="zh-CN" sz="1200">
              <a:solidFill>
                <a:srgbClr val="000000"/>
              </a:solidFill>
              <a:latin typeface="Arial" panose="020B0604020202020204" pitchFamily="34" charset="0"/>
              <a:ea typeface="宋体" panose="02010600030101010101" pitchFamily="2" charset="-122"/>
            </a:endParaRPr>
          </a:p>
        </p:txBody>
      </p:sp>
      <p:sp>
        <p:nvSpPr>
          <p:cNvPr id="48133" name="矩形 1"/>
          <p:cNvSpPr>
            <a:spLocks noChangeArrowheads="1"/>
          </p:cNvSpPr>
          <p:nvPr/>
        </p:nvSpPr>
        <p:spPr bwMode="auto">
          <a:xfrm>
            <a:off x="5330801" y="2416191"/>
            <a:ext cx="4032250" cy="346075"/>
          </a:xfrm>
          <a:prstGeom prst="rect">
            <a:avLst/>
          </a:prstGeom>
          <a:noFill/>
          <a:ln w="9525">
            <a:noFill/>
            <a:round/>
          </a:ln>
        </p:spPr>
        <p:txBody>
          <a:bodyPr/>
          <a:lstStyle/>
          <a:p>
            <a:pPr marL="342900" indent="-342900" eaLnBrk="1" hangingPunct="1">
              <a:spcBef>
                <a:spcPct val="20000"/>
              </a:spcBef>
              <a:buClr>
                <a:schemeClr val="tx2"/>
              </a:buClr>
            </a:pPr>
            <a:endParaRPr lang="zh-CN" altLang="en-US" sz="3200">
              <a:latin typeface="Arial" panose="020B0604020202020204" pitchFamily="34" charset="0"/>
              <a:ea typeface="宋体" panose="02010600030101010101" pitchFamily="2" charset="-122"/>
            </a:endParaRPr>
          </a:p>
        </p:txBody>
      </p:sp>
      <p:sp>
        <p:nvSpPr>
          <p:cNvPr id="9" name="折角形 8"/>
          <p:cNvSpPr/>
          <p:nvPr/>
        </p:nvSpPr>
        <p:spPr>
          <a:xfrm>
            <a:off x="2676501" y="1930416"/>
            <a:ext cx="6840538" cy="4103688"/>
          </a:xfrm>
          <a:prstGeom prst="foldedCorner">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10" name="Text Box 2"/>
          <p:cNvSpPr txBox="1">
            <a:spLocks noChangeArrowheads="1"/>
          </p:cNvSpPr>
          <p:nvPr/>
        </p:nvSpPr>
        <p:spPr bwMode="auto">
          <a:xfrm>
            <a:off x="2676501" y="1930416"/>
            <a:ext cx="1643063" cy="521969"/>
          </a:xfrm>
          <a:prstGeom prst="round1Rect">
            <a:avLst/>
          </a:prstGeom>
          <a:solidFill>
            <a:schemeClr val="accent2">
              <a:lumMod val="75000"/>
            </a:schemeClr>
          </a:solidFill>
          <a:ln w="9525">
            <a:noFill/>
            <a:miter lim="800000"/>
          </a:ln>
          <a:effectLst/>
        </p:spPr>
        <p:txBody>
          <a:bodyPr>
            <a:spAutoFit/>
          </a:bodyPr>
          <a:lstStyle/>
          <a:p>
            <a:pPr marL="233680">
              <a:spcBef>
                <a:spcPct val="50000"/>
              </a:spcBef>
              <a:defRPr/>
            </a:pPr>
            <a:r>
              <a:rPr lang="zh-CN" altLang="en-US" sz="2800" b="1" dirty="0">
                <a:solidFill>
                  <a:schemeClr val="bg1"/>
                </a:solidFill>
                <a:latin typeface="微软雅黑" panose="020B0503020204020204" charset="-122"/>
                <a:ea typeface="微软雅黑" panose="020B0503020204020204" charset="-122"/>
              </a:rPr>
              <a:t>案  例</a:t>
            </a:r>
            <a:endParaRPr lang="en-US" altLang="zh-CN" sz="2800" b="1" dirty="0">
              <a:solidFill>
                <a:schemeClr val="bg1"/>
              </a:solidFill>
              <a:latin typeface="微软雅黑" panose="020B0503020204020204" charset="-122"/>
              <a:ea typeface="微软雅黑" panose="020B0503020204020204" charset="-122"/>
            </a:endParaRPr>
          </a:p>
        </p:txBody>
      </p:sp>
      <p:sp>
        <p:nvSpPr>
          <p:cNvPr id="11" name="剪去对角的矩形 10"/>
          <p:cNvSpPr/>
          <p:nvPr/>
        </p:nvSpPr>
        <p:spPr>
          <a:xfrm>
            <a:off x="6348389" y="2424129"/>
            <a:ext cx="2160587" cy="3241675"/>
          </a:xfrm>
          <a:prstGeom prst="snip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a:solidFill>
                <a:srgbClr val="FFFFFF"/>
              </a:solidFill>
              <a:ea typeface="宋体" panose="02010600030101010101" pitchFamily="2" charset="-122"/>
            </a:endParaRPr>
          </a:p>
        </p:txBody>
      </p:sp>
      <p:pic>
        <p:nvPicPr>
          <p:cNvPr id="48137" name="Picture 4" descr="5QL7)HLVEG$SSCNEAIJ9@H5"/>
          <p:cNvPicPr>
            <a:picLocks noChangeAspect="1" noChangeArrowheads="1"/>
          </p:cNvPicPr>
          <p:nvPr/>
        </p:nvPicPr>
        <p:blipFill>
          <a:blip r:embed="rId1"/>
          <a:srcRect/>
          <a:stretch>
            <a:fillRect/>
          </a:stretch>
        </p:blipFill>
        <p:spPr bwMode="auto">
          <a:xfrm>
            <a:off x="6564289" y="2651141"/>
            <a:ext cx="1709737" cy="2851150"/>
          </a:xfrm>
          <a:prstGeom prst="rect">
            <a:avLst/>
          </a:prstGeom>
          <a:noFill/>
          <a:ln w="9525">
            <a:noFill/>
            <a:miter lim="800000"/>
            <a:headEnd/>
            <a:tailEnd/>
          </a:ln>
        </p:spPr>
      </p:pic>
      <p:sp>
        <p:nvSpPr>
          <p:cNvPr id="48138" name="TextBox 11"/>
          <p:cNvSpPr txBox="1">
            <a:spLocks noChangeArrowheads="1"/>
          </p:cNvSpPr>
          <p:nvPr/>
        </p:nvSpPr>
        <p:spPr bwMode="auto">
          <a:xfrm>
            <a:off x="2963839" y="3659204"/>
            <a:ext cx="3027680" cy="521970"/>
          </a:xfrm>
          <a:prstGeom prst="rect">
            <a:avLst/>
          </a:prstGeom>
          <a:noFill/>
          <a:ln w="9525">
            <a:noFill/>
            <a:miter lim="800000"/>
          </a:ln>
        </p:spPr>
        <p:txBody>
          <a:bodyPr wrap="none">
            <a:spAutoFit/>
          </a:bodyPr>
          <a:lstStyle/>
          <a:p>
            <a:pPr>
              <a:spcBef>
                <a:spcPct val="50000"/>
              </a:spcBef>
            </a:pPr>
            <a:r>
              <a:rPr lang="zh-CN" altLang="en-US" sz="2800" b="1" dirty="0">
                <a:solidFill>
                  <a:schemeClr val="accent2">
                    <a:lumMod val="75000"/>
                  </a:schemeClr>
                </a:solidFill>
                <a:latin typeface="微软雅黑" panose="020B0503020204020204" charset="-122"/>
                <a:ea typeface="微软雅黑" panose="020B0503020204020204" charset="-122"/>
              </a:rPr>
              <a:t>拉链机的专利发掘</a:t>
            </a:r>
            <a:endParaRPr lang="zh-CN" altLang="en-US" sz="2800" b="1" dirty="0">
              <a:solidFill>
                <a:schemeClr val="accent2">
                  <a:lumMod val="75000"/>
                </a:schemeClr>
              </a:solidFill>
              <a:latin typeface="微软雅黑" panose="020B0503020204020204" charset="-122"/>
              <a:ea typeface="微软雅黑" panose="020B0503020204020204" charset="-122"/>
            </a:endParaRPr>
          </a:p>
        </p:txBody>
      </p:sp>
      <p:sp>
        <p:nvSpPr>
          <p:cNvPr id="2" name="TextBox 10"/>
          <p:cNvSpPr txBox="1"/>
          <p:nvPr>
            <p:custDataLst>
              <p:tags r:id="rId2"/>
            </p:custDataLst>
          </p:nvPr>
        </p:nvSpPr>
        <p:spPr>
          <a:xfrm>
            <a:off x="3912884" y="558779"/>
            <a:ext cx="2736770" cy="407590"/>
          </a:xfrm>
          <a:prstGeom prst="roundRect">
            <a:avLst/>
          </a:prstGeom>
          <a:solidFill>
            <a:schemeClr val="accent2">
              <a:lumMod val="50000"/>
            </a:schemeClr>
          </a:solidFill>
        </p:spPr>
        <p:txBody>
          <a:bodyPr wrap="none" rtlCol="0">
            <a:spAutoFit/>
          </a:bodyPr>
          <a:p>
            <a:pPr algn="l"/>
            <a:r>
              <a:rPr lang="zh-CN" altLang="en-US" b="1" dirty="0" smtClean="0">
                <a:solidFill>
                  <a:schemeClr val="bg1"/>
                </a:solidFill>
                <a:latin typeface="微软雅黑" panose="020B0503020204020204" charset="-122"/>
                <a:ea typeface="微软雅黑" panose="020B0503020204020204" charset="-122"/>
                <a:sym typeface="+mn-ea"/>
              </a:rPr>
              <a:t>方法一：从项目任务出发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4" name="矩形 3"/>
          <p:cNvSpPr/>
          <p:nvPr>
            <p:custDataLst>
              <p:tags r:id="rId3"/>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6" name="Freeform 13"/>
            <p:cNvSpPr/>
            <p:nvPr>
              <p:custDataLst>
                <p:tags r:id="rId4"/>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5" name="Freeform 13"/>
            <p:cNvSpPr/>
            <p:nvPr>
              <p:custDataLst>
                <p:tags r:id="rId5"/>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1792288" y="1192213"/>
            <a:ext cx="8531225" cy="7921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18" name="矩形 17"/>
          <p:cNvSpPr/>
          <p:nvPr/>
        </p:nvSpPr>
        <p:spPr>
          <a:xfrm>
            <a:off x="1792288" y="2128838"/>
            <a:ext cx="8531225" cy="6477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19" name="矩形 18"/>
          <p:cNvSpPr/>
          <p:nvPr/>
        </p:nvSpPr>
        <p:spPr>
          <a:xfrm>
            <a:off x="1792288" y="2921000"/>
            <a:ext cx="8496300" cy="863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20" name="矩形 19"/>
          <p:cNvSpPr/>
          <p:nvPr/>
        </p:nvSpPr>
        <p:spPr>
          <a:xfrm>
            <a:off x="1792288" y="3929063"/>
            <a:ext cx="8496300" cy="7191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21" name="矩形 20"/>
          <p:cNvSpPr/>
          <p:nvPr/>
        </p:nvSpPr>
        <p:spPr>
          <a:xfrm>
            <a:off x="1792288" y="4792663"/>
            <a:ext cx="8496300" cy="14398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49160" name="Rectangle 3"/>
          <p:cNvSpPr>
            <a:spLocks noChangeArrowheads="1"/>
          </p:cNvSpPr>
          <p:nvPr/>
        </p:nvSpPr>
        <p:spPr bwMode="auto">
          <a:xfrm>
            <a:off x="1792288" y="2263775"/>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a:solidFill>
                  <a:schemeClr val="tx1">
                    <a:lumMod val="50000"/>
                    <a:lumOff val="50000"/>
                  </a:schemeClr>
                </a:solidFill>
                <a:latin typeface="微软雅黑" panose="020B0503020204020204" charset="-122"/>
                <a:ea typeface="微软雅黑" panose="020B0503020204020204" charset="-122"/>
              </a:rPr>
              <a:t>■组成部分</a:t>
            </a:r>
            <a:endParaRPr lang="zh-CN" altLang="en-US" sz="1800" b="1">
              <a:solidFill>
                <a:schemeClr val="tx1">
                  <a:lumMod val="50000"/>
                  <a:lumOff val="50000"/>
                </a:schemeClr>
              </a:solidFill>
              <a:latin typeface="微软雅黑" panose="020B0503020204020204" charset="-122"/>
              <a:ea typeface="微软雅黑" panose="020B0503020204020204" charset="-122"/>
            </a:endParaRPr>
          </a:p>
        </p:txBody>
      </p:sp>
      <p:graphicFrame>
        <p:nvGraphicFramePr>
          <p:cNvPr id="4" name="图示 3"/>
          <p:cNvGraphicFramePr/>
          <p:nvPr/>
        </p:nvGraphicFramePr>
        <p:xfrm>
          <a:off x="3338736" y="400472"/>
          <a:ext cx="6696744" cy="61206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9163" name="灯片编号占位符 12"/>
          <p:cNvSpPr>
            <a:spLocks noGrp="1"/>
          </p:cNvSpPr>
          <p:nvPr>
            <p:ph type="sldNum" sz="quarter" idx="12"/>
          </p:nvPr>
        </p:nvSpPr>
        <p:spPr>
          <a:xfrm>
            <a:off x="9191625" y="6356350"/>
            <a:ext cx="2743200" cy="365125"/>
          </a:xfrm>
          <a:noFill/>
        </p:spPr>
        <p:txBody>
          <a:bodyPr/>
          <a:lstStyle/>
          <a:p>
            <a:fld id="{2F6C3C34-5FE4-4D2C-B5F6-ECD37EDA5B29}"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49164" name="Rectangle 3"/>
          <p:cNvSpPr>
            <a:spLocks noChangeArrowheads="1"/>
          </p:cNvSpPr>
          <p:nvPr/>
        </p:nvSpPr>
        <p:spPr bwMode="auto">
          <a:xfrm>
            <a:off x="1755775" y="5297488"/>
            <a:ext cx="1979613"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a:solidFill>
                  <a:schemeClr val="tx1">
                    <a:lumMod val="50000"/>
                    <a:lumOff val="50000"/>
                  </a:schemeClr>
                </a:solidFill>
                <a:latin typeface="微软雅黑" panose="020B0503020204020204" charset="-122"/>
                <a:ea typeface="微软雅黑" panose="020B0503020204020204" charset="-122"/>
              </a:rPr>
              <a:t>■技术方案</a:t>
            </a:r>
            <a:endParaRPr lang="zh-CN" altLang="en-US" sz="1800" b="1">
              <a:solidFill>
                <a:schemeClr val="tx1">
                  <a:lumMod val="50000"/>
                  <a:lumOff val="50000"/>
                </a:schemeClr>
              </a:solidFill>
              <a:latin typeface="微软雅黑" panose="020B0503020204020204" charset="-122"/>
              <a:ea typeface="微软雅黑" panose="020B0503020204020204" charset="-122"/>
            </a:endParaRPr>
          </a:p>
        </p:txBody>
      </p:sp>
      <p:sp>
        <p:nvSpPr>
          <p:cNvPr id="49165" name="Rectangle 3"/>
          <p:cNvSpPr>
            <a:spLocks noChangeArrowheads="1"/>
          </p:cNvSpPr>
          <p:nvPr/>
        </p:nvSpPr>
        <p:spPr bwMode="auto">
          <a:xfrm>
            <a:off x="1792288" y="3136900"/>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a:solidFill>
                  <a:schemeClr val="tx1">
                    <a:lumMod val="50000"/>
                    <a:lumOff val="50000"/>
                  </a:schemeClr>
                </a:solidFill>
                <a:latin typeface="微软雅黑" panose="020B0503020204020204" charset="-122"/>
                <a:ea typeface="微软雅黑" panose="020B0503020204020204" charset="-122"/>
              </a:rPr>
              <a:t>■技术要素</a:t>
            </a:r>
            <a:endParaRPr lang="zh-CN" altLang="en-US" sz="1800" b="1">
              <a:solidFill>
                <a:schemeClr val="tx1">
                  <a:lumMod val="50000"/>
                  <a:lumOff val="50000"/>
                </a:schemeClr>
              </a:solidFill>
              <a:latin typeface="微软雅黑" panose="020B0503020204020204" charset="-122"/>
              <a:ea typeface="微软雅黑" panose="020B0503020204020204" charset="-122"/>
            </a:endParaRPr>
          </a:p>
        </p:txBody>
      </p:sp>
      <p:sp>
        <p:nvSpPr>
          <p:cNvPr id="49166" name="Rectangle 3"/>
          <p:cNvSpPr>
            <a:spLocks noChangeArrowheads="1"/>
          </p:cNvSpPr>
          <p:nvPr/>
        </p:nvSpPr>
        <p:spPr bwMode="auto">
          <a:xfrm>
            <a:off x="1792288" y="4064000"/>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a:solidFill>
                  <a:schemeClr val="tx1">
                    <a:lumMod val="50000"/>
                    <a:lumOff val="50000"/>
                  </a:schemeClr>
                </a:solidFill>
                <a:latin typeface="微软雅黑" panose="020B0503020204020204" charset="-122"/>
                <a:ea typeface="微软雅黑" panose="020B0503020204020204" charset="-122"/>
              </a:rPr>
              <a:t>■创新点</a:t>
            </a:r>
            <a:endParaRPr lang="zh-CN" altLang="en-US" sz="1800" b="1">
              <a:solidFill>
                <a:schemeClr val="tx1">
                  <a:lumMod val="50000"/>
                  <a:lumOff val="50000"/>
                </a:schemeClr>
              </a:solidFill>
              <a:latin typeface="微软雅黑" panose="020B0503020204020204" charset="-122"/>
              <a:ea typeface="微软雅黑" panose="020B0503020204020204" charset="-122"/>
            </a:endParaRPr>
          </a:p>
        </p:txBody>
      </p:sp>
      <p:sp>
        <p:nvSpPr>
          <p:cNvPr id="49167" name="Rectangle 3"/>
          <p:cNvSpPr>
            <a:spLocks noChangeArrowheads="1"/>
          </p:cNvSpPr>
          <p:nvPr/>
        </p:nvSpPr>
        <p:spPr bwMode="auto">
          <a:xfrm>
            <a:off x="1792288" y="1408113"/>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dirty="0">
                <a:solidFill>
                  <a:schemeClr val="tx1">
                    <a:lumMod val="50000"/>
                    <a:lumOff val="50000"/>
                  </a:schemeClr>
                </a:solidFill>
                <a:latin typeface="微软雅黑" panose="020B0503020204020204" charset="-122"/>
                <a:ea typeface="微软雅黑" panose="020B0503020204020204" charset="-122"/>
              </a:rPr>
              <a:t>■项目任务</a:t>
            </a:r>
            <a:endParaRPr lang="zh-CN" altLang="en-US" sz="1800" b="1" dirty="0">
              <a:solidFill>
                <a:schemeClr val="tx1">
                  <a:lumMod val="50000"/>
                  <a:lumOff val="50000"/>
                </a:schemeClr>
              </a:solidFill>
              <a:latin typeface="微软雅黑" panose="020B0503020204020204" charset="-122"/>
              <a:ea typeface="微软雅黑" panose="020B0503020204020204" charset="-122"/>
            </a:endParaRPr>
          </a:p>
        </p:txBody>
      </p:sp>
      <p:sp>
        <p:nvSpPr>
          <p:cNvPr id="2" name="TextBox 10"/>
          <p:cNvSpPr txBox="1"/>
          <p:nvPr>
            <p:custDataLst>
              <p:tags r:id="rId6"/>
            </p:custDataLst>
          </p:nvPr>
        </p:nvSpPr>
        <p:spPr>
          <a:xfrm>
            <a:off x="3912884" y="568939"/>
            <a:ext cx="2736770" cy="407590"/>
          </a:xfrm>
          <a:prstGeom prst="roundRect">
            <a:avLst/>
          </a:prstGeom>
          <a:solidFill>
            <a:schemeClr val="accent2">
              <a:lumMod val="50000"/>
            </a:schemeClr>
          </a:solidFill>
        </p:spPr>
        <p:txBody>
          <a:bodyPr wrap="none" rtlCol="0">
            <a:spAutoFit/>
          </a:bodyPr>
          <a:p>
            <a:pPr algn="l"/>
            <a:r>
              <a:rPr lang="zh-CN" altLang="en-US" b="1" dirty="0" smtClean="0">
                <a:solidFill>
                  <a:schemeClr val="bg1"/>
                </a:solidFill>
                <a:latin typeface="微软雅黑" panose="020B0503020204020204" charset="-122"/>
                <a:ea typeface="微软雅黑" panose="020B0503020204020204" charset="-122"/>
                <a:sym typeface="+mn-ea"/>
              </a:rPr>
              <a:t>方法一：从项目任务出发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3" name="矩形 2"/>
          <p:cNvSpPr/>
          <p:nvPr>
            <p:custDataLst>
              <p:tags r:id="rId7"/>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5" name="组合 4"/>
          <p:cNvGrpSpPr/>
          <p:nvPr/>
        </p:nvGrpSpPr>
        <p:grpSpPr>
          <a:xfrm>
            <a:off x="197485" y="570865"/>
            <a:ext cx="519430" cy="408940"/>
            <a:chOff x="110" y="450"/>
            <a:chExt cx="818" cy="644"/>
          </a:xfrm>
        </p:grpSpPr>
        <p:sp>
          <p:nvSpPr>
            <p:cNvPr id="6" name="Freeform 13"/>
            <p:cNvSpPr/>
            <p:nvPr>
              <p:custDataLst>
                <p:tags r:id="rId8"/>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7" name="Freeform 13"/>
            <p:cNvSpPr/>
            <p:nvPr>
              <p:custDataLst>
                <p:tags r:id="rId9"/>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6"/>
          <p:cNvSpPr txBox="1">
            <a:spLocks noGrp="1"/>
          </p:cNvSpPr>
          <p:nvPr/>
        </p:nvSpPr>
        <p:spPr bwMode="auto">
          <a:xfrm>
            <a:off x="1703388" y="6400800"/>
            <a:ext cx="2895600" cy="457200"/>
          </a:xfrm>
          <a:prstGeom prst="rect">
            <a:avLst/>
          </a:prstGeom>
          <a:noFill/>
          <a:ln w="9525">
            <a:noFill/>
            <a:miter lim="800000"/>
          </a:ln>
        </p:spPr>
        <p:txBody>
          <a:bodyPr anchor="b"/>
          <a:lstStyle/>
          <a:p>
            <a:pPr eaLnBrk="1" hangingPunct="1"/>
            <a:r>
              <a:rPr lang="en-US" altLang="zh-CN" sz="1200">
                <a:solidFill>
                  <a:srgbClr val="000000"/>
                </a:solidFill>
                <a:latin typeface="Arial" panose="020B0604020202020204" pitchFamily="34" charset="0"/>
                <a:ea typeface="宋体" panose="02010600030101010101" pitchFamily="2" charset="-122"/>
              </a:rPr>
              <a:t>18</a:t>
            </a:r>
            <a:endParaRPr lang="en-US" altLang="zh-CN" sz="1200">
              <a:solidFill>
                <a:srgbClr val="000000"/>
              </a:solidFill>
              <a:latin typeface="Arial" panose="020B0604020202020204" pitchFamily="34" charset="0"/>
              <a:ea typeface="宋体" panose="02010600030101010101" pitchFamily="2" charset="-122"/>
            </a:endParaRPr>
          </a:p>
        </p:txBody>
      </p:sp>
      <p:sp>
        <p:nvSpPr>
          <p:cNvPr id="50179" name="灯片编号占位符 12"/>
          <p:cNvSpPr>
            <a:spLocks noGrp="1"/>
          </p:cNvSpPr>
          <p:nvPr>
            <p:ph type="sldNum" sz="quarter" idx="12"/>
          </p:nvPr>
        </p:nvSpPr>
        <p:spPr>
          <a:noFill/>
        </p:spPr>
        <p:txBody>
          <a:bodyPr/>
          <a:lstStyle/>
          <a:p>
            <a:fld id="{6E578DFD-00AC-468E-BAE4-F7314D4F4F22}"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graphicFrame>
        <p:nvGraphicFramePr>
          <p:cNvPr id="12" name="内容占位符 4"/>
          <p:cNvGraphicFramePr/>
          <p:nvPr/>
        </p:nvGraphicFramePr>
        <p:xfrm>
          <a:off x="3095604" y="2400290"/>
          <a:ext cx="5976664" cy="273630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5" name="TextBox 14"/>
          <p:cNvSpPr txBox="1"/>
          <p:nvPr/>
        </p:nvSpPr>
        <p:spPr>
          <a:xfrm>
            <a:off x="3912568" y="558779"/>
            <a:ext cx="2508728" cy="408148"/>
          </a:xfrm>
          <a:prstGeom prst="roundRect">
            <a:avLst/>
          </a:prstGeom>
          <a:solidFill>
            <a:schemeClr val="tx2">
              <a:lumMod val="40000"/>
              <a:lumOff val="60000"/>
            </a:schemeClr>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方法二：从创新点出发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3" name="矩形 2"/>
          <p:cNvSpPr/>
          <p:nvPr>
            <p:custDataLst>
              <p:tags r:id="rId6"/>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5" name="组合 4"/>
          <p:cNvGrpSpPr/>
          <p:nvPr/>
        </p:nvGrpSpPr>
        <p:grpSpPr>
          <a:xfrm>
            <a:off x="197485" y="570865"/>
            <a:ext cx="519430" cy="408940"/>
            <a:chOff x="110" y="450"/>
            <a:chExt cx="818" cy="644"/>
          </a:xfrm>
        </p:grpSpPr>
        <p:sp>
          <p:nvSpPr>
            <p:cNvPr id="6" name="Freeform 13"/>
            <p:cNvSpPr/>
            <p:nvPr>
              <p:custDataLst>
                <p:tags r:id="rId7"/>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7" name="Freeform 13"/>
            <p:cNvSpPr/>
            <p:nvPr>
              <p:custDataLst>
                <p:tags r:id="rId8"/>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灯片编号占位符 1"/>
          <p:cNvSpPr>
            <a:spLocks noGrp="1"/>
          </p:cNvSpPr>
          <p:nvPr>
            <p:ph type="sldNum" sz="quarter" idx="12"/>
          </p:nvPr>
        </p:nvSpPr>
        <p:spPr>
          <a:noFill/>
        </p:spPr>
        <p:txBody>
          <a:bodyPr/>
          <a:lstStyle/>
          <a:p>
            <a:fld id="{CF1B165C-CC23-4537-9947-977818953C28}"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4" name="矩形 3"/>
          <p:cNvSpPr/>
          <p:nvPr/>
        </p:nvSpPr>
        <p:spPr>
          <a:xfrm>
            <a:off x="1992313" y="2708275"/>
            <a:ext cx="8351837" cy="9366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5" name="矩形 4"/>
          <p:cNvSpPr/>
          <p:nvPr/>
        </p:nvSpPr>
        <p:spPr>
          <a:xfrm>
            <a:off x="1992313" y="3789363"/>
            <a:ext cx="8351837" cy="100806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6" name="矩形 5"/>
          <p:cNvSpPr/>
          <p:nvPr/>
        </p:nvSpPr>
        <p:spPr>
          <a:xfrm>
            <a:off x="1992313" y="4941888"/>
            <a:ext cx="8351837" cy="9350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graphicFrame>
        <p:nvGraphicFramePr>
          <p:cNvPr id="8" name="图示 7"/>
          <p:cNvGraphicFramePr/>
          <p:nvPr/>
        </p:nvGraphicFramePr>
        <p:xfrm>
          <a:off x="4223792" y="1728242"/>
          <a:ext cx="5904656" cy="4392488"/>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1208" name="Rectangle 3"/>
          <p:cNvSpPr>
            <a:spLocks noChangeArrowheads="1"/>
          </p:cNvSpPr>
          <p:nvPr/>
        </p:nvSpPr>
        <p:spPr bwMode="auto">
          <a:xfrm>
            <a:off x="2063750" y="2924175"/>
            <a:ext cx="1979613"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b="1" dirty="0" smtClean="0">
                <a:solidFill>
                  <a:schemeClr val="tx1">
                    <a:lumMod val="50000"/>
                    <a:lumOff val="50000"/>
                  </a:schemeClr>
                </a:solidFill>
                <a:latin typeface="微软雅黑" panose="020B0503020204020204" charset="-122"/>
                <a:ea typeface="微软雅黑" panose="020B0503020204020204" charset="-122"/>
              </a:rPr>
              <a:t>■ 关联</a:t>
            </a:r>
            <a:r>
              <a:rPr lang="zh-CN" altLang="en-US" b="1" dirty="0">
                <a:solidFill>
                  <a:schemeClr val="tx1">
                    <a:lumMod val="50000"/>
                    <a:lumOff val="50000"/>
                  </a:schemeClr>
                </a:solidFill>
                <a:latin typeface="微软雅黑" panose="020B0503020204020204" charset="-122"/>
                <a:ea typeface="微软雅黑" panose="020B0503020204020204" charset="-122"/>
              </a:rPr>
              <a:t>因素</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sp>
        <p:nvSpPr>
          <p:cNvPr id="51209" name="Rectangle 3"/>
          <p:cNvSpPr>
            <a:spLocks noChangeArrowheads="1"/>
          </p:cNvSpPr>
          <p:nvPr/>
        </p:nvSpPr>
        <p:spPr bwMode="auto">
          <a:xfrm>
            <a:off x="1992313" y="5157788"/>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b="1" dirty="0" smtClean="0">
                <a:solidFill>
                  <a:schemeClr val="tx1">
                    <a:lumMod val="50000"/>
                    <a:lumOff val="50000"/>
                  </a:schemeClr>
                </a:solidFill>
                <a:latin typeface="微软雅黑" panose="020B0503020204020204" charset="-122"/>
                <a:ea typeface="微软雅黑" panose="020B0503020204020204" charset="-122"/>
              </a:rPr>
              <a:t>■ 技术</a:t>
            </a:r>
            <a:r>
              <a:rPr lang="zh-CN" altLang="en-US" b="1" dirty="0">
                <a:solidFill>
                  <a:schemeClr val="tx1">
                    <a:lumMod val="50000"/>
                    <a:lumOff val="50000"/>
                  </a:schemeClr>
                </a:solidFill>
                <a:latin typeface="微软雅黑" panose="020B0503020204020204" charset="-122"/>
                <a:ea typeface="微软雅黑" panose="020B0503020204020204" charset="-122"/>
              </a:rPr>
              <a:t>方案</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sp>
        <p:nvSpPr>
          <p:cNvPr id="51210" name="Rectangle 3"/>
          <p:cNvSpPr>
            <a:spLocks noChangeArrowheads="1"/>
          </p:cNvSpPr>
          <p:nvPr/>
        </p:nvSpPr>
        <p:spPr bwMode="auto">
          <a:xfrm>
            <a:off x="2063750" y="4005263"/>
            <a:ext cx="1979613"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b="1" dirty="0" smtClean="0">
                <a:solidFill>
                  <a:schemeClr val="tx1">
                    <a:lumMod val="50000"/>
                    <a:lumOff val="50000"/>
                  </a:schemeClr>
                </a:solidFill>
                <a:latin typeface="微软雅黑" panose="020B0503020204020204" charset="-122"/>
                <a:ea typeface="微软雅黑" panose="020B0503020204020204" charset="-122"/>
              </a:rPr>
              <a:t>■ 创新</a:t>
            </a:r>
            <a:r>
              <a:rPr lang="zh-CN" altLang="en-US" b="1" dirty="0">
                <a:solidFill>
                  <a:schemeClr val="tx1">
                    <a:lumMod val="50000"/>
                    <a:lumOff val="50000"/>
                  </a:schemeClr>
                </a:solidFill>
                <a:latin typeface="微软雅黑" panose="020B0503020204020204" charset="-122"/>
                <a:ea typeface="微软雅黑" panose="020B0503020204020204" charset="-122"/>
              </a:rPr>
              <a:t>点</a:t>
            </a:r>
            <a:endParaRPr lang="zh-CN" altLang="en-US" b="1" dirty="0">
              <a:solidFill>
                <a:schemeClr val="tx1">
                  <a:lumMod val="50000"/>
                  <a:lumOff val="50000"/>
                </a:schemeClr>
              </a:solidFill>
              <a:latin typeface="微软雅黑" panose="020B0503020204020204" charset="-122"/>
              <a:ea typeface="微软雅黑" panose="020B0503020204020204" charset="-122"/>
            </a:endParaRPr>
          </a:p>
        </p:txBody>
      </p:sp>
      <p:sp>
        <p:nvSpPr>
          <p:cNvPr id="15" name="TextBox 14"/>
          <p:cNvSpPr txBox="1"/>
          <p:nvPr>
            <p:custDataLst>
              <p:tags r:id="rId6"/>
            </p:custDataLst>
          </p:nvPr>
        </p:nvSpPr>
        <p:spPr>
          <a:xfrm>
            <a:off x="3912568" y="558779"/>
            <a:ext cx="2508728" cy="408148"/>
          </a:xfrm>
          <a:prstGeom prst="roundRect">
            <a:avLst/>
          </a:prstGeom>
          <a:solidFill>
            <a:schemeClr val="tx2">
              <a:lumMod val="40000"/>
              <a:lumOff val="60000"/>
            </a:schemeClr>
          </a:solid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方法二：从创新点出发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3" name="矩形 2"/>
          <p:cNvSpPr/>
          <p:nvPr>
            <p:custDataLst>
              <p:tags r:id="rId7"/>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2" name="组合 1"/>
          <p:cNvGrpSpPr/>
          <p:nvPr/>
        </p:nvGrpSpPr>
        <p:grpSpPr>
          <a:xfrm>
            <a:off x="197485" y="570865"/>
            <a:ext cx="519430" cy="408940"/>
            <a:chOff x="110" y="450"/>
            <a:chExt cx="818" cy="644"/>
          </a:xfrm>
        </p:grpSpPr>
        <p:sp>
          <p:nvSpPr>
            <p:cNvPr id="7" name="Freeform 13"/>
            <p:cNvSpPr/>
            <p:nvPr>
              <p:custDataLst>
                <p:tags r:id="rId8"/>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9"/>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12"/>
          <p:cNvSpPr>
            <a:spLocks noGrp="1"/>
          </p:cNvSpPr>
          <p:nvPr>
            <p:ph type="sldNum" sz="quarter" idx="12"/>
          </p:nvPr>
        </p:nvSpPr>
        <p:spPr>
          <a:noFill/>
        </p:spPr>
        <p:txBody>
          <a:bodyPr/>
          <a:lstStyle/>
          <a:p>
            <a:fld id="{78976EB0-8FE3-4B6E-9509-2C4E2CEEE48C}"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52227" name="Rectangle 3"/>
          <p:cNvSpPr>
            <a:spLocks noGrp="1" noChangeArrowheads="1"/>
          </p:cNvSpPr>
          <p:nvPr>
            <p:ph type="body" idx="4294967295"/>
          </p:nvPr>
        </p:nvSpPr>
        <p:spPr>
          <a:xfrm>
            <a:off x="1524000" y="1600200"/>
            <a:ext cx="8229600" cy="4525963"/>
          </a:xfrm>
        </p:spPr>
        <p:txBody>
          <a:bodyPr/>
          <a:lstStyle/>
          <a:p>
            <a:pPr algn="l">
              <a:buFontTx/>
              <a:buNone/>
            </a:pPr>
            <a:r>
              <a:rPr lang="en-US" altLang="zh-CN" sz="2400" b="1" dirty="0" smtClean="0">
                <a:solidFill>
                  <a:schemeClr val="tx1">
                    <a:lumMod val="65000"/>
                    <a:lumOff val="35000"/>
                  </a:schemeClr>
                </a:solidFill>
                <a:latin typeface="微软雅黑" panose="020B0503020204020204" charset="-122"/>
                <a:ea typeface="微软雅黑" panose="020B0503020204020204" charset="-122"/>
              </a:rPr>
              <a:t>  </a:t>
            </a:r>
            <a:endParaRPr lang="zh-CN" altLang="en-US" sz="2400" b="1"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52228" name="页脚占位符 6"/>
          <p:cNvSpPr txBox="1">
            <a:spLocks noGrp="1"/>
          </p:cNvSpPr>
          <p:nvPr/>
        </p:nvSpPr>
        <p:spPr bwMode="auto">
          <a:xfrm>
            <a:off x="1703388" y="6400800"/>
            <a:ext cx="2895600" cy="457200"/>
          </a:xfrm>
          <a:prstGeom prst="rect">
            <a:avLst/>
          </a:prstGeom>
          <a:noFill/>
          <a:ln w="9525">
            <a:noFill/>
            <a:miter lim="800000"/>
          </a:ln>
        </p:spPr>
        <p:txBody>
          <a:bodyPr anchor="b"/>
          <a:lstStyle/>
          <a:p>
            <a:pPr eaLnBrk="1" hangingPunct="1"/>
            <a:r>
              <a:rPr lang="en-US" altLang="zh-CN" sz="1200">
                <a:solidFill>
                  <a:srgbClr val="000000"/>
                </a:solidFill>
                <a:latin typeface="Arial" panose="020B0604020202020204" pitchFamily="34" charset="0"/>
                <a:ea typeface="宋体" panose="02010600030101010101" pitchFamily="2" charset="-122"/>
              </a:rPr>
              <a:t>16</a:t>
            </a:r>
            <a:endParaRPr lang="en-US" altLang="zh-CN" sz="1200">
              <a:solidFill>
                <a:srgbClr val="000000"/>
              </a:solidFill>
              <a:latin typeface="Arial" panose="020B0604020202020204" pitchFamily="34" charset="0"/>
              <a:ea typeface="宋体" panose="02010600030101010101" pitchFamily="2" charset="-122"/>
            </a:endParaRPr>
          </a:p>
        </p:txBody>
      </p:sp>
      <p:sp>
        <p:nvSpPr>
          <p:cNvPr id="52229" name="矩形 1"/>
          <p:cNvSpPr>
            <a:spLocks noChangeArrowheads="1"/>
          </p:cNvSpPr>
          <p:nvPr/>
        </p:nvSpPr>
        <p:spPr bwMode="auto">
          <a:xfrm>
            <a:off x="5654651" y="2616216"/>
            <a:ext cx="4032250" cy="346075"/>
          </a:xfrm>
          <a:prstGeom prst="rect">
            <a:avLst/>
          </a:prstGeom>
          <a:noFill/>
          <a:ln w="9525">
            <a:noFill/>
            <a:round/>
          </a:ln>
        </p:spPr>
        <p:txBody>
          <a:bodyPr/>
          <a:lstStyle/>
          <a:p>
            <a:pPr marL="342900" indent="-342900" eaLnBrk="1" hangingPunct="1">
              <a:spcBef>
                <a:spcPct val="20000"/>
              </a:spcBef>
              <a:buClr>
                <a:schemeClr val="tx2"/>
              </a:buClr>
            </a:pPr>
            <a:endParaRPr lang="zh-CN" altLang="en-US" sz="3200">
              <a:latin typeface="Arial" panose="020B0604020202020204" pitchFamily="34" charset="0"/>
              <a:ea typeface="宋体" panose="02010600030101010101" pitchFamily="2" charset="-122"/>
            </a:endParaRPr>
          </a:p>
        </p:txBody>
      </p:sp>
      <p:sp>
        <p:nvSpPr>
          <p:cNvPr id="9" name="折角形 8"/>
          <p:cNvSpPr/>
          <p:nvPr/>
        </p:nvSpPr>
        <p:spPr>
          <a:xfrm>
            <a:off x="2990826" y="1882791"/>
            <a:ext cx="6840538" cy="4103688"/>
          </a:xfrm>
          <a:prstGeom prst="foldedCorner">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10" name="Text Box 2"/>
          <p:cNvSpPr txBox="1">
            <a:spLocks noChangeArrowheads="1"/>
          </p:cNvSpPr>
          <p:nvPr/>
        </p:nvSpPr>
        <p:spPr bwMode="auto">
          <a:xfrm>
            <a:off x="2990826" y="1882791"/>
            <a:ext cx="1643063" cy="521969"/>
          </a:xfrm>
          <a:prstGeom prst="round1Rect">
            <a:avLst/>
          </a:prstGeom>
          <a:solidFill>
            <a:schemeClr val="tx2">
              <a:lumMod val="60000"/>
              <a:lumOff val="40000"/>
            </a:schemeClr>
          </a:solidFill>
          <a:ln w="9525">
            <a:noFill/>
            <a:miter lim="800000"/>
          </a:ln>
          <a:effectLst/>
        </p:spPr>
        <p:txBody>
          <a:bodyPr>
            <a:spAutoFit/>
          </a:bodyPr>
          <a:lstStyle/>
          <a:p>
            <a:pPr marL="233680">
              <a:spcBef>
                <a:spcPct val="50000"/>
              </a:spcBef>
              <a:defRPr/>
            </a:pPr>
            <a:r>
              <a:rPr lang="zh-CN" altLang="en-US" sz="2800" b="1" dirty="0">
                <a:solidFill>
                  <a:schemeClr val="bg1"/>
                </a:solidFill>
                <a:latin typeface="微软雅黑" panose="020B0503020204020204" charset="-122"/>
                <a:ea typeface="微软雅黑" panose="020B0503020204020204" charset="-122"/>
              </a:rPr>
              <a:t>案  例</a:t>
            </a:r>
            <a:endParaRPr lang="en-US" altLang="zh-CN" sz="2800" b="1" dirty="0">
              <a:solidFill>
                <a:schemeClr val="bg1"/>
              </a:solidFill>
              <a:latin typeface="微软雅黑" panose="020B0503020204020204" charset="-122"/>
              <a:ea typeface="微软雅黑" panose="020B0503020204020204" charset="-122"/>
            </a:endParaRPr>
          </a:p>
        </p:txBody>
      </p:sp>
      <p:sp>
        <p:nvSpPr>
          <p:cNvPr id="11" name="剪去对角的矩形 10"/>
          <p:cNvSpPr/>
          <p:nvPr/>
        </p:nvSpPr>
        <p:spPr>
          <a:xfrm>
            <a:off x="6015014" y="2530491"/>
            <a:ext cx="3167062" cy="2808288"/>
          </a:xfrm>
          <a:prstGeom prst="snip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a:solidFill>
                <a:srgbClr val="FFFFFF"/>
              </a:solidFill>
              <a:ea typeface="宋体" panose="02010600030101010101" pitchFamily="2" charset="-122"/>
            </a:endParaRPr>
          </a:p>
        </p:txBody>
      </p:sp>
      <p:sp>
        <p:nvSpPr>
          <p:cNvPr id="52233" name="TextBox 11"/>
          <p:cNvSpPr txBox="1">
            <a:spLocks noChangeArrowheads="1"/>
          </p:cNvSpPr>
          <p:nvPr/>
        </p:nvSpPr>
        <p:spPr bwMode="auto">
          <a:xfrm>
            <a:off x="3278164" y="3538554"/>
            <a:ext cx="2952750" cy="953135"/>
          </a:xfrm>
          <a:prstGeom prst="rect">
            <a:avLst/>
          </a:prstGeom>
          <a:noFill/>
          <a:ln w="9525">
            <a:noFill/>
            <a:miter lim="800000"/>
          </a:ln>
        </p:spPr>
        <p:txBody>
          <a:bodyPr>
            <a:spAutoFit/>
          </a:bodyPr>
          <a:lstStyle/>
          <a:p>
            <a:pPr>
              <a:spcBef>
                <a:spcPct val="50000"/>
              </a:spcBef>
            </a:pPr>
            <a:r>
              <a:rPr lang="zh-CN" altLang="en-US" sz="2800" b="1" dirty="0">
                <a:solidFill>
                  <a:srgbClr val="10253F"/>
                </a:solidFill>
                <a:latin typeface="微软雅黑" panose="020B0503020204020204" charset="-122"/>
                <a:ea typeface="微软雅黑" panose="020B0503020204020204" charset="-122"/>
              </a:rPr>
              <a:t>摩托车发动机：专利发掘</a:t>
            </a:r>
            <a:endParaRPr lang="zh-CN" altLang="en-US" sz="2800" b="1" dirty="0">
              <a:solidFill>
                <a:srgbClr val="10253F"/>
              </a:solidFill>
              <a:latin typeface="微软雅黑" panose="020B0503020204020204" charset="-122"/>
              <a:ea typeface="微软雅黑" panose="020B0503020204020204" charset="-122"/>
            </a:endParaRPr>
          </a:p>
        </p:txBody>
      </p:sp>
      <p:pic>
        <p:nvPicPr>
          <p:cNvPr id="52235" name="内容占位符 3"/>
          <p:cNvPicPr>
            <a:picLocks noChangeAspect="1"/>
          </p:cNvPicPr>
          <p:nvPr/>
        </p:nvPicPr>
        <p:blipFill>
          <a:blip r:embed="rId1"/>
          <a:srcRect/>
          <a:stretch>
            <a:fillRect/>
          </a:stretch>
        </p:blipFill>
        <p:spPr bwMode="auto">
          <a:xfrm>
            <a:off x="6086451" y="2890854"/>
            <a:ext cx="2987675" cy="2047875"/>
          </a:xfrm>
          <a:prstGeom prst="rect">
            <a:avLst/>
          </a:prstGeom>
          <a:noFill/>
          <a:ln w="9525">
            <a:noFill/>
            <a:miter lim="800000"/>
            <a:headEnd/>
            <a:tailEnd/>
          </a:ln>
        </p:spPr>
      </p:pic>
      <p:sp>
        <p:nvSpPr>
          <p:cNvPr id="15" name="TextBox 14"/>
          <p:cNvSpPr txBox="1"/>
          <p:nvPr>
            <p:custDataLst>
              <p:tags r:id="rId2"/>
            </p:custDataLst>
          </p:nvPr>
        </p:nvSpPr>
        <p:spPr>
          <a:xfrm>
            <a:off x="3912568" y="558779"/>
            <a:ext cx="2538342" cy="437762"/>
          </a:xfrm>
          <a:prstGeom prst="roundRect">
            <a:avLst/>
          </a:prstGeom>
          <a:solidFill>
            <a:schemeClr val="tx2">
              <a:lumMod val="40000"/>
              <a:lumOff val="60000"/>
            </a:schemeClr>
          </a:solidFill>
        </p:spPr>
        <p:txBody>
          <a:bodyPr wrap="none" rtlCol="0">
            <a:spAutoFit/>
          </a:bodyPr>
          <a:p>
            <a:pPr algn="l"/>
            <a:r>
              <a:rPr lang="zh-CN" altLang="en-US" b="1" dirty="0" smtClean="0">
                <a:solidFill>
                  <a:schemeClr val="bg1"/>
                </a:solidFill>
                <a:latin typeface="微软雅黑" panose="020B0503020204020204" charset="-122"/>
                <a:ea typeface="微软雅黑" panose="020B0503020204020204" charset="-122"/>
                <a:sym typeface="+mn-ea"/>
              </a:rPr>
              <a:t>方法二：从创新点出发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3" name="矩形 2"/>
          <p:cNvSpPr/>
          <p:nvPr>
            <p:custDataLst>
              <p:tags r:id="rId3"/>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2" name="组合 1"/>
          <p:cNvGrpSpPr/>
          <p:nvPr/>
        </p:nvGrpSpPr>
        <p:grpSpPr>
          <a:xfrm>
            <a:off x="197485" y="570865"/>
            <a:ext cx="519430" cy="408940"/>
            <a:chOff x="110" y="450"/>
            <a:chExt cx="818" cy="644"/>
          </a:xfrm>
        </p:grpSpPr>
        <p:sp>
          <p:nvSpPr>
            <p:cNvPr id="7" name="Freeform 13"/>
            <p:cNvSpPr/>
            <p:nvPr>
              <p:custDataLst>
                <p:tags r:id="rId4"/>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4" name="Freeform 13"/>
            <p:cNvSpPr/>
            <p:nvPr>
              <p:custDataLst>
                <p:tags r:id="rId5"/>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p:nvPr/>
        </p:nvSpPr>
        <p:spPr>
          <a:xfrm>
            <a:off x="2287588" y="1268413"/>
            <a:ext cx="8496300" cy="720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20" name="矩形 19"/>
          <p:cNvSpPr/>
          <p:nvPr/>
        </p:nvSpPr>
        <p:spPr>
          <a:xfrm>
            <a:off x="2287588" y="2133600"/>
            <a:ext cx="8496300" cy="7191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21" name="矩形 20"/>
          <p:cNvSpPr/>
          <p:nvPr/>
        </p:nvSpPr>
        <p:spPr>
          <a:xfrm>
            <a:off x="2287588" y="2997200"/>
            <a:ext cx="8496300" cy="33115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53254" name="页脚占位符 6"/>
          <p:cNvSpPr txBox="1">
            <a:spLocks noGrp="1"/>
          </p:cNvSpPr>
          <p:nvPr/>
        </p:nvSpPr>
        <p:spPr bwMode="auto">
          <a:xfrm>
            <a:off x="1703388" y="6400800"/>
            <a:ext cx="2895600" cy="457200"/>
          </a:xfrm>
          <a:prstGeom prst="rect">
            <a:avLst/>
          </a:prstGeom>
          <a:noFill/>
          <a:ln w="9525">
            <a:noFill/>
            <a:miter lim="800000"/>
          </a:ln>
        </p:spPr>
        <p:txBody>
          <a:bodyPr anchor="b"/>
          <a:lstStyle/>
          <a:p>
            <a:pPr eaLnBrk="1" hangingPunct="1"/>
            <a:r>
              <a:rPr lang="en-US" altLang="zh-CN" sz="1200">
                <a:solidFill>
                  <a:srgbClr val="000000"/>
                </a:solidFill>
                <a:latin typeface="Arial" panose="020B0604020202020204" pitchFamily="34" charset="0"/>
                <a:ea typeface="宋体" panose="02010600030101010101" pitchFamily="2" charset="-122"/>
              </a:rPr>
              <a:t>17</a:t>
            </a:r>
            <a:endParaRPr lang="en-US" altLang="zh-CN" sz="1200">
              <a:solidFill>
                <a:srgbClr val="000000"/>
              </a:solidFill>
              <a:latin typeface="Arial" panose="020B0604020202020204" pitchFamily="34" charset="0"/>
              <a:ea typeface="宋体" panose="02010600030101010101" pitchFamily="2" charset="-122"/>
            </a:endParaRPr>
          </a:p>
        </p:txBody>
      </p:sp>
      <p:sp>
        <p:nvSpPr>
          <p:cNvPr id="53255" name="灯片编号占位符 12"/>
          <p:cNvSpPr>
            <a:spLocks noGrp="1"/>
          </p:cNvSpPr>
          <p:nvPr>
            <p:ph type="sldNum" sz="quarter" idx="12"/>
          </p:nvPr>
        </p:nvSpPr>
        <p:spPr>
          <a:noFill/>
        </p:spPr>
        <p:txBody>
          <a:bodyPr/>
          <a:lstStyle/>
          <a:p>
            <a:fld id="{88ACB88B-A7F1-42CE-963B-EA569E2104C2}"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53256" name="Rectangle 3"/>
          <p:cNvSpPr>
            <a:spLocks noChangeArrowheads="1"/>
          </p:cNvSpPr>
          <p:nvPr/>
        </p:nvSpPr>
        <p:spPr bwMode="auto">
          <a:xfrm>
            <a:off x="2430463" y="3141663"/>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dirty="0" smtClean="0">
                <a:solidFill>
                  <a:schemeClr val="tx1">
                    <a:lumMod val="50000"/>
                    <a:lumOff val="50000"/>
                  </a:schemeClr>
                </a:solidFill>
                <a:latin typeface="微软雅黑" panose="020B0503020204020204" charset="-122"/>
                <a:ea typeface="微软雅黑" panose="020B0503020204020204" charset="-122"/>
              </a:rPr>
              <a:t>■ 技术</a:t>
            </a:r>
            <a:r>
              <a:rPr lang="zh-CN" altLang="en-US" sz="1800" b="1" dirty="0">
                <a:solidFill>
                  <a:schemeClr val="tx1">
                    <a:lumMod val="50000"/>
                    <a:lumOff val="50000"/>
                  </a:schemeClr>
                </a:solidFill>
                <a:latin typeface="微软雅黑" panose="020B0503020204020204" charset="-122"/>
                <a:ea typeface="微软雅黑" panose="020B0503020204020204" charset="-122"/>
              </a:rPr>
              <a:t>方案</a:t>
            </a:r>
            <a:endParaRPr lang="zh-CN" altLang="en-US" sz="1800" b="1" dirty="0">
              <a:solidFill>
                <a:schemeClr val="tx1">
                  <a:lumMod val="50000"/>
                  <a:lumOff val="50000"/>
                </a:schemeClr>
              </a:solidFill>
              <a:latin typeface="微软雅黑" panose="020B0503020204020204" charset="-122"/>
              <a:ea typeface="微软雅黑" panose="020B0503020204020204" charset="-122"/>
            </a:endParaRPr>
          </a:p>
        </p:txBody>
      </p:sp>
      <p:sp>
        <p:nvSpPr>
          <p:cNvPr id="53257" name="Rectangle 3"/>
          <p:cNvSpPr>
            <a:spLocks noChangeArrowheads="1"/>
          </p:cNvSpPr>
          <p:nvPr/>
        </p:nvSpPr>
        <p:spPr bwMode="auto">
          <a:xfrm>
            <a:off x="2430463" y="1412875"/>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dirty="0" smtClean="0">
                <a:solidFill>
                  <a:schemeClr val="tx1">
                    <a:lumMod val="50000"/>
                    <a:lumOff val="50000"/>
                  </a:schemeClr>
                </a:solidFill>
                <a:latin typeface="微软雅黑" panose="020B0503020204020204" charset="-122"/>
                <a:ea typeface="微软雅黑" panose="020B0503020204020204" charset="-122"/>
              </a:rPr>
              <a:t>■ 核心</a:t>
            </a:r>
            <a:r>
              <a:rPr lang="zh-CN" altLang="en-US" sz="1800" b="1" dirty="0">
                <a:solidFill>
                  <a:schemeClr val="tx1">
                    <a:lumMod val="50000"/>
                    <a:lumOff val="50000"/>
                  </a:schemeClr>
                </a:solidFill>
                <a:latin typeface="微软雅黑" panose="020B0503020204020204" charset="-122"/>
                <a:ea typeface="微软雅黑" panose="020B0503020204020204" charset="-122"/>
              </a:rPr>
              <a:t>创新点</a:t>
            </a:r>
            <a:endParaRPr lang="zh-CN" altLang="en-US" sz="1800" b="1" dirty="0">
              <a:solidFill>
                <a:schemeClr val="tx1">
                  <a:lumMod val="50000"/>
                  <a:lumOff val="50000"/>
                </a:schemeClr>
              </a:solidFill>
              <a:latin typeface="微软雅黑" panose="020B0503020204020204" charset="-122"/>
              <a:ea typeface="微软雅黑" panose="020B0503020204020204" charset="-122"/>
            </a:endParaRPr>
          </a:p>
        </p:txBody>
      </p:sp>
      <p:sp>
        <p:nvSpPr>
          <p:cNvPr id="53258" name="Rectangle 3"/>
          <p:cNvSpPr>
            <a:spLocks noChangeArrowheads="1"/>
          </p:cNvSpPr>
          <p:nvPr/>
        </p:nvSpPr>
        <p:spPr bwMode="auto">
          <a:xfrm>
            <a:off x="2430463" y="2276475"/>
            <a:ext cx="1979612" cy="368300"/>
          </a:xfrm>
          <a:prstGeom prst="rect">
            <a:avLst/>
          </a:prstGeom>
          <a:noFill/>
          <a:ln w="9525">
            <a:noFill/>
            <a:miter lim="800000"/>
          </a:ln>
        </p:spPr>
        <p:txBody>
          <a:bodyPr>
            <a:spAutoFit/>
          </a:bodyPr>
          <a:lstStyle/>
          <a:p>
            <a:pPr eaLnBrk="1" hangingPunct="1">
              <a:spcBef>
                <a:spcPct val="150000"/>
              </a:spcBef>
              <a:buClr>
                <a:schemeClr val="accent2"/>
              </a:buClr>
            </a:pPr>
            <a:r>
              <a:rPr lang="zh-CN" altLang="en-US" sz="1800" b="1" dirty="0" smtClean="0">
                <a:solidFill>
                  <a:schemeClr val="tx1">
                    <a:lumMod val="50000"/>
                    <a:lumOff val="50000"/>
                  </a:schemeClr>
                </a:solidFill>
                <a:latin typeface="微软雅黑" panose="020B0503020204020204" charset="-122"/>
                <a:ea typeface="微软雅黑" panose="020B0503020204020204" charset="-122"/>
              </a:rPr>
              <a:t>■ 关联</a:t>
            </a:r>
            <a:r>
              <a:rPr lang="zh-CN" altLang="en-US" sz="1800" b="1" dirty="0">
                <a:solidFill>
                  <a:schemeClr val="tx1">
                    <a:lumMod val="50000"/>
                    <a:lumOff val="50000"/>
                  </a:schemeClr>
                </a:solidFill>
                <a:latin typeface="微软雅黑" panose="020B0503020204020204" charset="-122"/>
                <a:ea typeface="微软雅黑" panose="020B0503020204020204" charset="-122"/>
              </a:rPr>
              <a:t>因素</a:t>
            </a:r>
            <a:endParaRPr lang="zh-CN" altLang="en-US" sz="1800" b="1" dirty="0">
              <a:solidFill>
                <a:schemeClr val="tx1">
                  <a:lumMod val="50000"/>
                  <a:lumOff val="50000"/>
                </a:schemeClr>
              </a:solidFill>
              <a:latin typeface="微软雅黑" panose="020B0503020204020204" charset="-122"/>
              <a:ea typeface="微软雅黑" panose="020B0503020204020204" charset="-122"/>
            </a:endParaRPr>
          </a:p>
        </p:txBody>
      </p:sp>
      <p:graphicFrame>
        <p:nvGraphicFramePr>
          <p:cNvPr id="29" name="图示 28"/>
          <p:cNvGraphicFramePr/>
          <p:nvPr/>
        </p:nvGraphicFramePr>
        <p:xfrm>
          <a:off x="4303043" y="1340768"/>
          <a:ext cx="6415913" cy="486774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TextBox 14"/>
          <p:cNvSpPr txBox="1"/>
          <p:nvPr>
            <p:custDataLst>
              <p:tags r:id="rId6"/>
            </p:custDataLst>
          </p:nvPr>
        </p:nvSpPr>
        <p:spPr>
          <a:xfrm>
            <a:off x="3912568" y="548619"/>
            <a:ext cx="2508170" cy="407590"/>
          </a:xfrm>
          <a:prstGeom prst="roundRect">
            <a:avLst/>
          </a:prstGeom>
          <a:solidFill>
            <a:schemeClr val="tx2">
              <a:lumMod val="40000"/>
              <a:lumOff val="60000"/>
            </a:schemeClr>
          </a:solidFill>
        </p:spPr>
        <p:txBody>
          <a:bodyPr wrap="none" rtlCol="0">
            <a:spAutoFit/>
          </a:bodyPr>
          <a:p>
            <a:pPr algn="l"/>
            <a:r>
              <a:rPr lang="zh-CN" altLang="en-US" b="1" dirty="0" smtClean="0">
                <a:solidFill>
                  <a:schemeClr val="bg1"/>
                </a:solidFill>
                <a:latin typeface="微软雅黑" panose="020B0503020204020204" charset="-122"/>
                <a:ea typeface="微软雅黑" panose="020B0503020204020204" charset="-122"/>
                <a:sym typeface="+mn-ea"/>
              </a:rPr>
              <a:t>方法二：从创新点出发</a:t>
            </a:r>
            <a:endParaRPr lang="en-US" altLang="zh-CN" b="1" dirty="0" smtClean="0">
              <a:solidFill>
                <a:schemeClr val="bg1"/>
              </a:solidFill>
              <a:latin typeface="微软雅黑" panose="020B0503020204020204" charset="-122"/>
              <a:ea typeface="微软雅黑" panose="020B0503020204020204" charset="-122"/>
            </a:endParaRPr>
          </a:p>
        </p:txBody>
      </p:sp>
      <p:sp>
        <p:nvSpPr>
          <p:cNvPr id="3" name="矩形 2"/>
          <p:cNvSpPr/>
          <p:nvPr>
            <p:custDataLst>
              <p:tags r:id="rId7"/>
            </p:custDataLst>
          </p:nvPr>
        </p:nvSpPr>
        <p:spPr>
          <a:xfrm>
            <a:off x="1034127" y="558679"/>
            <a:ext cx="26212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专利挖掘途径</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4" name="组合 3"/>
          <p:cNvGrpSpPr/>
          <p:nvPr/>
        </p:nvGrpSpPr>
        <p:grpSpPr>
          <a:xfrm>
            <a:off x="197485" y="570865"/>
            <a:ext cx="519430" cy="408940"/>
            <a:chOff x="110" y="450"/>
            <a:chExt cx="818" cy="644"/>
          </a:xfrm>
        </p:grpSpPr>
        <p:sp>
          <p:nvSpPr>
            <p:cNvPr id="7" name="Freeform 13"/>
            <p:cNvSpPr/>
            <p:nvPr>
              <p:custDataLst>
                <p:tags r:id="rId8"/>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9"/>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灯片编号占位符 12"/>
          <p:cNvSpPr>
            <a:spLocks noGrp="1"/>
          </p:cNvSpPr>
          <p:nvPr>
            <p:ph type="sldNum" sz="quarter" idx="12"/>
          </p:nvPr>
        </p:nvSpPr>
        <p:spPr>
          <a:noFill/>
        </p:spPr>
        <p:txBody>
          <a:bodyPr/>
          <a:lstStyle/>
          <a:p>
            <a:fld id="{2E6D9AC2-9286-4C36-A99A-756840773EB5}"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54277" name="页脚占位符 6"/>
          <p:cNvSpPr txBox="1">
            <a:spLocks noGrp="1"/>
          </p:cNvSpPr>
          <p:nvPr/>
        </p:nvSpPr>
        <p:spPr bwMode="auto">
          <a:xfrm>
            <a:off x="1703388" y="6400800"/>
            <a:ext cx="2895600" cy="457200"/>
          </a:xfrm>
          <a:prstGeom prst="rect">
            <a:avLst/>
          </a:prstGeom>
          <a:noFill/>
          <a:ln w="9525">
            <a:noFill/>
            <a:miter lim="800000"/>
          </a:ln>
        </p:spPr>
        <p:txBody>
          <a:bodyPr anchor="b"/>
          <a:lstStyle/>
          <a:p>
            <a:pPr eaLnBrk="1" hangingPunct="1"/>
            <a:r>
              <a:rPr lang="en-US" altLang="zh-CN" sz="1200">
                <a:solidFill>
                  <a:srgbClr val="000000"/>
                </a:solidFill>
                <a:latin typeface="Arial" panose="020B0604020202020204" pitchFamily="34" charset="0"/>
                <a:ea typeface="宋体" panose="02010600030101010101" pitchFamily="2" charset="-122"/>
              </a:rPr>
              <a:t>22</a:t>
            </a:r>
            <a:endParaRPr lang="en-US" altLang="zh-CN" sz="1200">
              <a:solidFill>
                <a:srgbClr val="000000"/>
              </a:solidFill>
              <a:latin typeface="Arial" panose="020B0604020202020204" pitchFamily="34" charset="0"/>
              <a:ea typeface="宋体" panose="02010600030101010101" pitchFamily="2" charset="-122"/>
            </a:endParaRPr>
          </a:p>
        </p:txBody>
      </p:sp>
      <p:sp>
        <p:nvSpPr>
          <p:cNvPr id="3" name="矩形 2"/>
          <p:cNvSpPr/>
          <p:nvPr>
            <p:custDataLst>
              <p:tags r:id="rId1"/>
            </p:custDataLst>
          </p:nvPr>
        </p:nvSpPr>
        <p:spPr>
          <a:xfrm>
            <a:off x="1034127" y="558679"/>
            <a:ext cx="1808480" cy="485140"/>
          </a:xfrm>
          <a:prstGeom prst="rect">
            <a:avLst/>
          </a:prstGeom>
        </p:spPr>
        <p:txBody>
          <a:bodyPr wrap="none">
            <a:spAutoFit/>
          </a:bodyPr>
          <a:p>
            <a:pPr marL="0" indent="0" algn="l" eaLnBrk="1" hangingPunct="1">
              <a:lnSpc>
                <a:spcPct val="80000"/>
              </a:lnSpc>
              <a:buNone/>
            </a:pPr>
            <a:r>
              <a:rPr lang="zh-CN" altLang="en-US"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发明类型</a:t>
            </a:r>
            <a:endParaRPr lang="zh-CN" altLang="en-US"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grpSp>
        <p:nvGrpSpPr>
          <p:cNvPr id="4" name="组合 3"/>
          <p:cNvGrpSpPr/>
          <p:nvPr/>
        </p:nvGrpSpPr>
        <p:grpSpPr>
          <a:xfrm>
            <a:off x="197485" y="570865"/>
            <a:ext cx="519430" cy="408940"/>
            <a:chOff x="110" y="450"/>
            <a:chExt cx="818" cy="644"/>
          </a:xfrm>
        </p:grpSpPr>
        <p:sp>
          <p:nvSpPr>
            <p:cNvPr id="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5" name="灯片编号占位符 12"/>
          <p:cNvSpPr>
            <a:spLocks noGrp="1"/>
          </p:cNvSpPr>
          <p:nvPr>
            <p:custDataLst>
              <p:tags r:id="rId4"/>
            </p:custDataLst>
          </p:nvPr>
        </p:nvSpPr>
        <p:spPr>
          <a:xfrm>
            <a:off x="6553200" y="6356350"/>
            <a:ext cx="2133600" cy="365125"/>
          </a:xfrm>
          <a:prstGeom prst="rect">
            <a:avLst/>
          </a:prstGeom>
          <a:noFill/>
        </p:spPr>
        <p:txBody>
          <a:bodyPr vert="horz" lIns="91440" tIns="45720" rIns="91440" bIns="45720" rtlCol="0" anchor="ct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E6D9AC2-9286-4C36-A99A-756840773EB5}"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graphicFrame>
        <p:nvGraphicFramePr>
          <p:cNvPr id="6" name="图示 5"/>
          <p:cNvGraphicFramePr/>
          <p:nvPr>
            <p:custDataLst>
              <p:tags r:id="rId5"/>
            </p:custDataLst>
          </p:nvPr>
        </p:nvGraphicFramePr>
        <p:xfrm>
          <a:off x="2640123" y="1268760"/>
          <a:ext cx="6612397" cy="44082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pic>
        <p:nvPicPr>
          <p:cNvPr id="8" name="Picture 2" descr="F:\Document\document\R---Reference\work\C\case\PPT\Element\icon\lightbulb_white_inside副本.png"/>
          <p:cNvPicPr>
            <a:picLocks noChangeAspect="1" noChangeArrowheads="1"/>
          </p:cNvPicPr>
          <p:nvPr>
            <p:custDataLst>
              <p:tags r:id="rId11"/>
            </p:custDataLst>
          </p:nvPr>
        </p:nvPicPr>
        <p:blipFill>
          <a:blip r:embed="rId12"/>
          <a:srcRect/>
          <a:stretch>
            <a:fillRect/>
          </a:stretch>
        </p:blipFill>
        <p:spPr bwMode="auto">
          <a:xfrm>
            <a:off x="5530850" y="2997200"/>
            <a:ext cx="854075" cy="1238250"/>
          </a:xfrm>
          <a:prstGeom prst="rect">
            <a:avLst/>
          </a:prstGeom>
          <a:noFill/>
          <a:ln w="9525">
            <a:noFill/>
            <a:miter lim="800000"/>
            <a:headEnd/>
            <a:tailEnd/>
          </a:ln>
        </p:spPr>
      </p:pic>
      <p:sp>
        <p:nvSpPr>
          <p:cNvPr id="9" name="TextBox 8"/>
          <p:cNvSpPr txBox="1">
            <a:spLocks noChangeArrowheads="1"/>
          </p:cNvSpPr>
          <p:nvPr>
            <p:custDataLst>
              <p:tags r:id="rId13"/>
            </p:custDataLst>
          </p:nvPr>
        </p:nvSpPr>
        <p:spPr bwMode="auto">
          <a:xfrm>
            <a:off x="3937000" y="2784475"/>
            <a:ext cx="696913" cy="715963"/>
          </a:xfrm>
          <a:prstGeom prst="rect">
            <a:avLst/>
          </a:prstGeom>
          <a:noFill/>
          <a:ln w="9525">
            <a:noFill/>
            <a:miter lim="800000"/>
          </a:ln>
        </p:spPr>
        <p:txBody>
          <a:bodyPr wrap="none">
            <a:spAutoFit/>
          </a:bodyPr>
          <a:lstStyle/>
          <a:p>
            <a:pPr>
              <a:lnSpc>
                <a:spcPts val="1800"/>
              </a:lnSpc>
              <a:spcBef>
                <a:spcPct val="50000"/>
              </a:spcBef>
            </a:pPr>
            <a:r>
              <a:rPr lang="zh-CN" altLang="en-US" sz="2000" b="1">
                <a:solidFill>
                  <a:schemeClr val="bg1"/>
                </a:solidFill>
                <a:latin typeface="微软雅黑" panose="020B0503020204020204" charset="-122"/>
                <a:ea typeface="微软雅黑" panose="020B0503020204020204" charset="-122"/>
              </a:rPr>
              <a:t>选择</a:t>
            </a:r>
            <a:endParaRPr lang="en-US" altLang="zh-CN" sz="2000" b="1">
              <a:solidFill>
                <a:schemeClr val="bg1"/>
              </a:solidFill>
              <a:latin typeface="微软雅黑" panose="020B0503020204020204" charset="-122"/>
              <a:ea typeface="微软雅黑" panose="020B0503020204020204" charset="-122"/>
            </a:endParaRPr>
          </a:p>
          <a:p>
            <a:pPr>
              <a:lnSpc>
                <a:spcPts val="1800"/>
              </a:lnSpc>
              <a:spcBef>
                <a:spcPct val="50000"/>
              </a:spcBef>
            </a:pPr>
            <a:r>
              <a:rPr lang="zh-CN" altLang="en-US" sz="2000" b="1">
                <a:solidFill>
                  <a:schemeClr val="bg1"/>
                </a:solidFill>
                <a:latin typeface="微软雅黑" panose="020B0503020204020204" charset="-122"/>
                <a:ea typeface="微软雅黑" panose="020B0503020204020204" charset="-122"/>
              </a:rPr>
              <a:t>发明</a:t>
            </a:r>
            <a:endParaRPr lang="zh-CN" altLang="en-US" sz="2000" b="1">
              <a:solidFill>
                <a:schemeClr val="bg1"/>
              </a:solidFill>
              <a:latin typeface="微软雅黑" panose="020B0503020204020204" charset="-122"/>
              <a:ea typeface="微软雅黑" panose="020B0503020204020204" charset="-122"/>
            </a:endParaRPr>
          </a:p>
        </p:txBody>
      </p:sp>
      <p:sp>
        <p:nvSpPr>
          <p:cNvPr id="11" name="TextBox 9"/>
          <p:cNvSpPr txBox="1">
            <a:spLocks noChangeArrowheads="1"/>
          </p:cNvSpPr>
          <p:nvPr>
            <p:custDataLst>
              <p:tags r:id="rId14"/>
            </p:custDataLst>
          </p:nvPr>
        </p:nvSpPr>
        <p:spPr bwMode="auto">
          <a:xfrm>
            <a:off x="5592763" y="1557338"/>
            <a:ext cx="696912" cy="715962"/>
          </a:xfrm>
          <a:prstGeom prst="rect">
            <a:avLst/>
          </a:prstGeom>
          <a:noFill/>
          <a:ln w="9525">
            <a:noFill/>
            <a:miter lim="800000"/>
          </a:ln>
        </p:spPr>
        <p:txBody>
          <a:bodyPr wrap="none">
            <a:spAutoFit/>
          </a:bodyPr>
          <a:lstStyle/>
          <a:p>
            <a:pPr>
              <a:lnSpc>
                <a:spcPts val="1800"/>
              </a:lnSpc>
              <a:spcBef>
                <a:spcPct val="50000"/>
              </a:spcBef>
            </a:pPr>
            <a:r>
              <a:rPr lang="zh-CN" altLang="en-US" sz="2000" b="1">
                <a:solidFill>
                  <a:schemeClr val="bg1"/>
                </a:solidFill>
                <a:latin typeface="微软雅黑" panose="020B0503020204020204" charset="-122"/>
                <a:ea typeface="微软雅黑" panose="020B0503020204020204" charset="-122"/>
              </a:rPr>
              <a:t>组合</a:t>
            </a:r>
            <a:endParaRPr lang="en-US" altLang="zh-CN" sz="2000" b="1">
              <a:solidFill>
                <a:schemeClr val="bg1"/>
              </a:solidFill>
              <a:latin typeface="微软雅黑" panose="020B0503020204020204" charset="-122"/>
              <a:ea typeface="微软雅黑" panose="020B0503020204020204" charset="-122"/>
            </a:endParaRPr>
          </a:p>
          <a:p>
            <a:pPr>
              <a:lnSpc>
                <a:spcPts val="1800"/>
              </a:lnSpc>
              <a:spcBef>
                <a:spcPct val="50000"/>
              </a:spcBef>
            </a:pPr>
            <a:r>
              <a:rPr lang="zh-CN" altLang="en-US" sz="2000" b="1">
                <a:solidFill>
                  <a:schemeClr val="bg1"/>
                </a:solidFill>
                <a:latin typeface="微软雅黑" panose="020B0503020204020204" charset="-122"/>
                <a:ea typeface="微软雅黑" panose="020B0503020204020204" charset="-122"/>
              </a:rPr>
              <a:t>发明</a:t>
            </a:r>
            <a:endParaRPr lang="zh-CN" altLang="en-US" sz="2000" b="1">
              <a:solidFill>
                <a:schemeClr val="bg1"/>
              </a:solidFill>
              <a:latin typeface="微软雅黑" panose="020B0503020204020204" charset="-122"/>
              <a:ea typeface="微软雅黑" panose="020B0503020204020204" charset="-122"/>
            </a:endParaRPr>
          </a:p>
        </p:txBody>
      </p:sp>
      <p:sp>
        <p:nvSpPr>
          <p:cNvPr id="12" name="TextBox 10"/>
          <p:cNvSpPr txBox="1">
            <a:spLocks noChangeArrowheads="1"/>
          </p:cNvSpPr>
          <p:nvPr>
            <p:custDataLst>
              <p:tags r:id="rId15"/>
            </p:custDataLst>
          </p:nvPr>
        </p:nvSpPr>
        <p:spPr bwMode="auto">
          <a:xfrm>
            <a:off x="7248525" y="2781300"/>
            <a:ext cx="698500" cy="715963"/>
          </a:xfrm>
          <a:prstGeom prst="rect">
            <a:avLst/>
          </a:prstGeom>
          <a:noFill/>
          <a:ln w="9525">
            <a:noFill/>
            <a:miter lim="800000"/>
          </a:ln>
        </p:spPr>
        <p:txBody>
          <a:bodyPr wrap="none">
            <a:spAutoFit/>
          </a:bodyPr>
          <a:lstStyle/>
          <a:p>
            <a:pPr>
              <a:lnSpc>
                <a:spcPts val="1800"/>
              </a:lnSpc>
              <a:spcBef>
                <a:spcPct val="50000"/>
              </a:spcBef>
            </a:pPr>
            <a:r>
              <a:rPr lang="zh-CN" altLang="en-US" sz="2000" b="1">
                <a:solidFill>
                  <a:schemeClr val="bg1"/>
                </a:solidFill>
                <a:latin typeface="微软雅黑" panose="020B0503020204020204" charset="-122"/>
                <a:ea typeface="微软雅黑" panose="020B0503020204020204" charset="-122"/>
              </a:rPr>
              <a:t>转用</a:t>
            </a:r>
            <a:endParaRPr lang="en-US" altLang="zh-CN" sz="2000" b="1">
              <a:solidFill>
                <a:schemeClr val="bg1"/>
              </a:solidFill>
              <a:latin typeface="微软雅黑" panose="020B0503020204020204" charset="-122"/>
              <a:ea typeface="微软雅黑" panose="020B0503020204020204" charset="-122"/>
            </a:endParaRPr>
          </a:p>
          <a:p>
            <a:pPr>
              <a:lnSpc>
                <a:spcPts val="1800"/>
              </a:lnSpc>
              <a:spcBef>
                <a:spcPct val="50000"/>
              </a:spcBef>
            </a:pPr>
            <a:r>
              <a:rPr lang="zh-CN" altLang="en-US" sz="2000" b="1">
                <a:solidFill>
                  <a:schemeClr val="bg1"/>
                </a:solidFill>
                <a:latin typeface="微软雅黑" panose="020B0503020204020204" charset="-122"/>
                <a:ea typeface="微软雅黑" panose="020B0503020204020204" charset="-122"/>
              </a:rPr>
              <a:t>发明</a:t>
            </a:r>
            <a:endParaRPr lang="zh-CN" altLang="en-US" sz="2000" b="1">
              <a:solidFill>
                <a:schemeClr val="bg1"/>
              </a:solidFill>
              <a:latin typeface="微软雅黑" panose="020B0503020204020204" charset="-122"/>
              <a:ea typeface="微软雅黑" panose="020B0503020204020204" charset="-122"/>
            </a:endParaRPr>
          </a:p>
        </p:txBody>
      </p:sp>
      <p:sp>
        <p:nvSpPr>
          <p:cNvPr id="13" name="TextBox 11"/>
          <p:cNvSpPr txBox="1">
            <a:spLocks noChangeArrowheads="1"/>
          </p:cNvSpPr>
          <p:nvPr>
            <p:custDataLst>
              <p:tags r:id="rId16"/>
            </p:custDataLst>
          </p:nvPr>
        </p:nvSpPr>
        <p:spPr bwMode="auto">
          <a:xfrm>
            <a:off x="6435725" y="4800600"/>
            <a:ext cx="1108075" cy="692150"/>
          </a:xfrm>
          <a:prstGeom prst="rect">
            <a:avLst/>
          </a:prstGeom>
          <a:noFill/>
          <a:ln w="9525">
            <a:noFill/>
            <a:miter lim="800000"/>
          </a:ln>
        </p:spPr>
        <p:txBody>
          <a:bodyPr wrap="none">
            <a:spAutoFit/>
          </a:bodyPr>
          <a:lstStyle/>
          <a:p>
            <a:pPr algn="ctr">
              <a:lnSpc>
                <a:spcPts val="1800"/>
              </a:lnSpc>
              <a:spcBef>
                <a:spcPct val="50000"/>
              </a:spcBef>
            </a:pPr>
            <a:r>
              <a:rPr lang="zh-CN" altLang="en-US" sz="1800" b="1">
                <a:solidFill>
                  <a:schemeClr val="bg1"/>
                </a:solidFill>
                <a:latin typeface="微软雅黑" panose="020B0503020204020204" charset="-122"/>
                <a:ea typeface="微软雅黑" panose="020B0503020204020204" charset="-122"/>
              </a:rPr>
              <a:t>要素变更</a:t>
            </a:r>
            <a:endParaRPr lang="en-US" altLang="zh-CN" sz="1800" b="1">
              <a:solidFill>
                <a:schemeClr val="bg1"/>
              </a:solidFill>
              <a:latin typeface="微软雅黑" panose="020B0503020204020204" charset="-122"/>
              <a:ea typeface="微软雅黑" panose="020B0503020204020204" charset="-122"/>
            </a:endParaRPr>
          </a:p>
          <a:p>
            <a:pPr algn="ctr">
              <a:lnSpc>
                <a:spcPts val="1800"/>
              </a:lnSpc>
              <a:spcBef>
                <a:spcPct val="50000"/>
              </a:spcBef>
            </a:pPr>
            <a:r>
              <a:rPr lang="zh-CN" altLang="en-US" sz="1800" b="1">
                <a:solidFill>
                  <a:schemeClr val="bg1"/>
                </a:solidFill>
                <a:latin typeface="微软雅黑" panose="020B0503020204020204" charset="-122"/>
                <a:ea typeface="微软雅黑" panose="020B0503020204020204" charset="-122"/>
              </a:rPr>
              <a:t>发明</a:t>
            </a:r>
            <a:endParaRPr lang="zh-CN" altLang="en-US" sz="1800" b="1">
              <a:solidFill>
                <a:schemeClr val="bg1"/>
              </a:solidFill>
              <a:latin typeface="微软雅黑" panose="020B0503020204020204" charset="-122"/>
              <a:ea typeface="微软雅黑" panose="020B0503020204020204" charset="-122"/>
            </a:endParaRPr>
          </a:p>
        </p:txBody>
      </p:sp>
      <p:sp>
        <p:nvSpPr>
          <p:cNvPr id="16" name="TextBox 12"/>
          <p:cNvSpPr txBox="1">
            <a:spLocks noChangeArrowheads="1"/>
          </p:cNvSpPr>
          <p:nvPr>
            <p:custDataLst>
              <p:tags r:id="rId17"/>
            </p:custDataLst>
          </p:nvPr>
        </p:nvSpPr>
        <p:spPr bwMode="auto">
          <a:xfrm>
            <a:off x="4483100" y="4724400"/>
            <a:ext cx="877888" cy="695325"/>
          </a:xfrm>
          <a:prstGeom prst="rect">
            <a:avLst/>
          </a:prstGeom>
          <a:noFill/>
          <a:ln w="9525">
            <a:noFill/>
            <a:miter lim="800000"/>
          </a:ln>
        </p:spPr>
        <p:txBody>
          <a:bodyPr wrap="none">
            <a:spAutoFit/>
          </a:bodyPr>
          <a:lstStyle/>
          <a:p>
            <a:pPr algn="ctr">
              <a:lnSpc>
                <a:spcPts val="1800"/>
              </a:lnSpc>
              <a:spcBef>
                <a:spcPct val="50000"/>
              </a:spcBef>
            </a:pPr>
            <a:r>
              <a:rPr lang="zh-CN" altLang="en-US" sz="1800" b="1">
                <a:solidFill>
                  <a:schemeClr val="bg1"/>
                </a:solidFill>
                <a:latin typeface="微软雅黑" panose="020B0503020204020204" charset="-122"/>
                <a:ea typeface="微软雅黑" panose="020B0503020204020204" charset="-122"/>
              </a:rPr>
              <a:t>新用途</a:t>
            </a:r>
            <a:endParaRPr lang="en-US" altLang="zh-CN" sz="1800" b="1">
              <a:solidFill>
                <a:schemeClr val="bg1"/>
              </a:solidFill>
              <a:latin typeface="微软雅黑" panose="020B0503020204020204" charset="-122"/>
              <a:ea typeface="微软雅黑" panose="020B0503020204020204" charset="-122"/>
            </a:endParaRPr>
          </a:p>
          <a:p>
            <a:pPr algn="ctr">
              <a:lnSpc>
                <a:spcPts val="1800"/>
              </a:lnSpc>
              <a:spcBef>
                <a:spcPct val="50000"/>
              </a:spcBef>
            </a:pPr>
            <a:r>
              <a:rPr lang="zh-CN" altLang="en-US" sz="1800" b="1">
                <a:solidFill>
                  <a:schemeClr val="bg1"/>
                </a:solidFill>
                <a:latin typeface="微软雅黑" panose="020B0503020204020204" charset="-122"/>
                <a:ea typeface="微软雅黑" panose="020B0503020204020204" charset="-122"/>
              </a:rPr>
              <a:t>发明</a:t>
            </a:r>
            <a:endParaRPr lang="zh-CN" altLang="en-US" sz="1800" b="1">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灯片编号占位符 1"/>
          <p:cNvSpPr>
            <a:spLocks noGrp="1"/>
          </p:cNvSpPr>
          <p:nvPr>
            <p:ph type="sldNum" sz="quarter" idx="12"/>
          </p:nvPr>
        </p:nvSpPr>
        <p:spPr>
          <a:noFill/>
        </p:spPr>
        <p:txBody>
          <a:bodyPr/>
          <a:lstStyle/>
          <a:p>
            <a:fld id="{9970F725-4BF2-4A65-BF8D-E97B32D49439}"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3" name="剪去单角的矩形 2"/>
          <p:cNvSpPr/>
          <p:nvPr/>
        </p:nvSpPr>
        <p:spPr>
          <a:xfrm>
            <a:off x="1847850" y="1456055"/>
            <a:ext cx="5356860" cy="1061720"/>
          </a:xfrm>
          <a:prstGeom prst="snip1Rect">
            <a:avLst>
              <a:gd name="adj" fmla="val 2688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4" name="单圆角矩形 3"/>
          <p:cNvSpPr/>
          <p:nvPr/>
        </p:nvSpPr>
        <p:spPr>
          <a:xfrm rot="10800000">
            <a:off x="1847850" y="1440180"/>
            <a:ext cx="1929130" cy="436245"/>
          </a:xfrm>
          <a:prstGeom prst="snipRoundRect">
            <a:avLst>
              <a:gd name="adj1" fmla="val 16667"/>
              <a:gd name="adj2" fmla="val 97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55302" name="Text Box 2"/>
          <p:cNvSpPr txBox="1">
            <a:spLocks noChangeArrowheads="1"/>
          </p:cNvSpPr>
          <p:nvPr/>
        </p:nvSpPr>
        <p:spPr bwMode="auto">
          <a:xfrm>
            <a:off x="1919605" y="1939925"/>
            <a:ext cx="5078730" cy="521970"/>
          </a:xfrm>
          <a:prstGeom prst="rect">
            <a:avLst/>
          </a:prstGeom>
          <a:noFill/>
          <a:ln w="9525">
            <a:noFill/>
            <a:miter lim="800000"/>
          </a:ln>
        </p:spPr>
        <p:txBody>
          <a:bodyPr wrap="square">
            <a:spAutoFit/>
          </a:bodyPr>
          <a:lstStyle/>
          <a:p>
            <a:pPr>
              <a:spcBef>
                <a:spcPct val="50000"/>
              </a:spcBef>
            </a:pPr>
            <a:r>
              <a:rPr kumimoji="1" lang="zh-CN" altLang="en-US" sz="1400" b="1">
                <a:solidFill>
                  <a:schemeClr val="bg1"/>
                </a:solidFill>
                <a:latin typeface="微软雅黑" panose="020B0503020204020204" charset="-122"/>
                <a:ea typeface="微软雅黑" panose="020B0503020204020204" charset="-122"/>
              </a:rPr>
              <a:t>两个或更多技术方案组合后形成新的技术方案，技术特征彼此支持，并取得新的技术效果。</a:t>
            </a:r>
            <a:endParaRPr kumimoji="1" lang="zh-CN" altLang="en-US" sz="1400" b="1">
              <a:solidFill>
                <a:schemeClr val="bg1"/>
              </a:solidFill>
              <a:latin typeface="微软雅黑" panose="020B0503020204020204" charset="-122"/>
              <a:ea typeface="微软雅黑" panose="020B0503020204020204" charset="-122"/>
            </a:endParaRPr>
          </a:p>
        </p:txBody>
      </p:sp>
      <p:sp>
        <p:nvSpPr>
          <p:cNvPr id="55303" name="Text Box 2"/>
          <p:cNvSpPr txBox="1">
            <a:spLocks noChangeArrowheads="1"/>
          </p:cNvSpPr>
          <p:nvPr/>
        </p:nvSpPr>
        <p:spPr bwMode="auto">
          <a:xfrm>
            <a:off x="1847850" y="1438275"/>
            <a:ext cx="2296160" cy="398780"/>
          </a:xfrm>
          <a:prstGeom prst="rect">
            <a:avLst/>
          </a:prstGeom>
          <a:solidFill>
            <a:srgbClr val="00B0F0"/>
          </a:solidFill>
          <a:ln w="9525">
            <a:noFill/>
            <a:miter lim="800000"/>
          </a:ln>
        </p:spPr>
        <p:txBody>
          <a:bodyPr wrap="square">
            <a:spAutoFit/>
          </a:bodyPr>
          <a:lstStyle/>
          <a:p>
            <a:pPr marL="59055">
              <a:spcBef>
                <a:spcPct val="50000"/>
              </a:spcBef>
            </a:pPr>
            <a:r>
              <a:rPr lang="zh-CN" altLang="en-US" sz="2000" b="1">
                <a:solidFill>
                  <a:schemeClr val="bg1"/>
                </a:solidFill>
                <a:latin typeface="微软雅黑" panose="020B0503020204020204" charset="-122"/>
                <a:ea typeface="微软雅黑" panose="020B0503020204020204" charset="-122"/>
              </a:rPr>
              <a:t>组合发明：</a:t>
            </a:r>
            <a:endParaRPr lang="en-US" altLang="zh-CN" sz="2000" b="1">
              <a:solidFill>
                <a:schemeClr val="bg1"/>
              </a:solidFill>
              <a:latin typeface="微软雅黑" panose="020B0503020204020204" charset="-122"/>
              <a:ea typeface="微软雅黑" panose="020B0503020204020204" charset="-122"/>
            </a:endParaRPr>
          </a:p>
        </p:txBody>
      </p:sp>
      <p:sp>
        <p:nvSpPr>
          <p:cNvPr id="7" name="折角形 6"/>
          <p:cNvSpPr/>
          <p:nvPr/>
        </p:nvSpPr>
        <p:spPr>
          <a:xfrm>
            <a:off x="1839913" y="2708275"/>
            <a:ext cx="8424862" cy="2808288"/>
          </a:xfrm>
          <a:prstGeom prst="foldedCorner">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rgbClr val="FFFFFF"/>
              </a:solidFill>
              <a:ea typeface="宋体" panose="02010600030101010101" pitchFamily="2" charset="-122"/>
            </a:endParaRPr>
          </a:p>
        </p:txBody>
      </p:sp>
      <p:sp>
        <p:nvSpPr>
          <p:cNvPr id="8" name="Text Box 2"/>
          <p:cNvSpPr txBox="1">
            <a:spLocks noChangeArrowheads="1"/>
          </p:cNvSpPr>
          <p:nvPr/>
        </p:nvSpPr>
        <p:spPr bwMode="auto">
          <a:xfrm>
            <a:off x="1839913" y="2708275"/>
            <a:ext cx="1909762" cy="368300"/>
          </a:xfrm>
          <a:prstGeom prst="round1Rect">
            <a:avLst/>
          </a:prstGeom>
          <a:solidFill>
            <a:schemeClr val="tx2">
              <a:lumMod val="40000"/>
              <a:lumOff val="60000"/>
            </a:schemeClr>
          </a:solidFill>
          <a:ln w="9525">
            <a:noFill/>
            <a:miter lim="800000"/>
          </a:ln>
          <a:effectLst/>
        </p:spPr>
        <p:txBody>
          <a:bodyPr>
            <a:spAutoFit/>
          </a:bodyPr>
          <a:lstStyle/>
          <a:p>
            <a:pPr marL="233680">
              <a:spcBef>
                <a:spcPct val="50000"/>
              </a:spcBef>
              <a:defRPr/>
            </a:pPr>
            <a:r>
              <a:rPr lang="zh-CN" altLang="en-US" b="1">
                <a:solidFill>
                  <a:schemeClr val="bg1"/>
                </a:solidFill>
                <a:latin typeface="微软雅黑" panose="020B0503020204020204" charset="-122"/>
                <a:ea typeface="微软雅黑" panose="020B0503020204020204" charset="-122"/>
              </a:rPr>
              <a:t>案 例 </a:t>
            </a:r>
            <a:r>
              <a:rPr lang="en-US" altLang="zh-CN" b="1">
                <a:solidFill>
                  <a:schemeClr val="bg1"/>
                </a:solidFill>
                <a:latin typeface="微软雅黑" panose="020B0503020204020204" charset="-122"/>
                <a:ea typeface="微软雅黑" panose="020B0503020204020204" charset="-122"/>
              </a:rPr>
              <a:t>A</a:t>
            </a:r>
            <a:endParaRPr lang="en-US" altLang="zh-CN" b="1">
              <a:solidFill>
                <a:schemeClr val="bg1"/>
              </a:solidFill>
              <a:latin typeface="微软雅黑" panose="020B0503020204020204" charset="-122"/>
              <a:ea typeface="微软雅黑" panose="020B0503020204020204" charset="-122"/>
            </a:endParaRPr>
          </a:p>
        </p:txBody>
      </p:sp>
      <p:sp>
        <p:nvSpPr>
          <p:cNvPr id="13" name="圆角矩形 12"/>
          <p:cNvSpPr/>
          <p:nvPr/>
        </p:nvSpPr>
        <p:spPr>
          <a:xfrm>
            <a:off x="2271713" y="3532188"/>
            <a:ext cx="1295400" cy="1336675"/>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pic>
        <p:nvPicPr>
          <p:cNvPr id="55307" name="Picture 2" descr="F:\Document\document\R---Reference\work\C\case\PPT\Element\icon\camera.png"/>
          <p:cNvPicPr>
            <a:picLocks noChangeAspect="1" noChangeArrowheads="1"/>
          </p:cNvPicPr>
          <p:nvPr/>
        </p:nvPicPr>
        <p:blipFill>
          <a:blip r:embed="rId1"/>
          <a:srcRect/>
          <a:stretch>
            <a:fillRect/>
          </a:stretch>
        </p:blipFill>
        <p:spPr bwMode="auto">
          <a:xfrm>
            <a:off x="2343150" y="3573463"/>
            <a:ext cx="1079500" cy="890587"/>
          </a:xfrm>
          <a:prstGeom prst="rect">
            <a:avLst/>
          </a:prstGeom>
          <a:noFill/>
          <a:ln w="9525">
            <a:noFill/>
            <a:miter lim="800000"/>
            <a:headEnd/>
            <a:tailEnd/>
          </a:ln>
        </p:spPr>
      </p:pic>
      <p:sp>
        <p:nvSpPr>
          <p:cNvPr id="15" name="圆角矩形 14"/>
          <p:cNvSpPr/>
          <p:nvPr/>
        </p:nvSpPr>
        <p:spPr>
          <a:xfrm>
            <a:off x="4214813" y="3532188"/>
            <a:ext cx="2089150" cy="1336675"/>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pic>
        <p:nvPicPr>
          <p:cNvPr id="55309" name="Picture 3" descr="F:\Document\document\R---Reference\work\C\case\PPT\Element\icon\car.png"/>
          <p:cNvPicPr>
            <a:picLocks noChangeAspect="1" noChangeArrowheads="1"/>
          </p:cNvPicPr>
          <p:nvPr/>
        </p:nvPicPr>
        <p:blipFill>
          <a:blip r:embed="rId2"/>
          <a:srcRect/>
          <a:stretch>
            <a:fillRect/>
          </a:stretch>
        </p:blipFill>
        <p:spPr bwMode="auto">
          <a:xfrm>
            <a:off x="4430713" y="3751263"/>
            <a:ext cx="1728787" cy="712787"/>
          </a:xfrm>
          <a:prstGeom prst="rect">
            <a:avLst/>
          </a:prstGeom>
          <a:noFill/>
          <a:ln w="9525">
            <a:noFill/>
            <a:miter lim="800000"/>
            <a:headEnd/>
            <a:tailEnd/>
          </a:ln>
        </p:spPr>
      </p:pic>
      <p:sp>
        <p:nvSpPr>
          <p:cNvPr id="16" name="加号 15"/>
          <p:cNvSpPr/>
          <p:nvPr/>
        </p:nvSpPr>
        <p:spPr>
          <a:xfrm>
            <a:off x="3711575" y="3833813"/>
            <a:ext cx="431800" cy="431800"/>
          </a:xfrm>
          <a:prstGeom prst="mathPlu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17" name="等于号 16"/>
          <p:cNvSpPr/>
          <p:nvPr/>
        </p:nvSpPr>
        <p:spPr>
          <a:xfrm>
            <a:off x="6375400" y="3860800"/>
            <a:ext cx="720725" cy="504825"/>
          </a:xfrm>
          <a:prstGeom prst="mathEqual">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chemeClr val="tx1"/>
              </a:solidFill>
              <a:latin typeface="微软雅黑" panose="020B0503020204020204" charset="-122"/>
              <a:ea typeface="微软雅黑" panose="020B0503020204020204" charset="-122"/>
            </a:endParaRPr>
          </a:p>
        </p:txBody>
      </p:sp>
      <p:sp>
        <p:nvSpPr>
          <p:cNvPr id="18" name="圆角矩形 17"/>
          <p:cNvSpPr/>
          <p:nvPr/>
        </p:nvSpPr>
        <p:spPr>
          <a:xfrm>
            <a:off x="7167563" y="3532188"/>
            <a:ext cx="2736850" cy="1336675"/>
          </a:xfrm>
          <a:prstGeom prst="round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pic>
        <p:nvPicPr>
          <p:cNvPr id="55313" name="Picture 4" descr="F:\Document\document\R---Reference\work\C\case\PPT\Element\icon\未标题-2.png"/>
          <p:cNvPicPr>
            <a:picLocks noChangeAspect="1" noChangeArrowheads="1"/>
          </p:cNvPicPr>
          <p:nvPr/>
        </p:nvPicPr>
        <p:blipFill>
          <a:blip r:embed="rId3"/>
          <a:srcRect/>
          <a:stretch>
            <a:fillRect/>
          </a:stretch>
        </p:blipFill>
        <p:spPr bwMode="auto">
          <a:xfrm>
            <a:off x="7239000" y="2636838"/>
            <a:ext cx="2736850" cy="2808287"/>
          </a:xfrm>
          <a:prstGeom prst="rect">
            <a:avLst/>
          </a:prstGeom>
          <a:noFill/>
          <a:ln w="9525">
            <a:noFill/>
            <a:miter lim="800000"/>
            <a:headEnd/>
            <a:tailEnd/>
          </a:ln>
        </p:spPr>
      </p:pic>
      <p:sp>
        <p:nvSpPr>
          <p:cNvPr id="26" name="同侧圆角矩形 25"/>
          <p:cNvSpPr/>
          <p:nvPr/>
        </p:nvSpPr>
        <p:spPr>
          <a:xfrm rot="10800000">
            <a:off x="2271713" y="4468813"/>
            <a:ext cx="1295400" cy="400050"/>
          </a:xfrm>
          <a:prstGeom prst="round2SameRect">
            <a:avLst>
              <a:gd name="adj1" fmla="val 39326"/>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27" name="同侧圆角矩形 26"/>
          <p:cNvSpPr/>
          <p:nvPr/>
        </p:nvSpPr>
        <p:spPr>
          <a:xfrm rot="10800000">
            <a:off x="4214813" y="4468813"/>
            <a:ext cx="2089150" cy="400050"/>
          </a:xfrm>
          <a:prstGeom prst="round2SameRect">
            <a:avLst>
              <a:gd name="adj1" fmla="val 39326"/>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55316" name="TextBox 22"/>
          <p:cNvSpPr txBox="1">
            <a:spLocks noChangeArrowheads="1"/>
          </p:cNvSpPr>
          <p:nvPr/>
        </p:nvSpPr>
        <p:spPr bwMode="auto">
          <a:xfrm>
            <a:off x="2417763" y="4530725"/>
            <a:ext cx="995680" cy="337185"/>
          </a:xfrm>
          <a:prstGeom prst="rect">
            <a:avLst/>
          </a:prstGeom>
          <a:noFill/>
          <a:ln w="9525">
            <a:noFill/>
            <a:miter lim="800000"/>
          </a:ln>
        </p:spPr>
        <p:txBody>
          <a:bodyPr wrap="none">
            <a:spAutoFit/>
          </a:bodyPr>
          <a:lstStyle/>
          <a:p>
            <a:pPr>
              <a:spcBef>
                <a:spcPct val="50000"/>
              </a:spcBef>
            </a:pPr>
            <a:r>
              <a:rPr lang="zh-CN" altLang="en-US" sz="1600" b="1">
                <a:solidFill>
                  <a:schemeClr val="bg1"/>
                </a:solidFill>
                <a:latin typeface="微软雅黑" panose="020B0503020204020204" charset="-122"/>
                <a:ea typeface="微软雅黑" panose="020B0503020204020204" charset="-122"/>
              </a:rPr>
              <a:t>摄像系统</a:t>
            </a:r>
            <a:endParaRPr lang="zh-CN" altLang="en-US" sz="1600" b="1">
              <a:solidFill>
                <a:schemeClr val="bg1"/>
              </a:solidFill>
              <a:latin typeface="微软雅黑" panose="020B0503020204020204" charset="-122"/>
              <a:ea typeface="微软雅黑" panose="020B0503020204020204" charset="-122"/>
            </a:endParaRPr>
          </a:p>
        </p:txBody>
      </p:sp>
      <p:sp>
        <p:nvSpPr>
          <p:cNvPr id="55317" name="TextBox 23"/>
          <p:cNvSpPr txBox="1">
            <a:spLocks noChangeArrowheads="1"/>
          </p:cNvSpPr>
          <p:nvPr/>
        </p:nvSpPr>
        <p:spPr bwMode="auto">
          <a:xfrm>
            <a:off x="4886325" y="4508500"/>
            <a:ext cx="770255" cy="337185"/>
          </a:xfrm>
          <a:prstGeom prst="rect">
            <a:avLst/>
          </a:prstGeom>
          <a:noFill/>
          <a:ln w="9525">
            <a:noFill/>
            <a:miter lim="800000"/>
          </a:ln>
        </p:spPr>
        <p:txBody>
          <a:bodyPr wrap="none">
            <a:spAutoFit/>
          </a:bodyPr>
          <a:lstStyle/>
          <a:p>
            <a:pPr>
              <a:spcBef>
                <a:spcPct val="50000"/>
              </a:spcBef>
            </a:pPr>
            <a:r>
              <a:rPr lang="zh-CN" altLang="en-US" sz="1600" b="1">
                <a:solidFill>
                  <a:schemeClr val="bg1"/>
                </a:solidFill>
                <a:latin typeface="微软雅黑" panose="020B0503020204020204" charset="-122"/>
                <a:ea typeface="微软雅黑" panose="020B0503020204020204" charset="-122"/>
              </a:rPr>
              <a:t>汽   车</a:t>
            </a:r>
            <a:endParaRPr lang="zh-CN" altLang="en-US" sz="1600" b="1">
              <a:solidFill>
                <a:schemeClr val="bg1"/>
              </a:solidFill>
              <a:latin typeface="微软雅黑" panose="020B0503020204020204" charset="-122"/>
              <a:ea typeface="微软雅黑" panose="020B0503020204020204" charset="-122"/>
            </a:endParaRPr>
          </a:p>
        </p:txBody>
      </p:sp>
      <p:sp>
        <p:nvSpPr>
          <p:cNvPr id="28" name="同侧圆角矩形 27"/>
          <p:cNvSpPr/>
          <p:nvPr/>
        </p:nvSpPr>
        <p:spPr>
          <a:xfrm rot="10800000">
            <a:off x="7167563" y="4468813"/>
            <a:ext cx="2736850" cy="400050"/>
          </a:xfrm>
          <a:prstGeom prst="round2SameRect">
            <a:avLst>
              <a:gd name="adj1" fmla="val 39326"/>
              <a:gd name="adj2" fmla="val 0"/>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55319" name="TextBox 24"/>
          <p:cNvSpPr txBox="1">
            <a:spLocks noChangeArrowheads="1"/>
          </p:cNvSpPr>
          <p:nvPr/>
        </p:nvSpPr>
        <p:spPr bwMode="auto">
          <a:xfrm>
            <a:off x="7888288" y="4508500"/>
            <a:ext cx="1402080" cy="337185"/>
          </a:xfrm>
          <a:prstGeom prst="rect">
            <a:avLst/>
          </a:prstGeom>
          <a:noFill/>
          <a:ln w="9525">
            <a:noFill/>
            <a:miter lim="800000"/>
          </a:ln>
        </p:spPr>
        <p:txBody>
          <a:bodyPr wrap="none">
            <a:spAutoFit/>
          </a:bodyPr>
          <a:lstStyle/>
          <a:p>
            <a:pPr>
              <a:spcBef>
                <a:spcPct val="50000"/>
              </a:spcBef>
            </a:pPr>
            <a:r>
              <a:rPr lang="zh-CN" altLang="en-US" sz="1600" b="1">
                <a:solidFill>
                  <a:schemeClr val="bg1"/>
                </a:solidFill>
                <a:latin typeface="微软雅黑" panose="020B0503020204020204" charset="-122"/>
                <a:ea typeface="微软雅黑" panose="020B0503020204020204" charset="-122"/>
              </a:rPr>
              <a:t>倒车可视系统</a:t>
            </a:r>
            <a:endParaRPr lang="zh-CN" altLang="en-US" sz="1600" b="1">
              <a:solidFill>
                <a:schemeClr val="bg1"/>
              </a:solidFill>
              <a:latin typeface="微软雅黑" panose="020B0503020204020204" charset="-122"/>
              <a:ea typeface="微软雅黑" panose="020B0503020204020204" charset="-122"/>
            </a:endParaRPr>
          </a:p>
        </p:txBody>
      </p:sp>
      <p:sp>
        <p:nvSpPr>
          <p:cNvPr id="55322" name="TextBox 32"/>
          <p:cNvSpPr txBox="1">
            <a:spLocks noChangeArrowheads="1"/>
          </p:cNvSpPr>
          <p:nvPr/>
        </p:nvSpPr>
        <p:spPr bwMode="auto">
          <a:xfrm>
            <a:off x="1343025" y="569913"/>
            <a:ext cx="589280" cy="470535"/>
          </a:xfrm>
          <a:prstGeom prst="rect">
            <a:avLst/>
          </a:prstGeom>
          <a:noFill/>
          <a:ln w="9525">
            <a:noFill/>
            <a:miter lim="800000"/>
          </a:ln>
        </p:spPr>
        <p:txBody>
          <a:bodyPr wrap="none">
            <a:spAutoFit/>
          </a:bodyPr>
          <a:lstStyle/>
          <a:p>
            <a:pPr>
              <a:lnSpc>
                <a:spcPts val="1000"/>
              </a:lnSpc>
              <a:spcBef>
                <a:spcPct val="50000"/>
              </a:spcBef>
            </a:pPr>
            <a:r>
              <a:rPr lang="zh-CN" altLang="en-US" sz="1600" b="1">
                <a:solidFill>
                  <a:schemeClr val="bg1"/>
                </a:solidFill>
                <a:latin typeface="微软雅黑" panose="020B0503020204020204" charset="-122"/>
                <a:ea typeface="微软雅黑" panose="020B0503020204020204" charset="-122"/>
              </a:rPr>
              <a:t>组合</a:t>
            </a:r>
            <a:endParaRPr lang="en-US" altLang="zh-CN" sz="1600" b="1">
              <a:solidFill>
                <a:schemeClr val="bg1"/>
              </a:solidFill>
              <a:latin typeface="微软雅黑" panose="020B0503020204020204" charset="-122"/>
              <a:ea typeface="微软雅黑" panose="020B0503020204020204" charset="-122"/>
            </a:endParaRPr>
          </a:p>
          <a:p>
            <a:pPr>
              <a:lnSpc>
                <a:spcPts val="1000"/>
              </a:lnSpc>
              <a:spcBef>
                <a:spcPct val="50000"/>
              </a:spcBef>
            </a:pPr>
            <a:r>
              <a:rPr lang="zh-CN" altLang="en-US" sz="1600" b="1">
                <a:solidFill>
                  <a:schemeClr val="bg1"/>
                </a:solidFill>
                <a:latin typeface="微软雅黑" panose="020B0503020204020204" charset="-122"/>
                <a:ea typeface="微软雅黑" panose="020B0503020204020204" charset="-122"/>
              </a:rPr>
              <a:t>发明</a:t>
            </a:r>
            <a:endParaRPr lang="zh-CN" altLang="en-US" sz="1600" b="1">
              <a:solidFill>
                <a:schemeClr val="bg1"/>
              </a:solidFill>
              <a:latin typeface="微软雅黑" panose="020B0503020204020204" charset="-122"/>
              <a:ea typeface="微软雅黑" panose="020B0503020204020204" charset="-122"/>
            </a:endParaRPr>
          </a:p>
        </p:txBody>
      </p:sp>
      <p:grpSp>
        <p:nvGrpSpPr>
          <p:cNvPr id="2" name="组合 1"/>
          <p:cNvGrpSpPr/>
          <p:nvPr/>
        </p:nvGrpSpPr>
        <p:grpSpPr>
          <a:xfrm>
            <a:off x="197485" y="532765"/>
            <a:ext cx="519430" cy="408940"/>
            <a:chOff x="110" y="450"/>
            <a:chExt cx="818" cy="644"/>
          </a:xfrm>
        </p:grpSpPr>
        <p:sp>
          <p:nvSpPr>
            <p:cNvPr id="5" name="Freeform 13"/>
            <p:cNvSpPr/>
            <p:nvPr>
              <p:custDataLst>
                <p:tags r:id="rId4"/>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5"/>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en-US" sz="3200" b="1" dirty="0">
                <a:latin typeface="微软雅黑" panose="020B0503020204020204" charset="-122"/>
                <a:ea typeface="微软雅黑" panose="020B0503020204020204" charset="-122"/>
                <a:cs typeface="思源黑体 CN Bold" panose="020B0800000000000000" charset="-122"/>
                <a:sym typeface="+mn-ea"/>
              </a:rPr>
              <a:t>发明类型</a:t>
            </a:r>
            <a:r>
              <a:rPr lang="zh-CN" altLang="zh-CN" sz="3200" b="1" dirty="0">
                <a:latin typeface="微软雅黑" panose="020B0503020204020204" charset="-122"/>
                <a:ea typeface="微软雅黑" panose="020B0503020204020204" charset="-122"/>
                <a:cs typeface="思源黑体 CN Bold" panose="020B0800000000000000" charset="-122"/>
                <a:sym typeface="+mn-ea"/>
              </a:rPr>
              <a:t>（组合发明）</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灯片编号占位符 1"/>
          <p:cNvSpPr>
            <a:spLocks noGrp="1"/>
          </p:cNvSpPr>
          <p:nvPr>
            <p:ph type="sldNum" sz="quarter" idx="12"/>
          </p:nvPr>
        </p:nvSpPr>
        <p:spPr>
          <a:noFill/>
        </p:spPr>
        <p:txBody>
          <a:bodyPr/>
          <a:lstStyle/>
          <a:p>
            <a:fld id="{0EF597D7-B04D-4702-86A2-F48C741DE134}"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3" name="剪去单角的矩形 2"/>
          <p:cNvSpPr/>
          <p:nvPr/>
        </p:nvSpPr>
        <p:spPr>
          <a:xfrm>
            <a:off x="1657350" y="1357298"/>
            <a:ext cx="5357813" cy="1046177"/>
          </a:xfrm>
          <a:prstGeom prst="snip1Rect">
            <a:avLst>
              <a:gd name="adj" fmla="val 26880"/>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4" name="单圆角矩形 3"/>
          <p:cNvSpPr/>
          <p:nvPr/>
        </p:nvSpPr>
        <p:spPr>
          <a:xfrm rot="10800000">
            <a:off x="1657350" y="1325563"/>
            <a:ext cx="1928813" cy="436562"/>
          </a:xfrm>
          <a:prstGeom prst="snipRoundRect">
            <a:avLst>
              <a:gd name="adj1" fmla="val 16667"/>
              <a:gd name="adj2" fmla="val 977"/>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chemeClr val="accent3">
                  <a:lumMod val="75000"/>
                </a:schemeClr>
              </a:solidFill>
              <a:latin typeface="微软雅黑" panose="020B0503020204020204" charset="-122"/>
              <a:ea typeface="微软雅黑" panose="020B0503020204020204" charset="-122"/>
            </a:endParaRPr>
          </a:p>
        </p:txBody>
      </p:sp>
      <p:sp>
        <p:nvSpPr>
          <p:cNvPr id="57350" name="Text Box 2"/>
          <p:cNvSpPr txBox="1">
            <a:spLocks noChangeArrowheads="1"/>
          </p:cNvSpPr>
          <p:nvPr/>
        </p:nvSpPr>
        <p:spPr bwMode="auto">
          <a:xfrm>
            <a:off x="1728788" y="1825625"/>
            <a:ext cx="5080000" cy="845185"/>
          </a:xfrm>
          <a:prstGeom prst="rect">
            <a:avLst/>
          </a:prstGeom>
          <a:noFill/>
          <a:ln w="9525">
            <a:noFill/>
            <a:miter lim="800000"/>
          </a:ln>
        </p:spPr>
        <p:txBody>
          <a:bodyPr>
            <a:spAutoFit/>
          </a:bodyPr>
          <a:lstStyle/>
          <a:p>
            <a:pPr>
              <a:spcBef>
                <a:spcPct val="50000"/>
              </a:spcBef>
            </a:pPr>
            <a:r>
              <a:rPr kumimoji="1" lang="zh-CN" altLang="en-US" sz="1400" b="1" dirty="0">
                <a:solidFill>
                  <a:schemeClr val="tx1"/>
                </a:solidFill>
                <a:latin typeface="微软雅黑" panose="020B0503020204020204" charset="-122"/>
                <a:ea typeface="微软雅黑" panose="020B0503020204020204" charset="-122"/>
              </a:rPr>
              <a:t>将</a:t>
            </a:r>
            <a:r>
              <a:rPr kumimoji="1" lang="en-US" altLang="zh-CN" sz="1400" b="1" dirty="0">
                <a:solidFill>
                  <a:schemeClr val="tx1"/>
                </a:solidFill>
                <a:latin typeface="微软雅黑" panose="020B0503020204020204" charset="-122"/>
                <a:ea typeface="微软雅黑" panose="020B0503020204020204" charset="-122"/>
              </a:rPr>
              <a:t>A</a:t>
            </a:r>
            <a:r>
              <a:rPr kumimoji="1" lang="zh-CN" altLang="en-US" sz="1400" b="1" dirty="0">
                <a:solidFill>
                  <a:schemeClr val="tx1"/>
                </a:solidFill>
                <a:latin typeface="微软雅黑" panose="020B0503020204020204" charset="-122"/>
                <a:ea typeface="微软雅黑" panose="020B0503020204020204" charset="-122"/>
              </a:rPr>
              <a:t>领域的技术应用于</a:t>
            </a:r>
            <a:r>
              <a:rPr kumimoji="1" lang="en-US" altLang="zh-CN" sz="1400" b="1" dirty="0">
                <a:solidFill>
                  <a:schemeClr val="tx1"/>
                </a:solidFill>
                <a:latin typeface="微软雅黑" panose="020B0503020204020204" charset="-122"/>
                <a:ea typeface="微软雅黑" panose="020B0503020204020204" charset="-122"/>
              </a:rPr>
              <a:t>B</a:t>
            </a:r>
            <a:r>
              <a:rPr kumimoji="1" lang="zh-CN" altLang="en-US" sz="1400" b="1" dirty="0">
                <a:solidFill>
                  <a:schemeClr val="tx1"/>
                </a:solidFill>
                <a:latin typeface="微软雅黑" panose="020B0503020204020204" charset="-122"/>
                <a:ea typeface="微软雅黑" panose="020B0503020204020204" charset="-122"/>
              </a:rPr>
              <a:t>领域中，产生了预料不到的技术效果，或者克服了</a:t>
            </a:r>
            <a:r>
              <a:rPr kumimoji="1" lang="en-US" altLang="zh-CN" sz="1400" b="1" dirty="0">
                <a:solidFill>
                  <a:schemeClr val="tx1"/>
                </a:solidFill>
                <a:latin typeface="微软雅黑" panose="020B0503020204020204" charset="-122"/>
                <a:ea typeface="微软雅黑" panose="020B0503020204020204" charset="-122"/>
              </a:rPr>
              <a:t>A</a:t>
            </a:r>
            <a:r>
              <a:rPr kumimoji="1" lang="zh-CN" altLang="en-US" sz="1400" b="1" dirty="0">
                <a:solidFill>
                  <a:schemeClr val="tx1"/>
                </a:solidFill>
                <a:latin typeface="微软雅黑" panose="020B0503020204020204" charset="-122"/>
                <a:ea typeface="微软雅黑" panose="020B0503020204020204" charset="-122"/>
              </a:rPr>
              <a:t>领域中未曾遇到的困难。</a:t>
            </a:r>
            <a:endParaRPr kumimoji="1" lang="zh-CN" altLang="en-US" sz="1400" b="1" dirty="0">
              <a:solidFill>
                <a:schemeClr val="tx1"/>
              </a:solidFill>
              <a:latin typeface="微软雅黑" panose="020B0503020204020204" charset="-122"/>
              <a:ea typeface="微软雅黑" panose="020B0503020204020204" charset="-122"/>
            </a:endParaRPr>
          </a:p>
          <a:p>
            <a:pPr>
              <a:spcBef>
                <a:spcPct val="50000"/>
              </a:spcBef>
            </a:pPr>
            <a:endParaRPr kumimoji="1" lang="zh-CN" altLang="en-US" sz="1400" b="1" dirty="0">
              <a:solidFill>
                <a:srgbClr val="21692F"/>
              </a:solidFill>
              <a:latin typeface="微软雅黑" panose="020B0503020204020204" charset="-122"/>
              <a:ea typeface="微软雅黑" panose="020B0503020204020204" charset="-122"/>
            </a:endParaRPr>
          </a:p>
        </p:txBody>
      </p:sp>
      <p:sp>
        <p:nvSpPr>
          <p:cNvPr id="57351" name="Text Box 2"/>
          <p:cNvSpPr txBox="1">
            <a:spLocks noChangeArrowheads="1"/>
          </p:cNvSpPr>
          <p:nvPr/>
        </p:nvSpPr>
        <p:spPr bwMode="auto">
          <a:xfrm>
            <a:off x="1657350" y="1285875"/>
            <a:ext cx="1510665" cy="398780"/>
          </a:xfrm>
          <a:prstGeom prst="rect">
            <a:avLst/>
          </a:prstGeom>
          <a:noFill/>
          <a:ln w="9525">
            <a:noFill/>
            <a:miter lim="800000"/>
          </a:ln>
        </p:spPr>
        <p:txBody>
          <a:bodyPr wrap="square">
            <a:spAutoFit/>
          </a:bodyPr>
          <a:lstStyle/>
          <a:p>
            <a:pPr marL="59055">
              <a:spcBef>
                <a:spcPct val="50000"/>
              </a:spcBef>
            </a:pPr>
            <a:r>
              <a:rPr lang="zh-CN" altLang="en-US" sz="2000" b="1">
                <a:solidFill>
                  <a:schemeClr val="bg1"/>
                </a:solidFill>
                <a:latin typeface="微软雅黑" panose="020B0503020204020204" charset="-122"/>
                <a:ea typeface="微软雅黑" panose="020B0503020204020204" charset="-122"/>
              </a:rPr>
              <a:t>转用发明：</a:t>
            </a:r>
            <a:endParaRPr lang="en-US" altLang="zh-CN" sz="2000" b="1">
              <a:solidFill>
                <a:schemeClr val="bg1"/>
              </a:solidFill>
              <a:latin typeface="微软雅黑" panose="020B0503020204020204" charset="-122"/>
              <a:ea typeface="微软雅黑" panose="020B0503020204020204" charset="-122"/>
            </a:endParaRPr>
          </a:p>
        </p:txBody>
      </p:sp>
      <p:sp>
        <p:nvSpPr>
          <p:cNvPr id="7" name="折角形 6"/>
          <p:cNvSpPr/>
          <p:nvPr/>
        </p:nvSpPr>
        <p:spPr>
          <a:xfrm>
            <a:off x="1658938" y="2565400"/>
            <a:ext cx="8424862" cy="2951163"/>
          </a:xfrm>
          <a:prstGeom prst="foldedCorner">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a:solidFill>
                <a:schemeClr val="bg2">
                  <a:lumMod val="75000"/>
                </a:schemeClr>
              </a:solidFill>
              <a:ea typeface="宋体" panose="02010600030101010101" pitchFamily="2" charset="-122"/>
            </a:endParaRPr>
          </a:p>
        </p:txBody>
      </p:sp>
      <p:sp>
        <p:nvSpPr>
          <p:cNvPr id="8" name="Text Box 2"/>
          <p:cNvSpPr txBox="1">
            <a:spLocks noChangeArrowheads="1"/>
          </p:cNvSpPr>
          <p:nvPr/>
        </p:nvSpPr>
        <p:spPr bwMode="auto">
          <a:xfrm>
            <a:off x="1658938" y="2565400"/>
            <a:ext cx="1909762" cy="368300"/>
          </a:xfrm>
          <a:prstGeom prst="round1Rect">
            <a:avLst/>
          </a:prstGeom>
          <a:solidFill>
            <a:schemeClr val="bg2">
              <a:lumMod val="50000"/>
            </a:schemeClr>
          </a:solidFill>
          <a:ln w="9525">
            <a:noFill/>
            <a:miter lim="800000"/>
          </a:ln>
          <a:effectLst/>
        </p:spPr>
        <p:txBody>
          <a:bodyPr>
            <a:spAutoFit/>
          </a:bodyPr>
          <a:lstStyle/>
          <a:p>
            <a:pPr marL="233680">
              <a:spcBef>
                <a:spcPct val="50000"/>
              </a:spcBef>
              <a:defRPr/>
            </a:pPr>
            <a:r>
              <a:rPr lang="zh-CN" altLang="en-US" b="1">
                <a:solidFill>
                  <a:schemeClr val="bg1"/>
                </a:solidFill>
                <a:latin typeface="微软雅黑" panose="020B0503020204020204" charset="-122"/>
                <a:ea typeface="微软雅黑" panose="020B0503020204020204" charset="-122"/>
              </a:rPr>
              <a:t>案 例 </a:t>
            </a:r>
            <a:endParaRPr lang="en-US" altLang="zh-CN" b="1">
              <a:solidFill>
                <a:schemeClr val="bg1"/>
              </a:solidFill>
              <a:latin typeface="微软雅黑" panose="020B0503020204020204" charset="-122"/>
              <a:ea typeface="微软雅黑" panose="020B0503020204020204" charset="-122"/>
            </a:endParaRPr>
          </a:p>
        </p:txBody>
      </p:sp>
      <p:sp>
        <p:nvSpPr>
          <p:cNvPr id="32" name="圆角矩形 31"/>
          <p:cNvSpPr/>
          <p:nvPr/>
        </p:nvSpPr>
        <p:spPr>
          <a:xfrm>
            <a:off x="1946275" y="3213100"/>
            <a:ext cx="3816350" cy="863600"/>
          </a:xfrm>
          <a:prstGeom prst="roundRect">
            <a:avLst>
              <a:gd name="adj" fmla="val 1172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7355" name="Rectangle 14"/>
          <p:cNvSpPr>
            <a:spLocks noChangeArrowheads="1"/>
          </p:cNvSpPr>
          <p:nvPr/>
        </p:nvSpPr>
        <p:spPr bwMode="auto">
          <a:xfrm>
            <a:off x="1946275" y="4346575"/>
            <a:ext cx="3816350" cy="953135"/>
          </a:xfrm>
          <a:prstGeom prst="rect">
            <a:avLst/>
          </a:prstGeom>
          <a:noFill/>
          <a:ln w="9525">
            <a:noFill/>
            <a:miter lim="800000"/>
          </a:ln>
        </p:spPr>
        <p:txBody>
          <a:bodyPr>
            <a:spAutoFit/>
          </a:bodyPr>
          <a:lstStyle/>
          <a:p>
            <a:pPr eaLnBrk="1" hangingPunct="1">
              <a:spcBef>
                <a:spcPct val="100000"/>
              </a:spcBef>
              <a:buClr>
                <a:schemeClr val="accent2"/>
              </a:buClr>
              <a:buFont typeface="Wingdings" panose="05000000000000000000" pitchFamily="2" charset="2"/>
              <a:buNone/>
            </a:pPr>
            <a:r>
              <a:rPr lang="zh-CN" altLang="en-US" sz="1400" b="1" dirty="0">
                <a:solidFill>
                  <a:schemeClr val="tx1"/>
                </a:solidFill>
                <a:latin typeface="微软雅黑" panose="020B0503020204020204" charset="-122"/>
                <a:ea typeface="微软雅黑" panose="020B0503020204020204" charset="-122"/>
              </a:rPr>
              <a:t>将航空技术中飞机的副翼转用到潜艇中，极大地改善了潜艇的升降性能。</a:t>
            </a:r>
            <a:endParaRPr lang="zh-CN" altLang="en-US" sz="1400" b="1" dirty="0">
              <a:solidFill>
                <a:schemeClr val="tx1"/>
              </a:solidFill>
              <a:latin typeface="微软雅黑" panose="020B0503020204020204" charset="-122"/>
              <a:ea typeface="微软雅黑" panose="020B0503020204020204" charset="-122"/>
            </a:endParaRPr>
          </a:p>
          <a:p>
            <a:pPr eaLnBrk="1" hangingPunct="1">
              <a:spcBef>
                <a:spcPct val="100000"/>
              </a:spcBef>
              <a:buClr>
                <a:schemeClr val="accent2"/>
              </a:buClr>
              <a:buFont typeface="Wingdings" panose="05000000000000000000" pitchFamily="2" charset="2"/>
              <a:buNone/>
            </a:pPr>
            <a:r>
              <a:rPr lang="zh-CN" altLang="en-US" sz="1400" b="1" dirty="0">
                <a:solidFill>
                  <a:schemeClr val="tx1"/>
                </a:solidFill>
                <a:latin typeface="微软雅黑" panose="020B0503020204020204" charset="-122"/>
                <a:ea typeface="微软雅黑" panose="020B0503020204020204" charset="-122"/>
              </a:rPr>
              <a:t>克服了水下航行的许多困难</a:t>
            </a:r>
            <a:endParaRPr lang="zh-CN" altLang="en-US" sz="1400" b="1" dirty="0">
              <a:solidFill>
                <a:schemeClr val="tx1"/>
              </a:solidFill>
              <a:latin typeface="微软雅黑" panose="020B0503020204020204" charset="-122"/>
              <a:ea typeface="微软雅黑" panose="020B0503020204020204" charset="-122"/>
            </a:endParaRPr>
          </a:p>
        </p:txBody>
      </p:sp>
      <p:sp>
        <p:nvSpPr>
          <p:cNvPr id="57356" name="Rectangle 5"/>
          <p:cNvSpPr>
            <a:spLocks noChangeArrowheads="1"/>
          </p:cNvSpPr>
          <p:nvPr/>
        </p:nvSpPr>
        <p:spPr bwMode="auto">
          <a:xfrm>
            <a:off x="2882900" y="3411538"/>
            <a:ext cx="2663825" cy="521970"/>
          </a:xfrm>
          <a:prstGeom prst="rect">
            <a:avLst/>
          </a:prstGeom>
          <a:noFill/>
          <a:ln w="9525">
            <a:noFill/>
            <a:miter lim="800000"/>
          </a:ln>
        </p:spPr>
        <p:txBody>
          <a:bodyPr>
            <a:spAutoFit/>
          </a:bodyPr>
          <a:lstStyle/>
          <a:p>
            <a:pPr eaLnBrk="1" hangingPunct="1">
              <a:spcBef>
                <a:spcPct val="100000"/>
              </a:spcBef>
              <a:buClr>
                <a:schemeClr val="accent2"/>
              </a:buClr>
              <a:buFont typeface="Wingdings" panose="05000000000000000000" pitchFamily="2" charset="2"/>
              <a:buNone/>
            </a:pPr>
            <a:r>
              <a:rPr lang="zh-CN" altLang="en-US" sz="1400" b="1" dirty="0">
                <a:solidFill>
                  <a:srgbClr val="595959"/>
                </a:solidFill>
                <a:latin typeface="微软雅黑" panose="020B0503020204020204" charset="-122"/>
                <a:ea typeface="微软雅黑" panose="020B0503020204020204" charset="-122"/>
              </a:rPr>
              <a:t>原有的潜艇，靠水柜充水和排水来控制下降和上升</a:t>
            </a:r>
            <a:endParaRPr lang="zh-CN" altLang="en-US" sz="1400" b="1" dirty="0">
              <a:solidFill>
                <a:srgbClr val="595959"/>
              </a:solidFill>
              <a:latin typeface="微软雅黑" panose="020B0503020204020204" charset="-122"/>
              <a:ea typeface="微软雅黑" panose="020B0503020204020204" charset="-122"/>
            </a:endParaRPr>
          </a:p>
        </p:txBody>
      </p:sp>
      <p:sp>
        <p:nvSpPr>
          <p:cNvPr id="57357" name="TextBox 32"/>
          <p:cNvSpPr txBox="1">
            <a:spLocks noChangeArrowheads="1"/>
          </p:cNvSpPr>
          <p:nvPr/>
        </p:nvSpPr>
        <p:spPr bwMode="auto">
          <a:xfrm>
            <a:off x="2017713" y="3357563"/>
            <a:ext cx="1584325" cy="573405"/>
          </a:xfrm>
          <a:prstGeom prst="rect">
            <a:avLst/>
          </a:prstGeom>
          <a:noFill/>
          <a:ln w="9525">
            <a:noFill/>
            <a:miter lim="800000"/>
          </a:ln>
        </p:spPr>
        <p:txBody>
          <a:bodyPr>
            <a:spAutoFit/>
          </a:bodyPr>
          <a:lstStyle/>
          <a:p>
            <a:pPr>
              <a:lnSpc>
                <a:spcPts val="1400"/>
              </a:lnSpc>
              <a:spcBef>
                <a:spcPct val="50000"/>
              </a:spcBef>
            </a:pPr>
            <a:r>
              <a:rPr lang="zh-CN" altLang="en-US" sz="1600" b="1">
                <a:solidFill>
                  <a:srgbClr val="595959"/>
                </a:solidFill>
                <a:latin typeface="微软雅黑" panose="020B0503020204020204" charset="-122"/>
                <a:ea typeface="微软雅黑" panose="020B0503020204020204" charset="-122"/>
              </a:rPr>
              <a:t>背景</a:t>
            </a:r>
            <a:endParaRPr lang="en-US" altLang="zh-CN" sz="1600" b="1">
              <a:solidFill>
                <a:srgbClr val="595959"/>
              </a:solidFill>
              <a:latin typeface="微软雅黑" panose="020B0503020204020204" charset="-122"/>
              <a:ea typeface="微软雅黑" panose="020B0503020204020204" charset="-122"/>
            </a:endParaRPr>
          </a:p>
          <a:p>
            <a:pPr>
              <a:lnSpc>
                <a:spcPts val="1400"/>
              </a:lnSpc>
              <a:spcBef>
                <a:spcPct val="50000"/>
              </a:spcBef>
            </a:pPr>
            <a:r>
              <a:rPr lang="zh-CN" altLang="en-US" sz="1600" b="1">
                <a:solidFill>
                  <a:srgbClr val="595959"/>
                </a:solidFill>
                <a:latin typeface="微软雅黑" panose="020B0503020204020204" charset="-122"/>
                <a:ea typeface="微软雅黑" panose="020B0503020204020204" charset="-122"/>
              </a:rPr>
              <a:t>技术</a:t>
            </a:r>
            <a:endParaRPr lang="zh-CN" altLang="en-US" sz="1600" b="1">
              <a:solidFill>
                <a:srgbClr val="595959"/>
              </a:solidFill>
              <a:latin typeface="微软雅黑" panose="020B0503020204020204" charset="-122"/>
              <a:ea typeface="微软雅黑" panose="020B0503020204020204" charset="-122"/>
            </a:endParaRPr>
          </a:p>
        </p:txBody>
      </p:sp>
      <p:cxnSp>
        <p:nvCxnSpPr>
          <p:cNvPr id="35" name="直接连接符 34"/>
          <p:cNvCxnSpPr/>
          <p:nvPr/>
        </p:nvCxnSpPr>
        <p:spPr>
          <a:xfrm>
            <a:off x="2738438" y="3284538"/>
            <a:ext cx="0" cy="649287"/>
          </a:xfrm>
          <a:prstGeom prst="line">
            <a:avLst/>
          </a:prstGeom>
          <a:ln w="381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72708" name="Picture 4" descr="C:\Users\FM\Desktop\未标题-211.png"/>
          <p:cNvPicPr>
            <a:picLocks noChangeAspect="1" noChangeArrowheads="1"/>
          </p:cNvPicPr>
          <p:nvPr/>
        </p:nvPicPr>
        <p:blipFill>
          <a:blip r:embed="rId1"/>
          <a:srcRect/>
          <a:stretch>
            <a:fillRect/>
          </a:stretch>
        </p:blipFill>
        <p:spPr bwMode="auto">
          <a:xfrm>
            <a:off x="6122988" y="2851150"/>
            <a:ext cx="3600450" cy="2428875"/>
          </a:xfrm>
          <a:prstGeom prst="rect">
            <a:avLst/>
          </a:prstGeom>
          <a:noFill/>
          <a:ln>
            <a:noFill/>
          </a:ln>
          <a:effectLst>
            <a:outerShdw blurRad="63500" dist="38100" dir="2700000" algn="tl" rotWithShape="0">
              <a:srgbClr val="000000">
                <a:alpha val="17000"/>
              </a:srgbClr>
            </a:outerShdw>
          </a:effectLst>
        </p:spPr>
      </p:pic>
      <p:sp>
        <p:nvSpPr>
          <p:cNvPr id="19" name="圆角矩形标注 18"/>
          <p:cNvSpPr/>
          <p:nvPr/>
        </p:nvSpPr>
        <p:spPr>
          <a:xfrm>
            <a:off x="8355013" y="2781300"/>
            <a:ext cx="1223962" cy="647700"/>
          </a:xfrm>
          <a:prstGeom prst="wedgeRoundRectCallout">
            <a:avLst>
              <a:gd name="adj1" fmla="val -48145"/>
              <a:gd name="adj2" fmla="val 86751"/>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r>
              <a:rPr lang="zh-CN" altLang="en-US" b="1" dirty="0">
                <a:solidFill>
                  <a:schemeClr val="tx1"/>
                </a:solidFill>
                <a:latin typeface="微软雅黑" panose="020B0503020204020204" charset="-122"/>
                <a:ea typeface="微软雅黑" panose="020B0503020204020204" charset="-122"/>
              </a:rPr>
              <a:t>副  翼</a:t>
            </a:r>
            <a:endParaRPr lang="zh-CN" altLang="en-US" b="1" dirty="0">
              <a:solidFill>
                <a:schemeClr val="tx1"/>
              </a:solidFill>
              <a:latin typeface="微软雅黑" panose="020B0503020204020204" charset="-122"/>
              <a:ea typeface="微软雅黑" panose="020B0503020204020204" charset="-122"/>
            </a:endParaRPr>
          </a:p>
        </p:txBody>
      </p:sp>
      <p:grpSp>
        <p:nvGrpSpPr>
          <p:cNvPr id="2" name="组合 1"/>
          <p:cNvGrpSpPr/>
          <p:nvPr/>
        </p:nvGrpSpPr>
        <p:grpSpPr>
          <a:xfrm>
            <a:off x="197485" y="532765"/>
            <a:ext cx="519430" cy="408940"/>
            <a:chOff x="110" y="450"/>
            <a:chExt cx="818" cy="644"/>
          </a:xfrm>
        </p:grpSpPr>
        <p:sp>
          <p:nvSpPr>
            <p:cNvPr id="5"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en-US" sz="3200" b="1" dirty="0">
                <a:latin typeface="微软雅黑" panose="020B0503020204020204" charset="-122"/>
                <a:ea typeface="微软雅黑" panose="020B0503020204020204" charset="-122"/>
                <a:cs typeface="思源黑体 CN Bold" panose="020B0800000000000000" charset="-122"/>
                <a:sym typeface="+mn-ea"/>
              </a:rPr>
              <a:t>发明类型</a:t>
            </a:r>
            <a:r>
              <a:rPr lang="zh-CN" altLang="zh-CN" sz="3200" b="1" dirty="0">
                <a:latin typeface="微软雅黑" panose="020B0503020204020204" charset="-122"/>
                <a:ea typeface="微软雅黑" panose="020B0503020204020204" charset="-122"/>
                <a:cs typeface="思源黑体 CN Bold" panose="020B0800000000000000" charset="-122"/>
                <a:sym typeface="+mn-ea"/>
              </a:rPr>
              <a:t>（</a:t>
            </a: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转用发明）</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2" name="灯片编号占位符 1"/>
          <p:cNvSpPr>
            <a:spLocks noGrp="1"/>
          </p:cNvSpPr>
          <p:nvPr>
            <p:ph type="sldNum" sz="quarter" idx="12"/>
          </p:nvPr>
        </p:nvSpPr>
        <p:spPr>
          <a:xfrm>
            <a:off x="8448675" y="6356350"/>
            <a:ext cx="2743200" cy="365125"/>
          </a:xfrm>
          <a:noFill/>
        </p:spPr>
        <p:txBody>
          <a:bodyPr/>
          <a:lstStyle/>
          <a:p>
            <a:fld id="{5EE303EC-2C66-40C2-859F-4755EF6C227C}"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3" name="剪去单角的矩形 2"/>
          <p:cNvSpPr/>
          <p:nvPr/>
        </p:nvSpPr>
        <p:spPr>
          <a:xfrm>
            <a:off x="1757363" y="1341438"/>
            <a:ext cx="5357812" cy="935037"/>
          </a:xfrm>
          <a:prstGeom prst="snip1Rect">
            <a:avLst>
              <a:gd name="adj" fmla="val 2688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4" name="单圆角矩形 3"/>
          <p:cNvSpPr/>
          <p:nvPr/>
        </p:nvSpPr>
        <p:spPr>
          <a:xfrm rot="10800000">
            <a:off x="1763713" y="1341438"/>
            <a:ext cx="2486025" cy="436562"/>
          </a:xfrm>
          <a:prstGeom prst="snipRoundRect">
            <a:avLst>
              <a:gd name="adj1" fmla="val 16667"/>
              <a:gd name="adj2" fmla="val 977"/>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58375" name="Text Box 2"/>
          <p:cNvSpPr txBox="1">
            <a:spLocks noChangeArrowheads="1"/>
          </p:cNvSpPr>
          <p:nvPr/>
        </p:nvSpPr>
        <p:spPr bwMode="auto">
          <a:xfrm>
            <a:off x="1862138" y="1825625"/>
            <a:ext cx="5080000" cy="306705"/>
          </a:xfrm>
          <a:prstGeom prst="rect">
            <a:avLst/>
          </a:prstGeom>
          <a:noFill/>
          <a:ln w="9525">
            <a:noFill/>
            <a:miter lim="800000"/>
          </a:ln>
        </p:spPr>
        <p:txBody>
          <a:bodyPr>
            <a:spAutoFit/>
          </a:bodyPr>
          <a:lstStyle/>
          <a:p>
            <a:pPr>
              <a:spcBef>
                <a:spcPct val="50000"/>
              </a:spcBef>
            </a:pPr>
            <a:r>
              <a:rPr kumimoji="1" lang="zh-CN" altLang="en-US" sz="1400" b="1" dirty="0">
                <a:solidFill>
                  <a:schemeClr val="bg1"/>
                </a:solidFill>
                <a:latin typeface="微软雅黑" panose="020B0503020204020204" charset="-122"/>
                <a:ea typeface="微软雅黑" panose="020B0503020204020204" charset="-122"/>
              </a:rPr>
              <a:t>要素变更后的技术方案，产生了预料不到的技术效果</a:t>
            </a:r>
            <a:endParaRPr kumimoji="1" lang="zh-CN" altLang="en-US" sz="1400" b="1" dirty="0">
              <a:solidFill>
                <a:schemeClr val="bg1"/>
              </a:solidFill>
              <a:latin typeface="微软雅黑" panose="020B0503020204020204" charset="-122"/>
              <a:ea typeface="微软雅黑" panose="020B0503020204020204" charset="-122"/>
            </a:endParaRPr>
          </a:p>
        </p:txBody>
      </p:sp>
      <p:sp>
        <p:nvSpPr>
          <p:cNvPr id="58376" name="Text Box 2"/>
          <p:cNvSpPr txBox="1">
            <a:spLocks noChangeArrowheads="1"/>
          </p:cNvSpPr>
          <p:nvPr/>
        </p:nvSpPr>
        <p:spPr bwMode="auto">
          <a:xfrm>
            <a:off x="1757680" y="1341755"/>
            <a:ext cx="1867535" cy="398780"/>
          </a:xfrm>
          <a:prstGeom prst="rect">
            <a:avLst/>
          </a:prstGeom>
          <a:noFill/>
          <a:ln w="9525">
            <a:noFill/>
            <a:miter lim="800000"/>
          </a:ln>
        </p:spPr>
        <p:txBody>
          <a:bodyPr wrap="square">
            <a:spAutoFit/>
          </a:bodyPr>
          <a:lstStyle/>
          <a:p>
            <a:pPr marL="59055">
              <a:spcBef>
                <a:spcPct val="50000"/>
              </a:spcBef>
            </a:pPr>
            <a:r>
              <a:rPr lang="zh-CN" altLang="en-US" sz="2000" b="1">
                <a:solidFill>
                  <a:schemeClr val="bg1"/>
                </a:solidFill>
                <a:latin typeface="微软雅黑" panose="020B0503020204020204" charset="-122"/>
                <a:ea typeface="微软雅黑" panose="020B0503020204020204" charset="-122"/>
              </a:rPr>
              <a:t>要素变更发明 </a:t>
            </a:r>
            <a:endParaRPr lang="en-US" altLang="zh-CN" sz="2000" b="1">
              <a:solidFill>
                <a:schemeClr val="bg1"/>
              </a:solidFill>
              <a:latin typeface="微软雅黑" panose="020B0503020204020204" charset="-122"/>
              <a:ea typeface="微软雅黑" panose="020B0503020204020204" charset="-122"/>
            </a:endParaRPr>
          </a:p>
        </p:txBody>
      </p:sp>
      <p:sp>
        <p:nvSpPr>
          <p:cNvPr id="22" name="圆角矩形 21"/>
          <p:cNvSpPr/>
          <p:nvPr/>
        </p:nvSpPr>
        <p:spPr>
          <a:xfrm>
            <a:off x="1830388" y="2636838"/>
            <a:ext cx="2663825" cy="3384550"/>
          </a:xfrm>
          <a:prstGeom prst="roundRect">
            <a:avLst>
              <a:gd name="adj" fmla="val 1007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25" name="椭圆 24"/>
          <p:cNvSpPr/>
          <p:nvPr/>
        </p:nvSpPr>
        <p:spPr>
          <a:xfrm>
            <a:off x="2046288" y="3860800"/>
            <a:ext cx="431800" cy="4318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26" name="右箭头 25"/>
          <p:cNvSpPr/>
          <p:nvPr/>
        </p:nvSpPr>
        <p:spPr>
          <a:xfrm rot="20442137">
            <a:off x="2584450" y="3797300"/>
            <a:ext cx="433388" cy="288925"/>
          </a:xfrm>
          <a:prstGeom prst="rightArrow">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27" name="椭圆 26"/>
          <p:cNvSpPr/>
          <p:nvPr/>
        </p:nvSpPr>
        <p:spPr>
          <a:xfrm>
            <a:off x="3054350" y="2997200"/>
            <a:ext cx="1295400" cy="1295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34" name="同侧圆角矩形 33"/>
          <p:cNvSpPr/>
          <p:nvPr/>
        </p:nvSpPr>
        <p:spPr>
          <a:xfrm rot="10800000">
            <a:off x="1830388" y="4581525"/>
            <a:ext cx="2663825" cy="1655763"/>
          </a:xfrm>
          <a:prstGeom prst="round2SameRect">
            <a:avLst>
              <a:gd name="adj1" fmla="val 14588"/>
              <a:gd name="adj2" fmla="val 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a:solidFill>
                <a:srgbClr val="FFFFFF"/>
              </a:solidFill>
              <a:ea typeface="宋体" panose="02010600030101010101" pitchFamily="2" charset="-122"/>
            </a:endParaRPr>
          </a:p>
        </p:txBody>
      </p:sp>
      <p:sp>
        <p:nvSpPr>
          <p:cNvPr id="58382" name="TextBox 27"/>
          <p:cNvSpPr txBox="1">
            <a:spLocks noChangeArrowheads="1"/>
          </p:cNvSpPr>
          <p:nvPr/>
        </p:nvSpPr>
        <p:spPr bwMode="auto">
          <a:xfrm>
            <a:off x="1973263" y="5157788"/>
            <a:ext cx="2447925" cy="922020"/>
          </a:xfrm>
          <a:prstGeom prst="rect">
            <a:avLst/>
          </a:prstGeom>
          <a:noFill/>
          <a:ln w="9525">
            <a:noFill/>
            <a:miter lim="800000"/>
          </a:ln>
        </p:spPr>
        <p:txBody>
          <a:bodyPr>
            <a:spAutoFit/>
          </a:bodyPr>
          <a:lstStyle/>
          <a:p>
            <a:pPr>
              <a:spcBef>
                <a:spcPct val="50000"/>
              </a:spcBef>
            </a:pPr>
            <a:r>
              <a:rPr lang="zh-CN" altLang="en-US" sz="1200" b="1">
                <a:solidFill>
                  <a:srgbClr val="F2F2F2"/>
                </a:solidFill>
                <a:latin typeface="微软雅黑" panose="020B0503020204020204" charset="-122"/>
                <a:ea typeface="微软雅黑" panose="020B0503020204020204" charset="-122"/>
              </a:rPr>
              <a:t>与现有技术相比，形状、尺寸、比例、位置、作用关系的变化。</a:t>
            </a:r>
            <a:endParaRPr lang="en-US" altLang="zh-CN" sz="1200" b="1">
              <a:solidFill>
                <a:srgbClr val="F2F2F2"/>
              </a:solidFill>
              <a:latin typeface="微软雅黑" panose="020B0503020204020204" charset="-122"/>
              <a:ea typeface="微软雅黑" panose="020B0503020204020204" charset="-122"/>
            </a:endParaRPr>
          </a:p>
          <a:p>
            <a:pPr>
              <a:spcBef>
                <a:spcPct val="50000"/>
              </a:spcBef>
            </a:pPr>
            <a:r>
              <a:rPr lang="zh-CN" altLang="en-US" sz="1200" b="1">
                <a:solidFill>
                  <a:srgbClr val="F2F2F2"/>
                </a:solidFill>
                <a:latin typeface="微软雅黑" panose="020B0503020204020204" charset="-122"/>
                <a:ea typeface="微软雅黑" panose="020B0503020204020204" charset="-122"/>
              </a:rPr>
              <a:t>产生了预料不到的技术效果，因此具备创造性。</a:t>
            </a:r>
            <a:endParaRPr lang="zh-CN" altLang="en-US" sz="1200" b="1">
              <a:solidFill>
                <a:srgbClr val="F2F2F2"/>
              </a:solidFill>
              <a:latin typeface="微软雅黑" panose="020B0503020204020204" charset="-122"/>
              <a:ea typeface="微软雅黑" panose="020B0503020204020204" charset="-122"/>
            </a:endParaRPr>
          </a:p>
        </p:txBody>
      </p:sp>
      <p:sp>
        <p:nvSpPr>
          <p:cNvPr id="58383" name="TextBox 23"/>
          <p:cNvSpPr txBox="1">
            <a:spLocks noChangeArrowheads="1"/>
          </p:cNvSpPr>
          <p:nvPr/>
        </p:nvSpPr>
        <p:spPr bwMode="auto">
          <a:xfrm>
            <a:off x="1970088" y="4613275"/>
            <a:ext cx="1731962" cy="398780"/>
          </a:xfrm>
          <a:prstGeom prst="rect">
            <a:avLst/>
          </a:prstGeom>
          <a:noFill/>
          <a:ln w="9525">
            <a:noFill/>
            <a:miter lim="800000"/>
          </a:ln>
        </p:spPr>
        <p:txBody>
          <a:bodyPr>
            <a:spAutoFit/>
          </a:bodyPr>
          <a:lstStyle/>
          <a:p>
            <a:pPr>
              <a:spcBef>
                <a:spcPct val="50000"/>
              </a:spcBef>
            </a:pPr>
            <a:r>
              <a:rPr lang="zh-CN" altLang="en-US" sz="2000" b="1">
                <a:solidFill>
                  <a:schemeClr val="bg1"/>
                </a:solidFill>
                <a:latin typeface="微软雅黑" panose="020B0503020204020204" charset="-122"/>
                <a:ea typeface="微软雅黑" panose="020B0503020204020204" charset="-122"/>
              </a:rPr>
              <a:t>要素关系变化</a:t>
            </a:r>
            <a:endParaRPr lang="zh-CN" altLang="en-US" sz="2000" b="1">
              <a:solidFill>
                <a:schemeClr val="bg1"/>
              </a:solidFill>
              <a:latin typeface="微软雅黑" panose="020B0503020204020204" charset="-122"/>
              <a:ea typeface="微软雅黑" panose="020B0503020204020204" charset="-122"/>
            </a:endParaRPr>
          </a:p>
        </p:txBody>
      </p:sp>
      <p:cxnSp>
        <p:nvCxnSpPr>
          <p:cNvPr id="36" name="直接连接符 35"/>
          <p:cNvCxnSpPr/>
          <p:nvPr/>
        </p:nvCxnSpPr>
        <p:spPr>
          <a:xfrm flipH="1">
            <a:off x="2041525" y="4973638"/>
            <a:ext cx="1584325" cy="0"/>
          </a:xfrm>
          <a:prstGeom prst="line">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4710113" y="2636838"/>
            <a:ext cx="2663825" cy="3384550"/>
          </a:xfrm>
          <a:prstGeom prst="roundRect">
            <a:avLst>
              <a:gd name="adj" fmla="val 1007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41" name="同侧圆角矩形 40"/>
          <p:cNvSpPr/>
          <p:nvPr/>
        </p:nvSpPr>
        <p:spPr>
          <a:xfrm rot="10800000">
            <a:off x="4710113" y="4581525"/>
            <a:ext cx="2663825" cy="1655763"/>
          </a:xfrm>
          <a:prstGeom prst="round2SameRect">
            <a:avLst>
              <a:gd name="adj1" fmla="val 14588"/>
              <a:gd name="adj2" fmla="val 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a:solidFill>
                <a:srgbClr val="FFFFFF"/>
              </a:solidFill>
              <a:ea typeface="宋体" panose="02010600030101010101" pitchFamily="2" charset="-122"/>
            </a:endParaRPr>
          </a:p>
        </p:txBody>
      </p:sp>
      <p:sp>
        <p:nvSpPr>
          <p:cNvPr id="42" name="圆角矩形 41"/>
          <p:cNvSpPr/>
          <p:nvPr/>
        </p:nvSpPr>
        <p:spPr>
          <a:xfrm>
            <a:off x="7589838" y="2636838"/>
            <a:ext cx="2665412" cy="3384550"/>
          </a:xfrm>
          <a:prstGeom prst="roundRect">
            <a:avLst>
              <a:gd name="adj" fmla="val 10070"/>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43" name="同侧圆角矩形 42"/>
          <p:cNvSpPr/>
          <p:nvPr/>
        </p:nvSpPr>
        <p:spPr>
          <a:xfrm rot="10800000">
            <a:off x="7589838" y="4581525"/>
            <a:ext cx="2665412" cy="1655763"/>
          </a:xfrm>
          <a:prstGeom prst="round2SameRect">
            <a:avLst>
              <a:gd name="adj1" fmla="val 14588"/>
              <a:gd name="adj2" fmla="val 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a:solidFill>
                <a:srgbClr val="FFFFFF"/>
              </a:solidFill>
              <a:ea typeface="宋体" panose="02010600030101010101" pitchFamily="2" charset="-122"/>
            </a:endParaRPr>
          </a:p>
        </p:txBody>
      </p:sp>
      <p:sp>
        <p:nvSpPr>
          <p:cNvPr id="58389" name="TextBox 44"/>
          <p:cNvSpPr txBox="1">
            <a:spLocks noChangeArrowheads="1"/>
          </p:cNvSpPr>
          <p:nvPr/>
        </p:nvSpPr>
        <p:spPr bwMode="auto">
          <a:xfrm>
            <a:off x="4854575" y="5229225"/>
            <a:ext cx="2447925" cy="460375"/>
          </a:xfrm>
          <a:prstGeom prst="rect">
            <a:avLst/>
          </a:prstGeom>
          <a:noFill/>
          <a:ln w="9525">
            <a:noFill/>
            <a:miter lim="800000"/>
          </a:ln>
        </p:spPr>
        <p:txBody>
          <a:bodyPr>
            <a:spAutoFit/>
          </a:bodyPr>
          <a:lstStyle/>
          <a:p>
            <a:pPr>
              <a:spcBef>
                <a:spcPct val="50000"/>
              </a:spcBef>
            </a:pPr>
            <a:r>
              <a:rPr lang="zh-CN" altLang="en-US" sz="1200" b="1">
                <a:solidFill>
                  <a:srgbClr val="F2F2F2"/>
                </a:solidFill>
                <a:latin typeface="微软雅黑" panose="020B0503020204020204" charset="-122"/>
                <a:ea typeface="微软雅黑" panose="020B0503020204020204" charset="-122"/>
              </a:rPr>
              <a:t>现有技术中的某一要素由其他已知要素所替代。</a:t>
            </a:r>
            <a:endParaRPr lang="zh-CN" altLang="en-US" sz="1200" b="1">
              <a:solidFill>
                <a:srgbClr val="F2F2F2"/>
              </a:solidFill>
              <a:latin typeface="微软雅黑" panose="020B0503020204020204" charset="-122"/>
              <a:ea typeface="微软雅黑" panose="020B0503020204020204" charset="-122"/>
            </a:endParaRPr>
          </a:p>
        </p:txBody>
      </p:sp>
      <p:sp>
        <p:nvSpPr>
          <p:cNvPr id="58390" name="TextBox 45"/>
          <p:cNvSpPr txBox="1">
            <a:spLocks noChangeArrowheads="1"/>
          </p:cNvSpPr>
          <p:nvPr/>
        </p:nvSpPr>
        <p:spPr bwMode="auto">
          <a:xfrm>
            <a:off x="4781550" y="4652963"/>
            <a:ext cx="1731963" cy="398780"/>
          </a:xfrm>
          <a:prstGeom prst="rect">
            <a:avLst/>
          </a:prstGeom>
          <a:noFill/>
          <a:ln w="9525">
            <a:noFill/>
            <a:miter lim="800000"/>
          </a:ln>
        </p:spPr>
        <p:txBody>
          <a:bodyPr>
            <a:spAutoFit/>
          </a:bodyPr>
          <a:lstStyle/>
          <a:p>
            <a:pPr>
              <a:spcBef>
                <a:spcPct val="50000"/>
              </a:spcBef>
            </a:pPr>
            <a:r>
              <a:rPr lang="zh-CN" altLang="en-US" sz="2000" b="1">
                <a:solidFill>
                  <a:schemeClr val="bg1"/>
                </a:solidFill>
                <a:latin typeface="微软雅黑" panose="020B0503020204020204" charset="-122"/>
                <a:ea typeface="微软雅黑" panose="020B0503020204020204" charset="-122"/>
              </a:rPr>
              <a:t>要素替代</a:t>
            </a:r>
            <a:endParaRPr lang="zh-CN" altLang="en-US" sz="2000" b="1">
              <a:solidFill>
                <a:schemeClr val="bg1"/>
              </a:solidFill>
              <a:latin typeface="微软雅黑" panose="020B0503020204020204" charset="-122"/>
              <a:ea typeface="微软雅黑" panose="020B0503020204020204" charset="-122"/>
            </a:endParaRPr>
          </a:p>
        </p:txBody>
      </p:sp>
      <p:cxnSp>
        <p:nvCxnSpPr>
          <p:cNvPr id="47" name="直接连接符 46"/>
          <p:cNvCxnSpPr/>
          <p:nvPr/>
        </p:nvCxnSpPr>
        <p:spPr>
          <a:xfrm flipH="1">
            <a:off x="4854575" y="5013325"/>
            <a:ext cx="1150938" cy="0"/>
          </a:xfrm>
          <a:prstGeom prst="line">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8392" name="TextBox 48"/>
          <p:cNvSpPr txBox="1">
            <a:spLocks noChangeArrowheads="1"/>
          </p:cNvSpPr>
          <p:nvPr/>
        </p:nvSpPr>
        <p:spPr bwMode="auto">
          <a:xfrm>
            <a:off x="7734300" y="5230813"/>
            <a:ext cx="2447925" cy="645160"/>
          </a:xfrm>
          <a:prstGeom prst="rect">
            <a:avLst/>
          </a:prstGeom>
          <a:noFill/>
          <a:ln w="9525">
            <a:noFill/>
            <a:miter lim="800000"/>
          </a:ln>
        </p:spPr>
        <p:txBody>
          <a:bodyPr>
            <a:spAutoFit/>
          </a:bodyPr>
          <a:lstStyle/>
          <a:p>
            <a:pPr>
              <a:spcBef>
                <a:spcPct val="50000"/>
              </a:spcBef>
            </a:pPr>
            <a:r>
              <a:rPr lang="zh-CN" altLang="en-US" sz="1200" b="1">
                <a:solidFill>
                  <a:srgbClr val="F2F2F2"/>
                </a:solidFill>
                <a:latin typeface="微软雅黑" panose="020B0503020204020204" charset="-122"/>
                <a:ea typeface="微软雅黑" panose="020B0503020204020204" charset="-122"/>
              </a:rPr>
              <a:t>已知产品或发明的一个或多个要素省去，依然保持原有的全部功能。</a:t>
            </a:r>
            <a:endParaRPr lang="zh-CN" altLang="en-US" sz="1200" b="1">
              <a:solidFill>
                <a:srgbClr val="F2F2F2"/>
              </a:solidFill>
              <a:latin typeface="微软雅黑" panose="020B0503020204020204" charset="-122"/>
              <a:ea typeface="微软雅黑" panose="020B0503020204020204" charset="-122"/>
            </a:endParaRPr>
          </a:p>
        </p:txBody>
      </p:sp>
      <p:sp>
        <p:nvSpPr>
          <p:cNvPr id="58393" name="TextBox 49"/>
          <p:cNvSpPr txBox="1">
            <a:spLocks noChangeArrowheads="1"/>
          </p:cNvSpPr>
          <p:nvPr/>
        </p:nvSpPr>
        <p:spPr bwMode="auto">
          <a:xfrm>
            <a:off x="7662863" y="4652963"/>
            <a:ext cx="1730375" cy="398780"/>
          </a:xfrm>
          <a:prstGeom prst="rect">
            <a:avLst/>
          </a:prstGeom>
          <a:noFill/>
          <a:ln w="9525">
            <a:noFill/>
            <a:miter lim="800000"/>
          </a:ln>
        </p:spPr>
        <p:txBody>
          <a:bodyPr>
            <a:spAutoFit/>
          </a:bodyPr>
          <a:lstStyle/>
          <a:p>
            <a:pPr>
              <a:spcBef>
                <a:spcPct val="50000"/>
              </a:spcBef>
            </a:pPr>
            <a:r>
              <a:rPr lang="zh-CN" altLang="en-US" sz="2000" b="1">
                <a:solidFill>
                  <a:schemeClr val="bg1"/>
                </a:solidFill>
                <a:latin typeface="微软雅黑" panose="020B0503020204020204" charset="-122"/>
                <a:ea typeface="微软雅黑" panose="020B0503020204020204" charset="-122"/>
              </a:rPr>
              <a:t>要素省略</a:t>
            </a:r>
            <a:endParaRPr lang="zh-CN" altLang="en-US" sz="2000" b="1">
              <a:solidFill>
                <a:schemeClr val="bg1"/>
              </a:solidFill>
              <a:latin typeface="微软雅黑" panose="020B0503020204020204" charset="-122"/>
              <a:ea typeface="微软雅黑" panose="020B0503020204020204" charset="-122"/>
            </a:endParaRPr>
          </a:p>
        </p:txBody>
      </p:sp>
      <p:cxnSp>
        <p:nvCxnSpPr>
          <p:cNvPr id="51" name="直接连接符 50"/>
          <p:cNvCxnSpPr/>
          <p:nvPr/>
        </p:nvCxnSpPr>
        <p:spPr>
          <a:xfrm flipH="1">
            <a:off x="7734300" y="5013325"/>
            <a:ext cx="1152525" cy="0"/>
          </a:xfrm>
          <a:prstGeom prst="line">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52" name="正五边形 51"/>
          <p:cNvSpPr/>
          <p:nvPr/>
        </p:nvSpPr>
        <p:spPr>
          <a:xfrm>
            <a:off x="4926013" y="2924175"/>
            <a:ext cx="1295400" cy="1296988"/>
          </a:xfrm>
          <a:prstGeom prst="pentag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3" name="椭圆 52"/>
          <p:cNvSpPr/>
          <p:nvPr/>
        </p:nvSpPr>
        <p:spPr>
          <a:xfrm>
            <a:off x="5862638" y="2997200"/>
            <a:ext cx="1295400" cy="1295400"/>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4" name="右箭头 53"/>
          <p:cNvSpPr/>
          <p:nvPr/>
        </p:nvSpPr>
        <p:spPr>
          <a:xfrm>
            <a:off x="5573713" y="3549650"/>
            <a:ext cx="900112" cy="600075"/>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5" name="右箭头 54"/>
          <p:cNvSpPr/>
          <p:nvPr/>
        </p:nvSpPr>
        <p:spPr>
          <a:xfrm rot="10800000">
            <a:off x="5573713" y="3836988"/>
            <a:ext cx="900112" cy="600075"/>
          </a:xfrm>
          <a:prstGeom prst="rightArrow">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7" name="椭圆 56"/>
          <p:cNvSpPr/>
          <p:nvPr/>
        </p:nvSpPr>
        <p:spPr>
          <a:xfrm>
            <a:off x="7805738" y="3213100"/>
            <a:ext cx="936625" cy="936625"/>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8" name="右箭头 57"/>
          <p:cNvSpPr/>
          <p:nvPr/>
        </p:nvSpPr>
        <p:spPr>
          <a:xfrm>
            <a:off x="8813800" y="3500438"/>
            <a:ext cx="215900" cy="384175"/>
          </a:xfrm>
          <a:prstGeom prst="rightArrow">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9" name="椭圆 58"/>
          <p:cNvSpPr/>
          <p:nvPr/>
        </p:nvSpPr>
        <p:spPr>
          <a:xfrm>
            <a:off x="9102725" y="3213100"/>
            <a:ext cx="935038" cy="936625"/>
          </a:xfrm>
          <a:prstGeom prst="ellipse">
            <a:avLst/>
          </a:prstGeom>
          <a:noFill/>
          <a:ln w="57150">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grpSp>
        <p:nvGrpSpPr>
          <p:cNvPr id="2" name="组合 1"/>
          <p:cNvGrpSpPr/>
          <p:nvPr/>
        </p:nvGrpSpPr>
        <p:grpSpPr>
          <a:xfrm>
            <a:off x="197485" y="532765"/>
            <a:ext cx="519430" cy="408940"/>
            <a:chOff x="110" y="450"/>
            <a:chExt cx="818" cy="644"/>
          </a:xfrm>
        </p:grpSpPr>
        <p:sp>
          <p:nvSpPr>
            <p:cNvPr id="5"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custDataLst>
              <p:tags r:id="rId3"/>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en-US" sz="3200" b="1" dirty="0">
                <a:latin typeface="微软雅黑" panose="020B0503020204020204" charset="-122"/>
                <a:ea typeface="微软雅黑" panose="020B0503020204020204" charset="-122"/>
                <a:cs typeface="思源黑体 CN Bold" panose="020B0800000000000000" charset="-122"/>
                <a:sym typeface="+mn-ea"/>
              </a:rPr>
              <a:t>发明类型</a:t>
            </a:r>
            <a:r>
              <a:rPr lang="zh-CN" altLang="zh-CN" sz="3200" b="1" dirty="0">
                <a:latin typeface="微软雅黑" panose="020B0503020204020204" charset="-122"/>
                <a:ea typeface="微软雅黑" panose="020B0503020204020204" charset="-122"/>
                <a:cs typeface="思源黑体 CN Bold" panose="020B0800000000000000" charset="-122"/>
                <a:sym typeface="+mn-ea"/>
              </a:rPr>
              <a:t>（</a:t>
            </a:r>
            <a:r>
              <a:rPr lang="zh-CN" altLang="zh-CN" sz="3200" b="1" dirty="0">
                <a:latin typeface="微软雅黑" panose="020B0503020204020204" charset="-122"/>
                <a:ea typeface="微软雅黑" panose="020B0503020204020204" charset="-122"/>
                <a:cs typeface="思源黑体 CN Bold" panose="020B0800000000000000" charset="-122"/>
                <a:sym typeface="+mn-ea"/>
              </a:rPr>
              <a:t>要素变更</a:t>
            </a: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发明）</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灯片编号占位符 1"/>
          <p:cNvSpPr>
            <a:spLocks noGrp="1"/>
          </p:cNvSpPr>
          <p:nvPr>
            <p:ph type="sldNum" sz="quarter" idx="12"/>
          </p:nvPr>
        </p:nvSpPr>
        <p:spPr>
          <a:noFill/>
        </p:spPr>
        <p:txBody>
          <a:bodyPr/>
          <a:lstStyle/>
          <a:p>
            <a:fld id="{2DD54EFB-1F17-44A3-B2E6-32A918102A92}"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3" name="剪去单角的矩形 2"/>
          <p:cNvSpPr/>
          <p:nvPr/>
        </p:nvSpPr>
        <p:spPr>
          <a:xfrm>
            <a:off x="1952625" y="1350955"/>
            <a:ext cx="5357813" cy="935037"/>
          </a:xfrm>
          <a:prstGeom prst="snip1Rect">
            <a:avLst>
              <a:gd name="adj" fmla="val 26880"/>
            </a:avLst>
          </a:prstGeom>
          <a:solidFill>
            <a:srgbClr val="DEA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4" name="单圆角矩形 3"/>
          <p:cNvSpPr/>
          <p:nvPr/>
        </p:nvSpPr>
        <p:spPr>
          <a:xfrm rot="10800000">
            <a:off x="1952624" y="1325563"/>
            <a:ext cx="2714615" cy="436562"/>
          </a:xfrm>
          <a:prstGeom prst="snipRoundRect">
            <a:avLst>
              <a:gd name="adj1" fmla="val 16667"/>
              <a:gd name="adj2" fmla="val 977"/>
            </a:avLst>
          </a:prstGeom>
          <a:solidFill>
            <a:srgbClr val="B48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59398" name="Text Box 2"/>
          <p:cNvSpPr txBox="1">
            <a:spLocks noChangeArrowheads="1"/>
          </p:cNvSpPr>
          <p:nvPr/>
        </p:nvSpPr>
        <p:spPr bwMode="auto">
          <a:xfrm>
            <a:off x="2024063" y="1825625"/>
            <a:ext cx="5080000" cy="306705"/>
          </a:xfrm>
          <a:prstGeom prst="rect">
            <a:avLst/>
          </a:prstGeom>
          <a:noFill/>
          <a:ln w="9525">
            <a:noFill/>
            <a:miter lim="800000"/>
          </a:ln>
        </p:spPr>
        <p:txBody>
          <a:bodyPr>
            <a:spAutoFit/>
          </a:bodyPr>
          <a:lstStyle/>
          <a:p>
            <a:pPr>
              <a:spcBef>
                <a:spcPct val="50000"/>
              </a:spcBef>
            </a:pPr>
            <a:r>
              <a:rPr kumimoji="1" lang="zh-CN" altLang="en-US" sz="1400" b="1" dirty="0">
                <a:solidFill>
                  <a:schemeClr val="bg2">
                    <a:lumMod val="10000"/>
                  </a:schemeClr>
                </a:solidFill>
                <a:latin typeface="微软雅黑" panose="020B0503020204020204" charset="-122"/>
                <a:ea typeface="微软雅黑" panose="020B0503020204020204" charset="-122"/>
              </a:rPr>
              <a:t>将已知产品用于新的目的，产生预料不到的技术效果。</a:t>
            </a:r>
            <a:endParaRPr kumimoji="1" lang="zh-CN" altLang="en-US" sz="1400" b="1" dirty="0">
              <a:solidFill>
                <a:schemeClr val="bg2">
                  <a:lumMod val="10000"/>
                </a:schemeClr>
              </a:solidFill>
              <a:latin typeface="微软雅黑" panose="020B0503020204020204" charset="-122"/>
              <a:ea typeface="微软雅黑" panose="020B0503020204020204" charset="-122"/>
            </a:endParaRPr>
          </a:p>
        </p:txBody>
      </p:sp>
      <p:sp>
        <p:nvSpPr>
          <p:cNvPr id="59399" name="Text Box 2"/>
          <p:cNvSpPr txBox="1">
            <a:spLocks noChangeArrowheads="1"/>
          </p:cNvSpPr>
          <p:nvPr/>
        </p:nvSpPr>
        <p:spPr bwMode="auto">
          <a:xfrm>
            <a:off x="2095472" y="1357298"/>
            <a:ext cx="6215062" cy="398780"/>
          </a:xfrm>
          <a:prstGeom prst="rect">
            <a:avLst/>
          </a:prstGeom>
          <a:noFill/>
          <a:ln w="9525">
            <a:noFill/>
            <a:miter lim="800000"/>
          </a:ln>
        </p:spPr>
        <p:txBody>
          <a:bodyPr>
            <a:spAutoFit/>
          </a:bodyPr>
          <a:lstStyle/>
          <a:p>
            <a:pPr marL="59055">
              <a:spcBef>
                <a:spcPct val="50000"/>
              </a:spcBef>
            </a:pPr>
            <a:r>
              <a:rPr lang="zh-CN" altLang="en-US" sz="2000" b="1" dirty="0">
                <a:solidFill>
                  <a:schemeClr val="bg1"/>
                </a:solidFill>
                <a:latin typeface="微软雅黑" panose="020B0503020204020204" charset="-122"/>
                <a:ea typeface="微软雅黑" panose="020B0503020204020204" charset="-122"/>
              </a:rPr>
              <a:t>已知产品的新用途 ：</a:t>
            </a:r>
            <a:endParaRPr lang="en-US" altLang="zh-CN" sz="2000" b="1" dirty="0">
              <a:solidFill>
                <a:schemeClr val="bg1"/>
              </a:solidFill>
              <a:latin typeface="微软雅黑" panose="020B0503020204020204" charset="-122"/>
              <a:ea typeface="微软雅黑" panose="020B0503020204020204" charset="-122"/>
            </a:endParaRPr>
          </a:p>
        </p:txBody>
      </p:sp>
      <p:sp>
        <p:nvSpPr>
          <p:cNvPr id="7" name="折角形 6"/>
          <p:cNvSpPr/>
          <p:nvPr/>
        </p:nvSpPr>
        <p:spPr>
          <a:xfrm>
            <a:off x="1992313" y="2565400"/>
            <a:ext cx="8351837" cy="3095625"/>
          </a:xfrm>
          <a:prstGeom prst="foldedCorner">
            <a:avLst/>
          </a:prstGeom>
          <a:solidFill>
            <a:srgbClr val="DEA9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8" name="Text Box 2"/>
          <p:cNvSpPr txBox="1">
            <a:spLocks noChangeArrowheads="1"/>
          </p:cNvSpPr>
          <p:nvPr/>
        </p:nvSpPr>
        <p:spPr bwMode="auto">
          <a:xfrm>
            <a:off x="1992313" y="2565400"/>
            <a:ext cx="1909762" cy="368300"/>
          </a:xfrm>
          <a:prstGeom prst="round1Rect">
            <a:avLst/>
          </a:prstGeom>
          <a:solidFill>
            <a:srgbClr val="B48900"/>
          </a:solidFill>
          <a:ln w="9525">
            <a:noFill/>
            <a:miter lim="800000"/>
          </a:ln>
          <a:effectLst/>
        </p:spPr>
        <p:txBody>
          <a:bodyPr>
            <a:spAutoFit/>
          </a:bodyPr>
          <a:lstStyle/>
          <a:p>
            <a:pPr marL="233680">
              <a:spcBef>
                <a:spcPct val="50000"/>
              </a:spcBef>
              <a:defRPr/>
            </a:pPr>
            <a:r>
              <a:rPr lang="zh-CN" altLang="en-US" b="1">
                <a:solidFill>
                  <a:schemeClr val="bg1"/>
                </a:solidFill>
                <a:latin typeface="微软雅黑" panose="020B0503020204020204" charset="-122"/>
                <a:ea typeface="微软雅黑" panose="020B0503020204020204" charset="-122"/>
              </a:rPr>
              <a:t>案 例 </a:t>
            </a:r>
            <a:endParaRPr lang="en-US" altLang="zh-CN" b="1">
              <a:solidFill>
                <a:schemeClr val="bg1"/>
              </a:solidFill>
              <a:latin typeface="微软雅黑" panose="020B0503020204020204" charset="-122"/>
              <a:ea typeface="微软雅黑" panose="020B0503020204020204" charset="-122"/>
            </a:endParaRPr>
          </a:p>
        </p:txBody>
      </p:sp>
      <p:sp>
        <p:nvSpPr>
          <p:cNvPr id="32" name="圆角矩形 31"/>
          <p:cNvSpPr/>
          <p:nvPr/>
        </p:nvSpPr>
        <p:spPr>
          <a:xfrm>
            <a:off x="2279650" y="3213100"/>
            <a:ext cx="4032250" cy="720725"/>
          </a:xfrm>
          <a:prstGeom prst="roundRect">
            <a:avLst>
              <a:gd name="adj" fmla="val 1172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59403" name="Rectangle 14"/>
          <p:cNvSpPr>
            <a:spLocks noChangeArrowheads="1"/>
          </p:cNvSpPr>
          <p:nvPr/>
        </p:nvSpPr>
        <p:spPr bwMode="auto">
          <a:xfrm>
            <a:off x="3143250" y="4149725"/>
            <a:ext cx="3384550" cy="1168400"/>
          </a:xfrm>
          <a:prstGeom prst="rect">
            <a:avLst/>
          </a:prstGeom>
          <a:noFill/>
          <a:ln w="9525">
            <a:noFill/>
            <a:miter lim="800000"/>
          </a:ln>
        </p:spPr>
        <p:txBody>
          <a:bodyPr>
            <a:spAutoFit/>
          </a:bodyPr>
          <a:lstStyle/>
          <a:p>
            <a:pPr eaLnBrk="1" hangingPunct="1">
              <a:spcBef>
                <a:spcPct val="100000"/>
              </a:spcBef>
              <a:buClr>
                <a:schemeClr val="accent2"/>
              </a:buClr>
              <a:buFont typeface="Wingdings" panose="05000000000000000000" pitchFamily="2" charset="2"/>
              <a:buNone/>
            </a:pPr>
            <a:r>
              <a:rPr lang="zh-CN" altLang="en-US" sz="1400" b="1">
                <a:solidFill>
                  <a:srgbClr val="03070D"/>
                </a:solidFill>
                <a:latin typeface="微软雅黑" panose="020B0503020204020204" charset="-122"/>
                <a:ea typeface="微软雅黑" panose="020B0503020204020204" charset="-122"/>
              </a:rPr>
              <a:t>抑制血小板聚集，用于预防和治疗缺血性心脏病、心绞痛、心肺梗塞、脑血栓形成。</a:t>
            </a:r>
            <a:endParaRPr lang="zh-CN" altLang="en-US" sz="1400" b="1">
              <a:solidFill>
                <a:srgbClr val="03070D"/>
              </a:solidFill>
              <a:latin typeface="微软雅黑" panose="020B0503020204020204" charset="-122"/>
              <a:ea typeface="微软雅黑" panose="020B0503020204020204" charset="-122"/>
            </a:endParaRPr>
          </a:p>
          <a:p>
            <a:pPr eaLnBrk="1" hangingPunct="1">
              <a:spcBef>
                <a:spcPct val="100000"/>
              </a:spcBef>
              <a:buClr>
                <a:schemeClr val="accent2"/>
              </a:buClr>
              <a:buFont typeface="Wingdings" panose="05000000000000000000" pitchFamily="2" charset="2"/>
              <a:buNone/>
            </a:pPr>
            <a:r>
              <a:rPr lang="zh-CN" altLang="en-US" sz="1400" b="1">
                <a:solidFill>
                  <a:srgbClr val="03070D"/>
                </a:solidFill>
                <a:latin typeface="微软雅黑" panose="020B0503020204020204" charset="-122"/>
                <a:ea typeface="微软雅黑" panose="020B0503020204020204" charset="-122"/>
              </a:rPr>
              <a:t>预防肿瘤，长期规律的使用阿司匹林可以大大降低胃肠道肿瘤的发生率。</a:t>
            </a:r>
            <a:endParaRPr lang="zh-CN" altLang="en-US" sz="1400" b="1">
              <a:solidFill>
                <a:srgbClr val="03070D"/>
              </a:solidFill>
              <a:latin typeface="微软雅黑" panose="020B0503020204020204" charset="-122"/>
              <a:ea typeface="微软雅黑" panose="020B0503020204020204" charset="-122"/>
            </a:endParaRPr>
          </a:p>
        </p:txBody>
      </p:sp>
      <p:sp>
        <p:nvSpPr>
          <p:cNvPr id="59404" name="Rectangle 5"/>
          <p:cNvSpPr>
            <a:spLocks noChangeArrowheads="1"/>
          </p:cNvSpPr>
          <p:nvPr/>
        </p:nvSpPr>
        <p:spPr bwMode="auto">
          <a:xfrm>
            <a:off x="3216275" y="3284538"/>
            <a:ext cx="2374900" cy="306705"/>
          </a:xfrm>
          <a:prstGeom prst="rect">
            <a:avLst/>
          </a:prstGeom>
          <a:noFill/>
          <a:ln w="9525">
            <a:noFill/>
            <a:miter lim="800000"/>
          </a:ln>
        </p:spPr>
        <p:txBody>
          <a:bodyPr>
            <a:spAutoFit/>
          </a:bodyPr>
          <a:lstStyle/>
          <a:p>
            <a:pPr eaLnBrk="1" hangingPunct="1">
              <a:spcBef>
                <a:spcPct val="100000"/>
              </a:spcBef>
              <a:buClr>
                <a:schemeClr val="accent2"/>
              </a:buClr>
              <a:buFont typeface="Wingdings" panose="05000000000000000000" pitchFamily="2" charset="2"/>
              <a:buNone/>
            </a:pPr>
            <a:r>
              <a:rPr lang="zh-CN" altLang="en-US" sz="1400" b="1">
                <a:solidFill>
                  <a:srgbClr val="595959"/>
                </a:solidFill>
                <a:latin typeface="微软雅黑" panose="020B0503020204020204" charset="-122"/>
                <a:ea typeface="微软雅黑" panose="020B0503020204020204" charset="-122"/>
              </a:rPr>
              <a:t>阿司匹林：</a:t>
            </a:r>
            <a:endParaRPr lang="zh-CN" altLang="en-US" sz="1400" b="1">
              <a:solidFill>
                <a:srgbClr val="595959"/>
              </a:solidFill>
              <a:latin typeface="微软雅黑" panose="020B0503020204020204" charset="-122"/>
              <a:ea typeface="微软雅黑" panose="020B0503020204020204" charset="-122"/>
            </a:endParaRPr>
          </a:p>
        </p:txBody>
      </p:sp>
      <p:sp>
        <p:nvSpPr>
          <p:cNvPr id="59405" name="TextBox 32"/>
          <p:cNvSpPr txBox="1">
            <a:spLocks noChangeArrowheads="1"/>
          </p:cNvSpPr>
          <p:nvPr/>
        </p:nvSpPr>
        <p:spPr bwMode="auto">
          <a:xfrm>
            <a:off x="2351088" y="3284538"/>
            <a:ext cx="1584325" cy="573405"/>
          </a:xfrm>
          <a:prstGeom prst="rect">
            <a:avLst/>
          </a:prstGeom>
          <a:noFill/>
          <a:ln w="9525">
            <a:noFill/>
            <a:miter lim="800000"/>
          </a:ln>
        </p:spPr>
        <p:txBody>
          <a:bodyPr>
            <a:spAutoFit/>
          </a:bodyPr>
          <a:lstStyle/>
          <a:p>
            <a:pPr>
              <a:lnSpc>
                <a:spcPts val="1400"/>
              </a:lnSpc>
              <a:spcBef>
                <a:spcPct val="50000"/>
              </a:spcBef>
            </a:pPr>
            <a:r>
              <a:rPr lang="zh-CN" altLang="en-US" sz="1600" b="1">
                <a:solidFill>
                  <a:srgbClr val="595959"/>
                </a:solidFill>
                <a:latin typeface="微软雅黑" panose="020B0503020204020204" charset="-122"/>
                <a:ea typeface="微软雅黑" panose="020B0503020204020204" charset="-122"/>
              </a:rPr>
              <a:t>背景</a:t>
            </a:r>
            <a:endParaRPr lang="en-US" altLang="zh-CN" sz="1600" b="1">
              <a:solidFill>
                <a:srgbClr val="595959"/>
              </a:solidFill>
              <a:latin typeface="微软雅黑" panose="020B0503020204020204" charset="-122"/>
              <a:ea typeface="微软雅黑" panose="020B0503020204020204" charset="-122"/>
            </a:endParaRPr>
          </a:p>
          <a:p>
            <a:pPr>
              <a:lnSpc>
                <a:spcPts val="1400"/>
              </a:lnSpc>
              <a:spcBef>
                <a:spcPct val="50000"/>
              </a:spcBef>
            </a:pPr>
            <a:r>
              <a:rPr lang="zh-CN" altLang="en-US" sz="1600" b="1">
                <a:solidFill>
                  <a:srgbClr val="595959"/>
                </a:solidFill>
                <a:latin typeface="微软雅黑" panose="020B0503020204020204" charset="-122"/>
                <a:ea typeface="微软雅黑" panose="020B0503020204020204" charset="-122"/>
              </a:rPr>
              <a:t>技术</a:t>
            </a:r>
            <a:endParaRPr lang="zh-CN" altLang="en-US" sz="1600" b="1">
              <a:solidFill>
                <a:srgbClr val="595959"/>
              </a:solidFill>
              <a:latin typeface="微软雅黑" panose="020B0503020204020204" charset="-122"/>
              <a:ea typeface="微软雅黑" panose="020B0503020204020204" charset="-122"/>
            </a:endParaRPr>
          </a:p>
        </p:txBody>
      </p:sp>
      <p:cxnSp>
        <p:nvCxnSpPr>
          <p:cNvPr id="35" name="直接连接符 34"/>
          <p:cNvCxnSpPr/>
          <p:nvPr/>
        </p:nvCxnSpPr>
        <p:spPr>
          <a:xfrm>
            <a:off x="3071813" y="3284538"/>
            <a:ext cx="0" cy="539750"/>
          </a:xfrm>
          <a:prstGeom prst="line">
            <a:avLst/>
          </a:prstGeom>
          <a:ln w="381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圆角矩形标注 18"/>
          <p:cNvSpPr/>
          <p:nvPr/>
        </p:nvSpPr>
        <p:spPr>
          <a:xfrm>
            <a:off x="8832850" y="2781300"/>
            <a:ext cx="1366838" cy="647700"/>
          </a:xfrm>
          <a:prstGeom prst="wedgeRoundRectCallout">
            <a:avLst>
              <a:gd name="adj1" fmla="val -48145"/>
              <a:gd name="adj2" fmla="val 86751"/>
              <a:gd name="adj3" fmla="val 1666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r>
              <a:rPr lang="zh-CN" altLang="en-US" b="1">
                <a:solidFill>
                  <a:schemeClr val="bg1">
                    <a:lumMod val="65000"/>
                  </a:schemeClr>
                </a:solidFill>
                <a:latin typeface="微软雅黑" panose="020B0503020204020204" charset="-122"/>
                <a:ea typeface="微软雅黑" panose="020B0503020204020204" charset="-122"/>
              </a:rPr>
              <a:t>阿司匹林</a:t>
            </a:r>
            <a:endParaRPr lang="zh-CN" altLang="en-US" b="1">
              <a:solidFill>
                <a:schemeClr val="bg1">
                  <a:lumMod val="65000"/>
                </a:schemeClr>
              </a:solidFill>
              <a:latin typeface="微软雅黑" panose="020B0503020204020204" charset="-122"/>
              <a:ea typeface="微软雅黑" panose="020B0503020204020204" charset="-122"/>
            </a:endParaRPr>
          </a:p>
        </p:txBody>
      </p:sp>
      <p:pic>
        <p:nvPicPr>
          <p:cNvPr id="73730" name="Picture 2" descr="F:\Document\document\R---Reference\work\C\case\PPT\Element\icon\aspirin.png"/>
          <p:cNvPicPr>
            <a:picLocks noChangeAspect="1" noChangeArrowheads="1"/>
          </p:cNvPicPr>
          <p:nvPr/>
        </p:nvPicPr>
        <p:blipFill>
          <a:blip r:embed="rId1">
            <a:lum contrast="30000"/>
          </a:blip>
          <a:srcRect/>
          <a:stretch>
            <a:fillRect/>
          </a:stretch>
        </p:blipFill>
        <p:spPr bwMode="auto">
          <a:xfrm rot="-1741259">
            <a:off x="7104063" y="3213100"/>
            <a:ext cx="1963737" cy="1962150"/>
          </a:xfrm>
          <a:prstGeom prst="rect">
            <a:avLst/>
          </a:prstGeom>
          <a:noFill/>
          <a:ln>
            <a:noFill/>
          </a:ln>
          <a:effectLst>
            <a:outerShdw blurRad="63500" dist="38100" dir="2700000" algn="tl" rotWithShape="0">
              <a:srgbClr val="000000">
                <a:alpha val="39999"/>
              </a:srgbClr>
            </a:outerShdw>
          </a:effectLst>
        </p:spPr>
      </p:pic>
      <p:sp>
        <p:nvSpPr>
          <p:cNvPr id="59409" name="Rectangle 5"/>
          <p:cNvSpPr>
            <a:spLocks noChangeArrowheads="1"/>
          </p:cNvSpPr>
          <p:nvPr/>
        </p:nvSpPr>
        <p:spPr bwMode="auto">
          <a:xfrm>
            <a:off x="3216275" y="3549653"/>
            <a:ext cx="2374900" cy="306705"/>
          </a:xfrm>
          <a:prstGeom prst="rect">
            <a:avLst/>
          </a:prstGeom>
          <a:noFill/>
          <a:ln w="9525">
            <a:noFill/>
            <a:miter lim="800000"/>
          </a:ln>
        </p:spPr>
        <p:txBody>
          <a:bodyPr>
            <a:spAutoFit/>
          </a:bodyPr>
          <a:lstStyle/>
          <a:p>
            <a:pPr eaLnBrk="1" hangingPunct="1">
              <a:spcBef>
                <a:spcPct val="100000"/>
              </a:spcBef>
              <a:buClr>
                <a:schemeClr val="accent2"/>
              </a:buClr>
              <a:buFont typeface="Wingdings" panose="05000000000000000000" pitchFamily="2" charset="2"/>
              <a:buNone/>
            </a:pPr>
            <a:r>
              <a:rPr lang="zh-CN" altLang="en-US" sz="1400" b="1" dirty="0">
                <a:solidFill>
                  <a:srgbClr val="595959"/>
                </a:solidFill>
                <a:latin typeface="微软雅黑" panose="020B0503020204020204" charset="-122"/>
                <a:ea typeface="微软雅黑" panose="020B0503020204020204" charset="-122"/>
              </a:rPr>
              <a:t>历史悠久的解热镇痛药</a:t>
            </a:r>
            <a:endParaRPr lang="zh-CN" altLang="en-US" sz="1400" b="1" dirty="0">
              <a:solidFill>
                <a:srgbClr val="595959"/>
              </a:solidFill>
              <a:latin typeface="微软雅黑" panose="020B0503020204020204" charset="-122"/>
              <a:ea typeface="微软雅黑" panose="020B0503020204020204" charset="-122"/>
            </a:endParaRPr>
          </a:p>
        </p:txBody>
      </p:sp>
      <p:sp>
        <p:nvSpPr>
          <p:cNvPr id="20" name="Text Box 2"/>
          <p:cNvSpPr txBox="1">
            <a:spLocks noChangeArrowheads="1"/>
          </p:cNvSpPr>
          <p:nvPr/>
        </p:nvSpPr>
        <p:spPr bwMode="auto">
          <a:xfrm>
            <a:off x="2351088" y="4221163"/>
            <a:ext cx="792162" cy="306704"/>
          </a:xfrm>
          <a:prstGeom prst="round1Rect">
            <a:avLst/>
          </a:prstGeom>
          <a:solidFill>
            <a:srgbClr val="B48900"/>
          </a:solidFill>
          <a:ln w="9525">
            <a:noFill/>
            <a:miter lim="800000"/>
          </a:ln>
          <a:effectLst/>
        </p:spPr>
        <p:txBody>
          <a:bodyPr>
            <a:spAutoFit/>
          </a:bodyPr>
          <a:lstStyle/>
          <a:p>
            <a:pPr>
              <a:spcBef>
                <a:spcPct val="50000"/>
              </a:spcBef>
              <a:defRPr/>
            </a:pPr>
            <a:r>
              <a:rPr lang="zh-CN" altLang="en-US" sz="1400" b="1">
                <a:solidFill>
                  <a:schemeClr val="bg1"/>
                </a:solidFill>
                <a:latin typeface="微软雅黑" panose="020B0503020204020204" charset="-122"/>
                <a:ea typeface="微软雅黑" panose="020B0503020204020204" charset="-122"/>
              </a:rPr>
              <a:t>新用途 </a:t>
            </a:r>
            <a:endParaRPr lang="en-US" altLang="zh-CN" sz="1400" b="1">
              <a:solidFill>
                <a:schemeClr val="bg1"/>
              </a:solidFill>
              <a:latin typeface="微软雅黑" panose="020B0503020204020204" charset="-122"/>
              <a:ea typeface="微软雅黑" panose="020B0503020204020204" charset="-122"/>
            </a:endParaRPr>
          </a:p>
        </p:txBody>
      </p:sp>
      <p:sp>
        <p:nvSpPr>
          <p:cNvPr id="21" name="Text Box 2"/>
          <p:cNvSpPr txBox="1">
            <a:spLocks noChangeArrowheads="1"/>
          </p:cNvSpPr>
          <p:nvPr/>
        </p:nvSpPr>
        <p:spPr bwMode="auto">
          <a:xfrm>
            <a:off x="2351088" y="5013325"/>
            <a:ext cx="792162" cy="306704"/>
          </a:xfrm>
          <a:prstGeom prst="round1Rect">
            <a:avLst/>
          </a:prstGeom>
          <a:solidFill>
            <a:srgbClr val="B48900"/>
          </a:solidFill>
          <a:ln w="9525">
            <a:noFill/>
            <a:miter lim="800000"/>
          </a:ln>
          <a:effectLst/>
        </p:spPr>
        <p:txBody>
          <a:bodyPr>
            <a:spAutoFit/>
          </a:bodyPr>
          <a:lstStyle/>
          <a:p>
            <a:pPr>
              <a:spcBef>
                <a:spcPct val="50000"/>
              </a:spcBef>
              <a:defRPr/>
            </a:pPr>
            <a:r>
              <a:rPr lang="zh-CN" altLang="en-US" sz="1400" b="1">
                <a:solidFill>
                  <a:schemeClr val="bg1"/>
                </a:solidFill>
                <a:latin typeface="微软雅黑" panose="020B0503020204020204" charset="-122"/>
                <a:ea typeface="微软雅黑" panose="020B0503020204020204" charset="-122"/>
              </a:rPr>
              <a:t>新用途 </a:t>
            </a:r>
            <a:endParaRPr lang="en-US" altLang="zh-CN" sz="1400" b="1">
              <a:solidFill>
                <a:schemeClr val="bg1"/>
              </a:solidFill>
              <a:latin typeface="微软雅黑" panose="020B0503020204020204" charset="-122"/>
              <a:ea typeface="微软雅黑" panose="020B0503020204020204" charset="-122"/>
            </a:endParaRPr>
          </a:p>
        </p:txBody>
      </p:sp>
      <p:grpSp>
        <p:nvGrpSpPr>
          <p:cNvPr id="2" name="组合 1"/>
          <p:cNvGrpSpPr/>
          <p:nvPr/>
        </p:nvGrpSpPr>
        <p:grpSpPr>
          <a:xfrm>
            <a:off x="197485" y="532765"/>
            <a:ext cx="519430" cy="408940"/>
            <a:chOff x="110" y="450"/>
            <a:chExt cx="818" cy="644"/>
          </a:xfrm>
        </p:grpSpPr>
        <p:sp>
          <p:nvSpPr>
            <p:cNvPr id="5"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en-US" sz="3200" b="1" dirty="0">
                <a:latin typeface="微软雅黑" panose="020B0503020204020204" charset="-122"/>
                <a:ea typeface="微软雅黑" panose="020B0503020204020204" charset="-122"/>
                <a:cs typeface="思源黑体 CN Bold" panose="020B0800000000000000" charset="-122"/>
                <a:sym typeface="+mn-ea"/>
              </a:rPr>
              <a:t>发明类型</a:t>
            </a:r>
            <a:r>
              <a:rPr lang="zh-CN" altLang="zh-CN" sz="3200" b="1" dirty="0">
                <a:latin typeface="微软雅黑" panose="020B0503020204020204" charset="-122"/>
                <a:ea typeface="微软雅黑" panose="020B0503020204020204" charset="-122"/>
                <a:cs typeface="思源黑体 CN Bold" panose="020B0800000000000000" charset="-122"/>
                <a:sym typeface="+mn-ea"/>
              </a:rPr>
              <a:t>（</a:t>
            </a: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新用途发明）</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9" name="灯片编号占位符 1"/>
          <p:cNvSpPr>
            <a:spLocks noGrp="1"/>
          </p:cNvSpPr>
          <p:nvPr>
            <p:ph type="sldNum" sz="quarter" idx="12"/>
          </p:nvPr>
        </p:nvSpPr>
        <p:spPr>
          <a:noFill/>
        </p:spPr>
        <p:txBody>
          <a:bodyPr/>
          <a:lstStyle/>
          <a:p>
            <a:fld id="{AD4F9455-D566-46BE-AF4F-5B750B8763BA}" type="slidenum">
              <a:rPr lang="zh-CN" altLang="en-US" sz="1200" smtClean="0">
                <a:solidFill>
                  <a:srgbClr val="898989"/>
                </a:solidFill>
                <a:latin typeface="Gill Sans MT" pitchFamily="34" charset="0"/>
                <a:ea typeface="华文中宋" panose="02010600040101010101" pitchFamily="2" charset="-122"/>
              </a:rPr>
            </a:fld>
            <a:endParaRPr lang="en-US" altLang="zh-CN" sz="1200" smtClean="0">
              <a:solidFill>
                <a:srgbClr val="898989"/>
              </a:solidFill>
              <a:latin typeface="Gill Sans MT" pitchFamily="34" charset="0"/>
              <a:ea typeface="华文中宋" panose="02010600040101010101" pitchFamily="2" charset="-122"/>
            </a:endParaRPr>
          </a:p>
        </p:txBody>
      </p:sp>
      <p:sp>
        <p:nvSpPr>
          <p:cNvPr id="3" name="剪去单角的矩形 2"/>
          <p:cNvSpPr/>
          <p:nvPr/>
        </p:nvSpPr>
        <p:spPr>
          <a:xfrm>
            <a:off x="1952625" y="1341438"/>
            <a:ext cx="5357813" cy="1062037"/>
          </a:xfrm>
          <a:prstGeom prst="snip1Rect">
            <a:avLst>
              <a:gd name="adj" fmla="val 26880"/>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4" name="单圆角矩形 3"/>
          <p:cNvSpPr/>
          <p:nvPr/>
        </p:nvSpPr>
        <p:spPr>
          <a:xfrm rot="10800000">
            <a:off x="1952625" y="1349363"/>
            <a:ext cx="1928813" cy="436562"/>
          </a:xfrm>
          <a:prstGeom prst="snipRoundRect">
            <a:avLst>
              <a:gd name="adj1" fmla="val 16667"/>
              <a:gd name="adj2" fmla="val 977"/>
            </a:avLst>
          </a:prstGeom>
          <a:solidFill>
            <a:srgbClr val="EB700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buFont typeface="Arial" panose="020B0604020202020204" pitchFamily="34" charset="0"/>
              <a:buNone/>
              <a:defRPr/>
            </a:pPr>
            <a:endParaRPr lang="zh-CN" altLang="en-US" b="1">
              <a:solidFill>
                <a:srgbClr val="FFFFFF"/>
              </a:solidFill>
              <a:latin typeface="微软雅黑" panose="020B0503020204020204" charset="-122"/>
              <a:ea typeface="微软雅黑" panose="020B0503020204020204" charset="-122"/>
            </a:endParaRPr>
          </a:p>
        </p:txBody>
      </p:sp>
      <p:sp>
        <p:nvSpPr>
          <p:cNvPr id="60422" name="Text Box 2"/>
          <p:cNvSpPr txBox="1">
            <a:spLocks noChangeArrowheads="1"/>
          </p:cNvSpPr>
          <p:nvPr/>
        </p:nvSpPr>
        <p:spPr bwMode="auto">
          <a:xfrm>
            <a:off x="2024063" y="1825625"/>
            <a:ext cx="5080000" cy="521970"/>
          </a:xfrm>
          <a:prstGeom prst="rect">
            <a:avLst/>
          </a:prstGeom>
          <a:noFill/>
          <a:ln w="9525">
            <a:noFill/>
            <a:miter lim="800000"/>
          </a:ln>
        </p:spPr>
        <p:txBody>
          <a:bodyPr>
            <a:spAutoFit/>
          </a:bodyPr>
          <a:lstStyle/>
          <a:p>
            <a:pPr>
              <a:spcBef>
                <a:spcPct val="50000"/>
              </a:spcBef>
            </a:pPr>
            <a:r>
              <a:rPr kumimoji="1" lang="zh-CN" altLang="en-US" sz="1400" b="1" dirty="0">
                <a:solidFill>
                  <a:schemeClr val="bg2">
                    <a:lumMod val="10000"/>
                  </a:schemeClr>
                </a:solidFill>
                <a:latin typeface="微软雅黑" panose="020B0503020204020204" charset="-122"/>
                <a:ea typeface="微软雅黑" panose="020B0503020204020204" charset="-122"/>
              </a:rPr>
              <a:t>在现有的宽范围中，选择未曾提到的窄范围或个体发明，其会带来预料不到的技术效果。</a:t>
            </a:r>
            <a:endParaRPr kumimoji="1" lang="zh-CN" altLang="en-US" sz="1400" b="1" dirty="0">
              <a:solidFill>
                <a:schemeClr val="bg2">
                  <a:lumMod val="10000"/>
                </a:schemeClr>
              </a:solidFill>
              <a:latin typeface="微软雅黑" panose="020B0503020204020204" charset="-122"/>
              <a:ea typeface="微软雅黑" panose="020B0503020204020204" charset="-122"/>
            </a:endParaRPr>
          </a:p>
        </p:txBody>
      </p:sp>
      <p:sp>
        <p:nvSpPr>
          <p:cNvPr id="60423" name="Text Box 2"/>
          <p:cNvSpPr txBox="1">
            <a:spLocks noChangeArrowheads="1"/>
          </p:cNvSpPr>
          <p:nvPr/>
        </p:nvSpPr>
        <p:spPr bwMode="auto">
          <a:xfrm>
            <a:off x="1952625" y="1356995"/>
            <a:ext cx="1624965" cy="398780"/>
          </a:xfrm>
          <a:prstGeom prst="rect">
            <a:avLst/>
          </a:prstGeom>
          <a:noFill/>
          <a:ln w="9525">
            <a:noFill/>
            <a:miter lim="800000"/>
          </a:ln>
        </p:spPr>
        <p:txBody>
          <a:bodyPr wrap="square">
            <a:spAutoFit/>
          </a:bodyPr>
          <a:lstStyle/>
          <a:p>
            <a:pPr marL="59055">
              <a:spcBef>
                <a:spcPct val="50000"/>
              </a:spcBef>
            </a:pPr>
            <a:r>
              <a:rPr lang="zh-CN" altLang="en-US" sz="2000" b="1" dirty="0">
                <a:solidFill>
                  <a:schemeClr val="bg1"/>
                </a:solidFill>
                <a:latin typeface="微软雅黑" panose="020B0503020204020204" charset="-122"/>
                <a:ea typeface="微软雅黑" panose="020B0503020204020204" charset="-122"/>
              </a:rPr>
              <a:t>选择发明：</a:t>
            </a:r>
            <a:endParaRPr lang="en-US" altLang="zh-CN" sz="2000" b="1" dirty="0">
              <a:solidFill>
                <a:schemeClr val="bg1"/>
              </a:solidFill>
              <a:latin typeface="微软雅黑" panose="020B0503020204020204" charset="-122"/>
              <a:ea typeface="微软雅黑" panose="020B0503020204020204" charset="-122"/>
            </a:endParaRPr>
          </a:p>
        </p:txBody>
      </p:sp>
      <p:sp>
        <p:nvSpPr>
          <p:cNvPr id="7" name="折角形 6"/>
          <p:cNvSpPr/>
          <p:nvPr/>
        </p:nvSpPr>
        <p:spPr>
          <a:xfrm>
            <a:off x="1992313" y="2565400"/>
            <a:ext cx="8424862" cy="2951163"/>
          </a:xfrm>
          <a:prstGeom prst="foldedCorner">
            <a:avLst/>
          </a:prstGeom>
          <a:solidFill>
            <a:srgbClr val="F7964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8" name="Text Box 2"/>
          <p:cNvSpPr txBox="1">
            <a:spLocks noChangeArrowheads="1"/>
          </p:cNvSpPr>
          <p:nvPr/>
        </p:nvSpPr>
        <p:spPr bwMode="auto">
          <a:xfrm>
            <a:off x="1992313" y="2565400"/>
            <a:ext cx="1909762" cy="368300"/>
          </a:xfrm>
          <a:prstGeom prst="round1Rect">
            <a:avLst/>
          </a:prstGeom>
          <a:solidFill>
            <a:srgbClr val="EB700B"/>
          </a:solidFill>
          <a:ln w="9525">
            <a:noFill/>
            <a:miter lim="800000"/>
          </a:ln>
          <a:effectLst/>
        </p:spPr>
        <p:txBody>
          <a:bodyPr>
            <a:spAutoFit/>
          </a:bodyPr>
          <a:lstStyle/>
          <a:p>
            <a:pPr marL="233680">
              <a:spcBef>
                <a:spcPct val="50000"/>
              </a:spcBef>
              <a:defRPr/>
            </a:pPr>
            <a:r>
              <a:rPr lang="zh-CN" altLang="en-US" b="1">
                <a:solidFill>
                  <a:schemeClr val="bg1"/>
                </a:solidFill>
                <a:latin typeface="微软雅黑" panose="020B0503020204020204" charset="-122"/>
                <a:ea typeface="微软雅黑" panose="020B0503020204020204" charset="-122"/>
              </a:rPr>
              <a:t>案 例 </a:t>
            </a:r>
            <a:endParaRPr lang="en-US" altLang="zh-CN" b="1">
              <a:solidFill>
                <a:schemeClr val="bg1"/>
              </a:solidFill>
              <a:latin typeface="微软雅黑" panose="020B0503020204020204" charset="-122"/>
              <a:ea typeface="微软雅黑" panose="020B0503020204020204" charset="-122"/>
            </a:endParaRPr>
          </a:p>
        </p:txBody>
      </p:sp>
      <p:graphicFrame>
        <p:nvGraphicFramePr>
          <p:cNvPr id="60426" name="Object 13"/>
          <p:cNvGraphicFramePr>
            <a:graphicFrameLocks noChangeAspect="1"/>
          </p:cNvGraphicFramePr>
          <p:nvPr/>
        </p:nvGraphicFramePr>
        <p:xfrm>
          <a:off x="6888163" y="2708275"/>
          <a:ext cx="2879725" cy="2665413"/>
        </p:xfrm>
        <a:graphic>
          <a:graphicData uri="http://schemas.openxmlformats.org/presentationml/2006/ole">
            <mc:AlternateContent xmlns:mc="http://schemas.openxmlformats.org/markup-compatibility/2006">
              <mc:Choice xmlns:v="urn:schemas-microsoft-com:vml" Requires="v">
                <p:oleObj spid="_x0000_s1025" name="Visio" r:id="rId1" imgW="4660900" imgH="4385945" progId="">
                  <p:embed/>
                </p:oleObj>
              </mc:Choice>
              <mc:Fallback>
                <p:oleObj name="Visio" r:id="rId1" imgW="4660900" imgH="4385945" progId="">
                  <p:embed/>
                  <p:pic>
                    <p:nvPicPr>
                      <p:cNvPr id="0" name="Object 13"/>
                      <p:cNvPicPr>
                        <a:picLocks noChangeAspect="1"/>
                      </p:cNvPicPr>
                      <p:nvPr/>
                    </p:nvPicPr>
                    <p:blipFill>
                      <a:blip r:embed="rId2"/>
                      <a:stretch>
                        <a:fillRect/>
                      </a:stretch>
                    </p:blipFill>
                    <p:spPr>
                      <a:xfrm>
                        <a:off x="6888163" y="2708275"/>
                        <a:ext cx="2879725" cy="2665413"/>
                      </a:xfrm>
                      <a:prstGeom prst="rect">
                        <a:avLst/>
                      </a:prstGeom>
                      <a:noFill/>
                      <a:ln w="9525">
                        <a:noFill/>
                      </a:ln>
                    </p:spPr>
                  </p:pic>
                </p:oleObj>
              </mc:Fallback>
            </mc:AlternateContent>
          </a:graphicData>
        </a:graphic>
      </p:graphicFrame>
      <p:sp>
        <p:nvSpPr>
          <p:cNvPr id="32" name="圆角矩形 31"/>
          <p:cNvSpPr/>
          <p:nvPr/>
        </p:nvSpPr>
        <p:spPr>
          <a:xfrm>
            <a:off x="2279650" y="3213100"/>
            <a:ext cx="3816350" cy="863600"/>
          </a:xfrm>
          <a:prstGeom prst="roundRect">
            <a:avLst>
              <a:gd name="adj" fmla="val 11720"/>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spcBef>
                <a:spcPct val="50000"/>
              </a:spcBef>
              <a:defRPr/>
            </a:pPr>
            <a:endParaRPr lang="zh-CN" altLang="en-US" b="1">
              <a:solidFill>
                <a:srgbClr val="FFFFFF"/>
              </a:solidFill>
              <a:latin typeface="微软雅黑" panose="020B0503020204020204" charset="-122"/>
              <a:ea typeface="微软雅黑" panose="020B0503020204020204" charset="-122"/>
            </a:endParaRPr>
          </a:p>
        </p:txBody>
      </p:sp>
      <p:sp>
        <p:nvSpPr>
          <p:cNvPr id="60428" name="Rectangle 14"/>
          <p:cNvSpPr>
            <a:spLocks noChangeArrowheads="1"/>
          </p:cNvSpPr>
          <p:nvPr/>
        </p:nvSpPr>
        <p:spPr bwMode="auto">
          <a:xfrm>
            <a:off x="2351088" y="4221163"/>
            <a:ext cx="3816350" cy="1168400"/>
          </a:xfrm>
          <a:prstGeom prst="rect">
            <a:avLst/>
          </a:prstGeom>
          <a:noFill/>
          <a:ln w="9525">
            <a:noFill/>
            <a:miter lim="800000"/>
          </a:ln>
        </p:spPr>
        <p:txBody>
          <a:bodyPr>
            <a:spAutoFit/>
          </a:bodyPr>
          <a:lstStyle/>
          <a:p>
            <a:pPr eaLnBrk="1" hangingPunct="1">
              <a:spcBef>
                <a:spcPct val="100000"/>
              </a:spcBef>
              <a:buClr>
                <a:schemeClr val="accent2"/>
              </a:buClr>
              <a:buFont typeface="Wingdings" panose="05000000000000000000" pitchFamily="2" charset="2"/>
              <a:buNone/>
            </a:pPr>
            <a:r>
              <a:rPr lang="zh-CN" altLang="en-US" sz="1400" b="1" dirty="0">
                <a:solidFill>
                  <a:srgbClr val="03070D"/>
                </a:solidFill>
                <a:latin typeface="微软雅黑" panose="020B0503020204020204" charset="-122"/>
                <a:ea typeface="微软雅黑" panose="020B0503020204020204" charset="-122"/>
              </a:rPr>
              <a:t>发明人发现，水灰比在 </a:t>
            </a:r>
            <a:r>
              <a:rPr lang="en-US" altLang="zh-CN" sz="1400" b="1" dirty="0">
                <a:solidFill>
                  <a:srgbClr val="03070D"/>
                </a:solidFill>
                <a:latin typeface="微软雅黑" panose="020B0503020204020204" charset="-122"/>
                <a:ea typeface="微软雅黑" panose="020B0503020204020204" charset="-122"/>
              </a:rPr>
              <a:t>0.7-0.75 </a:t>
            </a:r>
            <a:r>
              <a:rPr lang="zh-CN" altLang="en-US" sz="1400" b="1" dirty="0">
                <a:solidFill>
                  <a:srgbClr val="03070D"/>
                </a:solidFill>
                <a:latin typeface="微软雅黑" panose="020B0503020204020204" charset="-122"/>
                <a:ea typeface="微软雅黑" panose="020B0503020204020204" charset="-122"/>
              </a:rPr>
              <a:t>范围内，其强度超过 </a:t>
            </a:r>
            <a:r>
              <a:rPr lang="en-US" altLang="zh-CN" sz="1400" b="1" dirty="0">
                <a:solidFill>
                  <a:srgbClr val="03070D"/>
                </a:solidFill>
                <a:latin typeface="微软雅黑" panose="020B0503020204020204" charset="-122"/>
                <a:ea typeface="微软雅黑" panose="020B0503020204020204" charset="-122"/>
              </a:rPr>
              <a:t>0.2 </a:t>
            </a:r>
            <a:r>
              <a:rPr lang="zh-CN" altLang="en-US" sz="1400" b="1" dirty="0">
                <a:solidFill>
                  <a:srgbClr val="03070D"/>
                </a:solidFill>
                <a:latin typeface="微软雅黑" panose="020B0503020204020204" charset="-122"/>
                <a:ea typeface="微软雅黑" panose="020B0503020204020204" charset="-122"/>
              </a:rPr>
              <a:t>的。</a:t>
            </a:r>
            <a:endParaRPr lang="en-US" altLang="zh-CN" sz="1400" b="1" dirty="0">
              <a:solidFill>
                <a:srgbClr val="03070D"/>
              </a:solidFill>
              <a:latin typeface="微软雅黑" panose="020B0503020204020204" charset="-122"/>
              <a:ea typeface="微软雅黑" panose="020B0503020204020204" charset="-122"/>
            </a:endParaRPr>
          </a:p>
          <a:p>
            <a:pPr eaLnBrk="1" hangingPunct="1">
              <a:spcBef>
                <a:spcPct val="100000"/>
              </a:spcBef>
              <a:buClr>
                <a:schemeClr val="accent2"/>
              </a:buClr>
            </a:pPr>
            <a:r>
              <a:rPr lang="zh-CN" altLang="en-US" sz="1400" b="1" dirty="0">
                <a:solidFill>
                  <a:srgbClr val="03070D"/>
                </a:solidFill>
                <a:latin typeface="微软雅黑" panose="020B0503020204020204" charset="-122"/>
                <a:ea typeface="微软雅黑" panose="020B0503020204020204" charset="-122"/>
              </a:rPr>
              <a:t>水灰比在 </a:t>
            </a:r>
            <a:r>
              <a:rPr lang="en-US" altLang="zh-CN" sz="1400" b="1" dirty="0">
                <a:solidFill>
                  <a:srgbClr val="03070D"/>
                </a:solidFill>
                <a:latin typeface="微软雅黑" panose="020B0503020204020204" charset="-122"/>
                <a:ea typeface="微软雅黑" panose="020B0503020204020204" charset="-122"/>
              </a:rPr>
              <a:t>0.7-0.75 </a:t>
            </a:r>
            <a:r>
              <a:rPr lang="zh-CN" altLang="en-US" sz="1400" b="1" dirty="0">
                <a:solidFill>
                  <a:srgbClr val="03070D"/>
                </a:solidFill>
                <a:latin typeface="微软雅黑" panose="020B0503020204020204" charset="-122"/>
                <a:ea typeface="微软雅黑" panose="020B0503020204020204" charset="-122"/>
              </a:rPr>
              <a:t>的混凝土则可以成为新的发明。</a:t>
            </a:r>
            <a:endParaRPr lang="zh-CN" altLang="en-US" sz="1400" b="1" dirty="0">
              <a:solidFill>
                <a:srgbClr val="03070D"/>
              </a:solidFill>
              <a:latin typeface="微软雅黑" panose="020B0503020204020204" charset="-122"/>
              <a:ea typeface="微软雅黑" panose="020B0503020204020204" charset="-122"/>
            </a:endParaRPr>
          </a:p>
        </p:txBody>
      </p:sp>
      <p:sp>
        <p:nvSpPr>
          <p:cNvPr id="60429" name="Rectangle 5"/>
          <p:cNvSpPr>
            <a:spLocks noChangeArrowheads="1"/>
          </p:cNvSpPr>
          <p:nvPr/>
        </p:nvSpPr>
        <p:spPr bwMode="auto">
          <a:xfrm>
            <a:off x="3216275" y="3267075"/>
            <a:ext cx="2663825" cy="737235"/>
          </a:xfrm>
          <a:prstGeom prst="rect">
            <a:avLst/>
          </a:prstGeom>
          <a:noFill/>
          <a:ln w="9525">
            <a:noFill/>
            <a:miter lim="800000"/>
          </a:ln>
        </p:spPr>
        <p:txBody>
          <a:bodyPr>
            <a:spAutoFit/>
          </a:bodyPr>
          <a:lstStyle/>
          <a:p>
            <a:pPr eaLnBrk="1" hangingPunct="1">
              <a:spcBef>
                <a:spcPct val="100000"/>
              </a:spcBef>
              <a:buClr>
                <a:schemeClr val="accent2"/>
              </a:buClr>
              <a:buFont typeface="Wingdings" panose="05000000000000000000" pitchFamily="2" charset="2"/>
              <a:buNone/>
            </a:pPr>
            <a:r>
              <a:rPr lang="zh-CN" altLang="en-US" sz="1400" b="1">
                <a:solidFill>
                  <a:srgbClr val="595959"/>
                </a:solidFill>
                <a:latin typeface="微软雅黑" panose="020B0503020204020204" charset="-122"/>
                <a:ea typeface="微软雅黑" panose="020B0503020204020204" charset="-122"/>
              </a:rPr>
              <a:t>现有技术中，给出了</a:t>
            </a:r>
            <a:r>
              <a:rPr lang="en-US" altLang="zh-CN" sz="1400" b="1">
                <a:solidFill>
                  <a:srgbClr val="595959"/>
                </a:solidFill>
                <a:latin typeface="微软雅黑" panose="020B0503020204020204" charset="-122"/>
                <a:ea typeface="微软雅黑" panose="020B0503020204020204" charset="-122"/>
              </a:rPr>
              <a:t>3</a:t>
            </a:r>
            <a:r>
              <a:rPr lang="zh-CN" altLang="en-US" sz="1400" b="1">
                <a:solidFill>
                  <a:srgbClr val="595959"/>
                </a:solidFill>
                <a:latin typeface="微软雅黑" panose="020B0503020204020204" charset="-122"/>
                <a:ea typeface="微软雅黑" panose="020B0503020204020204" charset="-122"/>
              </a:rPr>
              <a:t>个水灰比数值，并认为随着水灰比增加抗压强度降低。</a:t>
            </a:r>
            <a:endParaRPr lang="zh-CN" altLang="en-US" sz="1400" b="1">
              <a:solidFill>
                <a:srgbClr val="595959"/>
              </a:solidFill>
              <a:latin typeface="微软雅黑" panose="020B0503020204020204" charset="-122"/>
              <a:ea typeface="微软雅黑" panose="020B0503020204020204" charset="-122"/>
            </a:endParaRPr>
          </a:p>
        </p:txBody>
      </p:sp>
      <p:sp>
        <p:nvSpPr>
          <p:cNvPr id="60430" name="TextBox 32"/>
          <p:cNvSpPr txBox="1">
            <a:spLocks noChangeArrowheads="1"/>
          </p:cNvSpPr>
          <p:nvPr/>
        </p:nvSpPr>
        <p:spPr bwMode="auto">
          <a:xfrm>
            <a:off x="2351088" y="3357563"/>
            <a:ext cx="1584325" cy="573405"/>
          </a:xfrm>
          <a:prstGeom prst="rect">
            <a:avLst/>
          </a:prstGeom>
          <a:noFill/>
          <a:ln w="9525">
            <a:noFill/>
            <a:miter lim="800000"/>
          </a:ln>
        </p:spPr>
        <p:txBody>
          <a:bodyPr>
            <a:spAutoFit/>
          </a:bodyPr>
          <a:lstStyle/>
          <a:p>
            <a:pPr>
              <a:lnSpc>
                <a:spcPts val="1400"/>
              </a:lnSpc>
              <a:spcBef>
                <a:spcPct val="50000"/>
              </a:spcBef>
            </a:pPr>
            <a:r>
              <a:rPr lang="zh-CN" altLang="en-US" sz="1600" b="1">
                <a:solidFill>
                  <a:srgbClr val="595959"/>
                </a:solidFill>
                <a:latin typeface="微软雅黑" panose="020B0503020204020204" charset="-122"/>
                <a:ea typeface="微软雅黑" panose="020B0503020204020204" charset="-122"/>
              </a:rPr>
              <a:t>背景</a:t>
            </a:r>
            <a:endParaRPr lang="en-US" altLang="zh-CN" sz="1600" b="1">
              <a:solidFill>
                <a:srgbClr val="595959"/>
              </a:solidFill>
              <a:latin typeface="微软雅黑" panose="020B0503020204020204" charset="-122"/>
              <a:ea typeface="微软雅黑" panose="020B0503020204020204" charset="-122"/>
            </a:endParaRPr>
          </a:p>
          <a:p>
            <a:pPr>
              <a:lnSpc>
                <a:spcPts val="1400"/>
              </a:lnSpc>
              <a:spcBef>
                <a:spcPct val="50000"/>
              </a:spcBef>
            </a:pPr>
            <a:r>
              <a:rPr lang="zh-CN" altLang="en-US" sz="1600" b="1">
                <a:solidFill>
                  <a:srgbClr val="595959"/>
                </a:solidFill>
                <a:latin typeface="微软雅黑" panose="020B0503020204020204" charset="-122"/>
                <a:ea typeface="微软雅黑" panose="020B0503020204020204" charset="-122"/>
              </a:rPr>
              <a:t>技术</a:t>
            </a:r>
            <a:endParaRPr lang="zh-CN" altLang="en-US" sz="1600" b="1">
              <a:solidFill>
                <a:srgbClr val="595959"/>
              </a:solidFill>
              <a:latin typeface="微软雅黑" panose="020B0503020204020204" charset="-122"/>
              <a:ea typeface="微软雅黑" panose="020B0503020204020204" charset="-122"/>
            </a:endParaRPr>
          </a:p>
        </p:txBody>
      </p:sp>
      <p:cxnSp>
        <p:nvCxnSpPr>
          <p:cNvPr id="35" name="直接连接符 34"/>
          <p:cNvCxnSpPr/>
          <p:nvPr/>
        </p:nvCxnSpPr>
        <p:spPr>
          <a:xfrm>
            <a:off x="3071813" y="3284538"/>
            <a:ext cx="0" cy="649287"/>
          </a:xfrm>
          <a:prstGeom prst="line">
            <a:avLst/>
          </a:prstGeom>
          <a:ln w="38100">
            <a:solidFill>
              <a:schemeClr val="tx1">
                <a:lumMod val="65000"/>
                <a:lumOff val="3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97485" y="532765"/>
            <a:ext cx="519430" cy="408940"/>
            <a:chOff x="110" y="450"/>
            <a:chExt cx="818" cy="644"/>
          </a:xfrm>
        </p:grpSpPr>
        <p:sp>
          <p:nvSpPr>
            <p:cNvPr id="5"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custDataLst>
              <p:tags r:id="rId5"/>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en-US" sz="3200" b="1" dirty="0">
                <a:latin typeface="微软雅黑" panose="020B0503020204020204" charset="-122"/>
                <a:ea typeface="微软雅黑" panose="020B0503020204020204" charset="-122"/>
                <a:cs typeface="思源黑体 CN Bold" panose="020B0800000000000000" charset="-122"/>
                <a:sym typeface="+mn-ea"/>
              </a:rPr>
              <a:t>发明类型</a:t>
            </a:r>
            <a:r>
              <a:rPr lang="zh-CN" altLang="zh-CN" sz="3200" b="1" dirty="0">
                <a:latin typeface="微软雅黑" panose="020B0503020204020204" charset="-122"/>
                <a:ea typeface="微软雅黑" panose="020B0503020204020204" charset="-122"/>
                <a:cs typeface="思源黑体 CN Bold" panose="020B0800000000000000" charset="-122"/>
                <a:sym typeface="+mn-ea"/>
              </a:rPr>
              <a:t>（</a:t>
            </a: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选择发明）</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五边形 13"/>
          <p:cNvSpPr/>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3690918" y="1357298"/>
            <a:ext cx="4929222" cy="475451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charset="-122"/>
              <a:ea typeface="微软雅黑" panose="020B0503020204020204" charset="-122"/>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椭圆 4"/>
          <p:cNvSpPr/>
          <p:nvPr/>
        </p:nvSpPr>
        <p:spPr>
          <a:xfrm>
            <a:off x="5191116" y="2786058"/>
            <a:ext cx="2000264" cy="185738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latin typeface="微软雅黑" panose="020B0503020204020204" charset="-122"/>
                <a:ea typeface="微软雅黑" panose="020B0503020204020204" charset="-122"/>
              </a:rPr>
              <a:t>专利</a:t>
            </a:r>
            <a:endParaRPr lang="zh-CN" altLang="en-US" sz="2800" b="1" dirty="0">
              <a:latin typeface="微软雅黑" panose="020B0503020204020204" charset="-122"/>
              <a:ea typeface="微软雅黑" panose="020B0503020204020204" charset="-122"/>
            </a:endParaRPr>
          </a:p>
        </p:txBody>
      </p:sp>
      <p:sp>
        <p:nvSpPr>
          <p:cNvPr id="7" name="椭圆 6"/>
          <p:cNvSpPr/>
          <p:nvPr/>
        </p:nvSpPr>
        <p:spPr>
          <a:xfrm>
            <a:off x="5405430" y="1357298"/>
            <a:ext cx="1500198" cy="1428760"/>
          </a:xfrm>
          <a:prstGeom prst="ellips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charset="-122"/>
                <a:ea typeface="微软雅黑" panose="020B0503020204020204" charset="-122"/>
              </a:rPr>
              <a:t>新颖性</a:t>
            </a:r>
            <a:endParaRPr lang="zh-CN" altLang="en-US" sz="2000" b="1" dirty="0">
              <a:latin typeface="微软雅黑" panose="020B0503020204020204" charset="-122"/>
              <a:ea typeface="微软雅黑" panose="020B0503020204020204" charset="-122"/>
            </a:endParaRPr>
          </a:p>
        </p:txBody>
      </p:sp>
      <p:sp>
        <p:nvSpPr>
          <p:cNvPr id="8" name="椭圆 7"/>
          <p:cNvSpPr/>
          <p:nvPr/>
        </p:nvSpPr>
        <p:spPr>
          <a:xfrm>
            <a:off x="3976670" y="3857628"/>
            <a:ext cx="1500198" cy="1500198"/>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charset="-122"/>
                <a:ea typeface="微软雅黑" panose="020B0503020204020204" charset="-122"/>
              </a:rPr>
              <a:t>实用性</a:t>
            </a:r>
            <a:endParaRPr lang="zh-CN" altLang="en-US" sz="2000" b="1" dirty="0">
              <a:latin typeface="微软雅黑" panose="020B0503020204020204" charset="-122"/>
              <a:ea typeface="微软雅黑" panose="020B0503020204020204" charset="-122"/>
            </a:endParaRPr>
          </a:p>
        </p:txBody>
      </p:sp>
      <p:sp>
        <p:nvSpPr>
          <p:cNvPr id="9" name="椭圆 8"/>
          <p:cNvSpPr/>
          <p:nvPr/>
        </p:nvSpPr>
        <p:spPr>
          <a:xfrm>
            <a:off x="6977066" y="3786190"/>
            <a:ext cx="1428760" cy="142876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solidFill>
                  <a:schemeClr val="bg1"/>
                </a:solidFill>
                <a:latin typeface="微软雅黑" panose="020B0503020204020204" charset="-122"/>
                <a:ea typeface="微软雅黑" panose="020B0503020204020204" charset="-122"/>
              </a:rPr>
              <a:t>创造性</a:t>
            </a:r>
            <a:endParaRPr lang="zh-CN" altLang="en-US" sz="2000" b="1" dirty="0" smtClean="0">
              <a:solidFill>
                <a:schemeClr val="bg1"/>
              </a:solidFill>
              <a:latin typeface="微软雅黑" panose="020B0503020204020204" charset="-122"/>
              <a:ea typeface="微软雅黑" panose="020B0503020204020204" charset="-122"/>
            </a:endParaRPr>
          </a:p>
        </p:txBody>
      </p:sp>
      <p:sp>
        <p:nvSpPr>
          <p:cNvPr id="12" name="五边形 11"/>
          <p:cNvSpPr/>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p:cNvSpPr txBox="1"/>
          <p:nvPr/>
        </p:nvSpPr>
        <p:spPr>
          <a:xfrm>
            <a:off x="10906143" y="320589"/>
            <a:ext cx="1097280" cy="645160"/>
          </a:xfrm>
          <a:prstGeom prst="rect">
            <a:avLst/>
          </a:prstGeom>
          <a:no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sp>
        <p:nvSpPr>
          <p:cNvPr id="2" name="矩形 1"/>
          <p:cNvSpPr/>
          <p:nvPr>
            <p:custDataLst>
              <p:tags r:id="rId1"/>
            </p:custDataLst>
          </p:nvPr>
        </p:nvSpPr>
        <p:spPr>
          <a:xfrm>
            <a:off x="1034127" y="558679"/>
            <a:ext cx="30276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专利权授予条件</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6"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TextBox 6"/>
          <p:cNvSpPr txBox="1"/>
          <p:nvPr/>
        </p:nvSpPr>
        <p:spPr>
          <a:xfrm>
            <a:off x="4319582" y="559099"/>
            <a:ext cx="908574" cy="408194"/>
          </a:xfrm>
          <a:prstGeom prst="roundRect">
            <a:avLst/>
          </a:prstGeom>
          <a:solidFill>
            <a:schemeClr val="tx1"/>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新颖性</a:t>
            </a:r>
            <a:endParaRPr lang="en-US" altLang="zh-CN" b="1" dirty="0" smtClean="0">
              <a:solidFill>
                <a:schemeClr val="bg1"/>
              </a:solidFill>
              <a:latin typeface="微软雅黑" panose="020B0503020204020204" charset="-122"/>
              <a:ea typeface="微软雅黑" panose="020B0503020204020204" charset="-122"/>
            </a:endParaRPr>
          </a:p>
        </p:txBody>
      </p:sp>
      <p:sp>
        <p:nvSpPr>
          <p:cNvPr id="8" name="圆角矩形 7"/>
          <p:cNvSpPr/>
          <p:nvPr/>
        </p:nvSpPr>
        <p:spPr>
          <a:xfrm>
            <a:off x="2106930" y="1657350"/>
            <a:ext cx="9409430" cy="4143375"/>
          </a:xfrm>
          <a:prstGeom prst="roundRect">
            <a:avLst>
              <a:gd name="adj" fmla="val 875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指申请日以前没有同样的发明创造</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在国内外的出版物上</a:t>
            </a:r>
            <a:r>
              <a:rPr lang="zh-CN" altLang="en-US" sz="2400" b="1" u="sng" dirty="0" smtClean="0">
                <a:solidFill>
                  <a:schemeClr val="accent2"/>
                </a:solidFill>
                <a:latin typeface="微软雅黑" panose="020B0503020204020204" charset="-122"/>
                <a:ea typeface="微软雅黑" panose="020B0503020204020204" charset="-122"/>
              </a:rPr>
              <a:t>公开发表</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过，</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在国内外</a:t>
            </a:r>
            <a:r>
              <a:rPr lang="zh-CN" altLang="en-US" sz="2400" b="1" u="sng" dirty="0" smtClean="0">
                <a:solidFill>
                  <a:schemeClr val="accent2"/>
                </a:solidFill>
                <a:latin typeface="微软雅黑" panose="020B0503020204020204" charset="-122"/>
                <a:ea typeface="微软雅黑" panose="020B0503020204020204" charset="-122"/>
              </a:rPr>
              <a:t>公开使用</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过或者以其他方式为公众所知，     </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32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也没有同样的发明和实用新型由他人向国务院专利行政部门提出过申请并记载在申请日以后公布的专利申请文件中；</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9" name="TextBox 8"/>
          <p:cNvSpPr txBox="1"/>
          <p:nvPr/>
        </p:nvSpPr>
        <p:spPr>
          <a:xfrm>
            <a:off x="1678279" y="1643050"/>
            <a:ext cx="1306196" cy="578486"/>
          </a:xfrm>
          <a:prstGeom prst="roundRect">
            <a:avLst/>
          </a:prstGeom>
          <a:solidFill>
            <a:schemeClr val="tx1"/>
          </a:solidFill>
        </p:spPr>
        <p:txBody>
          <a:bodyPr wrap="none" rtlCol="0">
            <a:spAutoFit/>
          </a:bodyPr>
          <a:lstStyle/>
          <a:p>
            <a:r>
              <a:rPr lang="zh-CN" altLang="en-US" sz="2800" b="1" dirty="0" smtClean="0">
                <a:solidFill>
                  <a:schemeClr val="bg1"/>
                </a:solidFill>
                <a:latin typeface="微软雅黑" panose="020B0503020204020204" charset="-122"/>
                <a:ea typeface="微软雅黑" panose="020B0503020204020204" charset="-122"/>
              </a:rPr>
              <a:t>新颖性</a:t>
            </a:r>
            <a:endParaRPr lang="en-US" altLang="zh-CN" sz="2800" b="1" dirty="0" smtClean="0">
              <a:solidFill>
                <a:schemeClr val="bg1"/>
              </a:solidFill>
              <a:latin typeface="微软雅黑" panose="020B0503020204020204" charset="-122"/>
              <a:ea typeface="微软雅黑" panose="020B0503020204020204" charset="-122"/>
            </a:endParaRPr>
          </a:p>
        </p:txBody>
      </p:sp>
      <p:pic>
        <p:nvPicPr>
          <p:cNvPr id="10" name="Picture 3"/>
          <p:cNvPicPr>
            <a:picLocks noChangeAspect="1" noChangeArrowheads="1"/>
          </p:cNvPicPr>
          <p:nvPr/>
        </p:nvPicPr>
        <p:blipFill>
          <a:blip r:embed="rId1"/>
          <a:srcRect/>
          <a:stretch>
            <a:fillRect/>
          </a:stretch>
        </p:blipFill>
        <p:spPr bwMode="auto">
          <a:xfrm>
            <a:off x="1944027" y="2548884"/>
            <a:ext cx="406400" cy="393700"/>
          </a:xfrm>
          <a:prstGeom prst="rect">
            <a:avLst/>
          </a:prstGeom>
          <a:noFill/>
          <a:ln w="9525">
            <a:noFill/>
            <a:miter lim="800000"/>
            <a:headEnd/>
            <a:tailEnd/>
          </a:ln>
          <a:effectLst/>
        </p:spPr>
      </p:pic>
      <p:pic>
        <p:nvPicPr>
          <p:cNvPr id="11" name="Picture 3"/>
          <p:cNvPicPr>
            <a:picLocks noChangeAspect="1" noChangeArrowheads="1"/>
          </p:cNvPicPr>
          <p:nvPr/>
        </p:nvPicPr>
        <p:blipFill>
          <a:blip r:embed="rId1"/>
          <a:srcRect/>
          <a:stretch>
            <a:fillRect/>
          </a:stretch>
        </p:blipFill>
        <p:spPr bwMode="auto">
          <a:xfrm>
            <a:off x="1944027" y="3191826"/>
            <a:ext cx="406400" cy="393700"/>
          </a:xfrm>
          <a:prstGeom prst="rect">
            <a:avLst/>
          </a:prstGeom>
          <a:noFill/>
          <a:ln w="9525">
            <a:noFill/>
            <a:miter lim="800000"/>
            <a:headEnd/>
            <a:tailEnd/>
          </a:ln>
          <a:effectLst/>
        </p:spPr>
      </p:pic>
      <p:pic>
        <p:nvPicPr>
          <p:cNvPr id="12" name="Picture 3"/>
          <p:cNvPicPr>
            <a:picLocks noChangeAspect="1" noChangeArrowheads="1"/>
          </p:cNvPicPr>
          <p:nvPr/>
        </p:nvPicPr>
        <p:blipFill>
          <a:blip r:embed="rId1"/>
          <a:srcRect/>
          <a:stretch>
            <a:fillRect/>
          </a:stretch>
        </p:blipFill>
        <p:spPr bwMode="auto">
          <a:xfrm>
            <a:off x="1944027" y="4012572"/>
            <a:ext cx="406400" cy="393700"/>
          </a:xfrm>
          <a:prstGeom prst="rect">
            <a:avLst/>
          </a:prstGeom>
          <a:noFill/>
          <a:ln w="9525">
            <a:noFill/>
            <a:miter lim="800000"/>
            <a:headEnd/>
            <a:tailEnd/>
          </a:ln>
          <a:effectLst/>
        </p:spPr>
      </p:pic>
      <p:sp>
        <p:nvSpPr>
          <p:cNvPr id="2" name="矩形 1"/>
          <p:cNvSpPr/>
          <p:nvPr>
            <p:custDataLst>
              <p:tags r:id="rId2"/>
            </p:custDataLst>
          </p:nvPr>
        </p:nvSpPr>
        <p:spPr>
          <a:xfrm>
            <a:off x="1034127" y="558679"/>
            <a:ext cx="30276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专利权授予条件</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3" name="组合 2"/>
          <p:cNvGrpSpPr/>
          <p:nvPr/>
        </p:nvGrpSpPr>
        <p:grpSpPr>
          <a:xfrm>
            <a:off x="197485" y="570865"/>
            <a:ext cx="519430" cy="408940"/>
            <a:chOff x="110" y="450"/>
            <a:chExt cx="818" cy="644"/>
          </a:xfrm>
        </p:grpSpPr>
        <p:sp>
          <p:nvSpPr>
            <p:cNvPr id="5"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4" name="五边形 13"/>
          <p:cNvSpPr/>
          <p:nvPr>
            <p:custDataLst>
              <p:tags r:id="rId5"/>
            </p:custDataLst>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五边形 12"/>
          <p:cNvSpPr/>
          <p:nvPr>
            <p:custDataLst>
              <p:tags r:id="rId6"/>
            </p:custDataLst>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TextBox 12"/>
          <p:cNvSpPr txBox="1"/>
          <p:nvPr>
            <p:custDataLst>
              <p:tags r:id="rId7"/>
            </p:custDataLst>
          </p:nvPr>
        </p:nvSpPr>
        <p:spPr>
          <a:xfrm>
            <a:off x="10906143" y="311064"/>
            <a:ext cx="1097280" cy="64516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TextBox 6"/>
          <p:cNvSpPr txBox="1"/>
          <p:nvPr/>
        </p:nvSpPr>
        <p:spPr>
          <a:xfrm>
            <a:off x="4319264" y="559097"/>
            <a:ext cx="908574" cy="408194"/>
          </a:xfrm>
          <a:prstGeom prst="roundRect">
            <a:avLst/>
          </a:prstGeom>
          <a:solidFill>
            <a:schemeClr val="bg1">
              <a:lumMod val="85000"/>
            </a:schemeClr>
          </a:solidFill>
        </p:spPr>
        <p:txBody>
          <a:bodyPr wrap="none" rtlCol="0">
            <a:spAutoFit/>
          </a:bodyPr>
          <a:lstStyle/>
          <a:p>
            <a:r>
              <a:rPr lang="zh-CN" altLang="en-US" b="1" dirty="0" smtClean="0">
                <a:latin typeface="微软雅黑" panose="020B0503020204020204" charset="-122"/>
                <a:ea typeface="微软雅黑" panose="020B0503020204020204" charset="-122"/>
              </a:rPr>
              <a:t>创造性</a:t>
            </a:r>
            <a:endParaRPr lang="en-US" altLang="zh-CN" b="1" dirty="0" smtClean="0">
              <a:latin typeface="微软雅黑" panose="020B0503020204020204" charset="-122"/>
              <a:ea typeface="微软雅黑" panose="020B0503020204020204" charset="-122"/>
            </a:endParaRPr>
          </a:p>
        </p:txBody>
      </p:sp>
      <p:sp>
        <p:nvSpPr>
          <p:cNvPr id="8" name="圆角矩形 7"/>
          <p:cNvSpPr/>
          <p:nvPr/>
        </p:nvSpPr>
        <p:spPr>
          <a:xfrm>
            <a:off x="2238375" y="1714500"/>
            <a:ext cx="8916035" cy="1929765"/>
          </a:xfrm>
          <a:prstGeom prst="roundRect">
            <a:avLst>
              <a:gd name="adj" fmla="val 875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指同申请日以前发明创造由他人向专利局</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32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提出过申请并记载在申请日以后公布已有的技术相比，该发明创造具有实质性特点和进步；</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9" name="TextBox 8"/>
          <p:cNvSpPr txBox="1"/>
          <p:nvPr/>
        </p:nvSpPr>
        <p:spPr>
          <a:xfrm>
            <a:off x="1775434" y="1643050"/>
            <a:ext cx="1306196" cy="578486"/>
          </a:xfrm>
          <a:prstGeom prst="roundRect">
            <a:avLst/>
          </a:prstGeom>
          <a:solidFill>
            <a:schemeClr val="bg1">
              <a:lumMod val="85000"/>
            </a:schemeClr>
          </a:solidFill>
        </p:spPr>
        <p:txBody>
          <a:bodyPr wrap="none" rtlCol="0">
            <a:spAutoFit/>
          </a:bodyPr>
          <a:lstStyle/>
          <a:p>
            <a:r>
              <a:rPr lang="zh-CN" altLang="en-US" sz="2800" b="1" dirty="0" smtClean="0">
                <a:latin typeface="微软雅黑" panose="020B0503020204020204" charset="-122"/>
                <a:ea typeface="微软雅黑" panose="020B0503020204020204" charset="-122"/>
              </a:rPr>
              <a:t>创造性</a:t>
            </a:r>
            <a:endParaRPr lang="en-US" altLang="zh-CN" sz="2800" b="1" dirty="0" smtClean="0">
              <a:latin typeface="微软雅黑" panose="020B0503020204020204" charset="-122"/>
              <a:ea typeface="微软雅黑" panose="020B0503020204020204" charset="-122"/>
            </a:endParaRPr>
          </a:p>
        </p:txBody>
      </p:sp>
      <p:pic>
        <p:nvPicPr>
          <p:cNvPr id="10" name="Picture 3"/>
          <p:cNvPicPr>
            <a:picLocks noChangeAspect="1" noChangeArrowheads="1"/>
          </p:cNvPicPr>
          <p:nvPr/>
        </p:nvPicPr>
        <p:blipFill>
          <a:blip r:embed="rId1"/>
          <a:srcRect/>
          <a:stretch>
            <a:fillRect/>
          </a:stretch>
        </p:blipFill>
        <p:spPr bwMode="auto">
          <a:xfrm>
            <a:off x="1881162" y="2571744"/>
            <a:ext cx="406400" cy="393700"/>
          </a:xfrm>
          <a:prstGeom prst="rect">
            <a:avLst/>
          </a:prstGeom>
          <a:noFill/>
          <a:ln w="9525">
            <a:noFill/>
            <a:miter lim="800000"/>
            <a:headEnd/>
            <a:tailEnd/>
          </a:ln>
          <a:effectLst/>
        </p:spPr>
      </p:pic>
      <p:sp>
        <p:nvSpPr>
          <p:cNvPr id="13" name="矩形 12"/>
          <p:cNvSpPr/>
          <p:nvPr/>
        </p:nvSpPr>
        <p:spPr>
          <a:xfrm>
            <a:off x="2657449" y="4714884"/>
            <a:ext cx="1785950" cy="928694"/>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2D050"/>
              </a:solidFill>
            </a:endParaRPr>
          </a:p>
        </p:txBody>
      </p:sp>
      <p:sp>
        <p:nvSpPr>
          <p:cNvPr id="14" name="矩形 13"/>
          <p:cNvSpPr/>
          <p:nvPr/>
        </p:nvSpPr>
        <p:spPr>
          <a:xfrm>
            <a:off x="2657449" y="3786190"/>
            <a:ext cx="1714512" cy="92869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燕尾形 14"/>
          <p:cNvSpPr/>
          <p:nvPr/>
        </p:nvSpPr>
        <p:spPr>
          <a:xfrm>
            <a:off x="3729019" y="3786190"/>
            <a:ext cx="6215106" cy="928694"/>
          </a:xfrm>
          <a:prstGeom prst="chevron">
            <a:avLst>
              <a:gd name="adj" fmla="val 29541"/>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charset="-122"/>
                <a:ea typeface="微软雅黑" panose="020B0503020204020204" charset="-122"/>
              </a:rPr>
              <a:t>具有</a:t>
            </a:r>
            <a:r>
              <a:rPr lang="zh-CN" altLang="en-US" b="1" dirty="0" smtClean="0">
                <a:solidFill>
                  <a:schemeClr val="accent2"/>
                </a:solidFill>
                <a:latin typeface="微软雅黑" panose="020B0503020204020204" charset="-122"/>
                <a:ea typeface="微软雅黑" panose="020B0503020204020204" charset="-122"/>
              </a:rPr>
              <a:t>突出的</a:t>
            </a:r>
            <a:r>
              <a:rPr lang="zh-CN" altLang="en-US" dirty="0" smtClean="0">
                <a:latin typeface="微软雅黑" panose="020B0503020204020204" charset="-122"/>
                <a:ea typeface="微软雅黑" panose="020B0503020204020204" charset="-122"/>
              </a:rPr>
              <a:t>实质性特点和</a:t>
            </a:r>
            <a:r>
              <a:rPr lang="zh-CN" altLang="en-US" b="1" dirty="0" smtClean="0">
                <a:solidFill>
                  <a:schemeClr val="accent2"/>
                </a:solidFill>
                <a:latin typeface="微软雅黑" panose="020B0503020204020204" charset="-122"/>
                <a:ea typeface="微软雅黑" panose="020B0503020204020204" charset="-122"/>
              </a:rPr>
              <a:t>显著的</a:t>
            </a:r>
            <a:r>
              <a:rPr lang="zh-CN" altLang="en-US" dirty="0" smtClean="0">
                <a:latin typeface="微软雅黑" panose="020B0503020204020204" charset="-122"/>
                <a:ea typeface="微软雅黑" panose="020B0503020204020204" charset="-122"/>
              </a:rPr>
              <a:t>进步</a:t>
            </a:r>
            <a:endParaRPr lang="zh-CN" altLang="en-US" dirty="0" smtClean="0">
              <a:latin typeface="微软雅黑" panose="020B0503020204020204" charset="-122"/>
              <a:ea typeface="微软雅黑" panose="020B0503020204020204" charset="-122"/>
            </a:endParaRPr>
          </a:p>
        </p:txBody>
      </p:sp>
      <p:sp>
        <p:nvSpPr>
          <p:cNvPr id="16" name="燕尾形 15"/>
          <p:cNvSpPr/>
          <p:nvPr/>
        </p:nvSpPr>
        <p:spPr>
          <a:xfrm>
            <a:off x="3729019" y="4714884"/>
            <a:ext cx="6215106" cy="928694"/>
          </a:xfrm>
          <a:prstGeom prst="chevron">
            <a:avLst>
              <a:gd name="adj" fmla="val 28262"/>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latin typeface="微软雅黑" panose="020B0503020204020204" charset="-122"/>
                <a:ea typeface="微软雅黑" panose="020B0503020204020204" charset="-122"/>
              </a:rPr>
              <a:t>具有实质性特点和进步</a:t>
            </a:r>
            <a:endParaRPr lang="zh-CN" altLang="en-US" dirty="0" smtClean="0">
              <a:latin typeface="微软雅黑" panose="020B0503020204020204" charset="-122"/>
              <a:ea typeface="微软雅黑" panose="020B0503020204020204" charset="-122"/>
            </a:endParaRPr>
          </a:p>
        </p:txBody>
      </p:sp>
      <p:sp>
        <p:nvSpPr>
          <p:cNvPr id="17" name="TextBox 16"/>
          <p:cNvSpPr txBox="1"/>
          <p:nvPr/>
        </p:nvSpPr>
        <p:spPr>
          <a:xfrm>
            <a:off x="2871763" y="4075331"/>
            <a:ext cx="640080" cy="368300"/>
          </a:xfrm>
          <a:prstGeom prst="rect">
            <a:avLst/>
          </a:prstGeom>
          <a:no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a:solidFill>
                <a:schemeClr val="bg1"/>
              </a:solidFill>
              <a:latin typeface="微软雅黑" panose="020B0503020204020204" charset="-122"/>
              <a:ea typeface="微软雅黑" panose="020B0503020204020204" charset="-122"/>
            </a:endParaRPr>
          </a:p>
        </p:txBody>
      </p:sp>
      <p:sp>
        <p:nvSpPr>
          <p:cNvPr id="18" name="TextBox 17"/>
          <p:cNvSpPr txBox="1"/>
          <p:nvPr/>
        </p:nvSpPr>
        <p:spPr>
          <a:xfrm>
            <a:off x="2871763" y="4857760"/>
            <a:ext cx="640080" cy="645160"/>
          </a:xfrm>
          <a:prstGeom prst="rect">
            <a:avLst/>
          </a:prstGeom>
          <a:no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实用</a:t>
            </a:r>
            <a:endParaRPr lang="en-US" altLang="zh-CN"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新型</a:t>
            </a:r>
            <a:endParaRPr lang="zh-CN" altLang="en-US" b="1" dirty="0">
              <a:solidFill>
                <a:schemeClr val="bg1"/>
              </a:solidFill>
              <a:latin typeface="微软雅黑" panose="020B0503020204020204" charset="-122"/>
              <a:ea typeface="微软雅黑" panose="020B0503020204020204" charset="-122"/>
            </a:endParaRPr>
          </a:p>
        </p:txBody>
      </p:sp>
      <p:sp>
        <p:nvSpPr>
          <p:cNvPr id="2" name="五边形 1"/>
          <p:cNvSpPr/>
          <p:nvPr>
            <p:custDataLst>
              <p:tags r:id="rId2"/>
            </p:custDataLst>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五边形 2"/>
          <p:cNvSpPr/>
          <p:nvPr>
            <p:custDataLst>
              <p:tags r:id="rId3"/>
            </p:custDataLst>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TextBox 12"/>
          <p:cNvSpPr txBox="1"/>
          <p:nvPr>
            <p:custDataLst>
              <p:tags r:id="rId4"/>
            </p:custDataLst>
          </p:nvPr>
        </p:nvSpPr>
        <p:spPr>
          <a:xfrm>
            <a:off x="10906143" y="320589"/>
            <a:ext cx="1097280" cy="64516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5"/>
            </p:custDataLst>
          </p:nvPr>
        </p:nvSpPr>
        <p:spPr>
          <a:xfrm>
            <a:off x="1034127" y="558679"/>
            <a:ext cx="30276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专利权授予条件</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12" name="组合 11"/>
          <p:cNvGrpSpPr/>
          <p:nvPr/>
        </p:nvGrpSpPr>
        <p:grpSpPr>
          <a:xfrm>
            <a:off x="197485" y="570865"/>
            <a:ext cx="519430" cy="408940"/>
            <a:chOff x="110" y="450"/>
            <a:chExt cx="818" cy="644"/>
          </a:xfrm>
        </p:grpSpPr>
        <p:sp>
          <p:nvSpPr>
            <p:cNvPr id="19" name="Freeform 13"/>
            <p:cNvSpPr/>
            <p:nvPr>
              <p:custDataLst>
                <p:tags r:id="rId6"/>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7"/>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TextBox 6"/>
          <p:cNvSpPr txBox="1"/>
          <p:nvPr/>
        </p:nvSpPr>
        <p:spPr>
          <a:xfrm>
            <a:off x="4196074" y="544492"/>
            <a:ext cx="908574" cy="408194"/>
          </a:xfrm>
          <a:prstGeom prst="roundRect">
            <a:avLst/>
          </a:prstGeom>
          <a:solidFill>
            <a:schemeClr val="bg1">
              <a:lumMod val="65000"/>
            </a:schemeClr>
          </a:solid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实用性</a:t>
            </a:r>
            <a:endParaRPr lang="en-US" altLang="zh-CN" b="1" dirty="0" smtClean="0">
              <a:solidFill>
                <a:schemeClr val="bg1"/>
              </a:solidFill>
              <a:latin typeface="微软雅黑" panose="020B0503020204020204" charset="-122"/>
              <a:ea typeface="微软雅黑" panose="020B0503020204020204" charset="-122"/>
            </a:endParaRPr>
          </a:p>
        </p:txBody>
      </p:sp>
      <p:sp>
        <p:nvSpPr>
          <p:cNvPr id="8" name="圆角矩形 7"/>
          <p:cNvSpPr/>
          <p:nvPr/>
        </p:nvSpPr>
        <p:spPr>
          <a:xfrm>
            <a:off x="2389505" y="1714500"/>
            <a:ext cx="8775065" cy="666750"/>
          </a:xfrm>
          <a:prstGeom prst="roundRect">
            <a:avLst>
              <a:gd name="adj" fmla="val 875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指该发明创造能够制造或者使用，并能够产生积极的效果。</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9" name="TextBox 8"/>
          <p:cNvSpPr txBox="1"/>
          <p:nvPr/>
        </p:nvSpPr>
        <p:spPr>
          <a:xfrm>
            <a:off x="1764004" y="1643050"/>
            <a:ext cx="1306196" cy="578486"/>
          </a:xfrm>
          <a:prstGeom prst="roundRect">
            <a:avLst/>
          </a:prstGeom>
          <a:solidFill>
            <a:schemeClr val="bg1">
              <a:lumMod val="65000"/>
            </a:schemeClr>
          </a:solidFill>
        </p:spPr>
        <p:txBody>
          <a:bodyPr wrap="none" rtlCol="0">
            <a:spAutoFit/>
          </a:bodyPr>
          <a:lstStyle/>
          <a:p>
            <a:r>
              <a:rPr lang="zh-CN" altLang="en-US" sz="2800" b="1" dirty="0" smtClean="0">
                <a:solidFill>
                  <a:schemeClr val="bg1"/>
                </a:solidFill>
                <a:latin typeface="微软雅黑" panose="020B0503020204020204" charset="-122"/>
                <a:ea typeface="微软雅黑" panose="020B0503020204020204" charset="-122"/>
              </a:rPr>
              <a:t>实用性</a:t>
            </a:r>
            <a:endParaRPr lang="en-US" altLang="zh-CN" sz="2800" b="1" dirty="0" smtClean="0">
              <a:solidFill>
                <a:schemeClr val="bg1"/>
              </a:solidFill>
              <a:latin typeface="微软雅黑" panose="020B0503020204020204" charset="-122"/>
              <a:ea typeface="微软雅黑" panose="020B0503020204020204" charset="-122"/>
            </a:endParaRPr>
          </a:p>
        </p:txBody>
      </p:sp>
      <p:pic>
        <p:nvPicPr>
          <p:cNvPr id="2050" name="Picture 2" descr="http://leoviotti.com/wp/wp-content/uploads/2013/01/ford-dual-clutch-powershift-gearbox-components.jpg"/>
          <p:cNvPicPr>
            <a:picLocks noChangeAspect="1" noChangeArrowheads="1"/>
          </p:cNvPicPr>
          <p:nvPr/>
        </p:nvPicPr>
        <p:blipFill>
          <a:blip r:embed="rId1" cstate="print"/>
          <a:srcRect/>
          <a:stretch>
            <a:fillRect/>
          </a:stretch>
        </p:blipFill>
        <p:spPr bwMode="auto">
          <a:xfrm>
            <a:off x="3381356" y="2500306"/>
            <a:ext cx="5214974" cy="3475292"/>
          </a:xfrm>
          <a:prstGeom prst="rect">
            <a:avLst/>
          </a:prstGeom>
          <a:noFill/>
        </p:spPr>
      </p:pic>
      <p:sp>
        <p:nvSpPr>
          <p:cNvPr id="2" name="五边形 1"/>
          <p:cNvSpPr/>
          <p:nvPr>
            <p:custDataLst>
              <p:tags r:id="rId2"/>
            </p:custDataLst>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五边形 2"/>
          <p:cNvSpPr/>
          <p:nvPr>
            <p:custDataLst>
              <p:tags r:id="rId3"/>
            </p:custDataLst>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5" name="TextBox 12"/>
          <p:cNvSpPr txBox="1"/>
          <p:nvPr>
            <p:custDataLst>
              <p:tags r:id="rId4"/>
            </p:custDataLst>
          </p:nvPr>
        </p:nvSpPr>
        <p:spPr>
          <a:xfrm>
            <a:off x="10906143" y="320589"/>
            <a:ext cx="1097280" cy="64516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5"/>
            </p:custDataLst>
          </p:nvPr>
        </p:nvSpPr>
        <p:spPr>
          <a:xfrm>
            <a:off x="1034127" y="558679"/>
            <a:ext cx="30276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专利权授予条件</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12" name="组合 11"/>
          <p:cNvGrpSpPr/>
          <p:nvPr/>
        </p:nvGrpSpPr>
        <p:grpSpPr>
          <a:xfrm>
            <a:off x="197485" y="570865"/>
            <a:ext cx="519430" cy="408940"/>
            <a:chOff x="110" y="450"/>
            <a:chExt cx="818" cy="644"/>
          </a:xfrm>
        </p:grpSpPr>
        <p:sp>
          <p:nvSpPr>
            <p:cNvPr id="19" name="Freeform 13"/>
            <p:cNvSpPr/>
            <p:nvPr>
              <p:custDataLst>
                <p:tags r:id="rId6"/>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7"/>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圆角矩形 7"/>
          <p:cNvSpPr/>
          <p:nvPr/>
        </p:nvSpPr>
        <p:spPr>
          <a:xfrm>
            <a:off x="2809852" y="1714488"/>
            <a:ext cx="7000924" cy="4143404"/>
          </a:xfrm>
          <a:prstGeom prst="roundRect">
            <a:avLst>
              <a:gd name="adj" fmla="val 8758"/>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申请外观设计专利的发明创造应当同申请日以前</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在</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或者                                             </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的外观设计</a:t>
            </a:r>
            <a:r>
              <a:rPr lang="zh-CN" altLang="en-US" sz="2400" b="1" u="sng" dirty="0" smtClean="0">
                <a:solidFill>
                  <a:schemeClr val="accent2"/>
                </a:solidFill>
                <a:latin typeface="微软雅黑" panose="020B0503020204020204" charset="-122"/>
                <a:ea typeface="微软雅黑" panose="020B0503020204020204" charset="-122"/>
              </a:rPr>
              <a:t>不相同</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和</a:t>
            </a:r>
            <a:r>
              <a:rPr lang="zh-CN" altLang="en-US" sz="2400" b="1" u="sng" dirty="0" smtClean="0">
                <a:solidFill>
                  <a:schemeClr val="accent2"/>
                </a:solidFill>
                <a:latin typeface="微软雅黑" panose="020B0503020204020204" charset="-122"/>
                <a:ea typeface="微软雅黑" panose="020B0503020204020204" charset="-122"/>
              </a:rPr>
              <a:t>不相近似</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并不得与他人在先取得的合法权利相冲突。</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86055">
              <a:lnSpc>
                <a:spcPts val="2800"/>
              </a:lnSpc>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a:t>
            </a:r>
            <a:r>
              <a:rPr lang="zh-CN" altLang="en-US" sz="2400" b="1" i="1" dirty="0" smtClean="0">
                <a:solidFill>
                  <a:schemeClr val="tx1">
                    <a:lumMod val="65000"/>
                    <a:lumOff val="35000"/>
                  </a:schemeClr>
                </a:solidFill>
                <a:latin typeface="微软雅黑" panose="020B0503020204020204" charset="-122"/>
                <a:ea typeface="微软雅黑" panose="020B0503020204020204" charset="-122"/>
              </a:rPr>
              <a:t>（专利法第</a:t>
            </a:r>
            <a:r>
              <a:rPr lang="en-US" altLang="zh-CN" sz="2400" b="1" i="1" dirty="0" smtClean="0">
                <a:solidFill>
                  <a:schemeClr val="tx1">
                    <a:lumMod val="65000"/>
                    <a:lumOff val="35000"/>
                  </a:schemeClr>
                </a:solidFill>
                <a:latin typeface="微软雅黑" panose="020B0503020204020204" charset="-122"/>
                <a:ea typeface="微软雅黑" panose="020B0503020204020204" charset="-122"/>
              </a:rPr>
              <a:t>23</a:t>
            </a:r>
            <a:r>
              <a:rPr lang="zh-CN" altLang="en-US" sz="2400" b="1" i="1" dirty="0" smtClean="0">
                <a:solidFill>
                  <a:schemeClr val="tx1">
                    <a:lumMod val="65000"/>
                    <a:lumOff val="35000"/>
                  </a:schemeClr>
                </a:solidFill>
                <a:latin typeface="微软雅黑" panose="020B0503020204020204" charset="-122"/>
                <a:ea typeface="微软雅黑" panose="020B0503020204020204" charset="-122"/>
              </a:rPr>
              <a:t>条）</a:t>
            </a:r>
            <a:endParaRPr lang="zh-CN" altLang="en-US" sz="2400" b="1" i="1" dirty="0" smtClean="0">
              <a:solidFill>
                <a:schemeClr val="tx1">
                  <a:lumMod val="65000"/>
                  <a:lumOff val="35000"/>
                </a:schemeClr>
              </a:solidFill>
              <a:latin typeface="微软雅黑" panose="020B0503020204020204" charset="-122"/>
              <a:ea typeface="微软雅黑" panose="020B0503020204020204" charset="-122"/>
            </a:endParaRPr>
          </a:p>
        </p:txBody>
      </p:sp>
      <p:pic>
        <p:nvPicPr>
          <p:cNvPr id="10" name="Picture 3"/>
          <p:cNvPicPr>
            <a:picLocks noChangeAspect="1" noChangeArrowheads="1"/>
          </p:cNvPicPr>
          <p:nvPr/>
        </p:nvPicPr>
        <p:blipFill>
          <a:blip r:embed="rId1"/>
          <a:srcRect/>
          <a:stretch>
            <a:fillRect/>
          </a:stretch>
        </p:blipFill>
        <p:spPr bwMode="auto">
          <a:xfrm>
            <a:off x="2595538" y="1857364"/>
            <a:ext cx="406400" cy="393700"/>
          </a:xfrm>
          <a:prstGeom prst="rect">
            <a:avLst/>
          </a:prstGeom>
          <a:noFill/>
          <a:ln w="9525">
            <a:noFill/>
            <a:miter lim="800000"/>
            <a:headEnd/>
            <a:tailEnd/>
          </a:ln>
          <a:effectLst/>
        </p:spPr>
      </p:pic>
      <p:pic>
        <p:nvPicPr>
          <p:cNvPr id="12" name="Picture 3"/>
          <p:cNvPicPr>
            <a:picLocks noChangeAspect="1" noChangeArrowheads="1"/>
          </p:cNvPicPr>
          <p:nvPr/>
        </p:nvPicPr>
        <p:blipFill>
          <a:blip r:embed="rId1"/>
          <a:srcRect/>
          <a:stretch>
            <a:fillRect/>
          </a:stretch>
        </p:blipFill>
        <p:spPr bwMode="auto">
          <a:xfrm>
            <a:off x="2666976" y="4714884"/>
            <a:ext cx="406400" cy="393700"/>
          </a:xfrm>
          <a:prstGeom prst="rect">
            <a:avLst/>
          </a:prstGeom>
          <a:noFill/>
          <a:ln w="9525">
            <a:noFill/>
            <a:miter lim="800000"/>
            <a:headEnd/>
            <a:tailEnd/>
          </a:ln>
          <a:effectLst/>
        </p:spPr>
      </p:pic>
      <p:sp>
        <p:nvSpPr>
          <p:cNvPr id="13" name="TextBox 12"/>
          <p:cNvSpPr txBox="1"/>
          <p:nvPr/>
        </p:nvSpPr>
        <p:spPr>
          <a:xfrm>
            <a:off x="3881422" y="2500306"/>
            <a:ext cx="3214710" cy="452700"/>
          </a:xfrm>
          <a:prstGeom prst="roundRect">
            <a:avLst>
              <a:gd name="adj" fmla="val 31913"/>
            </a:avLst>
          </a:prstGeom>
          <a:solidFill>
            <a:schemeClr val="accent3">
              <a:lumMod val="75000"/>
            </a:schemeClr>
          </a:solidFill>
        </p:spPr>
        <p:txBody>
          <a:bodyPr wrap="square" rtlCol="0">
            <a:spAutoFit/>
          </a:bodyPr>
          <a:lstStyle/>
          <a:p>
            <a:pPr algn="ctr"/>
            <a:r>
              <a:rPr lang="zh-CN" altLang="en-US" b="1" dirty="0" smtClean="0">
                <a:solidFill>
                  <a:schemeClr val="bg1"/>
                </a:solidFill>
                <a:latin typeface="微软雅黑" panose="020B0503020204020204" charset="-122"/>
                <a:ea typeface="微软雅黑" panose="020B0503020204020204" charset="-122"/>
              </a:rPr>
              <a:t>国内外出版物上公开发表过</a:t>
            </a:r>
            <a:endParaRPr lang="en-US" altLang="zh-CN" b="1" dirty="0" smtClean="0">
              <a:solidFill>
                <a:schemeClr val="bg1"/>
              </a:solidFill>
              <a:latin typeface="微软雅黑" panose="020B0503020204020204" charset="-122"/>
              <a:ea typeface="微软雅黑" panose="020B0503020204020204" charset="-122"/>
            </a:endParaRPr>
          </a:p>
        </p:txBody>
      </p:sp>
      <p:sp>
        <p:nvSpPr>
          <p:cNvPr id="14" name="TextBox 13"/>
          <p:cNvSpPr txBox="1"/>
          <p:nvPr/>
        </p:nvSpPr>
        <p:spPr>
          <a:xfrm>
            <a:off x="3952860" y="3214686"/>
            <a:ext cx="3214710" cy="429548"/>
          </a:xfrm>
          <a:prstGeom prst="roundRect">
            <a:avLst>
              <a:gd name="adj" fmla="val 22622"/>
            </a:avLst>
          </a:prstGeom>
          <a:solidFill>
            <a:schemeClr val="accent3">
              <a:lumMod val="75000"/>
            </a:schemeClr>
          </a:solidFill>
        </p:spPr>
        <p:txBody>
          <a:bodyPr wrap="square" rtlCol="0">
            <a:spAutoFit/>
          </a:bodyPr>
          <a:lstStyle/>
          <a:p>
            <a:pPr algn="ctr"/>
            <a:r>
              <a:rPr lang="zh-CN" altLang="en-US" b="1" dirty="0" smtClean="0">
                <a:solidFill>
                  <a:schemeClr val="bg1"/>
                </a:solidFill>
                <a:latin typeface="微软雅黑" panose="020B0503020204020204" charset="-122"/>
                <a:ea typeface="微软雅黑" panose="020B0503020204020204" charset="-122"/>
              </a:rPr>
              <a:t>国内公开使用过</a:t>
            </a:r>
            <a:endParaRPr lang="en-US" altLang="zh-CN" b="1" dirty="0" smtClean="0">
              <a:solidFill>
                <a:schemeClr val="bg1"/>
              </a:solidFill>
              <a:latin typeface="微软雅黑" panose="020B0503020204020204" charset="-122"/>
              <a:ea typeface="微软雅黑" panose="020B0503020204020204" charset="-122"/>
            </a:endParaRPr>
          </a:p>
        </p:txBody>
      </p:sp>
      <p:sp>
        <p:nvSpPr>
          <p:cNvPr id="15" name="五边形 14"/>
          <p:cNvSpPr/>
          <p:nvPr/>
        </p:nvSpPr>
        <p:spPr>
          <a:xfrm rot="10800000">
            <a:off x="10477515" y="500043"/>
            <a:ext cx="1714480" cy="428627"/>
          </a:xfrm>
          <a:prstGeom prst="homePlate">
            <a:avLst>
              <a:gd name="adj" fmla="val 28182"/>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chemeClr val="accent5">
                    <a:lumMod val="75000"/>
                  </a:schemeClr>
                </a:solidFill>
              </a:ln>
              <a:solidFill>
                <a:schemeClr val="accent5">
                  <a:lumMod val="75000"/>
                </a:schemeClr>
              </a:solidFill>
            </a:endParaRPr>
          </a:p>
        </p:txBody>
      </p:sp>
      <p:sp>
        <p:nvSpPr>
          <p:cNvPr id="16" name="TextBox 15"/>
          <p:cNvSpPr txBox="1"/>
          <p:nvPr/>
        </p:nvSpPr>
        <p:spPr>
          <a:xfrm>
            <a:off x="10906143" y="500042"/>
            <a:ext cx="1097280" cy="368300"/>
          </a:xfrm>
          <a:prstGeom prst="rect">
            <a:avLst/>
          </a:prstGeom>
          <a:noFill/>
        </p:spPr>
        <p:txBody>
          <a:bodyPr wrap="none" rtlCol="0">
            <a:spAutoFit/>
          </a:bodyPr>
          <a:lstStyle/>
          <a:p>
            <a:r>
              <a:rPr lang="zh-CN" altLang="en-US" b="1" dirty="0" smtClean="0">
                <a:solidFill>
                  <a:schemeClr val="bg1"/>
                </a:solidFill>
                <a:latin typeface="微软雅黑" panose="020B0503020204020204" charset="-122"/>
                <a:ea typeface="微软雅黑" panose="020B0503020204020204" charset="-122"/>
              </a:rPr>
              <a:t>外观设计</a:t>
            </a:r>
            <a:endParaRPr lang="zh-CN" altLang="en-US" b="1" dirty="0">
              <a:solidFill>
                <a:schemeClr val="bg1"/>
              </a:solidFill>
              <a:latin typeface="微软雅黑" panose="020B0503020204020204" charset="-122"/>
              <a:ea typeface="微软雅黑" panose="020B0503020204020204" charset="-122"/>
            </a:endParaRPr>
          </a:p>
        </p:txBody>
      </p:sp>
      <p:sp>
        <p:nvSpPr>
          <p:cNvPr id="11" name="矩形 10"/>
          <p:cNvSpPr/>
          <p:nvPr>
            <p:custDataLst>
              <p:tags r:id="rId2"/>
            </p:custDataLst>
          </p:nvPr>
        </p:nvSpPr>
        <p:spPr>
          <a:xfrm>
            <a:off x="1034127" y="558679"/>
            <a:ext cx="30276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专利权授予条件</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2" name="组合 1"/>
          <p:cNvGrpSpPr/>
          <p:nvPr/>
        </p:nvGrpSpPr>
        <p:grpSpPr>
          <a:xfrm>
            <a:off x="197485" y="570865"/>
            <a:ext cx="519430" cy="408940"/>
            <a:chOff x="110" y="450"/>
            <a:chExt cx="818" cy="644"/>
          </a:xfrm>
        </p:grpSpPr>
        <p:sp>
          <p:nvSpPr>
            <p:cNvPr id="19"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25"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3" name="圆角矩形 12"/>
          <p:cNvSpPr/>
          <p:nvPr/>
        </p:nvSpPr>
        <p:spPr>
          <a:xfrm>
            <a:off x="2524100" y="4143380"/>
            <a:ext cx="1714512" cy="1428760"/>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zh-CN" altLang="en-US" sz="1400" dirty="0" smtClean="0">
                <a:solidFill>
                  <a:schemeClr val="tx1"/>
                </a:solidFill>
                <a:latin typeface="微软雅黑" panose="020B0503020204020204" charset="-122"/>
                <a:ea typeface="微软雅黑" panose="020B0503020204020204" charset="-122"/>
              </a:rPr>
              <a:t>在中国政府主办或承认的国际展览会上首次展出的发明创造</a:t>
            </a:r>
            <a:r>
              <a:rPr lang="en-US" altLang="zh-CN" sz="1400" dirty="0" smtClean="0">
                <a:solidFill>
                  <a:schemeClr val="tx1"/>
                </a:solidFill>
                <a:latin typeface="微软雅黑" panose="020B0503020204020204" charset="-122"/>
                <a:ea typeface="微软雅黑" panose="020B0503020204020204" charset="-122"/>
              </a:rPr>
              <a:t>;</a:t>
            </a:r>
            <a:endParaRPr lang="zh-CN" altLang="en-US" sz="1600" b="1" dirty="0">
              <a:solidFill>
                <a:srgbClr val="C00000"/>
              </a:solidFill>
              <a:latin typeface="微软雅黑" panose="020B0503020204020204" charset="-122"/>
              <a:ea typeface="微软雅黑" panose="020B0503020204020204" charset="-122"/>
            </a:endParaRPr>
          </a:p>
        </p:txBody>
      </p:sp>
      <p:sp>
        <p:nvSpPr>
          <p:cNvPr id="14" name="圆角矩形 13"/>
          <p:cNvSpPr/>
          <p:nvPr/>
        </p:nvSpPr>
        <p:spPr>
          <a:xfrm>
            <a:off x="2595538" y="3286124"/>
            <a:ext cx="1571636"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lumMod val="65000"/>
                    <a:lumOff val="35000"/>
                  </a:schemeClr>
                </a:solidFill>
                <a:latin typeface="微软雅黑" panose="020B0503020204020204" charset="-122"/>
                <a:ea typeface="微软雅黑" panose="020B0503020204020204" charset="-122"/>
              </a:rPr>
              <a:t>展会公开</a:t>
            </a:r>
            <a:endParaRPr lang="zh-CN" altLang="en-US" b="1" dirty="0">
              <a:solidFill>
                <a:schemeClr val="tx1">
                  <a:lumMod val="65000"/>
                  <a:lumOff val="35000"/>
                </a:schemeClr>
              </a:solidFill>
              <a:latin typeface="微软雅黑" panose="020B0503020204020204" charset="-122"/>
              <a:ea typeface="微软雅黑" panose="020B0503020204020204" charset="-122"/>
            </a:endParaRPr>
          </a:p>
        </p:txBody>
      </p:sp>
      <p:sp>
        <p:nvSpPr>
          <p:cNvPr id="15" name="圆角矩形 14"/>
          <p:cNvSpPr/>
          <p:nvPr/>
        </p:nvSpPr>
        <p:spPr>
          <a:xfrm>
            <a:off x="4952992" y="4143380"/>
            <a:ext cx="1785950" cy="1428760"/>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zh-CN" altLang="en-US" sz="1400" dirty="0" smtClean="0">
                <a:solidFill>
                  <a:schemeClr val="tx1"/>
                </a:solidFill>
                <a:latin typeface="微软雅黑" panose="020B0503020204020204" charset="-122"/>
                <a:ea typeface="微软雅黑" panose="020B0503020204020204" charset="-122"/>
              </a:rPr>
              <a:t>在规定的学术会议或技术会议上</a:t>
            </a:r>
            <a:endParaRPr lang="zh-CN" altLang="en-US" sz="1400" dirty="0" smtClean="0">
              <a:solidFill>
                <a:schemeClr val="tx1"/>
              </a:solidFill>
              <a:latin typeface="微软雅黑" panose="020B0503020204020204" charset="-122"/>
              <a:ea typeface="微软雅黑" panose="020B0503020204020204" charset="-122"/>
            </a:endParaRPr>
          </a:p>
          <a:p>
            <a:pPr>
              <a:lnSpc>
                <a:spcPts val="1800"/>
              </a:lnSpc>
            </a:pPr>
            <a:r>
              <a:rPr lang="zh-CN" altLang="en-US" sz="1400" dirty="0" smtClean="0">
                <a:solidFill>
                  <a:schemeClr val="tx1"/>
                </a:solidFill>
                <a:latin typeface="微软雅黑" panose="020B0503020204020204" charset="-122"/>
                <a:ea typeface="微软雅黑" panose="020B0503020204020204" charset="-122"/>
              </a:rPr>
              <a:t>首次发表的发明创造</a:t>
            </a:r>
            <a:r>
              <a:rPr lang="en-US" altLang="zh-CN" sz="1400" dirty="0" smtClean="0">
                <a:solidFill>
                  <a:schemeClr val="tx1"/>
                </a:solidFill>
                <a:latin typeface="微软雅黑" panose="020B0503020204020204" charset="-122"/>
                <a:ea typeface="微软雅黑" panose="020B0503020204020204" charset="-122"/>
              </a:rPr>
              <a:t>;</a:t>
            </a:r>
            <a:endParaRPr lang="zh-CN" altLang="en-US" sz="1400" dirty="0" smtClean="0">
              <a:solidFill>
                <a:schemeClr val="tx1"/>
              </a:solidFill>
              <a:latin typeface="微软雅黑" panose="020B0503020204020204" charset="-122"/>
              <a:ea typeface="微软雅黑" panose="020B0503020204020204" charset="-122"/>
            </a:endParaRPr>
          </a:p>
        </p:txBody>
      </p:sp>
      <p:sp>
        <p:nvSpPr>
          <p:cNvPr id="16" name="圆角矩形 15"/>
          <p:cNvSpPr/>
          <p:nvPr/>
        </p:nvSpPr>
        <p:spPr>
          <a:xfrm>
            <a:off x="4952992" y="3286124"/>
            <a:ext cx="1714512"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lumMod val="65000"/>
                    <a:lumOff val="35000"/>
                  </a:schemeClr>
                </a:solidFill>
                <a:latin typeface="微软雅黑" panose="020B0503020204020204" charset="-122"/>
                <a:ea typeface="微软雅黑" panose="020B0503020204020204" charset="-122"/>
              </a:rPr>
              <a:t>学术会议公开</a:t>
            </a:r>
            <a:endParaRPr lang="zh-CN" altLang="en-US" b="1" dirty="0">
              <a:solidFill>
                <a:schemeClr val="tx1">
                  <a:lumMod val="65000"/>
                  <a:lumOff val="35000"/>
                </a:schemeClr>
              </a:solidFill>
              <a:latin typeface="微软雅黑" panose="020B0503020204020204" charset="-122"/>
              <a:ea typeface="微软雅黑" panose="020B0503020204020204" charset="-122"/>
            </a:endParaRPr>
          </a:p>
        </p:txBody>
      </p:sp>
      <p:cxnSp>
        <p:nvCxnSpPr>
          <p:cNvPr id="17" name="直接连接符 16"/>
          <p:cNvCxnSpPr/>
          <p:nvPr/>
        </p:nvCxnSpPr>
        <p:spPr>
          <a:xfrm rot="5400000">
            <a:off x="3220150" y="3947396"/>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5400000">
            <a:off x="5649042" y="3947396"/>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圆角矩形 18"/>
          <p:cNvSpPr/>
          <p:nvPr/>
        </p:nvSpPr>
        <p:spPr>
          <a:xfrm>
            <a:off x="7310446" y="3286124"/>
            <a:ext cx="1643074"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solidFill>
                  <a:schemeClr val="tx1">
                    <a:lumMod val="65000"/>
                    <a:lumOff val="35000"/>
                  </a:schemeClr>
                </a:solidFill>
                <a:latin typeface="微软雅黑" panose="020B0503020204020204" charset="-122"/>
                <a:ea typeface="微软雅黑" panose="020B0503020204020204" charset="-122"/>
              </a:rPr>
              <a:t>未授权的公开</a:t>
            </a:r>
            <a:endParaRPr lang="zh-CN" altLang="en-US" b="1" dirty="0">
              <a:solidFill>
                <a:schemeClr val="tx1">
                  <a:lumMod val="65000"/>
                  <a:lumOff val="35000"/>
                </a:schemeClr>
              </a:solidFill>
              <a:latin typeface="微软雅黑" panose="020B0503020204020204" charset="-122"/>
              <a:ea typeface="微软雅黑" panose="020B0503020204020204" charset="-122"/>
            </a:endParaRPr>
          </a:p>
        </p:txBody>
      </p:sp>
      <p:sp>
        <p:nvSpPr>
          <p:cNvPr id="20" name="圆角矩形 19"/>
          <p:cNvSpPr/>
          <p:nvPr/>
        </p:nvSpPr>
        <p:spPr>
          <a:xfrm>
            <a:off x="7310446" y="4143380"/>
            <a:ext cx="1785950" cy="1428760"/>
          </a:xfrm>
          <a:prstGeom prst="roundRect">
            <a:avLst>
              <a:gd name="adj" fmla="val 875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800"/>
              </a:lnSpc>
            </a:pPr>
            <a:r>
              <a:rPr lang="zh-CN" altLang="en-US" sz="1400" dirty="0" smtClean="0">
                <a:solidFill>
                  <a:schemeClr val="tx1"/>
                </a:solidFill>
                <a:latin typeface="微软雅黑" panose="020B0503020204020204" charset="-122"/>
                <a:ea typeface="微软雅黑" panose="020B0503020204020204" charset="-122"/>
              </a:rPr>
              <a:t>他人未经申请人同意而泄漏发明创造内容的</a:t>
            </a:r>
            <a:r>
              <a:rPr lang="en-US" altLang="zh-CN" sz="1400" dirty="0" smtClean="0">
                <a:solidFill>
                  <a:schemeClr val="tx1"/>
                </a:solidFill>
                <a:latin typeface="微软雅黑" panose="020B0503020204020204" charset="-122"/>
                <a:ea typeface="微软雅黑" panose="020B0503020204020204" charset="-122"/>
              </a:rPr>
              <a:t>;</a:t>
            </a:r>
            <a:endParaRPr lang="zh-CN" altLang="en-US" sz="1400" dirty="0" smtClean="0">
              <a:solidFill>
                <a:schemeClr val="tx1"/>
              </a:solidFill>
              <a:latin typeface="微软雅黑" panose="020B0503020204020204" charset="-122"/>
              <a:ea typeface="微软雅黑" panose="020B0503020204020204" charset="-122"/>
            </a:endParaRPr>
          </a:p>
        </p:txBody>
      </p:sp>
      <p:cxnSp>
        <p:nvCxnSpPr>
          <p:cNvPr id="21" name="直接连接符 20"/>
          <p:cNvCxnSpPr/>
          <p:nvPr/>
        </p:nvCxnSpPr>
        <p:spPr>
          <a:xfrm rot="5400000">
            <a:off x="7935058" y="3947396"/>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 name="肘形连接符 37"/>
          <p:cNvCxnSpPr>
            <a:endCxn id="19" idx="0"/>
          </p:cNvCxnSpPr>
          <p:nvPr/>
        </p:nvCxnSpPr>
        <p:spPr>
          <a:xfrm>
            <a:off x="3167042" y="3000372"/>
            <a:ext cx="4964941" cy="285752"/>
          </a:xfrm>
          <a:prstGeom prst="bentConnector2">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rot="5400000">
            <a:off x="5523042" y="3001826"/>
            <a:ext cx="576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rot="5400000">
            <a:off x="3034411" y="3161578"/>
            <a:ext cx="324000" cy="1588"/>
          </a:xfrm>
          <a:prstGeom prst="line">
            <a:avLst/>
          </a:prstGeom>
          <a:ln w="57150">
            <a:solidFill>
              <a:schemeClr val="bg1">
                <a:lumMod val="65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圆角矩形 21"/>
          <p:cNvSpPr/>
          <p:nvPr/>
        </p:nvSpPr>
        <p:spPr>
          <a:xfrm>
            <a:off x="3667108" y="1928802"/>
            <a:ext cx="4286280" cy="785818"/>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展出、发表、泄漏日起</a:t>
            </a:r>
            <a:endParaRPr lang="en-US" altLang="zh-CN" b="1" dirty="0" smtClean="0">
              <a:latin typeface="微软雅黑" panose="020B0503020204020204" charset="-122"/>
              <a:ea typeface="微软雅黑" panose="020B0503020204020204" charset="-122"/>
            </a:endParaRPr>
          </a:p>
          <a:p>
            <a:pPr algn="ctr"/>
            <a:r>
              <a:rPr lang="en-US" altLang="zh-CN" b="1" dirty="0" smtClean="0">
                <a:latin typeface="微软雅黑" panose="020B0503020204020204" charset="-122"/>
                <a:ea typeface="微软雅黑" panose="020B0503020204020204" charset="-122"/>
              </a:rPr>
              <a:t>6</a:t>
            </a:r>
            <a:r>
              <a:rPr lang="zh-CN" altLang="en-US" b="1" dirty="0" smtClean="0">
                <a:latin typeface="微软雅黑" panose="020B0503020204020204" charset="-122"/>
                <a:ea typeface="微软雅黑" panose="020B0503020204020204" charset="-122"/>
              </a:rPr>
              <a:t>个月内申请</a:t>
            </a:r>
            <a:endParaRPr lang="zh-CN" altLang="en-US" b="1" dirty="0" smtClean="0">
              <a:latin typeface="微软雅黑" panose="020B0503020204020204" charset="-122"/>
              <a:ea typeface="微软雅黑" panose="020B0503020204020204" charset="-122"/>
            </a:endParaRPr>
          </a:p>
        </p:txBody>
      </p:sp>
      <p:sp>
        <p:nvSpPr>
          <p:cNvPr id="28" name="TextBox 27"/>
          <p:cNvSpPr txBox="1"/>
          <p:nvPr/>
        </p:nvSpPr>
        <p:spPr>
          <a:xfrm>
            <a:off x="7524760" y="1428736"/>
            <a:ext cx="1285884" cy="408192"/>
          </a:xfrm>
          <a:prstGeom prst="wedgeRoundRectCallout">
            <a:avLst>
              <a:gd name="adj1" fmla="val -31915"/>
              <a:gd name="adj2" fmla="val 88655"/>
              <a:gd name="adj3" fmla="val 16667"/>
            </a:avLst>
          </a:prstGeom>
          <a:solidFill>
            <a:schemeClr val="tx2"/>
          </a:solidFill>
        </p:spPr>
        <p:txBody>
          <a:bodyPr wrap="square" rtlCol="0">
            <a:spAutoFit/>
          </a:bodyPr>
          <a:lstStyle/>
          <a:p>
            <a:pPr algn="ctr"/>
            <a:r>
              <a:rPr lang="zh-CN" altLang="en-US" b="1" dirty="0" smtClean="0">
                <a:solidFill>
                  <a:schemeClr val="bg1"/>
                </a:solidFill>
                <a:latin typeface="微软雅黑" panose="020B0503020204020204" charset="-122"/>
                <a:ea typeface="微软雅黑" panose="020B0503020204020204" charset="-122"/>
              </a:rPr>
              <a:t>补救措施</a:t>
            </a:r>
            <a:endParaRPr lang="en-US" altLang="zh-CN" b="1" dirty="0" smtClean="0">
              <a:solidFill>
                <a:schemeClr val="bg1"/>
              </a:solidFill>
              <a:latin typeface="微软雅黑" panose="020B0503020204020204" charset="-122"/>
              <a:ea typeface="微软雅黑" panose="020B0503020204020204" charset="-122"/>
            </a:endParaRPr>
          </a:p>
        </p:txBody>
      </p:sp>
      <p:sp>
        <p:nvSpPr>
          <p:cNvPr id="11" name="矩形 10"/>
          <p:cNvSpPr/>
          <p:nvPr>
            <p:custDataLst>
              <p:tags r:id="rId1"/>
            </p:custDataLst>
          </p:nvPr>
        </p:nvSpPr>
        <p:spPr>
          <a:xfrm>
            <a:off x="1034127" y="558679"/>
            <a:ext cx="34340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丧失新颖性的例外</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2" name="组合 1"/>
          <p:cNvGrpSpPr/>
          <p:nvPr/>
        </p:nvGrpSpPr>
        <p:grpSpPr>
          <a:xfrm>
            <a:off x="197485" y="5708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5"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graphicFrame>
        <p:nvGraphicFramePr>
          <p:cNvPr id="5" name="Group 2"/>
          <p:cNvGraphicFramePr/>
          <p:nvPr>
            <p:custDataLst>
              <p:tags r:id="rId1"/>
            </p:custDataLst>
          </p:nvPr>
        </p:nvGraphicFramePr>
        <p:xfrm>
          <a:off x="681990" y="1433195"/>
          <a:ext cx="11095355" cy="4533265"/>
        </p:xfrm>
        <a:graphic>
          <a:graphicData uri="http://schemas.openxmlformats.org/drawingml/2006/table">
            <a:tbl>
              <a:tblPr/>
              <a:tblGrid>
                <a:gridCol w="1328420"/>
                <a:gridCol w="1289050"/>
                <a:gridCol w="1045845"/>
                <a:gridCol w="1047115"/>
                <a:gridCol w="1360170"/>
                <a:gridCol w="1257300"/>
                <a:gridCol w="1255395"/>
                <a:gridCol w="1256665"/>
                <a:gridCol w="1255395"/>
              </a:tblGrid>
              <a:tr h="1075055">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0" lang="ja-JP" altLang="en-US" sz="1600" b="1"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保护年限</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形式审查</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实质审查</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批准速度</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新颖性</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创造性</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实用性</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rPr>
                        <a:t>权利状态</a:t>
                      </a:r>
                      <a:endParaRPr kumimoji="0" lang="ja-JP" altLang="en-US" sz="1600" b="1" i="0" u="none" strike="noStrike" cap="none" normalizeH="0" baseline="0" dirty="0" smtClean="0">
                        <a:ln>
                          <a:noFill/>
                        </a:ln>
                        <a:solidFill>
                          <a:schemeClr val="bg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75000"/>
                      </a:schemeClr>
                    </a:solidFill>
                  </a:tcPr>
                </a:tc>
              </a:tr>
              <a:tr h="1153795">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dirty="0" smtClean="0">
                          <a:ln>
                            <a:noFill/>
                          </a:ln>
                          <a:solidFill>
                            <a:schemeClr val="tx1"/>
                          </a:solidFill>
                          <a:effectLst/>
                          <a:latin typeface="微软雅黑" panose="020B0503020204020204" charset="-122"/>
                          <a:ea typeface="微软雅黑" panose="020B0503020204020204" charset="-122"/>
                        </a:rPr>
                        <a:t>发明</a:t>
                      </a:r>
                      <a:endParaRPr kumimoji="0" lang="ja-JP" altLang="en-US" sz="1800" b="1"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ja-JP" altLang="en-US" sz="1800" b="0" i="0" u="none" strike="noStrike" cap="none" normalizeH="0" baseline="0" dirty="0" smtClean="0">
                          <a:ln>
                            <a:noFill/>
                          </a:ln>
                          <a:solidFill>
                            <a:srgbClr val="000000"/>
                          </a:solidFill>
                          <a:effectLst/>
                          <a:latin typeface="微软雅黑" panose="020B0503020204020204" charset="-122"/>
                          <a:ea typeface="微软雅黑" panose="020B0503020204020204" charset="-122"/>
                        </a:rPr>
                        <a:t>20</a:t>
                      </a:r>
                      <a:r>
                        <a:rPr kumimoji="0" lang="zh-CN" altLang="en-US" sz="1800" b="0" i="0" u="none" strike="noStrike" cap="none" normalizeH="0" baseline="0" dirty="0" smtClean="0">
                          <a:ln>
                            <a:noFill/>
                          </a:ln>
                          <a:solidFill>
                            <a:srgbClr val="000000"/>
                          </a:solidFill>
                          <a:effectLst/>
                          <a:latin typeface="微软雅黑" panose="020B0503020204020204" charset="-122"/>
                          <a:ea typeface="微软雅黑" panose="020B0503020204020204" charset="-122"/>
                        </a:rPr>
                        <a:t>年</a:t>
                      </a:r>
                      <a:endParaRPr kumimoji="0" lang="ja-JP" altLang="en-US" sz="1800" b="0" i="0" u="none" strike="noStrike" cap="none" normalizeH="0" baseline="0" dirty="0" smtClean="0">
                        <a:ln>
                          <a:noFill/>
                        </a:ln>
                        <a:solidFill>
                          <a:srgbClr val="000000"/>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进行</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进行</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较慢</a:t>
                      </a:r>
                      <a:endPar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en-US" altLang="zh-CN"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3-5</a:t>
                      </a: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年</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要求</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93980" marR="0" lvl="0" indent="-9398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要求较高</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要求</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稳定</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1151255">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rPr>
                        <a:t>实用</a:t>
                      </a:r>
                      <a:endParaRPr kumimoji="0" lang="zh-CN"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rPr>
                        <a:t>新型</a:t>
                      </a:r>
                      <a:endParaRPr kumimoji="0" lang="ja-JP"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10</a:t>
                      </a: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年</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进行</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不进行</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较快</a:t>
                      </a:r>
                      <a:endPar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a:t>
                      </a:r>
                      <a:r>
                        <a:rPr kumimoji="0" lang="en-US" altLang="zh-CN"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1</a:t>
                      </a: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年</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要求</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要求较低</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要求</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不够稳定</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r h="1153160">
                <a:tc>
                  <a:txBody>
                    <a:bodyPr/>
                    <a:lstStyle/>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rPr>
                        <a:t>外观</a:t>
                      </a:r>
                      <a:endParaRPr kumimoji="0" lang="zh-CN"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ctr" latinLnBrk="0" hangingPunct="1">
                        <a:lnSpc>
                          <a:spcPct val="80000"/>
                        </a:lnSpc>
                        <a:spcBef>
                          <a:spcPct val="20000"/>
                        </a:spcBef>
                        <a:spcAft>
                          <a:spcPct val="0"/>
                        </a:spcAft>
                        <a:buClr>
                          <a:schemeClr val="folHlink"/>
                        </a:buClr>
                        <a:buSzPct val="60000"/>
                        <a:buFont typeface="Wingdings" panose="05000000000000000000" pitchFamily="2" charset="2"/>
                        <a:buNone/>
                      </a:pPr>
                      <a:r>
                        <a:rPr kumimoji="0" lang="zh-CN"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rPr>
                        <a:t>设计</a:t>
                      </a:r>
                      <a:endParaRPr kumimoji="0" lang="ja-JP" altLang="en-US" sz="1800" b="1"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1</a:t>
                      </a:r>
                      <a:r>
                        <a:rPr kumimoji="0" lang="en-US" altLang="ja-JP" sz="1800" b="0" i="0" u="none" strike="noStrike" cap="none" normalizeH="0" baseline="0" smtClean="0">
                          <a:ln>
                            <a:noFill/>
                          </a:ln>
                          <a:solidFill>
                            <a:schemeClr val="tx1"/>
                          </a:solidFill>
                          <a:effectLst/>
                          <a:latin typeface="微软雅黑" panose="020B0503020204020204" charset="-122"/>
                          <a:ea typeface="微软雅黑" panose="020B0503020204020204" charset="-122"/>
                        </a:rPr>
                        <a:t>5</a:t>
                      </a: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年</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进行</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不进行</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较快</a:t>
                      </a:r>
                      <a:endPar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a:t>
                      </a:r>
                      <a:r>
                        <a:rPr kumimoji="0" lang="en-US" altLang="zh-CN" sz="1800" b="0" i="0" u="none" strike="noStrike" cap="none" normalizeH="0" baseline="0" smtClean="0">
                          <a:ln>
                            <a:noFill/>
                          </a:ln>
                          <a:solidFill>
                            <a:schemeClr val="tx1"/>
                          </a:solidFill>
                          <a:effectLst/>
                          <a:latin typeface="微软雅黑" panose="020B0503020204020204" charset="-122"/>
                          <a:ea typeface="微软雅黑" panose="020B0503020204020204" charset="-122"/>
                        </a:rPr>
                        <a:t>1</a:t>
                      </a: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年</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rPr>
                        <a:t>要求</a:t>
                      </a:r>
                      <a:endParaRPr kumimoji="0" lang="ja-JP" altLang="en-US" sz="1800" b="0" i="0" u="none" strike="noStrike" cap="none" normalizeH="0" baseline="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不要求</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要求</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p>
                      <a:pPr marL="0" marR="0" lvl="0" indent="0" algn="ctr" defTabSz="914400" rtl="0" eaLnBrk="1" fontAlgn="ctr"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0" lang="zh-CN"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rPr>
                        <a:t>不够稳定</a:t>
                      </a:r>
                      <a:endParaRPr kumimoji="0" lang="ja-JP" altLang="en-US" sz="1800" b="0" i="0" u="none" strike="noStrike" cap="none" normalizeH="0" baseline="0" dirty="0" smtClean="0">
                        <a:ln>
                          <a:noFill/>
                        </a:ln>
                        <a:solidFill>
                          <a:schemeClr val="tx1"/>
                        </a:solidFill>
                        <a:effectLst/>
                        <a:latin typeface="微软雅黑" panose="020B0503020204020204" charset="-122"/>
                        <a:ea typeface="微软雅黑" panose="020B0503020204020204"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tx2">
                        <a:lumMod val="20000"/>
                        <a:lumOff val="80000"/>
                      </a:schemeClr>
                    </a:solidFill>
                  </a:tcPr>
                </a:tc>
              </a:tr>
            </a:tbl>
          </a:graphicData>
        </a:graphic>
      </p:graphicFrame>
      <p:sp>
        <p:nvSpPr>
          <p:cNvPr id="11" name="矩形 10"/>
          <p:cNvSpPr/>
          <p:nvPr>
            <p:custDataLst>
              <p:tags r:id="rId2"/>
            </p:custDataLst>
          </p:nvPr>
        </p:nvSpPr>
        <p:spPr>
          <a:xfrm>
            <a:off x="1034127" y="558679"/>
            <a:ext cx="3027680" cy="485140"/>
          </a:xfrm>
          <a:prstGeom prst="rect">
            <a:avLst/>
          </a:prstGeom>
        </p:spPr>
        <p:txBody>
          <a:bodyPr wrap="none">
            <a:spAutoFit/>
          </a:bodyPr>
          <a:p>
            <a:pPr marL="0" indent="0" algn="l" eaLnBrk="1" hangingPunct="1">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三种专利的特点</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2" name="组合 1"/>
          <p:cNvGrpSpPr/>
          <p:nvPr/>
        </p:nvGrpSpPr>
        <p:grpSpPr>
          <a:xfrm>
            <a:off x="197485" y="570865"/>
            <a:ext cx="519430" cy="408940"/>
            <a:chOff x="110" y="450"/>
            <a:chExt cx="818" cy="644"/>
          </a:xfrm>
        </p:grpSpPr>
        <p:sp>
          <p:nvSpPr>
            <p:cNvPr id="3"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7"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矩形 10"/>
          <p:cNvSpPr/>
          <p:nvPr>
            <p:custDataLst>
              <p:tags r:id="rId1"/>
            </p:custDataLst>
          </p:nvPr>
        </p:nvSpPr>
        <p:spPr>
          <a:xfrm>
            <a:off x="1034127" y="558679"/>
            <a:ext cx="5820410" cy="485140"/>
          </a:xfrm>
          <a:prstGeom prst="rect">
            <a:avLst/>
          </a:prstGeom>
        </p:spPr>
        <p:txBody>
          <a:bodyPr wrap="none">
            <a:spAutoFit/>
          </a:bodyPr>
          <a:p>
            <a:pPr marL="0" algn="l" eaLnBrk="1" hangingPunct="1">
              <a:lnSpc>
                <a:spcPct val="80000"/>
              </a:lnSpc>
              <a:buClrTx/>
              <a:buSzTx/>
              <a:buFontTx/>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可专利性的判断原则--逻辑主线</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endParaRPr>
          </a:p>
        </p:txBody>
      </p:sp>
      <p:grpSp>
        <p:nvGrpSpPr>
          <p:cNvPr id="5" name="组合 4"/>
          <p:cNvGrpSpPr/>
          <p:nvPr/>
        </p:nvGrpSpPr>
        <p:grpSpPr>
          <a:xfrm>
            <a:off x="197485" y="570865"/>
            <a:ext cx="519430" cy="408940"/>
            <a:chOff x="110" y="450"/>
            <a:chExt cx="818" cy="644"/>
          </a:xfrm>
        </p:grpSpPr>
        <p:sp>
          <p:nvSpPr>
            <p:cNvPr id="6"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7"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grpSp>
        <p:nvGrpSpPr>
          <p:cNvPr id="12" name="组合 11"/>
          <p:cNvGrpSpPr/>
          <p:nvPr/>
        </p:nvGrpSpPr>
        <p:grpSpPr>
          <a:xfrm>
            <a:off x="1161415" y="1657985"/>
            <a:ext cx="9166860" cy="961857"/>
            <a:chOff x="9647" y="3859"/>
            <a:chExt cx="9067" cy="2185"/>
          </a:xfrm>
        </p:grpSpPr>
        <p:sp>
          <p:nvSpPr>
            <p:cNvPr id="9" name="矩形 8"/>
            <p:cNvSpPr/>
            <p:nvPr>
              <p:custDataLst>
                <p:tags r:id="rId4"/>
              </p:custDataLst>
            </p:nvPr>
          </p:nvSpPr>
          <p:spPr>
            <a:xfrm>
              <a:off x="9647" y="3859"/>
              <a:ext cx="2097" cy="1440"/>
            </a:xfrm>
            <a:prstGeom prst="rect">
              <a:avLst/>
            </a:prstGeom>
            <a:solidFill>
              <a:srgbClr val="9453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custDataLst>
                <p:tags r:id="rId5"/>
              </p:custDataLst>
            </p:nvPr>
          </p:nvSpPr>
          <p:spPr>
            <a:xfrm>
              <a:off x="9919" y="4085"/>
              <a:ext cx="8795" cy="1959"/>
            </a:xfrm>
            <a:prstGeom prst="rect">
              <a:avLst/>
            </a:prstGeom>
            <a:solidFill>
              <a:srgbClr val="FFFFFF"/>
            </a:solidFill>
            <a:ln>
              <a:solidFill>
                <a:srgbClr val="C9BDB3"/>
              </a:solidFill>
            </a:ln>
          </p:spPr>
          <p:txBody>
            <a:bodyPr wrap="square" rtlCol="0" anchor="t">
              <a:noAutofit/>
            </a:bodyPr>
            <a:p>
              <a:pPr marL="0" indent="0" eaLnBrk="1" hangingPunct="1">
                <a:lnSpc>
                  <a:spcPct val="150000"/>
                </a:lnSpc>
                <a:buNone/>
              </a:pPr>
              <a:r>
                <a:rPr lang="en-US" altLang="zh-CN" sz="1400" b="1" dirty="0">
                  <a:latin typeface="微软雅黑" panose="020B0503020204020204" charset="-122"/>
                  <a:ea typeface="微软雅黑" panose="020B0503020204020204" charset="-122"/>
                  <a:cs typeface="微软雅黑" panose="020B0503020204020204" charset="-122"/>
                  <a:sym typeface="+mn-ea"/>
                </a:rPr>
                <a:t>由于现有技术存在XX缺陷，同时该缺陷所造成了XX</a:t>
              </a:r>
              <a:r>
                <a:rPr lang="en-US" altLang="zh-CN" sz="1400" b="1" dirty="0">
                  <a:solidFill>
                    <a:schemeClr val="accent2"/>
                  </a:solidFill>
                  <a:latin typeface="微软雅黑" panose="020B0503020204020204" charset="-122"/>
                  <a:ea typeface="微软雅黑" panose="020B0503020204020204" charset="-122"/>
                  <a:cs typeface="微软雅黑" panose="020B0503020204020204" charset="-122"/>
                  <a:sym typeface="+mn-ea"/>
                </a:rPr>
                <a:t>技术问题</a:t>
              </a:r>
              <a:r>
                <a:rPr lang="en-US" altLang="zh-CN" sz="1400" b="1" dirty="0">
                  <a:latin typeface="微软雅黑" panose="020B0503020204020204" charset="-122"/>
                  <a:ea typeface="微软雅黑" panose="020B0503020204020204" charset="-122"/>
                  <a:cs typeface="微软雅黑" panose="020B0503020204020204" charset="-122"/>
                  <a:sym typeface="+mn-ea"/>
                </a:rPr>
                <a:t>，因此我们的XX</a:t>
              </a:r>
              <a:r>
                <a:rPr lang="en-US" altLang="zh-CN" sz="1400" b="1" dirty="0">
                  <a:solidFill>
                    <a:schemeClr val="accent2"/>
                  </a:solidFill>
                  <a:latin typeface="微软雅黑" panose="020B0503020204020204" charset="-122"/>
                  <a:ea typeface="微软雅黑" panose="020B0503020204020204" charset="-122"/>
                  <a:cs typeface="微软雅黑" panose="020B0503020204020204" charset="-122"/>
                  <a:sym typeface="+mn-ea"/>
                </a:rPr>
                <a:t>技术方案</a:t>
              </a:r>
              <a:r>
                <a:rPr lang="en-US" altLang="zh-CN" sz="1400" b="1" dirty="0">
                  <a:latin typeface="微软雅黑" panose="020B0503020204020204" charset="-122"/>
                  <a:ea typeface="微软雅黑" panose="020B0503020204020204" charset="-122"/>
                  <a:cs typeface="微软雅黑" panose="020B0503020204020204" charset="-122"/>
                  <a:sym typeface="+mn-ea"/>
                </a:rPr>
                <a:t>必须解决前述的XX技术问题，及我们的XX技术方案带来了XX</a:t>
              </a:r>
              <a:r>
                <a:rPr lang="en-US" altLang="zh-CN" sz="1400" b="1" dirty="0">
                  <a:solidFill>
                    <a:schemeClr val="accent2"/>
                  </a:solidFill>
                  <a:latin typeface="微软雅黑" panose="020B0503020204020204" charset="-122"/>
                  <a:ea typeface="微软雅黑" panose="020B0503020204020204" charset="-122"/>
                  <a:cs typeface="微软雅黑" panose="020B0503020204020204" charset="-122"/>
                  <a:sym typeface="+mn-ea"/>
                </a:rPr>
                <a:t>有益效果</a:t>
              </a:r>
              <a:r>
                <a:rPr lang="en-US" altLang="zh-CN" sz="1400" b="1" dirty="0">
                  <a:latin typeface="微软雅黑" panose="020B0503020204020204" charset="-122"/>
                  <a:ea typeface="微软雅黑" panose="020B0503020204020204" charset="-122"/>
                  <a:cs typeface="微软雅黑" panose="020B0503020204020204" charset="-122"/>
                  <a:sym typeface="+mn-ea"/>
                </a:rPr>
                <a:t>。</a:t>
              </a:r>
              <a:endParaRPr lang="en-US" altLang="zh-CN" sz="1400" b="1"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cxnSp>
        <p:nvCxnSpPr>
          <p:cNvPr id="16" name="连接符: 肘形 15"/>
          <p:cNvCxnSpPr/>
          <p:nvPr>
            <p:custDataLst>
              <p:tags r:id="rId6"/>
            </p:custDataLst>
          </p:nvPr>
        </p:nvCxnSpPr>
        <p:spPr>
          <a:xfrm rot="10800000">
            <a:off x="2463165" y="4203065"/>
            <a:ext cx="7069455" cy="56515"/>
          </a:xfrm>
          <a:prstGeom prst="bentConnector3">
            <a:avLst>
              <a:gd name="adj1" fmla="val 49996"/>
            </a:avLst>
          </a:prstGeom>
          <a:ln w="25400">
            <a:solidFill>
              <a:sysClr val="window" lastClr="FFFFFF">
                <a:lumMod val="85000"/>
              </a:sysClr>
            </a:solidFill>
            <a:prstDash val="dash"/>
          </a:ln>
        </p:spPr>
        <p:style>
          <a:lnRef idx="1">
            <a:srgbClr val="8590CA"/>
          </a:lnRef>
          <a:fillRef idx="0">
            <a:srgbClr val="8590CA"/>
          </a:fillRef>
          <a:effectRef idx="0">
            <a:srgbClr val="8590CA"/>
          </a:effectRef>
          <a:fontRef idx="minor">
            <a:sysClr val="windowText" lastClr="000000"/>
          </a:fontRef>
        </p:style>
      </p:cxnSp>
      <p:grpSp>
        <p:nvGrpSpPr>
          <p:cNvPr id="23" name="组合 22"/>
          <p:cNvGrpSpPr/>
          <p:nvPr/>
        </p:nvGrpSpPr>
        <p:grpSpPr>
          <a:xfrm>
            <a:off x="1182370" y="3600450"/>
            <a:ext cx="1280795" cy="1204595"/>
            <a:chOff x="1691" y="6090"/>
            <a:chExt cx="1312" cy="1312"/>
          </a:xfrm>
        </p:grpSpPr>
        <p:sp>
          <p:nvSpPr>
            <p:cNvPr id="14" name="椭圆 13"/>
            <p:cNvSpPr/>
            <p:nvPr>
              <p:custDataLst>
                <p:tags r:id="rId7"/>
              </p:custDataLst>
            </p:nvPr>
          </p:nvSpPr>
          <p:spPr>
            <a:xfrm>
              <a:off x="1691" y="6090"/>
              <a:ext cx="1312" cy="1312"/>
            </a:xfrm>
            <a:prstGeom prst="ellipse">
              <a:avLst/>
            </a:prstGeom>
            <a:solidFill>
              <a:srgbClr val="C55A11"/>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p>
              <a:pPr algn="ctr">
                <a:lnSpc>
                  <a:spcPct val="130000"/>
                </a:lnSpc>
              </a:pPr>
              <a:endParaRPr lang="zh-CN" altLang="en-US" sz="3200" b="1"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22" name="文本框 21"/>
            <p:cNvSpPr txBox="1"/>
            <p:nvPr>
              <p:custDataLst>
                <p:tags r:id="rId8"/>
              </p:custDataLst>
            </p:nvPr>
          </p:nvSpPr>
          <p:spPr>
            <a:xfrm>
              <a:off x="1997" y="6294"/>
              <a:ext cx="700" cy="885"/>
            </a:xfrm>
            <a:prstGeom prst="rect">
              <a:avLst/>
            </a:prstGeom>
            <a:noFill/>
          </p:spPr>
          <p:txBody>
            <a:bodyPr wrap="square" rtlCol="0">
              <a:normAutofit fontScale="60000"/>
            </a:bodyPr>
            <a:p>
              <a:pPr algn="ctr">
                <a:lnSpc>
                  <a:spcPct val="120000"/>
                </a:lnSpc>
              </a:pPr>
              <a:r>
                <a:rPr lang="zh-CN" altLang="en-US" sz="28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现有缺陷</a:t>
              </a:r>
              <a:endParaRPr lang="zh-CN" altLang="en-US" sz="2800" b="1" spc="150"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grpSp>
      <p:grpSp>
        <p:nvGrpSpPr>
          <p:cNvPr id="31" name="组合 30"/>
          <p:cNvGrpSpPr/>
          <p:nvPr/>
        </p:nvGrpSpPr>
        <p:grpSpPr>
          <a:xfrm>
            <a:off x="3176905" y="3600450"/>
            <a:ext cx="1280795" cy="1204595"/>
            <a:chOff x="1691" y="6090"/>
            <a:chExt cx="1312" cy="1312"/>
          </a:xfrm>
        </p:grpSpPr>
        <p:sp>
          <p:nvSpPr>
            <p:cNvPr id="32" name="椭圆 31"/>
            <p:cNvSpPr/>
            <p:nvPr>
              <p:custDataLst>
                <p:tags r:id="rId9"/>
              </p:custDataLst>
            </p:nvPr>
          </p:nvSpPr>
          <p:spPr>
            <a:xfrm>
              <a:off x="1691" y="6090"/>
              <a:ext cx="1312" cy="1312"/>
            </a:xfrm>
            <a:prstGeom prst="ellipse">
              <a:avLst/>
            </a:prstGeom>
            <a:solidFill>
              <a:srgbClr val="C55A11"/>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p>
              <a:pPr algn="ctr">
                <a:lnSpc>
                  <a:spcPct val="130000"/>
                </a:lnSpc>
              </a:pPr>
              <a:endParaRPr lang="zh-CN" altLang="en-US" sz="3200" b="1"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3" name="文本框 32"/>
            <p:cNvSpPr txBox="1"/>
            <p:nvPr>
              <p:custDataLst>
                <p:tags r:id="rId10"/>
              </p:custDataLst>
            </p:nvPr>
          </p:nvSpPr>
          <p:spPr>
            <a:xfrm>
              <a:off x="1997" y="6294"/>
              <a:ext cx="700" cy="885"/>
            </a:xfrm>
            <a:prstGeom prst="rect">
              <a:avLst/>
            </a:prstGeom>
            <a:noFill/>
          </p:spPr>
          <p:txBody>
            <a:bodyPr wrap="square" rtlCol="0">
              <a:normAutofit fontScale="60000"/>
            </a:bodyPr>
            <a:p>
              <a:pPr algn="ctr">
                <a:lnSpc>
                  <a:spcPct val="120000"/>
                </a:lnSpc>
              </a:pPr>
              <a:r>
                <a:rPr lang="zh-CN" altLang="en-US" sz="28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技术问题</a:t>
              </a:r>
              <a:endParaRPr lang="zh-CN" altLang="en-US" sz="2800" b="1" spc="150"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grpSp>
      <p:grpSp>
        <p:nvGrpSpPr>
          <p:cNvPr id="34" name="组合 33"/>
          <p:cNvGrpSpPr/>
          <p:nvPr/>
        </p:nvGrpSpPr>
        <p:grpSpPr>
          <a:xfrm>
            <a:off x="5171440" y="3600450"/>
            <a:ext cx="1280795" cy="1204595"/>
            <a:chOff x="1691" y="6090"/>
            <a:chExt cx="1312" cy="1312"/>
          </a:xfrm>
        </p:grpSpPr>
        <p:sp>
          <p:nvSpPr>
            <p:cNvPr id="35" name="椭圆 34"/>
            <p:cNvSpPr/>
            <p:nvPr>
              <p:custDataLst>
                <p:tags r:id="rId11"/>
              </p:custDataLst>
            </p:nvPr>
          </p:nvSpPr>
          <p:spPr>
            <a:xfrm>
              <a:off x="1691" y="6090"/>
              <a:ext cx="1312" cy="1312"/>
            </a:xfrm>
            <a:prstGeom prst="ellipse">
              <a:avLst/>
            </a:prstGeom>
            <a:solidFill>
              <a:srgbClr val="C55A11"/>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p>
              <a:pPr algn="ctr">
                <a:lnSpc>
                  <a:spcPct val="130000"/>
                </a:lnSpc>
              </a:pPr>
              <a:endParaRPr lang="zh-CN" altLang="en-US" sz="3200" b="1"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6" name="文本框 35"/>
            <p:cNvSpPr txBox="1"/>
            <p:nvPr>
              <p:custDataLst>
                <p:tags r:id="rId12"/>
              </p:custDataLst>
            </p:nvPr>
          </p:nvSpPr>
          <p:spPr>
            <a:xfrm>
              <a:off x="1890" y="6344"/>
              <a:ext cx="984" cy="885"/>
            </a:xfrm>
            <a:prstGeom prst="rect">
              <a:avLst/>
            </a:prstGeom>
            <a:noFill/>
          </p:spPr>
          <p:txBody>
            <a:bodyPr wrap="square" rtlCol="0">
              <a:noAutofit/>
            </a:bodyPr>
            <a:p>
              <a:pPr algn="ctr">
                <a:lnSpc>
                  <a:spcPct val="120000"/>
                </a:lnSpc>
              </a:pPr>
              <a:r>
                <a:rPr lang="zh-CN" altLang="en-US" sz="16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提出技术方案</a:t>
              </a:r>
              <a:endParaRPr lang="zh-CN" altLang="en-US" sz="1600" b="1" spc="150"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grpSp>
      <p:grpSp>
        <p:nvGrpSpPr>
          <p:cNvPr id="37" name="组合 36"/>
          <p:cNvGrpSpPr/>
          <p:nvPr/>
        </p:nvGrpSpPr>
        <p:grpSpPr>
          <a:xfrm>
            <a:off x="7234555" y="3600450"/>
            <a:ext cx="1280795" cy="1204595"/>
            <a:chOff x="1691" y="6090"/>
            <a:chExt cx="1312" cy="1312"/>
          </a:xfrm>
        </p:grpSpPr>
        <p:sp>
          <p:nvSpPr>
            <p:cNvPr id="38" name="椭圆 37"/>
            <p:cNvSpPr/>
            <p:nvPr>
              <p:custDataLst>
                <p:tags r:id="rId13"/>
              </p:custDataLst>
            </p:nvPr>
          </p:nvSpPr>
          <p:spPr>
            <a:xfrm>
              <a:off x="1691" y="6090"/>
              <a:ext cx="1312" cy="1312"/>
            </a:xfrm>
            <a:prstGeom prst="ellipse">
              <a:avLst/>
            </a:prstGeom>
            <a:solidFill>
              <a:srgbClr val="C55A11"/>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p>
              <a:pPr algn="ctr">
                <a:lnSpc>
                  <a:spcPct val="130000"/>
                </a:lnSpc>
              </a:pPr>
              <a:endParaRPr lang="zh-CN" altLang="en-US" sz="3200" b="1"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9" name="文本框 38"/>
            <p:cNvSpPr txBox="1"/>
            <p:nvPr>
              <p:custDataLst>
                <p:tags r:id="rId14"/>
              </p:custDataLst>
            </p:nvPr>
          </p:nvSpPr>
          <p:spPr>
            <a:xfrm>
              <a:off x="1890" y="6344"/>
              <a:ext cx="984" cy="885"/>
            </a:xfrm>
            <a:prstGeom prst="rect">
              <a:avLst/>
            </a:prstGeom>
            <a:noFill/>
          </p:spPr>
          <p:txBody>
            <a:bodyPr wrap="square" rtlCol="0">
              <a:noAutofit/>
            </a:bodyPr>
            <a:p>
              <a:pPr algn="ctr">
                <a:lnSpc>
                  <a:spcPct val="120000"/>
                </a:lnSpc>
              </a:pPr>
              <a:r>
                <a:rPr lang="zh-CN" altLang="en-US" sz="16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解决技术问题</a:t>
              </a:r>
              <a:endParaRPr lang="zh-CN" altLang="en-US" sz="1600" b="1" spc="150"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grpSp>
      <p:grpSp>
        <p:nvGrpSpPr>
          <p:cNvPr id="40" name="组合 39"/>
          <p:cNvGrpSpPr/>
          <p:nvPr/>
        </p:nvGrpSpPr>
        <p:grpSpPr>
          <a:xfrm>
            <a:off x="9297670" y="3600450"/>
            <a:ext cx="1280795" cy="1204595"/>
            <a:chOff x="1691" y="6090"/>
            <a:chExt cx="1312" cy="1312"/>
          </a:xfrm>
        </p:grpSpPr>
        <p:sp>
          <p:nvSpPr>
            <p:cNvPr id="41" name="椭圆 40"/>
            <p:cNvSpPr/>
            <p:nvPr>
              <p:custDataLst>
                <p:tags r:id="rId15"/>
              </p:custDataLst>
            </p:nvPr>
          </p:nvSpPr>
          <p:spPr>
            <a:xfrm>
              <a:off x="1691" y="6090"/>
              <a:ext cx="1312" cy="1312"/>
            </a:xfrm>
            <a:prstGeom prst="ellipse">
              <a:avLst/>
            </a:prstGeom>
            <a:solidFill>
              <a:srgbClr val="C55A11"/>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p>
              <a:pPr algn="ctr">
                <a:lnSpc>
                  <a:spcPct val="130000"/>
                </a:lnSpc>
              </a:pPr>
              <a:endParaRPr lang="zh-CN" altLang="en-US" sz="3200" b="1" dirty="0">
                <a:solidFill>
                  <a:sysClr val="window" lastClr="FFFFFF"/>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42" name="文本框 41"/>
            <p:cNvSpPr txBox="1"/>
            <p:nvPr>
              <p:custDataLst>
                <p:tags r:id="rId16"/>
              </p:custDataLst>
            </p:nvPr>
          </p:nvSpPr>
          <p:spPr>
            <a:xfrm>
              <a:off x="1997" y="6294"/>
              <a:ext cx="700" cy="885"/>
            </a:xfrm>
            <a:prstGeom prst="rect">
              <a:avLst/>
            </a:prstGeom>
            <a:noFill/>
          </p:spPr>
          <p:txBody>
            <a:bodyPr wrap="square" rtlCol="0">
              <a:normAutofit fontScale="60000"/>
            </a:bodyPr>
            <a:p>
              <a:pPr algn="ctr">
                <a:lnSpc>
                  <a:spcPct val="120000"/>
                </a:lnSpc>
              </a:pPr>
              <a:r>
                <a:rPr lang="zh-CN" altLang="en-US" sz="2800" b="1" spc="150" dirty="0">
                  <a:solidFill>
                    <a:sysClr val="window" lastClr="FFFFFF"/>
                  </a:solidFill>
                  <a:latin typeface="Arial" panose="020B0604020202020204" pitchFamily="34" charset="0"/>
                  <a:ea typeface="微软雅黑" panose="020B0503020204020204" charset="-122"/>
                  <a:sym typeface="Arial" panose="020B0604020202020204" pitchFamily="34" charset="0"/>
                </a:rPr>
                <a:t>有益效果</a:t>
              </a:r>
              <a:endParaRPr lang="zh-CN" altLang="en-US" sz="2800" b="1" spc="150" dirty="0">
                <a:solidFill>
                  <a:sysClr val="window" lastClr="FFFFFF"/>
                </a:solidFill>
                <a:latin typeface="Arial" panose="020B0604020202020204" pitchFamily="34" charset="0"/>
                <a:ea typeface="微软雅黑" panose="020B0503020204020204" charset="-122"/>
                <a:sym typeface="Arial" panose="020B0604020202020204" pitchFamily="34" charset="0"/>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1miz-P814451-IQSBTR2G-1920x1279"/>
          <p:cNvPicPr>
            <a:picLocks noChangeAspect="1"/>
          </p:cNvPicPr>
          <p:nvPr/>
        </p:nvPicPr>
        <p:blipFill>
          <a:blip r:embed="rId1">
            <a:alphaModFix amt="50000"/>
          </a:blip>
          <a:stretch>
            <a:fillRect/>
          </a:stretch>
        </p:blipFill>
        <p:spPr>
          <a:xfrm>
            <a:off x="0" y="0"/>
            <a:ext cx="12191365" cy="6858000"/>
          </a:xfrm>
          <a:prstGeom prst="rect">
            <a:avLst/>
          </a:prstGeom>
        </p:spPr>
      </p:pic>
      <p:sp>
        <p:nvSpPr>
          <p:cNvPr id="2" name="矩形 1"/>
          <p:cNvSpPr/>
          <p:nvPr/>
        </p:nvSpPr>
        <p:spPr>
          <a:xfrm>
            <a:off x="-10795" y="0"/>
            <a:ext cx="1220216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grpSp>
        <p:nvGrpSpPr>
          <p:cNvPr id="3" name="组合 2"/>
          <p:cNvGrpSpPr/>
          <p:nvPr/>
        </p:nvGrpSpPr>
        <p:grpSpPr>
          <a:xfrm>
            <a:off x="683260" y="1532255"/>
            <a:ext cx="6163945" cy="2812415"/>
            <a:chOff x="621" y="1363"/>
            <a:chExt cx="9707" cy="4429"/>
          </a:xfrm>
        </p:grpSpPr>
        <p:sp>
          <p:nvSpPr>
            <p:cNvPr id="8" name="文本框 7"/>
            <p:cNvSpPr txBox="1"/>
            <p:nvPr/>
          </p:nvSpPr>
          <p:spPr>
            <a:xfrm>
              <a:off x="621" y="1363"/>
              <a:ext cx="2901" cy="2082"/>
            </a:xfrm>
            <a:prstGeom prst="rect">
              <a:avLst/>
            </a:prstGeom>
            <a:noFill/>
            <a:effectLst>
              <a:outerShdw blurRad="50800" dist="38100" dir="2700000" algn="tl" rotWithShape="0">
                <a:prstClr val="black">
                  <a:alpha val="40000"/>
                </a:prstClr>
              </a:outerShdw>
            </a:effectLst>
          </p:spPr>
          <p:txBody>
            <a:bodyPr wrap="square" rtlCol="0">
              <a:spAutoFit/>
            </a:bodyPr>
            <a:p>
              <a:pPr algn="l"/>
              <a:r>
                <a:rPr lang="en-US" altLang="zh-CN" sz="8000" b="1">
                  <a:solidFill>
                    <a:schemeClr val="bg1"/>
                  </a:solidFill>
                  <a:latin typeface="微软雅黑" panose="020B0503020204020204" charset="-122"/>
                  <a:ea typeface="微软雅黑" panose="020B0503020204020204" charset="-122"/>
                </a:rPr>
                <a:t>03</a:t>
              </a:r>
              <a:endParaRPr lang="en-US" altLang="zh-CN" sz="8000" b="1">
                <a:solidFill>
                  <a:schemeClr val="bg1"/>
                </a:solidFill>
                <a:latin typeface="微软雅黑" panose="020B0503020204020204" charset="-122"/>
                <a:ea typeface="微软雅黑" panose="020B0503020204020204" charset="-122"/>
              </a:endParaRPr>
            </a:p>
          </p:txBody>
        </p:sp>
        <p:sp>
          <p:nvSpPr>
            <p:cNvPr id="11" name="矩形 10"/>
            <p:cNvSpPr/>
            <p:nvPr/>
          </p:nvSpPr>
          <p:spPr>
            <a:xfrm>
              <a:off x="621" y="3445"/>
              <a:ext cx="9707" cy="2347"/>
            </a:xfrm>
            <a:prstGeom prst="rect">
              <a:avLst/>
            </a:prstGeom>
            <a:noFill/>
            <a:ln w="38100" cap="rnd" cmpd="sng">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150000"/>
                </a:lnSpc>
              </a:pPr>
              <a:r>
                <a:rPr lang="zh-CN" altLang="en-US" sz="4000" b="1">
                  <a:solidFill>
                    <a:schemeClr val="bg1"/>
                  </a:solidFill>
                  <a:latin typeface="微软雅黑" panose="020B0503020204020204" charset="-122"/>
                  <a:ea typeface="微软雅黑" panose="020B0503020204020204" charset="-122"/>
                  <a:sym typeface="+mn-ea"/>
                </a:rPr>
                <a:t>专利申请流程与奖励制度</a:t>
              </a:r>
              <a:endParaRPr lang="zh-CN" altLang="en-US" sz="4000" b="1">
                <a:solidFill>
                  <a:schemeClr val="bg1"/>
                </a:solidFill>
                <a:latin typeface="微软雅黑" panose="020B0503020204020204" charset="-122"/>
                <a:ea typeface="微软雅黑" panose="020B0503020204020204" charset="-122"/>
                <a:sym typeface="+mn-ea"/>
              </a:endParaRPr>
            </a:p>
          </p:txBody>
        </p:sp>
      </p:grpSp>
      <p:sp>
        <p:nvSpPr>
          <p:cNvPr id="5" name="文本框 4"/>
          <p:cNvSpPr txBox="1"/>
          <p:nvPr>
            <p:custDataLst>
              <p:tags r:id="rId2"/>
            </p:custDataLst>
          </p:nvPr>
        </p:nvSpPr>
        <p:spPr>
          <a:xfrm>
            <a:off x="7197725" y="3429000"/>
            <a:ext cx="4064000" cy="1753235"/>
          </a:xfrm>
          <a:prstGeom prst="rect">
            <a:avLst/>
          </a:prstGeom>
          <a:noFill/>
        </p:spPr>
        <p:txBody>
          <a:bodyPr wrap="square" rtlCol="0" anchor="t">
            <a:spAutoFit/>
          </a:bodyPr>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专利申请流程</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如何撰写技术交底书</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技术交底书要求</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algn="l" eaLnBrk="1" hangingPunct="1">
              <a:lnSpc>
                <a:spcPct val="150000"/>
              </a:lnSpc>
              <a:buClrTx/>
              <a:buSzTx/>
              <a:buFontTx/>
              <a:buNone/>
            </a:pP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a:t>
            </a: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奖励制度</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5" name="五边形 4"/>
          <p:cNvSpPr/>
          <p:nvPr/>
        </p:nvSpPr>
        <p:spPr>
          <a:xfrm rot="5400000">
            <a:off x="6667504" y="2714620"/>
            <a:ext cx="4643470" cy="2071702"/>
          </a:xfrm>
          <a:prstGeom prst="homePlate">
            <a:avLst>
              <a:gd name="adj" fmla="val 110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五边形 5"/>
          <p:cNvSpPr/>
          <p:nvPr/>
        </p:nvSpPr>
        <p:spPr>
          <a:xfrm rot="5400000">
            <a:off x="3845703" y="2678901"/>
            <a:ext cx="4572032" cy="2071702"/>
          </a:xfrm>
          <a:prstGeom prst="homePlate">
            <a:avLst>
              <a:gd name="adj" fmla="val 110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五边形 6"/>
          <p:cNvSpPr/>
          <p:nvPr/>
        </p:nvSpPr>
        <p:spPr>
          <a:xfrm rot="5400000">
            <a:off x="1166777" y="2786058"/>
            <a:ext cx="4500594" cy="2071702"/>
          </a:xfrm>
          <a:prstGeom prst="homePlate">
            <a:avLst>
              <a:gd name="adj" fmla="val 11021"/>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2381224" y="1214422"/>
            <a:ext cx="2071702" cy="500066"/>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发明</a:t>
            </a:r>
            <a:endParaRPr lang="zh-CN" altLang="en-US" b="1" dirty="0">
              <a:latin typeface="微软雅黑" panose="020B0503020204020204" charset="-122"/>
              <a:ea typeface="微软雅黑" panose="020B0503020204020204" charset="-122"/>
            </a:endParaRPr>
          </a:p>
        </p:txBody>
      </p:sp>
      <p:sp>
        <p:nvSpPr>
          <p:cNvPr id="10" name="圆角矩形 9"/>
          <p:cNvSpPr/>
          <p:nvPr/>
        </p:nvSpPr>
        <p:spPr>
          <a:xfrm>
            <a:off x="5095868" y="1214422"/>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实用新型</a:t>
            </a:r>
            <a:endParaRPr lang="zh-CN" altLang="en-US" b="1" dirty="0">
              <a:latin typeface="微软雅黑" panose="020B0503020204020204" charset="-122"/>
              <a:ea typeface="微软雅黑" panose="020B0503020204020204" charset="-122"/>
            </a:endParaRPr>
          </a:p>
        </p:txBody>
      </p:sp>
      <p:sp>
        <p:nvSpPr>
          <p:cNvPr id="11" name="圆角矩形 10"/>
          <p:cNvSpPr/>
          <p:nvPr/>
        </p:nvSpPr>
        <p:spPr>
          <a:xfrm>
            <a:off x="7953388" y="1214422"/>
            <a:ext cx="2071702" cy="500066"/>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外观设计</a:t>
            </a:r>
            <a:endParaRPr lang="zh-CN" altLang="en-US" b="1" dirty="0">
              <a:latin typeface="微软雅黑" panose="020B0503020204020204" charset="-122"/>
              <a:ea typeface="微软雅黑" panose="020B0503020204020204" charset="-122"/>
            </a:endParaRPr>
          </a:p>
        </p:txBody>
      </p:sp>
      <p:sp>
        <p:nvSpPr>
          <p:cNvPr id="12" name="圆角矩形 11"/>
          <p:cNvSpPr/>
          <p:nvPr/>
        </p:nvSpPr>
        <p:spPr>
          <a:xfrm>
            <a:off x="2666976" y="1857364"/>
            <a:ext cx="1428760"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u="sng" dirty="0" smtClean="0">
                <a:solidFill>
                  <a:schemeClr val="tx1">
                    <a:lumMod val="65000"/>
                    <a:lumOff val="35000"/>
                  </a:schemeClr>
                </a:solidFill>
                <a:latin typeface="微软雅黑" panose="020B0503020204020204" charset="-122"/>
                <a:ea typeface="微软雅黑" panose="020B0503020204020204" charset="-122"/>
              </a:rPr>
              <a:t>提交申请</a:t>
            </a:r>
            <a:endParaRPr lang="zh-CN" altLang="en-US" sz="1600" b="1" u="sng"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13" name="圆角矩形 12"/>
          <p:cNvSpPr/>
          <p:nvPr/>
        </p:nvSpPr>
        <p:spPr>
          <a:xfrm>
            <a:off x="2666976" y="2500306"/>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形式审查</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14" name="圆角矩形 13"/>
          <p:cNvSpPr/>
          <p:nvPr/>
        </p:nvSpPr>
        <p:spPr>
          <a:xfrm>
            <a:off x="2666976" y="3143248"/>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公开</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15" name="圆角矩形 14"/>
          <p:cNvSpPr/>
          <p:nvPr/>
        </p:nvSpPr>
        <p:spPr>
          <a:xfrm>
            <a:off x="2666976" y="3786190"/>
            <a:ext cx="1428760" cy="500066"/>
          </a:xfrm>
          <a:prstGeom prst="roundRect">
            <a:avLst>
              <a:gd name="adj" fmla="val 2150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实质审查</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16" name="圆角矩形 15"/>
          <p:cNvSpPr/>
          <p:nvPr/>
        </p:nvSpPr>
        <p:spPr>
          <a:xfrm>
            <a:off x="2666976" y="4429132"/>
            <a:ext cx="1428760" cy="714380"/>
          </a:xfrm>
          <a:prstGeom prst="roundRect">
            <a:avLst>
              <a:gd name="adj" fmla="val 2007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u="sng" dirty="0" smtClean="0">
                <a:solidFill>
                  <a:schemeClr val="tx1">
                    <a:lumMod val="65000"/>
                    <a:lumOff val="35000"/>
                  </a:schemeClr>
                </a:solidFill>
                <a:latin typeface="微软雅黑" panose="020B0503020204020204" charset="-122"/>
                <a:ea typeface="微软雅黑" panose="020B0503020204020204" charset="-122"/>
              </a:rPr>
              <a:t>实质审查</a:t>
            </a:r>
            <a:endParaRPr lang="en-US" altLang="zh-CN" sz="1600" b="1" u="sng" dirty="0" smtClean="0">
              <a:solidFill>
                <a:schemeClr val="tx1">
                  <a:lumMod val="65000"/>
                  <a:lumOff val="35000"/>
                </a:schemeClr>
              </a:solidFill>
              <a:latin typeface="微软雅黑" panose="020B0503020204020204" charset="-122"/>
              <a:ea typeface="微软雅黑" panose="020B0503020204020204" charset="-122"/>
            </a:endParaRPr>
          </a:p>
          <a:p>
            <a:pPr algn="ctr"/>
            <a:r>
              <a:rPr lang="zh-CN" altLang="en-US" sz="1600" b="1" u="sng" dirty="0" smtClean="0">
                <a:solidFill>
                  <a:schemeClr val="tx1">
                    <a:lumMod val="65000"/>
                    <a:lumOff val="35000"/>
                  </a:schemeClr>
                </a:solidFill>
                <a:latin typeface="微软雅黑" panose="020B0503020204020204" charset="-122"/>
                <a:ea typeface="微软雅黑" panose="020B0503020204020204" charset="-122"/>
              </a:rPr>
              <a:t>意见答辩</a:t>
            </a:r>
            <a:endParaRPr lang="zh-CN" altLang="en-US" sz="1600" b="1" u="sng" dirty="0">
              <a:solidFill>
                <a:schemeClr val="tx1">
                  <a:lumMod val="65000"/>
                  <a:lumOff val="35000"/>
                </a:schemeClr>
              </a:solidFill>
              <a:latin typeface="微软雅黑" panose="020B0503020204020204" charset="-122"/>
              <a:ea typeface="微软雅黑" panose="020B0503020204020204" charset="-122"/>
            </a:endParaRPr>
          </a:p>
        </p:txBody>
      </p:sp>
      <p:sp>
        <p:nvSpPr>
          <p:cNvPr id="17" name="圆角矩形 16"/>
          <p:cNvSpPr/>
          <p:nvPr/>
        </p:nvSpPr>
        <p:spPr>
          <a:xfrm>
            <a:off x="5381620" y="1857364"/>
            <a:ext cx="1428760"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u="sng" dirty="0" smtClean="0">
                <a:solidFill>
                  <a:schemeClr val="tx1">
                    <a:lumMod val="65000"/>
                    <a:lumOff val="35000"/>
                  </a:schemeClr>
                </a:solidFill>
                <a:latin typeface="微软雅黑" panose="020B0503020204020204" charset="-122"/>
                <a:ea typeface="微软雅黑" panose="020B0503020204020204" charset="-122"/>
              </a:rPr>
              <a:t>提交申请</a:t>
            </a:r>
            <a:endParaRPr lang="zh-CN" altLang="en-US" sz="1600" b="1" u="sng" dirty="0">
              <a:solidFill>
                <a:schemeClr val="tx1">
                  <a:lumMod val="65000"/>
                  <a:lumOff val="35000"/>
                </a:schemeClr>
              </a:solidFill>
              <a:latin typeface="微软雅黑" panose="020B0503020204020204" charset="-122"/>
              <a:ea typeface="微软雅黑" panose="020B0503020204020204" charset="-122"/>
            </a:endParaRPr>
          </a:p>
        </p:txBody>
      </p:sp>
      <p:sp>
        <p:nvSpPr>
          <p:cNvPr id="18" name="圆角矩形 17"/>
          <p:cNvSpPr/>
          <p:nvPr/>
        </p:nvSpPr>
        <p:spPr>
          <a:xfrm>
            <a:off x="5381620" y="2500306"/>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形式审查</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19" name="圆角矩形 18"/>
          <p:cNvSpPr/>
          <p:nvPr/>
        </p:nvSpPr>
        <p:spPr>
          <a:xfrm>
            <a:off x="5381620" y="5214950"/>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公告授权</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25" name="圆角矩形 24"/>
          <p:cNvSpPr/>
          <p:nvPr/>
        </p:nvSpPr>
        <p:spPr>
          <a:xfrm>
            <a:off x="2666976" y="5286388"/>
            <a:ext cx="1428760" cy="500066"/>
          </a:xfrm>
          <a:prstGeom prst="roundRect">
            <a:avLst>
              <a:gd name="adj" fmla="val 21503"/>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公告授权</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26" name="圆角矩形 25"/>
          <p:cNvSpPr/>
          <p:nvPr/>
        </p:nvSpPr>
        <p:spPr>
          <a:xfrm>
            <a:off x="8239140" y="1928802"/>
            <a:ext cx="1428760"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u="sng" dirty="0" smtClean="0">
                <a:solidFill>
                  <a:schemeClr val="tx1">
                    <a:lumMod val="65000"/>
                    <a:lumOff val="35000"/>
                  </a:schemeClr>
                </a:solidFill>
                <a:latin typeface="微软雅黑" panose="020B0503020204020204" charset="-122"/>
                <a:ea typeface="微软雅黑" panose="020B0503020204020204" charset="-122"/>
              </a:rPr>
              <a:t>提交申请</a:t>
            </a:r>
            <a:endParaRPr lang="zh-CN" altLang="en-US" sz="1600" b="1" u="sng"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27" name="圆角矩形 26"/>
          <p:cNvSpPr/>
          <p:nvPr/>
        </p:nvSpPr>
        <p:spPr>
          <a:xfrm>
            <a:off x="8239140" y="2571744"/>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形式审查</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28" name="圆角矩形 27"/>
          <p:cNvSpPr/>
          <p:nvPr/>
        </p:nvSpPr>
        <p:spPr>
          <a:xfrm>
            <a:off x="8239140" y="5286388"/>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公告授权</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grpSp>
        <p:nvGrpSpPr>
          <p:cNvPr id="2" name="组合 1"/>
          <p:cNvGrpSpPr/>
          <p:nvPr/>
        </p:nvGrpSpPr>
        <p:grpSpPr>
          <a:xfrm>
            <a:off x="197485" y="532765"/>
            <a:ext cx="519430" cy="408940"/>
            <a:chOff x="110" y="450"/>
            <a:chExt cx="818" cy="644"/>
          </a:xfrm>
        </p:grpSpPr>
        <p:sp>
          <p:nvSpPr>
            <p:cNvPr id="3"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8"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3"/>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专利申请流程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type="body" idx="1"/>
          </p:nvPr>
        </p:nvSpPr>
        <p:spPr>
          <a:xfrm>
            <a:off x="709930" y="1313180"/>
            <a:ext cx="10720070" cy="4968875"/>
          </a:xfrm>
        </p:spPr>
        <p:txBody>
          <a:bodyPr>
            <a:normAutofit lnSpcReduction="20000"/>
          </a:bodyPr>
          <a:lstStyle/>
          <a:p>
            <a:pPr eaLnBrk="1" hangingPunct="1">
              <a:lnSpc>
                <a:spcPct val="150000"/>
              </a:lnSpc>
              <a:buFontTx/>
              <a:buNone/>
              <a:defRPr/>
            </a:pPr>
            <a:r>
              <a:rPr lang="zh-CN" altLang="en-US" sz="2000" b="1" dirty="0" smtClean="0">
                <a:solidFill>
                  <a:schemeClr val="tx2">
                    <a:lumMod val="60000"/>
                    <a:lumOff val="40000"/>
                  </a:schemeClr>
                </a:solidFill>
                <a:latin typeface="微软雅黑" panose="020B0503020204020204" charset="-122"/>
                <a:ea typeface="微软雅黑" panose="020B0503020204020204" charset="-122"/>
              </a:rPr>
              <a:t>      申请阶段</a:t>
            </a:r>
            <a:endParaRPr lang="zh-CN" altLang="en-US" sz="2000" b="1" dirty="0" smtClean="0">
              <a:solidFill>
                <a:schemeClr val="tx2">
                  <a:lumMod val="60000"/>
                  <a:lumOff val="40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1.1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提供技术资料，包括技术交底书；</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1.2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代理人进行可行性分析，方案策划，确定是否可以申请，是否需要拆分多个专利进行申请；</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1.3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方案确定，提供委托书、登记表，代理人撰写申请文件；</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1.4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撰写后，交予客户审核，修改、确认；</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1.5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文件确认后，提交申请，提交日为申请日；</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1.6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提交后的</a:t>
            </a:r>
            <a:r>
              <a:rPr lang="en-US" altLang="zh-CN" sz="2000" dirty="0" smtClean="0">
                <a:solidFill>
                  <a:schemeClr val="tx1">
                    <a:lumMod val="65000"/>
                    <a:lumOff val="35000"/>
                  </a:schemeClr>
                </a:solidFill>
                <a:latin typeface="微软雅黑" panose="020B0503020204020204" charset="-122"/>
                <a:ea typeface="微软雅黑" panose="020B0503020204020204" charset="-122"/>
              </a:rPr>
              <a:t>5-10</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个工作日，转交受理通知书。</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20483" name="Rectangle 5"/>
          <p:cNvSpPr>
            <a:spLocks noChangeArrowheads="1"/>
          </p:cNvSpPr>
          <p:nvPr/>
        </p:nvSpPr>
        <p:spPr bwMode="auto">
          <a:xfrm>
            <a:off x="5232400" y="1700213"/>
            <a:ext cx="2016125" cy="576262"/>
          </a:xfrm>
          <a:prstGeom prst="rect">
            <a:avLst/>
          </a:prstGeom>
          <a:noFill/>
          <a:ln w="9525" algn="ctr">
            <a:noFill/>
            <a:miter lim="800000"/>
          </a:ln>
        </p:spPr>
        <p:txBody>
          <a:bodyPr wrap="none" anchor="ctr"/>
          <a:lstStyle/>
          <a:p>
            <a:endParaRPr lang="zh-CN" altLang="en-US"/>
          </a:p>
        </p:txBody>
      </p:sp>
      <p:sp>
        <p:nvSpPr>
          <p:cNvPr id="8" name="灯片编号占位符 7"/>
          <p:cNvSpPr>
            <a:spLocks noGrp="1"/>
          </p:cNvSpPr>
          <p:nvPr>
            <p:ph type="sldNum" sz="quarter" idx="12"/>
          </p:nvPr>
        </p:nvSpPr>
        <p:spPr/>
        <p:txBody>
          <a:bodyPr/>
          <a:lstStyle/>
          <a:p>
            <a:pPr>
              <a:defRPr/>
            </a:pPr>
            <a:fld id="{B9C2C5F7-256B-438F-89BC-342E9DB46761}" type="slidenum">
              <a:rPr lang="zh-CN" altLang="en-US" smtClean="0"/>
            </a:fld>
            <a:endParaRPr lang="zh-CN" altLang="en-US"/>
          </a:p>
        </p:txBody>
      </p:sp>
      <p:pic>
        <p:nvPicPr>
          <p:cNvPr id="7" name="Picture 2" descr="F:\Document\document\R---Reference\work\C\case\CP Dept\PPT\模板\未标题-1.jpg"/>
          <p:cNvPicPr>
            <a:picLocks noChangeAspect="1" noChangeArrowheads="1"/>
          </p:cNvPicPr>
          <p:nvPr/>
        </p:nvPicPr>
        <p:blipFill>
          <a:blip r:embed="rId1"/>
          <a:srcRect/>
          <a:stretch>
            <a:fillRect/>
          </a:stretch>
        </p:blipFill>
        <p:spPr bwMode="auto">
          <a:xfrm>
            <a:off x="777213" y="1408418"/>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4"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专利申请流程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9" name="圆角矩形 8"/>
          <p:cNvSpPr/>
          <p:nvPr>
            <p:custDataLst>
              <p:tags r:id="rId5"/>
            </p:custDataLst>
          </p:nvPr>
        </p:nvSpPr>
        <p:spPr>
          <a:xfrm>
            <a:off x="3672179" y="512747"/>
            <a:ext cx="2071702" cy="500066"/>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发明</a:t>
            </a:r>
            <a:endParaRPr lang="zh-CN" altLang="en-US"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4"/>
          <p:cNvSpPr>
            <a:spLocks noGrp="1" noChangeArrowheads="1"/>
          </p:cNvSpPr>
          <p:nvPr>
            <p:ph type="body" idx="1"/>
          </p:nvPr>
        </p:nvSpPr>
        <p:spPr>
          <a:xfrm>
            <a:off x="657225" y="1328420"/>
            <a:ext cx="9329420" cy="4748530"/>
          </a:xfrm>
        </p:spPr>
        <p:txBody>
          <a:bodyPr/>
          <a:lstStyle/>
          <a:p>
            <a:pPr eaLnBrk="1" hangingPunct="1">
              <a:lnSpc>
                <a:spcPct val="150000"/>
              </a:lnSpc>
              <a:spcBef>
                <a:spcPts val="25"/>
              </a:spcBef>
              <a:buFontTx/>
              <a:buNone/>
              <a:defRPr/>
            </a:pPr>
            <a:r>
              <a:rPr lang="zh-CN" altLang="en-US" sz="2000" b="1" dirty="0" smtClean="0">
                <a:solidFill>
                  <a:schemeClr val="accent1"/>
                </a:solidFill>
                <a:latin typeface="微软雅黑" panose="020B0503020204020204" charset="-122"/>
                <a:ea typeface="微软雅黑" panose="020B0503020204020204" charset="-122"/>
              </a:rPr>
              <a:t>        </a:t>
            </a:r>
            <a:r>
              <a:rPr lang="zh-CN" altLang="en-US" sz="1800" b="1" dirty="0" smtClean="0">
                <a:solidFill>
                  <a:schemeClr val="tx2">
                    <a:lumMod val="60000"/>
                    <a:lumOff val="40000"/>
                  </a:schemeClr>
                </a:solidFill>
                <a:latin typeface="微软雅黑" panose="020B0503020204020204" charset="-122"/>
                <a:ea typeface="微软雅黑" panose="020B0503020204020204" charset="-122"/>
              </a:rPr>
              <a:t>审查阶段</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发明为实质审查，初审后审查员会进行检索</a:t>
            </a:r>
            <a:endParaRPr lang="zh-CN" altLang="en-US" sz="1800" dirty="0" smtClean="0">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   </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2.1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审查员根据检索结果发出审查意见通知书；</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   </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2.2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代理人和申请人商讨如何答辩；</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   </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2.3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审查员认同的，发明授权，不认同的，返回</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2.1</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直至驳回；</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   </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2.4</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发明审批一般需时</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1.5-3</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年，驳回、撤回或者授权；</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spcAft>
                <a:spcPts val="1200"/>
              </a:spcAft>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   </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2.5</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办理发明授权手续后，获取专利证书。</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spcAft>
                <a:spcPts val="1200"/>
              </a:spcAft>
              <a:buFontTx/>
              <a:buNone/>
              <a:defRPr/>
            </a:pPr>
            <a:endParaRPr lang="zh-CN" altLang="en-US" sz="1800" dirty="0" smtClean="0">
              <a:solidFill>
                <a:schemeClr val="accent1"/>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dirty="0" smtClean="0">
                <a:solidFill>
                  <a:schemeClr val="accent1"/>
                </a:solidFill>
                <a:latin typeface="微软雅黑" panose="020B0503020204020204" charset="-122"/>
                <a:ea typeface="微软雅黑" panose="020B0503020204020204" charset="-122"/>
              </a:rPr>
              <a:t>   </a:t>
            </a:r>
            <a:r>
              <a:rPr lang="en-US" altLang="zh-CN" sz="1800" b="1" dirty="0" smtClean="0">
                <a:solidFill>
                  <a:schemeClr val="accent1"/>
                </a:solidFill>
                <a:latin typeface="微软雅黑" panose="020B0503020204020204" charset="-122"/>
                <a:ea typeface="微软雅黑" panose="020B0503020204020204" charset="-122"/>
              </a:rPr>
              <a:t>      </a:t>
            </a:r>
            <a:r>
              <a:rPr lang="zh-CN" altLang="en-US" sz="1800" b="1" dirty="0" smtClean="0">
                <a:solidFill>
                  <a:schemeClr val="tx2">
                    <a:lumMod val="60000"/>
                    <a:lumOff val="40000"/>
                  </a:schemeClr>
                </a:solidFill>
                <a:latin typeface="微软雅黑" panose="020B0503020204020204" charset="-122"/>
                <a:ea typeface="微软雅黑" panose="020B0503020204020204" charset="-122"/>
              </a:rPr>
              <a:t>后续阶段</a:t>
            </a:r>
            <a:endParaRPr lang="zh-CN" altLang="en-US" sz="1800" b="1" dirty="0" smtClean="0">
              <a:solidFill>
                <a:schemeClr val="tx2">
                  <a:lumMod val="60000"/>
                  <a:lumOff val="40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   </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3.1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缴纳年费、放弃缴纳年费；</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   </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3.2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被他人提出无效，判决是否有效或者无效。</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8" name="灯片编号占位符 7"/>
          <p:cNvSpPr>
            <a:spLocks noGrp="1"/>
          </p:cNvSpPr>
          <p:nvPr>
            <p:ph type="sldNum" sz="quarter" idx="12"/>
          </p:nvPr>
        </p:nvSpPr>
        <p:spPr/>
        <p:txBody>
          <a:bodyPr/>
          <a:lstStyle/>
          <a:p>
            <a:pPr>
              <a:defRPr/>
            </a:pPr>
            <a:fld id="{BECAE471-6F87-420F-86B6-920DB8CA4324}" type="slidenum">
              <a:rPr lang="zh-CN" altLang="en-US" smtClean="0"/>
            </a:fld>
            <a:endParaRPr lang="zh-CN" altLang="en-US"/>
          </a:p>
        </p:txBody>
      </p:sp>
      <p:pic>
        <p:nvPicPr>
          <p:cNvPr id="5" name="Picture 2" descr="F:\Document\document\R---Reference\work\C\case\CP Dept\PPT\模板\未标题-1.jpg"/>
          <p:cNvPicPr>
            <a:picLocks noChangeAspect="1" noChangeArrowheads="1"/>
          </p:cNvPicPr>
          <p:nvPr/>
        </p:nvPicPr>
        <p:blipFill>
          <a:blip r:embed="rId1"/>
          <a:srcRect/>
          <a:stretch>
            <a:fillRect/>
          </a:stretch>
        </p:blipFill>
        <p:spPr bwMode="auto">
          <a:xfrm>
            <a:off x="895644" y="1492556"/>
            <a:ext cx="409575" cy="387350"/>
          </a:xfrm>
          <a:prstGeom prst="rect">
            <a:avLst/>
          </a:prstGeom>
          <a:noFill/>
          <a:ln w="9525">
            <a:noFill/>
            <a:miter lim="800000"/>
            <a:headEnd/>
            <a:tailEnd/>
          </a:ln>
        </p:spPr>
      </p:pic>
      <p:pic>
        <p:nvPicPr>
          <p:cNvPr id="7" name="Picture 2" descr="F:\Document\document\R---Reference\work\C\case\CP Dept\PPT\模板\未标题-1.jpg"/>
          <p:cNvPicPr>
            <a:picLocks noChangeAspect="1" noChangeArrowheads="1"/>
          </p:cNvPicPr>
          <p:nvPr/>
        </p:nvPicPr>
        <p:blipFill>
          <a:blip r:embed="rId1"/>
          <a:srcRect/>
          <a:stretch>
            <a:fillRect/>
          </a:stretch>
        </p:blipFill>
        <p:spPr bwMode="auto">
          <a:xfrm>
            <a:off x="895644" y="4705357"/>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4"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专利申请流程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9" name="圆角矩形 8"/>
          <p:cNvSpPr/>
          <p:nvPr>
            <p:custDataLst>
              <p:tags r:id="rId5"/>
            </p:custDataLst>
          </p:nvPr>
        </p:nvSpPr>
        <p:spPr>
          <a:xfrm>
            <a:off x="3672179" y="512747"/>
            <a:ext cx="2071702" cy="500066"/>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发明</a:t>
            </a:r>
            <a:endParaRPr lang="zh-CN" altLang="en-US" b="1" dirty="0">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Grp="1" noChangeArrowheads="1"/>
          </p:cNvSpPr>
          <p:nvPr>
            <p:ph type="body" idx="1"/>
          </p:nvPr>
        </p:nvSpPr>
        <p:spPr>
          <a:xfrm>
            <a:off x="659130" y="1266825"/>
            <a:ext cx="10932795" cy="4871720"/>
          </a:xfrm>
        </p:spPr>
        <p:txBody>
          <a:bodyPr>
            <a:normAutofit lnSpcReduction="20000"/>
          </a:bodyPr>
          <a:lstStyle/>
          <a:p>
            <a:pPr eaLnBrk="1" hangingPunct="1">
              <a:lnSpc>
                <a:spcPct val="150000"/>
              </a:lnSpc>
              <a:buFontTx/>
              <a:buNone/>
              <a:defRPr/>
            </a:pPr>
            <a:r>
              <a:rPr lang="zh-CN" altLang="en-US" sz="2000" b="1" dirty="0" smtClean="0">
                <a:solidFill>
                  <a:schemeClr val="tx1">
                    <a:lumMod val="65000"/>
                    <a:lumOff val="35000"/>
                  </a:schemeClr>
                </a:solidFill>
                <a:latin typeface="微软雅黑" panose="020B0503020204020204" charset="-122"/>
                <a:ea typeface="微软雅黑" panose="020B0503020204020204" charset="-122"/>
              </a:rPr>
              <a:t>      </a:t>
            </a:r>
            <a:r>
              <a:rPr lang="zh-CN" altLang="en-US" sz="2000" b="1" dirty="0" smtClean="0">
                <a:solidFill>
                  <a:schemeClr val="tx2">
                    <a:lumMod val="60000"/>
                    <a:lumOff val="40000"/>
                  </a:schemeClr>
                </a:solidFill>
                <a:latin typeface="微软雅黑" panose="020B0503020204020204" charset="-122"/>
                <a:ea typeface="微软雅黑" panose="020B0503020204020204" charset="-122"/>
              </a:rPr>
              <a:t>申请阶段</a:t>
            </a:r>
            <a:endParaRPr lang="zh-CN" altLang="en-US" sz="2000" b="1" dirty="0" smtClean="0">
              <a:solidFill>
                <a:schemeClr val="tx2">
                  <a:lumMod val="60000"/>
                  <a:lumOff val="40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1.1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提供技术资料，包括技术交底书；</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1.2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代理人进行可行性分析，方案策划，确定是否可以申请，是否需要拆分多个专利进行申请；</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1.3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方案确定，提供委托书、登记表，代理人撰写申请文件；</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1.4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撰写后，交予客户审核，修改、确认；</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1.5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文件确认后，提交申请，提交日为申请日；</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1.6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提交后的</a:t>
            </a:r>
            <a:r>
              <a:rPr lang="en-US" altLang="zh-CN" sz="2000" dirty="0" smtClean="0">
                <a:solidFill>
                  <a:schemeClr val="tx1">
                    <a:lumMod val="65000"/>
                    <a:lumOff val="35000"/>
                  </a:schemeClr>
                </a:solidFill>
                <a:latin typeface="微软雅黑" panose="020B0503020204020204" charset="-122"/>
                <a:ea typeface="微软雅黑" panose="020B0503020204020204" charset="-122"/>
              </a:rPr>
              <a:t>5-10</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个工作日，转交受理通知书。</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30D933BC-9555-490F-A83C-FAC2830F82F1}"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716254" y="1365242"/>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7"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专利申请流程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0" name="圆角矩形 9"/>
          <p:cNvSpPr/>
          <p:nvPr>
            <p:custDataLst>
              <p:tags r:id="rId5"/>
            </p:custDataLst>
          </p:nvPr>
        </p:nvSpPr>
        <p:spPr>
          <a:xfrm>
            <a:off x="3895718" y="540687"/>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实用新型</a:t>
            </a:r>
            <a:endParaRPr lang="zh-CN" altLang="en-US" b="1" dirty="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p:cNvSpPr>
            <a:spLocks noGrp="1" noChangeArrowheads="1"/>
          </p:cNvSpPr>
          <p:nvPr>
            <p:ph type="body" idx="1"/>
          </p:nvPr>
        </p:nvSpPr>
        <p:spPr>
          <a:xfrm>
            <a:off x="662940" y="1299845"/>
            <a:ext cx="11100435" cy="4656455"/>
          </a:xfrm>
        </p:spPr>
        <p:txBody>
          <a:bodyPr wrap="square">
            <a:spAutoFit/>
          </a:bodyPr>
          <a:lstStyle/>
          <a:p>
            <a:pPr algn="just" eaLnBrk="1" hangingPunct="1">
              <a:lnSpc>
                <a:spcPct val="150000"/>
              </a:lnSpc>
              <a:spcBef>
                <a:spcPts val="25"/>
              </a:spcBef>
              <a:buFontTx/>
              <a:buNone/>
              <a:defRPr/>
            </a:pPr>
            <a:r>
              <a:rPr lang="zh-CN" altLang="en-US" sz="1800" b="1" dirty="0" smtClean="0">
                <a:solidFill>
                  <a:schemeClr val="accent1"/>
                </a:solidFill>
                <a:latin typeface="微软雅黑" panose="020B0503020204020204" charset="-122"/>
                <a:ea typeface="微软雅黑" panose="020B0503020204020204" charset="-122"/>
              </a:rPr>
              <a:t>         审查阶段</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实用新型为形式审查，审查员</a:t>
            </a:r>
            <a:r>
              <a:rPr lang="zh-CN" altLang="en-US" sz="1800" b="1" dirty="0" smtClean="0">
                <a:solidFill>
                  <a:schemeClr val="accent1"/>
                </a:solidFill>
                <a:latin typeface="微软雅黑" panose="020B0503020204020204" charset="-122"/>
                <a:ea typeface="微软雅黑" panose="020B0503020204020204" charset="-122"/>
              </a:rPr>
              <a:t>不</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进行检索</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algn="just" eaLnBrk="1" hangingPunct="1">
              <a:lnSpc>
                <a:spcPct val="150000"/>
              </a:lnSpc>
              <a:spcBef>
                <a:spcPts val="25"/>
              </a:spcBef>
              <a:buFontTx/>
              <a:buNone/>
              <a:defRPr/>
            </a:pPr>
            <a:r>
              <a:rPr lang="en-US" altLang="zh-CN" sz="1800" dirty="0" smtClean="0">
                <a:solidFill>
                  <a:schemeClr val="tx1">
                    <a:lumMod val="65000"/>
                    <a:lumOff val="35000"/>
                  </a:schemeClr>
                </a:solidFill>
                <a:latin typeface="微软雅黑" panose="020B0503020204020204" charset="-122"/>
                <a:ea typeface="微软雅黑" panose="020B0503020204020204" charset="-122"/>
              </a:rPr>
              <a:t>2.1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审查员形式审查合格后，发出授权通知，一般需时</a:t>
            </a:r>
            <a:r>
              <a:rPr lang="en-US" altLang="zh-CN" sz="1800" dirty="0" smtClean="0">
                <a:solidFill>
                  <a:schemeClr val="tx1">
                    <a:lumMod val="65000"/>
                    <a:lumOff val="35000"/>
                  </a:schemeClr>
                </a:solidFill>
                <a:latin typeface="微软雅黑" panose="020B0503020204020204" charset="-122"/>
                <a:ea typeface="微软雅黑" panose="020B0503020204020204" charset="-122"/>
              </a:rPr>
              <a:t>5-10</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个月；</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algn="just" eaLnBrk="1" hangingPunct="1">
              <a:lnSpc>
                <a:spcPct val="150000"/>
              </a:lnSpc>
              <a:spcBef>
                <a:spcPts val="25"/>
              </a:spcBef>
              <a:spcAft>
                <a:spcPts val="600"/>
              </a:spcAft>
              <a:buFontTx/>
              <a:buNone/>
              <a:defRPr/>
            </a:pPr>
            <a:r>
              <a:rPr lang="en-US" altLang="zh-CN" sz="1800" dirty="0" smtClean="0">
                <a:solidFill>
                  <a:schemeClr val="tx1">
                    <a:lumMod val="65000"/>
                    <a:lumOff val="35000"/>
                  </a:schemeClr>
                </a:solidFill>
                <a:latin typeface="微软雅黑" panose="020B0503020204020204" charset="-122"/>
                <a:ea typeface="微软雅黑" panose="020B0503020204020204" charset="-122"/>
              </a:rPr>
              <a:t>2.2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办理发明授权手续后，获取专利证书。</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marL="0" indent="0" algn="just" eaLnBrk="1" hangingPunct="1">
              <a:lnSpc>
                <a:spcPct val="150000"/>
              </a:lnSpc>
              <a:spcBef>
                <a:spcPts val="25"/>
              </a:spcBef>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审查员不对实用新型的权利保护范围进行实质的审查，因此，专利在授权后的保护范围大小、稳定性、可靠性、全面性则只能体现在申请文件的撰写上。</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algn="just" eaLnBrk="1" hangingPunct="1">
              <a:lnSpc>
                <a:spcPct val="150000"/>
              </a:lnSpc>
              <a:spcBef>
                <a:spcPts val="25"/>
              </a:spcBef>
              <a:spcAft>
                <a:spcPts val="1200"/>
              </a:spcAft>
              <a:buFontTx/>
              <a:buNone/>
              <a:defRPr/>
            </a:pPr>
            <a:r>
              <a:rPr lang="zh-CN" altLang="en-US" sz="1800" dirty="0" smtClean="0">
                <a:solidFill>
                  <a:schemeClr val="tx1">
                    <a:lumMod val="65000"/>
                    <a:lumOff val="35000"/>
                  </a:schemeClr>
                </a:solidFill>
                <a:latin typeface="微软雅黑" panose="020B0503020204020204" charset="-122"/>
                <a:ea typeface="微软雅黑" panose="020B0503020204020204" charset="-122"/>
              </a:rPr>
              <a:t>文件撰写的好坏，影响到后续侵权的判断、专利的稳定性。</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algn="just" eaLnBrk="1" hangingPunct="1">
              <a:lnSpc>
                <a:spcPct val="150000"/>
              </a:lnSpc>
              <a:spcBef>
                <a:spcPts val="25"/>
              </a:spcBef>
              <a:spcAft>
                <a:spcPts val="1200"/>
              </a:spcAft>
              <a:buFontTx/>
              <a:buNone/>
              <a:defRPr/>
            </a:pP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algn="just" eaLnBrk="1" hangingPunct="1">
              <a:lnSpc>
                <a:spcPct val="150000"/>
              </a:lnSpc>
              <a:spcBef>
                <a:spcPts val="25"/>
              </a:spcBef>
              <a:buFontTx/>
              <a:buNone/>
              <a:defRPr/>
            </a:pPr>
            <a:r>
              <a:rPr lang="zh-CN" altLang="en-US" sz="1800" b="1" dirty="0" smtClean="0">
                <a:solidFill>
                  <a:schemeClr val="accent1"/>
                </a:solidFill>
                <a:latin typeface="微软雅黑" panose="020B0503020204020204" charset="-122"/>
                <a:ea typeface="微软雅黑" panose="020B0503020204020204" charset="-122"/>
              </a:rPr>
              <a:t>         后续阶段</a:t>
            </a:r>
            <a:endParaRPr lang="zh-CN" altLang="en-US" sz="1800" b="1" dirty="0" smtClean="0">
              <a:solidFill>
                <a:schemeClr val="accent1"/>
              </a:solidFill>
              <a:latin typeface="微软雅黑" panose="020B0503020204020204" charset="-122"/>
              <a:ea typeface="微软雅黑" panose="020B0503020204020204" charset="-122"/>
            </a:endParaRPr>
          </a:p>
          <a:p>
            <a:pPr algn="just" eaLnBrk="1" hangingPunct="1">
              <a:lnSpc>
                <a:spcPct val="150000"/>
              </a:lnSpc>
              <a:spcBef>
                <a:spcPts val="25"/>
              </a:spcBef>
              <a:buFontTx/>
              <a:buNone/>
              <a:defRPr/>
            </a:pPr>
            <a:r>
              <a:rPr lang="en-US" altLang="zh-CN" sz="1800" dirty="0" smtClean="0">
                <a:solidFill>
                  <a:schemeClr val="tx1">
                    <a:lumMod val="65000"/>
                    <a:lumOff val="35000"/>
                  </a:schemeClr>
                </a:solidFill>
                <a:latin typeface="微软雅黑" panose="020B0503020204020204" charset="-122"/>
                <a:ea typeface="微软雅黑" panose="020B0503020204020204" charset="-122"/>
              </a:rPr>
              <a:t>3.1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缴纳年费、放弃缴纳年费；</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a:p>
            <a:pPr algn="just" eaLnBrk="1" hangingPunct="1">
              <a:lnSpc>
                <a:spcPct val="150000"/>
              </a:lnSpc>
              <a:spcBef>
                <a:spcPts val="25"/>
              </a:spcBef>
              <a:buFontTx/>
              <a:buNone/>
              <a:defRPr/>
            </a:pPr>
            <a:r>
              <a:rPr lang="en-US" altLang="zh-CN" sz="1800" dirty="0" smtClean="0">
                <a:solidFill>
                  <a:schemeClr val="tx1">
                    <a:lumMod val="65000"/>
                    <a:lumOff val="35000"/>
                  </a:schemeClr>
                </a:solidFill>
                <a:latin typeface="微软雅黑" panose="020B0503020204020204" charset="-122"/>
                <a:ea typeface="微软雅黑" panose="020B0503020204020204" charset="-122"/>
              </a:rPr>
              <a:t>3.2 </a:t>
            </a:r>
            <a:r>
              <a:rPr lang="zh-CN" altLang="en-US" sz="1800" dirty="0" smtClean="0">
                <a:solidFill>
                  <a:schemeClr val="tx1">
                    <a:lumMod val="65000"/>
                    <a:lumOff val="35000"/>
                  </a:schemeClr>
                </a:solidFill>
                <a:latin typeface="微软雅黑" panose="020B0503020204020204" charset="-122"/>
                <a:ea typeface="微软雅黑" panose="020B0503020204020204" charset="-122"/>
              </a:rPr>
              <a:t>被他人提出无效，判决是否有效或者无效。</a:t>
            </a:r>
            <a:endParaRPr lang="zh-CN" altLang="en-US" sz="18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DA600DAD-5598-4520-A446-65FACF23B576}"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777531" y="1366825"/>
            <a:ext cx="409575" cy="387350"/>
          </a:xfrm>
          <a:prstGeom prst="rect">
            <a:avLst/>
          </a:prstGeom>
          <a:noFill/>
          <a:ln w="9525">
            <a:noFill/>
            <a:miter lim="800000"/>
            <a:headEnd/>
            <a:tailEnd/>
          </a:ln>
        </p:spPr>
      </p:pic>
      <p:pic>
        <p:nvPicPr>
          <p:cNvPr id="7" name="Picture 2" descr="F:\Document\document\R---Reference\work\C\case\CP Dept\PPT\模板\未标题-1.jpg"/>
          <p:cNvPicPr>
            <a:picLocks noChangeAspect="1" noChangeArrowheads="1"/>
          </p:cNvPicPr>
          <p:nvPr/>
        </p:nvPicPr>
        <p:blipFill>
          <a:blip r:embed="rId1"/>
          <a:srcRect/>
          <a:stretch>
            <a:fillRect/>
          </a:stretch>
        </p:blipFill>
        <p:spPr bwMode="auto">
          <a:xfrm>
            <a:off x="834681" y="4643444"/>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8"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专利申请流程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0" name="圆角矩形 9"/>
          <p:cNvSpPr/>
          <p:nvPr>
            <p:custDataLst>
              <p:tags r:id="rId5"/>
            </p:custDataLst>
          </p:nvPr>
        </p:nvSpPr>
        <p:spPr>
          <a:xfrm>
            <a:off x="3895718" y="540687"/>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实用新型</a:t>
            </a:r>
            <a:endParaRPr lang="zh-CN" altLang="en-US" b="1" dirty="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754380" y="1309370"/>
            <a:ext cx="11137265" cy="4786630"/>
          </a:xfrm>
        </p:spPr>
        <p:txBody>
          <a:bodyPr/>
          <a:lstStyle/>
          <a:p>
            <a:pPr eaLnBrk="1" hangingPunct="1">
              <a:lnSpc>
                <a:spcPct val="150000"/>
              </a:lnSpc>
              <a:buFontTx/>
              <a:buNone/>
              <a:defRPr/>
            </a:pPr>
            <a:r>
              <a:rPr lang="zh-CN" altLang="en-US" sz="2000" b="1" dirty="0" smtClean="0">
                <a:solidFill>
                  <a:schemeClr val="accent1"/>
                </a:solidFill>
                <a:latin typeface="微软雅黑" panose="020B0503020204020204" charset="-122"/>
                <a:ea typeface="微软雅黑" panose="020B0503020204020204" charset="-122"/>
              </a:rPr>
              <a:t>      申请阶段</a:t>
            </a:r>
            <a:endParaRPr lang="zh-CN" altLang="en-US" sz="2000" b="1" dirty="0" smtClean="0">
              <a:solidFill>
                <a:schemeClr val="accent1"/>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1.1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提供六面视图、立体图或者产品，</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1.2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代理人进行可行性分析，方案策划，确定是否需要分开多个部件进行申请；是否可以合案申请；</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1.3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方案确定，提供委托书、登记表，代理人制作文件；</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1.4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文件整理后，提交申请，提交日为申请日。</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r>
              <a:rPr lang="en-US" altLang="zh-CN" sz="2000" dirty="0" smtClean="0">
                <a:solidFill>
                  <a:schemeClr val="tx1">
                    <a:lumMod val="65000"/>
                    <a:lumOff val="35000"/>
                  </a:schemeClr>
                </a:solidFill>
                <a:latin typeface="微软雅黑" panose="020B0503020204020204" charset="-122"/>
                <a:ea typeface="微软雅黑" panose="020B0503020204020204" charset="-122"/>
              </a:rPr>
              <a:t>1.5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提交后的</a:t>
            </a:r>
            <a:r>
              <a:rPr lang="en-US" altLang="zh-CN" sz="2000" dirty="0" smtClean="0">
                <a:solidFill>
                  <a:schemeClr val="tx1">
                    <a:lumMod val="65000"/>
                    <a:lumOff val="35000"/>
                  </a:schemeClr>
                </a:solidFill>
                <a:latin typeface="微软雅黑" panose="020B0503020204020204" charset="-122"/>
                <a:ea typeface="微软雅黑" panose="020B0503020204020204" charset="-122"/>
              </a:rPr>
              <a:t>5-10</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个工作日，转交受理通知书。</a:t>
            </a:r>
            <a:endParaRPr lang="zh-CN" altLang="en-US" sz="20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buFontTx/>
              <a:buNone/>
              <a:defRPr/>
            </a:pPr>
            <a:endParaRPr lang="en-US" altLang="zh-CN" sz="2200" dirty="0" smtClean="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CEBD3027-9095-44EF-9643-896246AE2370}"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754063" y="1438263"/>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8"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专利申请流程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1" name="圆角矩形 10"/>
          <p:cNvSpPr/>
          <p:nvPr>
            <p:custDataLst>
              <p:tags r:id="rId5"/>
            </p:custDataLst>
          </p:nvPr>
        </p:nvSpPr>
        <p:spPr>
          <a:xfrm>
            <a:off x="3895738" y="500047"/>
            <a:ext cx="2071702" cy="500066"/>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外观设计</a:t>
            </a:r>
            <a:endParaRPr lang="zh-CN" altLang="en-US" b="1" dirty="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body" idx="1"/>
          </p:nvPr>
        </p:nvSpPr>
        <p:spPr>
          <a:xfrm>
            <a:off x="777240" y="1279525"/>
            <a:ext cx="11024235" cy="4792980"/>
          </a:xfrm>
        </p:spPr>
        <p:txBody>
          <a:bodyPr/>
          <a:lstStyle/>
          <a:p>
            <a:pPr marL="609600" indent="-609600" eaLnBrk="1" hangingPunct="1">
              <a:lnSpc>
                <a:spcPct val="150000"/>
              </a:lnSpc>
              <a:spcBef>
                <a:spcPts val="25"/>
              </a:spcBef>
              <a:buFontTx/>
              <a:buNone/>
              <a:defRPr/>
            </a:pPr>
            <a:r>
              <a:rPr lang="zh-CN" altLang="en-US" sz="2200" b="1" dirty="0" smtClean="0">
                <a:solidFill>
                  <a:schemeClr val="accent1"/>
                </a:solidFill>
                <a:latin typeface="微软雅黑" panose="020B0503020204020204" charset="-122"/>
                <a:ea typeface="微软雅黑" panose="020B0503020204020204" charset="-122"/>
              </a:rPr>
              <a:t>     审查阶段</a:t>
            </a:r>
            <a:r>
              <a:rPr lang="en-US" altLang="zh-CN" sz="2200" dirty="0" smtClean="0">
                <a:solidFill>
                  <a:schemeClr val="tx1">
                    <a:lumMod val="65000"/>
                    <a:lumOff val="35000"/>
                  </a:schemeClr>
                </a:solidFill>
                <a:latin typeface="微软雅黑" panose="020B0503020204020204" charset="-122"/>
                <a:ea typeface="微软雅黑" panose="020B0503020204020204" charset="-122"/>
              </a:rPr>
              <a:t>——</a:t>
            </a:r>
            <a:r>
              <a:rPr lang="zh-CN" altLang="en-US" sz="2200" dirty="0" smtClean="0">
                <a:solidFill>
                  <a:schemeClr val="tx1">
                    <a:lumMod val="65000"/>
                    <a:lumOff val="35000"/>
                  </a:schemeClr>
                </a:solidFill>
                <a:latin typeface="微软雅黑" panose="020B0503020204020204" charset="-122"/>
                <a:ea typeface="微软雅黑" panose="020B0503020204020204" charset="-122"/>
              </a:rPr>
              <a:t>外观设计为形式审查，审查员</a:t>
            </a:r>
            <a:r>
              <a:rPr lang="zh-CN" altLang="en-US" sz="2200" dirty="0" smtClean="0">
                <a:solidFill>
                  <a:schemeClr val="accent1"/>
                </a:solidFill>
                <a:latin typeface="微软雅黑" panose="020B0503020204020204" charset="-122"/>
                <a:ea typeface="微软雅黑" panose="020B0503020204020204" charset="-122"/>
              </a:rPr>
              <a:t>不</a:t>
            </a:r>
            <a:r>
              <a:rPr lang="zh-CN" altLang="en-US" sz="2200" dirty="0" smtClean="0">
                <a:solidFill>
                  <a:schemeClr val="tx1">
                    <a:lumMod val="65000"/>
                    <a:lumOff val="35000"/>
                  </a:schemeClr>
                </a:solidFill>
                <a:latin typeface="微软雅黑" panose="020B0503020204020204" charset="-122"/>
                <a:ea typeface="微软雅黑" panose="020B0503020204020204" charset="-122"/>
              </a:rPr>
              <a:t>进行检索</a:t>
            </a:r>
            <a:endParaRPr lang="zh-CN" altLang="en-US" sz="2200" dirty="0" smtClean="0">
              <a:solidFill>
                <a:schemeClr val="tx1">
                  <a:lumMod val="65000"/>
                  <a:lumOff val="35000"/>
                </a:schemeClr>
              </a:solidFill>
              <a:latin typeface="微软雅黑" panose="020B0503020204020204" charset="-122"/>
              <a:ea typeface="微软雅黑" panose="020B0503020204020204" charset="-122"/>
            </a:endParaRPr>
          </a:p>
          <a:p>
            <a:pPr marL="609600" indent="-609600" eaLnBrk="1" hangingPunct="1">
              <a:lnSpc>
                <a:spcPct val="150000"/>
              </a:lnSpc>
              <a:spcBef>
                <a:spcPts val="25"/>
              </a:spcBef>
              <a:buFontTx/>
              <a:buNone/>
              <a:defRPr/>
            </a:pPr>
            <a:r>
              <a:rPr lang="en-US" altLang="zh-CN" sz="2200" dirty="0" smtClean="0">
                <a:solidFill>
                  <a:schemeClr val="tx1">
                    <a:lumMod val="65000"/>
                    <a:lumOff val="35000"/>
                  </a:schemeClr>
                </a:solidFill>
                <a:latin typeface="微软雅黑" panose="020B0503020204020204" charset="-122"/>
                <a:ea typeface="微软雅黑" panose="020B0503020204020204" charset="-122"/>
              </a:rPr>
              <a:t>2.1 </a:t>
            </a:r>
            <a:r>
              <a:rPr lang="zh-CN" altLang="en-US" sz="2200" dirty="0" smtClean="0">
                <a:solidFill>
                  <a:schemeClr val="tx1">
                    <a:lumMod val="65000"/>
                    <a:lumOff val="35000"/>
                  </a:schemeClr>
                </a:solidFill>
                <a:latin typeface="微软雅黑" panose="020B0503020204020204" charset="-122"/>
                <a:ea typeface="微软雅黑" panose="020B0503020204020204" charset="-122"/>
              </a:rPr>
              <a:t>审查员形式审查合格后，发出授权通知，一般需时</a:t>
            </a:r>
            <a:r>
              <a:rPr lang="en-US" altLang="zh-CN" sz="2200" dirty="0" smtClean="0">
                <a:solidFill>
                  <a:schemeClr val="tx1">
                    <a:lumMod val="65000"/>
                    <a:lumOff val="35000"/>
                  </a:schemeClr>
                </a:solidFill>
                <a:latin typeface="微软雅黑" panose="020B0503020204020204" charset="-122"/>
                <a:ea typeface="微软雅黑" panose="020B0503020204020204" charset="-122"/>
              </a:rPr>
              <a:t>5-10</a:t>
            </a:r>
            <a:r>
              <a:rPr lang="zh-CN" altLang="en-US" sz="2200" dirty="0" smtClean="0">
                <a:solidFill>
                  <a:schemeClr val="tx1">
                    <a:lumMod val="65000"/>
                    <a:lumOff val="35000"/>
                  </a:schemeClr>
                </a:solidFill>
                <a:latin typeface="微软雅黑" panose="020B0503020204020204" charset="-122"/>
                <a:ea typeface="微软雅黑" panose="020B0503020204020204" charset="-122"/>
              </a:rPr>
              <a:t>个月。如审查认为不能合案申请的，会要求申请人分案；</a:t>
            </a:r>
            <a:endParaRPr lang="zh-CN" altLang="en-US" sz="2200" dirty="0" smtClean="0">
              <a:solidFill>
                <a:schemeClr val="tx1">
                  <a:lumMod val="65000"/>
                  <a:lumOff val="35000"/>
                </a:schemeClr>
              </a:solidFill>
              <a:latin typeface="微软雅黑" panose="020B0503020204020204" charset="-122"/>
              <a:ea typeface="微软雅黑" panose="020B0503020204020204" charset="-122"/>
            </a:endParaRPr>
          </a:p>
          <a:p>
            <a:pPr marL="609600" indent="-609600" eaLnBrk="1" hangingPunct="1">
              <a:lnSpc>
                <a:spcPct val="150000"/>
              </a:lnSpc>
              <a:spcBef>
                <a:spcPts val="25"/>
              </a:spcBef>
              <a:spcAft>
                <a:spcPts val="1200"/>
              </a:spcAft>
              <a:buFontTx/>
              <a:buNone/>
              <a:defRPr/>
            </a:pPr>
            <a:r>
              <a:rPr lang="en-US" altLang="zh-CN" sz="2200" dirty="0" smtClean="0">
                <a:solidFill>
                  <a:schemeClr val="tx1">
                    <a:lumMod val="65000"/>
                    <a:lumOff val="35000"/>
                  </a:schemeClr>
                </a:solidFill>
                <a:latin typeface="微软雅黑" panose="020B0503020204020204" charset="-122"/>
                <a:ea typeface="微软雅黑" panose="020B0503020204020204" charset="-122"/>
              </a:rPr>
              <a:t>2.2 </a:t>
            </a:r>
            <a:r>
              <a:rPr lang="zh-CN" altLang="en-US" sz="2200" dirty="0" smtClean="0">
                <a:solidFill>
                  <a:schemeClr val="tx1">
                    <a:lumMod val="65000"/>
                    <a:lumOff val="35000"/>
                  </a:schemeClr>
                </a:solidFill>
                <a:latin typeface="微软雅黑" panose="020B0503020204020204" charset="-122"/>
                <a:ea typeface="微软雅黑" panose="020B0503020204020204" charset="-122"/>
              </a:rPr>
              <a:t>办理授权手续后，获取专利证书。</a:t>
            </a:r>
            <a:r>
              <a:rPr lang="zh-CN" altLang="en-US" sz="2200" dirty="0" smtClean="0">
                <a:latin typeface="微软雅黑" panose="020B0503020204020204" charset="-122"/>
                <a:ea typeface="微软雅黑" panose="020B0503020204020204" charset="-122"/>
              </a:rPr>
              <a:t>              </a:t>
            </a:r>
            <a:endParaRPr lang="zh-CN" altLang="en-US" sz="2200" dirty="0" smtClean="0">
              <a:latin typeface="微软雅黑" panose="020B0503020204020204" charset="-122"/>
              <a:ea typeface="微软雅黑" panose="020B0503020204020204" charset="-122"/>
            </a:endParaRPr>
          </a:p>
          <a:p>
            <a:pPr marL="609600" indent="-609600" eaLnBrk="1" hangingPunct="1">
              <a:lnSpc>
                <a:spcPct val="150000"/>
              </a:lnSpc>
              <a:spcBef>
                <a:spcPts val="25"/>
              </a:spcBef>
              <a:buFontTx/>
              <a:buNone/>
              <a:defRPr/>
            </a:pPr>
            <a:r>
              <a:rPr lang="zh-CN" altLang="en-US" sz="2200" b="1" dirty="0" smtClean="0">
                <a:solidFill>
                  <a:schemeClr val="accent1"/>
                </a:solidFill>
                <a:latin typeface="微软雅黑" panose="020B0503020204020204" charset="-122"/>
                <a:ea typeface="微软雅黑" panose="020B0503020204020204" charset="-122"/>
              </a:rPr>
              <a:t>      </a:t>
            </a:r>
            <a:endParaRPr lang="zh-CN" altLang="en-US" sz="2200" b="1" dirty="0" smtClean="0">
              <a:solidFill>
                <a:schemeClr val="accent1"/>
              </a:solidFill>
              <a:latin typeface="微软雅黑" panose="020B0503020204020204" charset="-122"/>
              <a:ea typeface="微软雅黑" panose="020B0503020204020204" charset="-122"/>
            </a:endParaRPr>
          </a:p>
          <a:p>
            <a:pPr marL="609600" indent="-609600" eaLnBrk="1" hangingPunct="1">
              <a:lnSpc>
                <a:spcPct val="150000"/>
              </a:lnSpc>
              <a:spcBef>
                <a:spcPts val="25"/>
              </a:spcBef>
              <a:buFontTx/>
              <a:buNone/>
              <a:defRPr/>
            </a:pPr>
            <a:r>
              <a:rPr lang="zh-CN" altLang="en-US" sz="2200" b="1" dirty="0" smtClean="0">
                <a:solidFill>
                  <a:schemeClr val="accent1"/>
                </a:solidFill>
                <a:latin typeface="微软雅黑" panose="020B0503020204020204" charset="-122"/>
                <a:ea typeface="微软雅黑" panose="020B0503020204020204" charset="-122"/>
              </a:rPr>
              <a:t> </a:t>
            </a:r>
            <a:r>
              <a:rPr lang="en-US" altLang="zh-CN" sz="2200" b="1" dirty="0" smtClean="0">
                <a:solidFill>
                  <a:schemeClr val="accent1"/>
                </a:solidFill>
                <a:latin typeface="微软雅黑" panose="020B0503020204020204" charset="-122"/>
                <a:ea typeface="微软雅黑" panose="020B0503020204020204" charset="-122"/>
              </a:rPr>
              <a:t>    </a:t>
            </a:r>
            <a:r>
              <a:rPr lang="zh-CN" altLang="en-US" sz="2200" b="1" dirty="0" smtClean="0">
                <a:solidFill>
                  <a:schemeClr val="accent1"/>
                </a:solidFill>
                <a:latin typeface="微软雅黑" panose="020B0503020204020204" charset="-122"/>
                <a:ea typeface="微软雅黑" panose="020B0503020204020204" charset="-122"/>
              </a:rPr>
              <a:t>后续阶段</a:t>
            </a:r>
            <a:endParaRPr lang="zh-CN" altLang="en-US" sz="2200" b="1" dirty="0" smtClean="0">
              <a:solidFill>
                <a:schemeClr val="accent1"/>
              </a:solidFill>
              <a:latin typeface="微软雅黑" panose="020B0503020204020204" charset="-122"/>
              <a:ea typeface="微软雅黑" panose="020B0503020204020204" charset="-122"/>
            </a:endParaRPr>
          </a:p>
          <a:p>
            <a:pPr marL="609600" indent="-609600" eaLnBrk="1" hangingPunct="1">
              <a:lnSpc>
                <a:spcPct val="150000"/>
              </a:lnSpc>
              <a:spcBef>
                <a:spcPts val="25"/>
              </a:spcBef>
              <a:buFontTx/>
              <a:buNone/>
              <a:defRPr/>
            </a:pPr>
            <a:r>
              <a:rPr lang="en-US" altLang="zh-CN" sz="2200" dirty="0" smtClean="0">
                <a:solidFill>
                  <a:schemeClr val="tx1">
                    <a:lumMod val="65000"/>
                    <a:lumOff val="35000"/>
                  </a:schemeClr>
                </a:solidFill>
                <a:latin typeface="微软雅黑" panose="020B0503020204020204" charset="-122"/>
                <a:ea typeface="微软雅黑" panose="020B0503020204020204" charset="-122"/>
              </a:rPr>
              <a:t>3.1 </a:t>
            </a:r>
            <a:r>
              <a:rPr lang="zh-CN" altLang="en-US" sz="2200" dirty="0" smtClean="0">
                <a:solidFill>
                  <a:schemeClr val="tx1">
                    <a:lumMod val="65000"/>
                    <a:lumOff val="35000"/>
                  </a:schemeClr>
                </a:solidFill>
                <a:latin typeface="微软雅黑" panose="020B0503020204020204" charset="-122"/>
                <a:ea typeface="微软雅黑" panose="020B0503020204020204" charset="-122"/>
              </a:rPr>
              <a:t>缴纳年费、放弃缴纳年费；</a:t>
            </a:r>
            <a:endParaRPr lang="zh-CN" altLang="en-US" sz="2200" dirty="0" smtClean="0">
              <a:solidFill>
                <a:schemeClr val="tx1">
                  <a:lumMod val="65000"/>
                  <a:lumOff val="35000"/>
                </a:schemeClr>
              </a:solidFill>
              <a:latin typeface="微软雅黑" panose="020B0503020204020204" charset="-122"/>
              <a:ea typeface="微软雅黑" panose="020B0503020204020204" charset="-122"/>
            </a:endParaRPr>
          </a:p>
          <a:p>
            <a:pPr marL="609600" indent="-609600" eaLnBrk="1" hangingPunct="1">
              <a:lnSpc>
                <a:spcPct val="150000"/>
              </a:lnSpc>
              <a:spcBef>
                <a:spcPts val="25"/>
              </a:spcBef>
              <a:buFontTx/>
              <a:buNone/>
              <a:defRPr/>
            </a:pPr>
            <a:r>
              <a:rPr lang="en-US" altLang="zh-CN" sz="2200" dirty="0" smtClean="0">
                <a:solidFill>
                  <a:schemeClr val="tx1">
                    <a:lumMod val="65000"/>
                    <a:lumOff val="35000"/>
                  </a:schemeClr>
                </a:solidFill>
                <a:latin typeface="微软雅黑" panose="020B0503020204020204" charset="-122"/>
                <a:ea typeface="微软雅黑" panose="020B0503020204020204" charset="-122"/>
              </a:rPr>
              <a:t>3.2 </a:t>
            </a:r>
            <a:r>
              <a:rPr lang="zh-CN" altLang="en-US" sz="2200" dirty="0" smtClean="0">
                <a:solidFill>
                  <a:schemeClr val="tx1">
                    <a:lumMod val="65000"/>
                    <a:lumOff val="35000"/>
                  </a:schemeClr>
                </a:solidFill>
                <a:latin typeface="微软雅黑" panose="020B0503020204020204" charset="-122"/>
                <a:ea typeface="微软雅黑" panose="020B0503020204020204" charset="-122"/>
              </a:rPr>
              <a:t>被他人提出无效，判决是否有效或者无效。</a:t>
            </a:r>
            <a:endParaRPr lang="zh-CN" altLang="en-US" sz="2200" dirty="0" smtClean="0">
              <a:solidFill>
                <a:schemeClr val="tx1">
                  <a:lumMod val="65000"/>
                  <a:lumOff val="35000"/>
                </a:schemeClr>
              </a:solidFill>
              <a:latin typeface="微软雅黑" panose="020B0503020204020204" charset="-122"/>
              <a:ea typeface="微软雅黑" panose="020B0503020204020204" charset="-122"/>
            </a:endParaRPr>
          </a:p>
          <a:p>
            <a:pPr marL="609600" indent="-609600" eaLnBrk="1" hangingPunct="1">
              <a:lnSpc>
                <a:spcPct val="150000"/>
              </a:lnSpc>
              <a:spcBef>
                <a:spcPts val="25"/>
              </a:spcBef>
              <a:buFontTx/>
              <a:buNone/>
              <a:defRPr/>
            </a:pPr>
            <a:endParaRPr lang="en-US" altLang="zh-CN" sz="2200" b="1" dirty="0" smtClean="0"/>
          </a:p>
        </p:txBody>
      </p:sp>
      <p:sp>
        <p:nvSpPr>
          <p:cNvPr id="5" name="灯片编号占位符 4"/>
          <p:cNvSpPr>
            <a:spLocks noGrp="1"/>
          </p:cNvSpPr>
          <p:nvPr>
            <p:ph type="sldNum" sz="quarter" idx="12"/>
          </p:nvPr>
        </p:nvSpPr>
        <p:spPr/>
        <p:txBody>
          <a:bodyPr/>
          <a:lstStyle/>
          <a:p>
            <a:pPr>
              <a:defRPr/>
            </a:pPr>
            <a:fld id="{0F3DC8CF-CEDD-403B-86FF-D5D22647D397}"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776923" y="1454141"/>
            <a:ext cx="409575" cy="387350"/>
          </a:xfrm>
          <a:prstGeom prst="rect">
            <a:avLst/>
          </a:prstGeom>
          <a:noFill/>
          <a:ln w="9525">
            <a:noFill/>
            <a:miter lim="800000"/>
            <a:headEnd/>
            <a:tailEnd/>
          </a:ln>
        </p:spPr>
      </p:pic>
      <p:pic>
        <p:nvPicPr>
          <p:cNvPr id="7" name="Picture 2" descr="F:\Document\document\R---Reference\work\C\case\CP Dept\PPT\模板\未标题-1.jpg"/>
          <p:cNvPicPr>
            <a:picLocks noChangeAspect="1" noChangeArrowheads="1"/>
          </p:cNvPicPr>
          <p:nvPr/>
        </p:nvPicPr>
        <p:blipFill>
          <a:blip r:embed="rId1"/>
          <a:srcRect/>
          <a:stretch>
            <a:fillRect/>
          </a:stretch>
        </p:blipFill>
        <p:spPr bwMode="auto">
          <a:xfrm>
            <a:off x="776923" y="4152907"/>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8"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专利申请流程</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1" name="圆角矩形 10"/>
          <p:cNvSpPr/>
          <p:nvPr>
            <p:custDataLst>
              <p:tags r:id="rId5"/>
            </p:custDataLst>
          </p:nvPr>
        </p:nvSpPr>
        <p:spPr>
          <a:xfrm>
            <a:off x="3895738" y="500047"/>
            <a:ext cx="2071702" cy="500066"/>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外观设计</a:t>
            </a:r>
            <a:endParaRPr lang="zh-CN" altLang="en-US" b="1" dirty="0">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同侧圆角矩形 23"/>
          <p:cNvSpPr/>
          <p:nvPr/>
        </p:nvSpPr>
        <p:spPr>
          <a:xfrm rot="10800000">
            <a:off x="7953388" y="2271702"/>
            <a:ext cx="2071702" cy="2357454"/>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同侧圆角矩形 22"/>
          <p:cNvSpPr/>
          <p:nvPr/>
        </p:nvSpPr>
        <p:spPr>
          <a:xfrm rot="10800000">
            <a:off x="5095868" y="2271702"/>
            <a:ext cx="2071702" cy="3071834"/>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灯片编号占位符 3"/>
          <p:cNvSpPr>
            <a:spLocks noGrp="1"/>
          </p:cNvSpPr>
          <p:nvPr>
            <p:ph type="sldNum" sz="quarter" idx="12"/>
          </p:nvPr>
        </p:nvSpPr>
        <p:spPr>
          <a:xfrm>
            <a:off x="8610600" y="6607810"/>
            <a:ext cx="2743200" cy="365125"/>
          </a:xfrm>
        </p:spPr>
        <p:txBody>
          <a:bodyPr/>
          <a:lstStyle/>
          <a:p>
            <a:fld id="{0C913308-F349-4B6D-A68A-DD1791B4A57B}" type="slidenum">
              <a:rPr lang="zh-CN" altLang="en-US" smtClean="0"/>
            </a:fld>
            <a:endParaRPr lang="zh-CN" altLang="en-US"/>
          </a:p>
        </p:txBody>
      </p:sp>
      <p:sp>
        <p:nvSpPr>
          <p:cNvPr id="7" name="同侧圆角矩形 6"/>
          <p:cNvSpPr/>
          <p:nvPr/>
        </p:nvSpPr>
        <p:spPr>
          <a:xfrm rot="10800000">
            <a:off x="2381224" y="2343140"/>
            <a:ext cx="2071702" cy="1143008"/>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2381224" y="2057388"/>
            <a:ext cx="2071702" cy="500066"/>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sp>
        <p:nvSpPr>
          <p:cNvPr id="10" name="圆角矩形 9"/>
          <p:cNvSpPr/>
          <p:nvPr/>
        </p:nvSpPr>
        <p:spPr>
          <a:xfrm>
            <a:off x="5095868" y="2057388"/>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方法类</a:t>
            </a:r>
            <a:endParaRPr lang="zh-CN" altLang="en-US" b="1" dirty="0">
              <a:latin typeface="微软雅黑" panose="020B0503020204020204" charset="-122"/>
              <a:ea typeface="微软雅黑" panose="020B0503020204020204" charset="-122"/>
            </a:endParaRPr>
          </a:p>
        </p:txBody>
      </p:sp>
      <p:sp>
        <p:nvSpPr>
          <p:cNvPr id="11" name="圆角矩形 10"/>
          <p:cNvSpPr/>
          <p:nvPr/>
        </p:nvSpPr>
        <p:spPr>
          <a:xfrm>
            <a:off x="7953388" y="2057388"/>
            <a:ext cx="2071702" cy="500066"/>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装置</a:t>
            </a:r>
            <a:r>
              <a:rPr lang="en-US" altLang="zh-CN" b="1" dirty="0" smtClean="0">
                <a:latin typeface="微软雅黑" panose="020B0503020204020204" charset="-122"/>
                <a:ea typeface="微软雅黑" panose="020B0503020204020204" charset="-122"/>
              </a:rPr>
              <a:t>/</a:t>
            </a:r>
            <a:r>
              <a:rPr lang="zh-CN" altLang="en-US" b="1" dirty="0" smtClean="0">
                <a:latin typeface="微软雅黑" panose="020B0503020204020204" charset="-122"/>
                <a:ea typeface="微软雅黑" panose="020B0503020204020204" charset="-122"/>
              </a:rPr>
              <a:t>设备类</a:t>
            </a:r>
            <a:endParaRPr lang="zh-CN" altLang="en-US" b="1" dirty="0">
              <a:latin typeface="微软雅黑" panose="020B0503020204020204" charset="-122"/>
              <a:ea typeface="微软雅黑" panose="020B0503020204020204" charset="-122"/>
            </a:endParaRPr>
          </a:p>
        </p:txBody>
      </p:sp>
      <p:sp>
        <p:nvSpPr>
          <p:cNvPr id="12" name="圆角矩形 11"/>
          <p:cNvSpPr/>
          <p:nvPr/>
        </p:nvSpPr>
        <p:spPr>
          <a:xfrm>
            <a:off x="2666976" y="2700330"/>
            <a:ext cx="1428760"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产品结构</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17" name="圆角矩形 16"/>
          <p:cNvSpPr/>
          <p:nvPr/>
        </p:nvSpPr>
        <p:spPr>
          <a:xfrm>
            <a:off x="5381620" y="2700330"/>
            <a:ext cx="1428760"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制备工艺</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18" name="圆角矩形 17"/>
          <p:cNvSpPr/>
          <p:nvPr/>
        </p:nvSpPr>
        <p:spPr>
          <a:xfrm>
            <a:off x="5381620" y="3343272"/>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使用方法</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19" name="圆角矩形 18"/>
          <p:cNvSpPr/>
          <p:nvPr/>
        </p:nvSpPr>
        <p:spPr>
          <a:xfrm>
            <a:off x="5381620" y="3986214"/>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加工方法</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26" name="圆角矩形 25"/>
          <p:cNvSpPr/>
          <p:nvPr/>
        </p:nvSpPr>
        <p:spPr>
          <a:xfrm>
            <a:off x="8239140" y="2771768"/>
            <a:ext cx="1428760" cy="500066"/>
          </a:xfrm>
          <a:prstGeom prst="roundRect">
            <a:avLst>
              <a:gd name="adj" fmla="val 19128"/>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产品制备</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27" name="圆角矩形 26"/>
          <p:cNvSpPr/>
          <p:nvPr/>
        </p:nvSpPr>
        <p:spPr>
          <a:xfrm>
            <a:off x="8239140" y="3414710"/>
            <a:ext cx="1428760" cy="1000132"/>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使用、加工、处理中使用的装置</a:t>
            </a:r>
            <a:r>
              <a:rPr lang="en-US" altLang="zh-CN" sz="1600" b="1" dirty="0" smtClean="0">
                <a:solidFill>
                  <a:schemeClr val="tx1">
                    <a:lumMod val="65000"/>
                    <a:lumOff val="35000"/>
                  </a:schemeClr>
                </a:solidFill>
                <a:latin typeface="微软雅黑" panose="020B0503020204020204" charset="-122"/>
                <a:ea typeface="微软雅黑" panose="020B0503020204020204" charset="-122"/>
              </a:rPr>
              <a:t>/</a:t>
            </a:r>
            <a:r>
              <a:rPr lang="zh-CN" altLang="en-US" sz="1600" b="1" dirty="0" smtClean="0">
                <a:solidFill>
                  <a:schemeClr val="tx1">
                    <a:lumMod val="65000"/>
                    <a:lumOff val="35000"/>
                  </a:schemeClr>
                </a:solidFill>
                <a:latin typeface="微软雅黑" panose="020B0503020204020204" charset="-122"/>
                <a:ea typeface="微软雅黑" panose="020B0503020204020204" charset="-122"/>
              </a:rPr>
              <a:t>设备</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sp>
        <p:nvSpPr>
          <p:cNvPr id="29" name="TextBox 28"/>
          <p:cNvSpPr txBox="1"/>
          <p:nvPr/>
        </p:nvSpPr>
        <p:spPr>
          <a:xfrm>
            <a:off x="3009873" y="1305221"/>
            <a:ext cx="6215106" cy="398780"/>
          </a:xfrm>
          <a:prstGeom prst="rect">
            <a:avLst/>
          </a:prstGeom>
          <a:noFill/>
        </p:spPr>
        <p:txBody>
          <a:bodyPr wrap="square" rtlCol="0">
            <a:spAutoFit/>
          </a:bodyPr>
          <a:lstStyle/>
          <a:p>
            <a:pPr algn="ctr"/>
            <a:r>
              <a:rPr lang="zh-CN" altLang="en-US" sz="2000" b="1" dirty="0" smtClean="0">
                <a:solidFill>
                  <a:schemeClr val="tx1">
                    <a:lumMod val="85000"/>
                    <a:lumOff val="15000"/>
                  </a:schemeClr>
                </a:solidFill>
                <a:latin typeface="微软雅黑" panose="020B0503020204020204" charset="-122"/>
                <a:ea typeface="微软雅黑" panose="020B0503020204020204" charset="-122"/>
              </a:rPr>
              <a:t>技术交底书分类</a:t>
            </a:r>
            <a:endParaRPr lang="zh-CN" altLang="en-US" sz="2000" b="1" dirty="0" smtClean="0">
              <a:solidFill>
                <a:schemeClr val="tx1">
                  <a:lumMod val="85000"/>
                  <a:lumOff val="15000"/>
                </a:schemeClr>
              </a:solidFill>
              <a:latin typeface="微软雅黑" panose="020B0503020204020204" charset="-122"/>
              <a:ea typeface="微软雅黑" panose="020B0503020204020204" charset="-122"/>
            </a:endParaRPr>
          </a:p>
        </p:txBody>
      </p:sp>
      <p:sp>
        <p:nvSpPr>
          <p:cNvPr id="22" name="圆角矩形 21"/>
          <p:cNvSpPr/>
          <p:nvPr/>
        </p:nvSpPr>
        <p:spPr>
          <a:xfrm>
            <a:off x="5381620" y="4629156"/>
            <a:ext cx="1428760" cy="500066"/>
          </a:xfrm>
          <a:prstGeom prst="roundRect">
            <a:avLst>
              <a:gd name="adj" fmla="val 14379"/>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处理方法</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p:txBody>
      </p:sp>
      <p:grpSp>
        <p:nvGrpSpPr>
          <p:cNvPr id="2" name="组合 1"/>
          <p:cNvGrpSpPr/>
          <p:nvPr/>
        </p:nvGrpSpPr>
        <p:grpSpPr>
          <a:xfrm>
            <a:off x="197485" y="532765"/>
            <a:ext cx="519430" cy="408940"/>
            <a:chOff x="110" y="450"/>
            <a:chExt cx="818" cy="644"/>
          </a:xfrm>
        </p:grpSpPr>
        <p:sp>
          <p:nvSpPr>
            <p:cNvPr id="3"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8"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3"/>
            </p:custDataLst>
          </p:nvPr>
        </p:nvSpPr>
        <p:spPr>
          <a:xfrm>
            <a:off x="895350" y="555625"/>
            <a:ext cx="609600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4" name="内容占位符 2"/>
          <p:cNvSpPr>
            <a:spLocks noGrp="1"/>
          </p:cNvSpPr>
          <p:nvPr>
            <p:ph idx="1"/>
          </p:nvPr>
        </p:nvSpPr>
        <p:spPr>
          <a:xfrm>
            <a:off x="895323" y="1928797"/>
            <a:ext cx="7500990" cy="3714776"/>
          </a:xfrm>
          <a:solidFill>
            <a:schemeClr val="bg1"/>
          </a:solidFill>
        </p:spPr>
        <p:txBody>
          <a:bodyPr>
            <a:normAutofit/>
          </a:bodyPr>
          <a:lstStyle/>
          <a:p>
            <a:pPr algn="l">
              <a:lnSpc>
                <a:spcPts val="2500"/>
              </a:lnSpc>
              <a:buFontTx/>
              <a:buNone/>
            </a:pPr>
            <a:r>
              <a:rPr lang="zh-CN" altLang="en-US" sz="2800" b="1" dirty="0" smtClean="0">
                <a:solidFill>
                  <a:schemeClr val="tx1">
                    <a:lumMod val="50000"/>
                    <a:lumOff val="50000"/>
                  </a:schemeClr>
                </a:solidFill>
                <a:latin typeface="微软雅黑" panose="020B0503020204020204" charset="-122"/>
                <a:ea typeface="微软雅黑" panose="020B0503020204020204" charset="-122"/>
              </a:rPr>
              <a:t>第一类</a:t>
            </a:r>
            <a:endParaRPr lang="en-US" altLang="zh-CN" sz="2000" b="1" dirty="0" smtClean="0">
              <a:solidFill>
                <a:schemeClr val="tx1">
                  <a:lumMod val="50000"/>
                  <a:lumOff val="50000"/>
                </a:schemeClr>
              </a:solidFill>
              <a:latin typeface="微软雅黑" panose="020B0503020204020204" charset="-122"/>
              <a:ea typeface="微软雅黑" panose="020B0503020204020204" charset="-122"/>
            </a:endParaRPr>
          </a:p>
        </p:txBody>
      </p:sp>
      <p:sp>
        <p:nvSpPr>
          <p:cNvPr id="5" name="内容占位符 2"/>
          <p:cNvSpPr txBox="1"/>
          <p:nvPr/>
        </p:nvSpPr>
        <p:spPr>
          <a:xfrm>
            <a:off x="2238348" y="1928802"/>
            <a:ext cx="7643866" cy="4214842"/>
          </a:xfrm>
          <a:prstGeom prst="rect">
            <a:avLst/>
          </a:prstGeom>
          <a:solidFill>
            <a:schemeClr val="bg1"/>
          </a:solidFill>
        </p:spPr>
        <p:txBody>
          <a:bodyPr vert="horz" lIns="91440" tIns="45720" rIns="91440" bIns="45720" rtlCol="0">
            <a:noAutofit/>
          </a:bodyPr>
          <a:lstStyle/>
          <a:p>
            <a:pPr marL="342900" marR="0" lvl="0" indent="-342900" algn="l" defTabSz="914400" rtl="0" eaLnBrk="1" fontAlgn="auto" latinLnBrk="0" hangingPunct="1">
              <a:lnSpc>
                <a:spcPts val="5500"/>
              </a:lnSpc>
              <a:spcBef>
                <a:spcPct val="20000"/>
              </a:spcBef>
              <a:spcAft>
                <a:spcPts val="0"/>
              </a:spcAft>
              <a:buClrTx/>
              <a:buSzTx/>
              <a:buFontTx/>
              <a:buNone/>
              <a:defRPr/>
            </a:pPr>
            <a:r>
              <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1</a:t>
            </a:r>
            <a:r>
              <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、本专利的应用领域？</a:t>
            </a:r>
            <a:endPar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Tx/>
              <a:buNone/>
              <a:defRPr/>
            </a:pPr>
            <a:r>
              <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2</a:t>
            </a:r>
            <a:r>
              <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、本专利的任务是什么？</a:t>
            </a:r>
            <a:endPar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Tx/>
              <a:buNone/>
              <a:defRPr/>
            </a:pPr>
            <a:r>
              <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3</a:t>
            </a:r>
            <a:r>
              <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、本专利的内容？</a:t>
            </a:r>
            <a:endPar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Tx/>
              <a:buNone/>
              <a:defRPr/>
            </a:pPr>
            <a:r>
              <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4</a:t>
            </a:r>
            <a:r>
              <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、本专利的效果？</a:t>
            </a:r>
            <a:endPar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Tx/>
              <a:buNone/>
              <a:defRPr/>
            </a:pPr>
            <a:r>
              <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5</a:t>
            </a:r>
            <a:r>
              <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、附图与说明</a:t>
            </a:r>
            <a:endPar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Tx/>
              <a:buNone/>
              <a:defRPr/>
            </a:pPr>
            <a:endPar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Tx/>
              <a:buNone/>
              <a:defRPr/>
            </a:pPr>
            <a:endPar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Tx/>
              <a:buNone/>
              <a:defRPr/>
            </a:pPr>
            <a:endParaRPr kumimoji="0" lang="zh-CN" altLang="en-US"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ts val="5500"/>
              </a:lnSpc>
              <a:spcBef>
                <a:spcPct val="20000"/>
              </a:spcBef>
              <a:spcAft>
                <a:spcPts val="0"/>
              </a:spcAft>
              <a:buClrTx/>
              <a:buSzTx/>
              <a:buFont typeface="Arial" panose="020B0604020202020204" pitchFamily="34" charset="0"/>
              <a:buChar char="•"/>
              <a:defRPr/>
            </a:pPr>
            <a:endParaRPr kumimoji="0" lang="en-US" altLang="zh-CN" sz="24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p:txBody>
      </p:sp>
      <p:sp>
        <p:nvSpPr>
          <p:cNvPr id="6" name="圆角矩形 5"/>
          <p:cNvSpPr/>
          <p:nvPr/>
        </p:nvSpPr>
        <p:spPr>
          <a:xfrm>
            <a:off x="5060010" y="555921"/>
            <a:ext cx="2071702" cy="500066"/>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grpSp>
        <p:nvGrpSpPr>
          <p:cNvPr id="3" name="组合 2"/>
          <p:cNvGrpSpPr/>
          <p:nvPr/>
        </p:nvGrpSpPr>
        <p:grpSpPr>
          <a:xfrm>
            <a:off x="197485" y="532765"/>
            <a:ext cx="519430" cy="408940"/>
            <a:chOff x="110" y="450"/>
            <a:chExt cx="818" cy="644"/>
          </a:xfrm>
        </p:grpSpPr>
        <p:sp>
          <p:nvSpPr>
            <p:cNvPr id="7"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9"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3"/>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1175385" y="4914900"/>
            <a:ext cx="10045065" cy="357505"/>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6"/>
          <p:cNvSpPr/>
          <p:nvPr/>
        </p:nvSpPr>
        <p:spPr>
          <a:xfrm>
            <a:off x="1133475" y="3163570"/>
            <a:ext cx="10086340" cy="974090"/>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5"/>
          <p:cNvSpPr/>
          <p:nvPr/>
        </p:nvSpPr>
        <p:spPr>
          <a:xfrm>
            <a:off x="1175385" y="2052320"/>
            <a:ext cx="10044430" cy="357505"/>
          </a:xfrm>
          <a:prstGeom prst="round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542" name="内容占位符 2"/>
          <p:cNvSpPr>
            <a:spLocks noGrp="1"/>
          </p:cNvSpPr>
          <p:nvPr>
            <p:ph idx="1"/>
          </p:nvPr>
        </p:nvSpPr>
        <p:spPr>
          <a:xfrm>
            <a:off x="1052195" y="2803525"/>
            <a:ext cx="10167620" cy="1362075"/>
          </a:xfrm>
        </p:spPr>
        <p:txBody>
          <a:bodyPr>
            <a:normAutofit lnSpcReduction="10000"/>
          </a:bodyPr>
          <a:lstStyle/>
          <a:p>
            <a:pPr algn="l">
              <a:buFontTx/>
              <a:buNone/>
            </a:pPr>
            <a:r>
              <a:rPr lang="en-US" altLang="zh-CN" sz="1800" b="1" dirty="0" smtClean="0">
                <a:solidFill>
                  <a:schemeClr val="tx1">
                    <a:lumMod val="50000"/>
                    <a:lumOff val="50000"/>
                  </a:schemeClr>
                </a:solidFill>
                <a:latin typeface="微软雅黑" panose="020B0503020204020204" charset="-122"/>
                <a:ea typeface="微软雅黑" panose="020B0503020204020204" charset="-122"/>
              </a:rPr>
              <a:t>2</a:t>
            </a:r>
            <a:r>
              <a:rPr lang="zh-CN" altLang="en-US" sz="1800" b="1" dirty="0" smtClean="0">
                <a:solidFill>
                  <a:schemeClr val="tx1">
                    <a:lumMod val="50000"/>
                    <a:lumOff val="50000"/>
                  </a:schemeClr>
                </a:solidFill>
                <a:latin typeface="微软雅黑" panose="020B0503020204020204" charset="-122"/>
                <a:ea typeface="微软雅黑" panose="020B0503020204020204" charset="-122"/>
              </a:rPr>
              <a:t>、本专利的任务是什么，或要解决的技术问题是什么？</a:t>
            </a:r>
            <a:endParaRPr lang="zh-CN" altLang="en-US" sz="1800" b="1" dirty="0" smtClean="0">
              <a:solidFill>
                <a:schemeClr val="tx1">
                  <a:lumMod val="50000"/>
                  <a:lumOff val="50000"/>
                </a:schemeClr>
              </a:solidFill>
              <a:latin typeface="微软雅黑" panose="020B0503020204020204" charset="-122"/>
              <a:ea typeface="微软雅黑" panose="020B0503020204020204" charset="-122"/>
            </a:endParaRPr>
          </a:p>
          <a:p>
            <a:pPr algn="l">
              <a:lnSpc>
                <a:spcPct val="150000"/>
              </a:lnSpc>
              <a:buFontTx/>
              <a:buNone/>
            </a:pPr>
            <a:r>
              <a:rPr lang="zh-CN" altLang="en-US" sz="1800" b="1" dirty="0" smtClean="0">
                <a:solidFill>
                  <a:schemeClr val="tx1">
                    <a:lumMod val="50000"/>
                    <a:lumOff val="50000"/>
                  </a:schemeClr>
                </a:solidFill>
                <a:latin typeface="微软雅黑" panose="020B0503020204020204" charset="-122"/>
                <a:ea typeface="微软雅黑" panose="020B0503020204020204" charset="-122"/>
              </a:rPr>
              <a:t> </a:t>
            </a:r>
            <a:r>
              <a:rPr lang="en-US" altLang="zh-CN" sz="1800" b="1" dirty="0" smtClean="0">
                <a:solidFill>
                  <a:schemeClr val="tx1">
                    <a:lumMod val="50000"/>
                    <a:lumOff val="50000"/>
                  </a:schemeClr>
                </a:solidFill>
                <a:latin typeface="微软雅黑" panose="020B0503020204020204" charset="-122"/>
                <a:ea typeface="微软雅黑" panose="020B0503020204020204" charset="-122"/>
              </a:rPr>
              <a:t>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例：</a:t>
            </a:r>
            <a:r>
              <a:rPr lang="en-US" altLang="zh-CN" sz="1600" dirty="0" smtClean="0">
                <a:solidFill>
                  <a:schemeClr val="tx1">
                    <a:lumMod val="65000"/>
                    <a:lumOff val="35000"/>
                  </a:schemeClr>
                </a:solidFill>
                <a:latin typeface="微软雅黑" panose="020B0503020204020204" charset="-122"/>
                <a:ea typeface="微软雅黑" panose="020B0503020204020204" charset="-122"/>
              </a:rPr>
              <a:t>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现有内置转换电源的</a:t>
            </a:r>
            <a:r>
              <a:rPr lang="en-US" altLang="zh-CN" sz="1600" dirty="0" smtClean="0">
                <a:solidFill>
                  <a:schemeClr val="tx1">
                    <a:lumMod val="65000"/>
                    <a:lumOff val="35000"/>
                  </a:schemeClr>
                </a:solidFill>
                <a:latin typeface="微软雅黑" panose="020B0503020204020204" charset="-122"/>
                <a:ea typeface="微软雅黑" panose="020B0503020204020204" charset="-122"/>
              </a:rPr>
              <a:t>LED</a:t>
            </a:r>
            <a:r>
              <a:rPr lang="zh-CN" altLang="zh-CN" sz="1600" dirty="0" smtClean="0">
                <a:solidFill>
                  <a:schemeClr val="tx1">
                    <a:lumMod val="65000"/>
                    <a:lumOff val="35000"/>
                  </a:schemeClr>
                </a:solidFill>
                <a:latin typeface="微软雅黑" panose="020B0503020204020204" charset="-122"/>
                <a:ea typeface="微软雅黑" panose="020B0503020204020204" charset="-122"/>
              </a:rPr>
              <a:t>灯管</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a:t>
            </a:r>
            <a:r>
              <a:rPr lang="zh-CN" altLang="zh-CN" sz="1600" dirty="0" smtClean="0">
                <a:solidFill>
                  <a:schemeClr val="tx1">
                    <a:lumMod val="65000"/>
                    <a:lumOff val="35000"/>
                  </a:schemeClr>
                </a:solidFill>
                <a:latin typeface="微软雅黑" panose="020B0503020204020204" charset="-122"/>
                <a:ea typeface="微软雅黑" panose="020B0503020204020204" charset="-122"/>
              </a:rPr>
              <a:t>均是采用</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导线</a:t>
            </a:r>
            <a:r>
              <a:rPr lang="zh-CN" altLang="zh-CN" sz="1600" dirty="0" smtClean="0">
                <a:solidFill>
                  <a:schemeClr val="tx1">
                    <a:lumMod val="65000"/>
                    <a:lumOff val="35000"/>
                  </a:schemeClr>
                </a:solidFill>
                <a:latin typeface="微软雅黑" panose="020B0503020204020204" charset="-122"/>
                <a:ea typeface="微软雅黑" panose="020B0503020204020204" charset="-122"/>
              </a:rPr>
              <a:t>的方式连接两端的插头，这样不仅生产工序麻烦，生产效率低，而且</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会出现</a:t>
            </a:r>
            <a:r>
              <a:rPr lang="zh-CN" altLang="zh-CN" sz="1600" dirty="0" smtClean="0">
                <a:solidFill>
                  <a:schemeClr val="tx1">
                    <a:lumMod val="65000"/>
                    <a:lumOff val="35000"/>
                  </a:schemeClr>
                </a:solidFill>
                <a:latin typeface="微软雅黑" panose="020B0503020204020204" charset="-122"/>
                <a:ea typeface="微软雅黑" panose="020B0503020204020204" charset="-122"/>
              </a:rPr>
              <a:t>运输或使用过程中引线断裂的</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问题</a:t>
            </a:r>
            <a:r>
              <a:rPr lang="zh-CN" altLang="zh-CN" sz="1600" dirty="0" smtClean="0">
                <a:solidFill>
                  <a:schemeClr val="tx1">
                    <a:lumMod val="65000"/>
                    <a:lumOff val="35000"/>
                  </a:schemeClr>
                </a:solidFill>
                <a:latin typeface="微软雅黑" panose="020B0503020204020204" charset="-122"/>
                <a:ea typeface="微软雅黑" panose="020B0503020204020204" charset="-122"/>
              </a:rPr>
              <a:t>，其稳定性不好，维护成本高</a:t>
            </a:r>
            <a:r>
              <a:rPr lang="zh-CN" altLang="zh-CN" sz="1800" dirty="0" smtClean="0">
                <a:solidFill>
                  <a:schemeClr val="tx1">
                    <a:lumMod val="65000"/>
                    <a:lumOff val="35000"/>
                  </a:schemeClr>
                </a:solidFill>
                <a:latin typeface="微软雅黑" panose="020B0503020204020204" charset="-122"/>
                <a:ea typeface="微软雅黑" panose="020B0503020204020204" charset="-122"/>
              </a:rPr>
              <a:t>。</a:t>
            </a:r>
            <a:endParaRPr lang="zh-CN" altLang="zh-CN" sz="1800" dirty="0" smtClean="0">
              <a:solidFill>
                <a:schemeClr val="tx1">
                  <a:lumMod val="65000"/>
                  <a:lumOff val="35000"/>
                </a:schemeClr>
              </a:solidFill>
              <a:latin typeface="微软雅黑" panose="020B0503020204020204" charset="-122"/>
              <a:ea typeface="微软雅黑" panose="020B0503020204020204" charset="-122"/>
            </a:endParaRPr>
          </a:p>
          <a:p>
            <a:pPr algn="l">
              <a:lnSpc>
                <a:spcPct val="150000"/>
              </a:lnSpc>
              <a:buFontTx/>
              <a:buNone/>
            </a:pPr>
            <a:endParaRPr lang="zh-CN" altLang="en-US" sz="1800" dirty="0" smtClean="0">
              <a:solidFill>
                <a:schemeClr val="tx1">
                  <a:lumMod val="50000"/>
                  <a:lumOff val="50000"/>
                </a:schemeClr>
              </a:solidFill>
              <a:latin typeface="微软雅黑" panose="020B0503020204020204" charset="-122"/>
              <a:ea typeface="微软雅黑" panose="020B0503020204020204" charset="-122"/>
            </a:endParaRPr>
          </a:p>
          <a:p>
            <a:pPr algn="l">
              <a:buFontTx/>
              <a:buNone/>
            </a:pPr>
            <a:endParaRPr lang="zh-CN" altLang="en-US" sz="1800" dirty="0" smtClean="0">
              <a:solidFill>
                <a:schemeClr val="tx1">
                  <a:lumMod val="50000"/>
                  <a:lumOff val="50000"/>
                </a:schemeClr>
              </a:solidFill>
              <a:latin typeface="微软雅黑" panose="020B0503020204020204" charset="-122"/>
              <a:ea typeface="微软雅黑" panose="020B0503020204020204" charset="-122"/>
            </a:endParaRPr>
          </a:p>
        </p:txBody>
      </p:sp>
      <p:sp>
        <p:nvSpPr>
          <p:cNvPr id="4" name="矩形 3"/>
          <p:cNvSpPr>
            <a:spLocks noChangeArrowheads="1"/>
          </p:cNvSpPr>
          <p:nvPr/>
        </p:nvSpPr>
        <p:spPr bwMode="auto">
          <a:xfrm>
            <a:off x="1052195" y="4396740"/>
            <a:ext cx="10323195" cy="875665"/>
          </a:xfrm>
          <a:prstGeom prst="rect">
            <a:avLst/>
          </a:prstGeom>
          <a:noFill/>
          <a:ln w="9525">
            <a:noFill/>
            <a:miter lim="800000"/>
          </a:ln>
        </p:spPr>
        <p:txBody>
          <a:bodyPr wrap="square">
            <a:spAutoFit/>
          </a:bodyPr>
          <a:lstStyle/>
          <a:p>
            <a:pPr>
              <a:lnSpc>
                <a:spcPct val="150000"/>
              </a:lnSpc>
            </a:pPr>
            <a:r>
              <a:rPr lang="en-US" altLang="zh-CN" b="1" dirty="0" smtClean="0">
                <a:solidFill>
                  <a:schemeClr val="tx1">
                    <a:lumMod val="50000"/>
                    <a:lumOff val="50000"/>
                  </a:schemeClr>
                </a:solidFill>
                <a:latin typeface="微软雅黑" panose="020B0503020204020204" charset="-122"/>
                <a:ea typeface="微软雅黑" panose="020B0503020204020204" charset="-122"/>
              </a:rPr>
              <a:t>3</a:t>
            </a:r>
            <a:r>
              <a:rPr lang="zh-CN" altLang="en-US" b="1" dirty="0" smtClean="0">
                <a:solidFill>
                  <a:schemeClr val="tx1">
                    <a:lumMod val="50000"/>
                    <a:lumOff val="50000"/>
                  </a:schemeClr>
                </a:solidFill>
                <a:latin typeface="微软雅黑" panose="020B0503020204020204" charset="-122"/>
                <a:ea typeface="微软雅黑" panose="020B0503020204020204" charset="-122"/>
              </a:rPr>
              <a:t>、本专利（发明）的内容：应说明本专利达到目的或解决问题的技术手段。       </a:t>
            </a:r>
            <a:endParaRPr lang="en-US" altLang="zh-CN" b="1" dirty="0" smtClean="0">
              <a:solidFill>
                <a:schemeClr val="tx1">
                  <a:lumMod val="50000"/>
                  <a:lumOff val="50000"/>
                </a:schemeClr>
              </a:solidFill>
              <a:latin typeface="微软雅黑" panose="020B0503020204020204" charset="-122"/>
              <a:ea typeface="微软雅黑" panose="020B0503020204020204" charset="-122"/>
            </a:endParaRPr>
          </a:p>
          <a:p>
            <a:pPr>
              <a:lnSpc>
                <a:spcPct val="150000"/>
              </a:lnSpc>
            </a:pPr>
            <a:r>
              <a:rPr lang="en-US" altLang="zh-CN" sz="1600" dirty="0" smtClean="0">
                <a:solidFill>
                  <a:schemeClr val="tx1">
                    <a:lumMod val="65000"/>
                    <a:lumOff val="35000"/>
                  </a:schemeClr>
                </a:solidFill>
                <a:latin typeface="微软雅黑" panose="020B0503020204020204" charset="-122"/>
                <a:ea typeface="微软雅黑" panose="020B0503020204020204" charset="-122"/>
              </a:rPr>
              <a:t>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例</a:t>
            </a:r>
            <a:r>
              <a:rPr lang="en-US" altLang="zh-CN" sz="1600" dirty="0" smtClean="0">
                <a:solidFill>
                  <a:schemeClr val="tx1">
                    <a:lumMod val="65000"/>
                    <a:lumOff val="35000"/>
                  </a:schemeClr>
                </a:solidFill>
                <a:latin typeface="微软雅黑" panose="020B0503020204020204" charset="-122"/>
                <a:ea typeface="微软雅黑" panose="020B0503020204020204" charset="-122"/>
              </a:rPr>
              <a:t>: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应当描述产品的结构、用途、作用原理，并说明技术优化的思路。</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
        <p:nvSpPr>
          <p:cNvPr id="5" name="内容占位符 2"/>
          <p:cNvSpPr txBox="1"/>
          <p:nvPr/>
        </p:nvSpPr>
        <p:spPr>
          <a:xfrm>
            <a:off x="1052195" y="1276985"/>
            <a:ext cx="8001635" cy="1523365"/>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Tx/>
              <a:buNone/>
              <a:defRPr/>
            </a:pPr>
            <a:endParaRPr kumimoji="0" lang="en-US" altLang="zh-CN" sz="20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defRPr/>
            </a:pPr>
            <a:r>
              <a:rPr kumimoji="0" lang="en-US" altLang="zh-CN" sz="18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1</a:t>
            </a:r>
            <a:r>
              <a:rPr kumimoji="0" lang="zh-CN" altLang="en-US" sz="18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、本专利的应用领域</a:t>
            </a:r>
            <a:r>
              <a:rPr kumimoji="0" lang="zh-CN" altLang="en-US" sz="1800" b="0"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（即本专利直接所属或直接应用的具体技术领域）。</a:t>
            </a:r>
            <a:endParaRPr kumimoji="0" lang="en-US" altLang="zh-CN" sz="1800" b="0"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50000"/>
              </a:lnSpc>
              <a:spcBef>
                <a:spcPct val="20000"/>
              </a:spcBef>
              <a:spcAft>
                <a:spcPts val="0"/>
              </a:spcAft>
              <a:buClrTx/>
              <a:buSzTx/>
              <a:buFontTx/>
              <a:buNone/>
              <a:defRPr/>
            </a:pPr>
            <a:r>
              <a:rPr kumimoji="0" lang="zh-CN" altLang="en-US" sz="1600" b="0" i="0" u="none" strike="noStrike" kern="1200" cap="none" spc="0" normalizeH="0" baseline="0" noProof="0" dirty="0" smtClean="0">
                <a:ln>
                  <a:noFill/>
                </a:ln>
                <a:solidFill>
                  <a:schemeClr val="tx1">
                    <a:lumMod val="65000"/>
                    <a:lumOff val="35000"/>
                  </a:schemeClr>
                </a:solidFill>
                <a:effectLst/>
                <a:uLnTx/>
                <a:uFillTx/>
                <a:latin typeface="微软雅黑" panose="020B0503020204020204" charset="-122"/>
                <a:ea typeface="微软雅黑" panose="020B0503020204020204" charset="-122"/>
                <a:cs typeface="+mn-cs"/>
              </a:rPr>
              <a:t>        例：本发明涉及</a:t>
            </a:r>
            <a:r>
              <a:rPr kumimoji="0" lang="en-US" altLang="zh-CN" sz="1600" b="0" i="0" u="none" strike="noStrike" kern="1200" cap="none" spc="0" normalizeH="0" baseline="0" noProof="0" dirty="0" smtClean="0">
                <a:ln>
                  <a:noFill/>
                </a:ln>
                <a:solidFill>
                  <a:schemeClr val="tx1">
                    <a:lumMod val="65000"/>
                    <a:lumOff val="35000"/>
                  </a:schemeClr>
                </a:solidFill>
                <a:effectLst/>
                <a:uLnTx/>
                <a:uFillTx/>
                <a:latin typeface="微软雅黑" panose="020B0503020204020204" charset="-122"/>
                <a:ea typeface="微软雅黑" panose="020B0503020204020204" charset="-122"/>
                <a:cs typeface="+mn-cs"/>
              </a:rPr>
              <a:t>LED</a:t>
            </a:r>
            <a:r>
              <a:rPr kumimoji="0" lang="zh-CN" altLang="en-US" sz="1600" b="0" i="0" u="none" strike="noStrike" kern="1200" cap="none" spc="0" normalizeH="0" baseline="0" noProof="0" dirty="0" smtClean="0">
                <a:ln>
                  <a:noFill/>
                </a:ln>
                <a:solidFill>
                  <a:schemeClr val="tx1">
                    <a:lumMod val="65000"/>
                    <a:lumOff val="35000"/>
                  </a:schemeClr>
                </a:solidFill>
                <a:effectLst/>
                <a:uLnTx/>
                <a:uFillTx/>
                <a:latin typeface="微软雅黑" panose="020B0503020204020204" charset="-122"/>
                <a:ea typeface="微软雅黑" panose="020B0503020204020204" charset="-122"/>
                <a:cs typeface="+mn-cs"/>
              </a:rPr>
              <a:t>照明领域，具体涉及一种装配式</a:t>
            </a:r>
            <a:r>
              <a:rPr kumimoji="0" lang="en-US" altLang="zh-CN" sz="1600" b="0" i="0" u="none" strike="noStrike" kern="1200" cap="none" spc="0" normalizeH="0" baseline="0" noProof="0" dirty="0" smtClean="0">
                <a:ln>
                  <a:noFill/>
                </a:ln>
                <a:solidFill>
                  <a:schemeClr val="tx1">
                    <a:lumMod val="65000"/>
                    <a:lumOff val="35000"/>
                  </a:schemeClr>
                </a:solidFill>
                <a:effectLst/>
                <a:uLnTx/>
                <a:uFillTx/>
                <a:latin typeface="微软雅黑" panose="020B0503020204020204" charset="-122"/>
                <a:ea typeface="微软雅黑" panose="020B0503020204020204" charset="-122"/>
                <a:cs typeface="+mn-cs"/>
              </a:rPr>
              <a:t>LED</a:t>
            </a:r>
            <a:r>
              <a:rPr kumimoji="0" lang="zh-CN" altLang="en-US" sz="1600" b="0" i="0" u="none" strike="noStrike" kern="1200" cap="none" spc="0" normalizeH="0" baseline="0" noProof="0" dirty="0" smtClean="0">
                <a:ln>
                  <a:noFill/>
                </a:ln>
                <a:solidFill>
                  <a:schemeClr val="tx1">
                    <a:lumMod val="65000"/>
                    <a:lumOff val="35000"/>
                  </a:schemeClr>
                </a:solidFill>
                <a:effectLst/>
                <a:uLnTx/>
                <a:uFillTx/>
                <a:latin typeface="微软雅黑" panose="020B0503020204020204" charset="-122"/>
                <a:ea typeface="微软雅黑" panose="020B0503020204020204" charset="-122"/>
                <a:cs typeface="+mn-cs"/>
              </a:rPr>
              <a:t>灯管</a:t>
            </a:r>
            <a:r>
              <a:rPr kumimoji="0" lang="zh-CN" altLang="en-US" sz="1600" b="0"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rPr>
              <a:t>。</a:t>
            </a:r>
            <a:endParaRPr kumimoji="0" lang="en-US" altLang="zh-CN" sz="1800" b="0"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auto" latinLnBrk="0" hangingPunct="1">
              <a:lnSpc>
                <a:spcPct val="100000"/>
              </a:lnSpc>
              <a:spcBef>
                <a:spcPct val="20000"/>
              </a:spcBef>
              <a:spcAft>
                <a:spcPts val="0"/>
              </a:spcAft>
              <a:buClrTx/>
              <a:buSzTx/>
              <a:buFontTx/>
              <a:buNone/>
              <a:defRPr/>
            </a:pPr>
            <a:endParaRPr kumimoji="0" lang="en-US" altLang="zh-CN" sz="2000" b="1" i="0" u="none" strike="noStrike" kern="1200" cap="none" spc="0" normalizeH="0" baseline="0" noProof="0" dirty="0" smtClean="0">
              <a:ln>
                <a:noFill/>
              </a:ln>
              <a:solidFill>
                <a:schemeClr val="tx1">
                  <a:lumMod val="50000"/>
                  <a:lumOff val="50000"/>
                </a:schemeClr>
              </a:solidFill>
              <a:effectLst/>
              <a:uLnTx/>
              <a:uFillTx/>
              <a:latin typeface="微软雅黑" panose="020B0503020204020204" charset="-122"/>
              <a:ea typeface="微软雅黑" panose="020B0503020204020204" charset="-122"/>
              <a:cs typeface="+mn-cs"/>
            </a:endParaRPr>
          </a:p>
        </p:txBody>
      </p:sp>
      <p:sp>
        <p:nvSpPr>
          <p:cNvPr id="3" name="圆角矩形 2"/>
          <p:cNvSpPr/>
          <p:nvPr>
            <p:custDataLst>
              <p:tags r:id="rId1"/>
            </p:custDataLst>
          </p:nvPr>
        </p:nvSpPr>
        <p:spPr>
          <a:xfrm>
            <a:off x="5077155" y="555921"/>
            <a:ext cx="2071702" cy="500066"/>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grpSp>
        <p:nvGrpSpPr>
          <p:cNvPr id="11" name="组合 10"/>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0" name="TextBox 8"/>
          <p:cNvSpPr txBox="1">
            <a:spLocks noChangeArrowheads="1"/>
          </p:cNvSpPr>
          <p:nvPr/>
        </p:nvSpPr>
        <p:spPr bwMode="auto">
          <a:xfrm>
            <a:off x="3575050" y="3916363"/>
            <a:ext cx="8215313" cy="1076325"/>
          </a:xfrm>
          <a:prstGeom prst="rect">
            <a:avLst/>
          </a:prstGeom>
          <a:noFill/>
          <a:ln w="9525">
            <a:noFill/>
            <a:miter lim="800000"/>
          </a:ln>
        </p:spPr>
        <p:txBody>
          <a:bodyPr>
            <a:spAutoFit/>
          </a:bodyPr>
          <a:lstStyle/>
          <a:p>
            <a:endParaRPr lang="zh-CN" altLang="en-US" sz="3200">
              <a:latin typeface="Arial" panose="020B0604020202020204" pitchFamily="34" charset="0"/>
              <a:ea typeface="宋体" panose="02010600030101010101" pitchFamily="2" charset="-122"/>
            </a:endParaRPr>
          </a:p>
          <a:p>
            <a:endParaRPr lang="zh-CN" altLang="en-US" sz="3200">
              <a:latin typeface="Arial" panose="020B0604020202020204" pitchFamily="34" charset="0"/>
              <a:ea typeface="宋体" panose="02010600030101010101" pitchFamily="2" charset="-122"/>
            </a:endParaRPr>
          </a:p>
        </p:txBody>
      </p:sp>
      <p:sp>
        <p:nvSpPr>
          <p:cNvPr id="67591" name="TextBox 1"/>
          <p:cNvSpPr txBox="1">
            <a:spLocks noChangeArrowheads="1"/>
          </p:cNvSpPr>
          <p:nvPr/>
        </p:nvSpPr>
        <p:spPr bwMode="auto">
          <a:xfrm>
            <a:off x="1012190" y="1285875"/>
            <a:ext cx="10778490" cy="3784600"/>
          </a:xfrm>
          <a:prstGeom prst="rect">
            <a:avLst/>
          </a:prstGeom>
          <a:noFill/>
          <a:ln w="9525">
            <a:noFill/>
            <a:miter lim="800000"/>
          </a:ln>
        </p:spPr>
        <p:txBody>
          <a:bodyPr wrap="square">
            <a:spAutoFit/>
          </a:bodyPr>
          <a:lstStyle/>
          <a:p>
            <a:pPr algn="just">
              <a:lnSpc>
                <a:spcPts val="3200"/>
              </a:lnSpc>
            </a:pPr>
            <a:r>
              <a:rPr lang="zh-CN" altLang="zh-CN" dirty="0" smtClean="0">
                <a:solidFill>
                  <a:schemeClr val="tx1">
                    <a:lumMod val="50000"/>
                    <a:lumOff val="50000"/>
                  </a:schemeClr>
                </a:solidFill>
                <a:latin typeface="微软雅黑" panose="020B0503020204020204" charset="-122"/>
                <a:ea typeface="微软雅黑" panose="020B0503020204020204" charset="-122"/>
              </a:rPr>
              <a:t>一</a:t>
            </a:r>
            <a:r>
              <a:rPr lang="zh-CN" altLang="zh-CN" dirty="0">
                <a:solidFill>
                  <a:schemeClr val="tx1">
                    <a:lumMod val="50000"/>
                    <a:lumOff val="50000"/>
                  </a:schemeClr>
                </a:solidFill>
                <a:latin typeface="微软雅黑" panose="020B0503020204020204" charset="-122"/>
                <a:ea typeface="微软雅黑" panose="020B0503020204020204" charset="-122"/>
              </a:rPr>
              <a:t>种简易装配的拼接式</a:t>
            </a:r>
            <a:r>
              <a:rPr lang="en-US" altLang="zh-CN" dirty="0">
                <a:solidFill>
                  <a:schemeClr val="tx1">
                    <a:lumMod val="50000"/>
                    <a:lumOff val="50000"/>
                  </a:schemeClr>
                </a:solidFill>
                <a:latin typeface="微软雅黑" panose="020B0503020204020204" charset="-122"/>
                <a:ea typeface="微软雅黑" panose="020B0503020204020204" charset="-122"/>
              </a:rPr>
              <a:t>LED</a:t>
            </a:r>
            <a:r>
              <a:rPr lang="zh-CN" altLang="zh-CN" dirty="0">
                <a:solidFill>
                  <a:schemeClr val="tx1">
                    <a:lumMod val="50000"/>
                    <a:lumOff val="50000"/>
                  </a:schemeClr>
                </a:solidFill>
                <a:latin typeface="微软雅黑" panose="020B0503020204020204" charset="-122"/>
                <a:ea typeface="微软雅黑" panose="020B0503020204020204" charset="-122"/>
              </a:rPr>
              <a:t>灯管，包括灯管管体和设置于灯管管体两端的公插端盖和母插端盖，所述灯管管体内还设有</a:t>
            </a:r>
            <a:r>
              <a:rPr lang="en-US" altLang="zh-CN" dirty="0">
                <a:solidFill>
                  <a:schemeClr val="tx1">
                    <a:lumMod val="50000"/>
                    <a:lumOff val="50000"/>
                  </a:schemeClr>
                </a:solidFill>
                <a:latin typeface="微软雅黑" panose="020B0503020204020204" charset="-122"/>
                <a:ea typeface="微软雅黑" panose="020B0503020204020204" charset="-122"/>
              </a:rPr>
              <a:t>LED</a:t>
            </a:r>
            <a:r>
              <a:rPr lang="zh-CN" altLang="zh-CN" dirty="0">
                <a:solidFill>
                  <a:schemeClr val="tx1">
                    <a:lumMod val="50000"/>
                    <a:lumOff val="50000"/>
                  </a:schemeClr>
                </a:solidFill>
                <a:latin typeface="微软雅黑" panose="020B0503020204020204" charset="-122"/>
                <a:ea typeface="微软雅黑" panose="020B0503020204020204" charset="-122"/>
              </a:rPr>
              <a:t>线路板，所述公插端盖和母插端盖上分别设有两个第一交流连接端、第二交流连接端，所述公插端盖上设有两个分别与所述第一交流连接端电连接的第一弹片，所述母插端盖上设有两个分别与所述第二交流连接端电连接的第二弹片， 所述公插端盖和母插端盖上分别设置有用于插接</a:t>
            </a:r>
            <a:r>
              <a:rPr lang="en-US" altLang="zh-CN" dirty="0">
                <a:solidFill>
                  <a:schemeClr val="tx1">
                    <a:lumMod val="50000"/>
                    <a:lumOff val="50000"/>
                  </a:schemeClr>
                </a:solidFill>
                <a:latin typeface="微软雅黑" panose="020B0503020204020204" charset="-122"/>
                <a:ea typeface="微软雅黑" panose="020B0503020204020204" charset="-122"/>
              </a:rPr>
              <a:t>LED</a:t>
            </a:r>
            <a:r>
              <a:rPr lang="zh-CN" altLang="zh-CN" dirty="0">
                <a:solidFill>
                  <a:schemeClr val="tx1">
                    <a:lumMod val="50000"/>
                    <a:lumOff val="50000"/>
                  </a:schemeClr>
                </a:solidFill>
                <a:latin typeface="微软雅黑" panose="020B0503020204020204" charset="-122"/>
                <a:ea typeface="微软雅黑" panose="020B0503020204020204" charset="-122"/>
              </a:rPr>
              <a:t>线路板的线路板插槽，所述</a:t>
            </a:r>
            <a:r>
              <a:rPr lang="en-US" altLang="zh-CN" dirty="0">
                <a:solidFill>
                  <a:schemeClr val="tx1">
                    <a:lumMod val="50000"/>
                    <a:lumOff val="50000"/>
                  </a:schemeClr>
                </a:solidFill>
                <a:latin typeface="微软雅黑" panose="020B0503020204020204" charset="-122"/>
                <a:ea typeface="微软雅黑" panose="020B0503020204020204" charset="-122"/>
              </a:rPr>
              <a:t>LED</a:t>
            </a:r>
            <a:r>
              <a:rPr lang="zh-CN" altLang="zh-CN" dirty="0">
                <a:solidFill>
                  <a:schemeClr val="tx1">
                    <a:lumMod val="50000"/>
                    <a:lumOff val="50000"/>
                  </a:schemeClr>
                </a:solidFill>
                <a:latin typeface="微软雅黑" panose="020B0503020204020204" charset="-122"/>
                <a:ea typeface="微软雅黑" panose="020B0503020204020204" charset="-122"/>
              </a:rPr>
              <a:t>线路板上印刷有连接其两端的交流传输电路，</a:t>
            </a:r>
            <a:r>
              <a:rPr lang="en-US" altLang="zh-CN" dirty="0">
                <a:solidFill>
                  <a:schemeClr val="tx1">
                    <a:lumMod val="50000"/>
                    <a:lumOff val="50000"/>
                  </a:schemeClr>
                </a:solidFill>
                <a:latin typeface="微软雅黑" panose="020B0503020204020204" charset="-122"/>
                <a:ea typeface="微软雅黑" panose="020B0503020204020204" charset="-122"/>
              </a:rPr>
              <a:t>LED</a:t>
            </a:r>
            <a:r>
              <a:rPr lang="zh-CN" altLang="zh-CN" dirty="0">
                <a:solidFill>
                  <a:schemeClr val="tx1">
                    <a:lumMod val="50000"/>
                    <a:lumOff val="50000"/>
                  </a:schemeClr>
                </a:solidFill>
                <a:latin typeface="微软雅黑" panose="020B0503020204020204" charset="-122"/>
                <a:ea typeface="微软雅黑" panose="020B0503020204020204" charset="-122"/>
              </a:rPr>
              <a:t>线路板的两端分别插接在公插端盖和母插端盖的线路板插槽上时，第一弹片、第二弹片分别与</a:t>
            </a:r>
            <a:r>
              <a:rPr lang="en-US" altLang="zh-CN" dirty="0">
                <a:solidFill>
                  <a:schemeClr val="tx1">
                    <a:lumMod val="50000"/>
                    <a:lumOff val="50000"/>
                  </a:schemeClr>
                </a:solidFill>
                <a:latin typeface="微软雅黑" panose="020B0503020204020204" charset="-122"/>
                <a:ea typeface="微软雅黑" panose="020B0503020204020204" charset="-122"/>
              </a:rPr>
              <a:t>LED</a:t>
            </a:r>
            <a:r>
              <a:rPr lang="zh-CN" altLang="zh-CN" dirty="0">
                <a:solidFill>
                  <a:schemeClr val="tx1">
                    <a:lumMod val="50000"/>
                    <a:lumOff val="50000"/>
                  </a:schemeClr>
                </a:solidFill>
                <a:latin typeface="微软雅黑" panose="020B0503020204020204" charset="-122"/>
                <a:ea typeface="微软雅黑" panose="020B0503020204020204" charset="-122"/>
              </a:rPr>
              <a:t>线路板两端的交流传输电路连接</a:t>
            </a:r>
            <a:r>
              <a:rPr lang="zh-CN" altLang="zh-CN" dirty="0" smtClean="0">
                <a:solidFill>
                  <a:schemeClr val="tx1">
                    <a:lumMod val="50000"/>
                    <a:lumOff val="50000"/>
                  </a:schemeClr>
                </a:solidFill>
                <a:latin typeface="微软雅黑" panose="020B0503020204020204" charset="-122"/>
                <a:ea typeface="微软雅黑" panose="020B0503020204020204" charset="-122"/>
              </a:rPr>
              <a:t>。</a:t>
            </a: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algn="just">
              <a:lnSpc>
                <a:spcPts val="3200"/>
              </a:lnSpc>
            </a:pP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algn="just">
              <a:lnSpc>
                <a:spcPts val="3200"/>
              </a:lnSpc>
            </a:pPr>
            <a:r>
              <a:rPr lang="zh-CN" altLang="en-US" b="1" dirty="0" smtClean="0">
                <a:solidFill>
                  <a:srgbClr val="C00000"/>
                </a:solidFill>
                <a:latin typeface="微软雅黑" panose="020B0503020204020204" charset="-122"/>
                <a:ea typeface="微软雅黑" panose="020B0503020204020204" charset="-122"/>
              </a:rPr>
              <a:t>（</a:t>
            </a:r>
            <a:r>
              <a:rPr lang="zh-CN" altLang="en-US" b="1" dirty="0">
                <a:solidFill>
                  <a:srgbClr val="C00000"/>
                </a:solidFill>
                <a:latin typeface="微软雅黑" panose="020B0503020204020204" charset="-122"/>
                <a:ea typeface="微软雅黑" panose="020B0503020204020204" charset="-122"/>
              </a:rPr>
              <a:t>描述本申请</a:t>
            </a:r>
            <a:r>
              <a:rPr lang="zh-CN" altLang="zh-CN" b="1" dirty="0">
                <a:solidFill>
                  <a:srgbClr val="C00000"/>
                </a:solidFill>
                <a:latin typeface="微软雅黑" panose="020B0503020204020204" charset="-122"/>
                <a:ea typeface="微软雅黑" panose="020B0503020204020204" charset="-122"/>
              </a:rPr>
              <a:t>解决关键技术问题技术方案</a:t>
            </a:r>
            <a:r>
              <a:rPr lang="zh-CN" altLang="en-US" b="1" dirty="0">
                <a:solidFill>
                  <a:srgbClr val="C00000"/>
                </a:solidFill>
                <a:latin typeface="微软雅黑" panose="020B0503020204020204" charset="-122"/>
                <a:ea typeface="微软雅黑" panose="020B0503020204020204" charset="-122"/>
              </a:rPr>
              <a:t>所需要的必要技术特征，及各个特征之间的关系</a:t>
            </a:r>
            <a:r>
              <a:rPr lang="zh-CN" altLang="en-US" b="1" dirty="0" smtClean="0">
                <a:solidFill>
                  <a:srgbClr val="C00000"/>
                </a:solidFill>
                <a:latin typeface="微软雅黑" panose="020B0503020204020204" charset="-122"/>
                <a:ea typeface="微软雅黑" panose="020B0503020204020204" charset="-122"/>
              </a:rPr>
              <a:t>）</a:t>
            </a:r>
            <a:endParaRPr lang="en-US" altLang="zh-CN" b="1" dirty="0" smtClean="0">
              <a:solidFill>
                <a:srgbClr val="C00000"/>
              </a:solidFill>
              <a:latin typeface="微软雅黑" panose="020B0503020204020204" charset="-122"/>
              <a:ea typeface="微软雅黑" panose="020B0503020204020204" charset="-122"/>
            </a:endParaRPr>
          </a:p>
          <a:p>
            <a:pPr algn="just">
              <a:lnSpc>
                <a:spcPts val="3200"/>
              </a:lnSpc>
            </a:pP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grpSp>
        <p:nvGrpSpPr>
          <p:cNvPr id="4" name="组合 3"/>
          <p:cNvGrpSpPr/>
          <p:nvPr/>
        </p:nvGrpSpPr>
        <p:grpSpPr>
          <a:xfrm>
            <a:off x="197485" y="532765"/>
            <a:ext cx="6951345" cy="523240"/>
            <a:chOff x="311" y="839"/>
            <a:chExt cx="10947" cy="824"/>
          </a:xfrm>
        </p:grpSpPr>
        <p:sp>
          <p:nvSpPr>
            <p:cNvPr id="3" name="圆角矩形 2"/>
            <p:cNvSpPr/>
            <p:nvPr>
              <p:custDataLst>
                <p:tags r:id="rId1"/>
              </p:custDataLst>
            </p:nvPr>
          </p:nvSpPr>
          <p:spPr>
            <a:xfrm>
              <a:off x="7996" y="875"/>
              <a:ext cx="3263" cy="788"/>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grpSp>
          <p:nvGrpSpPr>
            <p:cNvPr id="11" name="组合 10"/>
            <p:cNvGrpSpPr/>
            <p:nvPr/>
          </p:nvGrpSpPr>
          <p:grpSpPr>
            <a:xfrm>
              <a:off x="311" y="839"/>
              <a:ext cx="818" cy="644"/>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1410" y="875"/>
              <a:ext cx="6364" cy="764"/>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90" name="TextBox 8"/>
          <p:cNvSpPr txBox="1">
            <a:spLocks noChangeArrowheads="1"/>
          </p:cNvSpPr>
          <p:nvPr/>
        </p:nvSpPr>
        <p:spPr bwMode="auto">
          <a:xfrm>
            <a:off x="3575050" y="3916363"/>
            <a:ext cx="8215313" cy="1076325"/>
          </a:xfrm>
          <a:prstGeom prst="rect">
            <a:avLst/>
          </a:prstGeom>
          <a:noFill/>
          <a:ln w="9525">
            <a:noFill/>
            <a:miter lim="800000"/>
          </a:ln>
        </p:spPr>
        <p:txBody>
          <a:bodyPr>
            <a:spAutoFit/>
          </a:bodyPr>
          <a:lstStyle/>
          <a:p>
            <a:endParaRPr lang="zh-CN" altLang="en-US" sz="3200">
              <a:latin typeface="Arial" panose="020B0604020202020204" pitchFamily="34" charset="0"/>
              <a:ea typeface="宋体" panose="02010600030101010101" pitchFamily="2" charset="-122"/>
            </a:endParaRPr>
          </a:p>
          <a:p>
            <a:endParaRPr lang="zh-CN" altLang="en-US" sz="3200">
              <a:latin typeface="Arial" panose="020B0604020202020204" pitchFamily="34" charset="0"/>
              <a:ea typeface="宋体" panose="02010600030101010101" pitchFamily="2" charset="-122"/>
            </a:endParaRPr>
          </a:p>
        </p:txBody>
      </p:sp>
      <p:sp>
        <p:nvSpPr>
          <p:cNvPr id="67591" name="TextBox 1"/>
          <p:cNvSpPr txBox="1">
            <a:spLocks noChangeArrowheads="1"/>
          </p:cNvSpPr>
          <p:nvPr/>
        </p:nvSpPr>
        <p:spPr bwMode="auto">
          <a:xfrm>
            <a:off x="753745" y="1487805"/>
            <a:ext cx="10874375" cy="4662170"/>
          </a:xfrm>
          <a:prstGeom prst="rect">
            <a:avLst/>
          </a:prstGeom>
          <a:noFill/>
          <a:ln w="9525">
            <a:noFill/>
            <a:miter lim="800000"/>
          </a:ln>
        </p:spPr>
        <p:txBody>
          <a:bodyPr wrap="square">
            <a:noAutofit/>
          </a:bodyPr>
          <a:lstStyle/>
          <a:p>
            <a:endParaRPr lang="zh-CN" altLang="zh-CN" dirty="0">
              <a:solidFill>
                <a:schemeClr val="tx1">
                  <a:lumMod val="50000"/>
                  <a:lumOff val="50000"/>
                </a:schemeClr>
              </a:solidFill>
              <a:latin typeface="微软雅黑" panose="020B0503020204020204" charset="-122"/>
              <a:ea typeface="微软雅黑" panose="020B0503020204020204" charset="-122"/>
            </a:endParaRPr>
          </a:p>
          <a:p>
            <a:pPr>
              <a:lnSpc>
                <a:spcPts val="3200"/>
              </a:lnSpc>
            </a:pPr>
            <a:r>
              <a:rPr lang="zh-CN" altLang="zh-CN" dirty="0" smtClean="0">
                <a:solidFill>
                  <a:schemeClr val="tx1">
                    <a:lumMod val="50000"/>
                    <a:lumOff val="50000"/>
                  </a:schemeClr>
                </a:solidFill>
                <a:latin typeface="微软雅黑" panose="020B0503020204020204" charset="-122"/>
                <a:ea typeface="微软雅黑" panose="020B0503020204020204" charset="-122"/>
              </a:rPr>
              <a:t>具体地，所述公插端盖上设有一顶块，所述顶块与第一弹片之间形成所述的线路板插槽。</a:t>
            </a: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a:lnSpc>
                <a:spcPts val="3200"/>
              </a:lnSpc>
            </a:pPr>
            <a:endParaRPr lang="zh-CN" altLang="zh-CN" dirty="0" smtClean="0">
              <a:solidFill>
                <a:schemeClr val="tx1">
                  <a:lumMod val="50000"/>
                  <a:lumOff val="50000"/>
                </a:schemeClr>
              </a:solidFill>
              <a:latin typeface="微软雅黑" panose="020B0503020204020204" charset="-122"/>
              <a:ea typeface="微软雅黑" panose="020B0503020204020204" charset="-122"/>
            </a:endParaRPr>
          </a:p>
          <a:p>
            <a:pPr>
              <a:lnSpc>
                <a:spcPts val="3200"/>
              </a:lnSpc>
            </a:pPr>
            <a:r>
              <a:rPr lang="zh-CN" altLang="zh-CN" dirty="0" smtClean="0">
                <a:solidFill>
                  <a:schemeClr val="tx1">
                    <a:lumMod val="50000"/>
                    <a:lumOff val="50000"/>
                  </a:schemeClr>
                </a:solidFill>
                <a:latin typeface="微软雅黑" panose="020B0503020204020204" charset="-122"/>
                <a:ea typeface="微软雅黑" panose="020B0503020204020204" charset="-122"/>
              </a:rPr>
              <a:t>具体地，还包括一主体板，主体板与第二交流连接端连接，所述主体板的上端向外弯折并延伸成一连接体，所述连接体再向上翻折形成所述的第二弹片，第二弹片与连接体之间形成所述的线路板插槽。</a:t>
            </a: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a:lnSpc>
                <a:spcPts val="3200"/>
              </a:lnSpc>
            </a:pPr>
            <a:endParaRPr lang="zh-CN" altLang="zh-CN" dirty="0" smtClean="0">
              <a:solidFill>
                <a:schemeClr val="tx1">
                  <a:lumMod val="50000"/>
                  <a:lumOff val="50000"/>
                </a:schemeClr>
              </a:solidFill>
              <a:latin typeface="微软雅黑" panose="020B0503020204020204" charset="-122"/>
              <a:ea typeface="微软雅黑" panose="020B0503020204020204" charset="-122"/>
            </a:endParaRPr>
          </a:p>
          <a:p>
            <a:pPr>
              <a:lnSpc>
                <a:spcPts val="3200"/>
              </a:lnSpc>
            </a:pPr>
            <a:r>
              <a:rPr lang="zh-CN" altLang="zh-CN" dirty="0" smtClean="0">
                <a:solidFill>
                  <a:schemeClr val="tx1">
                    <a:lumMod val="50000"/>
                    <a:lumOff val="50000"/>
                  </a:schemeClr>
                </a:solidFill>
                <a:latin typeface="微软雅黑" panose="020B0503020204020204" charset="-122"/>
                <a:ea typeface="微软雅黑" panose="020B0503020204020204" charset="-122"/>
              </a:rPr>
              <a:t>进一步，所述公插端盖和母插端盖的两侧及底部设有与灯管管体内壁相匹配的安装架，所述灯管管体安装并固定在所述的安装架上。</a:t>
            </a: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a:lnSpc>
                <a:spcPts val="3200"/>
              </a:lnSpc>
            </a:pP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a:lnSpc>
                <a:spcPts val="3200"/>
              </a:lnSpc>
            </a:pPr>
            <a:r>
              <a:rPr lang="zh-CN" altLang="en-US" b="1" dirty="0" smtClean="0">
                <a:solidFill>
                  <a:srgbClr val="C00000"/>
                </a:solidFill>
                <a:latin typeface="微软雅黑" panose="020B0503020204020204" charset="-122"/>
                <a:ea typeface="微软雅黑" panose="020B0503020204020204" charset="-122"/>
              </a:rPr>
              <a:t>（在上述的基础上进一步描述产品的其它特征，或其它实施方式，并描述清楚所述特征对本专利带来的进一步效果）</a:t>
            </a:r>
            <a:endParaRPr lang="zh-CN" altLang="zh-CN" b="1" dirty="0" smtClean="0">
              <a:solidFill>
                <a:srgbClr val="C00000"/>
              </a:solidFill>
              <a:latin typeface="微软雅黑" panose="020B0503020204020204" charset="-122"/>
              <a:ea typeface="微软雅黑" panose="020B0503020204020204" charset="-122"/>
            </a:endParaRPr>
          </a:p>
          <a:p>
            <a:pPr>
              <a:lnSpc>
                <a:spcPts val="3200"/>
              </a:lnSpc>
            </a:pP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grpSp>
        <p:nvGrpSpPr>
          <p:cNvPr id="4" name="组合 3"/>
          <p:cNvGrpSpPr/>
          <p:nvPr/>
        </p:nvGrpSpPr>
        <p:grpSpPr>
          <a:xfrm>
            <a:off x="197485" y="532765"/>
            <a:ext cx="6951345" cy="523240"/>
            <a:chOff x="311" y="839"/>
            <a:chExt cx="10947" cy="824"/>
          </a:xfrm>
        </p:grpSpPr>
        <p:sp>
          <p:nvSpPr>
            <p:cNvPr id="3" name="圆角矩形 2"/>
            <p:cNvSpPr/>
            <p:nvPr>
              <p:custDataLst>
                <p:tags r:id="rId1"/>
              </p:custDataLst>
            </p:nvPr>
          </p:nvSpPr>
          <p:spPr>
            <a:xfrm>
              <a:off x="7996" y="875"/>
              <a:ext cx="3263" cy="788"/>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grpSp>
          <p:nvGrpSpPr>
            <p:cNvPr id="11" name="组合 10"/>
            <p:cNvGrpSpPr/>
            <p:nvPr/>
          </p:nvGrpSpPr>
          <p:grpSpPr>
            <a:xfrm>
              <a:off x="311" y="839"/>
              <a:ext cx="818" cy="644"/>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1410" y="875"/>
              <a:ext cx="6364" cy="764"/>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4" name="内容占位符 2"/>
          <p:cNvSpPr>
            <a:spLocks noGrp="1"/>
          </p:cNvSpPr>
          <p:nvPr>
            <p:ph idx="1"/>
          </p:nvPr>
        </p:nvSpPr>
        <p:spPr>
          <a:xfrm>
            <a:off x="1035685" y="1642745"/>
            <a:ext cx="9989185" cy="1143000"/>
          </a:xfrm>
        </p:spPr>
        <p:txBody>
          <a:bodyPr>
            <a:normAutofit/>
          </a:bodyPr>
          <a:lstStyle/>
          <a:p>
            <a:pPr algn="l">
              <a:lnSpc>
                <a:spcPct val="150000"/>
              </a:lnSpc>
              <a:buFontTx/>
              <a:buNone/>
            </a:pPr>
            <a:r>
              <a:rPr lang="en-US" altLang="zh-CN" sz="1800" b="1" dirty="0" smtClean="0">
                <a:solidFill>
                  <a:schemeClr val="tx1">
                    <a:lumMod val="50000"/>
                    <a:lumOff val="50000"/>
                  </a:schemeClr>
                </a:solidFill>
                <a:latin typeface="微软雅黑" panose="020B0503020204020204" charset="-122"/>
                <a:ea typeface="微软雅黑" panose="020B0503020204020204" charset="-122"/>
              </a:rPr>
              <a:t>4</a:t>
            </a:r>
            <a:r>
              <a:rPr lang="zh-CN" altLang="en-US" sz="1800" b="1" dirty="0" smtClean="0">
                <a:solidFill>
                  <a:schemeClr val="tx1">
                    <a:lumMod val="50000"/>
                    <a:lumOff val="50000"/>
                  </a:schemeClr>
                </a:solidFill>
                <a:latin typeface="微软雅黑" panose="020B0503020204020204" charset="-122"/>
                <a:ea typeface="微软雅黑" panose="020B0503020204020204" charset="-122"/>
              </a:rPr>
              <a:t>、本专利的效果：与现有技术相比，本发明所具有的优点和有益效果，例如性能的提高、成本的降低等。</a:t>
            </a:r>
            <a:endParaRPr lang="zh-CN" altLang="en-US" sz="1800" b="1" dirty="0" smtClean="0">
              <a:solidFill>
                <a:schemeClr val="tx1">
                  <a:lumMod val="50000"/>
                  <a:lumOff val="50000"/>
                </a:schemeClr>
              </a:solidFill>
              <a:latin typeface="微软雅黑" panose="020B0503020204020204" charset="-122"/>
              <a:ea typeface="微软雅黑" panose="020B0503020204020204" charset="-122"/>
            </a:endParaRPr>
          </a:p>
          <a:p>
            <a:pPr algn="l">
              <a:lnSpc>
                <a:spcPct val="150000"/>
              </a:lnSpc>
              <a:buFontTx/>
              <a:buNone/>
            </a:pPr>
            <a:endParaRPr lang="zh-CN" altLang="en-US" sz="1800" dirty="0" smtClean="0">
              <a:solidFill>
                <a:schemeClr val="tx1">
                  <a:lumMod val="50000"/>
                  <a:lumOff val="50000"/>
                </a:schemeClr>
              </a:solidFill>
              <a:latin typeface="微软雅黑" panose="020B0503020204020204" charset="-122"/>
              <a:ea typeface="微软雅黑" panose="020B0503020204020204" charset="-122"/>
            </a:endParaRPr>
          </a:p>
        </p:txBody>
      </p:sp>
      <p:sp>
        <p:nvSpPr>
          <p:cNvPr id="68615" name="TextBox 1"/>
          <p:cNvSpPr txBox="1">
            <a:spLocks noChangeArrowheads="1"/>
          </p:cNvSpPr>
          <p:nvPr/>
        </p:nvSpPr>
        <p:spPr bwMode="auto">
          <a:xfrm>
            <a:off x="1416685" y="2977515"/>
            <a:ext cx="9537065" cy="1915795"/>
          </a:xfrm>
          <a:prstGeom prst="roundRect">
            <a:avLst>
              <a:gd name="adj" fmla="val 8891"/>
            </a:avLst>
          </a:prstGeom>
          <a:solidFill>
            <a:schemeClr val="bg1">
              <a:lumMod val="85000"/>
            </a:schemeClr>
          </a:solidFill>
          <a:ln w="9525">
            <a:noFill/>
            <a:miter lim="800000"/>
          </a:ln>
        </p:spPr>
        <p:txBody>
          <a:bodyPr wrap="square" anchor="ctr" anchorCtr="0">
            <a:noAutofit/>
          </a:bodyPr>
          <a:lstStyle/>
          <a:p>
            <a:pPr>
              <a:lnSpc>
                <a:spcPct val="150000"/>
              </a:lnSpc>
            </a:pPr>
            <a:r>
              <a:rPr lang="en-US" altLang="zh-CN" sz="1600" dirty="0">
                <a:solidFill>
                  <a:schemeClr val="tx1">
                    <a:lumMod val="65000"/>
                    <a:lumOff val="35000"/>
                  </a:schemeClr>
                </a:solidFill>
                <a:latin typeface="微软雅黑" panose="020B0503020204020204" charset="-122"/>
                <a:ea typeface="微软雅黑" panose="020B0503020204020204" charset="-122"/>
              </a:rPr>
              <a:t>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例</a:t>
            </a:r>
            <a:r>
              <a:rPr lang="zh-CN" altLang="en-US" sz="1600" dirty="0">
                <a:solidFill>
                  <a:schemeClr val="tx1">
                    <a:lumMod val="65000"/>
                    <a:lumOff val="35000"/>
                  </a:schemeClr>
                </a:solidFill>
                <a:latin typeface="微软雅黑" panose="020B0503020204020204" charset="-122"/>
                <a:ea typeface="微软雅黑" panose="020B0503020204020204" charset="-122"/>
              </a:rPr>
              <a:t>：</a:t>
            </a:r>
            <a:r>
              <a:rPr lang="zh-CN" altLang="zh-CN" sz="1600" dirty="0">
                <a:solidFill>
                  <a:schemeClr val="tx1">
                    <a:lumMod val="65000"/>
                    <a:lumOff val="35000"/>
                  </a:schemeClr>
                </a:solidFill>
                <a:latin typeface="微软雅黑" panose="020B0503020204020204" charset="-122"/>
                <a:ea typeface="微软雅黑" panose="020B0503020204020204" charset="-122"/>
              </a:rPr>
              <a:t>本发明与传统拼接式</a:t>
            </a:r>
            <a:r>
              <a:rPr lang="en-US" altLang="zh-CN" sz="1600" dirty="0">
                <a:solidFill>
                  <a:schemeClr val="tx1">
                    <a:lumMod val="65000"/>
                    <a:lumOff val="35000"/>
                  </a:schemeClr>
                </a:solidFill>
                <a:latin typeface="微软雅黑" panose="020B0503020204020204" charset="-122"/>
                <a:ea typeface="微软雅黑" panose="020B0503020204020204" charset="-122"/>
              </a:rPr>
              <a:t>LED</a:t>
            </a:r>
            <a:r>
              <a:rPr lang="zh-CN" altLang="zh-CN" sz="1600" dirty="0">
                <a:solidFill>
                  <a:schemeClr val="tx1">
                    <a:lumMod val="65000"/>
                    <a:lumOff val="35000"/>
                  </a:schemeClr>
                </a:solidFill>
                <a:latin typeface="微软雅黑" panose="020B0503020204020204" charset="-122"/>
                <a:ea typeface="微软雅黑" panose="020B0503020204020204" charset="-122"/>
              </a:rPr>
              <a:t>灯管不同的地方在于，本发明通过在</a:t>
            </a:r>
            <a:r>
              <a:rPr lang="en-US" altLang="zh-CN" sz="1600" dirty="0">
                <a:solidFill>
                  <a:schemeClr val="tx1">
                    <a:lumMod val="65000"/>
                    <a:lumOff val="35000"/>
                  </a:schemeClr>
                </a:solidFill>
                <a:latin typeface="微软雅黑" panose="020B0503020204020204" charset="-122"/>
                <a:ea typeface="微软雅黑" panose="020B0503020204020204" charset="-122"/>
              </a:rPr>
              <a:t>LED</a:t>
            </a:r>
            <a:r>
              <a:rPr lang="zh-CN" altLang="zh-CN" sz="1600" dirty="0">
                <a:solidFill>
                  <a:schemeClr val="tx1">
                    <a:lumMod val="65000"/>
                    <a:lumOff val="35000"/>
                  </a:schemeClr>
                </a:solidFill>
                <a:latin typeface="微软雅黑" panose="020B0503020204020204" charset="-122"/>
                <a:ea typeface="微软雅黑" panose="020B0503020204020204" charset="-122"/>
              </a:rPr>
              <a:t>线路板上印刷有交流传输电路，实现了</a:t>
            </a:r>
            <a:r>
              <a:rPr lang="en-US" altLang="zh-CN" sz="1600" dirty="0">
                <a:solidFill>
                  <a:schemeClr val="tx1">
                    <a:lumMod val="65000"/>
                    <a:lumOff val="35000"/>
                  </a:schemeClr>
                </a:solidFill>
                <a:latin typeface="微软雅黑" panose="020B0503020204020204" charset="-122"/>
                <a:ea typeface="微软雅黑" panose="020B0503020204020204" charset="-122"/>
              </a:rPr>
              <a:t>LED</a:t>
            </a:r>
            <a:r>
              <a:rPr lang="zh-CN" altLang="zh-CN" sz="1600" dirty="0">
                <a:solidFill>
                  <a:schemeClr val="tx1">
                    <a:lumMod val="65000"/>
                    <a:lumOff val="35000"/>
                  </a:schemeClr>
                </a:solidFill>
                <a:latin typeface="微软雅黑" panose="020B0503020204020204" charset="-122"/>
                <a:ea typeface="微软雅黑" panose="020B0503020204020204" charset="-122"/>
              </a:rPr>
              <a:t>灯管两端端盖的交流电连接，无需设置连接导线，不仅节约成本而且避免了在运输和安装使用过程中的脱线风险，本发明通过公插端盖和母插端盖上的第一弹片和第二弹片实现与</a:t>
            </a:r>
            <a:r>
              <a:rPr lang="en-US" altLang="zh-CN" sz="1600" dirty="0">
                <a:solidFill>
                  <a:schemeClr val="tx1">
                    <a:lumMod val="65000"/>
                    <a:lumOff val="35000"/>
                  </a:schemeClr>
                </a:solidFill>
                <a:latin typeface="微软雅黑" panose="020B0503020204020204" charset="-122"/>
                <a:ea typeface="微软雅黑" panose="020B0503020204020204" charset="-122"/>
              </a:rPr>
              <a:t>LED</a:t>
            </a:r>
            <a:r>
              <a:rPr lang="zh-CN" altLang="zh-CN" sz="1600" dirty="0">
                <a:solidFill>
                  <a:schemeClr val="tx1">
                    <a:lumMod val="65000"/>
                    <a:lumOff val="35000"/>
                  </a:schemeClr>
                </a:solidFill>
                <a:latin typeface="微软雅黑" panose="020B0503020204020204" charset="-122"/>
                <a:ea typeface="微软雅黑" panose="020B0503020204020204" charset="-122"/>
              </a:rPr>
              <a:t>线路板的可拆接连接，在生产安装时，无需采用焊接等工具即可完成安装，能有效节省生产成本、提高生产效率，而且安装拆卸十分方便，维护成本低</a:t>
            </a:r>
            <a:r>
              <a:rPr lang="zh-CN" altLang="zh-CN" sz="1600" dirty="0" smtClean="0">
                <a:solidFill>
                  <a:schemeClr val="tx1">
                    <a:lumMod val="65000"/>
                    <a:lumOff val="35000"/>
                  </a:schemeClr>
                </a:solidFill>
                <a:latin typeface="微软雅黑" panose="020B0503020204020204" charset="-122"/>
                <a:ea typeface="微软雅黑" panose="020B0503020204020204" charset="-122"/>
              </a:rPr>
              <a:t>。</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grpSp>
        <p:nvGrpSpPr>
          <p:cNvPr id="4" name="组合 3"/>
          <p:cNvGrpSpPr/>
          <p:nvPr/>
        </p:nvGrpSpPr>
        <p:grpSpPr>
          <a:xfrm>
            <a:off x="197485" y="532765"/>
            <a:ext cx="6951345" cy="523240"/>
            <a:chOff x="311" y="839"/>
            <a:chExt cx="10947" cy="824"/>
          </a:xfrm>
        </p:grpSpPr>
        <p:sp>
          <p:nvSpPr>
            <p:cNvPr id="3" name="圆角矩形 2"/>
            <p:cNvSpPr/>
            <p:nvPr>
              <p:custDataLst>
                <p:tags r:id="rId1"/>
              </p:custDataLst>
            </p:nvPr>
          </p:nvSpPr>
          <p:spPr>
            <a:xfrm>
              <a:off x="7996" y="875"/>
              <a:ext cx="3263" cy="788"/>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grpSp>
          <p:nvGrpSpPr>
            <p:cNvPr id="11" name="组合 10"/>
            <p:cNvGrpSpPr/>
            <p:nvPr/>
          </p:nvGrpSpPr>
          <p:grpSpPr>
            <a:xfrm>
              <a:off x="311" y="839"/>
              <a:ext cx="818" cy="644"/>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4"/>
              </p:custDataLst>
            </p:nvPr>
          </p:nvSpPr>
          <p:spPr>
            <a:xfrm>
              <a:off x="1410" y="875"/>
              <a:ext cx="6364" cy="764"/>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8" name="内容占位符 3"/>
          <p:cNvSpPr>
            <a:spLocks noGrp="1"/>
          </p:cNvSpPr>
          <p:nvPr>
            <p:ph idx="1"/>
          </p:nvPr>
        </p:nvSpPr>
        <p:spPr>
          <a:xfrm>
            <a:off x="1003300" y="1576705"/>
            <a:ext cx="10427335" cy="1466215"/>
          </a:xfrm>
        </p:spPr>
        <p:txBody>
          <a:bodyPr wrap="square">
            <a:spAutoFit/>
          </a:bodyPr>
          <a:lstStyle/>
          <a:p>
            <a:pPr algn="l">
              <a:lnSpc>
                <a:spcPct val="150000"/>
              </a:lnSpc>
              <a:buFontTx/>
              <a:buNone/>
            </a:pPr>
            <a:r>
              <a:rPr lang="en-US" altLang="zh-CN" sz="1800" b="1" dirty="0" smtClean="0">
                <a:solidFill>
                  <a:schemeClr val="tx1">
                    <a:lumMod val="50000"/>
                    <a:lumOff val="50000"/>
                  </a:schemeClr>
                </a:solidFill>
                <a:latin typeface="微软雅黑" panose="020B0503020204020204" charset="-122"/>
                <a:ea typeface="微软雅黑" panose="020B0503020204020204" charset="-122"/>
              </a:rPr>
              <a:t>5</a:t>
            </a:r>
            <a:r>
              <a:rPr lang="zh-CN" altLang="en-US" sz="1800" b="1" dirty="0" smtClean="0">
                <a:solidFill>
                  <a:schemeClr val="tx1">
                    <a:lumMod val="50000"/>
                    <a:lumOff val="50000"/>
                  </a:schemeClr>
                </a:solidFill>
                <a:latin typeface="微软雅黑" panose="020B0503020204020204" charset="-122"/>
                <a:ea typeface="微软雅黑" panose="020B0503020204020204" charset="-122"/>
              </a:rPr>
              <a:t>、附图与说明：</a:t>
            </a:r>
            <a:endParaRPr lang="en-US" altLang="zh-CN" sz="1800" b="1" dirty="0" smtClean="0">
              <a:solidFill>
                <a:schemeClr val="tx1">
                  <a:lumMod val="50000"/>
                  <a:lumOff val="50000"/>
                </a:schemeClr>
              </a:solidFill>
              <a:latin typeface="微软雅黑" panose="020B0503020204020204" charset="-122"/>
              <a:ea typeface="微软雅黑" panose="020B0503020204020204" charset="-122"/>
            </a:endParaRPr>
          </a:p>
          <a:p>
            <a:pPr algn="l">
              <a:lnSpc>
                <a:spcPct val="150000"/>
              </a:lnSpc>
              <a:buFontTx/>
              <a:buNone/>
            </a:pPr>
            <a:r>
              <a:rPr lang="en-US" altLang="zh-CN" sz="1800" dirty="0" smtClean="0">
                <a:solidFill>
                  <a:schemeClr val="tx1">
                    <a:lumMod val="50000"/>
                    <a:lumOff val="50000"/>
                  </a:schemeClr>
                </a:solidFill>
                <a:latin typeface="微软雅黑" panose="020B0503020204020204" charset="-122"/>
                <a:ea typeface="微软雅黑" panose="020B0503020204020204" charset="-122"/>
              </a:rPr>
              <a:t>      </a:t>
            </a:r>
            <a:r>
              <a:rPr lang="zh-CN" altLang="en-US" sz="1800" dirty="0" smtClean="0">
                <a:solidFill>
                  <a:schemeClr val="tx1">
                    <a:lumMod val="50000"/>
                    <a:lumOff val="50000"/>
                  </a:schemeClr>
                </a:solidFill>
                <a:latin typeface="微软雅黑" panose="020B0503020204020204" charset="-122"/>
                <a:ea typeface="微软雅黑" panose="020B0503020204020204" charset="-122"/>
              </a:rPr>
              <a:t>提供产品的相关附图，（如结构提供</a:t>
            </a:r>
            <a:r>
              <a:rPr lang="en-US" altLang="zh-CN" sz="1800" dirty="0" smtClean="0">
                <a:solidFill>
                  <a:schemeClr val="tx1">
                    <a:lumMod val="50000"/>
                    <a:lumOff val="50000"/>
                  </a:schemeClr>
                </a:solidFill>
                <a:latin typeface="微软雅黑" panose="020B0503020204020204" charset="-122"/>
                <a:ea typeface="微软雅黑" panose="020B0503020204020204" charset="-122"/>
              </a:rPr>
              <a:t>CAD</a:t>
            </a:r>
            <a:r>
              <a:rPr lang="zh-CN" altLang="en-US" sz="1800" dirty="0" smtClean="0">
                <a:solidFill>
                  <a:schemeClr val="tx1">
                    <a:lumMod val="50000"/>
                    <a:lumOff val="50000"/>
                  </a:schemeClr>
                </a:solidFill>
                <a:latin typeface="微软雅黑" panose="020B0503020204020204" charset="-122"/>
                <a:ea typeface="微软雅黑" panose="020B0503020204020204" charset="-122"/>
              </a:rPr>
              <a:t>线条图</a:t>
            </a:r>
            <a:r>
              <a:rPr lang="en-US" altLang="zh-CN" sz="1800" dirty="0" smtClean="0">
                <a:solidFill>
                  <a:schemeClr val="tx1">
                    <a:lumMod val="50000"/>
                    <a:lumOff val="50000"/>
                  </a:schemeClr>
                </a:solidFill>
                <a:latin typeface="微软雅黑" panose="020B0503020204020204" charset="-122"/>
                <a:ea typeface="微软雅黑" panose="020B0503020204020204" charset="-122"/>
              </a:rPr>
              <a:t>/</a:t>
            </a:r>
            <a:r>
              <a:rPr lang="en-US" altLang="zh-CN" sz="1800" dirty="0" err="1" smtClean="0">
                <a:solidFill>
                  <a:schemeClr val="tx1">
                    <a:lumMod val="50000"/>
                    <a:lumOff val="50000"/>
                  </a:schemeClr>
                </a:solidFill>
                <a:latin typeface="微软雅黑" panose="020B0503020204020204" charset="-122"/>
                <a:ea typeface="微软雅黑" panose="020B0503020204020204" charset="-122"/>
              </a:rPr>
              <a:t>proe</a:t>
            </a:r>
            <a:r>
              <a:rPr lang="zh-CN" altLang="en-US" sz="1800" dirty="0" smtClean="0">
                <a:solidFill>
                  <a:schemeClr val="tx1">
                    <a:lumMod val="50000"/>
                    <a:lumOff val="50000"/>
                  </a:schemeClr>
                </a:solidFill>
                <a:latin typeface="微软雅黑" panose="020B0503020204020204" charset="-122"/>
                <a:ea typeface="微软雅黑" panose="020B0503020204020204" charset="-122"/>
              </a:rPr>
              <a:t>立体三维图，电路提供电路原理图），附图中标明具体的部件名称，或以标号的方式结合文字进行标示。</a:t>
            </a:r>
            <a:endParaRPr lang="zh-CN" altLang="en-US" sz="1800" dirty="0" smtClean="0">
              <a:solidFill>
                <a:schemeClr val="tx1">
                  <a:lumMod val="50000"/>
                  <a:lumOff val="50000"/>
                </a:schemeClr>
              </a:solidFill>
              <a:latin typeface="微软雅黑" panose="020B0503020204020204" charset="-122"/>
              <a:ea typeface="微软雅黑" panose="020B0503020204020204" charset="-122"/>
            </a:endParaRPr>
          </a:p>
        </p:txBody>
      </p:sp>
      <p:pic>
        <p:nvPicPr>
          <p:cNvPr id="69639" name="Picture 8"/>
          <p:cNvPicPr>
            <a:picLocks noChangeAspect="1" noChangeArrowheads="1"/>
          </p:cNvPicPr>
          <p:nvPr/>
        </p:nvPicPr>
        <p:blipFill>
          <a:blip r:embed="rId1"/>
          <a:srcRect/>
          <a:stretch>
            <a:fillRect/>
          </a:stretch>
        </p:blipFill>
        <p:spPr bwMode="auto">
          <a:xfrm>
            <a:off x="4024298" y="3214686"/>
            <a:ext cx="4645025" cy="2840037"/>
          </a:xfrm>
          <a:prstGeom prst="rect">
            <a:avLst/>
          </a:prstGeom>
          <a:noFill/>
          <a:ln w="9525">
            <a:noFill/>
            <a:miter lim="800000"/>
            <a:headEnd/>
            <a:tailEnd/>
          </a:ln>
          <a:effectLst/>
        </p:spPr>
      </p:pic>
      <p:grpSp>
        <p:nvGrpSpPr>
          <p:cNvPr id="4" name="组合 3"/>
          <p:cNvGrpSpPr/>
          <p:nvPr/>
        </p:nvGrpSpPr>
        <p:grpSpPr>
          <a:xfrm>
            <a:off x="197485" y="532765"/>
            <a:ext cx="6951345" cy="523240"/>
            <a:chOff x="311" y="839"/>
            <a:chExt cx="10947" cy="824"/>
          </a:xfrm>
        </p:grpSpPr>
        <p:sp>
          <p:nvSpPr>
            <p:cNvPr id="3" name="圆角矩形 2"/>
            <p:cNvSpPr/>
            <p:nvPr>
              <p:custDataLst>
                <p:tags r:id="rId2"/>
              </p:custDataLst>
            </p:nvPr>
          </p:nvSpPr>
          <p:spPr>
            <a:xfrm>
              <a:off x="7996" y="875"/>
              <a:ext cx="3263" cy="788"/>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grpSp>
          <p:nvGrpSpPr>
            <p:cNvPr id="11" name="组合 10"/>
            <p:cNvGrpSpPr/>
            <p:nvPr/>
          </p:nvGrpSpPr>
          <p:grpSpPr>
            <a:xfrm>
              <a:off x="311" y="839"/>
              <a:ext cx="818" cy="644"/>
              <a:chOff x="110" y="450"/>
              <a:chExt cx="818" cy="644"/>
            </a:xfrm>
          </p:grpSpPr>
          <p:sp>
            <p:nvSpPr>
              <p:cNvPr id="12"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5"/>
              </p:custDataLst>
            </p:nvPr>
          </p:nvSpPr>
          <p:spPr>
            <a:xfrm>
              <a:off x="1410" y="875"/>
              <a:ext cx="6364" cy="764"/>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2" name="内容占位符 2"/>
          <p:cNvSpPr>
            <a:spLocks noGrp="1"/>
          </p:cNvSpPr>
          <p:nvPr>
            <p:ph idx="1"/>
          </p:nvPr>
        </p:nvSpPr>
        <p:spPr>
          <a:xfrm>
            <a:off x="1057910" y="1266190"/>
            <a:ext cx="10763885" cy="2162810"/>
          </a:xfrm>
        </p:spPr>
        <p:txBody>
          <a:bodyPr>
            <a:normAutofit/>
          </a:bodyPr>
          <a:lstStyle/>
          <a:p>
            <a:pPr algn="l">
              <a:lnSpc>
                <a:spcPct val="150000"/>
              </a:lnSpc>
              <a:buFontTx/>
              <a:buNone/>
            </a:pPr>
            <a:r>
              <a:rPr lang="en-US" altLang="zh-CN" sz="1800" b="1" dirty="0" smtClean="0">
                <a:solidFill>
                  <a:schemeClr val="tx1">
                    <a:lumMod val="50000"/>
                    <a:lumOff val="50000"/>
                  </a:schemeClr>
                </a:solidFill>
                <a:latin typeface="微软雅黑" panose="020B0503020204020204" charset="-122"/>
                <a:ea typeface="微软雅黑" panose="020B0503020204020204" charset="-122"/>
              </a:rPr>
              <a:t>6</a:t>
            </a:r>
            <a:r>
              <a:rPr lang="zh-CN" altLang="en-US" sz="1800" b="1" dirty="0" smtClean="0">
                <a:solidFill>
                  <a:schemeClr val="tx1">
                    <a:lumMod val="50000"/>
                    <a:lumOff val="50000"/>
                  </a:schemeClr>
                </a:solidFill>
                <a:latin typeface="微软雅黑" panose="020B0503020204020204" charset="-122"/>
                <a:ea typeface="微软雅黑" panose="020B0503020204020204" charset="-122"/>
              </a:rPr>
              <a:t>、本专利的具体实施例：</a:t>
            </a:r>
            <a:endParaRPr lang="en-US" altLang="zh-CN" sz="1800" b="1" dirty="0" smtClean="0">
              <a:solidFill>
                <a:schemeClr val="tx1">
                  <a:lumMod val="50000"/>
                  <a:lumOff val="50000"/>
                </a:schemeClr>
              </a:solidFill>
              <a:latin typeface="微软雅黑" panose="020B0503020204020204" charset="-122"/>
              <a:ea typeface="微软雅黑" panose="020B0503020204020204" charset="-122"/>
            </a:endParaRPr>
          </a:p>
          <a:p>
            <a:pPr algn="l">
              <a:lnSpc>
                <a:spcPct val="150000"/>
              </a:lnSpc>
              <a:buFontTx/>
              <a:buNone/>
            </a:pPr>
            <a:r>
              <a:rPr lang="en-US" altLang="zh-CN" sz="1800" dirty="0" smtClean="0">
                <a:solidFill>
                  <a:schemeClr val="tx1">
                    <a:lumMod val="50000"/>
                    <a:lumOff val="50000"/>
                  </a:schemeClr>
                </a:solidFill>
                <a:latin typeface="微软雅黑" panose="020B0503020204020204" charset="-122"/>
                <a:ea typeface="微软雅黑" panose="020B0503020204020204" charset="-122"/>
              </a:rPr>
              <a:t>      </a:t>
            </a:r>
            <a:r>
              <a:rPr lang="zh-CN" altLang="en-US" sz="1800" dirty="0" smtClean="0">
                <a:solidFill>
                  <a:schemeClr val="tx1">
                    <a:lumMod val="50000"/>
                    <a:lumOff val="50000"/>
                  </a:schemeClr>
                </a:solidFill>
                <a:latin typeface="微软雅黑" panose="020B0503020204020204" charset="-122"/>
                <a:ea typeface="微软雅黑" panose="020B0503020204020204" charset="-122"/>
              </a:rPr>
              <a:t>结合附图描述产品构成、电路构成、各部分之间的相互关系、工作过程或操作步骤；尽量提供多个具体实施方式说明本专利的具体实施方式并具体说明效果。</a:t>
            </a:r>
            <a:endParaRPr lang="zh-CN" altLang="en-US" sz="1800" dirty="0" smtClean="0">
              <a:solidFill>
                <a:schemeClr val="tx1">
                  <a:lumMod val="50000"/>
                  <a:lumOff val="50000"/>
                </a:schemeClr>
              </a:solidFill>
              <a:latin typeface="微软雅黑" panose="020B0503020204020204" charset="-122"/>
              <a:ea typeface="微软雅黑" panose="020B0503020204020204" charset="-122"/>
            </a:endParaRPr>
          </a:p>
        </p:txBody>
      </p:sp>
      <p:pic>
        <p:nvPicPr>
          <p:cNvPr id="70663" name="Picture 9"/>
          <p:cNvPicPr>
            <a:picLocks noChangeAspect="1" noChangeArrowheads="1"/>
          </p:cNvPicPr>
          <p:nvPr/>
        </p:nvPicPr>
        <p:blipFill>
          <a:blip r:embed="rId1"/>
          <a:srcRect/>
          <a:stretch>
            <a:fillRect/>
          </a:stretch>
        </p:blipFill>
        <p:spPr bwMode="auto">
          <a:xfrm>
            <a:off x="1975778" y="2779388"/>
            <a:ext cx="7215238" cy="3850961"/>
          </a:xfrm>
          <a:prstGeom prst="rect">
            <a:avLst/>
          </a:prstGeom>
          <a:noFill/>
          <a:ln w="9525">
            <a:noFill/>
            <a:miter lim="800000"/>
            <a:headEnd/>
            <a:tailEnd/>
          </a:ln>
          <a:effectLst/>
        </p:spPr>
      </p:pic>
      <p:grpSp>
        <p:nvGrpSpPr>
          <p:cNvPr id="4" name="组合 3"/>
          <p:cNvGrpSpPr/>
          <p:nvPr/>
        </p:nvGrpSpPr>
        <p:grpSpPr>
          <a:xfrm>
            <a:off x="197485" y="532765"/>
            <a:ext cx="6951345" cy="523240"/>
            <a:chOff x="311" y="839"/>
            <a:chExt cx="10947" cy="824"/>
          </a:xfrm>
        </p:grpSpPr>
        <p:sp>
          <p:nvSpPr>
            <p:cNvPr id="3" name="圆角矩形 2"/>
            <p:cNvSpPr/>
            <p:nvPr>
              <p:custDataLst>
                <p:tags r:id="rId2"/>
              </p:custDataLst>
            </p:nvPr>
          </p:nvSpPr>
          <p:spPr>
            <a:xfrm>
              <a:off x="7996" y="875"/>
              <a:ext cx="3263" cy="788"/>
            </a:xfrm>
            <a:prstGeom prst="roundRect">
              <a:avLst>
                <a:gd name="adj" fmla="val 50000"/>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产品类</a:t>
              </a:r>
              <a:endParaRPr lang="zh-CN" altLang="en-US" b="1" dirty="0">
                <a:latin typeface="微软雅黑" panose="020B0503020204020204" charset="-122"/>
                <a:ea typeface="微软雅黑" panose="020B0503020204020204" charset="-122"/>
              </a:endParaRPr>
            </a:p>
          </p:txBody>
        </p:sp>
        <p:grpSp>
          <p:nvGrpSpPr>
            <p:cNvPr id="11" name="组合 10"/>
            <p:cNvGrpSpPr/>
            <p:nvPr/>
          </p:nvGrpSpPr>
          <p:grpSpPr>
            <a:xfrm>
              <a:off x="311" y="839"/>
              <a:ext cx="818" cy="644"/>
              <a:chOff x="110" y="450"/>
              <a:chExt cx="818" cy="644"/>
            </a:xfrm>
          </p:grpSpPr>
          <p:sp>
            <p:nvSpPr>
              <p:cNvPr id="12"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20" name="文本框 19"/>
            <p:cNvSpPr txBox="1"/>
            <p:nvPr>
              <p:custDataLst>
                <p:tags r:id="rId5"/>
              </p:custDataLst>
            </p:nvPr>
          </p:nvSpPr>
          <p:spPr>
            <a:xfrm>
              <a:off x="1410" y="875"/>
              <a:ext cx="6364" cy="764"/>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6" name="矩形 5"/>
          <p:cNvSpPr>
            <a:spLocks noChangeArrowheads="1"/>
          </p:cNvSpPr>
          <p:nvPr/>
        </p:nvSpPr>
        <p:spPr bwMode="auto">
          <a:xfrm>
            <a:off x="1476031" y="1539859"/>
            <a:ext cx="1097280" cy="460375"/>
          </a:xfrm>
          <a:prstGeom prst="rect">
            <a:avLst/>
          </a:prstGeom>
          <a:noFill/>
          <a:ln w="9525">
            <a:noFill/>
            <a:miter lim="800000"/>
          </a:ln>
        </p:spPr>
        <p:txBody>
          <a:bodyPr wrap="none">
            <a:spAutoFit/>
          </a:bodyPr>
          <a:lstStyle/>
          <a:p>
            <a:r>
              <a:rPr lang="zh-CN" altLang="en-US" sz="2400" b="1" dirty="0">
                <a:solidFill>
                  <a:schemeClr val="tx1">
                    <a:lumMod val="50000"/>
                    <a:lumOff val="50000"/>
                  </a:schemeClr>
                </a:solidFill>
                <a:latin typeface="微软雅黑" panose="020B0503020204020204" charset="-122"/>
                <a:ea typeface="微软雅黑" panose="020B0503020204020204" charset="-122"/>
              </a:rPr>
              <a:t>第二</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类</a:t>
            </a:r>
            <a:endParaRPr lang="zh-CN" altLang="en-US" sz="2400" b="1" dirty="0">
              <a:solidFill>
                <a:schemeClr val="tx1">
                  <a:lumMod val="50000"/>
                  <a:lumOff val="50000"/>
                </a:schemeClr>
              </a:solidFill>
              <a:latin typeface="微软雅黑" panose="020B0503020204020204" charset="-122"/>
              <a:ea typeface="微软雅黑" panose="020B0503020204020204" charset="-122"/>
            </a:endParaRPr>
          </a:p>
        </p:txBody>
      </p:sp>
      <p:sp>
        <p:nvSpPr>
          <p:cNvPr id="71687" name="Text Box 9"/>
          <p:cNvSpPr txBox="1">
            <a:spLocks noChangeArrowheads="1"/>
          </p:cNvSpPr>
          <p:nvPr/>
        </p:nvSpPr>
        <p:spPr bwMode="auto">
          <a:xfrm>
            <a:off x="2381224" y="2000003"/>
            <a:ext cx="7572428" cy="3969385"/>
          </a:xfrm>
          <a:prstGeom prst="rect">
            <a:avLst/>
          </a:prstGeom>
          <a:noFill/>
          <a:ln w="9525">
            <a:noFill/>
            <a:miter lim="800000"/>
          </a:ln>
          <a:effectLst/>
        </p:spPr>
        <p:txBody>
          <a:bodyPr wrap="square">
            <a:spAutoFit/>
          </a:bodyPr>
          <a:lstStyle/>
          <a:p>
            <a:pPr marL="355600" indent="-355600">
              <a:lnSpc>
                <a:spcPct val="150000"/>
              </a:lnSpc>
            </a:pPr>
            <a:r>
              <a:rPr lang="en-US" altLang="zh-CN" sz="2400" b="1" dirty="0">
                <a:solidFill>
                  <a:schemeClr val="tx1">
                    <a:lumMod val="50000"/>
                    <a:lumOff val="50000"/>
                  </a:schemeClr>
                </a:solidFill>
                <a:latin typeface="微软雅黑" panose="020B0503020204020204" charset="-122"/>
                <a:ea typeface="微软雅黑" panose="020B0503020204020204" charset="-122"/>
              </a:rPr>
              <a:t>1</a:t>
            </a:r>
            <a:r>
              <a:rPr lang="zh-CN" altLang="en-US" sz="2400" b="1" dirty="0">
                <a:solidFill>
                  <a:schemeClr val="tx1">
                    <a:lumMod val="50000"/>
                    <a:lumOff val="50000"/>
                  </a:schemeClr>
                </a:solidFill>
                <a:latin typeface="微软雅黑" panose="020B0503020204020204" charset="-122"/>
                <a:ea typeface="微软雅黑" panose="020B0503020204020204" charset="-122"/>
              </a:rPr>
              <a:t>、本专利的应用</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领域？</a:t>
            </a:r>
            <a:endParaRPr lang="en-US" altLang="zh-CN" sz="2400" b="1" dirty="0">
              <a:solidFill>
                <a:schemeClr val="tx1">
                  <a:lumMod val="50000"/>
                  <a:lumOff val="50000"/>
                </a:schemeClr>
              </a:solidFill>
              <a:latin typeface="微软雅黑" panose="020B0503020204020204" charset="-122"/>
              <a:ea typeface="微软雅黑" panose="020B0503020204020204" charset="-122"/>
            </a:endParaRPr>
          </a:p>
          <a:p>
            <a:pPr marL="355600" indent="-355600">
              <a:lnSpc>
                <a:spcPct val="150000"/>
              </a:lnSpc>
            </a:pPr>
            <a:r>
              <a:rPr lang="en-US" altLang="zh-CN" sz="2400" b="1" dirty="0">
                <a:solidFill>
                  <a:schemeClr val="tx1">
                    <a:lumMod val="50000"/>
                    <a:lumOff val="50000"/>
                  </a:schemeClr>
                </a:solidFill>
                <a:latin typeface="微软雅黑" panose="020B0503020204020204" charset="-122"/>
                <a:ea typeface="微软雅黑" panose="020B0503020204020204" charset="-122"/>
              </a:rPr>
              <a:t>2</a:t>
            </a:r>
            <a:r>
              <a:rPr lang="zh-CN" altLang="en-US" sz="2400" b="1" dirty="0">
                <a:solidFill>
                  <a:schemeClr val="tx1">
                    <a:lumMod val="50000"/>
                    <a:lumOff val="50000"/>
                  </a:schemeClr>
                </a:solidFill>
                <a:latin typeface="微软雅黑" panose="020B0503020204020204" charset="-122"/>
                <a:ea typeface="微软雅黑" panose="020B0503020204020204" charset="-122"/>
              </a:rPr>
              <a:t>、本专利的任务是</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什么？</a:t>
            </a:r>
            <a:endParaRPr lang="en-US" altLang="zh-CN" sz="2400" b="1" dirty="0">
              <a:solidFill>
                <a:schemeClr val="tx1">
                  <a:lumMod val="50000"/>
                  <a:lumOff val="50000"/>
                </a:schemeClr>
              </a:solidFill>
              <a:latin typeface="微软雅黑" panose="020B0503020204020204" charset="-122"/>
              <a:ea typeface="微软雅黑" panose="020B0503020204020204" charset="-122"/>
            </a:endParaRPr>
          </a:p>
          <a:p>
            <a:pPr marL="355600" indent="-355600">
              <a:lnSpc>
                <a:spcPct val="150000"/>
              </a:lnSpc>
            </a:pPr>
            <a:r>
              <a:rPr lang="en-US" altLang="zh-CN" sz="2400" b="1" dirty="0">
                <a:solidFill>
                  <a:schemeClr val="tx1">
                    <a:lumMod val="50000"/>
                    <a:lumOff val="50000"/>
                  </a:schemeClr>
                </a:solidFill>
                <a:latin typeface="微软雅黑" panose="020B0503020204020204" charset="-122"/>
                <a:ea typeface="微软雅黑" panose="020B0503020204020204" charset="-122"/>
              </a:rPr>
              <a:t>3</a:t>
            </a:r>
            <a:r>
              <a:rPr lang="zh-CN" altLang="en-US" sz="2400" b="1" dirty="0">
                <a:solidFill>
                  <a:schemeClr val="tx1">
                    <a:lumMod val="50000"/>
                    <a:lumOff val="50000"/>
                  </a:schemeClr>
                </a:solidFill>
                <a:latin typeface="微软雅黑" panose="020B0503020204020204" charset="-122"/>
                <a:ea typeface="微软雅黑" panose="020B0503020204020204" charset="-122"/>
              </a:rPr>
              <a:t>、已有技术</a:t>
            </a:r>
            <a:r>
              <a:rPr lang="en-US" altLang="zh-CN" sz="2400" b="1" dirty="0">
                <a:solidFill>
                  <a:schemeClr val="tx1">
                    <a:lumMod val="50000"/>
                    <a:lumOff val="50000"/>
                  </a:schemeClr>
                </a:solidFill>
                <a:latin typeface="微软雅黑" panose="020B0503020204020204" charset="-122"/>
                <a:ea typeface="微软雅黑" panose="020B0503020204020204" charset="-122"/>
              </a:rPr>
              <a:t>/</a:t>
            </a:r>
            <a:r>
              <a:rPr lang="zh-CN" altLang="en-US" sz="2400" b="1" dirty="0">
                <a:solidFill>
                  <a:schemeClr val="tx1">
                    <a:lumMod val="50000"/>
                    <a:lumOff val="50000"/>
                  </a:schemeClr>
                </a:solidFill>
                <a:latin typeface="微软雅黑" panose="020B0503020204020204" charset="-122"/>
                <a:ea typeface="微软雅黑" panose="020B0503020204020204" charset="-122"/>
              </a:rPr>
              <a:t>产品的</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不足？</a:t>
            </a:r>
            <a:endParaRPr lang="en-US" altLang="zh-CN" sz="2400" b="1" dirty="0">
              <a:solidFill>
                <a:schemeClr val="tx1">
                  <a:lumMod val="50000"/>
                  <a:lumOff val="50000"/>
                </a:schemeClr>
              </a:solidFill>
              <a:latin typeface="微软雅黑" panose="020B0503020204020204" charset="-122"/>
              <a:ea typeface="微软雅黑" panose="020B0503020204020204" charset="-122"/>
            </a:endParaRPr>
          </a:p>
          <a:p>
            <a:pPr marL="355600" indent="-355600">
              <a:lnSpc>
                <a:spcPct val="150000"/>
              </a:lnSpc>
            </a:pPr>
            <a:r>
              <a:rPr lang="en-US" altLang="zh-CN" sz="2400" b="1" dirty="0">
                <a:solidFill>
                  <a:schemeClr val="tx1">
                    <a:lumMod val="50000"/>
                    <a:lumOff val="50000"/>
                  </a:schemeClr>
                </a:solidFill>
                <a:latin typeface="微软雅黑" panose="020B0503020204020204" charset="-122"/>
                <a:ea typeface="微软雅黑" panose="020B0503020204020204" charset="-122"/>
              </a:rPr>
              <a:t>4</a:t>
            </a:r>
            <a:r>
              <a:rPr lang="zh-CN" altLang="en-US" sz="2400" b="1" dirty="0">
                <a:solidFill>
                  <a:schemeClr val="tx1">
                    <a:lumMod val="50000"/>
                    <a:lumOff val="50000"/>
                  </a:schemeClr>
                </a:solidFill>
                <a:latin typeface="微软雅黑" panose="020B0503020204020204" charset="-122"/>
                <a:ea typeface="微软雅黑" panose="020B0503020204020204" charset="-122"/>
              </a:rPr>
              <a:t>、本专利的</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内容？</a:t>
            </a:r>
            <a:endParaRPr lang="en-US" altLang="zh-CN" sz="2400" b="1" dirty="0">
              <a:solidFill>
                <a:schemeClr val="tx1">
                  <a:lumMod val="50000"/>
                  <a:lumOff val="50000"/>
                </a:schemeClr>
              </a:solidFill>
              <a:latin typeface="微软雅黑" panose="020B0503020204020204" charset="-122"/>
              <a:ea typeface="微软雅黑" panose="020B0503020204020204" charset="-122"/>
            </a:endParaRPr>
          </a:p>
          <a:p>
            <a:pPr marL="355600" indent="-355600">
              <a:lnSpc>
                <a:spcPct val="150000"/>
              </a:lnSpc>
            </a:pPr>
            <a:r>
              <a:rPr lang="en-US" altLang="zh-CN" sz="2400" b="1" dirty="0">
                <a:solidFill>
                  <a:schemeClr val="tx1">
                    <a:lumMod val="50000"/>
                    <a:lumOff val="50000"/>
                  </a:schemeClr>
                </a:solidFill>
                <a:latin typeface="微软雅黑" panose="020B0503020204020204" charset="-122"/>
                <a:ea typeface="微软雅黑" panose="020B0503020204020204" charset="-122"/>
              </a:rPr>
              <a:t>5</a:t>
            </a:r>
            <a:r>
              <a:rPr lang="zh-CN" altLang="en-US" sz="2400" b="1" dirty="0">
                <a:solidFill>
                  <a:schemeClr val="tx1">
                    <a:lumMod val="50000"/>
                    <a:lumOff val="50000"/>
                  </a:schemeClr>
                </a:solidFill>
                <a:latin typeface="微软雅黑" panose="020B0503020204020204" charset="-122"/>
                <a:ea typeface="微软雅黑" panose="020B0503020204020204" charset="-122"/>
              </a:rPr>
              <a:t>、本专利的</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效果？</a:t>
            </a:r>
            <a:endParaRPr lang="en-US" altLang="zh-CN" sz="2400" b="1" dirty="0">
              <a:solidFill>
                <a:schemeClr val="tx1">
                  <a:lumMod val="50000"/>
                  <a:lumOff val="50000"/>
                </a:schemeClr>
              </a:solidFill>
              <a:latin typeface="微软雅黑" panose="020B0503020204020204" charset="-122"/>
              <a:ea typeface="微软雅黑" panose="020B0503020204020204" charset="-122"/>
            </a:endParaRPr>
          </a:p>
          <a:p>
            <a:pPr marL="355600" indent="-355600">
              <a:lnSpc>
                <a:spcPct val="150000"/>
              </a:lnSpc>
            </a:pPr>
            <a:r>
              <a:rPr lang="en-US" altLang="zh-CN" sz="2400" b="1" dirty="0">
                <a:solidFill>
                  <a:schemeClr val="tx1">
                    <a:lumMod val="50000"/>
                    <a:lumOff val="50000"/>
                  </a:schemeClr>
                </a:solidFill>
                <a:latin typeface="微软雅黑" panose="020B0503020204020204" charset="-122"/>
                <a:ea typeface="微软雅黑" panose="020B0503020204020204" charset="-122"/>
              </a:rPr>
              <a:t>6</a:t>
            </a:r>
            <a:r>
              <a:rPr lang="zh-CN" altLang="en-US" sz="2400" b="1" dirty="0">
                <a:solidFill>
                  <a:schemeClr val="tx1">
                    <a:lumMod val="50000"/>
                    <a:lumOff val="50000"/>
                  </a:schemeClr>
                </a:solidFill>
                <a:latin typeface="微软雅黑" panose="020B0503020204020204" charset="-122"/>
                <a:ea typeface="微软雅黑" panose="020B0503020204020204" charset="-122"/>
              </a:rPr>
              <a:t>、附图与</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说明？</a:t>
            </a:r>
            <a:endParaRPr lang="zh-CN" altLang="en-US" sz="2400" b="1" dirty="0">
              <a:solidFill>
                <a:schemeClr val="tx1">
                  <a:lumMod val="50000"/>
                  <a:lumOff val="50000"/>
                </a:schemeClr>
              </a:solidFill>
              <a:latin typeface="微软雅黑" panose="020B0503020204020204" charset="-122"/>
              <a:ea typeface="微软雅黑" panose="020B0503020204020204" charset="-122"/>
            </a:endParaRPr>
          </a:p>
          <a:p>
            <a:pPr marL="355600" indent="-355600">
              <a:lnSpc>
                <a:spcPct val="150000"/>
              </a:lnSpc>
            </a:pPr>
            <a:r>
              <a:rPr lang="en-US" altLang="zh-CN" sz="2400" b="1" dirty="0">
                <a:solidFill>
                  <a:schemeClr val="tx1">
                    <a:lumMod val="50000"/>
                    <a:lumOff val="50000"/>
                  </a:schemeClr>
                </a:solidFill>
                <a:latin typeface="微软雅黑" panose="020B0503020204020204" charset="-122"/>
                <a:ea typeface="微软雅黑" panose="020B0503020204020204" charset="-122"/>
              </a:rPr>
              <a:t>7</a:t>
            </a:r>
            <a:r>
              <a:rPr lang="zh-CN" altLang="en-US" sz="2400" b="1" dirty="0">
                <a:solidFill>
                  <a:schemeClr val="tx1">
                    <a:lumMod val="50000"/>
                    <a:lumOff val="50000"/>
                  </a:schemeClr>
                </a:solidFill>
                <a:latin typeface="微软雅黑" panose="020B0503020204020204" charset="-122"/>
                <a:ea typeface="微软雅黑" panose="020B0503020204020204" charset="-122"/>
              </a:rPr>
              <a:t>、本专利的具体实施</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例。</a:t>
            </a:r>
            <a:endParaRPr lang="zh-CN" altLang="en-US" sz="2400" b="1" dirty="0">
              <a:solidFill>
                <a:schemeClr val="tx1">
                  <a:lumMod val="50000"/>
                  <a:lumOff val="50000"/>
                </a:schemeClr>
              </a:solidFill>
              <a:latin typeface="微软雅黑" panose="020B0503020204020204" charset="-122"/>
              <a:ea typeface="微软雅黑" panose="020B0503020204020204" charset="-122"/>
            </a:endParaRPr>
          </a:p>
        </p:txBody>
      </p:sp>
      <p:sp>
        <p:nvSpPr>
          <p:cNvPr id="6" name="圆角矩形 5"/>
          <p:cNvSpPr/>
          <p:nvPr/>
        </p:nvSpPr>
        <p:spPr>
          <a:xfrm>
            <a:off x="5131130" y="555921"/>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方法类</a:t>
            </a:r>
            <a:endParaRPr lang="zh-CN" altLang="en-US" b="1" dirty="0">
              <a:latin typeface="微软雅黑" panose="020B0503020204020204" charset="-122"/>
              <a:ea typeface="微软雅黑" panose="020B0503020204020204" charset="-122"/>
            </a:endParaRPr>
          </a:p>
        </p:txBody>
      </p:sp>
      <p:grpSp>
        <p:nvGrpSpPr>
          <p:cNvPr id="3" name="组合 2"/>
          <p:cNvGrpSpPr/>
          <p:nvPr/>
        </p:nvGrpSpPr>
        <p:grpSpPr>
          <a:xfrm>
            <a:off x="197485" y="532765"/>
            <a:ext cx="519430" cy="408940"/>
            <a:chOff x="110" y="450"/>
            <a:chExt cx="818" cy="644"/>
          </a:xfrm>
        </p:grpSpPr>
        <p:sp>
          <p:nvSpPr>
            <p:cNvPr id="7"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9"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4" name="文本框 3"/>
          <p:cNvSpPr txBox="1"/>
          <p:nvPr>
            <p:custDataLst>
              <p:tags r:id="rId3"/>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10" name="内容占位符 2"/>
          <p:cNvSpPr>
            <a:spLocks noGrp="1"/>
          </p:cNvSpPr>
          <p:nvPr>
            <p:ph idx="4294967295"/>
          </p:nvPr>
        </p:nvSpPr>
        <p:spPr>
          <a:xfrm>
            <a:off x="895350" y="1428750"/>
            <a:ext cx="10025380" cy="4525645"/>
          </a:xfrm>
        </p:spPr>
        <p:txBody>
          <a:bodyPr/>
          <a:lstStyle/>
          <a:p>
            <a:pPr algn="l">
              <a:buFontTx/>
              <a:buNone/>
            </a:pPr>
            <a:r>
              <a:rPr lang="en-US" altLang="zh-CN" sz="1800" b="1" dirty="0" smtClean="0">
                <a:solidFill>
                  <a:schemeClr val="tx1">
                    <a:lumMod val="50000"/>
                    <a:lumOff val="50000"/>
                  </a:schemeClr>
                </a:solidFill>
                <a:latin typeface="微软雅黑" panose="020B0503020204020204" charset="-122"/>
                <a:ea typeface="微软雅黑" panose="020B0503020204020204" charset="-122"/>
              </a:rPr>
              <a:t>4</a:t>
            </a:r>
            <a:r>
              <a:rPr lang="zh-CN" altLang="en-US" sz="1800" b="1" dirty="0" smtClean="0">
                <a:solidFill>
                  <a:schemeClr val="tx1">
                    <a:lumMod val="50000"/>
                    <a:lumOff val="50000"/>
                  </a:schemeClr>
                </a:solidFill>
                <a:latin typeface="微软雅黑" panose="020B0503020204020204" charset="-122"/>
                <a:ea typeface="微软雅黑" panose="020B0503020204020204" charset="-122"/>
              </a:rPr>
              <a:t>、本专利的内容：</a:t>
            </a:r>
            <a:endParaRPr lang="en-US" altLang="zh-CN" sz="1800" b="1" dirty="0" smtClean="0">
              <a:solidFill>
                <a:schemeClr val="tx1">
                  <a:lumMod val="50000"/>
                  <a:lumOff val="50000"/>
                </a:schemeClr>
              </a:solidFill>
              <a:latin typeface="微软雅黑" panose="020B0503020204020204" charset="-122"/>
              <a:ea typeface="微软雅黑" panose="020B0503020204020204" charset="-122"/>
            </a:endParaRPr>
          </a:p>
          <a:p>
            <a:pPr marL="0" indent="0" algn="l">
              <a:lnSpc>
                <a:spcPct val="150000"/>
              </a:lnSpc>
              <a:buFontTx/>
              <a:buNone/>
            </a:pPr>
            <a:r>
              <a:rPr lang="zh-CN" altLang="en-US" sz="1800" dirty="0" smtClean="0">
                <a:solidFill>
                  <a:schemeClr val="tx1">
                    <a:lumMod val="50000"/>
                    <a:lumOff val="50000"/>
                  </a:schemeClr>
                </a:solidFill>
                <a:latin typeface="微软雅黑" panose="020B0503020204020204" charset="-122"/>
                <a:ea typeface="微软雅黑" panose="020B0503020204020204" charset="-122"/>
              </a:rPr>
              <a:t>应说明本专利达到目的或解决问题的技术手段。对于方法，应当说明本方法的主要思路、步骤；对于工艺，应当说明工艺步骤、工艺条件、使用原料，可说明工艺原理和技术优化的思路。</a:t>
            </a:r>
            <a:endParaRPr lang="en-US" altLang="zh-CN" sz="1800" dirty="0" smtClean="0">
              <a:solidFill>
                <a:schemeClr val="tx1">
                  <a:lumMod val="50000"/>
                  <a:lumOff val="50000"/>
                </a:schemeClr>
              </a:solidFill>
              <a:latin typeface="微软雅黑" panose="020B0503020204020204" charset="-122"/>
              <a:ea typeface="微软雅黑" panose="020B0503020204020204" charset="-122"/>
            </a:endParaRPr>
          </a:p>
          <a:p>
            <a:pPr algn="l">
              <a:buFontTx/>
              <a:buNone/>
            </a:pPr>
            <a:endParaRPr lang="en-US" altLang="zh-CN" sz="1800" dirty="0" smtClean="0">
              <a:solidFill>
                <a:schemeClr val="tx1">
                  <a:lumMod val="50000"/>
                  <a:lumOff val="50000"/>
                </a:schemeClr>
              </a:solidFill>
              <a:latin typeface="微软雅黑" panose="020B0503020204020204" charset="-122"/>
              <a:ea typeface="微软雅黑" panose="020B0503020204020204" charset="-122"/>
            </a:endParaRPr>
          </a:p>
          <a:p>
            <a:pPr algn="l">
              <a:buFontTx/>
              <a:buNone/>
            </a:pPr>
            <a:endParaRPr lang="zh-CN" altLang="en-US" sz="2400" b="1" dirty="0" smtClean="0">
              <a:solidFill>
                <a:schemeClr val="tx1">
                  <a:lumMod val="50000"/>
                  <a:lumOff val="50000"/>
                </a:schemeClr>
              </a:solidFill>
              <a:latin typeface="微软雅黑" panose="020B0503020204020204" charset="-122"/>
              <a:ea typeface="微软雅黑" panose="020B0503020204020204" charset="-122"/>
            </a:endParaRPr>
          </a:p>
          <a:p>
            <a:pPr algn="l"/>
            <a:endParaRPr lang="en-US" altLang="zh-CN" sz="2400" b="1" dirty="0" smtClean="0">
              <a:solidFill>
                <a:schemeClr val="tx1">
                  <a:lumMod val="50000"/>
                  <a:lumOff val="50000"/>
                </a:schemeClr>
              </a:solidFill>
              <a:latin typeface="微软雅黑" panose="020B0503020204020204" charset="-122"/>
              <a:ea typeface="微软雅黑" panose="020B0503020204020204" charset="-122"/>
            </a:endParaRPr>
          </a:p>
        </p:txBody>
      </p:sp>
      <p:sp>
        <p:nvSpPr>
          <p:cNvPr id="6" name="圆角矩形 5"/>
          <p:cNvSpPr/>
          <p:nvPr>
            <p:custDataLst>
              <p:tags r:id="rId1"/>
            </p:custDataLst>
          </p:nvPr>
        </p:nvSpPr>
        <p:spPr>
          <a:xfrm>
            <a:off x="5131130" y="555921"/>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方法类</a:t>
            </a:r>
            <a:endParaRPr lang="zh-CN" altLang="en-US" b="1" dirty="0">
              <a:latin typeface="微软雅黑" panose="020B0503020204020204" charset="-122"/>
              <a:ea typeface="微软雅黑" panose="020B0503020204020204" charset="-122"/>
            </a:endParaRPr>
          </a:p>
        </p:txBody>
      </p:sp>
      <p:grpSp>
        <p:nvGrpSpPr>
          <p:cNvPr id="3" name="组合 2"/>
          <p:cNvGrpSpPr/>
          <p:nvPr/>
        </p:nvGrpSpPr>
        <p:grpSpPr>
          <a:xfrm>
            <a:off x="197485" y="532765"/>
            <a:ext cx="519430" cy="408940"/>
            <a:chOff x="110" y="450"/>
            <a:chExt cx="818" cy="644"/>
          </a:xfrm>
        </p:grpSpPr>
        <p:sp>
          <p:nvSpPr>
            <p:cNvPr id="7"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9"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0" name="文本框 9"/>
          <p:cNvSpPr txBox="1"/>
          <p:nvPr>
            <p:custDataLst>
              <p:tags r:id="rId4"/>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73735" name="TextBox 8"/>
          <p:cNvSpPr txBox="1">
            <a:spLocks noChangeArrowheads="1"/>
          </p:cNvSpPr>
          <p:nvPr>
            <p:custDataLst>
              <p:tags r:id="rId5"/>
            </p:custDataLst>
          </p:nvPr>
        </p:nvSpPr>
        <p:spPr bwMode="auto">
          <a:xfrm>
            <a:off x="907415" y="3120390"/>
            <a:ext cx="10013315" cy="2502535"/>
          </a:xfrm>
          <a:prstGeom prst="roundRect">
            <a:avLst>
              <a:gd name="adj" fmla="val 7931"/>
            </a:avLst>
          </a:prstGeom>
          <a:solidFill>
            <a:schemeClr val="bg1">
              <a:lumMod val="85000"/>
            </a:schemeClr>
          </a:solidFill>
          <a:ln w="9525">
            <a:noFill/>
            <a:miter lim="800000"/>
          </a:ln>
        </p:spPr>
        <p:txBody>
          <a:bodyPr wrap="square" anchor="ctr" anchorCtr="0">
            <a:noAutofit/>
          </a:bodyPr>
          <a:p>
            <a:pPr>
              <a:lnSpc>
                <a:spcPts val="3500"/>
              </a:lnSpc>
            </a:pPr>
            <a:r>
              <a:rPr lang="zh-CN" altLang="en-US" sz="1600" dirty="0" smtClean="0">
                <a:solidFill>
                  <a:schemeClr val="tx1">
                    <a:lumMod val="65000"/>
                    <a:lumOff val="35000"/>
                  </a:schemeClr>
                </a:solidFill>
                <a:latin typeface="微软雅黑" panose="020B0503020204020204" charset="-122"/>
                <a:ea typeface="微软雅黑" panose="020B0503020204020204" charset="-122"/>
              </a:rPr>
              <a:t>例：所</a:t>
            </a:r>
            <a:r>
              <a:rPr lang="zh-CN" altLang="en-US" sz="1600" dirty="0">
                <a:solidFill>
                  <a:schemeClr val="tx1">
                    <a:lumMod val="65000"/>
                    <a:lumOff val="35000"/>
                  </a:schemeClr>
                </a:solidFill>
                <a:latin typeface="微软雅黑" panose="020B0503020204020204" charset="-122"/>
                <a:ea typeface="微软雅黑" panose="020B0503020204020204" charset="-122"/>
              </a:rPr>
              <a:t>述阳极采用以下方法制成：通过甚高频增强型等离子体化学气相沉积技术，制备</a:t>
            </a:r>
            <a:r>
              <a:rPr lang="en-US" altLang="zh-CN" sz="1600" dirty="0">
                <a:solidFill>
                  <a:schemeClr val="tx1">
                    <a:lumMod val="65000"/>
                    <a:lumOff val="35000"/>
                  </a:schemeClr>
                </a:solidFill>
                <a:latin typeface="微软雅黑" panose="020B0503020204020204" charset="-122"/>
                <a:ea typeface="微软雅黑" panose="020B0503020204020204" charset="-122"/>
              </a:rPr>
              <a:t>P</a:t>
            </a:r>
            <a:r>
              <a:rPr lang="zh-CN" altLang="en-US" sz="1600" dirty="0">
                <a:solidFill>
                  <a:schemeClr val="tx1">
                    <a:lumMod val="65000"/>
                    <a:lumOff val="35000"/>
                  </a:schemeClr>
                </a:solidFill>
                <a:latin typeface="微软雅黑" panose="020B0503020204020204" charset="-122"/>
                <a:ea typeface="微软雅黑" panose="020B0503020204020204" charset="-122"/>
              </a:rPr>
              <a:t>型掺杂纳米晶硅薄膜（</a:t>
            </a:r>
            <a:r>
              <a:rPr lang="en-US" altLang="zh-CN" sz="1600" dirty="0">
                <a:solidFill>
                  <a:schemeClr val="tx1">
                    <a:lumMod val="65000"/>
                    <a:lumOff val="35000"/>
                  </a:schemeClr>
                </a:solidFill>
                <a:latin typeface="微软雅黑" panose="020B0503020204020204" charset="-122"/>
                <a:ea typeface="微软雅黑" panose="020B0503020204020204" charset="-122"/>
              </a:rPr>
              <a:t>P+-</a:t>
            </a:r>
            <a:r>
              <a:rPr lang="en-US" altLang="zh-CN" sz="1600" dirty="0" err="1">
                <a:solidFill>
                  <a:schemeClr val="tx1">
                    <a:lumMod val="65000"/>
                    <a:lumOff val="35000"/>
                  </a:schemeClr>
                </a:solidFill>
                <a:latin typeface="微软雅黑" panose="020B0503020204020204" charset="-122"/>
                <a:ea typeface="微软雅黑" panose="020B0503020204020204" charset="-122"/>
              </a:rPr>
              <a:t>nc-Si:H</a:t>
            </a:r>
            <a:r>
              <a:rPr lang="zh-CN" altLang="en-US" sz="1600" dirty="0">
                <a:solidFill>
                  <a:schemeClr val="tx1">
                    <a:lumMod val="65000"/>
                    <a:lumOff val="35000"/>
                  </a:schemeClr>
                </a:solidFill>
                <a:latin typeface="微软雅黑" panose="020B0503020204020204" charset="-122"/>
                <a:ea typeface="微软雅黑" panose="020B0503020204020204" charset="-122"/>
              </a:rPr>
              <a:t>），并使其与铟锡氧化物（</a:t>
            </a:r>
            <a:r>
              <a:rPr lang="en-US" altLang="zh-CN" sz="1600" dirty="0">
                <a:solidFill>
                  <a:schemeClr val="tx1">
                    <a:lumMod val="65000"/>
                    <a:lumOff val="35000"/>
                  </a:schemeClr>
                </a:solidFill>
                <a:latin typeface="微软雅黑" panose="020B0503020204020204" charset="-122"/>
                <a:ea typeface="微软雅黑" panose="020B0503020204020204" charset="-122"/>
              </a:rPr>
              <a:t>ITO</a:t>
            </a:r>
            <a:r>
              <a:rPr lang="zh-CN" altLang="en-US" sz="1600" dirty="0">
                <a:solidFill>
                  <a:schemeClr val="tx1">
                    <a:lumMod val="65000"/>
                    <a:lumOff val="35000"/>
                  </a:schemeClr>
                </a:solidFill>
                <a:latin typeface="微软雅黑" panose="020B0503020204020204" charset="-122"/>
                <a:ea typeface="微软雅黑" panose="020B0503020204020204" charset="-122"/>
              </a:rPr>
              <a:t>）层一起构成</a:t>
            </a:r>
            <a:r>
              <a:rPr lang="en-US" altLang="zh-CN" sz="1600" dirty="0">
                <a:solidFill>
                  <a:schemeClr val="tx1">
                    <a:lumMod val="65000"/>
                    <a:lumOff val="35000"/>
                  </a:schemeClr>
                </a:solidFill>
                <a:latin typeface="微软雅黑" panose="020B0503020204020204" charset="-122"/>
                <a:ea typeface="微软雅黑" panose="020B0503020204020204" charset="-122"/>
              </a:rPr>
              <a:t>OLED</a:t>
            </a:r>
            <a:r>
              <a:rPr lang="zh-CN" altLang="en-US" sz="1600" dirty="0">
                <a:solidFill>
                  <a:schemeClr val="tx1">
                    <a:lumMod val="65000"/>
                    <a:lumOff val="35000"/>
                  </a:schemeClr>
                </a:solidFill>
                <a:latin typeface="微软雅黑" panose="020B0503020204020204" charset="-122"/>
                <a:ea typeface="微软雅黑" panose="020B0503020204020204" charset="-122"/>
              </a:rPr>
              <a:t>的复合阳极，所述</a:t>
            </a:r>
            <a:r>
              <a:rPr lang="en-US" altLang="zh-CN" sz="1600" dirty="0">
                <a:solidFill>
                  <a:schemeClr val="tx1">
                    <a:lumMod val="65000"/>
                    <a:lumOff val="35000"/>
                  </a:schemeClr>
                </a:solidFill>
                <a:latin typeface="微软雅黑" panose="020B0503020204020204" charset="-122"/>
                <a:ea typeface="微软雅黑" panose="020B0503020204020204" charset="-122"/>
              </a:rPr>
              <a:t>P</a:t>
            </a:r>
            <a:r>
              <a:rPr lang="zh-CN" altLang="en-US" sz="1600" dirty="0">
                <a:solidFill>
                  <a:schemeClr val="tx1">
                    <a:lumMod val="65000"/>
                    <a:lumOff val="35000"/>
                  </a:schemeClr>
                </a:solidFill>
                <a:latin typeface="微软雅黑" panose="020B0503020204020204" charset="-122"/>
                <a:ea typeface="微软雅黑" panose="020B0503020204020204" charset="-122"/>
              </a:rPr>
              <a:t>型掺杂纳米晶硅薄膜的沉积采用</a:t>
            </a:r>
            <a:r>
              <a:rPr lang="en-US" altLang="zh-CN" sz="1600" dirty="0">
                <a:solidFill>
                  <a:schemeClr val="tx1">
                    <a:lumMod val="65000"/>
                    <a:lumOff val="35000"/>
                  </a:schemeClr>
                </a:solidFill>
                <a:latin typeface="微软雅黑" panose="020B0503020204020204" charset="-122"/>
                <a:ea typeface="微软雅黑" panose="020B0503020204020204" charset="-122"/>
              </a:rPr>
              <a:t>PECVD</a:t>
            </a:r>
            <a:r>
              <a:rPr lang="zh-CN" altLang="en-US" sz="1600" dirty="0">
                <a:solidFill>
                  <a:schemeClr val="tx1">
                    <a:lumMod val="65000"/>
                    <a:lumOff val="35000"/>
                  </a:schemeClr>
                </a:solidFill>
                <a:latin typeface="微软雅黑" panose="020B0503020204020204" charset="-122"/>
                <a:ea typeface="微软雅黑" panose="020B0503020204020204" charset="-122"/>
              </a:rPr>
              <a:t>沉积系统，以光学玻璃为衬底，激发频率为</a:t>
            </a:r>
            <a:r>
              <a:rPr lang="en-US" altLang="zh-CN" sz="1600" dirty="0">
                <a:solidFill>
                  <a:schemeClr val="tx1">
                    <a:lumMod val="65000"/>
                    <a:lumOff val="35000"/>
                  </a:schemeClr>
                </a:solidFill>
                <a:latin typeface="微软雅黑" panose="020B0503020204020204" charset="-122"/>
                <a:ea typeface="微软雅黑" panose="020B0503020204020204" charset="-122"/>
              </a:rPr>
              <a:t>60MHz</a:t>
            </a:r>
            <a:r>
              <a:rPr lang="zh-CN" altLang="en-US" sz="1600" dirty="0">
                <a:solidFill>
                  <a:schemeClr val="tx1">
                    <a:lumMod val="65000"/>
                    <a:lumOff val="35000"/>
                  </a:schemeClr>
                </a:solidFill>
                <a:latin typeface="微软雅黑" panose="020B0503020204020204" charset="-122"/>
                <a:ea typeface="微软雅黑" panose="020B0503020204020204" charset="-122"/>
              </a:rPr>
              <a:t>，电极为平行板电容式结构，电极间距为</a:t>
            </a:r>
            <a:r>
              <a:rPr lang="en-US" altLang="zh-CN" sz="1600" dirty="0">
                <a:solidFill>
                  <a:schemeClr val="tx1">
                    <a:lumMod val="65000"/>
                    <a:lumOff val="35000"/>
                  </a:schemeClr>
                </a:solidFill>
                <a:latin typeface="微软雅黑" panose="020B0503020204020204" charset="-122"/>
                <a:ea typeface="微软雅黑" panose="020B0503020204020204" charset="-122"/>
              </a:rPr>
              <a:t>2.1cm</a:t>
            </a:r>
            <a:r>
              <a:rPr lang="zh-CN" altLang="en-US" sz="1600" dirty="0">
                <a:solidFill>
                  <a:schemeClr val="tx1">
                    <a:lumMod val="65000"/>
                    <a:lumOff val="35000"/>
                  </a:schemeClr>
                </a:solidFill>
                <a:latin typeface="微软雅黑" panose="020B0503020204020204" charset="-122"/>
                <a:ea typeface="微软雅黑" panose="020B0503020204020204" charset="-122"/>
              </a:rPr>
              <a:t>，掺杂剂为</a:t>
            </a:r>
            <a:r>
              <a:rPr lang="en-US" altLang="zh-CN" sz="1600" dirty="0">
                <a:solidFill>
                  <a:schemeClr val="tx1">
                    <a:lumMod val="65000"/>
                    <a:lumOff val="35000"/>
                  </a:schemeClr>
                </a:solidFill>
                <a:latin typeface="微软雅黑" panose="020B0503020204020204" charset="-122"/>
                <a:ea typeface="微软雅黑" panose="020B0503020204020204" charset="-122"/>
              </a:rPr>
              <a:t>B2H6</a:t>
            </a:r>
            <a:r>
              <a:rPr lang="zh-CN" altLang="en-US" sz="1600" dirty="0">
                <a:solidFill>
                  <a:schemeClr val="tx1">
                    <a:lumMod val="65000"/>
                    <a:lumOff val="35000"/>
                  </a:schemeClr>
                </a:solidFill>
                <a:latin typeface="微软雅黑" panose="020B0503020204020204" charset="-122"/>
                <a:ea typeface="微软雅黑" panose="020B0503020204020204" charset="-122"/>
              </a:rPr>
              <a:t>，上述</a:t>
            </a:r>
            <a:r>
              <a:rPr lang="en-US" altLang="zh-CN" sz="1600" dirty="0">
                <a:solidFill>
                  <a:schemeClr val="tx1">
                    <a:lumMod val="65000"/>
                    <a:lumOff val="35000"/>
                  </a:schemeClr>
                </a:solidFill>
                <a:latin typeface="微软雅黑" panose="020B0503020204020204" charset="-122"/>
                <a:ea typeface="微软雅黑" panose="020B0503020204020204" charset="-122"/>
              </a:rPr>
              <a:t>P</a:t>
            </a:r>
            <a:r>
              <a:rPr lang="zh-CN" altLang="en-US" sz="1600" dirty="0">
                <a:solidFill>
                  <a:schemeClr val="tx1">
                    <a:lumMod val="65000"/>
                    <a:lumOff val="35000"/>
                  </a:schemeClr>
                </a:solidFill>
                <a:latin typeface="微软雅黑" panose="020B0503020204020204" charset="-122"/>
                <a:ea typeface="微软雅黑" panose="020B0503020204020204" charset="-122"/>
              </a:rPr>
              <a:t>型掺杂纳米晶硅薄膜的制备条件为：硅烷浓度为</a:t>
            </a:r>
            <a:r>
              <a:rPr lang="en-US" altLang="zh-CN" sz="1600" dirty="0">
                <a:solidFill>
                  <a:schemeClr val="tx1">
                    <a:lumMod val="65000"/>
                    <a:lumOff val="35000"/>
                  </a:schemeClr>
                </a:solidFill>
                <a:latin typeface="微软雅黑" panose="020B0503020204020204" charset="-122"/>
                <a:ea typeface="微软雅黑" panose="020B0503020204020204" charset="-122"/>
              </a:rPr>
              <a:t>2</a:t>
            </a:r>
            <a:r>
              <a:rPr lang="zh-CN" altLang="en-US" sz="1600" dirty="0">
                <a:solidFill>
                  <a:schemeClr val="tx1">
                    <a:lumMod val="65000"/>
                    <a:lumOff val="35000"/>
                  </a:schemeClr>
                </a:solidFill>
                <a:latin typeface="微软雅黑" panose="020B0503020204020204" charset="-122"/>
                <a:ea typeface="微软雅黑" panose="020B0503020204020204" charset="-122"/>
              </a:rPr>
              <a:t>％，衬底温度为</a:t>
            </a:r>
            <a:r>
              <a:rPr lang="en-US" altLang="zh-CN" sz="1600" dirty="0">
                <a:solidFill>
                  <a:schemeClr val="tx1">
                    <a:lumMod val="65000"/>
                    <a:lumOff val="35000"/>
                  </a:schemeClr>
                </a:solidFill>
                <a:latin typeface="微软雅黑" panose="020B0503020204020204" charset="-122"/>
                <a:ea typeface="微软雅黑" panose="020B0503020204020204" charset="-122"/>
              </a:rPr>
              <a:t>230℃,</a:t>
            </a:r>
            <a:r>
              <a:rPr lang="zh-CN" altLang="en-US" sz="1600" dirty="0">
                <a:solidFill>
                  <a:schemeClr val="tx1">
                    <a:lumMod val="65000"/>
                    <a:lumOff val="35000"/>
                  </a:schemeClr>
                </a:solidFill>
                <a:latin typeface="微软雅黑" panose="020B0503020204020204" charset="-122"/>
                <a:ea typeface="微软雅黑" panose="020B0503020204020204" charset="-122"/>
              </a:rPr>
              <a:t>沉积压强为</a:t>
            </a:r>
            <a:r>
              <a:rPr lang="en-US" altLang="zh-CN" sz="1600" dirty="0">
                <a:solidFill>
                  <a:schemeClr val="tx1">
                    <a:lumMod val="65000"/>
                    <a:lumOff val="35000"/>
                  </a:schemeClr>
                </a:solidFill>
                <a:latin typeface="微软雅黑" panose="020B0503020204020204" charset="-122"/>
                <a:ea typeface="微软雅黑" panose="020B0503020204020204" charset="-122"/>
              </a:rPr>
              <a:t>0.7Torr</a:t>
            </a:r>
            <a:r>
              <a:rPr lang="zh-CN" altLang="en-US" sz="1600" dirty="0">
                <a:solidFill>
                  <a:schemeClr val="tx1">
                    <a:lumMod val="65000"/>
                    <a:lumOff val="35000"/>
                  </a:schemeClr>
                </a:solidFill>
                <a:latin typeface="微软雅黑" panose="020B0503020204020204" charset="-122"/>
                <a:ea typeface="微软雅黑" panose="020B0503020204020204" charset="-122"/>
              </a:rPr>
              <a:t>，功率的变化范围为</a:t>
            </a:r>
            <a:r>
              <a:rPr lang="en-US" altLang="zh-CN" sz="1600" dirty="0">
                <a:solidFill>
                  <a:schemeClr val="tx1">
                    <a:lumMod val="65000"/>
                    <a:lumOff val="35000"/>
                  </a:schemeClr>
                </a:solidFill>
                <a:latin typeface="微软雅黑" panose="020B0503020204020204" charset="-122"/>
                <a:ea typeface="微软雅黑" panose="020B0503020204020204" charset="-122"/>
              </a:rPr>
              <a:t>12</a:t>
            </a:r>
            <a:r>
              <a:rPr lang="zh-CN" altLang="en-US" sz="1600" dirty="0">
                <a:solidFill>
                  <a:schemeClr val="tx1">
                    <a:lumMod val="65000"/>
                    <a:lumOff val="35000"/>
                  </a:schemeClr>
                </a:solidFill>
                <a:latin typeface="微软雅黑" panose="020B0503020204020204" charset="-122"/>
                <a:ea typeface="微软雅黑" panose="020B0503020204020204" charset="-122"/>
              </a:rPr>
              <a:t>～</a:t>
            </a:r>
            <a:r>
              <a:rPr lang="en-US" altLang="zh-CN" sz="1600" dirty="0">
                <a:solidFill>
                  <a:schemeClr val="tx1">
                    <a:lumMod val="65000"/>
                    <a:lumOff val="35000"/>
                  </a:schemeClr>
                </a:solidFill>
                <a:latin typeface="微软雅黑" panose="020B0503020204020204" charset="-122"/>
                <a:ea typeface="微软雅黑" panose="020B0503020204020204" charset="-122"/>
              </a:rPr>
              <a:t>20w</a:t>
            </a:r>
            <a:r>
              <a:rPr lang="zh-CN" altLang="en-US" sz="1600" dirty="0">
                <a:solidFill>
                  <a:schemeClr val="tx1">
                    <a:lumMod val="65000"/>
                    <a:lumOff val="35000"/>
                  </a:schemeClr>
                </a:solidFill>
                <a:latin typeface="微软雅黑" panose="020B0503020204020204" charset="-122"/>
                <a:ea typeface="微软雅黑" panose="020B0503020204020204" charset="-122"/>
              </a:rPr>
              <a:t>，硼掺杂浓度为</a:t>
            </a:r>
            <a:r>
              <a:rPr lang="en-US" altLang="zh-CN" sz="1600" dirty="0">
                <a:solidFill>
                  <a:schemeClr val="tx1">
                    <a:lumMod val="65000"/>
                    <a:lumOff val="35000"/>
                  </a:schemeClr>
                </a:solidFill>
                <a:latin typeface="微软雅黑" panose="020B0503020204020204" charset="-122"/>
                <a:ea typeface="微软雅黑" panose="020B0503020204020204" charset="-122"/>
              </a:rPr>
              <a:t>0.8</a:t>
            </a:r>
            <a:r>
              <a:rPr lang="zh-CN" altLang="en-US" sz="1600" dirty="0">
                <a:solidFill>
                  <a:schemeClr val="tx1">
                    <a:lumMod val="65000"/>
                    <a:lumOff val="35000"/>
                  </a:schemeClr>
                </a:solidFill>
                <a:latin typeface="微软雅黑" panose="020B0503020204020204" charset="-122"/>
                <a:ea typeface="微软雅黑" panose="020B0503020204020204" charset="-122"/>
              </a:rPr>
              <a:t>％。</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p:cNvSpPr/>
          <p:nvPr/>
        </p:nvSpPr>
        <p:spPr>
          <a:xfrm>
            <a:off x="3667108" y="3571876"/>
            <a:ext cx="4214842" cy="178595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内容占位符 2"/>
          <p:cNvSpPr txBox="1"/>
          <p:nvPr/>
        </p:nvSpPr>
        <p:spPr bwMode="auto">
          <a:xfrm>
            <a:off x="1952625" y="2143125"/>
            <a:ext cx="8229600" cy="5218113"/>
          </a:xfrm>
          <a:prstGeom prst="rect">
            <a:avLst/>
          </a:prstGeom>
          <a:noFill/>
          <a:ln w="9525">
            <a:noFill/>
            <a:miter lim="800000"/>
          </a:ln>
        </p:spPr>
        <p:txBody>
          <a:bodyPr/>
          <a:lstStyle/>
          <a:p>
            <a:pPr eaLnBrk="1" hangingPunct="1">
              <a:spcBef>
                <a:spcPct val="20000"/>
              </a:spcBef>
            </a:pPr>
            <a:endParaRPr lang="en-US" altLang="zh-CN" sz="4000" b="1">
              <a:latin typeface="Arial" panose="020B0604020202020204" pitchFamily="34" charset="0"/>
              <a:ea typeface="宋体" panose="02010600030101010101" pitchFamily="2" charset="-122"/>
            </a:endParaRPr>
          </a:p>
          <a:p>
            <a:pPr eaLnBrk="1" hangingPunct="1">
              <a:spcBef>
                <a:spcPct val="20000"/>
              </a:spcBef>
            </a:pPr>
            <a:endParaRPr lang="en-US" altLang="zh-CN" sz="3200" b="1">
              <a:latin typeface="Arial" panose="020B0604020202020204" pitchFamily="34" charset="0"/>
              <a:ea typeface="宋体" panose="02010600030101010101" pitchFamily="2" charset="-122"/>
            </a:endParaRPr>
          </a:p>
          <a:p>
            <a:pPr eaLnBrk="1" hangingPunct="1">
              <a:spcBef>
                <a:spcPct val="20000"/>
              </a:spcBef>
            </a:pPr>
            <a:r>
              <a:rPr lang="zh-CN" altLang="en-US" sz="9600" b="1">
                <a:latin typeface="Arial" panose="020B0604020202020204" pitchFamily="34" charset="0"/>
                <a:ea typeface="宋体" panose="02010600030101010101" pitchFamily="2" charset="-122"/>
              </a:rPr>
              <a:t>        </a:t>
            </a:r>
            <a:endParaRPr lang="zh-CN" altLang="en-US" sz="9600">
              <a:latin typeface="Arial" panose="020B0604020202020204" pitchFamily="34" charset="0"/>
              <a:ea typeface="宋体" panose="02010600030101010101" pitchFamily="2" charset="-122"/>
            </a:endParaRPr>
          </a:p>
        </p:txBody>
      </p:sp>
      <p:sp>
        <p:nvSpPr>
          <p:cNvPr id="74759" name="矩形 8"/>
          <p:cNvSpPr>
            <a:spLocks noChangeArrowheads="1"/>
          </p:cNvSpPr>
          <p:nvPr/>
        </p:nvSpPr>
        <p:spPr bwMode="auto">
          <a:xfrm>
            <a:off x="1082675" y="1428750"/>
            <a:ext cx="10597515" cy="1337945"/>
          </a:xfrm>
          <a:prstGeom prst="rect">
            <a:avLst/>
          </a:prstGeom>
          <a:noFill/>
          <a:ln w="9525">
            <a:noFill/>
            <a:miter lim="800000"/>
          </a:ln>
        </p:spPr>
        <p:txBody>
          <a:bodyPr wrap="square">
            <a:spAutoFit/>
          </a:bodyPr>
          <a:lstStyle/>
          <a:p>
            <a:pPr>
              <a:lnSpc>
                <a:spcPct val="150000"/>
              </a:lnSpc>
            </a:pPr>
            <a:r>
              <a:rPr lang="en-US" altLang="zh-CN" b="1" dirty="0">
                <a:solidFill>
                  <a:schemeClr val="tx1">
                    <a:lumMod val="50000"/>
                    <a:lumOff val="50000"/>
                  </a:schemeClr>
                </a:solidFill>
                <a:latin typeface="微软雅黑" panose="020B0503020204020204" charset="-122"/>
                <a:ea typeface="微软雅黑" panose="020B0503020204020204" charset="-122"/>
              </a:rPr>
              <a:t>5</a:t>
            </a:r>
            <a:r>
              <a:rPr lang="zh-CN" altLang="en-US" b="1" dirty="0">
                <a:solidFill>
                  <a:schemeClr val="tx1">
                    <a:lumMod val="50000"/>
                    <a:lumOff val="50000"/>
                  </a:schemeClr>
                </a:solidFill>
                <a:latin typeface="微软雅黑" panose="020B0503020204020204" charset="-122"/>
                <a:ea typeface="微软雅黑" panose="020B0503020204020204" charset="-122"/>
              </a:rPr>
              <a:t>、本专利的效果</a:t>
            </a:r>
            <a:r>
              <a:rPr lang="zh-CN" altLang="en-US" b="1" dirty="0" smtClean="0">
                <a:solidFill>
                  <a:schemeClr val="tx1">
                    <a:lumMod val="50000"/>
                    <a:lumOff val="50000"/>
                  </a:schemeClr>
                </a:solidFill>
                <a:latin typeface="微软雅黑" panose="020B0503020204020204" charset="-122"/>
                <a:ea typeface="微软雅黑" panose="020B0503020204020204" charset="-122"/>
              </a:rPr>
              <a:t>：</a:t>
            </a:r>
            <a:endParaRPr lang="en-US" altLang="zh-CN" b="1" dirty="0" smtClean="0">
              <a:solidFill>
                <a:schemeClr val="tx1">
                  <a:lumMod val="50000"/>
                  <a:lumOff val="50000"/>
                </a:schemeClr>
              </a:solidFill>
              <a:latin typeface="微软雅黑" panose="020B0503020204020204" charset="-122"/>
              <a:ea typeface="微软雅黑" panose="020B0503020204020204" charset="-122"/>
            </a:endParaRPr>
          </a:p>
          <a:p>
            <a:pPr>
              <a:lnSpc>
                <a:spcPct val="150000"/>
              </a:lnSpc>
            </a:pPr>
            <a:r>
              <a:rPr lang="zh-CN" altLang="en-US" dirty="0" smtClean="0">
                <a:solidFill>
                  <a:schemeClr val="tx1">
                    <a:lumMod val="50000"/>
                    <a:lumOff val="50000"/>
                  </a:schemeClr>
                </a:solidFill>
                <a:latin typeface="微软雅黑" panose="020B0503020204020204" charset="-122"/>
                <a:ea typeface="微软雅黑" panose="020B0503020204020204" charset="-122"/>
              </a:rPr>
              <a:t>有益</a:t>
            </a:r>
            <a:r>
              <a:rPr lang="zh-CN" altLang="en-US" dirty="0">
                <a:solidFill>
                  <a:schemeClr val="tx1">
                    <a:lumMod val="50000"/>
                    <a:lumOff val="50000"/>
                  </a:schemeClr>
                </a:solidFill>
                <a:latin typeface="微软雅黑" panose="020B0503020204020204" charset="-122"/>
                <a:ea typeface="微软雅黑" panose="020B0503020204020204" charset="-122"/>
              </a:rPr>
              <a:t>效果可以由运算效率提高、降低能耗、产率提高、精度提高、工序简化、控制方便，以及有用性能的出现等方面反映出来。</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
        <p:nvSpPr>
          <p:cNvPr id="11" name="椭圆 10"/>
          <p:cNvSpPr/>
          <p:nvPr/>
        </p:nvSpPr>
        <p:spPr>
          <a:xfrm>
            <a:off x="3881422" y="3571888"/>
            <a:ext cx="3714776" cy="1714500"/>
          </a:xfrm>
          <a:prstGeom prst="ellipse">
            <a:avLst/>
          </a:prstGeom>
          <a:solidFill>
            <a:schemeClr val="tx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defRPr/>
            </a:pPr>
            <a:r>
              <a:rPr lang="zh-CN" altLang="en-US" sz="5400" b="1" dirty="0" smtClean="0">
                <a:solidFill>
                  <a:schemeClr val="bg1"/>
                </a:solidFill>
                <a:latin typeface="微软雅黑" panose="020B0503020204020204" charset="-122"/>
                <a:ea typeface="微软雅黑" panose="020B0503020204020204" charset="-122"/>
              </a:rPr>
              <a:t>具体化</a:t>
            </a:r>
            <a:endParaRPr lang="zh-CN" altLang="en-US" sz="5400" b="1" dirty="0" smtClean="0">
              <a:solidFill>
                <a:schemeClr val="bg1"/>
              </a:solidFill>
              <a:latin typeface="微软雅黑" panose="020B0503020204020204" charset="-122"/>
              <a:ea typeface="微软雅黑" panose="020B0503020204020204" charset="-122"/>
            </a:endParaRPr>
          </a:p>
        </p:txBody>
      </p:sp>
      <p:sp>
        <p:nvSpPr>
          <p:cNvPr id="3" name="圆角矩形 2"/>
          <p:cNvSpPr/>
          <p:nvPr>
            <p:custDataLst>
              <p:tags r:id="rId1"/>
            </p:custDataLst>
          </p:nvPr>
        </p:nvSpPr>
        <p:spPr>
          <a:xfrm>
            <a:off x="5131130" y="555921"/>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方法类</a:t>
            </a:r>
            <a:endParaRPr lang="zh-CN" altLang="en-US" b="1" dirty="0">
              <a:latin typeface="微软雅黑" panose="020B0503020204020204" charset="-122"/>
              <a:ea typeface="微软雅黑" panose="020B0503020204020204" charset="-122"/>
            </a:endParaRPr>
          </a:p>
        </p:txBody>
      </p:sp>
      <p:grpSp>
        <p:nvGrpSpPr>
          <p:cNvPr id="4" name="组合 3"/>
          <p:cNvGrpSpPr/>
          <p:nvPr/>
        </p:nvGrpSpPr>
        <p:grpSpPr>
          <a:xfrm>
            <a:off x="197485" y="532765"/>
            <a:ext cx="519430" cy="408940"/>
            <a:chOff x="110" y="450"/>
            <a:chExt cx="818" cy="644"/>
          </a:xfrm>
        </p:grpSpPr>
        <p:sp>
          <p:nvSpPr>
            <p:cNvPr id="5"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4"/>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11" grpId="0" animBg="1" build="allAtOnce"/>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bwMode="auto">
          <a:xfrm>
            <a:off x="1024255" y="1214120"/>
            <a:ext cx="10822305" cy="4857750"/>
          </a:xfrm>
          <a:prstGeom prst="rect">
            <a:avLst/>
          </a:prstGeom>
          <a:noFill/>
          <a:ln w="9525">
            <a:noFill/>
            <a:miter lim="800000"/>
          </a:ln>
        </p:spPr>
        <p:txBody>
          <a:bodyPr/>
          <a:lstStyle/>
          <a:p>
            <a:pPr eaLnBrk="1" hangingPunct="1">
              <a:lnSpc>
                <a:spcPct val="150000"/>
              </a:lnSpc>
              <a:spcBef>
                <a:spcPct val="20000"/>
              </a:spcBef>
            </a:pPr>
            <a:r>
              <a:rPr lang="en-US" altLang="zh-CN" b="1" dirty="0" smtClean="0">
                <a:solidFill>
                  <a:schemeClr val="tx1">
                    <a:lumMod val="50000"/>
                    <a:lumOff val="50000"/>
                  </a:schemeClr>
                </a:solidFill>
                <a:latin typeface="微软雅黑" panose="020B0503020204020204" charset="-122"/>
                <a:ea typeface="微软雅黑" panose="020B0503020204020204" charset="-122"/>
              </a:rPr>
              <a:t>7</a:t>
            </a:r>
            <a:r>
              <a:rPr lang="zh-CN" altLang="en-US" b="1" dirty="0" smtClean="0">
                <a:solidFill>
                  <a:schemeClr val="tx1">
                    <a:lumMod val="50000"/>
                    <a:lumOff val="50000"/>
                  </a:schemeClr>
                </a:solidFill>
                <a:latin typeface="微软雅黑" panose="020B0503020204020204" charset="-122"/>
                <a:ea typeface="微软雅黑" panose="020B0503020204020204" charset="-122"/>
              </a:rPr>
              <a:t>、本</a:t>
            </a:r>
            <a:r>
              <a:rPr lang="zh-CN" altLang="en-US" b="1" dirty="0">
                <a:solidFill>
                  <a:schemeClr val="tx1">
                    <a:lumMod val="50000"/>
                    <a:lumOff val="50000"/>
                  </a:schemeClr>
                </a:solidFill>
                <a:latin typeface="微软雅黑" panose="020B0503020204020204" charset="-122"/>
                <a:ea typeface="微软雅黑" panose="020B0503020204020204" charset="-122"/>
              </a:rPr>
              <a:t>专利的具体实施例</a:t>
            </a:r>
            <a:r>
              <a:rPr lang="zh-CN" altLang="en-US" b="1" dirty="0" smtClean="0">
                <a:solidFill>
                  <a:schemeClr val="tx1">
                    <a:lumMod val="50000"/>
                    <a:lumOff val="50000"/>
                  </a:schemeClr>
                </a:solidFill>
                <a:latin typeface="微软雅黑" panose="020B0503020204020204" charset="-122"/>
                <a:ea typeface="微软雅黑" panose="020B0503020204020204" charset="-122"/>
              </a:rPr>
              <a:t>：</a:t>
            </a: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eaLnBrk="1" hangingPunct="1">
              <a:lnSpc>
                <a:spcPct val="150000"/>
              </a:lnSpc>
              <a:spcBef>
                <a:spcPct val="20000"/>
              </a:spcBef>
            </a:pPr>
            <a:r>
              <a:rPr lang="zh-CN" altLang="en-US" dirty="0" smtClean="0">
                <a:solidFill>
                  <a:schemeClr val="tx1">
                    <a:lumMod val="50000"/>
                    <a:lumOff val="50000"/>
                  </a:schemeClr>
                </a:solidFill>
                <a:latin typeface="微软雅黑" panose="020B0503020204020204" charset="-122"/>
                <a:ea typeface="微软雅黑" panose="020B0503020204020204" charset="-122"/>
              </a:rPr>
              <a:t>说明</a:t>
            </a:r>
            <a:r>
              <a:rPr lang="zh-CN" altLang="en-US" dirty="0">
                <a:solidFill>
                  <a:schemeClr val="tx1">
                    <a:lumMod val="50000"/>
                    <a:lumOff val="50000"/>
                  </a:schemeClr>
                </a:solidFill>
                <a:latin typeface="微软雅黑" panose="020B0503020204020204" charset="-122"/>
                <a:ea typeface="微软雅黑" panose="020B0503020204020204" charset="-122"/>
              </a:rPr>
              <a:t>本专利的具体试验例子，必须有相应的技术参数、数据。数据说明可以采用图表形式，最好提供对比数据，以说明相应的有益效果。</a:t>
            </a:r>
            <a:endParaRPr lang="en-US" altLang="zh-CN" dirty="0">
              <a:solidFill>
                <a:schemeClr val="tx1">
                  <a:lumMod val="50000"/>
                  <a:lumOff val="50000"/>
                </a:schemeClr>
              </a:solidFill>
              <a:latin typeface="微软雅黑" panose="020B0503020204020204" charset="-122"/>
              <a:ea typeface="微软雅黑" panose="020B0503020204020204" charset="-122"/>
            </a:endParaRPr>
          </a:p>
          <a:p>
            <a:pPr eaLnBrk="1" hangingPunct="1">
              <a:lnSpc>
                <a:spcPct val="150000"/>
              </a:lnSpc>
              <a:spcBef>
                <a:spcPct val="20000"/>
              </a:spcBef>
            </a:pPr>
            <a:r>
              <a:rPr lang="zh-CN" altLang="en-US" dirty="0">
                <a:solidFill>
                  <a:schemeClr val="tx1">
                    <a:lumMod val="50000"/>
                    <a:lumOff val="50000"/>
                  </a:schemeClr>
                </a:solidFill>
                <a:latin typeface="微软雅黑" panose="020B0503020204020204" charset="-122"/>
                <a:ea typeface="微软雅黑" panose="020B0503020204020204" charset="-122"/>
              </a:rPr>
              <a:t>        </a:t>
            </a:r>
            <a:endParaRPr lang="zh-CN" altLang="en-US" dirty="0">
              <a:solidFill>
                <a:schemeClr val="tx1">
                  <a:lumMod val="50000"/>
                  <a:lumOff val="50000"/>
                </a:schemeClr>
              </a:solidFill>
              <a:latin typeface="微软雅黑" panose="020B0503020204020204" charset="-122"/>
              <a:ea typeface="微软雅黑" panose="020B0503020204020204" charset="-122"/>
            </a:endParaRPr>
          </a:p>
        </p:txBody>
      </p:sp>
      <p:sp>
        <p:nvSpPr>
          <p:cNvPr id="3" name="圆角矩形 2"/>
          <p:cNvSpPr/>
          <p:nvPr>
            <p:custDataLst>
              <p:tags r:id="rId1"/>
            </p:custDataLst>
          </p:nvPr>
        </p:nvSpPr>
        <p:spPr>
          <a:xfrm>
            <a:off x="5131130" y="555921"/>
            <a:ext cx="2071702" cy="500066"/>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dirty="0" smtClean="0">
                <a:latin typeface="微软雅黑" panose="020B0503020204020204" charset="-122"/>
                <a:ea typeface="微软雅黑" panose="020B0503020204020204" charset="-122"/>
              </a:rPr>
              <a:t>方法类</a:t>
            </a:r>
            <a:endParaRPr lang="zh-CN" altLang="en-US" b="1" dirty="0">
              <a:latin typeface="微软雅黑" panose="020B0503020204020204" charset="-122"/>
              <a:ea typeface="微软雅黑" panose="020B0503020204020204" charset="-122"/>
            </a:endParaRPr>
          </a:p>
        </p:txBody>
      </p:sp>
      <p:grpSp>
        <p:nvGrpSpPr>
          <p:cNvPr id="5" name="组合 4"/>
          <p:cNvGrpSpPr/>
          <p:nvPr/>
        </p:nvGrpSpPr>
        <p:grpSpPr>
          <a:xfrm>
            <a:off x="197485" y="532765"/>
            <a:ext cx="519430" cy="408940"/>
            <a:chOff x="110" y="450"/>
            <a:chExt cx="818" cy="644"/>
          </a:xfrm>
        </p:grpSpPr>
        <p:sp>
          <p:nvSpPr>
            <p:cNvPr id="6"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4"/>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pic>
        <p:nvPicPr>
          <p:cNvPr id="76806" name="Picture 8"/>
          <p:cNvPicPr>
            <a:picLocks noChangeAspect="1" noChangeArrowheads="1"/>
          </p:cNvPicPr>
          <p:nvPr>
            <p:ph idx="1"/>
            <p:custDataLst>
              <p:tags r:id="rId5"/>
            </p:custDataLst>
          </p:nvPr>
        </p:nvPicPr>
        <p:blipFill>
          <a:blip r:embed="rId6"/>
          <a:srcRect l="10549" r="10330"/>
          <a:stretch>
            <a:fillRect/>
          </a:stretch>
        </p:blipFill>
        <p:spPr bwMode="auto">
          <a:xfrm>
            <a:off x="2549525" y="2738755"/>
            <a:ext cx="6068060" cy="3594735"/>
          </a:xfrm>
          <a:prstGeom prst="rect">
            <a:avLst/>
          </a:prstGeom>
          <a:noFill/>
          <a:ln w="9525">
            <a:noFill/>
            <a:miter lim="800000"/>
            <a:headEnd/>
            <a:tailEnd/>
          </a:ln>
          <a:effectLst/>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2"/>
          <p:cNvSpPr txBox="1"/>
          <p:nvPr/>
        </p:nvSpPr>
        <p:spPr bwMode="auto">
          <a:xfrm>
            <a:off x="1952625" y="2143125"/>
            <a:ext cx="8229600" cy="5218113"/>
          </a:xfrm>
          <a:prstGeom prst="rect">
            <a:avLst/>
          </a:prstGeom>
          <a:noFill/>
          <a:ln w="9525">
            <a:noFill/>
            <a:miter lim="800000"/>
          </a:ln>
        </p:spPr>
        <p:txBody>
          <a:bodyPr/>
          <a:lstStyle/>
          <a:p>
            <a:pPr eaLnBrk="1" hangingPunct="1">
              <a:spcBef>
                <a:spcPct val="20000"/>
              </a:spcBef>
            </a:pPr>
            <a:endParaRPr lang="en-US" altLang="zh-CN" sz="4000" b="1">
              <a:latin typeface="Arial" panose="020B0604020202020204" pitchFamily="34" charset="0"/>
              <a:ea typeface="宋体" panose="02010600030101010101" pitchFamily="2" charset="-122"/>
            </a:endParaRPr>
          </a:p>
          <a:p>
            <a:pPr eaLnBrk="1" hangingPunct="1">
              <a:spcBef>
                <a:spcPct val="20000"/>
              </a:spcBef>
            </a:pPr>
            <a:endParaRPr lang="en-US" altLang="zh-CN" sz="3200" b="1">
              <a:latin typeface="Arial" panose="020B0604020202020204" pitchFamily="34" charset="0"/>
              <a:ea typeface="宋体" panose="02010600030101010101" pitchFamily="2" charset="-122"/>
            </a:endParaRPr>
          </a:p>
          <a:p>
            <a:pPr eaLnBrk="1" hangingPunct="1">
              <a:spcBef>
                <a:spcPct val="20000"/>
              </a:spcBef>
            </a:pPr>
            <a:r>
              <a:rPr lang="zh-CN" altLang="en-US" sz="9600" b="1">
                <a:latin typeface="Arial" panose="020B0604020202020204" pitchFamily="34" charset="0"/>
                <a:ea typeface="宋体" panose="02010600030101010101" pitchFamily="2" charset="-122"/>
              </a:rPr>
              <a:t>        </a:t>
            </a:r>
            <a:endParaRPr lang="zh-CN" altLang="en-US" sz="9600">
              <a:latin typeface="Arial" panose="020B0604020202020204" pitchFamily="34" charset="0"/>
              <a:ea typeface="宋体" panose="02010600030101010101" pitchFamily="2" charset="-122"/>
            </a:endParaRPr>
          </a:p>
        </p:txBody>
      </p:sp>
      <p:sp>
        <p:nvSpPr>
          <p:cNvPr id="77831" name="TextBox 8"/>
          <p:cNvSpPr txBox="1">
            <a:spLocks noChangeArrowheads="1"/>
          </p:cNvSpPr>
          <p:nvPr/>
        </p:nvSpPr>
        <p:spPr bwMode="auto">
          <a:xfrm>
            <a:off x="942975" y="1657350"/>
            <a:ext cx="10631805" cy="2245360"/>
          </a:xfrm>
          <a:prstGeom prst="rect">
            <a:avLst/>
          </a:prstGeom>
          <a:noFill/>
          <a:ln w="9525">
            <a:noFill/>
            <a:miter lim="800000"/>
          </a:ln>
        </p:spPr>
        <p:txBody>
          <a:bodyPr wrap="square">
            <a:spAutoFit/>
          </a:bodyPr>
          <a:lstStyle/>
          <a:p>
            <a:pPr>
              <a:lnSpc>
                <a:spcPct val="150000"/>
              </a:lnSpc>
            </a:pPr>
            <a:r>
              <a:rPr lang="zh-CN" altLang="en-US" b="1" dirty="0" smtClean="0">
                <a:solidFill>
                  <a:schemeClr val="tx1">
                    <a:lumMod val="50000"/>
                    <a:lumOff val="50000"/>
                  </a:schemeClr>
                </a:solidFill>
                <a:latin typeface="微软雅黑" panose="020B0503020204020204" charset="-122"/>
                <a:ea typeface="微软雅黑" panose="020B0503020204020204" charset="-122"/>
              </a:rPr>
              <a:t>本</a:t>
            </a:r>
            <a:r>
              <a:rPr lang="zh-CN" altLang="en-US" b="1" dirty="0">
                <a:solidFill>
                  <a:schemeClr val="tx1">
                    <a:lumMod val="50000"/>
                    <a:lumOff val="50000"/>
                  </a:schemeClr>
                </a:solidFill>
                <a:latin typeface="微软雅黑" panose="020B0503020204020204" charset="-122"/>
                <a:ea typeface="微软雅黑" panose="020B0503020204020204" charset="-122"/>
              </a:rPr>
              <a:t>专利的内容</a:t>
            </a:r>
            <a:r>
              <a:rPr lang="zh-CN" altLang="en-US" b="1" dirty="0" smtClean="0">
                <a:solidFill>
                  <a:schemeClr val="tx1">
                    <a:lumMod val="50000"/>
                    <a:lumOff val="50000"/>
                  </a:schemeClr>
                </a:solidFill>
                <a:latin typeface="微软雅黑" panose="020B0503020204020204" charset="-122"/>
                <a:ea typeface="微软雅黑" panose="020B0503020204020204" charset="-122"/>
              </a:rPr>
              <a:t>：</a:t>
            </a:r>
            <a:endParaRPr lang="en-US" altLang="zh-CN" dirty="0" smtClean="0">
              <a:solidFill>
                <a:schemeClr val="tx1">
                  <a:lumMod val="50000"/>
                  <a:lumOff val="50000"/>
                </a:schemeClr>
              </a:solidFill>
              <a:latin typeface="微软雅黑" panose="020B0503020204020204" charset="-122"/>
              <a:ea typeface="微软雅黑" panose="020B0503020204020204" charset="-122"/>
            </a:endParaRPr>
          </a:p>
          <a:p>
            <a:pPr>
              <a:lnSpc>
                <a:spcPct val="150000"/>
              </a:lnSpc>
            </a:pPr>
            <a:r>
              <a:rPr lang="zh-CN" altLang="en-US" dirty="0" smtClean="0">
                <a:solidFill>
                  <a:schemeClr val="tx1">
                    <a:lumMod val="50000"/>
                    <a:lumOff val="50000"/>
                  </a:schemeClr>
                </a:solidFill>
                <a:latin typeface="微软雅黑" panose="020B0503020204020204" charset="-122"/>
                <a:ea typeface="微软雅黑" panose="020B0503020204020204" charset="-122"/>
              </a:rPr>
              <a:t>应</a:t>
            </a:r>
            <a:r>
              <a:rPr lang="zh-CN" altLang="en-US" dirty="0">
                <a:solidFill>
                  <a:schemeClr val="tx1">
                    <a:lumMod val="50000"/>
                    <a:lumOff val="50000"/>
                  </a:schemeClr>
                </a:solidFill>
                <a:latin typeface="微软雅黑" panose="020B0503020204020204" charset="-122"/>
                <a:ea typeface="微软雅黑" panose="020B0503020204020204" charset="-122"/>
              </a:rPr>
              <a:t>说明本专利达到目的或解决问题的技术手段，即应当描述装置或设备的机械构成，尤其说明各组成部分之间的相互关系，例如形状、位置、连接关系、相互作用原理，创新点对于装置或设备的作用。说明技术优化的思路。</a:t>
            </a:r>
            <a:endParaRPr lang="zh-CN" altLang="en-US" dirty="0">
              <a:solidFill>
                <a:schemeClr val="tx1">
                  <a:lumMod val="50000"/>
                  <a:lumOff val="50000"/>
                </a:schemeClr>
              </a:solidFill>
              <a:latin typeface="微软雅黑" panose="020B0503020204020204" charset="-122"/>
              <a:ea typeface="微软雅黑" panose="020B0503020204020204" charset="-122"/>
            </a:endParaRPr>
          </a:p>
          <a:p>
            <a:endParaRPr lang="zh-CN" altLang="en-US" sz="3200" dirty="0">
              <a:solidFill>
                <a:schemeClr val="tx1">
                  <a:lumMod val="50000"/>
                  <a:lumOff val="50000"/>
                </a:schemeClr>
              </a:solidFill>
              <a:latin typeface="微软雅黑" panose="020B0503020204020204" charset="-122"/>
              <a:ea typeface="微软雅黑" panose="020B0503020204020204" charset="-122"/>
            </a:endParaRPr>
          </a:p>
        </p:txBody>
      </p:sp>
      <p:sp>
        <p:nvSpPr>
          <p:cNvPr id="77832" name="矩形 10"/>
          <p:cNvSpPr>
            <a:spLocks noChangeArrowheads="1"/>
          </p:cNvSpPr>
          <p:nvPr/>
        </p:nvSpPr>
        <p:spPr bwMode="auto">
          <a:xfrm>
            <a:off x="895323" y="1154731"/>
            <a:ext cx="1097280" cy="460375"/>
          </a:xfrm>
          <a:prstGeom prst="rect">
            <a:avLst/>
          </a:prstGeom>
          <a:noFill/>
          <a:ln w="9525">
            <a:noFill/>
            <a:miter lim="800000"/>
          </a:ln>
        </p:spPr>
        <p:txBody>
          <a:bodyPr wrap="none">
            <a:spAutoFit/>
          </a:bodyPr>
          <a:lstStyle/>
          <a:p>
            <a:r>
              <a:rPr lang="zh-CN" altLang="en-US" sz="2400" b="1" dirty="0">
                <a:solidFill>
                  <a:schemeClr val="tx1">
                    <a:lumMod val="50000"/>
                    <a:lumOff val="50000"/>
                  </a:schemeClr>
                </a:solidFill>
                <a:latin typeface="微软雅黑" panose="020B0503020204020204" charset="-122"/>
                <a:ea typeface="微软雅黑" panose="020B0503020204020204" charset="-122"/>
              </a:rPr>
              <a:t>第三</a:t>
            </a:r>
            <a:r>
              <a:rPr lang="zh-CN" altLang="en-US" sz="2400" b="1" dirty="0" smtClean="0">
                <a:solidFill>
                  <a:schemeClr val="tx1">
                    <a:lumMod val="50000"/>
                    <a:lumOff val="50000"/>
                  </a:schemeClr>
                </a:solidFill>
                <a:latin typeface="微软雅黑" panose="020B0503020204020204" charset="-122"/>
                <a:ea typeface="微软雅黑" panose="020B0503020204020204" charset="-122"/>
              </a:rPr>
              <a:t>类</a:t>
            </a:r>
            <a:endParaRPr lang="zh-CN" altLang="en-US" sz="2400" b="1" dirty="0">
              <a:solidFill>
                <a:schemeClr val="tx1">
                  <a:lumMod val="50000"/>
                  <a:lumOff val="50000"/>
                </a:schemeClr>
              </a:solidFill>
              <a:latin typeface="微软雅黑" panose="020B0503020204020204" charset="-122"/>
              <a:ea typeface="微软雅黑" panose="020B0503020204020204" charset="-122"/>
            </a:endParaRPr>
          </a:p>
        </p:txBody>
      </p:sp>
      <p:sp>
        <p:nvSpPr>
          <p:cNvPr id="77833" name="Text Box 25"/>
          <p:cNvSpPr txBox="1">
            <a:spLocks noChangeArrowheads="1"/>
          </p:cNvSpPr>
          <p:nvPr/>
        </p:nvSpPr>
        <p:spPr bwMode="auto">
          <a:xfrm>
            <a:off x="895350" y="3573780"/>
            <a:ext cx="10474960" cy="1953895"/>
          </a:xfrm>
          <a:prstGeom prst="roundRect">
            <a:avLst>
              <a:gd name="adj" fmla="val 9208"/>
            </a:avLst>
          </a:prstGeom>
          <a:solidFill>
            <a:schemeClr val="bg1">
              <a:lumMod val="85000"/>
            </a:schemeClr>
          </a:solidFill>
          <a:ln w="9525">
            <a:noFill/>
            <a:miter lim="800000"/>
          </a:ln>
          <a:effectLst/>
        </p:spPr>
        <p:txBody>
          <a:bodyPr wrap="square" anchor="ctr" anchorCtr="0">
            <a:noAutofit/>
          </a:bodyPr>
          <a:lstStyle/>
          <a:p>
            <a:pPr>
              <a:lnSpc>
                <a:spcPts val="2400"/>
              </a:lnSpc>
              <a:spcBef>
                <a:spcPct val="50000"/>
              </a:spcBef>
            </a:pPr>
            <a:r>
              <a:rPr lang="zh-CN" altLang="en-US" sz="1600" dirty="0" smtClean="0">
                <a:solidFill>
                  <a:schemeClr val="tx1">
                    <a:lumMod val="65000"/>
                    <a:lumOff val="35000"/>
                  </a:schemeClr>
                </a:solidFill>
                <a:latin typeface="微软雅黑" panose="020B0503020204020204" charset="-122"/>
                <a:ea typeface="微软雅黑" panose="020B0503020204020204" charset="-122"/>
              </a:rPr>
              <a:t>例</a:t>
            </a:r>
            <a:r>
              <a:rPr lang="zh-CN" altLang="en-US" sz="1600" dirty="0">
                <a:solidFill>
                  <a:schemeClr val="tx1">
                    <a:lumMod val="65000"/>
                    <a:lumOff val="35000"/>
                  </a:schemeClr>
                </a:solidFill>
                <a:latin typeface="微软雅黑" panose="020B0503020204020204" charset="-122"/>
                <a:ea typeface="微软雅黑" panose="020B0503020204020204" charset="-122"/>
              </a:rPr>
              <a:t>：一种</a:t>
            </a:r>
            <a:r>
              <a:rPr lang="en-US" altLang="zh-CN" sz="1600" dirty="0">
                <a:solidFill>
                  <a:schemeClr val="tx1">
                    <a:lumMod val="65000"/>
                    <a:lumOff val="35000"/>
                  </a:schemeClr>
                </a:solidFill>
                <a:latin typeface="微软雅黑" panose="020B0503020204020204" charset="-122"/>
                <a:ea typeface="微软雅黑" panose="020B0503020204020204" charset="-122"/>
              </a:rPr>
              <a:t>LED</a:t>
            </a:r>
            <a:r>
              <a:rPr lang="zh-CN" altLang="en-US" sz="1600" dirty="0">
                <a:solidFill>
                  <a:schemeClr val="tx1">
                    <a:lumMod val="65000"/>
                    <a:lumOff val="35000"/>
                  </a:schemeClr>
                </a:solidFill>
                <a:latin typeface="微软雅黑" panose="020B0503020204020204" charset="-122"/>
                <a:ea typeface="微软雅黑" panose="020B0503020204020204" charset="-122"/>
              </a:rPr>
              <a:t>封装装置的输线机构，包括主体架（</a:t>
            </a:r>
            <a:r>
              <a:rPr lang="en-US" altLang="zh-CN" sz="1600" dirty="0">
                <a:solidFill>
                  <a:schemeClr val="tx1">
                    <a:lumMod val="65000"/>
                    <a:lumOff val="35000"/>
                  </a:schemeClr>
                </a:solidFill>
                <a:latin typeface="微软雅黑" panose="020B0503020204020204" charset="-122"/>
                <a:ea typeface="微软雅黑" panose="020B0503020204020204" charset="-122"/>
              </a:rPr>
              <a:t>1</a:t>
            </a:r>
            <a:r>
              <a:rPr lang="zh-CN" altLang="en-US" sz="1600" dirty="0">
                <a:solidFill>
                  <a:schemeClr val="tx1">
                    <a:lumMod val="65000"/>
                    <a:lumOff val="35000"/>
                  </a:schemeClr>
                </a:solidFill>
                <a:latin typeface="微软雅黑" panose="020B0503020204020204" charset="-122"/>
                <a:ea typeface="微软雅黑" panose="020B0503020204020204" charset="-122"/>
              </a:rPr>
              <a:t>），主体架（</a:t>
            </a:r>
            <a:r>
              <a:rPr lang="en-US" altLang="zh-CN" sz="1600" dirty="0">
                <a:solidFill>
                  <a:schemeClr val="tx1">
                    <a:lumMod val="65000"/>
                    <a:lumOff val="35000"/>
                  </a:schemeClr>
                </a:solidFill>
                <a:latin typeface="微软雅黑" panose="020B0503020204020204" charset="-122"/>
                <a:ea typeface="微软雅黑" panose="020B0503020204020204" charset="-122"/>
              </a:rPr>
              <a:t>1</a:t>
            </a:r>
            <a:r>
              <a:rPr lang="zh-CN" altLang="en-US" sz="1600" dirty="0">
                <a:solidFill>
                  <a:schemeClr val="tx1">
                    <a:lumMod val="65000"/>
                    <a:lumOff val="35000"/>
                  </a:schemeClr>
                </a:solidFill>
                <a:latin typeface="微软雅黑" panose="020B0503020204020204" charset="-122"/>
                <a:ea typeface="微软雅黑" panose="020B0503020204020204" charset="-122"/>
              </a:rPr>
              <a:t>）上安装有用于带动金线圈转动的转轮（</a:t>
            </a:r>
            <a:r>
              <a:rPr lang="en-US" altLang="zh-CN" sz="1600" dirty="0">
                <a:solidFill>
                  <a:schemeClr val="tx1">
                    <a:lumMod val="65000"/>
                    <a:lumOff val="35000"/>
                  </a:schemeClr>
                </a:solidFill>
                <a:latin typeface="微软雅黑" panose="020B0503020204020204" charset="-122"/>
                <a:ea typeface="微软雅黑" panose="020B0503020204020204" charset="-122"/>
              </a:rPr>
              <a:t>2</a:t>
            </a:r>
            <a:r>
              <a:rPr lang="zh-CN" altLang="en-US" sz="1600" dirty="0">
                <a:solidFill>
                  <a:schemeClr val="tx1">
                    <a:lumMod val="65000"/>
                    <a:lumOff val="35000"/>
                  </a:schemeClr>
                </a:solidFill>
                <a:latin typeface="微软雅黑" panose="020B0503020204020204" charset="-122"/>
                <a:ea typeface="微软雅黑" panose="020B0503020204020204" charset="-122"/>
              </a:rPr>
              <a:t>），其特征在于所述转轮（</a:t>
            </a:r>
            <a:r>
              <a:rPr lang="en-US" altLang="zh-CN" sz="1600" dirty="0">
                <a:solidFill>
                  <a:schemeClr val="tx1">
                    <a:lumMod val="65000"/>
                    <a:lumOff val="35000"/>
                  </a:schemeClr>
                </a:solidFill>
                <a:latin typeface="微软雅黑" panose="020B0503020204020204" charset="-122"/>
                <a:ea typeface="微软雅黑" panose="020B0503020204020204" charset="-122"/>
              </a:rPr>
              <a:t>2</a:t>
            </a:r>
            <a:r>
              <a:rPr lang="zh-CN" altLang="en-US" sz="1600" dirty="0">
                <a:solidFill>
                  <a:schemeClr val="tx1">
                    <a:lumMod val="65000"/>
                    <a:lumOff val="35000"/>
                  </a:schemeClr>
                </a:solidFill>
                <a:latin typeface="微软雅黑" panose="020B0503020204020204" charset="-122"/>
                <a:ea typeface="微软雅黑" panose="020B0503020204020204" charset="-122"/>
              </a:rPr>
              <a:t>）的输出方向设置有使金线悬浮的喷气机构（</a:t>
            </a:r>
            <a:r>
              <a:rPr lang="en-US" altLang="zh-CN" sz="1600" dirty="0">
                <a:solidFill>
                  <a:schemeClr val="tx1">
                    <a:lumMod val="65000"/>
                    <a:lumOff val="35000"/>
                  </a:schemeClr>
                </a:solidFill>
                <a:latin typeface="微软雅黑" panose="020B0503020204020204" charset="-122"/>
                <a:ea typeface="微软雅黑" panose="020B0503020204020204" charset="-122"/>
              </a:rPr>
              <a:t>3</a:t>
            </a:r>
            <a:r>
              <a:rPr lang="zh-CN" altLang="en-US" sz="1600" dirty="0">
                <a:solidFill>
                  <a:schemeClr val="tx1">
                    <a:lumMod val="65000"/>
                    <a:lumOff val="35000"/>
                  </a:schemeClr>
                </a:solidFill>
                <a:latin typeface="微软雅黑" panose="020B0503020204020204" charset="-122"/>
                <a:ea typeface="微软雅黑" panose="020B0503020204020204" charset="-122"/>
              </a:rPr>
              <a:t>），该喷气机构（</a:t>
            </a:r>
            <a:r>
              <a:rPr lang="en-US" altLang="zh-CN" sz="1600" dirty="0">
                <a:solidFill>
                  <a:schemeClr val="tx1">
                    <a:lumMod val="65000"/>
                    <a:lumOff val="35000"/>
                  </a:schemeClr>
                </a:solidFill>
                <a:latin typeface="微软雅黑" panose="020B0503020204020204" charset="-122"/>
                <a:ea typeface="微软雅黑" panose="020B0503020204020204" charset="-122"/>
              </a:rPr>
              <a:t>3</a:t>
            </a:r>
            <a:r>
              <a:rPr lang="zh-CN" altLang="en-US" sz="1600" dirty="0">
                <a:solidFill>
                  <a:schemeClr val="tx1">
                    <a:lumMod val="65000"/>
                    <a:lumOff val="35000"/>
                  </a:schemeClr>
                </a:solidFill>
                <a:latin typeface="微软雅黑" panose="020B0503020204020204" charset="-122"/>
                <a:ea typeface="微软雅黑" panose="020B0503020204020204" charset="-122"/>
              </a:rPr>
              <a:t>）包括第一、第二导气板（</a:t>
            </a:r>
            <a:r>
              <a:rPr lang="en-US" altLang="zh-CN" sz="1600" dirty="0">
                <a:solidFill>
                  <a:schemeClr val="tx1">
                    <a:lumMod val="65000"/>
                    <a:lumOff val="35000"/>
                  </a:schemeClr>
                </a:solidFill>
                <a:latin typeface="微软雅黑" panose="020B0503020204020204" charset="-122"/>
                <a:ea typeface="微软雅黑" panose="020B0503020204020204" charset="-122"/>
              </a:rPr>
              <a:t>4</a:t>
            </a:r>
            <a:r>
              <a:rPr lang="zh-CN" altLang="en-US" sz="1600" dirty="0">
                <a:solidFill>
                  <a:schemeClr val="tx1">
                    <a:lumMod val="65000"/>
                    <a:lumOff val="35000"/>
                  </a:schemeClr>
                </a:solidFill>
                <a:latin typeface="微软雅黑" panose="020B0503020204020204" charset="-122"/>
                <a:ea typeface="微软雅黑" panose="020B0503020204020204" charset="-122"/>
              </a:rPr>
              <a:t>、</a:t>
            </a:r>
            <a:r>
              <a:rPr lang="en-US" altLang="zh-CN" sz="1600" dirty="0">
                <a:solidFill>
                  <a:schemeClr val="tx1">
                    <a:lumMod val="65000"/>
                    <a:lumOff val="35000"/>
                  </a:schemeClr>
                </a:solidFill>
                <a:latin typeface="微软雅黑" panose="020B0503020204020204" charset="-122"/>
                <a:ea typeface="微软雅黑" panose="020B0503020204020204" charset="-122"/>
              </a:rPr>
              <a:t>5</a:t>
            </a:r>
            <a:r>
              <a:rPr lang="zh-CN" altLang="en-US" sz="1600" dirty="0">
                <a:solidFill>
                  <a:schemeClr val="tx1">
                    <a:lumMod val="65000"/>
                    <a:lumOff val="35000"/>
                  </a:schemeClr>
                </a:solidFill>
                <a:latin typeface="微软雅黑" panose="020B0503020204020204" charset="-122"/>
                <a:ea typeface="微软雅黑" panose="020B0503020204020204" charset="-122"/>
              </a:rPr>
              <a:t>），第一、第二导气板（</a:t>
            </a:r>
            <a:r>
              <a:rPr lang="en-US" altLang="zh-CN" sz="1600" dirty="0">
                <a:solidFill>
                  <a:schemeClr val="tx1">
                    <a:lumMod val="65000"/>
                    <a:lumOff val="35000"/>
                  </a:schemeClr>
                </a:solidFill>
                <a:latin typeface="微软雅黑" panose="020B0503020204020204" charset="-122"/>
                <a:ea typeface="微软雅黑" panose="020B0503020204020204" charset="-122"/>
              </a:rPr>
              <a:t>4</a:t>
            </a:r>
            <a:r>
              <a:rPr lang="zh-CN" altLang="en-US" sz="1600" dirty="0">
                <a:solidFill>
                  <a:schemeClr val="tx1">
                    <a:lumMod val="65000"/>
                    <a:lumOff val="35000"/>
                  </a:schemeClr>
                </a:solidFill>
                <a:latin typeface="微软雅黑" panose="020B0503020204020204" charset="-122"/>
                <a:ea typeface="微软雅黑" panose="020B0503020204020204" charset="-122"/>
              </a:rPr>
              <a:t>、</a:t>
            </a:r>
            <a:r>
              <a:rPr lang="en-US" altLang="zh-CN" sz="1600" dirty="0">
                <a:solidFill>
                  <a:schemeClr val="tx1">
                    <a:lumMod val="65000"/>
                    <a:lumOff val="35000"/>
                  </a:schemeClr>
                </a:solidFill>
                <a:latin typeface="微软雅黑" panose="020B0503020204020204" charset="-122"/>
                <a:ea typeface="微软雅黑" panose="020B0503020204020204" charset="-122"/>
              </a:rPr>
              <a:t>5</a:t>
            </a:r>
            <a:r>
              <a:rPr lang="zh-CN" altLang="en-US" sz="1600" dirty="0">
                <a:solidFill>
                  <a:schemeClr val="tx1">
                    <a:lumMod val="65000"/>
                    <a:lumOff val="35000"/>
                  </a:schemeClr>
                </a:solidFill>
                <a:latin typeface="微软雅黑" panose="020B0503020204020204" charset="-122"/>
                <a:ea typeface="微软雅黑" panose="020B0503020204020204" charset="-122"/>
              </a:rPr>
              <a:t>）之间具有供金线悬浮的间隙（</a:t>
            </a:r>
            <a:r>
              <a:rPr lang="en-US" altLang="zh-CN" sz="1600" dirty="0">
                <a:solidFill>
                  <a:schemeClr val="tx1">
                    <a:lumMod val="65000"/>
                    <a:lumOff val="35000"/>
                  </a:schemeClr>
                </a:solidFill>
                <a:latin typeface="微软雅黑" panose="020B0503020204020204" charset="-122"/>
                <a:ea typeface="微软雅黑" panose="020B0503020204020204" charset="-122"/>
              </a:rPr>
              <a:t>6</a:t>
            </a:r>
            <a:r>
              <a:rPr lang="zh-CN" altLang="en-US" sz="1600" dirty="0">
                <a:solidFill>
                  <a:schemeClr val="tx1">
                    <a:lumMod val="65000"/>
                    <a:lumOff val="35000"/>
                  </a:schemeClr>
                </a:solidFill>
                <a:latin typeface="微软雅黑" panose="020B0503020204020204" charset="-122"/>
                <a:ea typeface="微软雅黑" panose="020B0503020204020204" charset="-122"/>
              </a:rPr>
              <a:t>），第一导气板（</a:t>
            </a:r>
            <a:r>
              <a:rPr lang="en-US" altLang="zh-CN" sz="1600" dirty="0">
                <a:solidFill>
                  <a:schemeClr val="tx1">
                    <a:lumMod val="65000"/>
                    <a:lumOff val="35000"/>
                  </a:schemeClr>
                </a:solidFill>
                <a:latin typeface="微软雅黑" panose="020B0503020204020204" charset="-122"/>
                <a:ea typeface="微软雅黑" panose="020B0503020204020204" charset="-122"/>
              </a:rPr>
              <a:t>4</a:t>
            </a:r>
            <a:r>
              <a:rPr lang="zh-CN" altLang="en-US" sz="1600" dirty="0">
                <a:solidFill>
                  <a:schemeClr val="tx1">
                    <a:lumMod val="65000"/>
                    <a:lumOff val="35000"/>
                  </a:schemeClr>
                </a:solidFill>
                <a:latin typeface="微软雅黑" panose="020B0503020204020204" charset="-122"/>
                <a:ea typeface="微软雅黑" panose="020B0503020204020204" charset="-122"/>
              </a:rPr>
              <a:t>）一端通过螺钉（</a:t>
            </a:r>
            <a:r>
              <a:rPr lang="en-US" altLang="zh-CN" sz="1600" dirty="0">
                <a:solidFill>
                  <a:schemeClr val="tx1">
                    <a:lumMod val="65000"/>
                    <a:lumOff val="35000"/>
                  </a:schemeClr>
                </a:solidFill>
                <a:latin typeface="微软雅黑" panose="020B0503020204020204" charset="-122"/>
                <a:ea typeface="微软雅黑" panose="020B0503020204020204" charset="-122"/>
              </a:rPr>
              <a:t>7</a:t>
            </a:r>
            <a:r>
              <a:rPr lang="zh-CN" altLang="en-US" sz="1600" dirty="0">
                <a:solidFill>
                  <a:schemeClr val="tx1">
                    <a:lumMod val="65000"/>
                    <a:lumOff val="35000"/>
                  </a:schemeClr>
                </a:solidFill>
                <a:latin typeface="微软雅黑" panose="020B0503020204020204" charset="-122"/>
                <a:ea typeface="微软雅黑" panose="020B0503020204020204" charset="-122"/>
              </a:rPr>
              <a:t>）与第二导气板（</a:t>
            </a:r>
            <a:r>
              <a:rPr lang="en-US" altLang="zh-CN" sz="1600" dirty="0">
                <a:solidFill>
                  <a:schemeClr val="tx1">
                    <a:lumMod val="65000"/>
                    <a:lumOff val="35000"/>
                  </a:schemeClr>
                </a:solidFill>
                <a:latin typeface="微软雅黑" panose="020B0503020204020204" charset="-122"/>
                <a:ea typeface="微软雅黑" panose="020B0503020204020204" charset="-122"/>
              </a:rPr>
              <a:t>5</a:t>
            </a:r>
            <a:r>
              <a:rPr lang="zh-CN" altLang="en-US" sz="1600" dirty="0">
                <a:solidFill>
                  <a:schemeClr val="tx1">
                    <a:lumMod val="65000"/>
                    <a:lumOff val="35000"/>
                  </a:schemeClr>
                </a:solidFill>
                <a:latin typeface="微软雅黑" panose="020B0503020204020204" charset="-122"/>
                <a:ea typeface="微软雅黑" panose="020B0503020204020204" charset="-122"/>
              </a:rPr>
              <a:t>）连接固定，另一端设置有喷气块（</a:t>
            </a:r>
            <a:r>
              <a:rPr lang="en-US" altLang="zh-CN" sz="1600" dirty="0">
                <a:solidFill>
                  <a:schemeClr val="tx1">
                    <a:lumMod val="65000"/>
                    <a:lumOff val="35000"/>
                  </a:schemeClr>
                </a:solidFill>
                <a:latin typeface="微软雅黑" panose="020B0503020204020204" charset="-122"/>
                <a:ea typeface="微软雅黑" panose="020B0503020204020204" charset="-122"/>
              </a:rPr>
              <a:t>8</a:t>
            </a:r>
            <a:r>
              <a:rPr lang="zh-CN" altLang="en-US" sz="1600" dirty="0">
                <a:solidFill>
                  <a:schemeClr val="tx1">
                    <a:lumMod val="65000"/>
                    <a:lumOff val="35000"/>
                  </a:schemeClr>
                </a:solidFill>
                <a:latin typeface="微软雅黑" panose="020B0503020204020204" charset="-122"/>
                <a:ea typeface="微软雅黑" panose="020B0503020204020204" charset="-122"/>
              </a:rPr>
              <a:t>），该喷气块（</a:t>
            </a:r>
            <a:r>
              <a:rPr lang="en-US" altLang="zh-CN" sz="1600" dirty="0">
                <a:solidFill>
                  <a:schemeClr val="tx1">
                    <a:lumMod val="65000"/>
                    <a:lumOff val="35000"/>
                  </a:schemeClr>
                </a:solidFill>
                <a:latin typeface="微软雅黑" panose="020B0503020204020204" charset="-122"/>
                <a:ea typeface="微软雅黑" panose="020B0503020204020204" charset="-122"/>
              </a:rPr>
              <a:t>8</a:t>
            </a:r>
            <a:r>
              <a:rPr lang="zh-CN" altLang="en-US" sz="1600" dirty="0">
                <a:solidFill>
                  <a:schemeClr val="tx1">
                    <a:lumMod val="65000"/>
                    <a:lumOff val="35000"/>
                  </a:schemeClr>
                </a:solidFill>
                <a:latin typeface="微软雅黑" panose="020B0503020204020204" charset="-122"/>
                <a:ea typeface="微软雅黑" panose="020B0503020204020204" charset="-122"/>
              </a:rPr>
              <a:t>）连接有穿过第一导气板（</a:t>
            </a:r>
            <a:r>
              <a:rPr lang="en-US" altLang="zh-CN" sz="1600" dirty="0">
                <a:solidFill>
                  <a:schemeClr val="tx1">
                    <a:lumMod val="65000"/>
                    <a:lumOff val="35000"/>
                  </a:schemeClr>
                </a:solidFill>
                <a:latin typeface="微软雅黑" panose="020B0503020204020204" charset="-122"/>
                <a:ea typeface="微软雅黑" panose="020B0503020204020204" charset="-122"/>
              </a:rPr>
              <a:t>4</a:t>
            </a:r>
            <a:r>
              <a:rPr lang="zh-CN" altLang="en-US" sz="1600" dirty="0">
                <a:solidFill>
                  <a:schemeClr val="tx1">
                    <a:lumMod val="65000"/>
                    <a:lumOff val="35000"/>
                  </a:schemeClr>
                </a:solidFill>
                <a:latin typeface="微软雅黑" panose="020B0503020204020204" charset="-122"/>
                <a:ea typeface="微软雅黑" panose="020B0503020204020204" charset="-122"/>
              </a:rPr>
              <a:t>）的输气嘴（</a:t>
            </a:r>
            <a:r>
              <a:rPr lang="en-US" altLang="zh-CN" sz="1600" dirty="0">
                <a:solidFill>
                  <a:schemeClr val="tx1">
                    <a:lumMod val="65000"/>
                    <a:lumOff val="35000"/>
                  </a:schemeClr>
                </a:solidFill>
                <a:latin typeface="微软雅黑" panose="020B0503020204020204" charset="-122"/>
                <a:ea typeface="微软雅黑" panose="020B0503020204020204" charset="-122"/>
              </a:rPr>
              <a:t>9</a:t>
            </a:r>
            <a:r>
              <a:rPr lang="zh-CN" altLang="en-US" sz="1600" dirty="0">
                <a:solidFill>
                  <a:schemeClr val="tx1">
                    <a:lumMod val="65000"/>
                    <a:lumOff val="35000"/>
                  </a:schemeClr>
                </a:solidFill>
                <a:latin typeface="微软雅黑" panose="020B0503020204020204" charset="-122"/>
                <a:ea typeface="微软雅黑" panose="020B0503020204020204" charset="-122"/>
              </a:rPr>
              <a:t>），所述喷气块（</a:t>
            </a:r>
            <a:r>
              <a:rPr lang="en-US" altLang="zh-CN" sz="1600" dirty="0">
                <a:solidFill>
                  <a:schemeClr val="tx1">
                    <a:lumMod val="65000"/>
                    <a:lumOff val="35000"/>
                  </a:schemeClr>
                </a:solidFill>
                <a:latin typeface="微软雅黑" panose="020B0503020204020204" charset="-122"/>
                <a:ea typeface="微软雅黑" panose="020B0503020204020204" charset="-122"/>
              </a:rPr>
              <a:t>8</a:t>
            </a:r>
            <a:r>
              <a:rPr lang="zh-CN" altLang="en-US" sz="1600" dirty="0">
                <a:solidFill>
                  <a:schemeClr val="tx1">
                    <a:lumMod val="65000"/>
                    <a:lumOff val="35000"/>
                  </a:schemeClr>
                </a:solidFill>
                <a:latin typeface="微软雅黑" panose="020B0503020204020204" charset="-122"/>
                <a:ea typeface="微软雅黑" panose="020B0503020204020204" charset="-122"/>
              </a:rPr>
              <a:t>）与第二导气板（</a:t>
            </a:r>
            <a:r>
              <a:rPr lang="en-US" altLang="zh-CN" sz="1600" dirty="0">
                <a:solidFill>
                  <a:schemeClr val="tx1">
                    <a:lumMod val="65000"/>
                    <a:lumOff val="35000"/>
                  </a:schemeClr>
                </a:solidFill>
                <a:latin typeface="微软雅黑" panose="020B0503020204020204" charset="-122"/>
                <a:ea typeface="微软雅黑" panose="020B0503020204020204" charset="-122"/>
              </a:rPr>
              <a:t>5</a:t>
            </a:r>
            <a:r>
              <a:rPr lang="zh-CN" altLang="en-US" sz="1600" dirty="0">
                <a:solidFill>
                  <a:schemeClr val="tx1">
                    <a:lumMod val="65000"/>
                    <a:lumOff val="35000"/>
                  </a:schemeClr>
                </a:solidFill>
                <a:latin typeface="微软雅黑" panose="020B0503020204020204" charset="-122"/>
                <a:ea typeface="微软雅黑" panose="020B0503020204020204" charset="-122"/>
              </a:rPr>
              <a:t>）之间为供金线进入所述间隙（</a:t>
            </a:r>
            <a:r>
              <a:rPr lang="en-US" altLang="zh-CN" sz="1600" dirty="0">
                <a:solidFill>
                  <a:schemeClr val="tx1">
                    <a:lumMod val="65000"/>
                    <a:lumOff val="35000"/>
                  </a:schemeClr>
                </a:solidFill>
                <a:latin typeface="微软雅黑" panose="020B0503020204020204" charset="-122"/>
                <a:ea typeface="微软雅黑" panose="020B0503020204020204" charset="-122"/>
              </a:rPr>
              <a:t>6</a:t>
            </a:r>
            <a:r>
              <a:rPr lang="zh-CN" altLang="en-US" sz="1600" dirty="0">
                <a:solidFill>
                  <a:schemeClr val="tx1">
                    <a:lumMod val="65000"/>
                    <a:lumOff val="35000"/>
                  </a:schemeClr>
                </a:solidFill>
                <a:latin typeface="微软雅黑" panose="020B0503020204020204" charset="-122"/>
                <a:ea typeface="微软雅黑" panose="020B0503020204020204" charset="-122"/>
              </a:rPr>
              <a:t>）的开口（</a:t>
            </a:r>
            <a:r>
              <a:rPr lang="en-US" altLang="zh-CN" sz="1600" dirty="0">
                <a:solidFill>
                  <a:schemeClr val="tx1">
                    <a:lumMod val="65000"/>
                    <a:lumOff val="35000"/>
                  </a:schemeClr>
                </a:solidFill>
                <a:latin typeface="微软雅黑" panose="020B0503020204020204" charset="-122"/>
                <a:ea typeface="微软雅黑" panose="020B0503020204020204" charset="-122"/>
              </a:rPr>
              <a:t>10</a:t>
            </a:r>
            <a:r>
              <a:rPr lang="zh-CN" altLang="en-US" sz="1600" dirty="0">
                <a:solidFill>
                  <a:schemeClr val="tx1">
                    <a:lumMod val="65000"/>
                    <a:lumOff val="35000"/>
                  </a:schemeClr>
                </a:solidFill>
                <a:latin typeface="微软雅黑" panose="020B0503020204020204" charset="-122"/>
                <a:ea typeface="微软雅黑" panose="020B0503020204020204" charset="-122"/>
              </a:rPr>
              <a:t>）。 </a:t>
            </a:r>
            <a:endParaRPr lang="zh-CN" altLang="en-US" sz="1600" dirty="0">
              <a:solidFill>
                <a:schemeClr val="tx1">
                  <a:lumMod val="65000"/>
                  <a:lumOff val="35000"/>
                </a:schemeClr>
              </a:solidFill>
              <a:latin typeface="微软雅黑" panose="020B0503020204020204" charset="-122"/>
              <a:ea typeface="微软雅黑" panose="020B0503020204020204" charset="-122"/>
            </a:endParaRPr>
          </a:p>
        </p:txBody>
      </p:sp>
      <p:sp>
        <p:nvSpPr>
          <p:cNvPr id="9" name="圆角矩形 8"/>
          <p:cNvSpPr/>
          <p:nvPr/>
        </p:nvSpPr>
        <p:spPr>
          <a:xfrm>
            <a:off x="5024450" y="555921"/>
            <a:ext cx="2071702" cy="500066"/>
          </a:xfrm>
          <a:prstGeom prst="roundRect">
            <a:avLst>
              <a:gd name="adj" fmla="val 50000"/>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latin typeface="微软雅黑" panose="020B0503020204020204" charset="-122"/>
                <a:ea typeface="微软雅黑" panose="020B0503020204020204" charset="-122"/>
              </a:rPr>
              <a:t>装置</a:t>
            </a:r>
            <a:r>
              <a:rPr lang="en-US" altLang="zh-CN" b="1" dirty="0" smtClean="0">
                <a:latin typeface="微软雅黑" panose="020B0503020204020204" charset="-122"/>
                <a:ea typeface="微软雅黑" panose="020B0503020204020204" charset="-122"/>
              </a:rPr>
              <a:t>/</a:t>
            </a:r>
            <a:r>
              <a:rPr lang="zh-CN" altLang="en-US" b="1" dirty="0" smtClean="0">
                <a:latin typeface="微软雅黑" panose="020B0503020204020204" charset="-122"/>
                <a:ea typeface="微软雅黑" panose="020B0503020204020204" charset="-122"/>
              </a:rPr>
              <a:t>设备类</a:t>
            </a:r>
            <a:endParaRPr lang="zh-CN" altLang="en-US" b="1" dirty="0">
              <a:latin typeface="微软雅黑" panose="020B0503020204020204" charset="-122"/>
              <a:ea typeface="微软雅黑" panose="020B0503020204020204" charset="-122"/>
            </a:endParaRPr>
          </a:p>
        </p:txBody>
      </p:sp>
      <p:grpSp>
        <p:nvGrpSpPr>
          <p:cNvPr id="5" name="组合 4"/>
          <p:cNvGrpSpPr/>
          <p:nvPr/>
        </p:nvGrpSpPr>
        <p:grpSpPr>
          <a:xfrm>
            <a:off x="197485" y="532765"/>
            <a:ext cx="519430" cy="408940"/>
            <a:chOff x="110" y="450"/>
            <a:chExt cx="818" cy="644"/>
          </a:xfrm>
        </p:grpSpPr>
        <p:sp>
          <p:nvSpPr>
            <p:cNvPr id="6"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3"/>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如何撰写技术交底书</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1023620" y="1303655"/>
            <a:ext cx="10458450" cy="4714875"/>
          </a:xfrm>
        </p:spPr>
        <p:txBody>
          <a:bodyPr/>
          <a:lstStyle/>
          <a:p>
            <a:pPr eaLnBrk="1" hangingPunct="1">
              <a:lnSpc>
                <a:spcPct val="150000"/>
              </a:lnSpc>
              <a:spcBef>
                <a:spcPts val="25"/>
              </a:spcBef>
              <a:spcAft>
                <a:spcPts val="1200"/>
              </a:spcAft>
              <a:buFontTx/>
              <a:buNone/>
              <a:defRPr/>
            </a:pPr>
            <a:r>
              <a:rPr lang="zh-CN" altLang="en-US" sz="2400" b="1" dirty="0" smtClean="0">
                <a:solidFill>
                  <a:srgbClr val="C00000"/>
                </a:solidFill>
                <a:latin typeface="微软雅黑" panose="020B0503020204020204" charset="-122"/>
                <a:ea typeface="微软雅黑" panose="020B0503020204020204" charset="-122"/>
              </a:rPr>
              <a:t>发明和实用新型</a:t>
            </a:r>
            <a:r>
              <a:rPr lang="en-US" altLang="zh-CN" sz="2400" b="1" dirty="0" smtClean="0">
                <a:solidFill>
                  <a:srgbClr val="C00000"/>
                </a:solidFill>
                <a:latin typeface="微软雅黑" panose="020B0503020204020204" charset="-122"/>
                <a:ea typeface="微软雅黑" panose="020B0503020204020204" charset="-122"/>
              </a:rPr>
              <a:t> </a:t>
            </a:r>
            <a:r>
              <a:rPr lang="zh-CN" altLang="en-US" sz="2400" b="1" dirty="0" smtClean="0">
                <a:solidFill>
                  <a:srgbClr val="C00000"/>
                </a:solidFill>
                <a:latin typeface="微软雅黑" panose="020B0503020204020204" charset="-122"/>
                <a:ea typeface="微软雅黑" panose="020B0503020204020204" charset="-122"/>
              </a:rPr>
              <a:t>技术交底书的要求</a:t>
            </a:r>
            <a:endParaRPr lang="zh-CN" altLang="en-US" sz="2400" b="1" dirty="0" smtClean="0">
              <a:solidFill>
                <a:srgbClr val="C00000"/>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2400" b="1" dirty="0" smtClean="0">
                <a:solidFill>
                  <a:schemeClr val="accent1"/>
                </a:solidFill>
                <a:latin typeface="微软雅黑" panose="020B0503020204020204" charset="-122"/>
                <a:ea typeface="微软雅黑" panose="020B0503020204020204" charset="-122"/>
              </a:rPr>
              <a:t>     </a:t>
            </a:r>
            <a:r>
              <a:rPr lang="zh-CN" altLang="en-US" sz="2400" b="1" dirty="0" smtClean="0">
                <a:solidFill>
                  <a:schemeClr val="tx2">
                    <a:lumMod val="60000"/>
                    <a:lumOff val="40000"/>
                  </a:schemeClr>
                </a:solidFill>
                <a:latin typeface="微软雅黑" panose="020B0503020204020204" charset="-122"/>
                <a:ea typeface="微软雅黑" panose="020B0503020204020204" charset="-122"/>
              </a:rPr>
              <a:t> 提供图纸</a:t>
            </a:r>
            <a:endParaRPr lang="zh-CN" altLang="en-US" sz="2400" b="1" dirty="0" smtClean="0">
              <a:solidFill>
                <a:schemeClr val="accent1"/>
              </a:solidFill>
              <a:latin typeface="微软雅黑" panose="020B0503020204020204" charset="-122"/>
              <a:ea typeface="微软雅黑" panose="020B0503020204020204" charset="-122"/>
            </a:endParaRPr>
          </a:p>
          <a:p>
            <a:pPr marL="13970" indent="-13970"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1.1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最好转换为</a:t>
            </a:r>
            <a:r>
              <a:rPr lang="en-US" altLang="zh-CN" sz="2400" dirty="0" smtClean="0">
                <a:solidFill>
                  <a:schemeClr val="tx1">
                    <a:lumMod val="65000"/>
                    <a:lumOff val="35000"/>
                  </a:schemeClr>
                </a:solidFill>
                <a:latin typeface="微软雅黑" panose="020B0503020204020204" charset="-122"/>
                <a:ea typeface="微软雅黑" panose="020B0503020204020204" charset="-122"/>
              </a:rPr>
              <a:t>AUTO CAD</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平面线条图；涉及电路结构的，提供原理框图和具体电路图，</a:t>
            </a:r>
            <a:r>
              <a:rPr lang="en-US" altLang="zh-CN" sz="2400" dirty="0" smtClean="0">
                <a:solidFill>
                  <a:schemeClr val="tx1">
                    <a:lumMod val="65000"/>
                    <a:lumOff val="35000"/>
                  </a:schemeClr>
                </a:solidFill>
                <a:latin typeface="微软雅黑" panose="020B0503020204020204" charset="-122"/>
                <a:ea typeface="微软雅黑" panose="020B0503020204020204" charset="-122"/>
              </a:rPr>
              <a:t>PROTEL</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或</a:t>
            </a:r>
            <a:r>
              <a:rPr lang="en-US" altLang="zh-CN" sz="2400" dirty="0" smtClean="0">
                <a:solidFill>
                  <a:schemeClr val="tx1">
                    <a:lumMod val="65000"/>
                    <a:lumOff val="35000"/>
                  </a:schemeClr>
                </a:solidFill>
                <a:latin typeface="微软雅黑" panose="020B0503020204020204" charset="-122"/>
                <a:ea typeface="微软雅黑" panose="020B0503020204020204" charset="-122"/>
              </a:rPr>
              <a:t>CAD</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3970" indent="-13970"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1.2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能充分体现申请方案的技术特点，不限定于一幅图，可包括立体图、剖视图、爆炸图等。</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13970" indent="-13970"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1.3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在图纸上标注部件名称。</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2400" b="1" dirty="0" smtClean="0">
                <a:latin typeface="微软雅黑" panose="020B0503020204020204" charset="-122"/>
                <a:ea typeface="微软雅黑" panose="020B0503020204020204" charset="-122"/>
              </a:rPr>
              <a:t>       </a:t>
            </a:r>
            <a:endParaRPr lang="zh-CN" altLang="en-US" sz="2400" b="1" dirty="0" smtClean="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BD893CD8-62E7-41DD-A60D-4D3C32A788E2}"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1166786" y="2133589"/>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3"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4"/>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技术交底书要求</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4" name="五边形 3"/>
          <p:cNvSpPr/>
          <p:nvPr>
            <p:custDataLst>
              <p:tags r:id="rId5"/>
            </p:custDataLst>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7" name="五边形 6"/>
          <p:cNvSpPr/>
          <p:nvPr>
            <p:custDataLst>
              <p:tags r:id="rId6"/>
            </p:custDataLst>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8" name="TextBox 12"/>
          <p:cNvSpPr txBox="1"/>
          <p:nvPr>
            <p:custDataLst>
              <p:tags r:id="rId7"/>
            </p:custDataLst>
          </p:nvPr>
        </p:nvSpPr>
        <p:spPr>
          <a:xfrm>
            <a:off x="10906143" y="320589"/>
            <a:ext cx="1097280" cy="64516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body" idx="1"/>
          </p:nvPr>
        </p:nvSpPr>
        <p:spPr>
          <a:xfrm>
            <a:off x="1067435" y="1292225"/>
            <a:ext cx="10286365" cy="4737100"/>
          </a:xfrm>
        </p:spPr>
        <p:txBody>
          <a:bodyPr/>
          <a:lstStyle/>
          <a:p>
            <a:pPr algn="just" eaLnBrk="1" hangingPunct="1">
              <a:lnSpc>
                <a:spcPct val="150000"/>
              </a:lnSpc>
              <a:spcBef>
                <a:spcPts val="25"/>
              </a:spcBef>
              <a:buFontTx/>
              <a:buNone/>
              <a:defRPr/>
            </a:pPr>
            <a:r>
              <a:rPr lang="zh-CN" altLang="en-US" sz="2400" b="1" dirty="0" smtClean="0">
                <a:solidFill>
                  <a:srgbClr val="C00000"/>
                </a:solidFill>
                <a:latin typeface="微软雅黑" panose="020B0503020204020204" charset="-122"/>
                <a:ea typeface="微软雅黑" panose="020B0503020204020204" charset="-122"/>
                <a:sym typeface="+mn-ea"/>
              </a:rPr>
              <a:t>发明和实用新型</a:t>
            </a:r>
            <a:r>
              <a:rPr lang="en-US" altLang="zh-CN" sz="2400" b="1" dirty="0" smtClean="0">
                <a:solidFill>
                  <a:srgbClr val="C00000"/>
                </a:solidFill>
                <a:latin typeface="微软雅黑" panose="020B0503020204020204" charset="-122"/>
                <a:ea typeface="微软雅黑" panose="020B0503020204020204" charset="-122"/>
                <a:sym typeface="+mn-ea"/>
              </a:rPr>
              <a:t> </a:t>
            </a:r>
            <a:r>
              <a:rPr lang="zh-CN" altLang="en-US" sz="2400" b="1" dirty="0" smtClean="0">
                <a:solidFill>
                  <a:srgbClr val="C00000"/>
                </a:solidFill>
                <a:latin typeface="微软雅黑" panose="020B0503020204020204" charset="-122"/>
                <a:ea typeface="微软雅黑" panose="020B0503020204020204" charset="-122"/>
                <a:sym typeface="+mn-ea"/>
              </a:rPr>
              <a:t>技术交底书的要求</a:t>
            </a:r>
            <a:endParaRPr lang="zh-CN" altLang="en-US" sz="2400" b="1" dirty="0" smtClean="0">
              <a:solidFill>
                <a:srgbClr val="C00000"/>
              </a:solidFill>
              <a:latin typeface="微软雅黑" panose="020B0503020204020204" charset="-122"/>
              <a:ea typeface="微软雅黑" panose="020B0503020204020204" charset="-122"/>
              <a:sym typeface="+mn-ea"/>
            </a:endParaRPr>
          </a:p>
          <a:p>
            <a:pPr algn="just" eaLnBrk="1" hangingPunct="1">
              <a:lnSpc>
                <a:spcPct val="150000"/>
              </a:lnSpc>
              <a:spcBef>
                <a:spcPts val="25"/>
              </a:spcBef>
              <a:buFontTx/>
              <a:buNone/>
              <a:defRPr/>
            </a:pPr>
            <a:r>
              <a:rPr lang="zh-CN" altLang="en-US" sz="2400" b="1" dirty="0" smtClean="0">
                <a:solidFill>
                  <a:schemeClr val="accent1"/>
                </a:solidFill>
                <a:latin typeface="微软雅黑" panose="020B0503020204020204" charset="-122"/>
                <a:ea typeface="微软雅黑" panose="020B0503020204020204" charset="-122"/>
              </a:rPr>
              <a:t>       </a:t>
            </a:r>
            <a:r>
              <a:rPr lang="zh-CN" altLang="en-US" sz="2400" b="1" dirty="0" smtClean="0">
                <a:solidFill>
                  <a:schemeClr val="tx2">
                    <a:lumMod val="60000"/>
                    <a:lumOff val="40000"/>
                  </a:schemeClr>
                </a:solidFill>
                <a:latin typeface="微软雅黑" panose="020B0503020204020204" charset="-122"/>
                <a:ea typeface="微软雅黑" panose="020B0503020204020204" charset="-122"/>
              </a:rPr>
              <a:t>文字资料</a:t>
            </a:r>
            <a:endParaRPr lang="zh-CN" altLang="en-US" sz="2400" b="1" dirty="0" smtClean="0">
              <a:solidFill>
                <a:schemeClr val="accent1"/>
              </a:solidFill>
              <a:latin typeface="微软雅黑" panose="020B0503020204020204" charset="-122"/>
              <a:ea typeface="微软雅黑" panose="020B0503020204020204" charset="-122"/>
            </a:endParaRPr>
          </a:p>
          <a:p>
            <a:pPr marL="0" indent="0" algn="just"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2.1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背景技术，以前产品的缺点，为什么有这些缺点；</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0" indent="0" algn="just"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2.2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描述你们产品或者技术改进的地方，如果有多个改进的，其分别的作用是什么，这些改进之间是否可以独立存在，有没有单独保护的价值，是否需要拆分申请；</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0" indent="0" algn="just"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2.3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每个改进的有益效果。</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8" name="灯片编号占位符 7"/>
          <p:cNvSpPr>
            <a:spLocks noGrp="1"/>
          </p:cNvSpPr>
          <p:nvPr>
            <p:ph type="sldNum" sz="quarter" idx="12"/>
          </p:nvPr>
        </p:nvSpPr>
        <p:spPr/>
        <p:txBody>
          <a:bodyPr/>
          <a:lstStyle/>
          <a:p>
            <a:pPr>
              <a:defRPr/>
            </a:pPr>
            <a:fld id="{521ABB78-DB86-4C07-BAFC-5E039B5A9308}" type="slidenum">
              <a:rPr lang="zh-CN" altLang="en-US" smtClean="0"/>
            </a:fld>
            <a:endParaRPr lang="zh-CN" altLang="en-US"/>
          </a:p>
        </p:txBody>
      </p:sp>
      <p:pic>
        <p:nvPicPr>
          <p:cNvPr id="9" name="Picture 2" descr="F:\Document\document\R---Reference\work\C\case\CP Dept\PPT\模板\未标题-1.jpg"/>
          <p:cNvPicPr>
            <a:picLocks noChangeAspect="1" noChangeArrowheads="1"/>
          </p:cNvPicPr>
          <p:nvPr/>
        </p:nvPicPr>
        <p:blipFill>
          <a:blip r:embed="rId1"/>
          <a:srcRect/>
          <a:stretch>
            <a:fillRect/>
          </a:stretch>
        </p:blipFill>
        <p:spPr bwMode="auto">
          <a:xfrm>
            <a:off x="1176338" y="2097045"/>
            <a:ext cx="409575" cy="387350"/>
          </a:xfrm>
          <a:prstGeom prst="rect">
            <a:avLst/>
          </a:prstGeom>
          <a:noFill/>
          <a:ln w="9525">
            <a:noFill/>
            <a:miter lim="800000"/>
            <a:headEnd/>
            <a:tailEnd/>
          </a:ln>
        </p:spPr>
      </p:pic>
      <p:sp>
        <p:nvSpPr>
          <p:cNvPr id="4" name="五边形 3"/>
          <p:cNvSpPr/>
          <p:nvPr>
            <p:custDataLst>
              <p:tags r:id="rId2"/>
            </p:custDataLst>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五边形 1"/>
          <p:cNvSpPr/>
          <p:nvPr>
            <p:custDataLst>
              <p:tags r:id="rId3"/>
            </p:custDataLst>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TextBox 12"/>
          <p:cNvSpPr txBox="1"/>
          <p:nvPr>
            <p:custDataLst>
              <p:tags r:id="rId4"/>
            </p:custDataLst>
          </p:nvPr>
        </p:nvSpPr>
        <p:spPr>
          <a:xfrm>
            <a:off x="10906143" y="320589"/>
            <a:ext cx="1097280" cy="64516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grpSp>
        <p:nvGrpSpPr>
          <p:cNvPr id="5" name="组合 4"/>
          <p:cNvGrpSpPr/>
          <p:nvPr/>
        </p:nvGrpSpPr>
        <p:grpSpPr>
          <a:xfrm>
            <a:off x="197485" y="532765"/>
            <a:ext cx="519430" cy="408940"/>
            <a:chOff x="110" y="450"/>
            <a:chExt cx="818" cy="644"/>
          </a:xfrm>
        </p:grpSpPr>
        <p:sp>
          <p:nvSpPr>
            <p:cNvPr id="6" name="Freeform 13"/>
            <p:cNvSpPr/>
            <p:nvPr>
              <p:custDataLst>
                <p:tags r:id="rId5"/>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6"/>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7"/>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技术交底书要求</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7" name="Rectangle 3"/>
          <p:cNvSpPr>
            <a:spLocks noChangeArrowheads="1"/>
          </p:cNvSpPr>
          <p:nvPr/>
        </p:nvSpPr>
        <p:spPr bwMode="auto">
          <a:xfrm>
            <a:off x="1052830" y="1327150"/>
            <a:ext cx="10300970" cy="5029200"/>
          </a:xfrm>
          <a:prstGeom prst="rect">
            <a:avLst/>
          </a:prstGeom>
          <a:noFill/>
          <a:ln w="9525">
            <a:noFill/>
            <a:miter lim="800000"/>
          </a:ln>
          <a:effectLst/>
        </p:spPr>
        <p:txBody>
          <a:bodyPr/>
          <a:lstStyle/>
          <a:p>
            <a:pPr marL="228600" lvl="1" indent="-228600" algn="just">
              <a:lnSpc>
                <a:spcPct val="150000"/>
              </a:lnSpc>
              <a:spcBef>
                <a:spcPts val="25"/>
              </a:spcBef>
              <a:buClrTx/>
              <a:buSzTx/>
              <a:buFontTx/>
              <a:defRPr/>
            </a:pPr>
            <a:r>
              <a:rPr lang="zh-CN" altLang="en-US" sz="2400" b="1" dirty="0" smtClean="0">
                <a:solidFill>
                  <a:srgbClr val="C00000"/>
                </a:solidFill>
                <a:latin typeface="微软雅黑" panose="020B0503020204020204" charset="-122"/>
                <a:ea typeface="微软雅黑" panose="020B0503020204020204" charset="-122"/>
                <a:sym typeface="+mn-ea"/>
              </a:rPr>
              <a:t>发明和实用新型</a:t>
            </a:r>
            <a:r>
              <a:rPr lang="en-US" altLang="zh-CN" sz="2400" b="1" dirty="0" smtClean="0">
                <a:solidFill>
                  <a:srgbClr val="C00000"/>
                </a:solidFill>
                <a:latin typeface="微软雅黑" panose="020B0503020204020204" charset="-122"/>
                <a:ea typeface="微软雅黑" panose="020B0503020204020204" charset="-122"/>
                <a:sym typeface="+mn-ea"/>
              </a:rPr>
              <a:t> </a:t>
            </a:r>
            <a:r>
              <a:rPr lang="zh-CN" altLang="en-US" sz="2400" b="1" dirty="0" smtClean="0">
                <a:solidFill>
                  <a:srgbClr val="C00000"/>
                </a:solidFill>
                <a:latin typeface="微软雅黑" panose="020B0503020204020204" charset="-122"/>
                <a:ea typeface="微软雅黑" panose="020B0503020204020204" charset="-122"/>
                <a:sym typeface="+mn-ea"/>
              </a:rPr>
              <a:t>技术交底书的要求</a:t>
            </a:r>
            <a:endParaRPr lang="zh-CN" altLang="en-US" sz="2400" b="1" dirty="0" smtClean="0">
              <a:solidFill>
                <a:srgbClr val="C00000"/>
              </a:solidFill>
              <a:latin typeface="微软雅黑" panose="020B0503020204020204" charset="-122"/>
              <a:ea typeface="微软雅黑" panose="020B0503020204020204" charset="-122"/>
              <a:sym typeface="+mn-ea"/>
            </a:endParaRPr>
          </a:p>
          <a:p>
            <a:pPr marL="228600" lvl="1" indent="-228600" algn="just">
              <a:lnSpc>
                <a:spcPct val="150000"/>
              </a:lnSpc>
              <a:spcBef>
                <a:spcPts val="25"/>
              </a:spcBef>
              <a:buClrTx/>
              <a:buSzTx/>
              <a:buFontTx/>
              <a:defRPr/>
            </a:pPr>
            <a:r>
              <a:rPr lang="en-US" altLang="zh-CN" sz="2400" b="1" dirty="0" smtClean="0">
                <a:solidFill>
                  <a:schemeClr val="accent1"/>
                </a:solidFill>
                <a:latin typeface="微软雅黑" panose="020B0503020204020204" charset="-122"/>
                <a:ea typeface="微软雅黑" panose="020B0503020204020204" charset="-122"/>
              </a:rPr>
              <a:t>     </a:t>
            </a:r>
            <a:r>
              <a:rPr lang="zh-CN" altLang="en-US" sz="2400" b="1" dirty="0" smtClean="0">
                <a:solidFill>
                  <a:schemeClr val="tx2">
                    <a:lumMod val="60000"/>
                    <a:lumOff val="40000"/>
                  </a:schemeClr>
                </a:solidFill>
                <a:latin typeface="微软雅黑" panose="020B0503020204020204" charset="-122"/>
                <a:ea typeface="微软雅黑" panose="020B0503020204020204" charset="-122"/>
              </a:rPr>
              <a:t>发明的内容</a:t>
            </a:r>
            <a:endParaRPr lang="zh-CN" altLang="en-US" sz="2400" b="1" dirty="0" smtClean="0">
              <a:solidFill>
                <a:schemeClr val="accent1"/>
              </a:solidFill>
              <a:latin typeface="微软雅黑" panose="020B0503020204020204" charset="-122"/>
              <a:ea typeface="微软雅黑" panose="020B0503020204020204" charset="-122"/>
            </a:endParaRPr>
          </a:p>
          <a:p>
            <a:pPr marL="342900" indent="-342900" algn="just">
              <a:lnSpc>
                <a:spcPct val="150000"/>
              </a:lnSpc>
              <a:spcBef>
                <a:spcPct val="20000"/>
              </a:spcBef>
              <a:buFont typeface="Wingdings" panose="05000000000000000000" pitchFamily="2" charset="2"/>
              <a:buNone/>
              <a:defRPr/>
            </a:pPr>
            <a:r>
              <a:rPr lang="zh-CN" altLang="en-US" sz="2000" dirty="0" smtClean="0">
                <a:solidFill>
                  <a:schemeClr val="tx1">
                    <a:lumMod val="65000"/>
                    <a:lumOff val="35000"/>
                  </a:schemeClr>
                </a:solidFill>
                <a:latin typeface="微软雅黑" panose="020B0503020204020204" charset="-122"/>
                <a:ea typeface="微软雅黑" panose="020B0503020204020204" charset="-122"/>
              </a:rPr>
              <a:t>清楚</a:t>
            </a:r>
            <a:r>
              <a:rPr lang="zh-CN" altLang="en-US" sz="2000" dirty="0">
                <a:solidFill>
                  <a:schemeClr val="tx1">
                    <a:lumMod val="65000"/>
                    <a:lumOff val="35000"/>
                  </a:schemeClr>
                </a:solidFill>
                <a:latin typeface="微软雅黑" panose="020B0503020204020204" charset="-122"/>
                <a:ea typeface="微软雅黑" panose="020B0503020204020204" charset="-122"/>
              </a:rPr>
              <a:t>完整的叙述发明创造的技术方案； </a:t>
            </a:r>
            <a:endParaRPr lang="en-US" altLang="zh-CN" sz="2000" dirty="0" smtClean="0">
              <a:solidFill>
                <a:schemeClr val="tx1">
                  <a:lumMod val="65000"/>
                  <a:lumOff val="35000"/>
                </a:schemeClr>
              </a:solidFill>
              <a:latin typeface="微软雅黑" panose="020B0503020204020204" charset="-122"/>
              <a:ea typeface="微软雅黑" panose="020B0503020204020204" charset="-122"/>
            </a:endParaRPr>
          </a:p>
          <a:p>
            <a:pPr marL="0" indent="0" algn="just">
              <a:lnSpc>
                <a:spcPct val="150000"/>
              </a:lnSpc>
              <a:spcBef>
                <a:spcPct val="20000"/>
              </a:spcBef>
              <a:buFont typeface="Wingdings" panose="05000000000000000000" pitchFamily="2" charset="2"/>
              <a:buNone/>
              <a:defRPr/>
            </a:pPr>
            <a:r>
              <a:rPr lang="en-US" altLang="zh-CN" sz="2000" dirty="0">
                <a:solidFill>
                  <a:schemeClr val="tx1">
                    <a:lumMod val="65000"/>
                    <a:lumOff val="35000"/>
                  </a:schemeClr>
                </a:solidFill>
                <a:latin typeface="微软雅黑" panose="020B0503020204020204" charset="-122"/>
                <a:ea typeface="微软雅黑" panose="020B0503020204020204" charset="-122"/>
              </a:rPr>
              <a:t>3.1 </a:t>
            </a:r>
            <a:r>
              <a:rPr lang="zh-CN" altLang="en-US" sz="2000" dirty="0">
                <a:solidFill>
                  <a:schemeClr val="tx1">
                    <a:lumMod val="65000"/>
                    <a:lumOff val="35000"/>
                  </a:schemeClr>
                </a:solidFill>
                <a:latin typeface="微软雅黑" panose="020B0503020204020204" charset="-122"/>
                <a:ea typeface="微软雅黑" panose="020B0503020204020204" charset="-122"/>
              </a:rPr>
              <a:t>对于机械产品（装置、设备、系统、产品）的发明创造</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首先确定</a:t>
            </a:r>
            <a:r>
              <a:rPr lang="zh-CN" altLang="en-US" sz="2000" dirty="0">
                <a:solidFill>
                  <a:schemeClr val="tx1">
                    <a:lumMod val="65000"/>
                    <a:lumOff val="35000"/>
                  </a:schemeClr>
                </a:solidFill>
                <a:latin typeface="微软雅黑" panose="020B0503020204020204" charset="-122"/>
                <a:ea typeface="微软雅黑" panose="020B0503020204020204" charset="-122"/>
              </a:rPr>
              <a:t>总体由哪些部分组成，组成部分间的连接关系、空间位置</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关系以及</a:t>
            </a:r>
            <a:r>
              <a:rPr lang="zh-CN" altLang="en-US" sz="2000" dirty="0">
                <a:solidFill>
                  <a:schemeClr val="tx1">
                    <a:lumMod val="65000"/>
                    <a:lumOff val="35000"/>
                  </a:schemeClr>
                </a:solidFill>
                <a:latin typeface="微软雅黑" panose="020B0503020204020204" charset="-122"/>
                <a:ea typeface="微软雅黑" panose="020B0503020204020204" charset="-122"/>
              </a:rPr>
              <a:t>固定形式等结构特征，各部分间的功能（原理）可以一起描述</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。再</a:t>
            </a:r>
            <a:r>
              <a:rPr lang="zh-CN" altLang="en-US" sz="2000" dirty="0">
                <a:solidFill>
                  <a:schemeClr val="tx1">
                    <a:lumMod val="65000"/>
                    <a:lumOff val="35000"/>
                  </a:schemeClr>
                </a:solidFill>
                <a:latin typeface="微软雅黑" panose="020B0503020204020204" charset="-122"/>
                <a:ea typeface="微软雅黑" panose="020B0503020204020204" charset="-122"/>
              </a:rPr>
              <a:t>结合上述结构特征和原理说明本发明的工作过程，工作过程与</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原理</a:t>
            </a:r>
            <a:r>
              <a:rPr lang="zh-CN" altLang="en-US" sz="2000" dirty="0">
                <a:solidFill>
                  <a:schemeClr val="tx1">
                    <a:lumMod val="65000"/>
                    <a:lumOff val="35000"/>
                  </a:schemeClr>
                </a:solidFill>
                <a:latin typeface="微软雅黑" panose="020B0503020204020204" charset="-122"/>
                <a:ea typeface="微软雅黑" panose="020B0503020204020204" charset="-122"/>
              </a:rPr>
              <a:t>可结合起来描述。 </a:t>
            </a:r>
            <a:endParaRPr lang="en-US" altLang="zh-CN" sz="2000" dirty="0" smtClean="0">
              <a:solidFill>
                <a:schemeClr val="tx1">
                  <a:lumMod val="65000"/>
                  <a:lumOff val="35000"/>
                </a:schemeClr>
              </a:solidFill>
              <a:latin typeface="微软雅黑" panose="020B0503020204020204" charset="-122"/>
              <a:ea typeface="微软雅黑" panose="020B0503020204020204" charset="-122"/>
            </a:endParaRPr>
          </a:p>
          <a:p>
            <a:pPr marL="0" indent="0" algn="just">
              <a:lnSpc>
                <a:spcPct val="150000"/>
              </a:lnSpc>
              <a:spcBef>
                <a:spcPct val="20000"/>
              </a:spcBef>
              <a:buFont typeface="Wingdings" panose="05000000000000000000" pitchFamily="2" charset="2"/>
              <a:buNone/>
              <a:defRPr/>
            </a:pPr>
            <a:r>
              <a:rPr lang="en-US" sz="2000" dirty="0" smtClean="0">
                <a:solidFill>
                  <a:schemeClr val="tx1">
                    <a:lumMod val="65000"/>
                    <a:lumOff val="35000"/>
                  </a:schemeClr>
                </a:solidFill>
                <a:latin typeface="微软雅黑" panose="020B0503020204020204" charset="-122"/>
                <a:ea typeface="微软雅黑" panose="020B0503020204020204" charset="-122"/>
              </a:rPr>
              <a:t>3.2 </a:t>
            </a:r>
            <a:r>
              <a:rPr lang="zh-CN" altLang="en-US" sz="2000" dirty="0">
                <a:solidFill>
                  <a:schemeClr val="tx1">
                    <a:lumMod val="65000"/>
                    <a:lumOff val="35000"/>
                  </a:schemeClr>
                </a:solidFill>
                <a:latin typeface="微软雅黑" panose="020B0503020204020204" charset="-122"/>
                <a:ea typeface="微软雅黑" panose="020B0503020204020204" charset="-122"/>
              </a:rPr>
              <a:t>对于电器产品应描述电器元件的组成、连接关系、工作原理； </a:t>
            </a:r>
            <a:endParaRPr lang="en-US" altLang="zh-CN" sz="2000" dirty="0">
              <a:solidFill>
                <a:schemeClr val="tx1">
                  <a:lumMod val="65000"/>
                  <a:lumOff val="35000"/>
                </a:schemeClr>
              </a:solidFill>
              <a:latin typeface="微软雅黑" panose="020B0503020204020204" charset="-122"/>
              <a:ea typeface="微软雅黑" panose="020B0503020204020204" charset="-122"/>
            </a:endParaRPr>
          </a:p>
          <a:p>
            <a:pPr marL="0" indent="0" algn="just">
              <a:lnSpc>
                <a:spcPct val="150000"/>
              </a:lnSpc>
              <a:spcBef>
                <a:spcPct val="20000"/>
              </a:spcBef>
              <a:buFont typeface="Wingdings" panose="05000000000000000000" pitchFamily="2" charset="2"/>
              <a:buNone/>
              <a:defRPr/>
            </a:pPr>
            <a:r>
              <a:rPr lang="en-US" sz="2000" dirty="0" smtClean="0">
                <a:solidFill>
                  <a:schemeClr val="tx1">
                    <a:lumMod val="65000"/>
                    <a:lumOff val="35000"/>
                  </a:schemeClr>
                </a:solidFill>
                <a:latin typeface="微软雅黑" panose="020B0503020204020204" charset="-122"/>
                <a:ea typeface="微软雅黑" panose="020B0503020204020204" charset="-122"/>
              </a:rPr>
              <a:t>3.3 </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对于</a:t>
            </a:r>
            <a:r>
              <a:rPr lang="zh-CN" altLang="en-US" sz="2000" dirty="0">
                <a:solidFill>
                  <a:schemeClr val="tx1">
                    <a:lumMod val="65000"/>
                    <a:lumOff val="35000"/>
                  </a:schemeClr>
                </a:solidFill>
                <a:latin typeface="微软雅黑" panose="020B0503020204020204" charset="-122"/>
                <a:ea typeface="微软雅黑" panose="020B0503020204020204" charset="-122"/>
              </a:rPr>
              <a:t>方法发明，应结合原理描述，在对本方法总体概括</a:t>
            </a:r>
            <a:r>
              <a:rPr lang="zh-CN" altLang="en-US" sz="2000" dirty="0" smtClean="0">
                <a:solidFill>
                  <a:schemeClr val="tx1">
                    <a:lumMod val="65000"/>
                    <a:lumOff val="35000"/>
                  </a:schemeClr>
                </a:solidFill>
                <a:latin typeface="微软雅黑" panose="020B0503020204020204" charset="-122"/>
                <a:ea typeface="微软雅黑" panose="020B0503020204020204" charset="-122"/>
              </a:rPr>
              <a:t>的基础</a:t>
            </a:r>
            <a:r>
              <a:rPr lang="zh-CN" altLang="en-US" sz="2000" dirty="0">
                <a:solidFill>
                  <a:schemeClr val="tx1">
                    <a:lumMod val="65000"/>
                    <a:lumOff val="35000"/>
                  </a:schemeClr>
                </a:solidFill>
                <a:latin typeface="微软雅黑" panose="020B0503020204020204" charset="-122"/>
                <a:ea typeface="微软雅黑" panose="020B0503020204020204" charset="-122"/>
              </a:rPr>
              <a:t>上，分步骤说明，有工艺参数的要描述工艺参数。</a:t>
            </a:r>
            <a:endParaRPr lang="zh-CN" altLang="en-US" sz="2000" dirty="0">
              <a:solidFill>
                <a:schemeClr val="tx1">
                  <a:lumMod val="65000"/>
                  <a:lumOff val="35000"/>
                </a:schemeClr>
              </a:solidFill>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nvPr>
        </p:nvSpPr>
        <p:spPr/>
        <p:txBody>
          <a:bodyPr/>
          <a:lstStyle/>
          <a:p>
            <a:pPr>
              <a:defRPr/>
            </a:pPr>
            <a:fld id="{F5C3B1C1-961E-4CF7-99A1-73B603F10D5E}" type="slidenum">
              <a:rPr lang="zh-CN" altLang="en-US" smtClean="0"/>
            </a:fld>
            <a:endParaRPr lang="zh-CN" altLang="en-US"/>
          </a:p>
        </p:txBody>
      </p:sp>
      <p:pic>
        <p:nvPicPr>
          <p:cNvPr id="7" name="Picture 2" descr="F:\Document\document\R---Reference\work\C\case\CP Dept\PPT\模板\未标题-1.jpg"/>
          <p:cNvPicPr>
            <a:picLocks noChangeAspect="1" noChangeArrowheads="1"/>
          </p:cNvPicPr>
          <p:nvPr/>
        </p:nvPicPr>
        <p:blipFill>
          <a:blip r:embed="rId1"/>
          <a:srcRect/>
          <a:stretch>
            <a:fillRect/>
          </a:stretch>
        </p:blipFill>
        <p:spPr bwMode="auto">
          <a:xfrm>
            <a:off x="1138528" y="2070401"/>
            <a:ext cx="409575" cy="387350"/>
          </a:xfrm>
          <a:prstGeom prst="rect">
            <a:avLst/>
          </a:prstGeom>
          <a:noFill/>
          <a:ln w="9525">
            <a:noFill/>
            <a:miter lim="800000"/>
            <a:headEnd/>
            <a:tailEnd/>
          </a:ln>
        </p:spPr>
      </p:pic>
      <p:sp>
        <p:nvSpPr>
          <p:cNvPr id="4" name="五边形 3"/>
          <p:cNvSpPr/>
          <p:nvPr>
            <p:custDataLst>
              <p:tags r:id="rId2"/>
            </p:custDataLst>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五边形 1"/>
          <p:cNvSpPr/>
          <p:nvPr>
            <p:custDataLst>
              <p:tags r:id="rId3"/>
            </p:custDataLst>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TextBox 12"/>
          <p:cNvSpPr txBox="1"/>
          <p:nvPr>
            <p:custDataLst>
              <p:tags r:id="rId4"/>
            </p:custDataLst>
          </p:nvPr>
        </p:nvSpPr>
        <p:spPr>
          <a:xfrm>
            <a:off x="10906143" y="320589"/>
            <a:ext cx="1097280" cy="64516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grpSp>
        <p:nvGrpSpPr>
          <p:cNvPr id="8" name="组合 7"/>
          <p:cNvGrpSpPr/>
          <p:nvPr/>
        </p:nvGrpSpPr>
        <p:grpSpPr>
          <a:xfrm>
            <a:off x="197485" y="532765"/>
            <a:ext cx="519430" cy="408940"/>
            <a:chOff x="110" y="450"/>
            <a:chExt cx="818" cy="644"/>
          </a:xfrm>
        </p:grpSpPr>
        <p:sp>
          <p:nvSpPr>
            <p:cNvPr id="9" name="Freeform 13"/>
            <p:cNvSpPr/>
            <p:nvPr>
              <p:custDataLst>
                <p:tags r:id="rId5"/>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6"/>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7"/>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技术交底书要求</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6"/>
          <p:cNvSpPr txBox="1">
            <a:spLocks noChangeArrowheads="1"/>
          </p:cNvSpPr>
          <p:nvPr/>
        </p:nvSpPr>
        <p:spPr bwMode="auto">
          <a:xfrm>
            <a:off x="2024063" y="1500188"/>
            <a:ext cx="8229600" cy="1143000"/>
          </a:xfrm>
          <a:prstGeom prst="rect">
            <a:avLst/>
          </a:prstGeom>
          <a:noFill/>
          <a:ln w="9525">
            <a:noFill/>
            <a:miter lim="800000"/>
          </a:ln>
        </p:spPr>
        <p:txBody>
          <a:bodyPr anchor="ctr"/>
          <a:lstStyle/>
          <a:p>
            <a:pPr algn="ctr">
              <a:lnSpc>
                <a:spcPct val="150000"/>
              </a:lnSpc>
            </a:pPr>
            <a:endParaRPr lang="en-US" altLang="zh-CN" sz="3600" b="1">
              <a:solidFill>
                <a:schemeClr val="tx2"/>
              </a:solidFill>
              <a:ea typeface="楷体_GB2312" panose="02010609030101010101" charset="-122"/>
              <a:cs typeface="楷体_GB2312" panose="02010609030101010101" charset="-122"/>
            </a:endParaRPr>
          </a:p>
          <a:p>
            <a:pPr algn="ctr">
              <a:lnSpc>
                <a:spcPct val="150000"/>
              </a:lnSpc>
            </a:pPr>
            <a:endParaRPr lang="en-US" altLang="zh-CN" sz="3600" b="1">
              <a:solidFill>
                <a:schemeClr val="tx2"/>
              </a:solidFill>
              <a:ea typeface="楷体_GB2312" panose="02010609030101010101" charset="-122"/>
              <a:cs typeface="楷体_GB2312" panose="02010609030101010101" charset="-122"/>
            </a:endParaRPr>
          </a:p>
          <a:p>
            <a:pPr algn="ctr">
              <a:lnSpc>
                <a:spcPct val="150000"/>
              </a:lnSpc>
            </a:pPr>
            <a:endParaRPr lang="en-US" altLang="zh-CN" sz="3600" b="1">
              <a:solidFill>
                <a:schemeClr val="tx2"/>
              </a:solidFill>
              <a:ea typeface="楷体_GB2312" panose="02010609030101010101" charset="-122"/>
              <a:cs typeface="楷体_GB2312" panose="02010609030101010101" charset="-122"/>
            </a:endParaRPr>
          </a:p>
          <a:p>
            <a:pPr algn="ctr">
              <a:lnSpc>
                <a:spcPct val="150000"/>
              </a:lnSpc>
            </a:pPr>
            <a:endParaRPr lang="en-US" altLang="zh-CN" sz="3600" b="1">
              <a:solidFill>
                <a:schemeClr val="tx2"/>
              </a:solidFill>
              <a:ea typeface="楷体_GB2312" panose="02010609030101010101" charset="-122"/>
              <a:cs typeface="楷体_GB2312" panose="02010609030101010101" charset="-122"/>
            </a:endParaRPr>
          </a:p>
          <a:p>
            <a:pPr algn="ctr">
              <a:lnSpc>
                <a:spcPct val="150000"/>
              </a:lnSpc>
            </a:pPr>
            <a:endParaRPr lang="en-US" altLang="zh-CN" sz="3600" b="1">
              <a:solidFill>
                <a:schemeClr val="tx2"/>
              </a:solidFill>
              <a:ea typeface="楷体_GB2312" panose="02010609030101010101" charset="-122"/>
              <a:cs typeface="楷体_GB2312" panose="02010609030101010101" charset="-122"/>
            </a:endParaRPr>
          </a:p>
          <a:p>
            <a:pPr algn="ctr">
              <a:lnSpc>
                <a:spcPct val="150000"/>
              </a:lnSpc>
            </a:pPr>
            <a:endParaRPr lang="en-US" altLang="zh-CN" sz="3600" b="1">
              <a:solidFill>
                <a:schemeClr val="tx2"/>
              </a:solidFill>
              <a:ea typeface="楷体_GB2312" panose="02010609030101010101" charset="-122"/>
              <a:cs typeface="楷体_GB2312" panose="02010609030101010101" charset="-122"/>
            </a:endParaRPr>
          </a:p>
        </p:txBody>
      </p:sp>
      <p:sp>
        <p:nvSpPr>
          <p:cNvPr id="5" name="Rectangle 1027"/>
          <p:cNvSpPr txBox="1">
            <a:spLocks noChangeArrowheads="1"/>
          </p:cNvSpPr>
          <p:nvPr/>
        </p:nvSpPr>
        <p:spPr bwMode="auto">
          <a:xfrm>
            <a:off x="1019175" y="1321435"/>
            <a:ext cx="10786745" cy="4215130"/>
          </a:xfrm>
          <a:prstGeom prst="rect">
            <a:avLst/>
          </a:prstGeom>
          <a:noFill/>
          <a:ln w="9525">
            <a:noFill/>
            <a:miter lim="800000"/>
          </a:ln>
        </p:spPr>
        <p:txBody>
          <a:bodyPr/>
          <a:lstStyle/>
          <a:p>
            <a:pPr marL="342900" indent="-342900">
              <a:lnSpc>
                <a:spcPct val="150000"/>
              </a:lnSpc>
              <a:spcBef>
                <a:spcPct val="20000"/>
              </a:spcBef>
              <a:defRPr/>
            </a:pPr>
            <a:r>
              <a:rPr lang="zh-CN" altLang="en-US" sz="2400" b="1" dirty="0" smtClean="0">
                <a:solidFill>
                  <a:srgbClr val="C00000"/>
                </a:solidFill>
                <a:latin typeface="微软雅黑" panose="020B0503020204020204" charset="-122"/>
                <a:ea typeface="微软雅黑" panose="020B0503020204020204" charset="-122"/>
              </a:rPr>
              <a:t>技术</a:t>
            </a:r>
            <a:r>
              <a:rPr lang="zh-CN" altLang="en-US" sz="2400" b="1" dirty="0">
                <a:solidFill>
                  <a:srgbClr val="C00000"/>
                </a:solidFill>
                <a:latin typeface="微软雅黑" panose="020B0503020204020204" charset="-122"/>
                <a:ea typeface="微软雅黑" panose="020B0503020204020204" charset="-122"/>
              </a:rPr>
              <a:t>交底书常见问题举例</a:t>
            </a:r>
            <a:endParaRPr lang="zh-CN" altLang="en-US" sz="2400" b="1" dirty="0">
              <a:solidFill>
                <a:srgbClr val="C00000"/>
              </a:solidFill>
              <a:latin typeface="微软雅黑" panose="020B0503020204020204" charset="-122"/>
              <a:ea typeface="微软雅黑" panose="020B0503020204020204" charset="-122"/>
            </a:endParaRPr>
          </a:p>
          <a:p>
            <a:pPr indent="0">
              <a:lnSpc>
                <a:spcPct val="150000"/>
              </a:lnSpc>
              <a:buFont typeface="Wingdings" panose="05000000000000000000" pitchFamily="2" charset="2"/>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仅仅</a:t>
            </a:r>
            <a:r>
              <a:rPr lang="zh-CN" altLang="en-US" sz="2400" dirty="0">
                <a:solidFill>
                  <a:schemeClr val="tx1">
                    <a:lumMod val="65000"/>
                    <a:lumOff val="35000"/>
                  </a:schemeClr>
                </a:solidFill>
                <a:latin typeface="微软雅黑" panose="020B0503020204020204" charset="-122"/>
                <a:ea typeface="微软雅黑" panose="020B0503020204020204" charset="-122"/>
              </a:rPr>
              <a:t>给出了任务和</a:t>
            </a:r>
            <a:r>
              <a:rPr lang="en-US" altLang="zh-CN" sz="2400" dirty="0">
                <a:solidFill>
                  <a:schemeClr val="tx1">
                    <a:lumMod val="65000"/>
                    <a:lumOff val="35000"/>
                  </a:schemeClr>
                </a:solidFill>
                <a:latin typeface="微软雅黑" panose="020B0503020204020204" charset="-122"/>
                <a:ea typeface="微软雅黑" panose="020B0503020204020204" charset="-122"/>
              </a:rPr>
              <a:t>/</a:t>
            </a:r>
            <a:r>
              <a:rPr lang="zh-CN" altLang="en-US" sz="2400" dirty="0">
                <a:solidFill>
                  <a:schemeClr val="tx1">
                    <a:lumMod val="65000"/>
                    <a:lumOff val="35000"/>
                  </a:schemeClr>
                </a:solidFill>
                <a:latin typeface="微软雅黑" panose="020B0503020204020204" charset="-122"/>
                <a:ea typeface="微软雅黑" panose="020B0503020204020204" charset="-122"/>
              </a:rPr>
              <a:t>或设想，或者一种愿望，而无任何可供实施的技术</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手段。</a:t>
            </a:r>
            <a:endParaRPr lang="zh-CN" altLang="en-US" sz="2400" dirty="0">
              <a:solidFill>
                <a:schemeClr val="tx1">
                  <a:lumMod val="65000"/>
                  <a:lumOff val="35000"/>
                </a:schemeClr>
              </a:solidFill>
              <a:latin typeface="微软雅黑" panose="020B0503020204020204" charset="-122"/>
              <a:ea typeface="微软雅黑" panose="020B0503020204020204" charset="-122"/>
            </a:endParaRPr>
          </a:p>
          <a:p>
            <a:pPr indent="0">
              <a:lnSpc>
                <a:spcPct val="150000"/>
              </a:lnSpc>
              <a:buFont typeface="Wingdings" panose="05000000000000000000" pitchFamily="2" charset="2"/>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给</a:t>
            </a:r>
            <a:r>
              <a:rPr lang="zh-CN" altLang="en-US" sz="2400" dirty="0">
                <a:solidFill>
                  <a:schemeClr val="tx1">
                    <a:lumMod val="65000"/>
                    <a:lumOff val="35000"/>
                  </a:schemeClr>
                </a:solidFill>
                <a:latin typeface="微软雅黑" panose="020B0503020204020204" charset="-122"/>
                <a:ea typeface="微软雅黑" panose="020B0503020204020204" charset="-122"/>
              </a:rPr>
              <a:t>出了技术手段，但是技术手段含糊不清，无法</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实施。</a:t>
            </a:r>
            <a:endParaRPr lang="zh-CN" altLang="en-US" sz="2400" dirty="0">
              <a:solidFill>
                <a:schemeClr val="tx1">
                  <a:lumMod val="65000"/>
                  <a:lumOff val="35000"/>
                </a:schemeClr>
              </a:solidFill>
              <a:latin typeface="微软雅黑" panose="020B0503020204020204" charset="-122"/>
              <a:ea typeface="微软雅黑" panose="020B0503020204020204" charset="-122"/>
            </a:endParaRPr>
          </a:p>
          <a:p>
            <a:pPr indent="0">
              <a:lnSpc>
                <a:spcPct val="150000"/>
              </a:lnSpc>
              <a:buFont typeface="Wingdings" panose="05000000000000000000" pitchFamily="2" charset="2"/>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不</a:t>
            </a:r>
            <a:r>
              <a:rPr lang="zh-CN" altLang="en-US" sz="2400" dirty="0">
                <a:solidFill>
                  <a:schemeClr val="tx1">
                    <a:lumMod val="65000"/>
                    <a:lumOff val="35000"/>
                  </a:schemeClr>
                </a:solidFill>
                <a:latin typeface="微软雅黑" panose="020B0503020204020204" charset="-122"/>
                <a:ea typeface="微软雅黑" panose="020B0503020204020204" charset="-122"/>
              </a:rPr>
              <a:t>愿意提供图纸，专利只需要原理性的示意图，你可以把里面的核心参数删除并作为自身的技术</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秘密。</a:t>
            </a:r>
            <a:endParaRPr lang="zh-CN" altLang="en-US" sz="2400" dirty="0">
              <a:solidFill>
                <a:schemeClr val="tx1">
                  <a:lumMod val="65000"/>
                  <a:lumOff val="35000"/>
                </a:schemeClr>
              </a:solidFill>
              <a:latin typeface="微软雅黑" panose="020B0503020204020204" charset="-122"/>
              <a:ea typeface="微软雅黑" panose="020B0503020204020204" charset="-122"/>
            </a:endParaRPr>
          </a:p>
          <a:p>
            <a:pPr marL="342900" indent="-342900">
              <a:lnSpc>
                <a:spcPct val="150000"/>
              </a:lnSpc>
              <a:spcBef>
                <a:spcPct val="20000"/>
              </a:spcBef>
              <a:defRPr/>
            </a:pPr>
            <a:r>
              <a:rPr lang="en-US" altLang="zh-CN" sz="2400" dirty="0">
                <a:solidFill>
                  <a:schemeClr val="tx1">
                    <a:lumMod val="65000"/>
                    <a:lumOff val="35000"/>
                  </a:schemeClr>
                </a:solidFill>
                <a:latin typeface="楷体_GB2312" panose="02010609030101010101" charset="-122"/>
                <a:ea typeface="楷体_GB2312" panose="02010609030101010101" charset="-122"/>
              </a:rPr>
              <a:t>  </a:t>
            </a:r>
            <a:endParaRPr lang="en-US" altLang="zh-CN" sz="2400" dirty="0">
              <a:solidFill>
                <a:schemeClr val="tx1">
                  <a:lumMod val="65000"/>
                  <a:lumOff val="35000"/>
                </a:schemeClr>
              </a:solidFill>
              <a:latin typeface="楷体_GB2312" panose="02010609030101010101" charset="-122"/>
              <a:ea typeface="楷体_GB2312" panose="02010609030101010101" charset="-122"/>
            </a:endParaRPr>
          </a:p>
          <a:p>
            <a:pPr marL="342900" indent="-342900">
              <a:lnSpc>
                <a:spcPct val="150000"/>
              </a:lnSpc>
              <a:spcBef>
                <a:spcPct val="20000"/>
              </a:spcBef>
              <a:defRPr/>
            </a:pPr>
            <a:r>
              <a:rPr lang="en-US" altLang="zh-CN" sz="2400" dirty="0">
                <a:solidFill>
                  <a:schemeClr val="tx1">
                    <a:lumMod val="65000"/>
                    <a:lumOff val="35000"/>
                  </a:schemeClr>
                </a:solidFill>
                <a:latin typeface="楷体_GB2312" panose="02010609030101010101" charset="-122"/>
                <a:ea typeface="楷体_GB2312" panose="02010609030101010101" charset="-122"/>
              </a:rPr>
              <a:t>    </a:t>
            </a:r>
            <a:endParaRPr lang="zh-CN" altLang="en-US" sz="2400" dirty="0">
              <a:solidFill>
                <a:schemeClr val="tx1">
                  <a:lumMod val="65000"/>
                  <a:lumOff val="35000"/>
                </a:schemeClr>
              </a:solidFill>
              <a:latin typeface="楷体_GB2312" panose="02010609030101010101" charset="-122"/>
              <a:ea typeface="楷体_GB2312" panose="02010609030101010101" charset="-122"/>
            </a:endParaRPr>
          </a:p>
          <a:p>
            <a:pPr marL="342900" indent="-342900">
              <a:lnSpc>
                <a:spcPct val="150000"/>
              </a:lnSpc>
              <a:spcBef>
                <a:spcPct val="20000"/>
              </a:spcBef>
              <a:defRPr/>
            </a:pPr>
            <a:r>
              <a:rPr lang="zh-CN" altLang="en-US" sz="2400" dirty="0">
                <a:solidFill>
                  <a:schemeClr val="tx1">
                    <a:lumMod val="65000"/>
                    <a:lumOff val="35000"/>
                  </a:schemeClr>
                </a:solidFill>
                <a:latin typeface="楷体_GB2312" panose="02010609030101010101" charset="-122"/>
                <a:ea typeface="楷体_GB2312" panose="02010609030101010101" charset="-122"/>
              </a:rPr>
              <a:t>  </a:t>
            </a:r>
            <a:r>
              <a:rPr lang="en-US" altLang="zh-CN" sz="2400" dirty="0">
                <a:solidFill>
                  <a:schemeClr val="tx1">
                    <a:lumMod val="65000"/>
                    <a:lumOff val="35000"/>
                  </a:schemeClr>
                </a:solidFill>
                <a:latin typeface="楷体_GB2312" panose="02010609030101010101" charset="-122"/>
                <a:ea typeface="楷体_GB2312" panose="02010609030101010101" charset="-122"/>
              </a:rPr>
              <a:t>  </a:t>
            </a:r>
            <a:endParaRPr lang="en-US" altLang="zh-CN" sz="2400" dirty="0">
              <a:solidFill>
                <a:schemeClr val="tx1">
                  <a:lumMod val="65000"/>
                  <a:lumOff val="35000"/>
                </a:schemeClr>
              </a:solidFill>
              <a:latin typeface="楷体_GB2312" panose="02010609030101010101" charset="-122"/>
              <a:ea typeface="楷体_GB2312" panose="02010609030101010101" charset="-122"/>
            </a:endParaRPr>
          </a:p>
          <a:p>
            <a:pPr marL="342900" indent="-342900">
              <a:lnSpc>
                <a:spcPct val="150000"/>
              </a:lnSpc>
              <a:spcBef>
                <a:spcPct val="20000"/>
              </a:spcBef>
              <a:defRPr/>
            </a:pPr>
            <a:r>
              <a:rPr lang="en-US" altLang="zh-CN" sz="2400" dirty="0">
                <a:solidFill>
                  <a:schemeClr val="tx1">
                    <a:lumMod val="65000"/>
                    <a:lumOff val="35000"/>
                  </a:schemeClr>
                </a:solidFill>
                <a:latin typeface="楷体_GB2312" panose="02010609030101010101" charset="-122"/>
                <a:ea typeface="楷体_GB2312" panose="02010609030101010101" charset="-122"/>
              </a:rPr>
              <a:t>  </a:t>
            </a:r>
            <a:endParaRPr lang="zh-CN" altLang="en-US" sz="2400" dirty="0">
              <a:solidFill>
                <a:schemeClr val="tx1">
                  <a:lumMod val="65000"/>
                  <a:lumOff val="35000"/>
                </a:schemeClr>
              </a:solidFill>
              <a:latin typeface="楷体_GB2312" panose="02010609030101010101" charset="-122"/>
              <a:ea typeface="楷体_GB2312" panose="02010609030101010101" charset="-122"/>
            </a:endParaRPr>
          </a:p>
          <a:p>
            <a:pPr marL="342900" indent="-342900">
              <a:lnSpc>
                <a:spcPct val="150000"/>
              </a:lnSpc>
              <a:spcBef>
                <a:spcPct val="20000"/>
              </a:spcBef>
              <a:defRPr/>
            </a:pPr>
            <a:endParaRPr lang="zh-CN" altLang="en-US" sz="2400" dirty="0">
              <a:solidFill>
                <a:schemeClr val="tx1">
                  <a:lumMod val="65000"/>
                  <a:lumOff val="35000"/>
                </a:schemeClr>
              </a:solidFill>
              <a:latin typeface="楷体_GB2312" panose="02010609030101010101" charset="-122"/>
              <a:ea typeface="楷体_GB2312" panose="02010609030101010101" charset="-122"/>
            </a:endParaRPr>
          </a:p>
        </p:txBody>
      </p:sp>
      <p:sp>
        <p:nvSpPr>
          <p:cNvPr id="8" name="灯片编号占位符 7"/>
          <p:cNvSpPr>
            <a:spLocks noGrp="1"/>
          </p:cNvSpPr>
          <p:nvPr>
            <p:ph type="sldNum" sz="quarter" idx="12"/>
          </p:nvPr>
        </p:nvSpPr>
        <p:spPr/>
        <p:txBody>
          <a:bodyPr/>
          <a:lstStyle/>
          <a:p>
            <a:pPr>
              <a:defRPr/>
            </a:pPr>
            <a:fld id="{F028ED98-4ED1-4C73-A2D9-B3541D567F2E}"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1076298" y="2062782"/>
            <a:ext cx="409575" cy="387350"/>
          </a:xfrm>
          <a:prstGeom prst="rect">
            <a:avLst/>
          </a:prstGeom>
          <a:noFill/>
          <a:ln w="9525">
            <a:noFill/>
            <a:miter lim="800000"/>
            <a:headEnd/>
            <a:tailEnd/>
          </a:ln>
        </p:spPr>
      </p:pic>
      <p:sp>
        <p:nvSpPr>
          <p:cNvPr id="4" name="五边形 3"/>
          <p:cNvSpPr/>
          <p:nvPr>
            <p:custDataLst>
              <p:tags r:id="rId2"/>
            </p:custDataLst>
          </p:nvPr>
        </p:nvSpPr>
        <p:spPr>
          <a:xfrm rot="10800000">
            <a:off x="10477515" y="628781"/>
            <a:ext cx="1714512" cy="324000"/>
          </a:xfrm>
          <a:prstGeom prst="homePlate">
            <a:avLst>
              <a:gd name="adj" fmla="val 28182"/>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五边形 1"/>
          <p:cNvSpPr/>
          <p:nvPr>
            <p:custDataLst>
              <p:tags r:id="rId3"/>
            </p:custDataLst>
          </p:nvPr>
        </p:nvSpPr>
        <p:spPr>
          <a:xfrm rot="10800000">
            <a:off x="10499995" y="304779"/>
            <a:ext cx="1692000" cy="324000"/>
          </a:xfrm>
          <a:prstGeom prst="homePlate">
            <a:avLst>
              <a:gd name="adj" fmla="val 28182"/>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 name="TextBox 12"/>
          <p:cNvSpPr txBox="1"/>
          <p:nvPr>
            <p:custDataLst>
              <p:tags r:id="rId4"/>
            </p:custDataLst>
          </p:nvPr>
        </p:nvSpPr>
        <p:spPr>
          <a:xfrm>
            <a:off x="10906143" y="320589"/>
            <a:ext cx="1097280" cy="64516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发明</a:t>
            </a:r>
            <a:endParaRPr lang="zh-CN" altLang="en-US" b="1" dirty="0" smtClean="0">
              <a:solidFill>
                <a:schemeClr val="bg1"/>
              </a:solidFill>
              <a:latin typeface="微软雅黑" panose="020B0503020204020204" charset="-122"/>
              <a:ea typeface="微软雅黑" panose="020B0503020204020204" charset="-122"/>
            </a:endParaRPr>
          </a:p>
          <a:p>
            <a:r>
              <a:rPr lang="zh-CN" altLang="en-US" b="1" dirty="0" smtClean="0">
                <a:solidFill>
                  <a:schemeClr val="bg1"/>
                </a:solidFill>
                <a:latin typeface="微软雅黑" panose="020B0503020204020204" charset="-122"/>
                <a:ea typeface="微软雅黑" panose="020B0503020204020204" charset="-122"/>
              </a:rPr>
              <a:t>实用新型</a:t>
            </a:r>
            <a:endParaRPr lang="zh-CN" altLang="en-US" b="1" dirty="0">
              <a:solidFill>
                <a:schemeClr val="bg1"/>
              </a:solidFill>
              <a:latin typeface="微软雅黑" panose="020B0503020204020204" charset="-122"/>
              <a:ea typeface="微软雅黑" panose="020B0503020204020204" charset="-122"/>
            </a:endParaRPr>
          </a:p>
        </p:txBody>
      </p:sp>
      <p:grpSp>
        <p:nvGrpSpPr>
          <p:cNvPr id="9" name="组合 8"/>
          <p:cNvGrpSpPr/>
          <p:nvPr/>
        </p:nvGrpSpPr>
        <p:grpSpPr>
          <a:xfrm>
            <a:off x="197485" y="532765"/>
            <a:ext cx="519430" cy="408940"/>
            <a:chOff x="110" y="450"/>
            <a:chExt cx="818" cy="644"/>
          </a:xfrm>
        </p:grpSpPr>
        <p:sp>
          <p:nvSpPr>
            <p:cNvPr id="10" name="Freeform 13"/>
            <p:cNvSpPr/>
            <p:nvPr>
              <p:custDataLst>
                <p:tags r:id="rId5"/>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1" name="Freeform 13"/>
            <p:cNvSpPr/>
            <p:nvPr>
              <p:custDataLst>
                <p:tags r:id="rId6"/>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7"/>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技术交底书要求</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pic>
        <p:nvPicPr>
          <p:cNvPr id="13" name="Picture 2" descr="F:\Document\document\R---Reference\work\C\case\CP Dept\PPT\模板\未标题-1.jpg"/>
          <p:cNvPicPr>
            <a:picLocks noChangeAspect="1" noChangeArrowheads="1"/>
          </p:cNvPicPr>
          <p:nvPr>
            <p:custDataLst>
              <p:tags r:id="rId8"/>
            </p:custDataLst>
          </p:nvPr>
        </p:nvPicPr>
        <p:blipFill>
          <a:blip r:embed="rId1"/>
          <a:srcRect/>
          <a:stretch>
            <a:fillRect/>
          </a:stretch>
        </p:blipFill>
        <p:spPr bwMode="auto">
          <a:xfrm>
            <a:off x="1076298" y="2643807"/>
            <a:ext cx="409575" cy="387350"/>
          </a:xfrm>
          <a:prstGeom prst="rect">
            <a:avLst/>
          </a:prstGeom>
          <a:noFill/>
          <a:ln w="9525">
            <a:noFill/>
            <a:miter lim="800000"/>
            <a:headEnd/>
            <a:tailEnd/>
          </a:ln>
        </p:spPr>
      </p:pic>
      <p:pic>
        <p:nvPicPr>
          <p:cNvPr id="14" name="Picture 2" descr="F:\Document\document\R---Reference\work\C\case\CP Dept\PPT\模板\未标题-1.jpg"/>
          <p:cNvPicPr>
            <a:picLocks noChangeAspect="1" noChangeArrowheads="1"/>
          </p:cNvPicPr>
          <p:nvPr>
            <p:custDataLst>
              <p:tags r:id="rId9"/>
            </p:custDataLst>
          </p:nvPr>
        </p:nvPicPr>
        <p:blipFill>
          <a:blip r:embed="rId1"/>
          <a:srcRect/>
          <a:stretch>
            <a:fillRect/>
          </a:stretch>
        </p:blipFill>
        <p:spPr bwMode="auto">
          <a:xfrm>
            <a:off x="1076298" y="3224832"/>
            <a:ext cx="409575" cy="38735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body" idx="1"/>
          </p:nvPr>
        </p:nvSpPr>
        <p:spPr>
          <a:xfrm>
            <a:off x="1033145" y="1247775"/>
            <a:ext cx="10835640" cy="4902200"/>
          </a:xfrm>
        </p:spPr>
        <p:txBody>
          <a:bodyPr>
            <a:normAutofit fontScale="90000" lnSpcReduction="10000"/>
          </a:bodyPr>
          <a:lstStyle/>
          <a:p>
            <a:pPr eaLnBrk="1" hangingPunct="1">
              <a:lnSpc>
                <a:spcPct val="150000"/>
              </a:lnSpc>
              <a:spcBef>
                <a:spcPts val="25"/>
              </a:spcBef>
              <a:spcAft>
                <a:spcPts val="1200"/>
              </a:spcAft>
              <a:buFontTx/>
              <a:buNone/>
              <a:defRPr/>
            </a:pPr>
            <a:r>
              <a:rPr lang="zh-CN" altLang="en-US" sz="2400" b="1" dirty="0" smtClean="0">
                <a:solidFill>
                  <a:srgbClr val="C00000"/>
                </a:solidFill>
                <a:latin typeface="微软雅黑" panose="020B0503020204020204" charset="-122"/>
                <a:ea typeface="微软雅黑" panose="020B0503020204020204" charset="-122"/>
              </a:rPr>
              <a:t>外观设计专利</a:t>
            </a:r>
            <a:r>
              <a:rPr lang="en-US" altLang="zh-CN" sz="2400" b="1" dirty="0" smtClean="0">
                <a:solidFill>
                  <a:srgbClr val="C00000"/>
                </a:solidFill>
                <a:latin typeface="微软雅黑" panose="020B0503020204020204" charset="-122"/>
                <a:ea typeface="微软雅黑" panose="020B0503020204020204" charset="-122"/>
              </a:rPr>
              <a:t> </a:t>
            </a:r>
            <a:r>
              <a:rPr lang="zh-CN" altLang="en-US" sz="2400" b="1" dirty="0" smtClean="0">
                <a:solidFill>
                  <a:srgbClr val="C00000"/>
                </a:solidFill>
                <a:latin typeface="微软雅黑" panose="020B0503020204020204" charset="-122"/>
                <a:ea typeface="微软雅黑" panose="020B0503020204020204" charset="-122"/>
              </a:rPr>
              <a:t>技术交底书的要求</a:t>
            </a:r>
            <a:endParaRPr lang="en-US" altLang="zh-CN" sz="2400" b="1" dirty="0" smtClean="0">
              <a:solidFill>
                <a:srgbClr val="C00000"/>
              </a:solidFill>
              <a:latin typeface="微软雅黑" panose="020B0503020204020204" charset="-122"/>
              <a:ea typeface="微软雅黑" panose="020B0503020204020204" charset="-122"/>
            </a:endParaRPr>
          </a:p>
          <a:p>
            <a:pPr eaLnBrk="1" hangingPunct="1">
              <a:lnSpc>
                <a:spcPct val="150000"/>
              </a:lnSpc>
              <a:spcBef>
                <a:spcPts val="25"/>
              </a:spcBef>
              <a:spcAft>
                <a:spcPts val="1200"/>
              </a:spcAft>
              <a:buFontTx/>
              <a:buNone/>
              <a:defRPr/>
            </a:pPr>
            <a:r>
              <a:rPr lang="zh-CN" altLang="en-US" sz="2400" b="1" dirty="0" smtClean="0">
                <a:solidFill>
                  <a:schemeClr val="tx2">
                    <a:lumMod val="60000"/>
                    <a:lumOff val="40000"/>
                  </a:schemeClr>
                </a:solidFill>
                <a:latin typeface="微软雅黑" panose="020B0503020204020204" charset="-122"/>
                <a:ea typeface="微软雅黑" panose="020B0503020204020204" charset="-122"/>
              </a:rPr>
              <a:t>      提供图纸</a:t>
            </a:r>
            <a:endParaRPr lang="zh-CN" altLang="en-US" sz="2400" b="1" dirty="0" smtClean="0">
              <a:solidFill>
                <a:schemeClr val="tx2">
                  <a:lumMod val="60000"/>
                  <a:lumOff val="40000"/>
                </a:schemeClr>
              </a:solidFill>
              <a:latin typeface="微软雅黑" panose="020B0503020204020204" charset="-122"/>
              <a:ea typeface="微软雅黑" panose="020B0503020204020204" charset="-122"/>
            </a:endParaRPr>
          </a:p>
          <a:p>
            <a:pPr marL="26035" indent="-26035"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1.1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至少包括</a:t>
            </a:r>
            <a:r>
              <a:rPr lang="zh-CN" altLang="en-US" sz="2400" b="1" dirty="0" smtClean="0">
                <a:solidFill>
                  <a:schemeClr val="tx2">
                    <a:lumMod val="60000"/>
                    <a:lumOff val="40000"/>
                  </a:schemeClr>
                </a:solidFill>
                <a:latin typeface="微软雅黑" panose="020B0503020204020204" charset="-122"/>
                <a:ea typeface="微软雅黑" panose="020B0503020204020204" charset="-122"/>
              </a:rPr>
              <a:t>六面视图和立体图</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26035" indent="-26035"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1.2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有使用状态的，附加使用参考图；</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26035" indent="-26035" eaLnBrk="1" hangingPunct="1">
              <a:lnSpc>
                <a:spcPct val="150000"/>
              </a:lnSpc>
              <a:spcBef>
                <a:spcPts val="25"/>
              </a:spcBef>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1.3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格式为</a:t>
            </a:r>
            <a:r>
              <a:rPr lang="en-US" altLang="zh-CN" sz="2400" b="1" dirty="0" smtClean="0">
                <a:solidFill>
                  <a:schemeClr val="tx2">
                    <a:lumMod val="60000"/>
                    <a:lumOff val="40000"/>
                  </a:schemeClr>
                </a:solidFill>
                <a:latin typeface="微软雅黑" panose="020B0503020204020204" charset="-122"/>
                <a:ea typeface="微软雅黑" panose="020B0503020204020204" charset="-122"/>
              </a:rPr>
              <a:t>AUTO CAD</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平面线条图，不要有多余的线条</a:t>
            </a:r>
            <a:r>
              <a:rPr lang="zh-CN" altLang="en-US" sz="2400" b="1" dirty="0" smtClean="0">
                <a:solidFill>
                  <a:schemeClr val="tx2">
                    <a:lumMod val="60000"/>
                    <a:lumOff val="40000"/>
                  </a:schemeClr>
                </a:solidFill>
                <a:latin typeface="微软雅黑" panose="020B0503020204020204" charset="-122"/>
                <a:ea typeface="微软雅黑" panose="020B0503020204020204" charset="-122"/>
              </a:rPr>
              <a:t>或者为</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边界清晰、无锯齿状的</a:t>
            </a:r>
            <a:r>
              <a:rPr lang="en-US" altLang="zh-CN" sz="2400" b="1" dirty="0" smtClean="0">
                <a:solidFill>
                  <a:schemeClr val="tx2">
                    <a:lumMod val="60000"/>
                    <a:lumOff val="40000"/>
                  </a:schemeClr>
                </a:solidFill>
                <a:latin typeface="微软雅黑" panose="020B0503020204020204" charset="-122"/>
                <a:ea typeface="微软雅黑" panose="020B0503020204020204" charset="-122"/>
              </a:rPr>
              <a:t>JPG</a:t>
            </a:r>
            <a:r>
              <a:rPr lang="zh-CN" altLang="en-US" sz="2400" b="1" dirty="0" smtClean="0">
                <a:solidFill>
                  <a:schemeClr val="tx2">
                    <a:lumMod val="60000"/>
                    <a:lumOff val="40000"/>
                  </a:schemeClr>
                </a:solidFill>
                <a:latin typeface="微软雅黑" panose="020B0503020204020204" charset="-122"/>
                <a:ea typeface="微软雅黑" panose="020B0503020204020204" charset="-122"/>
              </a:rPr>
              <a:t>效果图</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，不要有边框线，实物应该是怎样的，效果图就怎样；</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marL="26035" indent="-26035" algn="l" eaLnBrk="1" hangingPunct="1">
              <a:lnSpc>
                <a:spcPct val="150000"/>
              </a:lnSpc>
              <a:spcBef>
                <a:spcPts val="25"/>
              </a:spcBef>
              <a:buClrTx/>
              <a:buSzTx/>
              <a:buFontTx/>
              <a:buNone/>
              <a:defRPr/>
            </a:pPr>
            <a:r>
              <a:rPr lang="en-US" altLang="zh-CN" sz="2400" dirty="0" smtClean="0">
                <a:solidFill>
                  <a:schemeClr val="tx1">
                    <a:lumMod val="65000"/>
                    <a:lumOff val="35000"/>
                  </a:schemeClr>
                </a:solidFill>
                <a:latin typeface="微软雅黑" panose="020B0503020204020204" charset="-122"/>
                <a:ea typeface="微软雅黑" panose="020B0503020204020204" charset="-122"/>
              </a:rPr>
              <a:t>1.4 </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给代理人讲述哪部分为最有特点的地方。</a:t>
            </a:r>
            <a:endParaRPr lang="zh-CN" altLang="en-US" sz="2400" dirty="0" smtClean="0">
              <a:solidFill>
                <a:schemeClr val="tx1">
                  <a:lumMod val="65000"/>
                  <a:lumOff val="3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2400" dirty="0" smtClean="0"/>
              <a:t>       </a:t>
            </a:r>
            <a:endParaRPr lang="zh-CN" altLang="en-US" sz="2400" dirty="0" smtClean="0"/>
          </a:p>
          <a:p>
            <a:pPr eaLnBrk="1" hangingPunct="1">
              <a:lnSpc>
                <a:spcPct val="150000"/>
              </a:lnSpc>
              <a:spcBef>
                <a:spcPts val="25"/>
              </a:spcBef>
              <a:buFontTx/>
              <a:buNone/>
              <a:defRPr/>
            </a:pPr>
            <a:r>
              <a:rPr lang="zh-CN" altLang="en-US" sz="2400" dirty="0" smtClean="0"/>
              <a:t>     </a:t>
            </a:r>
            <a:endParaRPr lang="zh-CN" altLang="en-US" sz="2400" dirty="0" smtClean="0"/>
          </a:p>
        </p:txBody>
      </p:sp>
      <p:sp>
        <p:nvSpPr>
          <p:cNvPr id="5" name="灯片编号占位符 4"/>
          <p:cNvSpPr>
            <a:spLocks noGrp="1"/>
          </p:cNvSpPr>
          <p:nvPr>
            <p:ph type="sldNum" sz="quarter" idx="12"/>
          </p:nvPr>
        </p:nvSpPr>
        <p:spPr/>
        <p:txBody>
          <a:bodyPr/>
          <a:lstStyle/>
          <a:p>
            <a:pPr>
              <a:defRPr/>
            </a:pPr>
            <a:fld id="{C091A8F4-C023-4809-B048-5C361F1C0675}"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1133448" y="1936742"/>
            <a:ext cx="409575" cy="387350"/>
          </a:xfrm>
          <a:prstGeom prst="rect">
            <a:avLst/>
          </a:prstGeom>
          <a:noFill/>
          <a:ln w="9525">
            <a:noFill/>
            <a:miter lim="800000"/>
            <a:headEnd/>
            <a:tailEnd/>
          </a:ln>
        </p:spPr>
      </p:pic>
      <p:grpSp>
        <p:nvGrpSpPr>
          <p:cNvPr id="9" name="组合 8"/>
          <p:cNvGrpSpPr/>
          <p:nvPr/>
        </p:nvGrpSpPr>
        <p:grpSpPr>
          <a:xfrm>
            <a:off x="197485" y="532765"/>
            <a:ext cx="519430" cy="408940"/>
            <a:chOff x="110" y="450"/>
            <a:chExt cx="818" cy="644"/>
          </a:xfrm>
        </p:grpSpPr>
        <p:sp>
          <p:nvSpPr>
            <p:cNvPr id="10"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1"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2" name="文本框 11"/>
          <p:cNvSpPr txBox="1"/>
          <p:nvPr>
            <p:custDataLst>
              <p:tags r:id="rId4"/>
            </p:custDataLst>
          </p:nvPr>
        </p:nvSpPr>
        <p:spPr>
          <a:xfrm>
            <a:off x="895350" y="555625"/>
            <a:ext cx="4041140" cy="485140"/>
          </a:xfrm>
          <a:prstGeom prst="rect">
            <a:avLst/>
          </a:prstGeom>
          <a:noFill/>
        </p:spPr>
        <p:txBody>
          <a:bodyPr wrap="square" rtlCol="0" anchor="t">
            <a:spAutoFit/>
          </a:bodyPr>
          <a:p>
            <a:pPr marL="0" indent="0" eaLnBrk="1" hangingPunct="1">
              <a:lnSpc>
                <a:spcPct val="80000"/>
              </a:lnSpc>
              <a:buNone/>
            </a:pPr>
            <a:r>
              <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rPr>
              <a:t>技术交底书要求</a:t>
            </a:r>
            <a:endParaRPr lang="zh-CN" altLang="zh-CN" sz="3200" b="1"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5" name="五边形 14"/>
          <p:cNvSpPr/>
          <p:nvPr>
            <p:custDataLst>
              <p:tags r:id="rId5"/>
            </p:custDataLst>
          </p:nvPr>
        </p:nvSpPr>
        <p:spPr>
          <a:xfrm rot="10800000">
            <a:off x="10477515" y="500043"/>
            <a:ext cx="1714480" cy="428627"/>
          </a:xfrm>
          <a:prstGeom prst="homePlate">
            <a:avLst>
              <a:gd name="adj" fmla="val 28182"/>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n>
                <a:solidFill>
                  <a:schemeClr val="accent5">
                    <a:lumMod val="75000"/>
                  </a:schemeClr>
                </a:solidFill>
              </a:ln>
              <a:solidFill>
                <a:schemeClr val="accent5">
                  <a:lumMod val="75000"/>
                </a:schemeClr>
              </a:solidFill>
            </a:endParaRPr>
          </a:p>
        </p:txBody>
      </p:sp>
      <p:sp>
        <p:nvSpPr>
          <p:cNvPr id="16" name="TextBox 15"/>
          <p:cNvSpPr txBox="1"/>
          <p:nvPr>
            <p:custDataLst>
              <p:tags r:id="rId6"/>
            </p:custDataLst>
          </p:nvPr>
        </p:nvSpPr>
        <p:spPr>
          <a:xfrm>
            <a:off x="10906143" y="500042"/>
            <a:ext cx="1097280" cy="368300"/>
          </a:xfrm>
          <a:prstGeom prst="rect">
            <a:avLst/>
          </a:prstGeom>
          <a:noFill/>
        </p:spPr>
        <p:txBody>
          <a:bodyPr wrap="none" rtlCol="0">
            <a:spAutoFit/>
          </a:bodyPr>
          <a:p>
            <a:r>
              <a:rPr lang="zh-CN" altLang="en-US" b="1" dirty="0" smtClean="0">
                <a:solidFill>
                  <a:schemeClr val="bg1"/>
                </a:solidFill>
                <a:latin typeface="微软雅黑" panose="020B0503020204020204" charset="-122"/>
                <a:ea typeface="微软雅黑" panose="020B0503020204020204" charset="-122"/>
              </a:rPr>
              <a:t>外观设计</a:t>
            </a:r>
            <a:endParaRPr lang="zh-CN" altLang="en-US" b="1" dirty="0">
              <a:solidFill>
                <a:schemeClr val="bg1"/>
              </a:solidFill>
              <a:latin typeface="微软雅黑" panose="020B0503020204020204" charset="-122"/>
              <a:ea typeface="微软雅黑" panose="020B0503020204020204"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197485" y="532765"/>
            <a:ext cx="519430" cy="408940"/>
            <a:chOff x="110" y="450"/>
            <a:chExt cx="818" cy="644"/>
          </a:xfrm>
        </p:grpSpPr>
        <p:sp>
          <p:nvSpPr>
            <p:cNvPr id="5"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奖励制度</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graphicFrame>
        <p:nvGraphicFramePr>
          <p:cNvPr id="13" name="表格 12"/>
          <p:cNvGraphicFramePr/>
          <p:nvPr>
            <p:custDataLst>
              <p:tags r:id="rId4"/>
            </p:custDataLst>
          </p:nvPr>
        </p:nvGraphicFramePr>
        <p:xfrm>
          <a:off x="649605" y="1341120"/>
          <a:ext cx="10616565" cy="4808220"/>
        </p:xfrm>
        <a:graphic>
          <a:graphicData uri="http://schemas.openxmlformats.org/drawingml/2006/table">
            <a:tbl>
              <a:tblPr firstRow="1">
                <a:tableStyleId>{BFA736B0-434C-4D96-ADC9-E88EF129BC04}</a:tableStyleId>
              </a:tblPr>
              <a:tblGrid>
                <a:gridCol w="2895600"/>
                <a:gridCol w="4289425"/>
                <a:gridCol w="3431540"/>
              </a:tblGrid>
              <a:tr h="400685">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奖励类型</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知识产权类型</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奖励金额（元）</a:t>
                      </a:r>
                      <a:endParaRPr lang="zh-CN" altLang="en-US" sz="2000">
                        <a:solidFill>
                          <a:schemeClr val="bg2">
                            <a:lumMod val="25000"/>
                          </a:schemeClr>
                        </a:solidFill>
                        <a:latin typeface="微软雅黑" panose="020B0503020204020204" charset="-122"/>
                        <a:ea typeface="微软雅黑" panose="020B0503020204020204" charset="-122"/>
                      </a:endParaRPr>
                    </a:p>
                  </a:txBody>
                  <a:tcPr/>
                </a:tc>
              </a:tr>
              <a:tr h="400685">
                <a:tc rowSpan="4">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申请奖</a:t>
                      </a:r>
                      <a:endParaRPr lang="zh-CN" altLang="en-US" sz="2000">
                        <a:solidFill>
                          <a:schemeClr val="bg2">
                            <a:lumMod val="25000"/>
                          </a:schemeClr>
                        </a:solidFill>
                        <a:latin typeface="微软雅黑" panose="020B0503020204020204" charset="-122"/>
                        <a:ea typeface="微软雅黑" panose="020B0503020204020204" charset="-122"/>
                      </a:endParaRPr>
                    </a:p>
                  </a:txBody>
                  <a:tcPr anchor="ctr" anchorCtr="0"/>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发明专利</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2000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实用新型专利</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1000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集成电路布图设计</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1000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软件著作权</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1000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rowSpan="7">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rPr>
                        <a:t>授权奖</a:t>
                      </a:r>
                      <a:endParaRPr lang="zh-CN" altLang="en-US" sz="2000">
                        <a:solidFill>
                          <a:schemeClr val="bg2">
                            <a:lumMod val="25000"/>
                          </a:schemeClr>
                        </a:solidFill>
                        <a:latin typeface="微软雅黑" panose="020B0503020204020204" charset="-122"/>
                        <a:ea typeface="微软雅黑" panose="020B0503020204020204" charset="-122"/>
                      </a:endParaRPr>
                    </a:p>
                  </a:txBody>
                  <a:tcPr anchor="ctr" anchorCtr="0"/>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发明专利（</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A</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档）</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100000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发明专利（</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B</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档）</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10000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发明专利（</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C</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档）</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6000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实用新型专利（</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A</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档）</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2000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实用新型</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专利（</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B</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档）</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1000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软件著作权</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A</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档）</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2000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r h="400685">
                <a:tc vMerge="1">
                  <a:tcPr/>
                </a:tc>
                <a:tc>
                  <a:txBody>
                    <a:bodyPr/>
                    <a:p>
                      <a:pPr algn="ctr">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软件著作权</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A</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档）</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algn="ctr">
                        <a:buNone/>
                      </a:pPr>
                      <a:r>
                        <a:rPr lang="en-US" altLang="zh-CN" sz="2000">
                          <a:solidFill>
                            <a:schemeClr val="bg2">
                              <a:lumMod val="25000"/>
                            </a:schemeClr>
                          </a:solidFill>
                          <a:latin typeface="微软雅黑" panose="020B0503020204020204" charset="-122"/>
                          <a:ea typeface="微软雅黑" panose="020B0503020204020204" charset="-122"/>
                        </a:rPr>
                        <a:t>1000</a:t>
                      </a:r>
                      <a:endParaRPr lang="en-US" altLang="zh-CN" sz="2000">
                        <a:solidFill>
                          <a:schemeClr val="bg2">
                            <a:lumMod val="25000"/>
                          </a:schemeClr>
                        </a:solidFill>
                        <a:latin typeface="微软雅黑" panose="020B0503020204020204" charset="-122"/>
                        <a:ea typeface="微软雅黑" panose="020B0503020204020204" charset="-122"/>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197485" y="532765"/>
            <a:ext cx="519430" cy="408940"/>
            <a:chOff x="110" y="450"/>
            <a:chExt cx="818" cy="644"/>
          </a:xfrm>
        </p:grpSpPr>
        <p:sp>
          <p:nvSpPr>
            <p:cNvPr id="5"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奖励制度</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
        <p:nvSpPr>
          <p:cNvPr id="100" name="文本框 99"/>
          <p:cNvSpPr txBox="1"/>
          <p:nvPr/>
        </p:nvSpPr>
        <p:spPr>
          <a:xfrm>
            <a:off x="1016000" y="1310005"/>
            <a:ext cx="10568305" cy="1337945"/>
          </a:xfrm>
          <a:prstGeom prst="rect">
            <a:avLst/>
          </a:prstGeom>
          <a:noFill/>
          <a:ln w="9525">
            <a:noFill/>
          </a:ln>
        </p:spPr>
        <p:txBody>
          <a:bodyPr wrap="square">
            <a:spAutoFit/>
          </a:bodyPr>
          <a:p>
            <a:pPr algn="l">
              <a:lnSpc>
                <a:spcPct val="150000"/>
              </a:lnSpc>
              <a:buClrTx/>
              <a:buSzTx/>
              <a:buFontTx/>
            </a:pPr>
            <a:r>
              <a:rPr lang="zh-CN" altLang="en-US" dirty="0">
                <a:solidFill>
                  <a:schemeClr val="bg2">
                    <a:lumMod val="25000"/>
                  </a:schemeClr>
                </a:solidFill>
                <a:latin typeface="微软雅黑" panose="020B0503020204020204" charset="-122"/>
                <a:ea typeface="微软雅黑" panose="020B0503020204020204" charset="-122"/>
              </a:rPr>
              <a:t>授权知识产权的档次主要从知识产权</a:t>
            </a:r>
            <a:r>
              <a:rPr lang="zh-CN" altLang="en-US" b="1" dirty="0">
                <a:solidFill>
                  <a:schemeClr val="accent2">
                    <a:lumMod val="75000"/>
                  </a:schemeClr>
                </a:solidFill>
                <a:latin typeface="微软雅黑" panose="020B0503020204020204" charset="-122"/>
                <a:ea typeface="微软雅黑" panose="020B0503020204020204" charset="-122"/>
              </a:rPr>
              <a:t>技术先进性</a:t>
            </a:r>
            <a:r>
              <a:rPr lang="zh-CN" altLang="en-US" dirty="0">
                <a:solidFill>
                  <a:schemeClr val="bg2">
                    <a:lumMod val="25000"/>
                  </a:schemeClr>
                </a:solidFill>
                <a:latin typeface="微软雅黑" panose="020B0503020204020204" charset="-122"/>
                <a:ea typeface="微软雅黑" panose="020B0503020204020204" charset="-122"/>
              </a:rPr>
              <a:t>、知识产权与</a:t>
            </a:r>
            <a:r>
              <a:rPr lang="zh-CN" altLang="en-US" b="1" dirty="0">
                <a:solidFill>
                  <a:schemeClr val="accent2">
                    <a:lumMod val="75000"/>
                  </a:schemeClr>
                </a:solidFill>
                <a:latin typeface="微软雅黑" panose="020B0503020204020204" charset="-122"/>
                <a:ea typeface="微软雅黑" panose="020B0503020204020204" charset="-122"/>
              </a:rPr>
              <a:t>产品关联性</a:t>
            </a:r>
            <a:r>
              <a:rPr lang="zh-CN" altLang="en-US" dirty="0">
                <a:solidFill>
                  <a:schemeClr val="bg2">
                    <a:lumMod val="25000"/>
                  </a:schemeClr>
                </a:solidFill>
                <a:latin typeface="微软雅黑" panose="020B0503020204020204" charset="-122"/>
                <a:ea typeface="微软雅黑" panose="020B0503020204020204" charset="-122"/>
              </a:rPr>
              <a:t>、知识产权</a:t>
            </a:r>
            <a:r>
              <a:rPr lang="zh-CN" altLang="en-US" b="1" dirty="0">
                <a:solidFill>
                  <a:schemeClr val="accent2">
                    <a:lumMod val="75000"/>
                  </a:schemeClr>
                </a:solidFill>
                <a:latin typeface="微软雅黑" panose="020B0503020204020204" charset="-122"/>
                <a:ea typeface="微软雅黑" panose="020B0503020204020204" charset="-122"/>
              </a:rPr>
              <a:t>举证竞品难易性</a:t>
            </a:r>
            <a:r>
              <a:rPr lang="zh-CN" altLang="en-US" dirty="0">
                <a:solidFill>
                  <a:schemeClr val="bg2">
                    <a:lumMod val="25000"/>
                  </a:schemeClr>
                </a:solidFill>
                <a:latin typeface="微软雅黑" panose="020B0503020204020204" charset="-122"/>
                <a:ea typeface="微软雅黑" panose="020B0503020204020204" charset="-122"/>
              </a:rPr>
              <a:t>等三个维度进行核定。授权知识产权的档次由公司“知识产权战略委员会”核定，该委员会成员目前由公司高管暂时代理。</a:t>
            </a:r>
            <a:endParaRPr lang="zh-CN" altLang="en-US" dirty="0">
              <a:solidFill>
                <a:schemeClr val="bg2">
                  <a:lumMod val="25000"/>
                </a:schemeClr>
              </a:solidFill>
              <a:latin typeface="微软雅黑" panose="020B0503020204020204" charset="-122"/>
              <a:ea typeface="微软雅黑" panose="020B0503020204020204" charset="-122"/>
            </a:endParaRPr>
          </a:p>
        </p:txBody>
      </p:sp>
      <p:graphicFrame>
        <p:nvGraphicFramePr>
          <p:cNvPr id="6" name="表格 5"/>
          <p:cNvGraphicFramePr/>
          <p:nvPr>
            <p:custDataLst>
              <p:tags r:id="rId4"/>
            </p:custDataLst>
          </p:nvPr>
        </p:nvGraphicFramePr>
        <p:xfrm>
          <a:off x="1078230" y="3095625"/>
          <a:ext cx="10376535" cy="2194560"/>
        </p:xfrm>
        <a:graphic>
          <a:graphicData uri="http://schemas.openxmlformats.org/drawingml/2006/table">
            <a:tbl>
              <a:tblPr firstRow="1">
                <a:tableStyleId>{BFA736B0-434C-4D96-ADC9-E88EF129BC04}</a:tableStyleId>
              </a:tblPr>
              <a:tblGrid>
                <a:gridCol w="1750695"/>
                <a:gridCol w="2663190"/>
                <a:gridCol w="671195"/>
                <a:gridCol w="1855470"/>
                <a:gridCol w="1711325"/>
                <a:gridCol w="1724660"/>
              </a:tblGrid>
              <a:tr h="548640">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rPr>
                        <a:t>档次</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rPr>
                        <a:t>对应分值</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rowSpan="4">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rPr>
                        <a:t>核定标准</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rPr>
                        <a:t>技术先进性</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rPr>
                        <a:t>产品关联性</a:t>
                      </a:r>
                      <a:endParaRPr lang="zh-CN" altLang="en-US" sz="20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rPr>
                        <a:t>举证难易性</a:t>
                      </a:r>
                      <a:endParaRPr lang="zh-CN" altLang="en-US" sz="2000">
                        <a:solidFill>
                          <a:schemeClr val="bg2">
                            <a:lumMod val="25000"/>
                          </a:schemeClr>
                        </a:solidFill>
                        <a:latin typeface="微软雅黑" panose="020B0503020204020204" charset="-122"/>
                        <a:ea typeface="微软雅黑" panose="020B0503020204020204" charset="-122"/>
                      </a:endParaRPr>
                    </a:p>
                  </a:txBody>
                  <a:tcPr/>
                </a:tc>
              </a:tr>
              <a:tr h="548640">
                <a:tc>
                  <a:txBody>
                    <a:bodyPr/>
                    <a:p>
                      <a:pPr indent="0" algn="ctr" fontAlgn="auto">
                        <a:lnSpc>
                          <a:spcPct val="150000"/>
                        </a:lnSpc>
                        <a:buNone/>
                      </a:pPr>
                      <a:r>
                        <a:rPr lang="en-US" altLang="zh-CN" sz="2000">
                          <a:solidFill>
                            <a:schemeClr val="bg2">
                              <a:lumMod val="25000"/>
                            </a:schemeClr>
                          </a:solidFill>
                          <a:latin typeface="微软雅黑" panose="020B0503020204020204" charset="-122"/>
                          <a:ea typeface="微软雅黑" panose="020B0503020204020204" charset="-122"/>
                        </a:rPr>
                        <a:t>A</a:t>
                      </a:r>
                      <a:endParaRPr lang="en-US" altLang="zh-CN" sz="20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None/>
                      </a:pP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13-15</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vMerge="1">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高（</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5</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强（</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易（</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endParaRPr>
                    </a:p>
                  </a:txBody>
                  <a:tcPr/>
                </a:tc>
              </a:tr>
              <a:tr h="548640">
                <a:tc>
                  <a:txBody>
                    <a:bodyPr/>
                    <a:p>
                      <a:pPr indent="0" algn="ctr" fontAlgn="auto">
                        <a:lnSpc>
                          <a:spcPct val="150000"/>
                        </a:lnSpc>
                        <a:buNone/>
                      </a:pPr>
                      <a:r>
                        <a:rPr lang="en-US" altLang="zh-CN" sz="2000">
                          <a:solidFill>
                            <a:schemeClr val="bg2">
                              <a:lumMod val="25000"/>
                            </a:schemeClr>
                          </a:solidFill>
                          <a:latin typeface="微软雅黑" panose="020B0503020204020204" charset="-122"/>
                          <a:ea typeface="微软雅黑" panose="020B0503020204020204" charset="-122"/>
                        </a:rPr>
                        <a:t>B</a:t>
                      </a:r>
                      <a:endParaRPr lang="en-US" altLang="zh-CN" sz="20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None/>
                      </a:pP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10-12</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vMerge="1">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较高（</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3</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较</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强（</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较</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易（</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endParaRPr>
                    </a:p>
                  </a:txBody>
                  <a:tcPr/>
                </a:tc>
              </a:tr>
              <a:tr h="548640">
                <a:tc>
                  <a:txBody>
                    <a:bodyPr/>
                    <a:p>
                      <a:pPr indent="0" algn="ctr" fontAlgn="auto">
                        <a:lnSpc>
                          <a:spcPct val="150000"/>
                        </a:lnSpc>
                        <a:buNone/>
                      </a:pPr>
                      <a:r>
                        <a:rPr lang="en-US" altLang="zh-CN" sz="2000">
                          <a:solidFill>
                            <a:schemeClr val="bg2">
                              <a:lumMod val="25000"/>
                            </a:schemeClr>
                          </a:solidFill>
                          <a:latin typeface="微软雅黑" panose="020B0503020204020204" charset="-122"/>
                          <a:ea typeface="微软雅黑" panose="020B0503020204020204" charset="-122"/>
                        </a:rPr>
                        <a:t>C</a:t>
                      </a:r>
                      <a:endParaRPr lang="en-US" altLang="zh-CN" sz="20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None/>
                      </a:pP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3-9</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vMerge="1">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一般（</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rPr>
                        <a:t>1</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一般（</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endParaRPr>
                    </a:p>
                  </a:txBody>
                  <a:tcPr/>
                </a:tc>
                <a:tc>
                  <a:txBody>
                    <a:bodyPr/>
                    <a:p>
                      <a:pPr indent="0" algn="ctr" fontAlgn="auto">
                        <a:lnSpc>
                          <a:spcPct val="150000"/>
                        </a:lnSpc>
                        <a:buNone/>
                      </a:pP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一般（</a:t>
                      </a:r>
                      <a:r>
                        <a:rPr lang="en-US" altLang="zh-CN"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1</a:t>
                      </a:r>
                      <a:r>
                        <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rPr>
                        <a:t>分）</a:t>
                      </a:r>
                      <a:endParaRPr lang="zh-CN" altLang="en-US" sz="2000">
                        <a:solidFill>
                          <a:schemeClr val="bg2">
                            <a:lumMod val="25000"/>
                          </a:schemeClr>
                        </a:solidFill>
                        <a:latin typeface="微软雅黑" panose="020B0503020204020204" charset="-122"/>
                        <a:ea typeface="微软雅黑" panose="020B0503020204020204" charset="-122"/>
                        <a:cs typeface="微软雅黑" panose="020B0503020204020204" charset="-122"/>
                        <a:sym typeface="+mn-ea"/>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 name="组合 3"/>
          <p:cNvGrpSpPr/>
          <p:nvPr/>
        </p:nvGrpSpPr>
        <p:grpSpPr>
          <a:xfrm>
            <a:off x="197485" y="532765"/>
            <a:ext cx="519430" cy="408940"/>
            <a:chOff x="110" y="450"/>
            <a:chExt cx="818" cy="644"/>
          </a:xfrm>
        </p:grpSpPr>
        <p:sp>
          <p:nvSpPr>
            <p:cNvPr id="5"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0"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1" name="文本框 10"/>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en-US" altLang="zh-CN" sz="3200" b="1" dirty="0">
                <a:latin typeface="微软雅黑" panose="020B0503020204020204" charset="-122"/>
                <a:ea typeface="微软雅黑" panose="020B0503020204020204" charset="-122"/>
                <a:cs typeface="思源黑体 CN Bold" panose="020B0800000000000000" charset="-122"/>
                <a:sym typeface="+mn-ea"/>
              </a:rPr>
              <a:t>2024</a:t>
            </a:r>
            <a:r>
              <a:rPr lang="zh-CN" altLang="en-US" sz="3200" b="1" dirty="0">
                <a:latin typeface="微软雅黑" panose="020B0503020204020204" charset="-122"/>
                <a:ea typeface="微软雅黑" panose="020B0503020204020204" charset="-122"/>
                <a:cs typeface="思源黑体 CN Bold" panose="020B0800000000000000" charset="-122"/>
                <a:sym typeface="+mn-ea"/>
              </a:rPr>
              <a:t>年度专利考核指标</a:t>
            </a:r>
            <a:endParaRPr lang="zh-CN" altLang="en-US" sz="3200" b="1" dirty="0">
              <a:latin typeface="微软雅黑" panose="020B0503020204020204" charset="-122"/>
              <a:ea typeface="微软雅黑" panose="020B0503020204020204" charset="-122"/>
              <a:cs typeface="思源黑体 CN Bold" panose="020B0800000000000000" charset="-122"/>
              <a:sym typeface="+mn-ea"/>
            </a:endParaRPr>
          </a:p>
        </p:txBody>
      </p:sp>
      <p:pic>
        <p:nvPicPr>
          <p:cNvPr id="2" name="图片 1"/>
          <p:cNvPicPr>
            <a:picLocks noChangeAspect="1"/>
          </p:cNvPicPr>
          <p:nvPr/>
        </p:nvPicPr>
        <p:blipFill>
          <a:blip r:embed="rId4"/>
          <a:stretch>
            <a:fillRect/>
          </a:stretch>
        </p:blipFill>
        <p:spPr>
          <a:xfrm>
            <a:off x="2574925" y="974725"/>
            <a:ext cx="7256145" cy="591883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51miz-P814451-IQSBTR2G-1920x1279"/>
          <p:cNvPicPr>
            <a:picLocks noChangeAspect="1"/>
          </p:cNvPicPr>
          <p:nvPr/>
        </p:nvPicPr>
        <p:blipFill>
          <a:blip r:embed="rId1">
            <a:alphaModFix amt="50000"/>
          </a:blip>
          <a:stretch>
            <a:fillRect/>
          </a:stretch>
        </p:blipFill>
        <p:spPr>
          <a:xfrm>
            <a:off x="0" y="0"/>
            <a:ext cx="12191365" cy="6858000"/>
          </a:xfrm>
          <a:prstGeom prst="rect">
            <a:avLst/>
          </a:prstGeom>
        </p:spPr>
      </p:pic>
      <p:sp>
        <p:nvSpPr>
          <p:cNvPr id="2" name="矩形 1"/>
          <p:cNvSpPr/>
          <p:nvPr/>
        </p:nvSpPr>
        <p:spPr>
          <a:xfrm>
            <a:off x="-10795" y="0"/>
            <a:ext cx="1220216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grpSp>
        <p:nvGrpSpPr>
          <p:cNvPr id="3" name="组合 2"/>
          <p:cNvGrpSpPr/>
          <p:nvPr/>
        </p:nvGrpSpPr>
        <p:grpSpPr>
          <a:xfrm>
            <a:off x="683260" y="1532255"/>
            <a:ext cx="6163945" cy="2812415"/>
            <a:chOff x="621" y="1363"/>
            <a:chExt cx="9707" cy="4429"/>
          </a:xfrm>
        </p:grpSpPr>
        <p:sp>
          <p:nvSpPr>
            <p:cNvPr id="8" name="文本框 7"/>
            <p:cNvSpPr txBox="1"/>
            <p:nvPr/>
          </p:nvSpPr>
          <p:spPr>
            <a:xfrm>
              <a:off x="621" y="1363"/>
              <a:ext cx="2661" cy="2082"/>
            </a:xfrm>
            <a:prstGeom prst="rect">
              <a:avLst/>
            </a:prstGeom>
            <a:noFill/>
            <a:effectLst>
              <a:outerShdw blurRad="50800" dist="38100" dir="2700000" algn="tl" rotWithShape="0">
                <a:prstClr val="black">
                  <a:alpha val="40000"/>
                </a:prstClr>
              </a:outerShdw>
            </a:effectLst>
          </p:spPr>
          <p:txBody>
            <a:bodyPr wrap="square" rtlCol="0">
              <a:spAutoFit/>
            </a:bodyPr>
            <a:p>
              <a:pPr algn="l"/>
              <a:r>
                <a:rPr lang="en-US" altLang="zh-CN" sz="8000" b="1">
                  <a:solidFill>
                    <a:schemeClr val="bg1"/>
                  </a:solidFill>
                  <a:latin typeface="微软雅黑" panose="020B0503020204020204" charset="-122"/>
                  <a:ea typeface="微软雅黑" panose="020B0503020204020204" charset="-122"/>
                </a:rPr>
                <a:t>04</a:t>
              </a:r>
              <a:endParaRPr lang="en-US" altLang="zh-CN" sz="8000" b="1">
                <a:solidFill>
                  <a:schemeClr val="bg1"/>
                </a:solidFill>
                <a:latin typeface="微软雅黑" panose="020B0503020204020204" charset="-122"/>
                <a:ea typeface="微软雅黑" panose="020B0503020204020204" charset="-122"/>
              </a:endParaRPr>
            </a:p>
          </p:txBody>
        </p:sp>
        <p:sp>
          <p:nvSpPr>
            <p:cNvPr id="11" name="矩形 10"/>
            <p:cNvSpPr/>
            <p:nvPr/>
          </p:nvSpPr>
          <p:spPr>
            <a:xfrm>
              <a:off x="621" y="3445"/>
              <a:ext cx="9707" cy="2347"/>
            </a:xfrm>
            <a:prstGeom prst="rect">
              <a:avLst/>
            </a:prstGeom>
            <a:noFill/>
            <a:ln w="38100" cap="rnd" cmpd="sng">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tlCol="0" anchor="ctr"/>
            <a:p>
              <a:pPr algn="l">
                <a:lnSpc>
                  <a:spcPct val="150000"/>
                </a:lnSpc>
              </a:pPr>
              <a:r>
                <a:rPr lang="zh-CN" altLang="en-US" sz="4000" b="1">
                  <a:solidFill>
                    <a:schemeClr val="bg1"/>
                  </a:solidFill>
                  <a:latin typeface="微软雅黑" panose="020B0503020204020204" charset="-122"/>
                  <a:ea typeface="微软雅黑" panose="020B0503020204020204" charset="-122"/>
                  <a:sym typeface="+mn-ea"/>
                </a:rPr>
                <a:t>专利规避设计</a:t>
              </a:r>
              <a:endParaRPr lang="zh-CN" altLang="en-US" sz="4000" b="1">
                <a:solidFill>
                  <a:schemeClr val="bg1"/>
                </a:solidFill>
                <a:latin typeface="微软雅黑" panose="020B0503020204020204" charset="-122"/>
                <a:ea typeface="微软雅黑" panose="020B0503020204020204" charset="-122"/>
                <a:sym typeface="+mn-ea"/>
              </a:endParaRPr>
            </a:p>
          </p:txBody>
        </p:sp>
      </p:grpSp>
      <p:sp>
        <p:nvSpPr>
          <p:cNvPr id="5" name="文本框 4"/>
          <p:cNvSpPr txBox="1"/>
          <p:nvPr>
            <p:custDataLst>
              <p:tags r:id="rId2"/>
            </p:custDataLst>
          </p:nvPr>
        </p:nvSpPr>
        <p:spPr>
          <a:xfrm>
            <a:off x="4654550" y="3429000"/>
            <a:ext cx="4064000" cy="1337945"/>
          </a:xfrm>
          <a:prstGeom prst="rect">
            <a:avLst/>
          </a:prstGeom>
          <a:noFill/>
        </p:spPr>
        <p:txBody>
          <a:bodyPr wrap="square" rtlCol="0" anchor="t">
            <a:spAutoFit/>
          </a:bodyPr>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什么是专利规避设计</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专利规避设计的基本流程</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mn-ea"/>
              </a:rPr>
              <a:t>· </a:t>
            </a:r>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rPr>
              <a:t>专利检索</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10235" y="1438910"/>
            <a:ext cx="11209020" cy="1753235"/>
          </a:xfrm>
          <a:prstGeom prst="rect">
            <a:avLst/>
          </a:prstGeom>
          <a:noFill/>
        </p:spPr>
        <p:txBody>
          <a:bodyPr wrap="square" rtlCol="0">
            <a:spAutoFit/>
          </a:bodyPr>
          <a:p>
            <a:pPr marL="0" indent="0" eaLnBrk="1" hangingPunct="1">
              <a:lnSpc>
                <a:spcPct val="150000"/>
              </a:lnSpc>
              <a:buNone/>
            </a:pPr>
            <a:r>
              <a:rPr lang="zh-CN" altLang="en-US" dirty="0">
                <a:latin typeface="微软雅黑" panose="020B0503020204020204" charset="-122"/>
                <a:ea typeface="微软雅黑" panose="020B0503020204020204" charset="-122"/>
                <a:cs typeface="思源黑体 CN Bold" panose="020B0800000000000000" charset="-122"/>
                <a:sym typeface="+mn-ea"/>
              </a:rPr>
              <a:t>专利规避设计</a:t>
            </a:r>
            <a:r>
              <a:rPr lang="zh-CN" dirty="0">
                <a:latin typeface="微软雅黑" panose="020B0503020204020204" charset="-122"/>
                <a:ea typeface="微软雅黑" panose="020B0503020204020204" charset="-122"/>
                <a:cs typeface="思源黑体 CN Bold" panose="020B0800000000000000" charset="-122"/>
                <a:sym typeface="+mn-ea"/>
              </a:rPr>
              <a:t>：</a:t>
            </a:r>
            <a:r>
              <a:rPr lang="zh-CN" altLang="zh-CN" dirty="0">
                <a:solidFill>
                  <a:schemeClr val="tx1"/>
                </a:solidFill>
                <a:latin typeface="微软雅黑" panose="020B0503020204020204" charset="-122"/>
                <a:ea typeface="微软雅黑" panose="020B0503020204020204" charset="-122"/>
                <a:cs typeface="思源黑体 Light" panose="020B0300000000000000" charset="-122"/>
                <a:sym typeface="+mn-ea"/>
              </a:rPr>
              <a:t>为规避专利保护范围来修改现有机构设计，在设计思路上重于</a:t>
            </a:r>
            <a:r>
              <a:rPr lang="zh-CN" altLang="zh-CN" b="1" dirty="0">
                <a:solidFill>
                  <a:schemeClr val="tx1"/>
                </a:solidFill>
                <a:latin typeface="微软雅黑" panose="020B0503020204020204" charset="-122"/>
                <a:ea typeface="微软雅黑" panose="020B0503020204020204" charset="-122"/>
                <a:cs typeface="思源黑体 Light" panose="020B0300000000000000" charset="-122"/>
                <a:sym typeface="+mn-ea"/>
              </a:rPr>
              <a:t>如何利用不同之构造来达成相同之功能，避免触犯他人权利。</a:t>
            </a:r>
            <a:endParaRPr lang="zh-CN" altLang="zh-CN"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eaLnBrk="1" hangingPunct="1">
              <a:lnSpc>
                <a:spcPct val="150000"/>
              </a:lnSpc>
              <a:buNone/>
            </a:pPr>
            <a:endParaRPr lang="zh-CN" altLang="zh-CN" dirty="0">
              <a:solidFill>
                <a:schemeClr val="tx1"/>
              </a:solidFill>
              <a:latin typeface="微软雅黑" panose="020B0503020204020204" charset="-122"/>
              <a:ea typeface="微软雅黑" panose="020B0503020204020204" charset="-122"/>
              <a:cs typeface="思源黑体 Light" panose="020B0300000000000000" charset="-122"/>
              <a:sym typeface="+mn-ea"/>
            </a:endParaRPr>
          </a:p>
          <a:p>
            <a:pPr marL="0" indent="0" eaLnBrk="1" hangingPunct="1">
              <a:lnSpc>
                <a:spcPct val="150000"/>
              </a:lnSpc>
              <a:buNone/>
            </a:pPr>
            <a:r>
              <a:rPr lang="zh-CN" altLang="zh-CN" dirty="0">
                <a:solidFill>
                  <a:schemeClr val="tx1"/>
                </a:solidFill>
                <a:latin typeface="微软雅黑" panose="020B0503020204020204" charset="-122"/>
                <a:ea typeface="微软雅黑" panose="020B0503020204020204" charset="-122"/>
                <a:cs typeface="思源黑体 Light" panose="020B0300000000000000" charset="-122"/>
                <a:sym typeface="+mn-ea"/>
              </a:rPr>
              <a:t>简言之，专利规避设计是一种</a:t>
            </a:r>
            <a:r>
              <a:rPr lang="zh-CN" altLang="zh-CN" b="1" dirty="0">
                <a:solidFill>
                  <a:schemeClr val="accent2"/>
                </a:solidFill>
                <a:latin typeface="微软雅黑" panose="020B0503020204020204" charset="-122"/>
                <a:ea typeface="微软雅黑" panose="020B0503020204020204" charset="-122"/>
                <a:cs typeface="思源黑体 Light" panose="020B0300000000000000" charset="-122"/>
                <a:sym typeface="+mn-ea"/>
              </a:rPr>
              <a:t>差异化设计</a:t>
            </a:r>
            <a:r>
              <a:rPr lang="zh-CN" altLang="zh-CN" dirty="0">
                <a:solidFill>
                  <a:schemeClr val="tx1"/>
                </a:solidFill>
                <a:latin typeface="微软雅黑" panose="020B0503020204020204" charset="-122"/>
                <a:ea typeface="微软雅黑" panose="020B0503020204020204" charset="-122"/>
                <a:cs typeface="思源黑体 Light" panose="020B0300000000000000" charset="-122"/>
                <a:sym typeface="+mn-ea"/>
              </a:rPr>
              <a:t>，其核心在于规避专利侵权的风险，本质上仍然属于一种研发行为。</a:t>
            </a:r>
            <a:endParaRPr lang="zh-CN" altLang="zh-CN" dirty="0">
              <a:solidFill>
                <a:schemeClr val="tx1"/>
              </a:solidFill>
              <a:latin typeface="微软雅黑" panose="020B0503020204020204" charset="-122"/>
              <a:ea typeface="微软雅黑" panose="020B0503020204020204" charset="-122"/>
              <a:cs typeface="思源黑体 Light" panose="020B0300000000000000" charset="-122"/>
              <a:sym typeface="+mn-ea"/>
            </a:endParaRPr>
          </a:p>
        </p:txBody>
      </p:sp>
      <p:pic>
        <p:nvPicPr>
          <p:cNvPr id="5" name="图片 4" descr="51miz-E726528-CD4C25AA-1920x500"/>
          <p:cNvPicPr>
            <a:picLocks noChangeAspect="1"/>
          </p:cNvPicPr>
          <p:nvPr/>
        </p:nvPicPr>
        <p:blipFill>
          <a:blip r:embed="rId1"/>
          <a:stretch>
            <a:fillRect/>
          </a:stretch>
        </p:blipFill>
        <p:spPr>
          <a:xfrm>
            <a:off x="0" y="3683000"/>
            <a:ext cx="12192000" cy="3175000"/>
          </a:xfrm>
          <a:prstGeom prst="rect">
            <a:avLst/>
          </a:prstGeom>
        </p:spPr>
      </p:pic>
      <p:grpSp>
        <p:nvGrpSpPr>
          <p:cNvPr id="10" name="组合 9"/>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14" name="文本框 13"/>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什么是专利规避设计？</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90600" y="1313815"/>
            <a:ext cx="6096000" cy="1639570"/>
          </a:xfrm>
          <a:prstGeom prst="rect">
            <a:avLst/>
          </a:prstGeom>
          <a:noFill/>
        </p:spPr>
        <p:txBody>
          <a:bodyPr wrap="square" rtlCol="0" anchor="t">
            <a:spAutoFit/>
          </a:bodyPr>
          <a:p>
            <a:pPr marL="0" indent="0" eaLnBrk="1" hangingPunct="1">
              <a:lnSpc>
                <a:spcPct val="80000"/>
              </a:lnSpc>
              <a:buNone/>
            </a:pP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1.规避前的稳定性评估</a:t>
            </a:r>
            <a:endPar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r>
              <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rPr>
              <a:t>①技术经验</a:t>
            </a: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r>
              <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rPr>
              <a:t>②同族专利</a:t>
            </a: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r>
              <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rPr>
              <a:t>③专利检索</a:t>
            </a: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nvGrpSpPr>
          <p:cNvPr id="4" name="组合 3"/>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专利规避设计的基本流程</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
        <p:nvSpPr>
          <p:cNvPr id="3" name="文本框 2"/>
          <p:cNvSpPr txBox="1"/>
          <p:nvPr/>
        </p:nvSpPr>
        <p:spPr>
          <a:xfrm>
            <a:off x="1047750" y="3429000"/>
            <a:ext cx="6096000" cy="1639570"/>
          </a:xfrm>
          <a:prstGeom prst="rect">
            <a:avLst/>
          </a:prstGeom>
          <a:noFill/>
        </p:spPr>
        <p:txBody>
          <a:bodyPr wrap="square" rtlCol="0" anchor="t">
            <a:spAutoFit/>
          </a:bodyPr>
          <a:p>
            <a:pPr marL="0" indent="0" eaLnBrk="1" hangingPunct="1">
              <a:lnSpc>
                <a:spcPct val="80000"/>
              </a:lnSpc>
              <a:buNone/>
            </a:pP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2.运用现有技术</a:t>
            </a:r>
            <a:endPar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r>
              <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rPr>
              <a:t>①参考说明书中的在先技术</a:t>
            </a: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r>
              <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rPr>
              <a:t>②参考目标专利引证的在先技术</a:t>
            </a: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80000"/>
              </a:lnSpc>
              <a:buNone/>
            </a:pPr>
            <a:r>
              <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rPr>
              <a:t>③参考功能、效果近似的失效专利方案</a:t>
            </a: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77240" y="1313815"/>
            <a:ext cx="10705465" cy="2390140"/>
          </a:xfrm>
          <a:prstGeom prst="rect">
            <a:avLst/>
          </a:prstGeom>
          <a:noFill/>
        </p:spPr>
        <p:txBody>
          <a:bodyPr wrap="square" rtlCol="0" anchor="t">
            <a:spAutoFit/>
          </a:bodyPr>
          <a:p>
            <a:pPr marL="0" indent="0" eaLnBrk="1" hangingPunct="1">
              <a:lnSpc>
                <a:spcPct val="80000"/>
              </a:lnSpc>
              <a:buNone/>
            </a:pP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3.运用侵权判定规则规避策略</a:t>
            </a:r>
            <a:endPar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rPr>
              <a:t>①减少技术特征，规避全面覆盖原则</a:t>
            </a:r>
            <a:endPar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dirty="0">
                <a:latin typeface="微软雅黑" panose="020B0503020204020204" charset="-122"/>
                <a:ea typeface="微软雅黑" panose="020B0503020204020204" charset="-122"/>
                <a:cs typeface="思源黑体 CN Bold" panose="020B0800000000000000" charset="-122"/>
                <a:sym typeface="+mn-ea"/>
              </a:rPr>
              <a:t>提醒：</a:t>
            </a:r>
            <a:endParaRPr lang="en-US" altLang="zh-CN"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en-US" altLang="zh-CN" dirty="0">
                <a:latin typeface="微软雅黑" panose="020B0503020204020204" charset="-122"/>
                <a:ea typeface="微软雅黑" panose="020B0503020204020204" charset="-122"/>
                <a:cs typeface="思源黑体 CN Bold" panose="020B0800000000000000" charset="-122"/>
                <a:sym typeface="+mn-ea"/>
              </a:rPr>
              <a:t>在进行规避设计时，要考虑减少的技术特征是否具有相对独立的技术功能或效果，不宜将具有相同功能的特征分开为两个或多个技术特征。</a:t>
            </a:r>
            <a:endParaRPr lang="en-US" altLang="zh-CN"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endParaRPr lang="en-US" altLang="zh-CN" dirty="0">
              <a:solidFill>
                <a:schemeClr val="tx1"/>
              </a:solidFill>
              <a:latin typeface="微软雅黑" panose="020B0503020204020204" charset="-122"/>
              <a:ea typeface="微软雅黑" panose="020B0503020204020204" charset="-122"/>
              <a:cs typeface="微软雅黑" panose="020B0503020204020204" charset="-122"/>
              <a:sym typeface="+mn-ea"/>
            </a:endParaRPr>
          </a:p>
        </p:txBody>
      </p:sp>
      <p:grpSp>
        <p:nvGrpSpPr>
          <p:cNvPr id="4" name="组合 3"/>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专利规避设计的基本流程</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graphicFrame>
        <p:nvGraphicFramePr>
          <p:cNvPr id="5" name="表格 4"/>
          <p:cNvGraphicFramePr/>
          <p:nvPr>
            <p:custDataLst>
              <p:tags r:id="rId4"/>
            </p:custDataLst>
          </p:nvPr>
        </p:nvGraphicFramePr>
        <p:xfrm>
          <a:off x="777240" y="3367405"/>
          <a:ext cx="10705465" cy="2583815"/>
        </p:xfrm>
        <a:graphic>
          <a:graphicData uri="http://schemas.openxmlformats.org/drawingml/2006/table">
            <a:tbl>
              <a:tblPr firstRow="1">
                <a:tableStyleId>{473B8D13-E567-4CDC-A21E-5EBA5D1DC63D}</a:tableStyleId>
              </a:tblPr>
              <a:tblGrid>
                <a:gridCol w="2052320"/>
                <a:gridCol w="1637665"/>
                <a:gridCol w="3345180"/>
                <a:gridCol w="1574165"/>
                <a:gridCol w="2096135"/>
              </a:tblGrid>
              <a:tr h="822960">
                <a:tc>
                  <a:txBody>
                    <a:bodyPr/>
                    <a:p>
                      <a:pPr indent="0" algn="ctr" fontAlgn="auto">
                        <a:lnSpc>
                          <a:spcPct val="150000"/>
                        </a:lnSpc>
                        <a:buNone/>
                      </a:pPr>
                      <a:r>
                        <a:rPr lang="zh-CN" altLang="en-US" sz="1600">
                          <a:latin typeface="微软雅黑" panose="020B0503020204020204" charset="-122"/>
                          <a:ea typeface="微软雅黑" panose="020B0503020204020204" charset="-122"/>
                        </a:rPr>
                        <a:t>涉案专利</a:t>
                      </a:r>
                      <a:endParaRPr lang="zh-CN" altLang="en-US" sz="1600">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1600">
                          <a:latin typeface="微软雅黑" panose="020B0503020204020204" charset="-122"/>
                          <a:ea typeface="微软雅黑" panose="020B0503020204020204" charset="-122"/>
                        </a:rPr>
                        <a:t>规避后方案</a:t>
                      </a:r>
                      <a:endParaRPr lang="zh-CN" altLang="en-US" sz="1600">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1600">
                          <a:latin typeface="微软雅黑" panose="020B0503020204020204" charset="-122"/>
                          <a:ea typeface="微软雅黑" panose="020B0503020204020204" charset="-122"/>
                          <a:cs typeface="微软雅黑" panose="020B0503020204020204" charset="-122"/>
                        </a:rPr>
                        <a:t>是否具有</a:t>
                      </a:r>
                      <a:r>
                        <a:rPr lang="en-US" altLang="zh-CN" sz="1600">
                          <a:latin typeface="微软雅黑" panose="020B0503020204020204" charset="-122"/>
                          <a:ea typeface="微软雅黑" panose="020B0503020204020204" charset="-122"/>
                          <a:cs typeface="微软雅黑" panose="020B0503020204020204" charset="-122"/>
                        </a:rPr>
                        <a:t>“</a:t>
                      </a:r>
                      <a:r>
                        <a:rPr lang="zh-CN" altLang="en-US" sz="1600">
                          <a:latin typeface="微软雅黑" panose="020B0503020204020204" charset="-122"/>
                          <a:ea typeface="微软雅黑" panose="020B0503020204020204" charset="-122"/>
                          <a:cs typeface="微软雅黑" panose="020B0503020204020204" charset="-122"/>
                        </a:rPr>
                        <a:t>能够实现</a:t>
                      </a:r>
                      <a:r>
                        <a:rPr lang="en-US" altLang="zh-CN" sz="1600">
                          <a:latin typeface="微软雅黑" panose="020B0503020204020204" charset="-122"/>
                          <a:ea typeface="微软雅黑" panose="020B0503020204020204" charset="-122"/>
                          <a:cs typeface="微软雅黑" panose="020B0503020204020204" charset="-122"/>
                        </a:rPr>
                        <a:t>D</a:t>
                      </a:r>
                      <a:r>
                        <a:rPr lang="zh-CN" altLang="en-US" sz="1600">
                          <a:latin typeface="微软雅黑" panose="020B0503020204020204" charset="-122"/>
                          <a:ea typeface="微软雅黑" panose="020B0503020204020204" charset="-122"/>
                          <a:cs typeface="微软雅黑" panose="020B0503020204020204" charset="-122"/>
                        </a:rPr>
                        <a:t>的作用的特征或特征组合</a:t>
                      </a:r>
                      <a:r>
                        <a:rPr lang="en-US" altLang="zh-CN" sz="1600">
                          <a:latin typeface="微软雅黑" panose="020B0503020204020204" charset="-122"/>
                          <a:ea typeface="微软雅黑" panose="020B0503020204020204" charset="-122"/>
                          <a:cs typeface="微软雅黑" panose="020B0503020204020204" charset="-122"/>
                        </a:rPr>
                        <a:t>”</a:t>
                      </a:r>
                      <a:r>
                        <a:rPr lang="zh-CN" altLang="en-US" sz="1600">
                          <a:latin typeface="微软雅黑" panose="020B0503020204020204" charset="-122"/>
                          <a:ea typeface="微软雅黑" panose="020B0503020204020204" charset="-122"/>
                          <a:cs typeface="微软雅黑" panose="020B0503020204020204" charset="-122"/>
                        </a:rPr>
                        <a:t>，且容易想到</a:t>
                      </a:r>
                      <a:endParaRPr lang="zh-CN" altLang="en-US" sz="1600">
                        <a:latin typeface="微软雅黑" panose="020B0503020204020204" charset="-122"/>
                        <a:ea typeface="微软雅黑" panose="020B0503020204020204" charset="-122"/>
                        <a:cs typeface="微软雅黑" panose="020B0503020204020204" charset="-122"/>
                      </a:endParaRPr>
                    </a:p>
                  </a:txBody>
                  <a:tcPr/>
                </a:tc>
                <a:tc>
                  <a:txBody>
                    <a:bodyPr/>
                    <a:p>
                      <a:pPr indent="0" algn="ctr" fontAlgn="auto">
                        <a:lnSpc>
                          <a:spcPct val="150000"/>
                        </a:lnSpc>
                        <a:buNone/>
                      </a:pPr>
                      <a:r>
                        <a:rPr lang="zh-CN" altLang="en-US" sz="1600">
                          <a:latin typeface="微软雅黑" panose="020B0503020204020204" charset="-122"/>
                          <a:ea typeface="微软雅黑" panose="020B0503020204020204" charset="-122"/>
                        </a:rPr>
                        <a:t>结果</a:t>
                      </a:r>
                      <a:endParaRPr lang="zh-CN" altLang="en-US" sz="1600">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1600">
                          <a:latin typeface="微软雅黑" panose="020B0503020204020204" charset="-122"/>
                          <a:ea typeface="微软雅黑" panose="020B0503020204020204" charset="-122"/>
                        </a:rPr>
                        <a:t>关键点</a:t>
                      </a:r>
                      <a:endParaRPr lang="zh-CN" altLang="en-US" sz="1600">
                        <a:latin typeface="微软雅黑" panose="020B0503020204020204" charset="-122"/>
                        <a:ea typeface="微软雅黑" panose="020B0503020204020204" charset="-122"/>
                      </a:endParaRPr>
                    </a:p>
                  </a:txBody>
                  <a:tcPr/>
                </a:tc>
              </a:tr>
              <a:tr h="784860">
                <a:tc rowSpan="2">
                  <a:txBody>
                    <a:bodyPr/>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A、B、C、D</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rowSpan="2">
                  <a:txBody>
                    <a:bodyPr/>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A、B、C</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没有</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规避成功</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技术特征的划分</a:t>
                      </a:r>
                      <a:endParaRPr lang="zh-CN" altLang="en-US" sz="1600">
                        <a:solidFill>
                          <a:schemeClr val="bg2">
                            <a:lumMod val="25000"/>
                          </a:schemeClr>
                        </a:solidFill>
                        <a:latin typeface="微软雅黑" panose="020B0503020204020204" charset="-122"/>
                        <a:ea typeface="微软雅黑" panose="020B0503020204020204" charset="-122"/>
                      </a:endParaRPr>
                    </a:p>
                  </a:txBody>
                  <a:tcPr/>
                </a:tc>
              </a:tr>
              <a:tr h="975995">
                <a:tc vMerge="1">
                  <a:tcPr/>
                </a:tc>
                <a:tc vMerge="1">
                  <a:tcPr/>
                </a:tc>
                <a:tc>
                  <a:txBody>
                    <a:bodyPr/>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有</a:t>
                      </a: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（例如：通过A’</a:t>
                      </a:r>
                      <a:r>
                        <a:rPr lang="zh-CN" altLang="en-US" sz="1600">
                          <a:solidFill>
                            <a:schemeClr val="bg2">
                              <a:lumMod val="25000"/>
                            </a:schemeClr>
                          </a:solidFill>
                          <a:latin typeface="微软雅黑" panose="020B0503020204020204" charset="-122"/>
                          <a:ea typeface="微软雅黑" panose="020B0503020204020204" charset="-122"/>
                        </a:rPr>
                        <a:t>、</a:t>
                      </a:r>
                      <a:r>
                        <a:rPr lang="zh-CN" altLang="en-US" sz="1600">
                          <a:solidFill>
                            <a:schemeClr val="bg2">
                              <a:lumMod val="25000"/>
                            </a:schemeClr>
                          </a:solidFill>
                          <a:latin typeface="微软雅黑" panose="020B0503020204020204" charset="-122"/>
                          <a:ea typeface="微软雅黑" panose="020B0503020204020204" charset="-122"/>
                        </a:rPr>
                        <a:t>B’</a:t>
                      </a:r>
                      <a:r>
                        <a:rPr lang="zh-CN" altLang="en-US" sz="1600">
                          <a:solidFill>
                            <a:schemeClr val="bg2">
                              <a:lumMod val="25000"/>
                            </a:schemeClr>
                          </a:solidFill>
                          <a:latin typeface="微软雅黑" panose="020B0503020204020204" charset="-122"/>
                          <a:ea typeface="微软雅黑" panose="020B0503020204020204" charset="-122"/>
                        </a:rPr>
                        <a:t>、C‘特征组合实现D的功能）</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可能存在等同</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endParaRPr lang="en-US" altLang="zh-CN" sz="1600">
                        <a:solidFill>
                          <a:schemeClr val="bg2">
                            <a:lumMod val="25000"/>
                          </a:schemeClr>
                        </a:solidFill>
                        <a:latin typeface="微软雅黑" panose="020B0503020204020204" charset="-122"/>
                        <a:ea typeface="微软雅黑" panose="020B0503020204020204" charset="-122"/>
                      </a:endParaRPr>
                    </a:p>
                    <a:p>
                      <a:pPr algn="ctr" fontAlgn="auto">
                        <a:lnSpc>
                          <a:spcPct val="100000"/>
                        </a:lnSpc>
                        <a:buClrTx/>
                        <a:buSzTx/>
                        <a:buFontTx/>
                        <a:buNone/>
                      </a:pPr>
                      <a:r>
                        <a:rPr lang="en-US" altLang="zh-CN" sz="1600">
                          <a:solidFill>
                            <a:schemeClr val="bg2">
                              <a:lumMod val="25000"/>
                            </a:schemeClr>
                          </a:solidFill>
                          <a:latin typeface="微软雅黑" panose="020B0503020204020204" charset="-122"/>
                          <a:ea typeface="微软雅黑" panose="020B0503020204020204" charset="-122"/>
                        </a:rPr>
                        <a:t>/</a:t>
                      </a:r>
                      <a:endParaRPr lang="en-US" altLang="zh-CN" sz="1600">
                        <a:solidFill>
                          <a:schemeClr val="bg2">
                            <a:lumMod val="25000"/>
                          </a:schemeClr>
                        </a:solidFill>
                        <a:latin typeface="微软雅黑" panose="020B0503020204020204" charset="-122"/>
                        <a:ea typeface="微软雅黑" panose="020B0503020204020204" charset="-122"/>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77240" y="1313815"/>
            <a:ext cx="10492105" cy="3220720"/>
          </a:xfrm>
          <a:prstGeom prst="rect">
            <a:avLst/>
          </a:prstGeom>
          <a:noFill/>
        </p:spPr>
        <p:txBody>
          <a:bodyPr wrap="square" rtlCol="0" anchor="t">
            <a:spAutoFit/>
          </a:bodyPr>
          <a:p>
            <a:pPr marL="0" indent="0" eaLnBrk="1" hangingPunct="1">
              <a:lnSpc>
                <a:spcPct val="80000"/>
              </a:lnSpc>
              <a:buNone/>
            </a:pP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3.运用侵权判定规则规避策略</a:t>
            </a:r>
            <a:endPar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rPr>
              <a:t>②替换技术特征，规避全面覆盖原则</a:t>
            </a:r>
            <a:endPar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dirty="0">
                <a:latin typeface="微软雅黑" panose="020B0503020204020204" charset="-122"/>
                <a:ea typeface="微软雅黑" panose="020B0503020204020204" charset="-122"/>
                <a:cs typeface="思源黑体 CN Bold" panose="020B0800000000000000" charset="-122"/>
                <a:sym typeface="+mn-ea"/>
              </a:rPr>
              <a:t>提醒：</a:t>
            </a:r>
            <a:endParaRPr lang="en-US" altLang="zh-CN"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en-US" altLang="zh-CN" dirty="0">
                <a:latin typeface="微软雅黑" panose="020B0503020204020204" charset="-122"/>
                <a:ea typeface="微软雅黑" panose="020B0503020204020204" charset="-122"/>
                <a:cs typeface="思源黑体 CN Bold" panose="020B0800000000000000" charset="-122"/>
                <a:sym typeface="+mn-ea"/>
              </a:rPr>
              <a:t>在使用特征替换的方式进行规避设计时，要考虑替换的特征是否与权利要求的技术特征以基本相同的手段，实现基本相同的功能，达到基本相同的效果，并且是否属于本领域普通技术人员在被诉侵权行为发生时无需经过创造性劳动就能够联想到的特征。</a:t>
            </a:r>
            <a:endParaRPr lang="en-US" altLang="zh-CN"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en-US" altLang="zh-CN" dirty="0">
                <a:latin typeface="微软雅黑" panose="020B0503020204020204" charset="-122"/>
                <a:ea typeface="微软雅黑" panose="020B0503020204020204" charset="-122"/>
                <a:cs typeface="思源黑体 CN Bold" panose="020B0800000000000000" charset="-122"/>
                <a:sym typeface="+mn-ea"/>
              </a:rPr>
              <a:t>在对方法权利要求进行规避设计时，评估方法的步骤顺序是否会对保护范围起到限定作用</a:t>
            </a:r>
            <a:r>
              <a:rPr lang="zh-CN" altLang="en-US" dirty="0">
                <a:latin typeface="微软雅黑" panose="020B0503020204020204" charset="-122"/>
                <a:ea typeface="微软雅黑" panose="020B0503020204020204" charset="-122"/>
                <a:cs typeface="思源黑体 CN Bold" panose="020B0800000000000000" charset="-122"/>
                <a:sym typeface="+mn-ea"/>
              </a:rPr>
              <a:t>，</a:t>
            </a:r>
            <a:r>
              <a:rPr lang="en-US" altLang="zh-CN" dirty="0">
                <a:latin typeface="微软雅黑" panose="020B0503020204020204" charset="-122"/>
                <a:ea typeface="微软雅黑" panose="020B0503020204020204" charset="-122"/>
                <a:cs typeface="思源黑体 CN Bold" panose="020B0800000000000000" charset="-122"/>
                <a:sym typeface="+mn-ea"/>
              </a:rPr>
              <a:t>关键要看这些步骤是否必须以特定的顺序实施以及这种互换是否会带来技术功能或技术效果上的实质性差异。</a:t>
            </a:r>
            <a:endParaRPr lang="en-US" altLang="zh-CN" dirty="0">
              <a:latin typeface="微软雅黑" panose="020B0503020204020204" charset="-122"/>
              <a:ea typeface="微软雅黑" panose="020B0503020204020204" charset="-122"/>
              <a:cs typeface="思源黑体 CN Bold" panose="020B0800000000000000" charset="-122"/>
              <a:sym typeface="+mn-ea"/>
            </a:endParaRPr>
          </a:p>
        </p:txBody>
      </p:sp>
      <p:grpSp>
        <p:nvGrpSpPr>
          <p:cNvPr id="4" name="组合 3"/>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专利规避设计的基本流程</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graphicFrame>
        <p:nvGraphicFramePr>
          <p:cNvPr id="5" name="表格 4"/>
          <p:cNvGraphicFramePr/>
          <p:nvPr>
            <p:custDataLst>
              <p:tags r:id="rId4"/>
            </p:custDataLst>
          </p:nvPr>
        </p:nvGraphicFramePr>
        <p:xfrm>
          <a:off x="895350" y="4807585"/>
          <a:ext cx="10374630" cy="893445"/>
        </p:xfrm>
        <a:graphic>
          <a:graphicData uri="http://schemas.openxmlformats.org/drawingml/2006/table">
            <a:tbl>
              <a:tblPr firstRow="1">
                <a:tableStyleId>{473B8D13-E567-4CDC-A21E-5EBA5D1DC63D}</a:tableStyleId>
              </a:tblPr>
              <a:tblGrid>
                <a:gridCol w="2773045"/>
                <a:gridCol w="2212975"/>
                <a:gridCol w="2556510"/>
                <a:gridCol w="2832100"/>
              </a:tblGrid>
              <a:tr h="457200">
                <a:tc>
                  <a:txBody>
                    <a:bodyPr/>
                    <a:p>
                      <a:pPr indent="0" algn="ctr" fontAlgn="auto">
                        <a:lnSpc>
                          <a:spcPct val="150000"/>
                        </a:lnSpc>
                        <a:buNone/>
                      </a:pPr>
                      <a:r>
                        <a:rPr lang="zh-CN" altLang="en-US" sz="1600">
                          <a:latin typeface="微软雅黑" panose="020B0503020204020204" charset="-122"/>
                          <a:ea typeface="微软雅黑" panose="020B0503020204020204" charset="-122"/>
                        </a:rPr>
                        <a:t>权利要求</a:t>
                      </a:r>
                      <a:endParaRPr lang="zh-CN" altLang="en-US" sz="1600">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1600">
                          <a:latin typeface="微软雅黑" panose="020B0503020204020204" charset="-122"/>
                          <a:ea typeface="微软雅黑" panose="020B0503020204020204" charset="-122"/>
                        </a:rPr>
                        <a:t>规避方案</a:t>
                      </a:r>
                      <a:endParaRPr lang="zh-CN" altLang="en-US" sz="1600">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1600">
                          <a:latin typeface="微软雅黑" panose="020B0503020204020204" charset="-122"/>
                          <a:ea typeface="微软雅黑" panose="020B0503020204020204" charset="-122"/>
                        </a:rPr>
                        <a:t>替换客体</a:t>
                      </a:r>
                      <a:endParaRPr lang="zh-CN" altLang="en-US" sz="1600">
                        <a:latin typeface="微软雅黑" panose="020B0503020204020204" charset="-122"/>
                        <a:ea typeface="微软雅黑" panose="020B0503020204020204" charset="-122"/>
                      </a:endParaRPr>
                    </a:p>
                  </a:txBody>
                  <a:tcPr/>
                </a:tc>
                <a:tc>
                  <a:txBody>
                    <a:bodyPr/>
                    <a:p>
                      <a:pPr indent="0" algn="ctr" fontAlgn="auto">
                        <a:lnSpc>
                          <a:spcPct val="150000"/>
                        </a:lnSpc>
                        <a:buNone/>
                      </a:pPr>
                      <a:r>
                        <a:rPr lang="zh-CN" altLang="en-US" sz="1600">
                          <a:latin typeface="微软雅黑" panose="020B0503020204020204" charset="-122"/>
                          <a:ea typeface="微软雅黑" panose="020B0503020204020204" charset="-122"/>
                        </a:rPr>
                        <a:t>关键点</a:t>
                      </a:r>
                      <a:endParaRPr lang="zh-CN" altLang="en-US" sz="1600">
                        <a:latin typeface="微软雅黑" panose="020B0503020204020204" charset="-122"/>
                        <a:ea typeface="微软雅黑" panose="020B0503020204020204" charset="-122"/>
                      </a:endParaRPr>
                    </a:p>
                  </a:txBody>
                  <a:tcPr/>
                </a:tc>
              </a:tr>
              <a:tr h="436245">
                <a:tc>
                  <a:txBody>
                    <a:bodyPr/>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A、B、C、D</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A、B、C</a:t>
                      </a:r>
                      <a:r>
                        <a:rPr lang="zh-CN" altLang="en-US" sz="1600">
                          <a:solidFill>
                            <a:schemeClr val="bg2">
                              <a:lumMod val="25000"/>
                            </a:schemeClr>
                          </a:solidFill>
                          <a:latin typeface="微软雅黑" panose="020B0503020204020204" charset="-122"/>
                          <a:ea typeface="微软雅黑" panose="020B0503020204020204" charset="-122"/>
                          <a:sym typeface="+mn-ea"/>
                        </a:rPr>
                        <a:t>、D</a:t>
                      </a:r>
                      <a:r>
                        <a:rPr lang="en-US" altLang="zh-CN" sz="1600">
                          <a:solidFill>
                            <a:schemeClr val="bg2">
                              <a:lumMod val="25000"/>
                            </a:schemeClr>
                          </a:solidFill>
                          <a:latin typeface="微软雅黑" panose="020B0503020204020204" charset="-122"/>
                          <a:ea typeface="微软雅黑" panose="020B0503020204020204" charset="-122"/>
                          <a:sym typeface="+mn-ea"/>
                        </a:rPr>
                        <a:t>’</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要素；要素之间的关系</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a:txBody>
                    <a:bodyPr/>
                    <a:p>
                      <a:pPr algn="ctr" fontAlgn="auto">
                        <a:lnSpc>
                          <a:spcPct val="10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等同侵权</a:t>
                      </a:r>
                      <a:endParaRPr lang="zh-CN" altLang="en-US" sz="1600">
                        <a:solidFill>
                          <a:schemeClr val="bg2">
                            <a:lumMod val="25000"/>
                          </a:schemeClr>
                        </a:solidFill>
                        <a:latin typeface="微软雅黑" panose="020B0503020204020204" charset="-122"/>
                        <a:ea typeface="微软雅黑" panose="020B0503020204020204" charset="-122"/>
                      </a:endParaRPr>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77240" y="1313815"/>
            <a:ext cx="10983595" cy="2805430"/>
          </a:xfrm>
          <a:prstGeom prst="rect">
            <a:avLst/>
          </a:prstGeom>
          <a:noFill/>
        </p:spPr>
        <p:txBody>
          <a:bodyPr wrap="square" rtlCol="0" anchor="t">
            <a:spAutoFit/>
          </a:bodyPr>
          <a:p>
            <a:pPr marL="0" indent="0" eaLnBrk="1" hangingPunct="1">
              <a:lnSpc>
                <a:spcPct val="80000"/>
              </a:lnSpc>
              <a:buNone/>
            </a:pP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3.运用侵权判定规则规避策略</a:t>
            </a:r>
            <a:endPar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rPr>
              <a:t>③利用捐献原则，规避等同原则</a:t>
            </a:r>
            <a:endPar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zh-CN" altLang="en-US" dirty="0">
                <a:latin typeface="微软雅黑" panose="020B0503020204020204" charset="-122"/>
                <a:ea typeface="微软雅黑" panose="020B0503020204020204" charset="-122"/>
                <a:cs typeface="思源黑体 CN Bold" panose="020B0800000000000000" charset="-122"/>
                <a:sym typeface="+mn-ea"/>
              </a:rPr>
              <a:t>《</a:t>
            </a:r>
            <a:r>
              <a:rPr lang="en-US" altLang="zh-CN" dirty="0">
                <a:latin typeface="微软雅黑" panose="020B0503020204020204" charset="-122"/>
                <a:ea typeface="微软雅黑" panose="020B0503020204020204" charset="-122"/>
                <a:cs typeface="思源黑体 CN Bold" panose="020B0800000000000000" charset="-122"/>
                <a:sym typeface="+mn-ea"/>
              </a:rPr>
              <a:t>最高人民法院关于审理侵犯专利权纠纷案件应用法律若干问题的解释</a:t>
            </a:r>
            <a:r>
              <a:rPr lang="zh-CN" altLang="en-US" dirty="0">
                <a:latin typeface="微软雅黑" panose="020B0503020204020204" charset="-122"/>
                <a:ea typeface="微软雅黑" panose="020B0503020204020204" charset="-122"/>
                <a:cs typeface="思源黑体 CN Bold" panose="020B0800000000000000" charset="-122"/>
                <a:sym typeface="+mn-ea"/>
              </a:rPr>
              <a:t>》</a:t>
            </a:r>
            <a:r>
              <a:rPr lang="en-US" altLang="zh-CN" dirty="0">
                <a:latin typeface="微软雅黑" panose="020B0503020204020204" charset="-122"/>
                <a:ea typeface="微软雅黑" panose="020B0503020204020204" charset="-122"/>
                <a:cs typeface="思源黑体 CN Bold" panose="020B0800000000000000" charset="-122"/>
                <a:sym typeface="+mn-ea"/>
              </a:rPr>
              <a:t>“第五条 对于仅在说明书或者附图中描述而在权利要求中未记载的技术方案，权利人在侵犯专利权纠纷案件中将其纳入专利权保护范围的，人民法院不予支持”。</a:t>
            </a:r>
            <a:endParaRPr lang="en-US" altLang="zh-CN"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en-US" altLang="zh-CN" dirty="0">
                <a:latin typeface="微软雅黑" panose="020B0503020204020204" charset="-122"/>
                <a:ea typeface="微软雅黑" panose="020B0503020204020204" charset="-122"/>
                <a:cs typeface="思源黑体 CN Bold" panose="020B0800000000000000" charset="-122"/>
                <a:sym typeface="+mn-ea"/>
              </a:rPr>
              <a:t>提醒：</a:t>
            </a:r>
            <a:endParaRPr lang="en-US" altLang="zh-CN" dirty="0">
              <a:solidFill>
                <a:schemeClr val="tx1"/>
              </a:solidFill>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en-US" altLang="zh-CN" dirty="0">
                <a:latin typeface="微软雅黑" panose="020B0503020204020204" charset="-122"/>
                <a:ea typeface="微软雅黑" panose="020B0503020204020204" charset="-122"/>
                <a:cs typeface="思源黑体 CN Bold" panose="020B0800000000000000" charset="-122"/>
                <a:sym typeface="+mn-ea"/>
              </a:rPr>
              <a:t>利用捐献原则进行专利规避时，捐献的方案在说明书或附图中的记载应当是具体的、明确的。</a:t>
            </a:r>
            <a:endParaRPr lang="en-US" altLang="zh-CN" dirty="0">
              <a:latin typeface="微软雅黑" panose="020B0503020204020204" charset="-122"/>
              <a:ea typeface="微软雅黑" panose="020B0503020204020204" charset="-122"/>
              <a:cs typeface="思源黑体 CN Bold" panose="020B0800000000000000" charset="-122"/>
              <a:sym typeface="+mn-ea"/>
            </a:endParaRPr>
          </a:p>
        </p:txBody>
      </p:sp>
      <p:grpSp>
        <p:nvGrpSpPr>
          <p:cNvPr id="4" name="组合 3"/>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专利规避设计的基本流程</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
        <p:nvSpPr>
          <p:cNvPr id="3" name="圆角矩形 2"/>
          <p:cNvSpPr/>
          <p:nvPr/>
        </p:nvSpPr>
        <p:spPr>
          <a:xfrm>
            <a:off x="998855" y="4357370"/>
            <a:ext cx="10110470" cy="2221865"/>
          </a:xfrm>
          <a:prstGeom prst="roundRect">
            <a:avLst/>
          </a:prstGeom>
          <a:solidFill>
            <a:srgbClr val="BE5A16">
              <a:alpha val="6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1283970" y="6134735"/>
            <a:ext cx="4064000" cy="312420"/>
          </a:xfrm>
          <a:prstGeom prst="rect">
            <a:avLst/>
          </a:prstGeom>
          <a:noFill/>
        </p:spPr>
        <p:txBody>
          <a:bodyPr wrap="square" rtlCol="0" anchor="t">
            <a:spAutoFit/>
          </a:bodyPr>
          <a:p>
            <a:pPr marL="0" indent="0" algn="ctr" eaLnBrk="1" hangingPunct="1">
              <a:lnSpc>
                <a:spcPct val="80000"/>
              </a:lnSpc>
              <a:buNone/>
            </a:pPr>
            <a:r>
              <a:rPr lang="zh-CN" altLang="en-US" dirty="0">
                <a:solidFill>
                  <a:schemeClr val="bg1"/>
                </a:solidFill>
                <a:latin typeface="微软雅黑" panose="020B0503020204020204" charset="-122"/>
                <a:ea typeface="微软雅黑" panose="020B0503020204020204" charset="-122"/>
                <a:cs typeface="思源黑体 CN Bold" panose="020B0800000000000000" charset="-122"/>
                <a:sym typeface="+mn-ea"/>
              </a:rPr>
              <a:t>权利要求的保护范围</a:t>
            </a:r>
            <a:endParaRPr lang="zh-CN" altLang="en-US"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
        <p:nvSpPr>
          <p:cNvPr id="8" name="文本框 7"/>
          <p:cNvSpPr txBox="1"/>
          <p:nvPr>
            <p:custDataLst>
              <p:tags r:id="rId4"/>
            </p:custDataLst>
          </p:nvPr>
        </p:nvSpPr>
        <p:spPr>
          <a:xfrm>
            <a:off x="6402705" y="6134735"/>
            <a:ext cx="4064000" cy="312420"/>
          </a:xfrm>
          <a:prstGeom prst="rect">
            <a:avLst/>
          </a:prstGeom>
          <a:noFill/>
        </p:spPr>
        <p:txBody>
          <a:bodyPr wrap="square" rtlCol="0" anchor="t">
            <a:spAutoFit/>
          </a:bodyPr>
          <a:p>
            <a:pPr marL="0" indent="0" algn="ctr" eaLnBrk="1" hangingPunct="1">
              <a:lnSpc>
                <a:spcPct val="80000"/>
              </a:lnSpc>
              <a:buNone/>
            </a:pPr>
            <a:r>
              <a:rPr lang="zh-CN" altLang="en-US" dirty="0">
                <a:solidFill>
                  <a:schemeClr val="bg1"/>
                </a:solidFill>
                <a:latin typeface="微软雅黑" panose="020B0503020204020204" charset="-122"/>
                <a:ea typeface="微软雅黑" panose="020B0503020204020204" charset="-122"/>
                <a:cs typeface="思源黑体 CN Bold" panose="020B0800000000000000" charset="-122"/>
                <a:sym typeface="+mn-ea"/>
              </a:rPr>
              <a:t>说明书捐献的方案</a:t>
            </a:r>
            <a:endParaRPr lang="zh-CN" altLang="en-US"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
        <p:nvSpPr>
          <p:cNvPr id="9" name="椭圆 8"/>
          <p:cNvSpPr/>
          <p:nvPr/>
        </p:nvSpPr>
        <p:spPr>
          <a:xfrm>
            <a:off x="7086600" y="4528185"/>
            <a:ext cx="2586990" cy="1443990"/>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9"/>
          <p:cNvSpPr txBox="1"/>
          <p:nvPr/>
        </p:nvSpPr>
        <p:spPr>
          <a:xfrm>
            <a:off x="7458710" y="4965065"/>
            <a:ext cx="1806575" cy="699135"/>
          </a:xfrm>
          <a:prstGeom prst="rect">
            <a:avLst/>
          </a:prstGeom>
          <a:noFill/>
          <a:extLst>
            <a:ext uri="{909E8E84-426E-40DD-AFC4-6F175D3DCCD1}">
              <a14:hiddenFill xmlns:a14="http://schemas.microsoft.com/office/drawing/2010/main">
                <a:solidFill>
                  <a:schemeClr val="bg2">
                    <a:lumMod val="75000"/>
                  </a:schemeClr>
                </a:solidFill>
              </a14:hiddenFill>
            </a:ext>
          </a:extLst>
        </p:spPr>
        <p:txBody>
          <a:bodyPr wrap="square" rtlCol="0" anchor="t">
            <a:noAutofit/>
          </a:bodyPr>
          <a:p>
            <a:pPr marL="0" indent="0" algn="ctr" eaLnBrk="1" hangingPunct="1">
              <a:lnSpc>
                <a:spcPct val="80000"/>
              </a:lnSpc>
              <a:buNone/>
            </a:pPr>
            <a:r>
              <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rPr>
              <a:t>说明书中的捐献方案</a:t>
            </a:r>
            <a:endPar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1" name="椭圆 10"/>
          <p:cNvSpPr/>
          <p:nvPr/>
        </p:nvSpPr>
        <p:spPr>
          <a:xfrm>
            <a:off x="1745615" y="4392930"/>
            <a:ext cx="3270885" cy="1725930"/>
          </a:xfrm>
          <a:prstGeom prst="ellipse">
            <a:avLst/>
          </a:prstGeom>
          <a:solidFill>
            <a:schemeClr val="bg2">
              <a:lumMod val="75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4" name="椭圆 13"/>
          <p:cNvSpPr/>
          <p:nvPr/>
        </p:nvSpPr>
        <p:spPr>
          <a:xfrm>
            <a:off x="2714625" y="4674870"/>
            <a:ext cx="2190750" cy="1297305"/>
          </a:xfrm>
          <a:prstGeom prst="ellipse">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5" name="椭圆 14"/>
          <p:cNvSpPr/>
          <p:nvPr/>
        </p:nvSpPr>
        <p:spPr>
          <a:xfrm>
            <a:off x="3650615" y="4801870"/>
            <a:ext cx="1175385" cy="999490"/>
          </a:xfrm>
          <a:prstGeom prst="ellipse">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6" name="文本框 15"/>
          <p:cNvSpPr txBox="1"/>
          <p:nvPr/>
        </p:nvSpPr>
        <p:spPr>
          <a:xfrm>
            <a:off x="1936115" y="4928870"/>
            <a:ext cx="778510" cy="666115"/>
          </a:xfrm>
          <a:prstGeom prst="rect">
            <a:avLst/>
          </a:prstGeom>
          <a:noFill/>
        </p:spPr>
        <p:txBody>
          <a:bodyPr wrap="square" rtlCol="0" anchor="t">
            <a:noAutofit/>
          </a:bodyPr>
          <a:p>
            <a:pPr marL="0" indent="0" eaLnBrk="1" hangingPunct="1">
              <a:lnSpc>
                <a:spcPct val="80000"/>
              </a:lnSpc>
              <a:buNone/>
            </a:pPr>
            <a:r>
              <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rPr>
              <a:t>上位概况</a:t>
            </a:r>
            <a:endPar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7" name="文本框 16"/>
          <p:cNvSpPr txBox="1"/>
          <p:nvPr>
            <p:custDataLst>
              <p:tags r:id="rId5"/>
            </p:custDataLst>
          </p:nvPr>
        </p:nvSpPr>
        <p:spPr>
          <a:xfrm>
            <a:off x="2840355" y="4928870"/>
            <a:ext cx="778510" cy="666115"/>
          </a:xfrm>
          <a:prstGeom prst="rect">
            <a:avLst/>
          </a:prstGeom>
          <a:noFill/>
        </p:spPr>
        <p:txBody>
          <a:bodyPr wrap="square" rtlCol="0" anchor="t">
            <a:noAutofit/>
          </a:bodyPr>
          <a:p>
            <a:pPr marL="0" indent="0" eaLnBrk="1" hangingPunct="1">
              <a:lnSpc>
                <a:spcPct val="80000"/>
              </a:lnSpc>
              <a:buNone/>
            </a:pPr>
            <a:r>
              <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rPr>
              <a:t>明显变形</a:t>
            </a:r>
            <a:endPar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8" name="文本框 17"/>
          <p:cNvSpPr txBox="1"/>
          <p:nvPr>
            <p:custDataLst>
              <p:tags r:id="rId6"/>
            </p:custDataLst>
          </p:nvPr>
        </p:nvSpPr>
        <p:spPr>
          <a:xfrm>
            <a:off x="3849370" y="5102225"/>
            <a:ext cx="976630" cy="492760"/>
          </a:xfrm>
          <a:prstGeom prst="rect">
            <a:avLst/>
          </a:prstGeom>
          <a:noFill/>
        </p:spPr>
        <p:txBody>
          <a:bodyPr wrap="square" rtlCol="0" anchor="t">
            <a:noAutofit/>
          </a:bodyPr>
          <a:p>
            <a:pPr marL="0" indent="0" algn="ctr" eaLnBrk="1" hangingPunct="1">
              <a:lnSpc>
                <a:spcPct val="80000"/>
              </a:lnSpc>
              <a:buNone/>
            </a:pPr>
            <a:r>
              <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rPr>
              <a:t>实施例</a:t>
            </a:r>
            <a:endParaRPr lang="zh-CN" altLang="en-US" b="1" dirty="0">
              <a:solidFill>
                <a:schemeClr val="bg1"/>
              </a:solidFill>
              <a:latin typeface="微软雅黑" panose="020B0503020204020204" charset="-122"/>
              <a:ea typeface="微软雅黑" panose="020B0503020204020204" charset="-122"/>
              <a:cs typeface="思源黑体 CN Bold" panose="020B0800000000000000" charset="-122"/>
              <a:sym typeface="+mn-ea"/>
            </a:endParaRPr>
          </a:p>
        </p:txBody>
      </p:sp>
      <p:sp>
        <p:nvSpPr>
          <p:cNvPr id="19" name="文本框 18"/>
          <p:cNvSpPr txBox="1"/>
          <p:nvPr/>
        </p:nvSpPr>
        <p:spPr>
          <a:xfrm>
            <a:off x="5761990" y="5102225"/>
            <a:ext cx="947420" cy="365125"/>
          </a:xfrm>
          <a:prstGeom prst="rect">
            <a:avLst/>
          </a:prstGeom>
          <a:noFill/>
        </p:spPr>
        <p:txBody>
          <a:bodyPr wrap="square" rtlCol="0" anchor="t">
            <a:noAutofit/>
          </a:bodyPr>
          <a:p>
            <a:pPr marL="0" indent="0" eaLnBrk="1" hangingPunct="1">
              <a:lnSpc>
                <a:spcPct val="80000"/>
              </a:lnSpc>
              <a:buNone/>
            </a:pPr>
            <a:r>
              <a:rPr lang="zh-CN" altLang="en-US" b="1" dirty="0">
                <a:solidFill>
                  <a:srgbClr val="C00000"/>
                </a:solidFill>
                <a:latin typeface="微软雅黑" panose="020B0503020204020204" charset="-122"/>
                <a:ea typeface="微软雅黑" panose="020B0503020204020204" charset="-122"/>
                <a:cs typeface="思源黑体 CN Bold" panose="020B0800000000000000" charset="-122"/>
                <a:sym typeface="+mn-ea"/>
              </a:rPr>
              <a:t>无交集</a:t>
            </a:r>
            <a:endParaRPr lang="zh-CN" altLang="en-US" b="1" dirty="0">
              <a:solidFill>
                <a:srgbClr val="C00000"/>
              </a:solidFill>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77240" y="1313815"/>
            <a:ext cx="10983595" cy="5298440"/>
          </a:xfrm>
          <a:prstGeom prst="rect">
            <a:avLst/>
          </a:prstGeom>
          <a:noFill/>
        </p:spPr>
        <p:txBody>
          <a:bodyPr wrap="square" rtlCol="0" anchor="t">
            <a:spAutoFit/>
          </a:bodyPr>
          <a:p>
            <a:pPr marL="0" indent="0" eaLnBrk="1" hangingPunct="1">
              <a:lnSpc>
                <a:spcPct val="80000"/>
              </a:lnSpc>
              <a:buNone/>
            </a:pP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3.运用侵权判定规则规避策略</a:t>
            </a:r>
            <a:endPar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rPr>
              <a:t>④利用禁止反悔原则，规避等同原则</a:t>
            </a:r>
            <a:endParaRPr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zh-CN" dirty="0">
                <a:latin typeface="微软雅黑" panose="020B0503020204020204" charset="-122"/>
                <a:ea typeface="微软雅黑" panose="020B0503020204020204" charset="-122"/>
                <a:cs typeface="思源黑体 CN Bold" panose="020B0800000000000000" charset="-122"/>
                <a:sym typeface="+mn-ea"/>
              </a:rPr>
              <a:t>《</a:t>
            </a:r>
            <a:r>
              <a:rPr dirty="0">
                <a:latin typeface="微软雅黑" panose="020B0503020204020204" charset="-122"/>
                <a:ea typeface="微软雅黑" panose="020B0503020204020204" charset="-122"/>
                <a:cs typeface="思源黑体 CN Bold" panose="020B0800000000000000" charset="-122"/>
                <a:sym typeface="+mn-ea"/>
              </a:rPr>
              <a:t>最高人民法院关于审理侵犯专利权纠纷案件应用法律若干问题的解释（一）</a:t>
            </a:r>
            <a:r>
              <a:rPr lang="zh-CN" dirty="0">
                <a:latin typeface="微软雅黑" panose="020B0503020204020204" charset="-122"/>
                <a:ea typeface="微软雅黑" panose="020B0503020204020204" charset="-122"/>
                <a:cs typeface="思源黑体 CN Bold" panose="020B0800000000000000" charset="-122"/>
                <a:sym typeface="+mn-ea"/>
              </a:rPr>
              <a:t>》</a:t>
            </a:r>
            <a:r>
              <a:rPr dirty="0">
                <a:latin typeface="微软雅黑" panose="020B0503020204020204" charset="-122"/>
                <a:ea typeface="微软雅黑" panose="020B0503020204020204" charset="-122"/>
                <a:cs typeface="思源黑体 CN Bold" panose="020B0800000000000000" charset="-122"/>
                <a:sym typeface="+mn-ea"/>
              </a:rPr>
              <a:t>“第六条 专利申请人、专利权人在专利授权或者无效宣告程序中，通过对权利要求、说明书的修改或者意见陈述而放弃的技术方案，权利人在侵犯专利权纠纷案件中又将其纳入专利权保护范围的，人民法院不予支持”。</a:t>
            </a:r>
            <a:endParaRPr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zh-CN" dirty="0">
                <a:latin typeface="微软雅黑" panose="020B0503020204020204" charset="-122"/>
                <a:ea typeface="微软雅黑" panose="020B0503020204020204" charset="-122"/>
                <a:cs typeface="思源黑体 CN Bold" panose="020B0800000000000000" charset="-122"/>
                <a:sym typeface="+mn-ea"/>
              </a:rPr>
              <a:t>《</a:t>
            </a:r>
            <a:r>
              <a:rPr dirty="0">
                <a:latin typeface="微软雅黑" panose="020B0503020204020204" charset="-122"/>
                <a:ea typeface="微软雅黑" panose="020B0503020204020204" charset="-122"/>
                <a:cs typeface="思源黑体 CN Bold" panose="020B0800000000000000" charset="-122"/>
                <a:sym typeface="+mn-ea"/>
              </a:rPr>
              <a:t>最高人民法院关于审理侵犯专利权纠纷案件应用法律若干问题的解释（二）</a:t>
            </a:r>
            <a:r>
              <a:rPr lang="zh-CN" dirty="0">
                <a:latin typeface="微软雅黑" panose="020B0503020204020204" charset="-122"/>
                <a:ea typeface="微软雅黑" panose="020B0503020204020204" charset="-122"/>
                <a:cs typeface="思源黑体 CN Bold" panose="020B0800000000000000" charset="-122"/>
                <a:sym typeface="+mn-ea"/>
              </a:rPr>
              <a:t>》</a:t>
            </a:r>
            <a:r>
              <a:rPr dirty="0">
                <a:latin typeface="微软雅黑" panose="020B0503020204020204" charset="-122"/>
                <a:ea typeface="微软雅黑" panose="020B0503020204020204" charset="-122"/>
                <a:cs typeface="思源黑体 CN Bold" panose="020B0800000000000000" charset="-122"/>
                <a:sym typeface="+mn-ea"/>
              </a:rPr>
              <a:t>“第十三条 权利人证明专利申请人、专利权人在专利授权确权程序中对权利要求书、说明书及附图的限缩性修改或者陈述被明确否定的，人民法院应当认定该修改或者陈述未导致技术方案的放弃”。</a:t>
            </a:r>
            <a:endParaRPr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endParaRPr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dirty="0">
                <a:latin typeface="微软雅黑" panose="020B0503020204020204" charset="-122"/>
                <a:ea typeface="微软雅黑" panose="020B0503020204020204" charset="-122"/>
                <a:cs typeface="思源黑体 CN Bold" panose="020B0800000000000000" charset="-122"/>
                <a:sym typeface="+mn-ea"/>
              </a:rPr>
              <a:t>提醒：</a:t>
            </a:r>
            <a:endParaRPr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dirty="0">
                <a:latin typeface="微软雅黑" panose="020B0503020204020204" charset="-122"/>
                <a:ea typeface="微软雅黑" panose="020B0503020204020204" charset="-122"/>
                <a:cs typeface="思源黑体 CN Bold" panose="020B0800000000000000" charset="-122"/>
                <a:sym typeface="+mn-ea"/>
              </a:rPr>
              <a:t>利用禁止反悔原则进行专利规避时，要评估权利人作出的陈述是否有被“明确否定”。</a:t>
            </a:r>
            <a:endParaRPr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en-US" dirty="0">
                <a:latin typeface="微软雅黑" panose="020B0503020204020204" charset="-122"/>
                <a:ea typeface="微软雅黑" panose="020B0503020204020204" charset="-122"/>
                <a:cs typeface="思源黑体 CN Bold" panose="020B0800000000000000" charset="-122"/>
                <a:sym typeface="+mn-ea"/>
              </a:rPr>
              <a:t>· </a:t>
            </a:r>
            <a:r>
              <a:rPr dirty="0">
                <a:latin typeface="微软雅黑" panose="020B0503020204020204" charset="-122"/>
                <a:ea typeface="微软雅黑" panose="020B0503020204020204" charset="-122"/>
                <a:cs typeface="思源黑体 CN Bold" panose="020B0800000000000000" charset="-122"/>
                <a:sym typeface="+mn-ea"/>
              </a:rPr>
              <a:t>授权阶段及确权阶段均要考虑；</a:t>
            </a:r>
            <a:endParaRPr dirty="0">
              <a:latin typeface="微软雅黑" panose="020B0503020204020204" charset="-122"/>
              <a:ea typeface="微软雅黑" panose="020B0503020204020204" charset="-122"/>
              <a:cs typeface="思源黑体 CN Bold" panose="020B0800000000000000" charset="-122"/>
              <a:sym typeface="+mn-ea"/>
            </a:endParaRPr>
          </a:p>
          <a:p>
            <a:pPr marL="0" indent="0" eaLnBrk="1" hangingPunct="1">
              <a:lnSpc>
                <a:spcPct val="150000"/>
              </a:lnSpc>
              <a:buNone/>
            </a:pPr>
            <a:r>
              <a:rPr lang="en-US" dirty="0">
                <a:latin typeface="微软雅黑" panose="020B0503020204020204" charset="-122"/>
                <a:ea typeface="微软雅黑" panose="020B0503020204020204" charset="-122"/>
                <a:cs typeface="思源黑体 CN Bold" panose="020B0800000000000000" charset="-122"/>
                <a:sym typeface="+mn-ea"/>
              </a:rPr>
              <a:t>· </a:t>
            </a:r>
            <a:r>
              <a:rPr dirty="0">
                <a:latin typeface="微软雅黑" panose="020B0503020204020204" charset="-122"/>
                <a:ea typeface="微软雅黑" panose="020B0503020204020204" charset="-122"/>
                <a:cs typeface="思源黑体 CN Bold" panose="020B0800000000000000" charset="-122"/>
                <a:sym typeface="+mn-ea"/>
              </a:rPr>
              <a:t>着重考察限缩性陈述是否最终被裁判者认可，是否由此导致专利申请得以授权或者专利权得以维持。</a:t>
            </a:r>
            <a:endParaRPr dirty="0">
              <a:latin typeface="微软雅黑" panose="020B0503020204020204" charset="-122"/>
              <a:ea typeface="微软雅黑" panose="020B0503020204020204" charset="-122"/>
              <a:cs typeface="思源黑体 CN Bold" panose="020B0800000000000000" charset="-122"/>
              <a:sym typeface="+mn-ea"/>
            </a:endParaRPr>
          </a:p>
        </p:txBody>
      </p:sp>
      <p:grpSp>
        <p:nvGrpSpPr>
          <p:cNvPr id="4" name="组合 3"/>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专利规避设计的基本流程</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77240" y="1313815"/>
            <a:ext cx="10983595" cy="1143635"/>
          </a:xfrm>
          <a:prstGeom prst="rect">
            <a:avLst/>
          </a:prstGeom>
          <a:noFill/>
        </p:spPr>
        <p:txBody>
          <a:bodyPr wrap="square" rtlCol="0" anchor="t">
            <a:spAutoFit/>
          </a:bodyPr>
          <a:p>
            <a:pPr marL="0" indent="0" eaLnBrk="1" hangingPunct="1">
              <a:lnSpc>
                <a:spcPct val="80000"/>
              </a:lnSpc>
              <a:buNone/>
            </a:pPr>
            <a:r>
              <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rPr>
              <a:t>3.运用侵权判定规则规避策略</a:t>
            </a:r>
            <a:endParaRPr lang="en-US" altLang="zh-CN" b="1" dirty="0">
              <a:solidFill>
                <a:schemeClr val="tx1"/>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r>
              <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rPr>
              <a:t>⑤改变技术手段、功能和效果，规避等同原则</a:t>
            </a:r>
            <a:endParaRPr lang="en-US" altLang="zh-CN" b="1" dirty="0">
              <a:solidFill>
                <a:schemeClr val="accent2">
                  <a:lumMod val="75000"/>
                </a:schemeClr>
              </a:solidFill>
              <a:latin typeface="微软雅黑" panose="020B0503020204020204" charset="-122"/>
              <a:ea typeface="微软雅黑" panose="020B0503020204020204" charset="-122"/>
              <a:cs typeface="微软雅黑" panose="020B0503020204020204" charset="-122"/>
              <a:sym typeface="+mn-ea"/>
            </a:endParaRPr>
          </a:p>
          <a:p>
            <a:pPr marL="0" indent="0" eaLnBrk="1" hangingPunct="1">
              <a:lnSpc>
                <a:spcPct val="150000"/>
              </a:lnSpc>
              <a:buNone/>
            </a:pPr>
            <a:endParaRPr dirty="0">
              <a:latin typeface="微软雅黑" panose="020B0503020204020204" charset="-122"/>
              <a:ea typeface="微软雅黑" panose="020B0503020204020204" charset="-122"/>
              <a:cs typeface="思源黑体 CN Bold" panose="020B0800000000000000" charset="-122"/>
              <a:sym typeface="+mn-ea"/>
            </a:endParaRPr>
          </a:p>
        </p:txBody>
      </p:sp>
      <p:grpSp>
        <p:nvGrpSpPr>
          <p:cNvPr id="4" name="组合 3"/>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专利规避设计的基本流程</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graphicFrame>
        <p:nvGraphicFramePr>
          <p:cNvPr id="5" name="表格 4"/>
          <p:cNvGraphicFramePr/>
          <p:nvPr>
            <p:custDataLst>
              <p:tags r:id="rId4"/>
            </p:custDataLst>
          </p:nvPr>
        </p:nvGraphicFramePr>
        <p:xfrm>
          <a:off x="895350" y="2299335"/>
          <a:ext cx="10685145" cy="2639695"/>
        </p:xfrm>
        <a:graphic>
          <a:graphicData uri="http://schemas.openxmlformats.org/drawingml/2006/table">
            <a:tbl>
              <a:tblPr firstRow="1">
                <a:tableStyleId>{473B8D13-E567-4CDC-A21E-5EBA5D1DC63D}</a:tableStyleId>
              </a:tblPr>
              <a:tblGrid>
                <a:gridCol w="944880"/>
                <a:gridCol w="5388610"/>
                <a:gridCol w="4351655"/>
              </a:tblGrid>
              <a:tr h="457200">
                <a:tc gridSpan="2">
                  <a:txBody>
                    <a:bodyPr/>
                    <a:p>
                      <a:pPr indent="0" algn="ctr" fontAlgn="auto">
                        <a:lnSpc>
                          <a:spcPct val="150000"/>
                        </a:lnSpc>
                        <a:buNone/>
                      </a:pPr>
                      <a:r>
                        <a:rPr lang="zh-CN" altLang="en-US" sz="1600">
                          <a:latin typeface="微软雅黑" panose="020B0503020204020204" charset="-122"/>
                          <a:ea typeface="微软雅黑" panose="020B0503020204020204" charset="-122"/>
                        </a:rPr>
                        <a:t>三基本一普通</a:t>
                      </a:r>
                      <a:endParaRPr lang="zh-CN" altLang="en-US" sz="1600">
                        <a:latin typeface="微软雅黑" panose="020B0503020204020204" charset="-122"/>
                        <a:ea typeface="微软雅黑" panose="020B0503020204020204" charset="-122"/>
                      </a:endParaRPr>
                    </a:p>
                  </a:txBody>
                  <a:tcPr/>
                </a:tc>
                <a:tc hMerge="1">
                  <a:tcPr/>
                </a:tc>
                <a:tc>
                  <a:txBody>
                    <a:bodyPr/>
                    <a:p>
                      <a:pPr indent="0" algn="ctr" fontAlgn="auto">
                        <a:lnSpc>
                          <a:spcPct val="150000"/>
                        </a:lnSpc>
                        <a:buNone/>
                      </a:pPr>
                      <a:r>
                        <a:rPr lang="zh-CN" altLang="en-US" sz="1600">
                          <a:latin typeface="微软雅黑" panose="020B0503020204020204" charset="-122"/>
                          <a:ea typeface="微软雅黑" panose="020B0503020204020204" charset="-122"/>
                        </a:rPr>
                        <a:t>规避思路</a:t>
                      </a:r>
                      <a:endParaRPr lang="zh-CN" altLang="en-US" sz="1600">
                        <a:latin typeface="微软雅黑" panose="020B0503020204020204" charset="-122"/>
                        <a:ea typeface="微软雅黑" panose="020B0503020204020204" charset="-122"/>
                      </a:endParaRPr>
                    </a:p>
                  </a:txBody>
                  <a:tcPr/>
                </a:tc>
              </a:tr>
              <a:tr h="367030">
                <a:tc>
                  <a:txBody>
                    <a:bodyPr/>
                    <a:p>
                      <a:pPr indent="0" algn="ctr" fontAlgn="auto">
                        <a:lnSpc>
                          <a:spcPct val="150000"/>
                        </a:lnSpc>
                        <a:buClrTx/>
                        <a:buSzTx/>
                        <a:buFontTx/>
                        <a:buNone/>
                      </a:pPr>
                      <a:r>
                        <a:rPr lang="en-US" altLang="zh-CN" sz="1600">
                          <a:solidFill>
                            <a:schemeClr val="bg2">
                              <a:lumMod val="25000"/>
                            </a:schemeClr>
                          </a:solidFill>
                          <a:latin typeface="微软雅黑" panose="020B0503020204020204" charset="-122"/>
                          <a:ea typeface="微软雅黑" panose="020B0503020204020204" charset="-122"/>
                        </a:rPr>
                        <a:t>1</a:t>
                      </a:r>
                      <a:endParaRPr lang="en-US" altLang="zh-CN" sz="16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sym typeface="+mn-ea"/>
                        </a:rPr>
                        <a:t>基本相同的手段</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rowSpan="4">
                  <a:txBody>
                    <a:bodyPr/>
                    <a:p>
                      <a:pPr indent="0" algn="ctr" fontAlgn="auto">
                        <a:lnSpc>
                          <a:spcPct val="15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indent="0" algn="ctr" fontAlgn="auto">
                        <a:lnSpc>
                          <a:spcPct val="150000"/>
                        </a:lnSpc>
                        <a:buClrTx/>
                        <a:buSzTx/>
                        <a:buFontTx/>
                        <a:buNone/>
                      </a:pPr>
                      <a:endParaRPr lang="zh-CN" altLang="en-US" sz="1600">
                        <a:solidFill>
                          <a:schemeClr val="bg2">
                            <a:lumMod val="25000"/>
                          </a:schemeClr>
                        </a:solidFill>
                        <a:latin typeface="微软雅黑" panose="020B0503020204020204" charset="-122"/>
                        <a:ea typeface="微软雅黑" panose="020B0503020204020204" charset="-122"/>
                      </a:endParaRPr>
                    </a:p>
                    <a:p>
                      <a:pPr indent="0" algn="ctr" fontAlgn="auto">
                        <a:lnSpc>
                          <a:spcPct val="15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四个方面有一个不满足即不等同</a:t>
                      </a:r>
                      <a:endParaRPr lang="zh-CN" altLang="en-US" sz="1600">
                        <a:solidFill>
                          <a:schemeClr val="bg2">
                            <a:lumMod val="25000"/>
                          </a:schemeClr>
                        </a:solidFill>
                        <a:latin typeface="微软雅黑" panose="020B0503020204020204" charset="-122"/>
                        <a:ea typeface="微软雅黑" panose="020B0503020204020204" charset="-122"/>
                      </a:endParaRPr>
                    </a:p>
                  </a:txBody>
                  <a:tcPr/>
                </a:tc>
              </a:tr>
              <a:tr h="408305">
                <a:tc>
                  <a:txBody>
                    <a:bodyPr/>
                    <a:p>
                      <a:pPr indent="0" algn="ctr" fontAlgn="auto">
                        <a:lnSpc>
                          <a:spcPct val="150000"/>
                        </a:lnSpc>
                        <a:buClrTx/>
                        <a:buSzTx/>
                        <a:buFontTx/>
                        <a:buNone/>
                      </a:pPr>
                      <a:r>
                        <a:rPr lang="en-US" altLang="zh-CN" sz="1600">
                          <a:solidFill>
                            <a:schemeClr val="bg2">
                              <a:lumMod val="25000"/>
                            </a:schemeClr>
                          </a:solidFill>
                          <a:latin typeface="微软雅黑" panose="020B0503020204020204" charset="-122"/>
                          <a:ea typeface="微软雅黑" panose="020B0503020204020204" charset="-122"/>
                        </a:rPr>
                        <a:t>2</a:t>
                      </a:r>
                      <a:endParaRPr lang="en-US" altLang="zh-CN" sz="16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基本相同的功能</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vMerge="1">
                  <a:tcPr/>
                </a:tc>
              </a:tr>
              <a:tr h="408305">
                <a:tc>
                  <a:txBody>
                    <a:bodyPr/>
                    <a:p>
                      <a:pPr indent="0" algn="ctr" fontAlgn="auto">
                        <a:lnSpc>
                          <a:spcPct val="150000"/>
                        </a:lnSpc>
                        <a:buClrTx/>
                        <a:buSzTx/>
                        <a:buFontTx/>
                        <a:buNone/>
                      </a:pPr>
                      <a:r>
                        <a:rPr lang="en-US" altLang="zh-CN" sz="1600">
                          <a:solidFill>
                            <a:schemeClr val="bg2">
                              <a:lumMod val="25000"/>
                            </a:schemeClr>
                          </a:solidFill>
                          <a:latin typeface="微软雅黑" panose="020B0503020204020204" charset="-122"/>
                          <a:ea typeface="微软雅黑" panose="020B0503020204020204" charset="-122"/>
                        </a:rPr>
                        <a:t>3</a:t>
                      </a:r>
                      <a:endParaRPr lang="en-US" altLang="zh-CN" sz="16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基本相同的效果</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vMerge="1">
                  <a:tcPr/>
                </a:tc>
              </a:tr>
              <a:tr h="998855">
                <a:tc>
                  <a:txBody>
                    <a:bodyPr/>
                    <a:p>
                      <a:pPr indent="0" algn="ctr" fontAlgn="auto">
                        <a:lnSpc>
                          <a:spcPct val="150000"/>
                        </a:lnSpc>
                        <a:buClrTx/>
                        <a:buSzTx/>
                        <a:buFontTx/>
                        <a:buNone/>
                      </a:pPr>
                      <a:r>
                        <a:rPr lang="en-US" altLang="zh-CN" sz="1600">
                          <a:solidFill>
                            <a:schemeClr val="bg2">
                              <a:lumMod val="25000"/>
                            </a:schemeClr>
                          </a:solidFill>
                          <a:latin typeface="微软雅黑" panose="020B0503020204020204" charset="-122"/>
                          <a:ea typeface="微软雅黑" panose="020B0503020204020204" charset="-122"/>
                        </a:rPr>
                        <a:t>4</a:t>
                      </a:r>
                      <a:endParaRPr lang="en-US" altLang="zh-CN" sz="1600">
                        <a:solidFill>
                          <a:schemeClr val="bg2">
                            <a:lumMod val="25000"/>
                          </a:schemeClr>
                        </a:solidFill>
                        <a:latin typeface="微软雅黑" panose="020B0503020204020204" charset="-122"/>
                        <a:ea typeface="微软雅黑" panose="020B0503020204020204" charset="-122"/>
                      </a:endParaRPr>
                    </a:p>
                  </a:txBody>
                  <a:tcPr/>
                </a:tc>
                <a:tc>
                  <a:txBody>
                    <a:bodyPr/>
                    <a:p>
                      <a:pPr indent="0" algn="ctr" fontAlgn="auto">
                        <a:lnSpc>
                          <a:spcPct val="150000"/>
                        </a:lnSpc>
                        <a:buClrTx/>
                        <a:buSzTx/>
                        <a:buFontTx/>
                        <a:buNone/>
                      </a:pPr>
                      <a:r>
                        <a:rPr lang="zh-CN" altLang="en-US" sz="1600">
                          <a:solidFill>
                            <a:schemeClr val="bg2">
                              <a:lumMod val="25000"/>
                            </a:schemeClr>
                          </a:solidFill>
                          <a:latin typeface="微软雅黑" panose="020B0503020204020204" charset="-122"/>
                          <a:ea typeface="微软雅黑" panose="020B0503020204020204" charset="-122"/>
                        </a:rPr>
                        <a:t>本领域普通技术人员在被诉侵权行为发生时无需经过创造性劳动就能够联想到</a:t>
                      </a:r>
                      <a:endParaRPr lang="zh-CN" altLang="en-US" sz="1600">
                        <a:solidFill>
                          <a:schemeClr val="bg2">
                            <a:lumMod val="25000"/>
                          </a:schemeClr>
                        </a:solidFill>
                        <a:latin typeface="微软雅黑" panose="020B0503020204020204" charset="-122"/>
                        <a:ea typeface="微软雅黑" panose="020B0503020204020204" charset="-122"/>
                      </a:endParaRPr>
                    </a:p>
                  </a:txBody>
                  <a:tcPr/>
                </a:tc>
                <a:tc vMerge="1">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a:xfrm>
            <a:off x="1016000" y="1426845"/>
            <a:ext cx="9194800" cy="4929505"/>
          </a:xfrm>
        </p:spPr>
        <p:txBody>
          <a:bodyPr>
            <a:normAutofit/>
          </a:bodyPr>
          <a:lstStyle/>
          <a:p>
            <a:pPr eaLnBrk="1" hangingPunct="1">
              <a:lnSpc>
                <a:spcPct val="150000"/>
              </a:lnSpc>
              <a:spcBef>
                <a:spcPts val="25"/>
              </a:spcBef>
              <a:buFontTx/>
              <a:buNone/>
              <a:defRPr/>
            </a:pPr>
            <a:r>
              <a:rPr lang="en-US" sz="2400" b="1" dirty="0" smtClean="0">
                <a:solidFill>
                  <a:schemeClr val="tx1">
                    <a:lumMod val="85000"/>
                    <a:lumOff val="15000"/>
                  </a:schemeClr>
                </a:solidFill>
                <a:latin typeface="微软雅黑" panose="020B0503020204020204" charset="-122"/>
                <a:ea typeface="微软雅黑" panose="020B0503020204020204" charset="-122"/>
                <a:sym typeface="+mn-ea"/>
              </a:rPr>
              <a:t>1. </a:t>
            </a:r>
            <a:r>
              <a:rPr lang="zh-CN" altLang="en-US" sz="2400" b="1" dirty="0" smtClean="0">
                <a:solidFill>
                  <a:schemeClr val="tx1">
                    <a:lumMod val="85000"/>
                    <a:lumOff val="15000"/>
                  </a:schemeClr>
                </a:solidFill>
                <a:latin typeface="微软雅黑" panose="020B0503020204020204" charset="-122"/>
                <a:ea typeface="微软雅黑" panose="020B0503020204020204" charset="-122"/>
                <a:sym typeface="+mn-ea"/>
              </a:rPr>
              <a:t>从专利文献中可以获得哪些有用信息</a:t>
            </a:r>
            <a:endParaRPr lang="zh-CN" altLang="en-US" sz="2400" dirty="0" smtClean="0">
              <a:solidFill>
                <a:schemeClr val="tx1">
                  <a:lumMod val="85000"/>
                  <a:lumOff val="1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2400" dirty="0" smtClean="0">
                <a:solidFill>
                  <a:schemeClr val="tx1">
                    <a:lumMod val="65000"/>
                    <a:lumOff val="35000"/>
                  </a:schemeClr>
                </a:solidFill>
                <a:latin typeface="微软雅黑" panose="020B0503020204020204" charset="-122"/>
                <a:ea typeface="微软雅黑" panose="020B0503020204020204" charset="-122"/>
                <a:sym typeface="+mn-ea"/>
              </a:rPr>
              <a:t> </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①</a:t>
            </a:r>
            <a:r>
              <a:rPr lang="zh-CN" altLang="en-US" sz="2400" dirty="0" smtClean="0">
                <a:solidFill>
                  <a:schemeClr val="tx1">
                    <a:lumMod val="85000"/>
                    <a:lumOff val="15000"/>
                  </a:schemeClr>
                </a:solidFill>
                <a:latin typeface="微软雅黑" panose="020B0503020204020204" charset="-122"/>
                <a:ea typeface="微软雅黑" panose="020B0503020204020204" charset="-122"/>
                <a:sym typeface="+mn-ea"/>
              </a:rPr>
              <a:t>了解到别人专利的保护范围，以供规避、尝试绕开；</a:t>
            </a:r>
            <a:endParaRPr lang="zh-CN" altLang="en-US" sz="2400" dirty="0" smtClean="0">
              <a:solidFill>
                <a:schemeClr val="tx1">
                  <a:lumMod val="85000"/>
                  <a:lumOff val="1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2400" dirty="0" smtClean="0">
                <a:solidFill>
                  <a:schemeClr val="tx1">
                    <a:lumMod val="85000"/>
                    <a:lumOff val="15000"/>
                  </a:schemeClr>
                </a:solidFill>
                <a:latin typeface="微软雅黑" panose="020B0503020204020204" charset="-122"/>
                <a:ea typeface="微软雅黑" panose="020B0503020204020204" charset="-122"/>
                <a:sym typeface="+mn-ea"/>
              </a:rPr>
              <a:t> </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②</a:t>
            </a:r>
            <a:r>
              <a:rPr lang="zh-CN" altLang="en-US" sz="2400" dirty="0" smtClean="0">
                <a:solidFill>
                  <a:schemeClr val="tx1">
                    <a:lumMod val="85000"/>
                    <a:lumOff val="15000"/>
                  </a:schemeClr>
                </a:solidFill>
                <a:latin typeface="微软雅黑" panose="020B0503020204020204" charset="-122"/>
                <a:ea typeface="微软雅黑" panose="020B0503020204020204" charset="-122"/>
                <a:sym typeface="+mn-ea"/>
              </a:rPr>
              <a:t>了解到别人较新及最新的技术，以供参考、借鉴研制；</a:t>
            </a:r>
            <a:endParaRPr lang="zh-CN" altLang="en-US" sz="2400" dirty="0" smtClean="0">
              <a:solidFill>
                <a:schemeClr val="tx1">
                  <a:lumMod val="85000"/>
                  <a:lumOff val="1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2400" dirty="0" smtClean="0">
                <a:solidFill>
                  <a:schemeClr val="tx1">
                    <a:lumMod val="85000"/>
                    <a:lumOff val="15000"/>
                  </a:schemeClr>
                </a:solidFill>
                <a:latin typeface="微软雅黑" panose="020B0503020204020204" charset="-122"/>
                <a:ea typeface="微软雅黑" panose="020B0503020204020204" charset="-122"/>
                <a:sym typeface="+mn-ea"/>
              </a:rPr>
              <a:t> </a:t>
            </a:r>
            <a:r>
              <a:rPr lang="en-US" altLang="zh-CN" sz="2400" dirty="0">
                <a:solidFill>
                  <a:schemeClr val="tx1">
                    <a:lumMod val="85000"/>
                    <a:lumOff val="15000"/>
                  </a:schemeClr>
                </a:solidFill>
                <a:latin typeface="微软雅黑" panose="020B0503020204020204" charset="-122"/>
                <a:ea typeface="微软雅黑" panose="020B0503020204020204" charset="-122"/>
                <a:cs typeface="微软雅黑" panose="020B0503020204020204" charset="-122"/>
                <a:sym typeface="+mn-ea"/>
              </a:rPr>
              <a:t>③</a:t>
            </a:r>
            <a:r>
              <a:rPr lang="zh-CN" altLang="en-US" sz="2400" dirty="0" smtClean="0">
                <a:solidFill>
                  <a:schemeClr val="tx1">
                    <a:lumMod val="85000"/>
                    <a:lumOff val="15000"/>
                  </a:schemeClr>
                </a:solidFill>
                <a:latin typeface="微软雅黑" panose="020B0503020204020204" charset="-122"/>
                <a:ea typeface="微软雅黑" panose="020B0503020204020204" charset="-122"/>
                <a:sym typeface="+mn-ea"/>
              </a:rPr>
              <a:t>了解到竞争对手的专利数量、保护要点。</a:t>
            </a:r>
            <a:endParaRPr lang="zh-CN" altLang="en-US" sz="2400" dirty="0" smtClean="0">
              <a:solidFill>
                <a:schemeClr val="tx1">
                  <a:lumMod val="85000"/>
                  <a:lumOff val="15000"/>
                </a:schemeClr>
              </a:solidFill>
              <a:latin typeface="宋体" panose="02010600030101010101" pitchFamily="2" charset="-122"/>
            </a:endParaRPr>
          </a:p>
        </p:txBody>
      </p:sp>
      <p:sp>
        <p:nvSpPr>
          <p:cNvPr id="6" name="灯片编号占位符 5"/>
          <p:cNvSpPr>
            <a:spLocks noGrp="1"/>
          </p:cNvSpPr>
          <p:nvPr>
            <p:ph type="sldNum" sz="quarter" idx="12"/>
          </p:nvPr>
        </p:nvSpPr>
        <p:spPr/>
        <p:txBody>
          <a:bodyPr/>
          <a:lstStyle/>
          <a:p>
            <a:pPr>
              <a:defRPr/>
            </a:pPr>
            <a:fld id="{9B6F2BC5-5793-4F38-8CFB-4A5C395EF993}" type="slidenum">
              <a:rPr lang="zh-CN" altLang="en-US" smtClean="0"/>
            </a:fld>
            <a:endParaRPr lang="zh-CN" altLang="en-US"/>
          </a:p>
        </p:txBody>
      </p:sp>
      <p:grpSp>
        <p:nvGrpSpPr>
          <p:cNvPr id="4" name="组合 3"/>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sz="half" idx="2"/>
          </p:nvPr>
        </p:nvSpPr>
        <p:spPr>
          <a:xfrm>
            <a:off x="1014413" y="1216025"/>
            <a:ext cx="3932237" cy="3811588"/>
          </a:xfrm>
        </p:spPr>
        <p:txBody>
          <a:bodyPr>
            <a:normAutofit lnSpcReduction="20000"/>
          </a:bodyPr>
          <a:lstStyle/>
          <a:p>
            <a:pPr eaLnBrk="1" hangingPunct="1">
              <a:lnSpc>
                <a:spcPct val="150000"/>
              </a:lnSpc>
              <a:spcBef>
                <a:spcPts val="25"/>
              </a:spcBef>
              <a:buFontTx/>
              <a:buNone/>
              <a:defRPr/>
            </a:pPr>
            <a:r>
              <a:rPr lang="en-US" sz="2400" b="1" dirty="0" smtClean="0">
                <a:solidFill>
                  <a:schemeClr val="tx1">
                    <a:lumMod val="85000"/>
                    <a:lumOff val="15000"/>
                  </a:schemeClr>
                </a:solidFill>
                <a:latin typeface="微软雅黑" panose="020B0503020204020204" charset="-122"/>
                <a:ea typeface="微软雅黑" panose="020B0503020204020204" charset="-122"/>
                <a:sym typeface="+mn-ea"/>
              </a:rPr>
              <a:t>2. </a:t>
            </a:r>
            <a:r>
              <a:rPr lang="zh-CN" altLang="en-US" sz="2400" b="1" dirty="0" smtClean="0">
                <a:solidFill>
                  <a:schemeClr val="tx1">
                    <a:lumMod val="85000"/>
                    <a:lumOff val="15000"/>
                  </a:schemeClr>
                </a:solidFill>
                <a:latin typeface="微软雅黑" panose="020B0503020204020204" charset="-122"/>
                <a:ea typeface="微软雅黑" panose="020B0503020204020204" charset="-122"/>
                <a:sym typeface="+mn-ea"/>
              </a:rPr>
              <a:t>检索网址</a:t>
            </a:r>
            <a:endParaRPr lang="zh-CN" altLang="en-US" sz="2400" b="1" dirty="0" smtClean="0">
              <a:solidFill>
                <a:schemeClr val="tx1">
                  <a:lumMod val="85000"/>
                  <a:lumOff val="15000"/>
                </a:schemeClr>
              </a:solidFill>
              <a:latin typeface="微软雅黑" panose="020B0503020204020204" charset="-122"/>
              <a:ea typeface="微软雅黑" panose="020B0503020204020204" charset="-122"/>
            </a:endParaRPr>
          </a:p>
          <a:p>
            <a:pPr eaLnBrk="1" hangingPunct="1">
              <a:lnSpc>
                <a:spcPct val="150000"/>
              </a:lnSpc>
              <a:spcBef>
                <a:spcPts val="25"/>
              </a:spcBef>
              <a:buFontTx/>
              <a:buNone/>
              <a:defRPr/>
            </a:pPr>
            <a:r>
              <a:rPr lang="zh-CN" altLang="en-US" sz="1800" b="1" dirty="0" smtClean="0">
                <a:solidFill>
                  <a:srgbClr val="C00000"/>
                </a:solidFill>
                <a:latin typeface="微软雅黑" panose="020B0503020204020204" charset="-122"/>
                <a:ea typeface="微软雅黑" panose="020B0503020204020204" charset="-122"/>
                <a:sym typeface="+mn-ea"/>
                <a:hlinkClick r:id="rId1" action="ppaction://hlinkfile"/>
              </a:rPr>
              <a:t>https://pss-system.cponline.cnipa.gov.cn/conventionalSearch</a:t>
            </a:r>
            <a:endParaRPr lang="zh-CN" altLang="en-US" sz="1800" b="1" dirty="0" smtClean="0">
              <a:solidFill>
                <a:srgbClr val="C00000"/>
              </a:solidFill>
              <a:latin typeface="微软雅黑" panose="020B0503020204020204" charset="-122"/>
              <a:ea typeface="微软雅黑" panose="020B0503020204020204" charset="-122"/>
              <a:sym typeface="+mn-ea"/>
            </a:endParaRPr>
          </a:p>
          <a:p>
            <a:pPr eaLnBrk="1" hangingPunct="1">
              <a:lnSpc>
                <a:spcPct val="150000"/>
              </a:lnSpc>
              <a:spcBef>
                <a:spcPts val="25"/>
              </a:spcBef>
              <a:buFontTx/>
              <a:buNone/>
              <a:defRPr/>
            </a:pPr>
            <a:endParaRPr lang="zh-CN" altLang="en-US" sz="2400" b="1" dirty="0" smtClean="0">
              <a:solidFill>
                <a:srgbClr val="C00000"/>
              </a:solidFill>
              <a:latin typeface="微软雅黑" panose="020B0503020204020204" charset="-122"/>
              <a:ea typeface="微软雅黑" panose="020B0503020204020204" charset="-122"/>
              <a:sym typeface="+mn-ea"/>
            </a:endParaRPr>
          </a:p>
          <a:p>
            <a:pPr algn="l" eaLnBrk="1" hangingPunct="1">
              <a:lnSpc>
                <a:spcPct val="150000"/>
              </a:lnSpc>
              <a:spcBef>
                <a:spcPts val="25"/>
              </a:spcBef>
              <a:buClrTx/>
              <a:buSzTx/>
              <a:buFontTx/>
              <a:buNone/>
              <a:defRPr/>
            </a:pPr>
            <a:r>
              <a:rPr lang="en-US" altLang="zh-CN" sz="2000" dirty="0" smtClean="0">
                <a:solidFill>
                  <a:schemeClr val="tx1">
                    <a:lumMod val="85000"/>
                    <a:lumOff val="15000"/>
                  </a:schemeClr>
                </a:solidFill>
                <a:latin typeface="微软雅黑" panose="020B0503020204020204" charset="-122"/>
                <a:ea typeface="微软雅黑" panose="020B0503020204020204" charset="-122"/>
              </a:rPr>
              <a:t>www.ip.top</a:t>
            </a:r>
            <a:endParaRPr lang="en-US" altLang="zh-CN" sz="2000" dirty="0" smtClean="0">
              <a:solidFill>
                <a:schemeClr val="tx1">
                  <a:lumMod val="85000"/>
                  <a:lumOff val="15000"/>
                </a:schemeClr>
              </a:solidFill>
              <a:latin typeface="微软雅黑" panose="020B0503020204020204" charset="-122"/>
              <a:ea typeface="微软雅黑" panose="020B0503020204020204" charset="-122"/>
            </a:endParaRPr>
          </a:p>
          <a:p>
            <a:pPr algn="l" eaLnBrk="1" hangingPunct="1">
              <a:lnSpc>
                <a:spcPct val="150000"/>
              </a:lnSpc>
              <a:spcBef>
                <a:spcPts val="25"/>
              </a:spcBef>
              <a:buClrTx/>
              <a:buSzTx/>
              <a:buFontTx/>
              <a:buNone/>
              <a:defRPr/>
            </a:pPr>
            <a:r>
              <a:rPr lang="en-US" altLang="zh-CN" sz="2000" dirty="0" smtClean="0">
                <a:solidFill>
                  <a:schemeClr val="tx1">
                    <a:lumMod val="85000"/>
                    <a:lumOff val="15000"/>
                  </a:schemeClr>
                </a:solidFill>
                <a:latin typeface="微软雅黑" panose="020B0503020204020204" charset="-122"/>
                <a:ea typeface="微软雅黑" panose="020B0503020204020204" charset="-122"/>
              </a:rPr>
              <a:t>https://www.innojoy.com/</a:t>
            </a:r>
            <a:endParaRPr lang="en-US" altLang="zh-CN" sz="2000" dirty="0" smtClean="0">
              <a:solidFill>
                <a:schemeClr val="tx1">
                  <a:lumMod val="85000"/>
                  <a:lumOff val="15000"/>
                </a:schemeClr>
              </a:solidFill>
              <a:latin typeface="微软雅黑" panose="020B0503020204020204" charset="-122"/>
              <a:ea typeface="微软雅黑" panose="020B0503020204020204" charset="-122"/>
            </a:endParaRPr>
          </a:p>
          <a:p>
            <a:pPr algn="l" eaLnBrk="1" hangingPunct="1">
              <a:lnSpc>
                <a:spcPct val="150000"/>
              </a:lnSpc>
              <a:spcBef>
                <a:spcPts val="25"/>
              </a:spcBef>
              <a:buClrTx/>
              <a:buSzTx/>
              <a:buFontTx/>
              <a:buNone/>
              <a:defRPr/>
            </a:pPr>
            <a:r>
              <a:rPr lang="en-US" altLang="zh-CN" sz="2000" dirty="0" smtClean="0">
                <a:solidFill>
                  <a:schemeClr val="tx1">
                    <a:lumMod val="85000"/>
                    <a:lumOff val="15000"/>
                  </a:schemeClr>
                </a:solidFill>
                <a:latin typeface="微软雅黑" panose="020B0503020204020204" charset="-122"/>
                <a:ea typeface="微软雅黑" panose="020B0503020204020204" charset="-122"/>
              </a:rPr>
              <a:t>https://www.soopat.com/</a:t>
            </a:r>
            <a:endParaRPr lang="en-US" altLang="zh-CN" sz="2000" dirty="0" smtClean="0">
              <a:solidFill>
                <a:schemeClr val="tx1">
                  <a:lumMod val="85000"/>
                  <a:lumOff val="15000"/>
                </a:schemeClr>
              </a:solidFill>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nvPr>
        </p:nvSpPr>
        <p:spPr/>
        <p:txBody>
          <a:bodyPr/>
          <a:lstStyle/>
          <a:p>
            <a:pPr>
              <a:defRPr/>
            </a:pPr>
            <a:fld id="{E244DAD6-68F5-4B70-8D46-E9835E126AEE}" type="slidenum">
              <a:rPr lang="zh-CN" altLang="en-US" smtClean="0"/>
            </a:fld>
            <a:endParaRPr lang="zh-CN" altLang="en-US"/>
          </a:p>
        </p:txBody>
      </p:sp>
      <p:grpSp>
        <p:nvGrpSpPr>
          <p:cNvPr id="4" name="组合 3"/>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pic>
        <p:nvPicPr>
          <p:cNvPr id="2" name="图片占位符 1"/>
          <p:cNvPicPr>
            <a:picLocks noChangeAspect="1"/>
          </p:cNvPicPr>
          <p:nvPr>
            <p:ph type="pic" idx="1"/>
            <p:custDataLst>
              <p:tags r:id="rId5"/>
            </p:custDataLst>
          </p:nvPr>
        </p:nvPicPr>
        <p:blipFill>
          <a:blip r:embed="rId6"/>
          <a:srcRect t="2848" b="3411"/>
          <a:stretch>
            <a:fillRect/>
          </a:stretch>
        </p:blipFill>
        <p:spPr>
          <a:xfrm>
            <a:off x="5597525" y="1328420"/>
            <a:ext cx="6365240" cy="36995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sz="half" idx="1"/>
          </p:nvPr>
        </p:nvSpPr>
        <p:spPr>
          <a:xfrm>
            <a:off x="841375" y="1350010"/>
            <a:ext cx="6309360" cy="4351655"/>
          </a:xfrm>
        </p:spPr>
        <p:txBody>
          <a:bodyPr>
            <a:normAutofit fontScale="90000" lnSpcReduction="20000"/>
          </a:bodyPr>
          <a:lstStyle/>
          <a:p>
            <a:pPr marL="0" indent="0" algn="just">
              <a:lnSpc>
                <a:spcPct val="150000"/>
              </a:lnSpc>
              <a:spcBef>
                <a:spcPts val="25"/>
              </a:spcBef>
              <a:spcAft>
                <a:spcPts val="1200"/>
              </a:spcAft>
              <a:buFont typeface="Arial" panose="020B0604020202020204" pitchFamily="34" charset="0"/>
              <a:buNone/>
              <a:defRPr/>
            </a:pPr>
            <a:r>
              <a:rPr lang="zh-CN" altLang="en-US" sz="2400" b="1" dirty="0" smtClean="0">
                <a:solidFill>
                  <a:srgbClr val="C00000"/>
                </a:solidFill>
                <a:latin typeface="微软雅黑" panose="020B0503020204020204" charset="-122"/>
                <a:ea typeface="微软雅黑" panose="020B0503020204020204" charset="-122"/>
              </a:rPr>
              <a:t>待检索的技术方案：道路及高速公路监控系统</a:t>
            </a:r>
            <a:endParaRPr lang="en-US" altLang="zh-CN" sz="2400" b="1" dirty="0" smtClean="0">
              <a:solidFill>
                <a:srgbClr val="C00000"/>
              </a:solidFill>
              <a:latin typeface="微软雅黑" panose="020B0503020204020204" charset="-122"/>
              <a:ea typeface="微软雅黑" panose="020B0503020204020204" charset="-122"/>
            </a:endParaRPr>
          </a:p>
          <a:p>
            <a:pPr marL="0" indent="0" algn="just">
              <a:lnSpc>
                <a:spcPct val="150000"/>
              </a:lnSpc>
              <a:spcBef>
                <a:spcPts val="25"/>
              </a:spcBef>
              <a:spcAft>
                <a:spcPts val="1200"/>
              </a:spcAft>
              <a:buFont typeface="Arial" panose="020B0604020202020204" pitchFamily="34" charset="0"/>
              <a:buNone/>
              <a:defRPr/>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为监控普通道路及高速公路上的车辆以及对超速车辆拍照取证，有必要开发一种</a:t>
            </a:r>
            <a:r>
              <a:rPr lang="en-US" altLang="zh-CN" sz="2400" dirty="0" smtClean="0">
                <a:solidFill>
                  <a:schemeClr val="tx1">
                    <a:lumMod val="65000"/>
                    <a:lumOff val="35000"/>
                  </a:schemeClr>
                </a:solidFill>
                <a:latin typeface="微软雅黑" panose="020B0503020204020204" charset="-122"/>
                <a:ea typeface="微软雅黑" panose="020B0503020204020204" charset="-122"/>
              </a:rPr>
              <a:t>24</a:t>
            </a:r>
            <a:r>
              <a:rPr lang="zh-CN" altLang="en-US" sz="2400" dirty="0" smtClean="0">
                <a:solidFill>
                  <a:schemeClr val="tx1">
                    <a:lumMod val="65000"/>
                    <a:lumOff val="35000"/>
                  </a:schemeClr>
                </a:solidFill>
                <a:latin typeface="微软雅黑" panose="020B0503020204020204" charset="-122"/>
                <a:ea typeface="微软雅黑" panose="020B0503020204020204" charset="-122"/>
              </a:rPr>
              <a:t>小时监控高速公路或普通道路的系统。</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0" indent="0" algn="just">
              <a:lnSpc>
                <a:spcPct val="150000"/>
              </a:lnSpc>
              <a:spcBef>
                <a:spcPts val="25"/>
              </a:spcBef>
              <a:spcAft>
                <a:spcPts val="0"/>
              </a:spcAft>
              <a:buFont typeface="Arial" panose="020B0604020202020204" pitchFamily="34" charset="0"/>
              <a:buNone/>
              <a:defRPr/>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本发明包括，可照亮单向行驶的车辆尾部的红外发射管或照明装置；可捕获行驶车辆尾部图像的摄像机；可处理捕获图像的电子界面，尤其是可对捕获图像中的汽车号牌字符执行光学识别并储存图像和数据的电子界面。</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marL="0" indent="0" algn="just">
              <a:lnSpc>
                <a:spcPct val="150000"/>
              </a:lnSpc>
              <a:spcBef>
                <a:spcPts val="25"/>
              </a:spcBef>
              <a:buFont typeface="Arial" panose="020B0604020202020204" pitchFamily="34" charset="0"/>
              <a:buNone/>
              <a:defRPr/>
            </a:pPr>
            <a:endParaRPr lang="en-US" altLang="zh-CN" sz="2400" b="1" dirty="0" smtClean="0">
              <a:solidFill>
                <a:schemeClr val="tx1">
                  <a:lumMod val="75000"/>
                  <a:lumOff val="25000"/>
                </a:schemeClr>
              </a:solidFill>
              <a:latin typeface="+mj-lt"/>
            </a:endParaRPr>
          </a:p>
        </p:txBody>
      </p:sp>
      <p:sp>
        <p:nvSpPr>
          <p:cNvPr id="4" name="灯片编号占位符 3"/>
          <p:cNvSpPr>
            <a:spLocks noGrp="1"/>
          </p:cNvSpPr>
          <p:nvPr>
            <p:ph type="sldNum" sz="quarter" idx="12"/>
          </p:nvPr>
        </p:nvSpPr>
        <p:spPr/>
        <p:txBody>
          <a:bodyPr/>
          <a:lstStyle/>
          <a:p>
            <a:pPr>
              <a:defRPr/>
            </a:pPr>
            <a:fld id="{53844989-44C4-4FDF-BB94-3C8497531339}" type="slidenum">
              <a:rPr lang="zh-CN" altLang="en-US" smtClean="0"/>
            </a:fld>
            <a:endParaRPr lang="zh-CN" altLang="en-US"/>
          </a:p>
        </p:txBody>
      </p:sp>
      <p:grpSp>
        <p:nvGrpSpPr>
          <p:cNvPr id="2" name="组合 1"/>
          <p:cNvGrpSpPr/>
          <p:nvPr/>
        </p:nvGrpSpPr>
        <p:grpSpPr>
          <a:xfrm>
            <a:off x="197485" y="532765"/>
            <a:ext cx="519430" cy="408940"/>
            <a:chOff x="110" y="450"/>
            <a:chExt cx="818" cy="644"/>
          </a:xfrm>
        </p:grpSpPr>
        <p:sp>
          <p:nvSpPr>
            <p:cNvPr id="12" name="Freeform 13"/>
            <p:cNvSpPr/>
            <p:nvPr>
              <p:custDataLst>
                <p:tags r:id="rId1"/>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2"/>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5" name="文本框 4"/>
          <p:cNvSpPr txBox="1"/>
          <p:nvPr>
            <p:custDataLst>
              <p:tags r:id="rId3"/>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pic>
        <p:nvPicPr>
          <p:cNvPr id="36866" name="Picture 3"/>
          <p:cNvPicPr>
            <a:picLocks noChangeAspect="1" noChangeArrowheads="1"/>
          </p:cNvPicPr>
          <p:nvPr>
            <p:ph sz="half" idx="2"/>
            <p:custDataLst>
              <p:tags r:id="rId4"/>
            </p:custDataLst>
          </p:nvPr>
        </p:nvPicPr>
        <p:blipFill>
          <a:blip r:embed="rId5"/>
          <a:srcRect/>
          <a:stretch>
            <a:fillRect/>
          </a:stretch>
        </p:blipFill>
        <p:spPr bwMode="auto">
          <a:xfrm>
            <a:off x="7681595" y="2307590"/>
            <a:ext cx="3799205" cy="243586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00760" y="1483995"/>
            <a:ext cx="10353040" cy="4526280"/>
          </a:xfrm>
        </p:spPr>
        <p:txBody>
          <a:bodyPr/>
          <a:lstStyle/>
          <a:p>
            <a:pPr>
              <a:lnSpc>
                <a:spcPct val="150000"/>
              </a:lnSpc>
              <a:spcBef>
                <a:spcPts val="25"/>
              </a:spcBef>
              <a:buFont typeface="Arial" panose="020B0604020202020204" pitchFamily="34" charset="0"/>
              <a:buNone/>
              <a:defRPr/>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a:t>
            </a:r>
            <a:r>
              <a:rPr lang="zh-CN" altLang="en-US" sz="2400" b="1" dirty="0" smtClean="0">
                <a:solidFill>
                  <a:srgbClr val="C00000"/>
                </a:solidFill>
                <a:latin typeface="微软雅黑" panose="020B0503020204020204" charset="-122"/>
                <a:ea typeface="微软雅黑" panose="020B0503020204020204" charset="-122"/>
              </a:rPr>
              <a:t>阅读待检索的</a:t>
            </a:r>
            <a:r>
              <a:rPr lang="zh-CN" altLang="en-US" sz="2400" b="1" dirty="0">
                <a:solidFill>
                  <a:srgbClr val="C00000"/>
                </a:solidFill>
                <a:latin typeface="微软雅黑" panose="020B0503020204020204" charset="-122"/>
                <a:ea typeface="微软雅黑" panose="020B0503020204020204" charset="-122"/>
              </a:rPr>
              <a:t>技术方案</a:t>
            </a:r>
            <a:r>
              <a:rPr lang="zh-CN" altLang="en-US" sz="2400" b="1" dirty="0" smtClean="0">
                <a:solidFill>
                  <a:srgbClr val="C00000"/>
                </a:solidFill>
                <a:latin typeface="微软雅黑" panose="020B0503020204020204" charset="-122"/>
                <a:ea typeface="微软雅黑" panose="020B0503020204020204" charset="-122"/>
              </a:rPr>
              <a:t>，初步确定技术主题和技术特征的关键词：</a:t>
            </a:r>
            <a:endParaRPr lang="zh-CN" altLang="en-US" sz="2400" b="1" dirty="0">
              <a:solidFill>
                <a:srgbClr val="C00000"/>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技术主题：公路、道路、监控</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r>
              <a:rPr lang="zh-CN" altLang="en-US" sz="2400" dirty="0" smtClean="0">
                <a:solidFill>
                  <a:schemeClr val="tx1">
                    <a:lumMod val="65000"/>
                    <a:lumOff val="35000"/>
                  </a:schemeClr>
                </a:solidFill>
                <a:latin typeface="微软雅黑" panose="020B0503020204020204" charset="-122"/>
                <a:ea typeface="微软雅黑" panose="020B0503020204020204" charset="-122"/>
              </a:rPr>
              <a:t>    技术特征：红外、照明、摄像</a:t>
            </a:r>
            <a:endParaRPr lang="en-US" altLang="zh-CN" sz="2400" dirty="0" smtClean="0">
              <a:solidFill>
                <a:schemeClr val="tx1">
                  <a:lumMod val="65000"/>
                  <a:lumOff val="35000"/>
                </a:schemeClr>
              </a:solidFill>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14939C2D-65C0-434D-96E7-A969C0D17E15}"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895323" y="1712897"/>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186815" y="1191895"/>
            <a:ext cx="10166985" cy="4351655"/>
          </a:xfrm>
        </p:spPr>
        <p:txBody>
          <a:bodyPr/>
          <a:lstStyle/>
          <a:p>
            <a:pPr>
              <a:lnSpc>
                <a:spcPct val="150000"/>
              </a:lnSpc>
              <a:spcBef>
                <a:spcPts val="25"/>
              </a:spcBef>
              <a:buFont typeface="Arial" panose="020B0604020202020204" pitchFamily="34" charset="0"/>
              <a:buNone/>
              <a:defRPr/>
            </a:pPr>
            <a:r>
              <a:rPr lang="zh-CN" altLang="en-US" sz="2000" b="1" dirty="0" smtClean="0">
                <a:solidFill>
                  <a:srgbClr val="FF0000"/>
                </a:solidFill>
                <a:latin typeface="微软雅黑" panose="020B0503020204020204" charset="-122"/>
                <a:ea typeface="微软雅黑" panose="020B0503020204020204" charset="-122"/>
              </a:rPr>
              <a:t>    </a:t>
            </a:r>
            <a:r>
              <a:rPr lang="zh-CN" altLang="en-US" sz="2000" b="1" dirty="0" smtClean="0">
                <a:solidFill>
                  <a:srgbClr val="C00000"/>
                </a:solidFill>
                <a:latin typeface="微软雅黑" panose="020B0503020204020204" charset="-122"/>
                <a:ea typeface="微软雅黑" panose="020B0503020204020204" charset="-122"/>
              </a:rPr>
              <a:t>以</a:t>
            </a:r>
            <a:r>
              <a:rPr lang="zh-CN" altLang="en-US" sz="2000" b="1" dirty="0" smtClean="0">
                <a:solidFill>
                  <a:srgbClr val="C00000"/>
                </a:solidFill>
                <a:latin typeface="微软雅黑" panose="020B0503020204020204" charset="-122"/>
                <a:ea typeface="微软雅黑" panose="020B0503020204020204" charset="-122"/>
                <a:sym typeface="+mn-ea"/>
                <a:hlinkClick r:id="rId1" action="ppaction://hlinkfile"/>
              </a:rPr>
              <a:t>pss-system.cponline.cnipa.gov.cn</a:t>
            </a:r>
            <a:r>
              <a:rPr lang="zh-CN" altLang="en-US" sz="2000" b="1" dirty="0" smtClean="0">
                <a:solidFill>
                  <a:srgbClr val="C00000"/>
                </a:solidFill>
                <a:latin typeface="微软雅黑" panose="020B0503020204020204" charset="-122"/>
                <a:ea typeface="微软雅黑" panose="020B0503020204020204" charset="-122"/>
              </a:rPr>
              <a:t>检索为例，使用</a:t>
            </a:r>
            <a:r>
              <a:rPr lang="zh-CN" altLang="en-US" sz="2000" b="1" dirty="0">
                <a:solidFill>
                  <a:srgbClr val="C00000"/>
                </a:solidFill>
                <a:latin typeface="微软雅黑" panose="020B0503020204020204" charset="-122"/>
                <a:ea typeface="微软雅黑" panose="020B0503020204020204" charset="-122"/>
              </a:rPr>
              <a:t>检索要素</a:t>
            </a:r>
            <a:r>
              <a:rPr lang="zh-CN" altLang="en-US" sz="2000" b="1" dirty="0">
                <a:solidFill>
                  <a:srgbClr val="C00000"/>
                </a:solidFill>
                <a:latin typeface="微软雅黑" panose="020B0503020204020204" charset="-122"/>
                <a:ea typeface="微软雅黑" panose="020B0503020204020204" charset="-122"/>
              </a:rPr>
              <a:t>方式</a:t>
            </a:r>
            <a:r>
              <a:rPr lang="zh-CN" altLang="en-US" sz="2000" b="1" dirty="0" smtClean="0">
                <a:solidFill>
                  <a:srgbClr val="C00000"/>
                </a:solidFill>
                <a:latin typeface="微软雅黑" panose="020B0503020204020204" charset="-122"/>
                <a:ea typeface="微软雅黑" panose="020B0503020204020204" charset="-122"/>
              </a:rPr>
              <a:t>进行初步检索。</a:t>
            </a:r>
            <a:r>
              <a:rPr lang="zh-CN" altLang="en-US" sz="2000" b="1" dirty="0">
                <a:solidFill>
                  <a:srgbClr val="C00000"/>
                </a:solidFill>
                <a:latin typeface="微软雅黑" panose="020B0503020204020204" charset="-122"/>
                <a:ea typeface="微软雅黑" panose="020B0503020204020204" charset="-122"/>
              </a:rPr>
              <a:t>用“或运算”，块之间用</a:t>
            </a:r>
            <a:r>
              <a:rPr lang="zh-CN" altLang="en-US" sz="2000" b="1" dirty="0" smtClean="0">
                <a:solidFill>
                  <a:srgbClr val="C00000"/>
                </a:solidFill>
                <a:latin typeface="微软雅黑" panose="020B0503020204020204" charset="-122"/>
                <a:ea typeface="微软雅黑" panose="020B0503020204020204" charset="-122"/>
              </a:rPr>
              <a:t>“与运算”，写出基本检索要素的检索式如下：</a:t>
            </a:r>
            <a:endParaRPr lang="en-US" altLang="zh-CN" sz="2000" b="1" dirty="0" smtClean="0">
              <a:solidFill>
                <a:srgbClr val="C00000"/>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r>
              <a:rPr lang="zh-CN" altLang="en-US" sz="2000" dirty="0" smtClean="0">
                <a:solidFill>
                  <a:schemeClr val="tx1">
                    <a:lumMod val="75000"/>
                    <a:lumOff val="25000"/>
                  </a:schemeClr>
                </a:solidFill>
                <a:latin typeface="微软雅黑" panose="020B0503020204020204" charset="-122"/>
                <a:ea typeface="微软雅黑" panose="020B0503020204020204" charset="-122"/>
              </a:rPr>
              <a:t>（公路 </a:t>
            </a:r>
            <a:r>
              <a:rPr lang="en-US" altLang="zh-CN" sz="2000" dirty="0" smtClean="0">
                <a:solidFill>
                  <a:schemeClr val="tx1">
                    <a:lumMod val="75000"/>
                    <a:lumOff val="25000"/>
                  </a:schemeClr>
                </a:solidFill>
                <a:latin typeface="微软雅黑" panose="020B0503020204020204" charset="-122"/>
                <a:ea typeface="微软雅黑" panose="020B0503020204020204" charset="-122"/>
              </a:rPr>
              <a:t>OR </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道路）</a:t>
            </a:r>
            <a:r>
              <a:rPr lang="en-US" altLang="zh-CN" sz="2000" dirty="0" smtClean="0">
                <a:solidFill>
                  <a:schemeClr val="tx1">
                    <a:lumMod val="75000"/>
                    <a:lumOff val="25000"/>
                  </a:schemeClr>
                </a:solidFill>
                <a:latin typeface="微软雅黑" panose="020B0503020204020204" charset="-122"/>
                <a:ea typeface="微软雅黑" panose="020B0503020204020204" charset="-122"/>
              </a:rPr>
              <a:t>AND </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监控 </a:t>
            </a:r>
            <a:r>
              <a:rPr lang="en-US" altLang="zh-CN" sz="2000" dirty="0" smtClean="0">
                <a:solidFill>
                  <a:schemeClr val="tx1">
                    <a:lumMod val="75000"/>
                    <a:lumOff val="25000"/>
                  </a:schemeClr>
                </a:solidFill>
                <a:latin typeface="微软雅黑" panose="020B0503020204020204" charset="-122"/>
                <a:ea typeface="微软雅黑" panose="020B0503020204020204" charset="-122"/>
              </a:rPr>
              <a:t>AND</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（红外 </a:t>
            </a:r>
            <a:r>
              <a:rPr lang="en-US" altLang="zh-CN" sz="2000" dirty="0">
                <a:solidFill>
                  <a:schemeClr val="tx1">
                    <a:lumMod val="75000"/>
                    <a:lumOff val="25000"/>
                  </a:schemeClr>
                </a:solidFill>
                <a:latin typeface="微软雅黑" panose="020B0503020204020204" charset="-122"/>
                <a:ea typeface="微软雅黑" panose="020B0503020204020204" charset="-122"/>
              </a:rPr>
              <a:t>OR</a:t>
            </a:r>
            <a:r>
              <a:rPr lang="en-US" altLang="zh-CN" sz="2000" dirty="0" smtClean="0">
                <a:solidFill>
                  <a:schemeClr val="tx1">
                    <a:lumMod val="75000"/>
                    <a:lumOff val="25000"/>
                  </a:schemeClr>
                </a:solidFill>
                <a:latin typeface="微软雅黑" panose="020B0503020204020204" charset="-122"/>
                <a:ea typeface="微软雅黑" panose="020B0503020204020204" charset="-122"/>
              </a:rPr>
              <a:t> </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照明 </a:t>
            </a:r>
            <a:r>
              <a:rPr lang="en-US" altLang="zh-CN" sz="2000" dirty="0" smtClean="0">
                <a:solidFill>
                  <a:schemeClr val="tx1">
                    <a:lumMod val="75000"/>
                    <a:lumOff val="25000"/>
                  </a:schemeClr>
                </a:solidFill>
                <a:latin typeface="微软雅黑" panose="020B0503020204020204" charset="-122"/>
                <a:ea typeface="微软雅黑" panose="020B0503020204020204" charset="-122"/>
              </a:rPr>
              <a:t>OR </a:t>
            </a:r>
            <a:r>
              <a:rPr lang="zh-CN" altLang="en-US" sz="2000" dirty="0" smtClean="0">
                <a:solidFill>
                  <a:schemeClr val="tx1">
                    <a:lumMod val="75000"/>
                    <a:lumOff val="25000"/>
                  </a:schemeClr>
                </a:solidFill>
                <a:latin typeface="微软雅黑" panose="020B0503020204020204" charset="-122"/>
                <a:ea typeface="微软雅黑" panose="020B0503020204020204" charset="-122"/>
              </a:rPr>
              <a:t>摄像）</a:t>
            </a:r>
            <a:endParaRPr lang="zh-CN" altLang="en-US" sz="2000" dirty="0">
              <a:solidFill>
                <a:schemeClr val="tx1">
                  <a:lumMod val="75000"/>
                  <a:lumOff val="25000"/>
                </a:schemeClr>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endParaRPr lang="en-US" altLang="zh-CN" sz="2000" dirty="0" smtClean="0">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endParaRPr lang="en-US" altLang="zh-CN" sz="2000" dirty="0" smtClean="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1D69A6A7-BFCF-4181-A863-BB1CF7EDC4CE}"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2"/>
          <a:srcRect/>
          <a:stretch>
            <a:fillRect/>
          </a:stretch>
        </p:blipFill>
        <p:spPr bwMode="auto">
          <a:xfrm>
            <a:off x="777213" y="1142984"/>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12"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5"/>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pic>
        <p:nvPicPr>
          <p:cNvPr id="8" name="内容占位符 7"/>
          <p:cNvPicPr>
            <a:picLocks noChangeAspect="1"/>
          </p:cNvPicPr>
          <p:nvPr>
            <p:ph sz="half" idx="2"/>
            <p:custDataLst>
              <p:tags r:id="rId6"/>
            </p:custDataLst>
          </p:nvPr>
        </p:nvPicPr>
        <p:blipFill>
          <a:blip r:embed="rId7"/>
          <a:srcRect l="20221" t="13856" r="21324" b="38105"/>
          <a:stretch>
            <a:fillRect/>
          </a:stretch>
        </p:blipFill>
        <p:spPr>
          <a:xfrm>
            <a:off x="1752600" y="2746375"/>
            <a:ext cx="7809865" cy="36099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428750" y="1369695"/>
            <a:ext cx="8324215" cy="4351655"/>
          </a:xfrm>
        </p:spPr>
        <p:txBody>
          <a:bodyPr/>
          <a:lstStyle/>
          <a:p>
            <a:pPr>
              <a:buFont typeface="Arial" panose="020B0604020202020204" pitchFamily="34" charset="0"/>
              <a:buNone/>
              <a:defRPr/>
            </a:pPr>
            <a:r>
              <a:rPr lang="zh-CN" altLang="en-US" sz="2000" b="1" dirty="0" smtClean="0">
                <a:solidFill>
                  <a:srgbClr val="C00000"/>
                </a:solidFill>
                <a:latin typeface="微软雅黑" panose="020B0503020204020204" charset="-122"/>
                <a:ea typeface="微软雅黑" panose="020B0503020204020204" charset="-122"/>
              </a:rPr>
              <a:t>得到如下检索结果（本例中检出4181602 条数据）。</a:t>
            </a:r>
            <a:endParaRPr lang="en-US" altLang="zh-CN" sz="2400" b="1" dirty="0" smtClean="0">
              <a:solidFill>
                <a:srgbClr val="FF0000"/>
              </a:solidFill>
              <a:latin typeface="微软雅黑" panose="020B0503020204020204" charset="-122"/>
              <a:ea typeface="微软雅黑" panose="020B0503020204020204" charset="-122"/>
            </a:endParaRPr>
          </a:p>
          <a:p>
            <a:pPr>
              <a:buFont typeface="Arial" panose="020B0604020202020204" pitchFamily="34" charset="0"/>
              <a:buNone/>
              <a:defRPr/>
            </a:pPr>
            <a:endParaRPr lang="en-US" altLang="zh-CN" sz="2400" dirty="0" smtClean="0">
              <a:latin typeface="微软雅黑" panose="020B0503020204020204" charset="-122"/>
              <a:ea typeface="微软雅黑" panose="020B0503020204020204" charset="-122"/>
            </a:endParaRPr>
          </a:p>
          <a:p>
            <a:pPr>
              <a:buFont typeface="Arial" panose="020B0604020202020204" pitchFamily="34" charset="0"/>
              <a:buNone/>
              <a:defRPr/>
            </a:pPr>
            <a:endParaRPr lang="en-US" altLang="zh-CN" sz="2400" dirty="0" smtClean="0">
              <a:latin typeface="微软雅黑" panose="020B0503020204020204" charset="-122"/>
              <a:ea typeface="微软雅黑" panose="020B0503020204020204" charset="-122"/>
            </a:endParaRPr>
          </a:p>
        </p:txBody>
      </p:sp>
      <p:sp>
        <p:nvSpPr>
          <p:cNvPr id="6" name="灯片编号占位符 5"/>
          <p:cNvSpPr>
            <a:spLocks noGrp="1"/>
          </p:cNvSpPr>
          <p:nvPr>
            <p:ph type="sldNum" sz="quarter" idx="12"/>
          </p:nvPr>
        </p:nvSpPr>
        <p:spPr/>
        <p:txBody>
          <a:bodyPr/>
          <a:lstStyle/>
          <a:p>
            <a:pPr>
              <a:defRPr/>
            </a:pPr>
            <a:fld id="{1AF788C5-CD16-44B1-BE3D-26ECB3FC5E86}" type="slidenum">
              <a:rPr lang="zh-CN" altLang="en-US" smtClean="0"/>
            </a:fld>
            <a:endParaRPr lang="zh-CN" altLang="en-US"/>
          </a:p>
        </p:txBody>
      </p:sp>
      <p:pic>
        <p:nvPicPr>
          <p:cNvPr id="7" name="Picture 2" descr="F:\Document\document\R---Reference\work\C\case\CP Dept\PPT\模板\未标题-1.jpg"/>
          <p:cNvPicPr>
            <a:picLocks noChangeAspect="1" noChangeArrowheads="1"/>
          </p:cNvPicPr>
          <p:nvPr/>
        </p:nvPicPr>
        <p:blipFill>
          <a:blip r:embed="rId1"/>
          <a:srcRect/>
          <a:stretch>
            <a:fillRect/>
          </a:stretch>
        </p:blipFill>
        <p:spPr bwMode="auto">
          <a:xfrm>
            <a:off x="904848" y="1369999"/>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8" name="文本框 7"/>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pic>
        <p:nvPicPr>
          <p:cNvPr id="9" name="内容占位符 8"/>
          <p:cNvPicPr>
            <a:picLocks noChangeAspect="1"/>
          </p:cNvPicPr>
          <p:nvPr>
            <p:ph sz="half" idx="2"/>
            <p:custDataLst>
              <p:tags r:id="rId5"/>
            </p:custDataLst>
          </p:nvPr>
        </p:nvPicPr>
        <p:blipFill>
          <a:blip r:embed="rId6"/>
          <a:srcRect t="5844" r="1852" b="3580"/>
          <a:stretch>
            <a:fillRect/>
          </a:stretch>
        </p:blipFill>
        <p:spPr>
          <a:xfrm>
            <a:off x="1047750" y="2014220"/>
            <a:ext cx="8077200" cy="41929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4380" y="1214120"/>
            <a:ext cx="10842625" cy="4526280"/>
          </a:xfrm>
        </p:spPr>
        <p:txBody>
          <a:bodyPr/>
          <a:lstStyle/>
          <a:p>
            <a:pPr>
              <a:lnSpc>
                <a:spcPct val="150000"/>
              </a:lnSpc>
              <a:spcBef>
                <a:spcPts val="25"/>
              </a:spcBef>
              <a:spcAft>
                <a:spcPts val="1200"/>
              </a:spcAft>
              <a:buFont typeface="Arial" panose="020B0604020202020204" pitchFamily="34" charset="0"/>
              <a:buNone/>
              <a:defRPr/>
            </a:pPr>
            <a:r>
              <a:rPr lang="zh-CN" altLang="en-US" sz="2400" dirty="0" smtClean="0">
                <a:solidFill>
                  <a:schemeClr val="tx1">
                    <a:lumMod val="75000"/>
                    <a:lumOff val="25000"/>
                  </a:schemeClr>
                </a:solidFill>
                <a:latin typeface="微软雅黑" panose="020B0503020204020204" charset="-122"/>
                <a:ea typeface="微软雅黑" panose="020B0503020204020204" charset="-122"/>
              </a:rPr>
              <a:t>    </a:t>
            </a:r>
            <a:r>
              <a:rPr lang="zh-CN" altLang="en-US" sz="2400" b="1" dirty="0" smtClean="0">
                <a:solidFill>
                  <a:srgbClr val="C00000"/>
                </a:solidFill>
                <a:latin typeface="微软雅黑" panose="020B0503020204020204" charset="-122"/>
                <a:ea typeface="微软雅黑" panose="020B0503020204020204" charset="-122"/>
              </a:rPr>
              <a:t>通过快速阅读检索结果及其分类，确定该技术方案涉及以下几个</a:t>
            </a:r>
            <a:r>
              <a:rPr lang="en-US" altLang="zh-CN" sz="2400" b="1" dirty="0" smtClean="0">
                <a:solidFill>
                  <a:srgbClr val="C00000"/>
                </a:solidFill>
                <a:latin typeface="微软雅黑" panose="020B0503020204020204" charset="-122"/>
                <a:ea typeface="微软雅黑" panose="020B0503020204020204" charset="-122"/>
              </a:rPr>
              <a:t>IPC</a:t>
            </a:r>
            <a:r>
              <a:rPr lang="zh-CN" altLang="en-US" sz="2400" b="1" dirty="0" smtClean="0">
                <a:solidFill>
                  <a:srgbClr val="C00000"/>
                </a:solidFill>
                <a:latin typeface="微软雅黑" panose="020B0503020204020204" charset="-122"/>
                <a:ea typeface="微软雅黑" panose="020B0503020204020204" charset="-122"/>
              </a:rPr>
              <a:t>分类号。</a:t>
            </a:r>
            <a:endParaRPr lang="en-US" altLang="zh-CN" sz="2400" b="1" dirty="0" smtClean="0">
              <a:solidFill>
                <a:srgbClr val="C00000"/>
              </a:solidFill>
              <a:latin typeface="微软雅黑" panose="020B0503020204020204" charset="-122"/>
              <a:ea typeface="微软雅黑" panose="020B0503020204020204" charset="-122"/>
            </a:endParaRPr>
          </a:p>
          <a:p>
            <a:pPr marL="0" indent="0">
              <a:lnSpc>
                <a:spcPct val="150000"/>
              </a:lnSpc>
              <a:spcBef>
                <a:spcPts val="25"/>
              </a:spcBef>
              <a:buFont typeface="Arial" panose="020B0604020202020204" pitchFamily="34" charset="0"/>
              <a:buNone/>
              <a:defRPr/>
            </a:pPr>
            <a:r>
              <a:rPr lang="en-US" altLang="zh-CN" sz="2400" dirty="0" smtClean="0">
                <a:solidFill>
                  <a:schemeClr val="tx1">
                    <a:lumMod val="75000"/>
                    <a:lumOff val="25000"/>
                  </a:schemeClr>
                </a:solidFill>
                <a:latin typeface="微软雅黑" panose="020B0503020204020204" charset="-122"/>
                <a:ea typeface="微软雅黑" panose="020B0503020204020204" charset="-122"/>
              </a:rPr>
              <a:t>G08 </a:t>
            </a:r>
            <a:r>
              <a:rPr lang="zh-CN" altLang="en-US" sz="2400" dirty="0" smtClean="0">
                <a:solidFill>
                  <a:schemeClr val="tx1">
                    <a:lumMod val="75000"/>
                    <a:lumOff val="25000"/>
                  </a:schemeClr>
                </a:solidFill>
                <a:latin typeface="微软雅黑" panose="020B0503020204020204" charset="-122"/>
                <a:ea typeface="微软雅黑" panose="020B0503020204020204" charset="-122"/>
              </a:rPr>
              <a:t>信号</a:t>
            </a:r>
            <a:r>
              <a:rPr lang="zh-CN" altLang="en-US" sz="2400" dirty="0">
                <a:solidFill>
                  <a:schemeClr val="tx1">
                    <a:lumMod val="75000"/>
                    <a:lumOff val="25000"/>
                  </a:schemeClr>
                </a:solidFill>
                <a:latin typeface="微软雅黑" panose="020B0503020204020204" charset="-122"/>
                <a:ea typeface="微软雅黑" panose="020B0503020204020204" charset="-122"/>
              </a:rPr>
              <a:t>装置</a:t>
            </a:r>
            <a:endParaRPr lang="en-US" altLang="zh-CN" sz="2400" dirty="0">
              <a:solidFill>
                <a:schemeClr val="tx1">
                  <a:lumMod val="75000"/>
                  <a:lumOff val="25000"/>
                </a:schemeClr>
              </a:solidFill>
              <a:latin typeface="微软雅黑" panose="020B0503020204020204" charset="-122"/>
              <a:ea typeface="微软雅黑" panose="020B0503020204020204" charset="-122"/>
            </a:endParaRPr>
          </a:p>
          <a:p>
            <a:pPr marL="0" indent="0">
              <a:lnSpc>
                <a:spcPct val="150000"/>
              </a:lnSpc>
              <a:spcBef>
                <a:spcPts val="25"/>
              </a:spcBef>
              <a:buFont typeface="Arial" panose="020B0604020202020204" pitchFamily="34" charset="0"/>
              <a:buNone/>
              <a:defRPr/>
            </a:pPr>
            <a:r>
              <a:rPr lang="en-US" altLang="zh-CN" sz="2400" dirty="0" smtClean="0">
                <a:solidFill>
                  <a:schemeClr val="tx1">
                    <a:lumMod val="75000"/>
                    <a:lumOff val="25000"/>
                  </a:schemeClr>
                </a:solidFill>
                <a:latin typeface="微软雅黑" panose="020B0503020204020204" charset="-122"/>
                <a:ea typeface="微软雅黑" panose="020B0503020204020204" charset="-122"/>
              </a:rPr>
              <a:t>G08G </a:t>
            </a:r>
            <a:r>
              <a:rPr lang="zh-CN" altLang="en-US" sz="2400" dirty="0" smtClean="0">
                <a:solidFill>
                  <a:schemeClr val="tx1">
                    <a:lumMod val="75000"/>
                    <a:lumOff val="25000"/>
                  </a:schemeClr>
                </a:solidFill>
                <a:latin typeface="微软雅黑" panose="020B0503020204020204" charset="-122"/>
                <a:ea typeface="微软雅黑" panose="020B0503020204020204" charset="-122"/>
              </a:rPr>
              <a:t>交通</a:t>
            </a:r>
            <a:r>
              <a:rPr lang="zh-CN" altLang="en-US" sz="2400" dirty="0">
                <a:solidFill>
                  <a:schemeClr val="tx1">
                    <a:lumMod val="75000"/>
                    <a:lumOff val="25000"/>
                  </a:schemeClr>
                </a:solidFill>
                <a:latin typeface="微软雅黑" panose="020B0503020204020204" charset="-122"/>
                <a:ea typeface="微软雅黑" panose="020B0503020204020204" charset="-122"/>
              </a:rPr>
              <a:t>控制系统</a:t>
            </a:r>
            <a:endParaRPr lang="en-US" altLang="zh-CN" sz="2400" dirty="0">
              <a:solidFill>
                <a:schemeClr val="tx1">
                  <a:lumMod val="75000"/>
                  <a:lumOff val="25000"/>
                </a:schemeClr>
              </a:solidFill>
              <a:latin typeface="微软雅黑" panose="020B0503020204020204" charset="-122"/>
              <a:ea typeface="微软雅黑" panose="020B0503020204020204" charset="-122"/>
            </a:endParaRPr>
          </a:p>
          <a:p>
            <a:pPr marL="0" indent="0">
              <a:lnSpc>
                <a:spcPct val="150000"/>
              </a:lnSpc>
              <a:spcBef>
                <a:spcPts val="25"/>
              </a:spcBef>
              <a:buFont typeface="Arial" panose="020B0604020202020204" pitchFamily="34" charset="0"/>
              <a:buNone/>
              <a:defRPr/>
            </a:pPr>
            <a:r>
              <a:rPr lang="en-US" altLang="zh-CN" sz="2400" dirty="0" smtClean="0">
                <a:solidFill>
                  <a:schemeClr val="tx1">
                    <a:lumMod val="75000"/>
                    <a:lumOff val="25000"/>
                  </a:schemeClr>
                </a:solidFill>
                <a:latin typeface="微软雅黑" panose="020B0503020204020204" charset="-122"/>
                <a:ea typeface="微软雅黑" panose="020B0503020204020204" charset="-122"/>
              </a:rPr>
              <a:t>G08G1/00 </a:t>
            </a:r>
            <a:r>
              <a:rPr lang="zh-CN" altLang="en-US" sz="2400" dirty="0" smtClean="0">
                <a:solidFill>
                  <a:schemeClr val="tx1">
                    <a:lumMod val="75000"/>
                    <a:lumOff val="25000"/>
                  </a:schemeClr>
                </a:solidFill>
                <a:latin typeface="微软雅黑" panose="020B0503020204020204" charset="-122"/>
                <a:ea typeface="微软雅黑" panose="020B0503020204020204" charset="-122"/>
              </a:rPr>
              <a:t>道路</a:t>
            </a:r>
            <a:r>
              <a:rPr lang="zh-CN" altLang="en-US" sz="2400" dirty="0">
                <a:solidFill>
                  <a:schemeClr val="tx1">
                    <a:lumMod val="75000"/>
                    <a:lumOff val="25000"/>
                  </a:schemeClr>
                </a:solidFill>
                <a:latin typeface="微软雅黑" panose="020B0503020204020204" charset="-122"/>
                <a:ea typeface="微软雅黑" panose="020B0503020204020204" charset="-122"/>
              </a:rPr>
              <a:t>车辆交通控制系统</a:t>
            </a:r>
            <a:endParaRPr lang="en-US" altLang="zh-CN" sz="2400" dirty="0">
              <a:solidFill>
                <a:schemeClr val="tx1">
                  <a:lumMod val="75000"/>
                  <a:lumOff val="25000"/>
                </a:schemeClr>
              </a:solidFill>
              <a:latin typeface="微软雅黑" panose="020B0503020204020204" charset="-122"/>
              <a:ea typeface="微软雅黑" panose="020B0503020204020204" charset="-122"/>
            </a:endParaRPr>
          </a:p>
          <a:p>
            <a:pPr marL="0" indent="0">
              <a:lnSpc>
                <a:spcPct val="150000"/>
              </a:lnSpc>
              <a:spcBef>
                <a:spcPts val="25"/>
              </a:spcBef>
              <a:buFont typeface="Arial" panose="020B0604020202020204" pitchFamily="34" charset="0"/>
              <a:buNone/>
              <a:defRPr/>
            </a:pPr>
            <a:r>
              <a:rPr lang="en-US" altLang="zh-CN" sz="2400" dirty="0" smtClean="0">
                <a:solidFill>
                  <a:schemeClr val="tx1">
                    <a:lumMod val="75000"/>
                    <a:lumOff val="25000"/>
                  </a:schemeClr>
                </a:solidFill>
                <a:latin typeface="微软雅黑" panose="020B0503020204020204" charset="-122"/>
                <a:ea typeface="微软雅黑" panose="020B0503020204020204" charset="-122"/>
              </a:rPr>
              <a:t>G08G1/017.. </a:t>
            </a:r>
            <a:r>
              <a:rPr lang="zh-CN" altLang="en-US" sz="2400" dirty="0" smtClean="0">
                <a:solidFill>
                  <a:schemeClr val="tx1">
                    <a:lumMod val="75000"/>
                    <a:lumOff val="25000"/>
                  </a:schemeClr>
                </a:solidFill>
                <a:latin typeface="微软雅黑" panose="020B0503020204020204" charset="-122"/>
                <a:ea typeface="微软雅黑" panose="020B0503020204020204" charset="-122"/>
              </a:rPr>
              <a:t>识别</a:t>
            </a:r>
            <a:r>
              <a:rPr lang="zh-CN" altLang="en-US" sz="2400" dirty="0">
                <a:solidFill>
                  <a:schemeClr val="tx1">
                    <a:lumMod val="75000"/>
                    <a:lumOff val="25000"/>
                  </a:schemeClr>
                </a:solidFill>
                <a:latin typeface="微软雅黑" panose="020B0503020204020204" charset="-122"/>
                <a:ea typeface="微软雅黑" panose="020B0503020204020204" charset="-122"/>
              </a:rPr>
              <a:t>车辆用的道路车辆交通</a:t>
            </a:r>
            <a:r>
              <a:rPr lang="zh-CN" altLang="en-US" sz="2400" dirty="0" smtClean="0">
                <a:solidFill>
                  <a:schemeClr val="tx1">
                    <a:lumMod val="75000"/>
                    <a:lumOff val="25000"/>
                  </a:schemeClr>
                </a:solidFill>
                <a:latin typeface="微软雅黑" panose="020B0503020204020204" charset="-122"/>
                <a:ea typeface="微软雅黑" panose="020B0503020204020204" charset="-122"/>
              </a:rPr>
              <a:t>控制系统</a:t>
            </a:r>
            <a:endParaRPr lang="en-US" altLang="zh-CN" sz="2400" dirty="0" smtClean="0">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endParaRPr lang="en-US" altLang="zh-CN" sz="2400" dirty="0" smtClean="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ECB0AB32-5601-42EE-9C89-8017FE8F8579}"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611478" y="1382062"/>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90625" y="1184275"/>
            <a:ext cx="10619740" cy="1525905"/>
          </a:xfrm>
        </p:spPr>
        <p:txBody>
          <a:bodyPr/>
          <a:lstStyle/>
          <a:p>
            <a:pPr>
              <a:lnSpc>
                <a:spcPct val="150000"/>
              </a:lnSpc>
              <a:spcBef>
                <a:spcPts val="25"/>
              </a:spcBef>
              <a:buFont typeface="Arial" panose="020B0604020202020204" pitchFamily="34" charset="0"/>
              <a:buNone/>
              <a:defRPr/>
            </a:pPr>
            <a:r>
              <a:rPr lang="zh-CN" altLang="en-US" sz="2400" dirty="0" smtClean="0">
                <a:solidFill>
                  <a:schemeClr val="tx1">
                    <a:lumMod val="75000"/>
                    <a:lumOff val="25000"/>
                  </a:schemeClr>
                </a:solidFill>
                <a:latin typeface="微软雅黑" panose="020B0503020204020204" charset="-122"/>
                <a:ea typeface="微软雅黑" panose="020B0503020204020204" charset="-122"/>
              </a:rPr>
              <a:t>    </a:t>
            </a:r>
            <a:r>
              <a:rPr lang="zh-CN" altLang="en-US" sz="2400" b="1" dirty="0" smtClean="0">
                <a:solidFill>
                  <a:srgbClr val="C00000"/>
                </a:solidFill>
                <a:latin typeface="微软雅黑" panose="020B0503020204020204" charset="-122"/>
                <a:ea typeface="微软雅黑" panose="020B0503020204020204" charset="-122"/>
              </a:rPr>
              <a:t>通过快速阅读检索结果中相关的技术内容，进一步了解该技术方案，扩展关键词的同义词、近义词、上下位概念、其他表达方式、技术相关词等。</a:t>
            </a:r>
            <a:endParaRPr lang="en-US" altLang="zh-CN" sz="2400" b="1" dirty="0" smtClean="0">
              <a:solidFill>
                <a:srgbClr val="C00000"/>
              </a:solidFill>
              <a:latin typeface="微软雅黑" panose="020B0503020204020204" charset="-122"/>
              <a:ea typeface="微软雅黑" panose="020B0503020204020204" charset="-122"/>
            </a:endParaRPr>
          </a:p>
          <a:p>
            <a:pPr>
              <a:buFont typeface="Arial" panose="020B0604020202020204" pitchFamily="34" charset="0"/>
              <a:buNone/>
              <a:defRPr/>
            </a:pPr>
            <a:endParaRPr lang="en-US" altLang="zh-CN" sz="2400" dirty="0" smtClean="0">
              <a:solidFill>
                <a:schemeClr val="tx1">
                  <a:lumMod val="75000"/>
                  <a:lumOff val="25000"/>
                </a:schemeClr>
              </a:solidFill>
              <a:latin typeface="微软雅黑" panose="020B0503020204020204" charset="-122"/>
              <a:ea typeface="微软雅黑" panose="020B0503020204020204" charset="-122"/>
            </a:endParaRPr>
          </a:p>
        </p:txBody>
      </p:sp>
      <p:graphicFrame>
        <p:nvGraphicFramePr>
          <p:cNvPr id="2" name="表格 1"/>
          <p:cNvGraphicFramePr>
            <a:graphicFrameLocks noGrp="1"/>
          </p:cNvGraphicFramePr>
          <p:nvPr>
            <p:custDataLst>
              <p:tags r:id="rId1"/>
            </p:custDataLst>
          </p:nvPr>
        </p:nvGraphicFramePr>
        <p:xfrm>
          <a:off x="1500505" y="2710180"/>
          <a:ext cx="9657715" cy="2707005"/>
        </p:xfrm>
        <a:graphic>
          <a:graphicData uri="http://schemas.openxmlformats.org/drawingml/2006/table">
            <a:tbl>
              <a:tblPr firstRow="1" bandRow="1">
                <a:tableStyleId>{3B4B98B0-60AC-42C2-AFA5-B58CD77FA1E5}</a:tableStyleId>
              </a:tblPr>
              <a:tblGrid>
                <a:gridCol w="1213485"/>
                <a:gridCol w="2033905"/>
                <a:gridCol w="1341120"/>
                <a:gridCol w="5069205"/>
              </a:tblGrid>
              <a:tr h="423545">
                <a:tc>
                  <a:txBody>
                    <a:bodyPr/>
                    <a:lstStyle/>
                    <a:p>
                      <a:r>
                        <a:rPr lang="zh-CN" altLang="en-US" sz="1600" b="1" dirty="0" smtClean="0">
                          <a:solidFill>
                            <a:schemeClr val="tx1">
                              <a:lumMod val="65000"/>
                              <a:lumOff val="35000"/>
                            </a:schemeClr>
                          </a:solidFill>
                          <a:latin typeface="微软雅黑" panose="020B0503020204020204" charset="-122"/>
                          <a:ea typeface="微软雅黑" panose="020B0503020204020204" charset="-122"/>
                        </a:rPr>
                        <a:t>分类</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r>
                        <a:rPr lang="zh-CN" altLang="en-US" sz="1600" b="1" dirty="0" smtClean="0">
                          <a:solidFill>
                            <a:schemeClr val="tx1">
                              <a:lumMod val="65000"/>
                              <a:lumOff val="35000"/>
                            </a:schemeClr>
                          </a:solidFill>
                          <a:latin typeface="微软雅黑" panose="020B0503020204020204" charset="-122"/>
                          <a:ea typeface="微软雅黑" panose="020B0503020204020204" charset="-122"/>
                        </a:rPr>
                        <a:t>特征</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1" dirty="0" smtClean="0">
                          <a:solidFill>
                            <a:schemeClr val="tx1">
                              <a:lumMod val="65000"/>
                              <a:lumOff val="35000"/>
                            </a:schemeClr>
                          </a:solidFill>
                          <a:latin typeface="微软雅黑" panose="020B0503020204020204" charset="-122"/>
                          <a:ea typeface="微软雅黑" panose="020B0503020204020204" charset="-122"/>
                        </a:rPr>
                        <a:t>关键字组别</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r>
                        <a:rPr lang="zh-CN" altLang="en-US" sz="1600" b="1" dirty="0" smtClean="0">
                          <a:solidFill>
                            <a:schemeClr val="tx1">
                              <a:lumMod val="65000"/>
                              <a:lumOff val="35000"/>
                            </a:schemeClr>
                          </a:solidFill>
                          <a:latin typeface="微软雅黑" panose="020B0503020204020204" charset="-122"/>
                          <a:ea typeface="微软雅黑" panose="020B0503020204020204" charset="-122"/>
                        </a:rPr>
                        <a:t>关键字</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a:txBody>
                  <a:tcPr/>
                </a:tc>
              </a:tr>
              <a:tr h="538480">
                <a:tc>
                  <a:txBody>
                    <a:bodyPr/>
                    <a:lstStyle/>
                    <a:p>
                      <a:r>
                        <a:rPr lang="zh-CN" altLang="en-US" sz="1600" b="1" dirty="0" smtClean="0">
                          <a:solidFill>
                            <a:schemeClr val="tx1">
                              <a:lumMod val="65000"/>
                              <a:lumOff val="35000"/>
                            </a:schemeClr>
                          </a:solidFill>
                          <a:latin typeface="微软雅黑" panose="020B0503020204020204" charset="-122"/>
                          <a:ea typeface="微软雅黑" panose="020B0503020204020204" charset="-122"/>
                        </a:rPr>
                        <a:t>技术问题</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r>
                        <a:rPr lang="zh-CN" altLang="en-US" sz="1600" b="0" dirty="0" smtClean="0">
                          <a:solidFill>
                            <a:schemeClr val="tx1">
                              <a:lumMod val="65000"/>
                              <a:lumOff val="35000"/>
                            </a:schemeClr>
                          </a:solidFill>
                          <a:latin typeface="微软雅黑" panose="020B0503020204020204" charset="-122"/>
                          <a:ea typeface="微软雅黑" panose="020B0503020204020204" charset="-122"/>
                        </a:rPr>
                        <a:t>交通监控</a:t>
                      </a:r>
                      <a:endParaRPr lang="zh-CN" altLang="en-US" sz="1600" b="0"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r>
                        <a:rPr lang="zh-CN" altLang="en-US" sz="1600" b="0" dirty="0" smtClean="0">
                          <a:solidFill>
                            <a:schemeClr val="tx1">
                              <a:lumMod val="65000"/>
                              <a:lumOff val="35000"/>
                            </a:schemeClr>
                          </a:solidFill>
                          <a:latin typeface="微软雅黑" panose="020B0503020204020204" charset="-122"/>
                          <a:ea typeface="微软雅黑" panose="020B0503020204020204" charset="-122"/>
                        </a:rPr>
                        <a:t>问题</a:t>
                      </a:r>
                      <a:r>
                        <a:rPr lang="en-US" altLang="zh-CN" sz="1600" b="0" dirty="0" smtClean="0">
                          <a:solidFill>
                            <a:schemeClr val="tx1">
                              <a:lumMod val="65000"/>
                              <a:lumOff val="35000"/>
                            </a:schemeClr>
                          </a:solidFill>
                          <a:latin typeface="微软雅黑" panose="020B0503020204020204" charset="-122"/>
                          <a:ea typeface="微软雅黑" panose="020B0503020204020204" charset="-122"/>
                        </a:rPr>
                        <a:t>1</a:t>
                      </a:r>
                      <a:endParaRPr lang="zh-CN" altLang="en-US" sz="1600" b="0"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0" kern="1200" baseline="0" dirty="0" smtClean="0">
                          <a:solidFill>
                            <a:schemeClr val="tx1">
                              <a:lumMod val="65000"/>
                              <a:lumOff val="35000"/>
                            </a:schemeClr>
                          </a:solidFill>
                          <a:latin typeface="微软雅黑" panose="020B0503020204020204" charset="-122"/>
                          <a:ea typeface="微软雅黑" panose="020B0503020204020204" charset="-122"/>
                          <a:cs typeface="+mn-cs"/>
                        </a:rPr>
                        <a:t>监控，监测，车辆，汽车，道路，公路，交通</a:t>
                      </a:r>
                      <a:r>
                        <a:rPr lang="en-US" altLang="zh-CN" sz="1600" b="0" kern="1200" baseline="0" dirty="0" smtClean="0">
                          <a:solidFill>
                            <a:schemeClr val="tx1">
                              <a:lumMod val="65000"/>
                              <a:lumOff val="35000"/>
                            </a:schemeClr>
                          </a:solidFill>
                          <a:latin typeface="微软雅黑" panose="020B0503020204020204" charset="-122"/>
                          <a:ea typeface="微软雅黑" panose="020B0503020204020204" charset="-122"/>
                          <a:cs typeface="+mn-cs"/>
                        </a:rPr>
                        <a:t> </a:t>
                      </a:r>
                      <a:endParaRPr lang="en-US" altLang="zh-CN" sz="1600" b="0" kern="1200" baseline="0" dirty="0" smtClean="0">
                        <a:solidFill>
                          <a:schemeClr val="tx1">
                            <a:lumMod val="65000"/>
                            <a:lumOff val="35000"/>
                          </a:schemeClr>
                        </a:solidFill>
                        <a:latin typeface="微软雅黑" panose="020B0503020204020204" charset="-122"/>
                        <a:ea typeface="微软雅黑" panose="020B0503020204020204" charset="-122"/>
                        <a:cs typeface="+mn-cs"/>
                      </a:endParaRPr>
                    </a:p>
                  </a:txBody>
                  <a:tcPr/>
                </a:tc>
              </a:tr>
              <a:tr h="409575">
                <a:tc rowSpan="3">
                  <a:txBody>
                    <a:bodyPr/>
                    <a:lstStyle/>
                    <a:p>
                      <a:r>
                        <a:rPr lang="zh-CN" altLang="en-US" sz="1600" b="1" dirty="0" smtClean="0">
                          <a:solidFill>
                            <a:schemeClr val="tx1">
                              <a:lumMod val="65000"/>
                              <a:lumOff val="35000"/>
                            </a:schemeClr>
                          </a:solidFill>
                          <a:latin typeface="微软雅黑" panose="020B0503020204020204" charset="-122"/>
                          <a:ea typeface="微软雅黑" panose="020B0503020204020204" charset="-122"/>
                        </a:rPr>
                        <a:t>技术特征</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indent="0"/>
                      <a:r>
                        <a:rPr lang="en-US" altLang="zh-CN" sz="1600" dirty="0" smtClean="0">
                          <a:solidFill>
                            <a:schemeClr val="tx1">
                              <a:lumMod val="65000"/>
                              <a:lumOff val="35000"/>
                            </a:schemeClr>
                          </a:solidFill>
                          <a:latin typeface="微软雅黑" panose="020B0503020204020204" charset="-122"/>
                          <a:ea typeface="微软雅黑" panose="020B0503020204020204" charset="-122"/>
                        </a:rPr>
                        <a:t>a.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红外发射装置</a:t>
                      </a:r>
                      <a:endParaRPr lang="en-US" altLang="zh-CN" sz="1600" dirty="0" smtClean="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indent="0"/>
                      <a:r>
                        <a:rPr lang="zh-CN" altLang="en-US" sz="1600" dirty="0" smtClean="0">
                          <a:solidFill>
                            <a:schemeClr val="tx1">
                              <a:lumMod val="65000"/>
                              <a:lumOff val="35000"/>
                            </a:schemeClr>
                          </a:solidFill>
                          <a:latin typeface="微软雅黑" panose="020B0503020204020204" charset="-122"/>
                          <a:ea typeface="微软雅黑" panose="020B0503020204020204" charset="-122"/>
                        </a:rPr>
                        <a:t>特征</a:t>
                      </a:r>
                      <a:r>
                        <a:rPr lang="en-US" altLang="zh-CN" sz="1600" dirty="0" smtClean="0">
                          <a:solidFill>
                            <a:schemeClr val="tx1">
                              <a:lumMod val="65000"/>
                              <a:lumOff val="35000"/>
                            </a:schemeClr>
                          </a:solidFill>
                          <a:latin typeface="微软雅黑" panose="020B0503020204020204" charset="-122"/>
                          <a:ea typeface="微软雅黑" panose="020B0503020204020204" charset="-122"/>
                        </a:rPr>
                        <a:t>1</a:t>
                      </a:r>
                      <a:endParaRPr lang="en-US" altLang="zh-CN" sz="1600" dirty="0" smtClean="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0" dirty="0" smtClean="0">
                          <a:solidFill>
                            <a:schemeClr val="tx1">
                              <a:lumMod val="65000"/>
                              <a:lumOff val="35000"/>
                            </a:schemeClr>
                          </a:solidFill>
                          <a:latin typeface="微软雅黑" panose="020B0503020204020204" charset="-122"/>
                          <a:ea typeface="微软雅黑" panose="020B0503020204020204" charset="-122"/>
                        </a:rPr>
                        <a:t>红外，发射，照明，发光，灯</a:t>
                      </a:r>
                      <a:endParaRPr lang="zh-CN" altLang="en-US" sz="1600" b="0" dirty="0" smtClean="0">
                        <a:solidFill>
                          <a:schemeClr val="tx1">
                            <a:lumMod val="65000"/>
                            <a:lumOff val="35000"/>
                          </a:schemeClr>
                        </a:solidFill>
                        <a:latin typeface="微软雅黑" panose="020B0503020204020204" charset="-122"/>
                        <a:ea typeface="微软雅黑" panose="020B0503020204020204" charset="-122"/>
                      </a:endParaRPr>
                    </a:p>
                  </a:txBody>
                  <a:tcPr/>
                </a:tc>
              </a:tr>
              <a:tr h="44958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dirty="0" smtClean="0">
                          <a:solidFill>
                            <a:schemeClr val="tx1">
                              <a:lumMod val="65000"/>
                              <a:lumOff val="35000"/>
                            </a:schemeClr>
                          </a:solidFill>
                          <a:latin typeface="微软雅黑" panose="020B0503020204020204" charset="-122"/>
                          <a:ea typeface="微软雅黑" panose="020B0503020204020204" charset="-122"/>
                        </a:rPr>
                        <a:t>b.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摄像机</a:t>
                      </a:r>
                      <a:endParaRPr lang="en-US" altLang="zh-CN" sz="1600" dirty="0" smtClean="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dirty="0" smtClean="0">
                          <a:solidFill>
                            <a:schemeClr val="tx1">
                              <a:lumMod val="65000"/>
                              <a:lumOff val="35000"/>
                            </a:schemeClr>
                          </a:solidFill>
                          <a:latin typeface="微软雅黑" panose="020B0503020204020204" charset="-122"/>
                          <a:ea typeface="微软雅黑" panose="020B0503020204020204" charset="-122"/>
                        </a:rPr>
                        <a:t>特征</a:t>
                      </a:r>
                      <a:r>
                        <a:rPr lang="en-US" altLang="zh-CN" sz="1600" dirty="0" smtClean="0">
                          <a:solidFill>
                            <a:schemeClr val="tx1">
                              <a:lumMod val="65000"/>
                              <a:lumOff val="35000"/>
                            </a:schemeClr>
                          </a:solidFill>
                          <a:latin typeface="微软雅黑" panose="020B0503020204020204" charset="-122"/>
                          <a:ea typeface="微软雅黑" panose="020B0503020204020204" charset="-122"/>
                        </a:rPr>
                        <a:t>2</a:t>
                      </a:r>
                      <a:endParaRPr lang="en-US" altLang="zh-CN" sz="1600" dirty="0" smtClean="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0" dirty="0" smtClean="0">
                          <a:solidFill>
                            <a:schemeClr val="tx1">
                              <a:lumMod val="65000"/>
                              <a:lumOff val="35000"/>
                            </a:schemeClr>
                          </a:solidFill>
                          <a:latin typeface="微软雅黑" panose="020B0503020204020204" charset="-122"/>
                          <a:ea typeface="微软雅黑" panose="020B0503020204020204" charset="-122"/>
                        </a:rPr>
                        <a:t>录像，摄像，相机，拍摄，捕获，号牌，车牌</a:t>
                      </a:r>
                      <a:endParaRPr lang="zh-CN" altLang="en-US" sz="1600" b="0" dirty="0" smtClean="0">
                        <a:solidFill>
                          <a:schemeClr val="tx1">
                            <a:lumMod val="65000"/>
                            <a:lumOff val="35000"/>
                          </a:schemeClr>
                        </a:solidFill>
                        <a:latin typeface="微软雅黑" panose="020B0503020204020204" charset="-122"/>
                        <a:ea typeface="微软雅黑" panose="020B0503020204020204" charset="-122"/>
                      </a:endParaRPr>
                    </a:p>
                  </a:txBody>
                  <a:tcPr/>
                </a:tc>
              </a:tr>
              <a:tr h="394335">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600" dirty="0" smtClean="0">
                          <a:solidFill>
                            <a:schemeClr val="tx1">
                              <a:lumMod val="65000"/>
                              <a:lumOff val="35000"/>
                            </a:schemeClr>
                          </a:solidFill>
                          <a:latin typeface="微软雅黑" panose="020B0503020204020204" charset="-122"/>
                          <a:ea typeface="微软雅黑" panose="020B0503020204020204" charset="-122"/>
                        </a:rPr>
                        <a:t>c. </a:t>
                      </a:r>
                      <a:r>
                        <a:rPr lang="zh-CN" altLang="en-US" sz="1600" dirty="0" smtClean="0">
                          <a:solidFill>
                            <a:schemeClr val="tx1">
                              <a:lumMod val="65000"/>
                              <a:lumOff val="35000"/>
                            </a:schemeClr>
                          </a:solidFill>
                          <a:latin typeface="微软雅黑" panose="020B0503020204020204" charset="-122"/>
                          <a:ea typeface="微软雅黑" panose="020B0503020204020204" charset="-122"/>
                        </a:rPr>
                        <a:t>电子界面</a:t>
                      </a:r>
                      <a:endParaRPr lang="en-US" altLang="zh-CN" sz="1600" dirty="0" smtClean="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dirty="0" smtClean="0">
                          <a:solidFill>
                            <a:schemeClr val="tx1">
                              <a:lumMod val="65000"/>
                              <a:lumOff val="35000"/>
                            </a:schemeClr>
                          </a:solidFill>
                          <a:latin typeface="微软雅黑" panose="020B0503020204020204" charset="-122"/>
                          <a:ea typeface="微软雅黑" panose="020B0503020204020204" charset="-122"/>
                        </a:rPr>
                        <a:t>特征</a:t>
                      </a:r>
                      <a:r>
                        <a:rPr lang="en-US" altLang="zh-CN" sz="1600" dirty="0" smtClean="0">
                          <a:solidFill>
                            <a:schemeClr val="tx1">
                              <a:lumMod val="65000"/>
                              <a:lumOff val="35000"/>
                            </a:schemeClr>
                          </a:solidFill>
                          <a:latin typeface="微软雅黑" panose="020B0503020204020204" charset="-122"/>
                          <a:ea typeface="微软雅黑" panose="020B0503020204020204" charset="-122"/>
                        </a:rPr>
                        <a:t>3</a:t>
                      </a:r>
                      <a:endParaRPr lang="en-US" altLang="zh-CN" sz="1600" dirty="0" smtClean="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0" dirty="0" smtClean="0">
                          <a:solidFill>
                            <a:schemeClr val="tx1">
                              <a:lumMod val="65000"/>
                              <a:lumOff val="35000"/>
                            </a:schemeClr>
                          </a:solidFill>
                          <a:latin typeface="微软雅黑" panose="020B0503020204020204" charset="-122"/>
                          <a:ea typeface="微软雅黑" panose="020B0503020204020204" charset="-122"/>
                        </a:rPr>
                        <a:t>电子，界面，识别</a:t>
                      </a:r>
                      <a:endParaRPr lang="zh-CN" altLang="en-US" sz="1600" b="0" dirty="0" smtClean="0">
                        <a:solidFill>
                          <a:schemeClr val="tx1">
                            <a:lumMod val="65000"/>
                            <a:lumOff val="35000"/>
                          </a:schemeClr>
                        </a:solidFill>
                        <a:latin typeface="微软雅黑" panose="020B0503020204020204" charset="-122"/>
                        <a:ea typeface="微软雅黑" panose="020B0503020204020204" charset="-122"/>
                      </a:endParaRPr>
                    </a:p>
                  </a:txBody>
                  <a:tcPr/>
                </a:tc>
              </a:tr>
              <a:tr h="491490">
                <a:tc>
                  <a:txBody>
                    <a:bodyPr/>
                    <a:lstStyle/>
                    <a:p>
                      <a:r>
                        <a:rPr lang="zh-CN" altLang="en-US" sz="1600" b="1" dirty="0" smtClean="0">
                          <a:solidFill>
                            <a:schemeClr val="tx1">
                              <a:lumMod val="65000"/>
                              <a:lumOff val="35000"/>
                            </a:schemeClr>
                          </a:solidFill>
                          <a:latin typeface="微软雅黑" panose="020B0503020204020204" charset="-122"/>
                          <a:ea typeface="微软雅黑" panose="020B0503020204020204" charset="-122"/>
                        </a:rPr>
                        <a:t>技术效果</a:t>
                      </a:r>
                      <a:endParaRPr lang="zh-CN" altLang="en-US" sz="1600" b="1" dirty="0">
                        <a:solidFill>
                          <a:schemeClr val="tx1">
                            <a:lumMod val="65000"/>
                            <a:lumOff val="35000"/>
                          </a:schemeClr>
                        </a:solidFill>
                        <a:latin typeface="微软雅黑" panose="020B0503020204020204" charset="-122"/>
                        <a:ea typeface="微软雅黑" panose="020B0503020204020204" charset="-122"/>
                      </a:endParaRPr>
                    </a:p>
                  </a:txBody>
                  <a:tcPr/>
                </a:tc>
                <a:tc>
                  <a:txBody>
                    <a:bodyPr/>
                    <a:lstStyle/>
                    <a:p>
                      <a:r>
                        <a:rPr lang="zh-CN" altLang="en-US" sz="1600" kern="1200" dirty="0" smtClean="0">
                          <a:solidFill>
                            <a:schemeClr val="tx1">
                              <a:lumMod val="65000"/>
                              <a:lumOff val="35000"/>
                            </a:schemeClr>
                          </a:solidFill>
                          <a:latin typeface="微软雅黑" panose="020B0503020204020204" charset="-122"/>
                          <a:ea typeface="微软雅黑" panose="020B0503020204020204" charset="-122"/>
                          <a:cs typeface="+mn-cs"/>
                        </a:rPr>
                        <a:t>储存图像</a:t>
                      </a:r>
                      <a:endParaRPr lang="zh-CN" altLang="en-US" sz="1600" kern="1200" dirty="0">
                        <a:solidFill>
                          <a:schemeClr val="tx1">
                            <a:lumMod val="65000"/>
                            <a:lumOff val="35000"/>
                          </a:schemeClr>
                        </a:solidFill>
                        <a:latin typeface="微软雅黑" panose="020B0503020204020204" charset="-122"/>
                        <a:ea typeface="微软雅黑" panose="020B0503020204020204" charset="-122"/>
                        <a:cs typeface="+mn-cs"/>
                      </a:endParaRPr>
                    </a:p>
                  </a:txBody>
                  <a:tcPr/>
                </a:tc>
                <a:tc>
                  <a:txBody>
                    <a:bodyPr/>
                    <a:lstStyle/>
                    <a:p>
                      <a:r>
                        <a:rPr lang="zh-CN" altLang="en-US" sz="1600" kern="1200" dirty="0" smtClean="0">
                          <a:solidFill>
                            <a:schemeClr val="tx1">
                              <a:lumMod val="65000"/>
                              <a:lumOff val="35000"/>
                            </a:schemeClr>
                          </a:solidFill>
                          <a:latin typeface="微软雅黑" panose="020B0503020204020204" charset="-122"/>
                          <a:ea typeface="微软雅黑" panose="020B0503020204020204" charset="-122"/>
                          <a:cs typeface="+mn-cs"/>
                        </a:rPr>
                        <a:t>效果</a:t>
                      </a:r>
                      <a:r>
                        <a:rPr lang="en-US" altLang="zh-CN" sz="1600" kern="1200" dirty="0" smtClean="0">
                          <a:solidFill>
                            <a:schemeClr val="tx1">
                              <a:lumMod val="65000"/>
                              <a:lumOff val="35000"/>
                            </a:schemeClr>
                          </a:solidFill>
                          <a:latin typeface="微软雅黑" panose="020B0503020204020204" charset="-122"/>
                          <a:ea typeface="微软雅黑" panose="020B0503020204020204" charset="-122"/>
                          <a:cs typeface="+mn-cs"/>
                        </a:rPr>
                        <a:t>1</a:t>
                      </a:r>
                      <a:endParaRPr lang="zh-CN" altLang="en-US" sz="1600" kern="1200" dirty="0">
                        <a:solidFill>
                          <a:schemeClr val="tx1">
                            <a:lumMod val="65000"/>
                            <a:lumOff val="35000"/>
                          </a:schemeClr>
                        </a:solidFill>
                        <a:latin typeface="微软雅黑" panose="020B0503020204020204" charset="-122"/>
                        <a:ea typeface="微软雅黑" panose="020B0503020204020204" charset="-122"/>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600" b="0" dirty="0" smtClean="0">
                          <a:solidFill>
                            <a:schemeClr val="tx1">
                              <a:lumMod val="65000"/>
                              <a:lumOff val="35000"/>
                            </a:schemeClr>
                          </a:solidFill>
                          <a:latin typeface="微软雅黑" panose="020B0503020204020204" charset="-122"/>
                          <a:ea typeface="微软雅黑" panose="020B0503020204020204" charset="-122"/>
                        </a:rPr>
                        <a:t>储存，保存，图像，视频，照片，图片</a:t>
                      </a:r>
                      <a:endParaRPr lang="zh-CN" altLang="en-US" sz="1600" b="0" dirty="0" smtClean="0">
                        <a:solidFill>
                          <a:schemeClr val="tx1">
                            <a:lumMod val="65000"/>
                            <a:lumOff val="35000"/>
                          </a:schemeClr>
                        </a:solidFill>
                        <a:latin typeface="微软雅黑" panose="020B0503020204020204" charset="-122"/>
                        <a:ea typeface="微软雅黑" panose="020B0503020204020204" charset="-122"/>
                      </a:endParaRPr>
                    </a:p>
                  </a:txBody>
                  <a:tcPr/>
                </a:tc>
              </a:tr>
            </a:tbl>
          </a:graphicData>
        </a:graphic>
      </p:graphicFrame>
      <p:sp>
        <p:nvSpPr>
          <p:cNvPr id="5" name="灯片编号占位符 4"/>
          <p:cNvSpPr>
            <a:spLocks noGrp="1"/>
          </p:cNvSpPr>
          <p:nvPr>
            <p:ph type="sldNum" sz="quarter" idx="12"/>
          </p:nvPr>
        </p:nvSpPr>
        <p:spPr/>
        <p:txBody>
          <a:bodyPr/>
          <a:lstStyle/>
          <a:p>
            <a:pPr>
              <a:defRPr/>
            </a:pPr>
            <a:fld id="{F3721BE8-3CF7-480C-8626-033CDDDAC5AC}"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2"/>
          <a:srcRect/>
          <a:stretch>
            <a:fillRect/>
          </a:stretch>
        </p:blipFill>
        <p:spPr bwMode="auto">
          <a:xfrm>
            <a:off x="1047750" y="1368425"/>
            <a:ext cx="574040" cy="387350"/>
          </a:xfrm>
          <a:prstGeom prst="rect">
            <a:avLst/>
          </a:prstGeom>
          <a:noFill/>
          <a:ln w="9525">
            <a:noFill/>
            <a:miter lim="800000"/>
            <a:headEnd/>
            <a:tailEnd/>
          </a:ln>
        </p:spPr>
      </p:pic>
      <p:grpSp>
        <p:nvGrpSpPr>
          <p:cNvPr id="7" name="组合 6"/>
          <p:cNvGrpSpPr/>
          <p:nvPr/>
        </p:nvGrpSpPr>
        <p:grpSpPr>
          <a:xfrm>
            <a:off x="197485" y="532765"/>
            <a:ext cx="519430" cy="408940"/>
            <a:chOff x="110" y="450"/>
            <a:chExt cx="818" cy="644"/>
          </a:xfrm>
        </p:grpSpPr>
        <p:sp>
          <p:nvSpPr>
            <p:cNvPr id="12" name="Freeform 13"/>
            <p:cNvSpPr/>
            <p:nvPr>
              <p:custDataLst>
                <p:tags r:id="rId3"/>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4"/>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8" name="文本框 7"/>
          <p:cNvSpPr txBox="1"/>
          <p:nvPr>
            <p:custDataLst>
              <p:tags r:id="rId5"/>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1400175" y="1253490"/>
            <a:ext cx="10514965" cy="1790065"/>
          </a:xfrm>
        </p:spPr>
        <p:txBody>
          <a:bodyPr>
            <a:normAutofit/>
          </a:bodyPr>
          <a:lstStyle/>
          <a:p>
            <a:pPr>
              <a:lnSpc>
                <a:spcPct val="150000"/>
              </a:lnSpc>
              <a:spcBef>
                <a:spcPts val="25"/>
              </a:spcBef>
              <a:buFont typeface="Arial" panose="020B0604020202020204" pitchFamily="34" charset="0"/>
              <a:buNone/>
              <a:defRPr/>
            </a:pPr>
            <a:r>
              <a:rPr lang="zh-CN" altLang="en-US" sz="1700" b="1" dirty="0" smtClean="0">
                <a:solidFill>
                  <a:srgbClr val="C00000"/>
                </a:solidFill>
                <a:latin typeface="微软雅黑" panose="020B0503020204020204" charset="-122"/>
                <a:ea typeface="微软雅黑" panose="020B0503020204020204" charset="-122"/>
              </a:rPr>
              <a:t>使用</a:t>
            </a:r>
            <a:r>
              <a:rPr lang="zh-CN" altLang="en-US" sz="1700" b="1" dirty="0">
                <a:solidFill>
                  <a:srgbClr val="C00000"/>
                </a:solidFill>
                <a:latin typeface="微软雅黑" panose="020B0503020204020204" charset="-122"/>
                <a:ea typeface="微软雅黑" panose="020B0503020204020204" charset="-122"/>
              </a:rPr>
              <a:t>块检索方式</a:t>
            </a:r>
            <a:r>
              <a:rPr lang="zh-CN" altLang="en-US" sz="1700" b="1" dirty="0" smtClean="0">
                <a:solidFill>
                  <a:srgbClr val="C00000"/>
                </a:solidFill>
                <a:latin typeface="微软雅黑" panose="020B0503020204020204" charset="-122"/>
                <a:ea typeface="微软雅黑" panose="020B0503020204020204" charset="-122"/>
              </a:rPr>
              <a:t>进行详细检索，输入所得分类号</a:t>
            </a:r>
            <a:r>
              <a:rPr lang="en-US" altLang="zh-CN" sz="1700" b="1" dirty="0" smtClean="0">
                <a:solidFill>
                  <a:srgbClr val="C00000"/>
                </a:solidFill>
                <a:latin typeface="微软雅黑" panose="020B0503020204020204" charset="-122"/>
                <a:ea typeface="微软雅黑" panose="020B0503020204020204" charset="-122"/>
              </a:rPr>
              <a:t>G08G1/017</a:t>
            </a:r>
            <a:r>
              <a:rPr lang="zh-CN" altLang="en-US" sz="1700" b="1" dirty="0" smtClean="0">
                <a:solidFill>
                  <a:srgbClr val="C00000"/>
                </a:solidFill>
                <a:latin typeface="微软雅黑" panose="020B0503020204020204" charset="-122"/>
                <a:ea typeface="微软雅黑" panose="020B0503020204020204" charset="-122"/>
              </a:rPr>
              <a:t>，</a:t>
            </a:r>
            <a:r>
              <a:rPr lang="zh-CN" altLang="en-US" sz="1700" b="1" dirty="0">
                <a:solidFill>
                  <a:srgbClr val="C00000"/>
                </a:solidFill>
                <a:latin typeface="微软雅黑" panose="020B0503020204020204" charset="-122"/>
                <a:ea typeface="微软雅黑" panose="020B0503020204020204" charset="-122"/>
              </a:rPr>
              <a:t>并适当</a:t>
            </a:r>
            <a:r>
              <a:rPr lang="zh-CN" altLang="en-US" sz="1700" b="1" dirty="0" smtClean="0">
                <a:solidFill>
                  <a:srgbClr val="C00000"/>
                </a:solidFill>
                <a:latin typeface="微软雅黑" panose="020B0503020204020204" charset="-122"/>
                <a:ea typeface="微软雅黑" panose="020B0503020204020204" charset="-122"/>
              </a:rPr>
              <a:t>选取关键词写出基本检索要素的检索式。</a:t>
            </a:r>
            <a:endParaRPr lang="zh-CN" altLang="en-US" sz="1700" b="1" dirty="0" smtClean="0">
              <a:solidFill>
                <a:srgbClr val="C00000"/>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r>
              <a:rPr lang="zh-CN" altLang="en-US" sz="1700" b="1" dirty="0" smtClean="0">
                <a:solidFill>
                  <a:srgbClr val="C00000"/>
                </a:solidFill>
                <a:latin typeface="微软雅黑" panose="020B0503020204020204" charset="-122"/>
                <a:ea typeface="微软雅黑" panose="020B0503020204020204" charset="-122"/>
              </a:rPr>
              <a:t>比如：</a:t>
            </a:r>
            <a:endParaRPr lang="en-US" altLang="zh-CN" sz="1700" b="1" dirty="0" smtClean="0">
              <a:solidFill>
                <a:srgbClr val="C00000"/>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r>
              <a:rPr lang="en-US" altLang="zh-CN" sz="1700" dirty="0" smtClean="0">
                <a:solidFill>
                  <a:schemeClr val="tx1">
                    <a:lumMod val="75000"/>
                    <a:lumOff val="25000"/>
                  </a:schemeClr>
                </a:solidFill>
                <a:latin typeface="微软雅黑" panose="020B0503020204020204" charset="-122"/>
                <a:ea typeface="微软雅黑" panose="020B0503020204020204" charset="-122"/>
              </a:rPr>
              <a:t>1</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a:t>
            </a:r>
            <a:r>
              <a:rPr lang="zh-CN" altLang="en-US" sz="1700" dirty="0">
                <a:solidFill>
                  <a:schemeClr val="tx1">
                    <a:lumMod val="75000"/>
                    <a:lumOff val="25000"/>
                  </a:schemeClr>
                </a:solidFill>
                <a:latin typeface="微软雅黑" panose="020B0503020204020204" charset="-122"/>
                <a:ea typeface="微软雅黑" panose="020B0503020204020204" charset="-122"/>
              </a:rPr>
              <a:t>（</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车辆 </a:t>
            </a:r>
            <a:r>
              <a:rPr lang="en-US" altLang="zh-CN" sz="1700" dirty="0" smtClean="0">
                <a:solidFill>
                  <a:schemeClr val="tx1">
                    <a:lumMod val="75000"/>
                    <a:lumOff val="25000"/>
                  </a:schemeClr>
                </a:solidFill>
                <a:latin typeface="微软雅黑" panose="020B0503020204020204" charset="-122"/>
                <a:ea typeface="微软雅黑" panose="020B0503020204020204" charset="-122"/>
              </a:rPr>
              <a:t>OR </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交通 </a:t>
            </a:r>
            <a:r>
              <a:rPr lang="en-US" altLang="zh-CN" sz="1700" dirty="0" smtClean="0">
                <a:solidFill>
                  <a:schemeClr val="tx1">
                    <a:lumMod val="75000"/>
                    <a:lumOff val="25000"/>
                  </a:schemeClr>
                </a:solidFill>
                <a:latin typeface="微软雅黑" panose="020B0503020204020204" charset="-122"/>
                <a:ea typeface="微软雅黑" panose="020B0503020204020204" charset="-122"/>
              </a:rPr>
              <a:t>OR </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道路）</a:t>
            </a:r>
            <a:r>
              <a:rPr lang="en-US" altLang="zh-CN" sz="1700" dirty="0" smtClean="0">
                <a:solidFill>
                  <a:schemeClr val="tx1">
                    <a:lumMod val="75000"/>
                    <a:lumOff val="25000"/>
                  </a:schemeClr>
                </a:solidFill>
                <a:latin typeface="微软雅黑" panose="020B0503020204020204" charset="-122"/>
                <a:ea typeface="微软雅黑" panose="020B0503020204020204" charset="-122"/>
              </a:rPr>
              <a:t>AND</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（监控 </a:t>
            </a:r>
            <a:r>
              <a:rPr lang="en-US" altLang="zh-CN" sz="1700" dirty="0">
                <a:solidFill>
                  <a:schemeClr val="tx1">
                    <a:lumMod val="75000"/>
                    <a:lumOff val="25000"/>
                  </a:schemeClr>
                </a:solidFill>
                <a:latin typeface="微软雅黑" panose="020B0503020204020204" charset="-122"/>
                <a:ea typeface="微软雅黑" panose="020B0503020204020204" charset="-122"/>
              </a:rPr>
              <a:t>OR </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监测）</a:t>
            </a:r>
            <a:r>
              <a:rPr lang="en-US" altLang="zh-CN" sz="1700" dirty="0" smtClean="0">
                <a:solidFill>
                  <a:schemeClr val="tx1">
                    <a:lumMod val="75000"/>
                    <a:lumOff val="25000"/>
                  </a:schemeClr>
                </a:solidFill>
                <a:latin typeface="微软雅黑" panose="020B0503020204020204" charset="-122"/>
                <a:ea typeface="微软雅黑" panose="020B0503020204020204" charset="-122"/>
              </a:rPr>
              <a:t>AND</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（红外 </a:t>
            </a:r>
            <a:r>
              <a:rPr lang="en-US" altLang="zh-CN" sz="1700" dirty="0">
                <a:solidFill>
                  <a:schemeClr val="tx1">
                    <a:lumMod val="75000"/>
                    <a:lumOff val="25000"/>
                  </a:schemeClr>
                </a:solidFill>
                <a:latin typeface="微软雅黑" panose="020B0503020204020204" charset="-122"/>
                <a:ea typeface="微软雅黑" panose="020B0503020204020204" charset="-122"/>
              </a:rPr>
              <a:t>OR</a:t>
            </a:r>
            <a:r>
              <a:rPr lang="en-US" altLang="zh-CN" sz="1700" dirty="0" smtClean="0">
                <a:solidFill>
                  <a:schemeClr val="tx1">
                    <a:lumMod val="75000"/>
                    <a:lumOff val="25000"/>
                  </a:schemeClr>
                </a:solidFill>
                <a:latin typeface="微软雅黑" panose="020B0503020204020204" charset="-122"/>
                <a:ea typeface="微软雅黑" panose="020B0503020204020204" charset="-122"/>
              </a:rPr>
              <a:t> </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发射 </a:t>
            </a:r>
            <a:r>
              <a:rPr lang="en-US" altLang="zh-CN" sz="1700" dirty="0">
                <a:solidFill>
                  <a:schemeClr val="tx1">
                    <a:lumMod val="75000"/>
                    <a:lumOff val="25000"/>
                  </a:schemeClr>
                </a:solidFill>
                <a:latin typeface="微软雅黑" panose="020B0503020204020204" charset="-122"/>
                <a:ea typeface="微软雅黑" panose="020B0503020204020204" charset="-122"/>
              </a:rPr>
              <a:t>OR</a:t>
            </a:r>
            <a:r>
              <a:rPr lang="en-US" altLang="zh-CN" sz="1700" dirty="0" smtClean="0">
                <a:solidFill>
                  <a:schemeClr val="tx1">
                    <a:lumMod val="75000"/>
                    <a:lumOff val="25000"/>
                  </a:schemeClr>
                </a:solidFill>
                <a:latin typeface="微软雅黑" panose="020B0503020204020204" charset="-122"/>
                <a:ea typeface="微软雅黑" panose="020B0503020204020204" charset="-122"/>
              </a:rPr>
              <a:t> </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照明）</a:t>
            </a:r>
            <a:endParaRPr lang="en-US" altLang="zh-CN" sz="1700" dirty="0" smtClean="0">
              <a:solidFill>
                <a:schemeClr val="tx1">
                  <a:lumMod val="75000"/>
                  <a:lumOff val="25000"/>
                </a:schemeClr>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r>
              <a:rPr lang="en-US" altLang="zh-CN" sz="1700" dirty="0" smtClean="0">
                <a:solidFill>
                  <a:schemeClr val="tx1">
                    <a:lumMod val="75000"/>
                    <a:lumOff val="25000"/>
                  </a:schemeClr>
                </a:solidFill>
                <a:latin typeface="微软雅黑" panose="020B0503020204020204" charset="-122"/>
                <a:ea typeface="微软雅黑" panose="020B0503020204020204" charset="-122"/>
              </a:rPr>
              <a:t>2</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、（汽车 </a:t>
            </a:r>
            <a:r>
              <a:rPr lang="en-US" altLang="zh-CN" sz="1700" dirty="0">
                <a:solidFill>
                  <a:schemeClr val="tx1">
                    <a:lumMod val="75000"/>
                    <a:lumOff val="25000"/>
                  </a:schemeClr>
                </a:solidFill>
                <a:latin typeface="微软雅黑" panose="020B0503020204020204" charset="-122"/>
                <a:ea typeface="微软雅黑" panose="020B0503020204020204" charset="-122"/>
              </a:rPr>
              <a:t>OR </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公路）</a:t>
            </a:r>
            <a:r>
              <a:rPr lang="en-US" altLang="zh-CN" sz="1700" dirty="0">
                <a:solidFill>
                  <a:schemeClr val="tx1">
                    <a:lumMod val="75000"/>
                    <a:lumOff val="25000"/>
                  </a:schemeClr>
                </a:solidFill>
                <a:latin typeface="微软雅黑" panose="020B0503020204020204" charset="-122"/>
                <a:ea typeface="微软雅黑" panose="020B0503020204020204" charset="-122"/>
              </a:rPr>
              <a:t>AND</a:t>
            </a:r>
            <a:r>
              <a:rPr lang="zh-CN" altLang="en-US" sz="1700" dirty="0">
                <a:solidFill>
                  <a:schemeClr val="tx1">
                    <a:lumMod val="75000"/>
                    <a:lumOff val="25000"/>
                  </a:schemeClr>
                </a:solidFill>
                <a:latin typeface="微软雅黑" panose="020B0503020204020204" charset="-122"/>
                <a:ea typeface="微软雅黑" panose="020B0503020204020204" charset="-122"/>
              </a:rPr>
              <a:t>（监控 </a:t>
            </a:r>
            <a:r>
              <a:rPr lang="en-US" altLang="zh-CN" sz="1700" dirty="0">
                <a:solidFill>
                  <a:schemeClr val="tx1">
                    <a:lumMod val="75000"/>
                    <a:lumOff val="25000"/>
                  </a:schemeClr>
                </a:solidFill>
                <a:latin typeface="微软雅黑" panose="020B0503020204020204" charset="-122"/>
                <a:ea typeface="微软雅黑" panose="020B0503020204020204" charset="-122"/>
              </a:rPr>
              <a:t>OR </a:t>
            </a:r>
            <a:r>
              <a:rPr lang="zh-CN" altLang="en-US" sz="1700" dirty="0">
                <a:solidFill>
                  <a:schemeClr val="tx1">
                    <a:lumMod val="75000"/>
                    <a:lumOff val="25000"/>
                  </a:schemeClr>
                </a:solidFill>
                <a:latin typeface="微软雅黑" panose="020B0503020204020204" charset="-122"/>
                <a:ea typeface="微软雅黑" panose="020B0503020204020204" charset="-122"/>
              </a:rPr>
              <a:t>监测）</a:t>
            </a:r>
            <a:r>
              <a:rPr lang="en-US" altLang="zh-CN" sz="1700" dirty="0">
                <a:solidFill>
                  <a:schemeClr val="tx1">
                    <a:lumMod val="75000"/>
                    <a:lumOff val="25000"/>
                  </a:schemeClr>
                </a:solidFill>
                <a:latin typeface="微软雅黑" panose="020B0503020204020204" charset="-122"/>
                <a:ea typeface="微软雅黑" panose="020B0503020204020204" charset="-122"/>
              </a:rPr>
              <a:t>AND</a:t>
            </a:r>
            <a:r>
              <a:rPr lang="zh-CN" altLang="en-US" sz="1700" dirty="0">
                <a:solidFill>
                  <a:schemeClr val="tx1">
                    <a:lumMod val="75000"/>
                    <a:lumOff val="25000"/>
                  </a:schemeClr>
                </a:solidFill>
                <a:latin typeface="微软雅黑" panose="020B0503020204020204" charset="-122"/>
                <a:ea typeface="微软雅黑" panose="020B0503020204020204" charset="-122"/>
              </a:rPr>
              <a:t>（红外 </a:t>
            </a:r>
            <a:r>
              <a:rPr lang="en-US" altLang="zh-CN" sz="1700" dirty="0">
                <a:solidFill>
                  <a:schemeClr val="tx1">
                    <a:lumMod val="75000"/>
                    <a:lumOff val="25000"/>
                  </a:schemeClr>
                </a:solidFill>
                <a:latin typeface="微软雅黑" panose="020B0503020204020204" charset="-122"/>
                <a:ea typeface="微软雅黑" panose="020B0503020204020204" charset="-122"/>
              </a:rPr>
              <a:t>OR </a:t>
            </a:r>
            <a:r>
              <a:rPr lang="zh-CN" altLang="en-US" sz="1700" dirty="0">
                <a:solidFill>
                  <a:schemeClr val="tx1">
                    <a:lumMod val="75000"/>
                    <a:lumOff val="25000"/>
                  </a:schemeClr>
                </a:solidFill>
                <a:latin typeface="微软雅黑" panose="020B0503020204020204" charset="-122"/>
                <a:ea typeface="微软雅黑" panose="020B0503020204020204" charset="-122"/>
              </a:rPr>
              <a:t>发射 </a:t>
            </a:r>
            <a:r>
              <a:rPr lang="en-US" altLang="zh-CN" sz="1700" dirty="0">
                <a:solidFill>
                  <a:schemeClr val="tx1">
                    <a:lumMod val="75000"/>
                    <a:lumOff val="25000"/>
                  </a:schemeClr>
                </a:solidFill>
                <a:latin typeface="微软雅黑" panose="020B0503020204020204" charset="-122"/>
                <a:ea typeface="微软雅黑" panose="020B0503020204020204" charset="-122"/>
              </a:rPr>
              <a:t>OR </a:t>
            </a:r>
            <a:r>
              <a:rPr lang="zh-CN" altLang="en-US" sz="1700" dirty="0">
                <a:solidFill>
                  <a:schemeClr val="tx1">
                    <a:lumMod val="75000"/>
                    <a:lumOff val="25000"/>
                  </a:schemeClr>
                </a:solidFill>
                <a:latin typeface="微软雅黑" panose="020B0503020204020204" charset="-122"/>
                <a:ea typeface="微软雅黑" panose="020B0503020204020204" charset="-122"/>
              </a:rPr>
              <a:t>照明</a:t>
            </a:r>
            <a:r>
              <a:rPr lang="zh-CN" altLang="en-US" sz="1700" dirty="0" smtClean="0">
                <a:solidFill>
                  <a:schemeClr val="tx1">
                    <a:lumMod val="75000"/>
                    <a:lumOff val="25000"/>
                  </a:schemeClr>
                </a:solidFill>
                <a:latin typeface="微软雅黑" panose="020B0503020204020204" charset="-122"/>
                <a:ea typeface="微软雅黑" panose="020B0503020204020204" charset="-122"/>
              </a:rPr>
              <a:t>）</a:t>
            </a:r>
            <a:endParaRPr lang="en-US" altLang="zh-CN" sz="1700" dirty="0">
              <a:latin typeface="微软雅黑" panose="020B0503020204020204" charset="-122"/>
              <a:ea typeface="微软雅黑" panose="020B0503020204020204" charset="-122"/>
            </a:endParaRPr>
          </a:p>
          <a:p>
            <a:pPr>
              <a:buFont typeface="Arial" panose="020B0604020202020204" pitchFamily="34" charset="0"/>
              <a:buNone/>
              <a:defRPr/>
            </a:pPr>
            <a:endParaRPr lang="en-US" altLang="zh-CN" sz="1700" dirty="0" smtClean="0">
              <a:latin typeface="微软雅黑" panose="020B0503020204020204" charset="-122"/>
              <a:ea typeface="微软雅黑" panose="020B0503020204020204" charset="-122"/>
            </a:endParaRPr>
          </a:p>
          <a:p>
            <a:pPr>
              <a:buFont typeface="Arial" panose="020B0604020202020204" pitchFamily="34" charset="0"/>
              <a:buNone/>
              <a:defRPr/>
            </a:pPr>
            <a:endParaRPr lang="en-US" altLang="zh-CN" sz="1700" dirty="0" smtClean="0">
              <a:latin typeface="微软雅黑" panose="020B0503020204020204" charset="-122"/>
              <a:ea typeface="微软雅黑" panose="020B0503020204020204" charset="-122"/>
            </a:endParaRPr>
          </a:p>
          <a:p>
            <a:pPr>
              <a:buFont typeface="Arial" panose="020B0604020202020204" pitchFamily="34" charset="0"/>
              <a:buNone/>
              <a:defRPr/>
            </a:pPr>
            <a:endParaRPr lang="en-US" altLang="zh-CN" sz="1700" dirty="0" smtClean="0">
              <a:latin typeface="微软雅黑" panose="020B0503020204020204" charset="-122"/>
              <a:ea typeface="微软雅黑" panose="020B0503020204020204" charset="-122"/>
            </a:endParaRPr>
          </a:p>
          <a:p>
            <a:pPr>
              <a:buFont typeface="Arial" panose="020B0604020202020204" pitchFamily="34" charset="0"/>
              <a:buNone/>
              <a:defRPr/>
            </a:pPr>
            <a:endParaRPr lang="en-US" altLang="zh-CN" sz="1700" dirty="0">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D29C58AE-20D7-4C03-B9F7-7E154C5BA59E}"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971550" y="1236980"/>
            <a:ext cx="429260"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pic>
        <p:nvPicPr>
          <p:cNvPr id="8" name="内容占位符 7"/>
          <p:cNvPicPr>
            <a:picLocks noChangeAspect="1"/>
          </p:cNvPicPr>
          <p:nvPr>
            <p:ph sz="half" idx="2"/>
            <p:custDataLst>
              <p:tags r:id="rId5"/>
            </p:custDataLst>
          </p:nvPr>
        </p:nvPicPr>
        <p:blipFill>
          <a:blip r:embed="rId6"/>
          <a:srcRect t="6667" b="21765"/>
          <a:stretch>
            <a:fillRect/>
          </a:stretch>
        </p:blipFill>
        <p:spPr>
          <a:xfrm>
            <a:off x="2486025" y="3042920"/>
            <a:ext cx="7219315" cy="367855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958215" y="1253490"/>
            <a:ext cx="10129520" cy="4351655"/>
          </a:xfrm>
        </p:spPr>
        <p:txBody>
          <a:bodyPr>
            <a:normAutofit lnSpcReduction="20000"/>
          </a:bodyPr>
          <a:lstStyle/>
          <a:p>
            <a:pPr>
              <a:lnSpc>
                <a:spcPct val="150000"/>
              </a:lnSpc>
              <a:spcBef>
                <a:spcPts val="25"/>
              </a:spcBef>
              <a:buFont typeface="Arial" panose="020B0604020202020204" pitchFamily="34" charset="0"/>
              <a:buNone/>
              <a:defRPr/>
            </a:pPr>
            <a:r>
              <a:rPr lang="zh-CN" altLang="en-US" sz="2400" dirty="0" smtClean="0">
                <a:solidFill>
                  <a:schemeClr val="tx1">
                    <a:lumMod val="75000"/>
                    <a:lumOff val="25000"/>
                  </a:schemeClr>
                </a:solidFill>
                <a:latin typeface="微软雅黑" panose="020B0503020204020204" charset="-122"/>
                <a:ea typeface="微软雅黑" panose="020B0503020204020204" charset="-122"/>
              </a:rPr>
              <a:t>    </a:t>
            </a:r>
            <a:r>
              <a:rPr lang="zh-CN" altLang="en-US" sz="2400" b="1" dirty="0" smtClean="0">
                <a:solidFill>
                  <a:srgbClr val="C00000"/>
                </a:solidFill>
                <a:latin typeface="微软雅黑" panose="020B0503020204020204" charset="-122"/>
                <a:ea typeface="微软雅黑" panose="020B0503020204020204" charset="-122"/>
              </a:rPr>
              <a:t>根据上述</a:t>
            </a:r>
            <a:r>
              <a:rPr lang="en-US" altLang="zh-CN" sz="2400" b="1" dirty="0" smtClean="0">
                <a:solidFill>
                  <a:srgbClr val="C00000"/>
                </a:solidFill>
                <a:latin typeface="微软雅黑" panose="020B0503020204020204" charset="-122"/>
                <a:ea typeface="微软雅黑" panose="020B0503020204020204" charset="-122"/>
              </a:rPr>
              <a:t>2</a:t>
            </a:r>
            <a:r>
              <a:rPr lang="zh-CN" altLang="en-US" sz="2400" b="1" dirty="0" smtClean="0">
                <a:solidFill>
                  <a:srgbClr val="C00000"/>
                </a:solidFill>
                <a:latin typeface="微软雅黑" panose="020B0503020204020204" charset="-122"/>
                <a:ea typeface="微软雅黑" panose="020B0503020204020204" charset="-122"/>
              </a:rPr>
              <a:t>个检索式所得的检索结果的内容和数量，不断调整检索条件</a:t>
            </a:r>
            <a:r>
              <a:rPr lang="zh-CN" altLang="en-US" sz="2400" b="1" dirty="0">
                <a:solidFill>
                  <a:srgbClr val="C00000"/>
                </a:solidFill>
                <a:latin typeface="微软雅黑" panose="020B0503020204020204" charset="-122"/>
                <a:ea typeface="微软雅黑" panose="020B0503020204020204" charset="-122"/>
              </a:rPr>
              <a:t>，例如调整分类</a:t>
            </a:r>
            <a:r>
              <a:rPr lang="zh-CN" altLang="en-US" sz="2400" b="1" dirty="0" smtClean="0">
                <a:solidFill>
                  <a:srgbClr val="C00000"/>
                </a:solidFill>
                <a:latin typeface="微软雅黑" panose="020B0503020204020204" charset="-122"/>
                <a:ea typeface="微软雅黑" panose="020B0503020204020204" charset="-122"/>
              </a:rPr>
              <a:t>号或者增减关键词等，直至接近检索目标（查全或查准）。</a:t>
            </a:r>
            <a:endParaRPr lang="zh-CN" altLang="en-US" sz="2400" b="1" dirty="0" smtClean="0">
              <a:solidFill>
                <a:srgbClr val="C00000"/>
              </a:solidFill>
              <a:latin typeface="微软雅黑" panose="020B0503020204020204" charset="-122"/>
              <a:ea typeface="微软雅黑" panose="020B0503020204020204" charset="-122"/>
            </a:endParaRPr>
          </a:p>
          <a:p>
            <a:pPr>
              <a:lnSpc>
                <a:spcPct val="150000"/>
              </a:lnSpc>
              <a:spcBef>
                <a:spcPts val="25"/>
              </a:spcBef>
              <a:buFont typeface="Arial" panose="020B0604020202020204" pitchFamily="34" charset="0"/>
              <a:buNone/>
              <a:defRPr/>
            </a:pPr>
            <a:endParaRPr lang="en-US" altLang="zh-CN" sz="2400" b="1" dirty="0" smtClean="0">
              <a:solidFill>
                <a:srgbClr val="C00000"/>
              </a:solidFill>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ECE7187E-C38C-4DAC-AB7F-303F5F608DAF}"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824230" y="1450975"/>
            <a:ext cx="400050" cy="37846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pic>
        <p:nvPicPr>
          <p:cNvPr id="8" name="内容占位符 7"/>
          <p:cNvPicPr>
            <a:picLocks noChangeAspect="1"/>
          </p:cNvPicPr>
          <p:nvPr>
            <p:ph sz="half" idx="2"/>
            <p:custDataLst>
              <p:tags r:id="rId5"/>
            </p:custDataLst>
          </p:nvPr>
        </p:nvPicPr>
        <p:blipFill>
          <a:blip r:embed="rId6"/>
          <a:srcRect t="6651" b="4564"/>
          <a:stretch>
            <a:fillRect/>
          </a:stretch>
        </p:blipFill>
        <p:spPr>
          <a:xfrm>
            <a:off x="1438275" y="2376170"/>
            <a:ext cx="7247890" cy="36195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86815" y="1260475"/>
            <a:ext cx="10224770" cy="5000625"/>
          </a:xfrm>
        </p:spPr>
        <p:txBody>
          <a:bodyPr>
            <a:normAutofit/>
          </a:bodyPr>
          <a:lstStyle/>
          <a:p>
            <a:pPr>
              <a:lnSpc>
                <a:spcPct val="150000"/>
              </a:lnSpc>
              <a:buFont typeface="Arial" panose="020B0604020202020204" pitchFamily="34" charset="0"/>
              <a:buNone/>
              <a:defRPr/>
            </a:pPr>
            <a:r>
              <a:rPr lang="zh-CN" altLang="en-US" sz="2400" b="1" dirty="0" smtClean="0">
                <a:solidFill>
                  <a:srgbClr val="C00000"/>
                </a:solidFill>
                <a:latin typeface="微软雅黑" panose="020B0503020204020204" charset="-122"/>
                <a:ea typeface="微软雅黑" panose="020B0503020204020204" charset="-122"/>
              </a:rPr>
              <a:t>根据检索目的确定检索终止条件。</a:t>
            </a:r>
            <a:endParaRPr lang="en-US" altLang="zh-CN" sz="2400" b="1" dirty="0" smtClean="0">
              <a:solidFill>
                <a:srgbClr val="C00000"/>
              </a:solidFill>
              <a:latin typeface="微软雅黑" panose="020B0503020204020204" charset="-122"/>
              <a:ea typeface="微软雅黑" panose="020B0503020204020204" charset="-122"/>
            </a:endParaRPr>
          </a:p>
          <a:p>
            <a:pPr marL="41910" indent="-9525" algn="just">
              <a:lnSpc>
                <a:spcPct val="150000"/>
              </a:lnSpc>
              <a:buFont typeface="Arial" panose="020B0604020202020204" pitchFamily="34" charset="0"/>
              <a:buNone/>
              <a:defRPr/>
            </a:pPr>
            <a:r>
              <a:rPr lang="zh-CN" altLang="en-US" sz="2000" dirty="0" smtClean="0">
                <a:solidFill>
                  <a:schemeClr val="tx1">
                    <a:lumMod val="75000"/>
                    <a:lumOff val="25000"/>
                  </a:schemeClr>
                </a:solidFill>
                <a:latin typeface="微软雅黑" panose="020B0503020204020204" charset="-122"/>
                <a:ea typeface="微软雅黑" panose="020B0503020204020204" charset="-122"/>
              </a:rPr>
              <a:t>以检索新颖性和创造性为目的的检索要求查准，当查到足以影响其新颖性和创造性的最接近现有技术即可终止检索；</a:t>
            </a:r>
            <a:endParaRPr lang="zh-CN" altLang="en-US" sz="2000" dirty="0" smtClean="0">
              <a:solidFill>
                <a:schemeClr val="tx1">
                  <a:lumMod val="75000"/>
                  <a:lumOff val="25000"/>
                </a:schemeClr>
              </a:solidFill>
              <a:latin typeface="微软雅黑" panose="020B0503020204020204" charset="-122"/>
              <a:ea typeface="微软雅黑" panose="020B0503020204020204" charset="-122"/>
            </a:endParaRPr>
          </a:p>
          <a:p>
            <a:pPr marL="41910" indent="-9525" algn="just">
              <a:lnSpc>
                <a:spcPct val="150000"/>
              </a:lnSpc>
              <a:buFont typeface="Arial" panose="020B0604020202020204" pitchFamily="34" charset="0"/>
              <a:buNone/>
              <a:defRPr/>
            </a:pPr>
            <a:r>
              <a:rPr lang="zh-CN" altLang="en-US" sz="2000" dirty="0" smtClean="0">
                <a:solidFill>
                  <a:schemeClr val="tx1">
                    <a:lumMod val="75000"/>
                    <a:lumOff val="25000"/>
                  </a:schemeClr>
                </a:solidFill>
                <a:latin typeface="微软雅黑" panose="020B0503020204020204" charset="-122"/>
                <a:ea typeface="微软雅黑" panose="020B0503020204020204" charset="-122"/>
              </a:rPr>
              <a:t>以技术查新为目的的检索则要求查全，需要用上全部的基本检索要素进行不同组合检索，对所得到的大量检索结果进行快速阅读、筛选，得到技术较为接近的若干篇专利文献，再进行全文阅读，进一步筛选出若干篇比较接近的现有技术，对其进行后续的详细分析。</a:t>
            </a:r>
            <a:endParaRPr lang="zh-CN" altLang="en-US" sz="2000" dirty="0" smtClean="0">
              <a:solidFill>
                <a:schemeClr val="tx1">
                  <a:lumMod val="75000"/>
                  <a:lumOff val="25000"/>
                </a:schemeClr>
              </a:solidFill>
              <a:latin typeface="微软雅黑" panose="020B0503020204020204" charset="-122"/>
              <a:ea typeface="微软雅黑" panose="020B0503020204020204" charset="-122"/>
            </a:endParaRPr>
          </a:p>
          <a:p>
            <a:pPr marL="41910" indent="-9525" algn="just">
              <a:lnSpc>
                <a:spcPct val="150000"/>
              </a:lnSpc>
              <a:buFont typeface="Arial" panose="020B0604020202020204" pitchFamily="34" charset="0"/>
              <a:buNone/>
              <a:defRPr/>
            </a:pPr>
            <a:r>
              <a:rPr lang="zh-CN" altLang="en-US" sz="2000" dirty="0" smtClean="0">
                <a:solidFill>
                  <a:schemeClr val="tx1">
                    <a:lumMod val="75000"/>
                    <a:lumOff val="25000"/>
                  </a:schemeClr>
                </a:solidFill>
                <a:latin typeface="微软雅黑" panose="020B0503020204020204" charset="-122"/>
                <a:ea typeface="微软雅黑" panose="020B0503020204020204" charset="-122"/>
              </a:rPr>
              <a:t>如果仍未检出接近的专利文献，则考虑进一步使用外文库和非专利库等其他数据库进行检索。</a:t>
            </a:r>
            <a:endParaRPr lang="en-US" altLang="zh-CN" sz="2000" dirty="0" smtClean="0">
              <a:solidFill>
                <a:schemeClr val="tx1">
                  <a:lumMod val="75000"/>
                  <a:lumOff val="25000"/>
                </a:schemeClr>
              </a:solidFill>
              <a:latin typeface="微软雅黑" panose="020B0503020204020204" charset="-122"/>
              <a:ea typeface="微软雅黑" panose="020B0503020204020204" charset="-122"/>
            </a:endParaRPr>
          </a:p>
        </p:txBody>
      </p:sp>
      <p:sp>
        <p:nvSpPr>
          <p:cNvPr id="5" name="灯片编号占位符 4"/>
          <p:cNvSpPr>
            <a:spLocks noGrp="1"/>
          </p:cNvSpPr>
          <p:nvPr>
            <p:ph type="sldNum" sz="quarter" idx="12"/>
          </p:nvPr>
        </p:nvSpPr>
        <p:spPr/>
        <p:txBody>
          <a:bodyPr/>
          <a:lstStyle/>
          <a:p>
            <a:pPr>
              <a:defRPr/>
            </a:pPr>
            <a:fld id="{8F32386B-79CD-4750-B74E-B47A4520BFBA}" type="slidenum">
              <a:rPr lang="zh-CN" altLang="en-US" smtClean="0"/>
            </a:fld>
            <a:endParaRPr lang="zh-CN" altLang="en-US"/>
          </a:p>
        </p:txBody>
      </p:sp>
      <p:pic>
        <p:nvPicPr>
          <p:cNvPr id="6" name="Picture 2" descr="F:\Document\document\R---Reference\work\C\case\CP Dept\PPT\模板\未标题-1.jpg"/>
          <p:cNvPicPr>
            <a:picLocks noChangeAspect="1" noChangeArrowheads="1"/>
          </p:cNvPicPr>
          <p:nvPr/>
        </p:nvPicPr>
        <p:blipFill>
          <a:blip r:embed="rId1"/>
          <a:srcRect/>
          <a:stretch>
            <a:fillRect/>
          </a:stretch>
        </p:blipFill>
        <p:spPr bwMode="auto">
          <a:xfrm>
            <a:off x="777213" y="1365237"/>
            <a:ext cx="409575" cy="387350"/>
          </a:xfrm>
          <a:prstGeom prst="rect">
            <a:avLst/>
          </a:prstGeom>
          <a:noFill/>
          <a:ln w="9525">
            <a:noFill/>
            <a:miter lim="800000"/>
            <a:headEnd/>
            <a:tailEnd/>
          </a:ln>
        </p:spPr>
      </p:pic>
      <p:grpSp>
        <p:nvGrpSpPr>
          <p:cNvPr id="2" name="组合 1"/>
          <p:cNvGrpSpPr/>
          <p:nvPr/>
        </p:nvGrpSpPr>
        <p:grpSpPr>
          <a:xfrm>
            <a:off x="197485" y="532765"/>
            <a:ext cx="519430" cy="408940"/>
            <a:chOff x="110" y="450"/>
            <a:chExt cx="818" cy="644"/>
          </a:xfrm>
        </p:grpSpPr>
        <p:sp>
          <p:nvSpPr>
            <p:cNvPr id="12" name="Freeform 13"/>
            <p:cNvSpPr/>
            <p:nvPr>
              <p:custDataLst>
                <p:tags r:id="rId2"/>
              </p:custDataLst>
            </p:nvPr>
          </p:nvSpPr>
          <p:spPr bwMode="auto">
            <a:xfrm rot="19575794">
              <a:off x="110" y="456"/>
              <a:ext cx="803" cy="638"/>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BF4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sp>
          <p:nvSpPr>
            <p:cNvPr id="13" name="Freeform 13"/>
            <p:cNvSpPr/>
            <p:nvPr>
              <p:custDataLst>
                <p:tags r:id="rId3"/>
              </p:custDataLst>
            </p:nvPr>
          </p:nvSpPr>
          <p:spPr bwMode="auto">
            <a:xfrm rot="19575794">
              <a:off x="496" y="450"/>
              <a:ext cx="432" cy="344"/>
            </a:xfrm>
            <a:custGeom>
              <a:avLst/>
              <a:gdLst>
                <a:gd name="T0" fmla="*/ 248 w 647"/>
                <a:gd name="T1" fmla="*/ 54 h 515"/>
                <a:gd name="T2" fmla="*/ 38 w 647"/>
                <a:gd name="T3" fmla="*/ 377 h 515"/>
                <a:gd name="T4" fmla="*/ 113 w 647"/>
                <a:gd name="T5" fmla="*/ 515 h 515"/>
                <a:gd name="T6" fmla="*/ 533 w 647"/>
                <a:gd name="T7" fmla="*/ 515 h 515"/>
                <a:gd name="T8" fmla="*/ 609 w 647"/>
                <a:gd name="T9" fmla="*/ 377 h 515"/>
                <a:gd name="T10" fmla="*/ 399 w 647"/>
                <a:gd name="T11" fmla="*/ 54 h 515"/>
                <a:gd name="T12" fmla="*/ 248 w 647"/>
                <a:gd name="T13" fmla="*/ 54 h 515"/>
              </a:gdLst>
              <a:ahLst/>
              <a:cxnLst>
                <a:cxn ang="0">
                  <a:pos x="T0" y="T1"/>
                </a:cxn>
                <a:cxn ang="0">
                  <a:pos x="T2" y="T3"/>
                </a:cxn>
                <a:cxn ang="0">
                  <a:pos x="T4" y="T5"/>
                </a:cxn>
                <a:cxn ang="0">
                  <a:pos x="T6" y="T7"/>
                </a:cxn>
                <a:cxn ang="0">
                  <a:pos x="T8" y="T9"/>
                </a:cxn>
                <a:cxn ang="0">
                  <a:pos x="T10" y="T11"/>
                </a:cxn>
                <a:cxn ang="0">
                  <a:pos x="T12" y="T13"/>
                </a:cxn>
              </a:cxnLst>
              <a:rect l="0" t="0" r="r" b="b"/>
              <a:pathLst>
                <a:path w="647" h="515">
                  <a:moveTo>
                    <a:pt x="248" y="54"/>
                  </a:moveTo>
                  <a:cubicBezTo>
                    <a:pt x="38" y="377"/>
                    <a:pt x="38" y="377"/>
                    <a:pt x="38" y="377"/>
                  </a:cubicBezTo>
                  <a:cubicBezTo>
                    <a:pt x="0" y="436"/>
                    <a:pt x="42" y="515"/>
                    <a:pt x="113" y="515"/>
                  </a:cubicBezTo>
                  <a:cubicBezTo>
                    <a:pt x="533" y="515"/>
                    <a:pt x="533" y="515"/>
                    <a:pt x="533" y="515"/>
                  </a:cubicBezTo>
                  <a:cubicBezTo>
                    <a:pt x="605" y="515"/>
                    <a:pt x="647" y="436"/>
                    <a:pt x="609" y="377"/>
                  </a:cubicBezTo>
                  <a:cubicBezTo>
                    <a:pt x="399" y="54"/>
                    <a:pt x="399" y="54"/>
                    <a:pt x="399" y="54"/>
                  </a:cubicBezTo>
                  <a:cubicBezTo>
                    <a:pt x="363" y="0"/>
                    <a:pt x="284" y="0"/>
                    <a:pt x="248" y="54"/>
                  </a:cubicBezTo>
                  <a:close/>
                </a:path>
              </a:pathLst>
            </a:custGeom>
            <a:solidFill>
              <a:srgbClr val="2B1E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prstClr val="white"/>
                </a:solidFill>
                <a:latin typeface="等线" panose="02010600030101010101" charset="-122"/>
                <a:ea typeface="等线" panose="02010600030101010101" charset="-122"/>
              </a:endParaRPr>
            </a:p>
          </p:txBody>
        </p:sp>
      </p:grpSp>
      <p:sp>
        <p:nvSpPr>
          <p:cNvPr id="7" name="文本框 6"/>
          <p:cNvSpPr txBox="1"/>
          <p:nvPr>
            <p:custDataLst>
              <p:tags r:id="rId4"/>
            </p:custDataLst>
          </p:nvPr>
        </p:nvSpPr>
        <p:spPr>
          <a:xfrm>
            <a:off x="895350" y="555625"/>
            <a:ext cx="6096000" cy="485140"/>
          </a:xfrm>
          <a:prstGeom prst="rect">
            <a:avLst/>
          </a:prstGeom>
          <a:noFill/>
        </p:spPr>
        <p:txBody>
          <a:bodyPr wrap="square" rtlCol="0" anchor="t">
            <a:spAutoFit/>
          </a:bodyPr>
          <a:p>
            <a:pPr indent="0">
              <a:lnSpc>
                <a:spcPct val="80000"/>
              </a:lnSpc>
              <a:buNone/>
            </a:pPr>
            <a:r>
              <a:rPr lang="zh-CN" altLang="zh-CN" sz="3200" b="1" dirty="0">
                <a:latin typeface="微软雅黑" panose="020B0503020204020204" charset="-122"/>
                <a:ea typeface="微软雅黑" panose="020B0503020204020204" charset="-122"/>
                <a:cs typeface="思源黑体 CN Bold" panose="020B0800000000000000" charset="-122"/>
                <a:sym typeface="+mn-ea"/>
              </a:rPr>
              <a:t>专利检索</a:t>
            </a:r>
            <a:endParaRPr lang="zh-CN" altLang="zh-CN" sz="3200" b="1" dirty="0">
              <a:latin typeface="微软雅黑" panose="020B0503020204020204" charset="-122"/>
              <a:ea typeface="微软雅黑" panose="020B0503020204020204" charset="-122"/>
              <a:cs typeface="思源黑体 CN Bold" panose="020B0800000000000000"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51miz-P814451-IQSBTR2G-1920x1279"/>
          <p:cNvPicPr>
            <a:picLocks noChangeAspect="1"/>
          </p:cNvPicPr>
          <p:nvPr/>
        </p:nvPicPr>
        <p:blipFill>
          <a:blip r:embed="rId1">
            <a:alphaModFix amt="50000"/>
          </a:blip>
          <a:stretch>
            <a:fillRect/>
          </a:stretch>
        </p:blipFill>
        <p:spPr>
          <a:xfrm>
            <a:off x="0" y="0"/>
            <a:ext cx="12191365" cy="6858000"/>
          </a:xfrm>
          <a:prstGeom prst="rect">
            <a:avLst/>
          </a:prstGeom>
        </p:spPr>
      </p:pic>
      <p:sp>
        <p:nvSpPr>
          <p:cNvPr id="5" name="矩形 4"/>
          <p:cNvSpPr/>
          <p:nvPr/>
        </p:nvSpPr>
        <p:spPr>
          <a:xfrm>
            <a:off x="-10795" y="0"/>
            <a:ext cx="12202160"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kumimoji="1" lang="zh-CN" altLang="en-US"/>
          </a:p>
        </p:txBody>
      </p:sp>
      <p:sp>
        <p:nvSpPr>
          <p:cNvPr id="2" name="标题 1"/>
          <p:cNvSpPr>
            <a:spLocks noGrp="1"/>
          </p:cNvSpPr>
          <p:nvPr>
            <p:ph type="ctrTitle"/>
          </p:nvPr>
        </p:nvSpPr>
        <p:spPr>
          <a:xfrm>
            <a:off x="1772285" y="2384425"/>
            <a:ext cx="8647430" cy="1193800"/>
          </a:xfrm>
        </p:spPr>
        <p:txBody>
          <a:bodyPr>
            <a:normAutofit/>
          </a:bodyPr>
          <a:lstStyle/>
          <a:p>
            <a:pPr algn="ctr"/>
            <a:r>
              <a:rPr lang="zh-CN" altLang="en-US" b="1" dirty="0">
                <a:solidFill>
                  <a:schemeClr val="bg1"/>
                </a:solidFill>
                <a:latin typeface="微软雅黑" panose="020B0503020204020204" charset="-122"/>
                <a:ea typeface="微软雅黑" panose="020B0503020204020204" charset="-122"/>
              </a:rPr>
              <a:t>感谢聆听！</a:t>
            </a:r>
            <a:endParaRPr lang="zh-CN" altLang="en-US" b="1" dirty="0">
              <a:solidFill>
                <a:schemeClr val="bg1"/>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par>
    </p:tnLst>
    <p:bldLst>
      <p:bldP spid="2"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TABLE_ENDDRAG_ORIGIN_RECT" val="845*359"/>
  <p:tag name="TABLE_ENDDRAG_RECT" val="81*110*845*359"/>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i"/>
  <p:tag name="KSO_WM_UNIT_INDEX" val="1_2"/>
  <p:tag name="KSO_WM_UNIT_ID" val="diagram20171182_2*n_i*1_2"/>
  <p:tag name="KSO_WM_TEMPLATE_CATEGORY" val="diagram"/>
  <p:tag name="KSO_WM_TEMPLATE_INDEX" val="20171182"/>
  <p:tag name="KSO_WM_UNIT_LAYERLEVEL" val="1_1"/>
  <p:tag name="KSO_WM_TAG_VERSION" val="1.0"/>
  <p:tag name="KSO_WM_BEAUTIFY_FLAG" val=""/>
  <p:tag name="KSO_WM_UNIT_LINE_FORE_SCHEMECOLOR_INDEX" val="14"/>
  <p:tag name="KSO_WM_UNIT_LINE_FILL_TYPE" val="2"/>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171182_2*n_h_h_i*1_2_1_1"/>
  <p:tag name="KSO_WM_TEMPLATE_CATEGORY" val="diagram"/>
  <p:tag name="KSO_WM_TEMPLATE_INDEX" val="20171182"/>
  <p:tag name="KSO_WM_UNIT_LAYERLEVEL" val="1_1_1_1"/>
  <p:tag name="KSO_WM_TAG_VERSION" val="1.0"/>
  <p:tag name="KSO_WM_BEAUTIFY_FLAG" val=""/>
  <p:tag name="KSO_WM_UNIT_FILL_FORE_SCHEMECOLOR_INDEX" val="6"/>
  <p:tag name="KSO_WM_UNIT_FILL_TYPE" val="1"/>
  <p:tag name="KSO_WM_UNIT_TEXT_FILL_FORE_SCHEMECOLOR_INDEX" val="14"/>
  <p:tag name="KSO_WM_UNIT_TEXT_FILL_TYPE"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1_2"/>
  <p:tag name="KSO_WM_UNIT_ID" val="diagram20171182_2*n_h_h_i*1_2_1_2"/>
  <p:tag name="KSO_WM_TEMPLATE_CATEGORY" val="diagram"/>
  <p:tag name="KSO_WM_TEMPLATE_INDEX" val="20171182"/>
  <p:tag name="KSO_WM_UNIT_LAYERLEVEL" val="1_1_1_1"/>
  <p:tag name="KSO_WM_TAG_VERSION" val="1.0"/>
  <p:tag name="KSO_WM_BEAUTIFY_FLAG" val=""/>
  <p:tag name="KSO_WM_UNIT_TEXT_FILL_FORE_SCHEMECOLOR_INDEX" val="14"/>
  <p:tag name="KSO_WM_UNIT_TEXT_FILL_TYPE" val="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171182_2*n_h_h_i*1_2_1_1"/>
  <p:tag name="KSO_WM_TEMPLATE_CATEGORY" val="diagram"/>
  <p:tag name="KSO_WM_TEMPLATE_INDEX" val="20171182"/>
  <p:tag name="KSO_WM_UNIT_LAYERLEVEL" val="1_1_1_1"/>
  <p:tag name="KSO_WM_TAG_VERSION" val="1.0"/>
  <p:tag name="KSO_WM_BEAUTIFY_FLAG" val=""/>
  <p:tag name="KSO_WM_UNIT_FILL_FORE_SCHEMECOLOR_INDEX" val="6"/>
  <p:tag name="KSO_WM_UNIT_FILL_TYPE" val="1"/>
  <p:tag name="KSO_WM_UNIT_TEXT_FILL_FORE_SCHEMECOLOR_INDEX" val="14"/>
  <p:tag name="KSO_WM_UNIT_TEXT_FILL_TYPE" val="1"/>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1_2"/>
  <p:tag name="KSO_WM_UNIT_ID" val="diagram20171182_2*n_h_h_i*1_2_1_2"/>
  <p:tag name="KSO_WM_TEMPLATE_CATEGORY" val="diagram"/>
  <p:tag name="KSO_WM_TEMPLATE_INDEX" val="20171182"/>
  <p:tag name="KSO_WM_UNIT_LAYERLEVEL" val="1_1_1_1"/>
  <p:tag name="KSO_WM_TAG_VERSION" val="1.0"/>
  <p:tag name="KSO_WM_BEAUTIFY_FLAG" val=""/>
  <p:tag name="KSO_WM_UNIT_TEXT_FILL_FORE_SCHEMECOLOR_INDEX" val="14"/>
  <p:tag name="KSO_WM_UNIT_TEXT_FILL_TYPE" val="1"/>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171182_2*n_h_h_i*1_2_1_1"/>
  <p:tag name="KSO_WM_TEMPLATE_CATEGORY" val="diagram"/>
  <p:tag name="KSO_WM_TEMPLATE_INDEX" val="20171182"/>
  <p:tag name="KSO_WM_UNIT_LAYERLEVEL" val="1_1_1_1"/>
  <p:tag name="KSO_WM_TAG_VERSION" val="1.0"/>
  <p:tag name="KSO_WM_BEAUTIFY_FLAG" val=""/>
  <p:tag name="KSO_WM_UNIT_FILL_FORE_SCHEMECOLOR_INDEX" val="6"/>
  <p:tag name="KSO_WM_UNIT_FILL_TYPE" val="1"/>
  <p:tag name="KSO_WM_UNIT_TEXT_FILL_FORE_SCHEMECOLOR_INDEX" val="14"/>
  <p:tag name="KSO_WM_UNIT_TEXT_FILL_TYPE" val="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1_2"/>
  <p:tag name="KSO_WM_UNIT_ID" val="diagram20171182_2*n_h_h_i*1_2_1_2"/>
  <p:tag name="KSO_WM_TEMPLATE_CATEGORY" val="diagram"/>
  <p:tag name="KSO_WM_TEMPLATE_INDEX" val="20171182"/>
  <p:tag name="KSO_WM_UNIT_LAYERLEVEL" val="1_1_1_1"/>
  <p:tag name="KSO_WM_TAG_VERSION" val="1.0"/>
  <p:tag name="KSO_WM_BEAUTIFY_FLAG" val=""/>
  <p:tag name="KSO_WM_UNIT_TEXT_FILL_FORE_SCHEMECOLOR_INDEX" val="14"/>
  <p:tag name="KSO_WM_UNIT_TEXT_FILL_TYPE" val="1"/>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171182_2*n_h_h_i*1_2_1_1"/>
  <p:tag name="KSO_WM_TEMPLATE_CATEGORY" val="diagram"/>
  <p:tag name="KSO_WM_TEMPLATE_INDEX" val="20171182"/>
  <p:tag name="KSO_WM_UNIT_LAYERLEVEL" val="1_1_1_1"/>
  <p:tag name="KSO_WM_TAG_VERSION" val="1.0"/>
  <p:tag name="KSO_WM_BEAUTIFY_FLAG" val=""/>
  <p:tag name="KSO_WM_UNIT_FILL_FORE_SCHEMECOLOR_INDEX" val="6"/>
  <p:tag name="KSO_WM_UNIT_FILL_TYPE" val="1"/>
  <p:tag name="KSO_WM_UNIT_TEXT_FILL_FORE_SCHEMECOLOR_INDEX" val="14"/>
  <p:tag name="KSO_WM_UNIT_TEXT_FILL_TYPE" val="1"/>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1_2"/>
  <p:tag name="KSO_WM_UNIT_ID" val="diagram20171182_2*n_h_h_i*1_2_1_2"/>
  <p:tag name="KSO_WM_TEMPLATE_CATEGORY" val="diagram"/>
  <p:tag name="KSO_WM_TEMPLATE_INDEX" val="20171182"/>
  <p:tag name="KSO_WM_UNIT_LAYERLEVEL" val="1_1_1_1"/>
  <p:tag name="KSO_WM_TAG_VERSION" val="1.0"/>
  <p:tag name="KSO_WM_BEAUTIFY_FLAG" val=""/>
  <p:tag name="KSO_WM_UNIT_TEXT_FILL_FORE_SCHEMECOLOR_INDEX" val="14"/>
  <p:tag name="KSO_WM_UNIT_TEXT_FILL_TYPE" val="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171182_2*n_h_h_i*1_2_1_1"/>
  <p:tag name="KSO_WM_TEMPLATE_CATEGORY" val="diagram"/>
  <p:tag name="KSO_WM_TEMPLATE_INDEX" val="20171182"/>
  <p:tag name="KSO_WM_UNIT_LAYERLEVEL" val="1_1_1_1"/>
  <p:tag name="KSO_WM_TAG_VERSION" val="1.0"/>
  <p:tag name="KSO_WM_BEAUTIFY_FLAG" val=""/>
  <p:tag name="KSO_WM_UNIT_FILL_FORE_SCHEMECOLOR_INDEX" val="6"/>
  <p:tag name="KSO_WM_UNIT_FILL_TYPE" val="1"/>
  <p:tag name="KSO_WM_UNIT_TEXT_FILL_FORE_SCHEMECOLOR_INDEX" val="14"/>
  <p:tag name="KSO_WM_UNIT_TEXT_FILL_TYPE" val="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1_2"/>
  <p:tag name="KSO_WM_UNIT_ID" val="diagram20171182_2*n_h_h_i*1_2_1_2"/>
  <p:tag name="KSO_WM_TEMPLATE_CATEGORY" val="diagram"/>
  <p:tag name="KSO_WM_TEMPLATE_INDEX" val="20171182"/>
  <p:tag name="KSO_WM_UNIT_LAYERLEVEL" val="1_1_1_1"/>
  <p:tag name="KSO_WM_TAG_VERSION" val="1.0"/>
  <p:tag name="KSO_WM_BEAUTIFY_FLAG" val=""/>
  <p:tag name="KSO_WM_UNIT_TEXT_FILL_FORE_SCHEMECOLOR_INDEX" val="14"/>
  <p:tag name="KSO_WM_UNIT_TEXT_FILL_TYPE" val="1"/>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BEAUTIFY_FLAG" val=""/>
</p:tagLst>
</file>

<file path=ppt/tags/tag242.xml><?xml version="1.0" encoding="utf-8"?>
<p:tagLst xmlns:p="http://schemas.openxmlformats.org/presentationml/2006/main">
  <p:tag name="KSO_WM_BEAUTIFY_FLAG" val=""/>
</p:tagLst>
</file>

<file path=ppt/tags/tag243.xml><?xml version="1.0" encoding="utf-8"?>
<p:tagLst xmlns:p="http://schemas.openxmlformats.org/presentationml/2006/main">
  <p:tag name="KSO_WM_BEAUTIFY_FLAG" val=""/>
</p:tagLst>
</file>

<file path=ppt/tags/tag244.xml><?xml version="1.0" encoding="utf-8"?>
<p:tagLst xmlns:p="http://schemas.openxmlformats.org/presentationml/2006/main">
  <p:tag name="KSO_WM_BEAUTIFY_FLAG" val=""/>
</p:tagLst>
</file>

<file path=ppt/tags/tag245.xml><?xml version="1.0" encoding="utf-8"?>
<p:tagLst xmlns:p="http://schemas.openxmlformats.org/presentationml/2006/main">
  <p:tag name="KSO_WM_BEAUTIFY_FLAG" val=""/>
</p:tagLst>
</file>

<file path=ppt/tags/tag246.xml><?xml version="1.0" encoding="utf-8"?>
<p:tagLst xmlns:p="http://schemas.openxmlformats.org/presentationml/2006/main">
  <p:tag name="KSO_WM_BEAUTIFY_FLAG" val=""/>
</p:tagLst>
</file>

<file path=ppt/tags/tag247.xml><?xml version="1.0" encoding="utf-8"?>
<p:tagLst xmlns:p="http://schemas.openxmlformats.org/presentationml/2006/main">
  <p:tag name="KSO_WM_BEAUTIFY_FLAG" val=""/>
</p:tagLst>
</file>

<file path=ppt/tags/tag248.xml><?xml version="1.0" encoding="utf-8"?>
<p:tagLst xmlns:p="http://schemas.openxmlformats.org/presentationml/2006/main">
  <p:tag name="KSO_WM_BEAUTIFY_FLAG" val=""/>
</p:tagLst>
</file>

<file path=ppt/tags/tag249.xml><?xml version="1.0" encoding="utf-8"?>
<p:tagLst xmlns:p="http://schemas.openxmlformats.org/presentationml/2006/main">
  <p:tag name="KSO_WM_BEAUTIFY_FLAG" val=""/>
</p:tagLst>
</file>

<file path=ppt/tags/tag250.xml><?xml version="1.0" encoding="utf-8"?>
<p:tagLst xmlns:p="http://schemas.openxmlformats.org/presentationml/2006/main">
  <p:tag name="KSO_WM_BEAUTIFY_FLAG" val=""/>
</p:tagLst>
</file>

<file path=ppt/tags/tag251.xml><?xml version="1.0" encoding="utf-8"?>
<p:tagLst xmlns:p="http://schemas.openxmlformats.org/presentationml/2006/main">
  <p:tag name="TABLE_ENDDRAG_ORIGIN_RECT" val="835*385"/>
  <p:tag name="TABLE_ENDDRAG_RECT" val="51*120*835*385"/>
  <p:tag name="TABLE_EMPHASIZE_COLOR" val="13272162"/>
</p:tagLst>
</file>

<file path=ppt/tags/tag252.xml><?xml version="1.0" encoding="utf-8"?>
<p:tagLst xmlns:p="http://schemas.openxmlformats.org/presentationml/2006/main">
  <p:tag name="KSO_WM_BEAUTIFY_FLAG" val=""/>
</p:tagLst>
</file>

<file path=ppt/tags/tag253.xml><?xml version="1.0" encoding="utf-8"?>
<p:tagLst xmlns:p="http://schemas.openxmlformats.org/presentationml/2006/main">
  <p:tag name="KSO_WM_BEAUTIFY_FLAG" val=""/>
</p:tagLst>
</file>

<file path=ppt/tags/tag254.xml><?xml version="1.0" encoding="utf-8"?>
<p:tagLst xmlns:p="http://schemas.openxmlformats.org/presentationml/2006/main">
  <p:tag name="KSO_WM_BEAUTIFY_FLAG" val=""/>
</p:tagLst>
</file>

<file path=ppt/tags/tag255.xml><?xml version="1.0" encoding="utf-8"?>
<p:tagLst xmlns:p="http://schemas.openxmlformats.org/presentationml/2006/main">
  <p:tag name="TABLE_EMPHASIZE_COLOR" val="13272162"/>
  <p:tag name="TABLE_ENDDRAG_ORIGIN_RECT" val="817*166"/>
  <p:tag name="TABLE_ENDDRAG_RECT" val="84*243*817*166"/>
</p:tagLst>
</file>

<file path=ppt/tags/tag256.xml><?xml version="1.0" encoding="utf-8"?>
<p:tagLst xmlns:p="http://schemas.openxmlformats.org/presentationml/2006/main">
  <p:tag name="KSO_WM_BEAUTIFY_FLAG" val=""/>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Lst>
</file>

<file path=ppt/tags/tag259.xml><?xml version="1.0" encoding="utf-8"?>
<p:tagLst xmlns:p="http://schemas.openxmlformats.org/presentationml/2006/main">
  <p:tag name="KSO_WM_BEAUTIFY_FLAG" val=""/>
</p:tagLst>
</file>

<file path=ppt/tags/tag260.xml><?xml version="1.0" encoding="utf-8"?>
<p:tagLst xmlns:p="http://schemas.openxmlformats.org/presentationml/2006/main">
  <p:tag name="KSO_WM_BEAUTIFY_FLAG" val=""/>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TABLE_ENDDRAG_ORIGIN_RECT" val="842*167"/>
  <p:tag name="TABLE_ENDDRAG_RECT" val="61*207*842*167"/>
  <p:tag name="TABLE_EMPHASIZE_COLOR" val="9591110"/>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BEAUTIFY_FLAG" val=""/>
</p:tagLst>
</file>

<file path=ppt/tags/tag272.xml><?xml version="1.0" encoding="utf-8"?>
<p:tagLst xmlns:p="http://schemas.openxmlformats.org/presentationml/2006/main">
  <p:tag name="KSO_WM_BEAUTIFY_FLAG" val=""/>
</p:tagLst>
</file>

<file path=ppt/tags/tag273.xml><?xml version="1.0" encoding="utf-8"?>
<p:tagLst xmlns:p="http://schemas.openxmlformats.org/presentationml/2006/main">
  <p:tag name="TABLE_ENDDRAG_ORIGIN_RECT" val="816*66"/>
  <p:tag name="TABLE_ENDDRAG_RECT" val="70*398*816*66"/>
  <p:tag name="TABLE_EMPHASIZE_COLOR" val="9591110"/>
</p:tagLst>
</file>

<file path=ppt/tags/tag274.xml><?xml version="1.0" encoding="utf-8"?>
<p:tagLst xmlns:p="http://schemas.openxmlformats.org/presentationml/2006/main">
  <p:tag name="KSO_WM_BEAUTIFY_FLAG" val=""/>
</p:tagLst>
</file>

<file path=ppt/tags/tag275.xml><?xml version="1.0" encoding="utf-8"?>
<p:tagLst xmlns:p="http://schemas.openxmlformats.org/presentationml/2006/main">
  <p:tag name="KSO_WM_BEAUTIFY_FLAG" val=""/>
</p:tagLst>
</file>

<file path=ppt/tags/tag276.xml><?xml version="1.0" encoding="utf-8"?>
<p:tagLst xmlns:p="http://schemas.openxmlformats.org/presentationml/2006/main">
  <p:tag name="KSO_WM_BEAUTIFY_FLAG" val=""/>
</p:tagLst>
</file>

<file path=ppt/tags/tag277.xml><?xml version="1.0" encoding="utf-8"?>
<p:tagLst xmlns:p="http://schemas.openxmlformats.org/presentationml/2006/main">
  <p:tag name="KSO_WM_BEAUTIFY_FLAG" val=""/>
</p:tagLst>
</file>

<file path=ppt/tags/tag278.xml><?xml version="1.0" encoding="utf-8"?>
<p:tagLst xmlns:p="http://schemas.openxmlformats.org/presentationml/2006/main">
  <p:tag name="KSO_WM_BEAUTIFY_FLAG" val=""/>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BEAUTIFY_FLAG" val=""/>
</p:tagLst>
</file>

<file path=ppt/tags/tag283.xml><?xml version="1.0" encoding="utf-8"?>
<p:tagLst xmlns:p="http://schemas.openxmlformats.org/presentationml/2006/main">
  <p:tag name="KSO_WM_BEAUTIFY_FLAG" val=""/>
</p:tagLst>
</file>

<file path=ppt/tags/tag284.xml><?xml version="1.0" encoding="utf-8"?>
<p:tagLst xmlns:p="http://schemas.openxmlformats.org/presentationml/2006/main">
  <p:tag name="KSO_WM_BEAUTIFY_FLAG" val=""/>
</p:tagLst>
</file>

<file path=ppt/tags/tag285.xml><?xml version="1.0" encoding="utf-8"?>
<p:tagLst xmlns:p="http://schemas.openxmlformats.org/presentationml/2006/main">
  <p:tag name="KSO_WM_BEAUTIFY_FLAG" val=""/>
</p:tagLst>
</file>

<file path=ppt/tags/tag286.xml><?xml version="1.0" encoding="utf-8"?>
<p:tagLst xmlns:p="http://schemas.openxmlformats.org/presentationml/2006/main">
  <p:tag name="TABLE_ENDDRAG_ORIGIN_RECT" val="841*205"/>
  <p:tag name="TABLE_ENDDRAG_RECT" val="70*181*841*205"/>
  <p:tag name="TABLE_EMPHASIZE_COLOR" val="9591110"/>
  <p:tag name="KSO_WM_BEAUTIFY_FLAG" val=""/>
</p:tagLst>
</file>

<file path=ppt/tags/tag287.xml><?xml version="1.0" encoding="utf-8"?>
<p:tagLst xmlns:p="http://schemas.openxmlformats.org/presentationml/2006/main">
  <p:tag name="KSO_WM_BEAUTIFY_FLAG" val=""/>
</p:tagLst>
</file>

<file path=ppt/tags/tag288.xml><?xml version="1.0" encoding="utf-8"?>
<p:tagLst xmlns:p="http://schemas.openxmlformats.org/presentationml/2006/main">
  <p:tag name="KSO_WM_BEAUTIFY_FLAG" val=""/>
</p:tagLst>
</file>

<file path=ppt/tags/tag289.xml><?xml version="1.0" encoding="utf-8"?>
<p:tagLst xmlns:p="http://schemas.openxmlformats.org/presentationml/2006/main">
  <p:tag name="KSO_WM_BEAUTIFY_FLAG" val=""/>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Lst>
</file>

<file path=ppt/tags/tag292.xml><?xml version="1.0" encoding="utf-8"?>
<p:tagLst xmlns:p="http://schemas.openxmlformats.org/presentationml/2006/main">
  <p:tag name="KSO_WM_BEAUTIFY_FLAG" val=""/>
</p:tagLst>
</file>

<file path=ppt/tags/tag293.xml><?xml version="1.0" encoding="utf-8"?>
<p:tagLst xmlns:p="http://schemas.openxmlformats.org/presentationml/2006/main">
  <p:tag name="KSO_WM_BEAUTIFY_FLAG" val=""/>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BEAUTIFY_FLAG" val=""/>
</p:tagLst>
</file>

<file path=ppt/tags/tag305.xml><?xml version="1.0" encoding="utf-8"?>
<p:tagLst xmlns:p="http://schemas.openxmlformats.org/presentationml/2006/main">
  <p:tag name="KSO_WM_BEAUTIFY_FLAG" val=""/>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BEAUTIFY_FLAG" val=""/>
</p:tagLst>
</file>

<file path=ppt/tags/tag308.xml><?xml version="1.0" encoding="utf-8"?>
<p:tagLst xmlns:p="http://schemas.openxmlformats.org/presentationml/2006/main">
  <p:tag name="KSO_WM_BEAUTIFY_FLAG" val=""/>
</p:tagLst>
</file>

<file path=ppt/tags/tag309.xml><?xml version="1.0" encoding="utf-8"?>
<p:tagLst xmlns:p="http://schemas.openxmlformats.org/presentationml/2006/main">
  <p:tag name="KSO_WM_BEAUTIFY_FLAG" val=""/>
</p:tagLst>
</file>

<file path=ppt/tags/tag310.xml><?xml version="1.0" encoding="utf-8"?>
<p:tagLst xmlns:p="http://schemas.openxmlformats.org/presentationml/2006/main">
  <p:tag name="KSO_WM_BEAUTIFY_FLAG" val=""/>
</p:tagLst>
</file>

<file path=ppt/tags/tag311.xml><?xml version="1.0" encoding="utf-8"?>
<p:tagLst xmlns:p="http://schemas.openxmlformats.org/presentationml/2006/main">
  <p:tag name="KSO_WM_BEAUTIFY_FLAG" val=""/>
</p:tagLst>
</file>

<file path=ppt/tags/tag312.xml><?xml version="1.0" encoding="utf-8"?>
<p:tagLst xmlns:p="http://schemas.openxmlformats.org/presentationml/2006/main">
  <p:tag name="TABLE_ENDDRAG_ORIGIN_RECT" val="760*254"/>
  <p:tag name="TABLE_ENDDRAG_RECT" val="118*213*760*254"/>
</p:tagLst>
</file>

<file path=ppt/tags/tag313.xml><?xml version="1.0" encoding="utf-8"?>
<p:tagLst xmlns:p="http://schemas.openxmlformats.org/presentationml/2006/main">
  <p:tag name="KSO_WM_BEAUTIFY_FLAG" val=""/>
</p:tagLst>
</file>

<file path=ppt/tags/tag314.xml><?xml version="1.0" encoding="utf-8"?>
<p:tagLst xmlns:p="http://schemas.openxmlformats.org/presentationml/2006/main">
  <p:tag name="KSO_WM_BEAUTIFY_FLAG" val=""/>
</p:tagLst>
</file>

<file path=ppt/tags/tag315.xml><?xml version="1.0" encoding="utf-8"?>
<p:tagLst xmlns:p="http://schemas.openxmlformats.org/presentationml/2006/main">
  <p:tag name="KSO_WM_BEAUTIFY_FLAG" val=""/>
</p:tagLst>
</file>

<file path=ppt/tags/tag316.xml><?xml version="1.0" encoding="utf-8"?>
<p:tagLst xmlns:p="http://schemas.openxmlformats.org/presentationml/2006/main">
  <p:tag name="KSO_WM_BEAUTIFY_FLAG" val=""/>
</p:tagLst>
</file>

<file path=ppt/tags/tag317.xml><?xml version="1.0" encoding="utf-8"?>
<p:tagLst xmlns:p="http://schemas.openxmlformats.org/presentationml/2006/main">
  <p:tag name="KSO_WM_BEAUTIFY_FLAG" val=""/>
</p:tagLst>
</file>

<file path=ppt/tags/tag318.xml><?xml version="1.0" encoding="utf-8"?>
<p:tagLst xmlns:p="http://schemas.openxmlformats.org/presentationml/2006/main">
  <p:tag name="KSO_WM_BEAUTIFY_FLAG" val=""/>
</p:tagLst>
</file>

<file path=ppt/tags/tag319.xml><?xml version="1.0" encoding="utf-8"?>
<p:tagLst xmlns:p="http://schemas.openxmlformats.org/presentationml/2006/main">
  <p:tag name="KSO_WM_BEAUTIFY_FLAG" val=""/>
</p:tagLst>
</file>

<file path=ppt/tags/tag320.xml><?xml version="1.0" encoding="utf-8"?>
<p:tagLst xmlns:p="http://schemas.openxmlformats.org/presentationml/2006/main">
  <p:tag name="KSO_WM_BEAUTIFY_FLAG" val=""/>
</p:tagLst>
</file>

<file path=ppt/tags/tag321.xml><?xml version="1.0" encoding="utf-8"?>
<p:tagLst xmlns:p="http://schemas.openxmlformats.org/presentationml/2006/main">
  <p:tag name="KSO_WM_BEAUTIFY_FLAG" val=""/>
</p:tagLst>
</file>

<file path=ppt/tags/tag322.xml><?xml version="1.0" encoding="utf-8"?>
<p:tagLst xmlns:p="http://schemas.openxmlformats.org/presentationml/2006/main">
  <p:tag name="KSO_WM_BEAUTIFY_FLAG" val=""/>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Lst>
</file>

<file path=ppt/tags/tag325.xml><?xml version="1.0" encoding="utf-8"?>
<p:tagLst xmlns:p="http://schemas.openxmlformats.org/presentationml/2006/main">
  <p:tag name="KSO_WM_BEAUTIFY_FLAG" val=""/>
</p:tagLst>
</file>

<file path=ppt/tags/tag326.xml><?xml version="1.0" encoding="utf-8"?>
<p:tagLst xmlns:p="http://schemas.openxmlformats.org/presentationml/2006/main">
  <p:tag name="KSO_WM_BEAUTIFY_FLAG" val=""/>
</p:tagLst>
</file>

<file path=ppt/tags/tag327.xml><?xml version="1.0" encoding="utf-8"?>
<p:tagLst xmlns:p="http://schemas.openxmlformats.org/presentationml/2006/main">
  <p:tag name="COMMONDATA" val="eyJoZGlkIjoiYTk0ZmYwZjRlNmJjMGQ5YjY3NGQyZDkxNjkxMzQ0OGMifQ=="/>
  <p:tag name="commondata" val="eyJoZGlkIjoiZDhhZjQyYjc3OTJhNjQ5ZGEyYzU5ZGUyYWZiMjgyZTY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lang="zh-CN" altLang="en-US"/>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nchor="t">
        <a:spAutoFit/>
      </a:bodyPr>
      <a:lstStyle>
        <a:defPPr marL="0" indent="0" eaLnBrk="1" hangingPunct="1">
          <a:lnSpc>
            <a:spcPct val="80000"/>
          </a:lnSpc>
          <a:buNone/>
          <a:defRPr lang="en-US" altLang="zh-CN" dirty="0">
            <a:solidFill>
              <a:schemeClr val="tx1"/>
            </a:solidFill>
            <a:latin typeface="思源黑体 CN Bold" panose="020B0800000000000000" charset="-122"/>
            <a:ea typeface="思源黑体 CN Bold" panose="020B0800000000000000" charset="-122"/>
            <a:cs typeface="思源黑体 CN Bold" panose="020B0800000000000000"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11049</Words>
  <Application>WPS 演示</Application>
  <PresentationFormat>宽屏</PresentationFormat>
  <Paragraphs>1452</Paragraphs>
  <Slides>84</Slides>
  <Notes>2</Notes>
  <HiddenSlides>0</HiddenSlides>
  <MMClips>0</MMClips>
  <ScaleCrop>false</ScaleCrop>
  <HeadingPairs>
    <vt:vector size="8" baseType="variant">
      <vt:variant>
        <vt:lpstr>已用的字体</vt:lpstr>
      </vt:variant>
      <vt:variant>
        <vt:i4>16</vt:i4>
      </vt:variant>
      <vt:variant>
        <vt:lpstr>主题</vt:lpstr>
      </vt:variant>
      <vt:variant>
        <vt:i4>1</vt:i4>
      </vt:variant>
      <vt:variant>
        <vt:lpstr>嵌入 OLE 服务器</vt:lpstr>
      </vt:variant>
      <vt:variant>
        <vt:i4>0</vt:i4>
      </vt:variant>
      <vt:variant>
        <vt:lpstr>幻灯片标题</vt:lpstr>
      </vt:variant>
      <vt:variant>
        <vt:i4>84</vt:i4>
      </vt:variant>
    </vt:vector>
  </HeadingPairs>
  <TitlesOfParts>
    <vt:vector size="101" baseType="lpstr">
      <vt:lpstr>Arial</vt:lpstr>
      <vt:lpstr>宋体</vt:lpstr>
      <vt:lpstr>Wingdings</vt:lpstr>
      <vt:lpstr>思源黑体 CN Bold</vt:lpstr>
      <vt:lpstr>黑体</vt:lpstr>
      <vt:lpstr>微软雅黑</vt:lpstr>
      <vt:lpstr>等线</vt:lpstr>
      <vt:lpstr>思源黑体 Light</vt:lpstr>
      <vt:lpstr>Arial Unicode MS</vt:lpstr>
      <vt:lpstr>等线 Light</vt:lpstr>
      <vt:lpstr>Gill Sans MT</vt:lpstr>
      <vt:lpstr>华文中宋</vt:lpstr>
      <vt:lpstr>Times New Roman</vt:lpstr>
      <vt:lpstr>楷体_GB2312</vt:lpstr>
      <vt:lpstr>新宋体</vt:lpstr>
      <vt:lpstr>Calibri</vt:lpstr>
      <vt:lpstr>Office 主题​​</vt:lpstr>
      <vt:lpstr>知识产权专题：专利申请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感谢聆听！</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专利法律知识部分</dc:title>
  <dc:creator>hp</dc:creator>
  <cp:lastModifiedBy>rick</cp:lastModifiedBy>
  <cp:revision>82</cp:revision>
  <dcterms:created xsi:type="dcterms:W3CDTF">2021-06-16T08:55:00Z</dcterms:created>
  <dcterms:modified xsi:type="dcterms:W3CDTF">2024-08-13T10:21:48Z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A993D0FBA07749BEB1D3B57ACEE4F880</vt:lpwstr>
  </property>
  <property fmtid="{D5CDD505-2E9C-101B-9397-08002B2CF9AE}" pid="3" name="KSOProductBuildVer">
    <vt:lpwstr>2052-12.1.0.17140</vt:lpwstr>
  </property>
</Properties>
</file>