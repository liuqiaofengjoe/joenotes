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0"/>
  </p:notesMasterIdLst>
  <p:sldIdLst>
    <p:sldId id="256" r:id="rId3"/>
    <p:sldId id="408" r:id="rId4"/>
    <p:sldId id="257" r:id="rId5"/>
    <p:sldId id="258" r:id="rId6"/>
    <p:sldId id="259" r:id="rId7"/>
    <p:sldId id="260" r:id="rId8"/>
    <p:sldId id="261" r:id="rId9"/>
    <p:sldId id="262" r:id="rId10"/>
    <p:sldId id="263" r:id="rId11"/>
    <p:sldId id="264" r:id="rId12"/>
    <p:sldId id="265" r:id="rId13"/>
    <p:sldId id="267" r:id="rId14"/>
    <p:sldId id="268" r:id="rId15"/>
    <p:sldId id="269" r:id="rId16"/>
    <p:sldId id="270" r:id="rId17"/>
    <p:sldId id="271" r:id="rId18"/>
    <p:sldId id="272" r:id="rId19"/>
    <p:sldId id="273" r:id="rId20"/>
    <p:sldId id="274" r:id="rId21"/>
    <p:sldId id="335" r:id="rId22"/>
    <p:sldId id="336" r:id="rId23"/>
    <p:sldId id="337" r:id="rId24"/>
    <p:sldId id="339" r:id="rId25"/>
    <p:sldId id="347" r:id="rId26"/>
    <p:sldId id="348" r:id="rId27"/>
    <p:sldId id="349" r:id="rId28"/>
    <p:sldId id="350" r:id="rId29"/>
    <p:sldId id="351" r:id="rId30"/>
    <p:sldId id="357" r:id="rId31"/>
    <p:sldId id="358" r:id="rId32"/>
    <p:sldId id="359" r:id="rId33"/>
    <p:sldId id="360" r:id="rId34"/>
    <p:sldId id="361" r:id="rId35"/>
    <p:sldId id="362" r:id="rId36"/>
    <p:sldId id="363" r:id="rId37"/>
    <p:sldId id="364" r:id="rId38"/>
    <p:sldId id="281" r:id="rId39"/>
    <p:sldId id="282" r:id="rId40"/>
    <p:sldId id="283" r:id="rId41"/>
    <p:sldId id="284" r:id="rId42"/>
    <p:sldId id="285" r:id="rId43"/>
    <p:sldId id="286" r:id="rId44"/>
    <p:sldId id="287" r:id="rId45"/>
    <p:sldId id="288" r:id="rId46"/>
    <p:sldId id="289" r:id="rId47"/>
    <p:sldId id="290" r:id="rId48"/>
    <p:sldId id="291" r:id="rId49"/>
    <p:sldId id="407" r:id="rId50"/>
    <p:sldId id="292" r:id="rId51"/>
    <p:sldId id="293" r:id="rId52"/>
    <p:sldId id="294" r:id="rId53"/>
    <p:sldId id="295" r:id="rId54"/>
    <p:sldId id="296" r:id="rId55"/>
    <p:sldId id="297" r:id="rId56"/>
    <p:sldId id="298" r:id="rId57"/>
    <p:sldId id="299" r:id="rId58"/>
    <p:sldId id="300" r:id="rId59"/>
    <p:sldId id="301" r:id="rId60"/>
    <p:sldId id="302" r:id="rId61"/>
    <p:sldId id="303" r:id="rId62"/>
    <p:sldId id="304" r:id="rId63"/>
    <p:sldId id="366" r:id="rId64"/>
    <p:sldId id="367" r:id="rId65"/>
    <p:sldId id="368" r:id="rId66"/>
    <p:sldId id="369" r:id="rId67"/>
    <p:sldId id="370" r:id="rId68"/>
    <p:sldId id="371" r:id="rId69"/>
    <p:sldId id="372" r:id="rId70"/>
    <p:sldId id="373" r:id="rId71"/>
    <p:sldId id="374" r:id="rId72"/>
    <p:sldId id="375" r:id="rId73"/>
    <p:sldId id="376" r:id="rId74"/>
    <p:sldId id="377" r:id="rId75"/>
    <p:sldId id="378" r:id="rId76"/>
    <p:sldId id="379" r:id="rId77"/>
    <p:sldId id="380" r:id="rId78"/>
    <p:sldId id="381" r:id="rId79"/>
    <p:sldId id="382" r:id="rId80"/>
    <p:sldId id="383" r:id="rId81"/>
    <p:sldId id="384" r:id="rId82"/>
    <p:sldId id="385" r:id="rId83"/>
    <p:sldId id="305" r:id="rId84"/>
    <p:sldId id="306" r:id="rId85"/>
    <p:sldId id="307" r:id="rId86"/>
    <p:sldId id="308" r:id="rId87"/>
    <p:sldId id="309" r:id="rId88"/>
    <p:sldId id="310" r:id="rId89"/>
    <p:sldId id="311" r:id="rId91"/>
    <p:sldId id="312" r:id="rId92"/>
    <p:sldId id="313" r:id="rId93"/>
    <p:sldId id="314" r:id="rId94"/>
    <p:sldId id="315" r:id="rId95"/>
    <p:sldId id="316" r:id="rId96"/>
    <p:sldId id="317" r:id="rId97"/>
    <p:sldId id="318" r:id="rId98"/>
    <p:sldId id="319" r:id="rId99"/>
    <p:sldId id="320" r:id="rId100"/>
    <p:sldId id="321" r:id="rId101"/>
    <p:sldId id="322" r:id="rId102"/>
    <p:sldId id="323" r:id="rId103"/>
    <p:sldId id="324" r:id="rId104"/>
    <p:sldId id="404" r:id="rId105"/>
    <p:sldId id="325" r:id="rId106"/>
    <p:sldId id="329" r:id="rId107"/>
    <p:sldId id="330" r:id="rId108"/>
    <p:sldId id="332" r:id="rId109"/>
    <p:sldId id="333" r:id="rId110"/>
    <p:sldId id="405" r:id="rId111"/>
    <p:sldId id="406" r:id="rId11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904" userDrawn="1">
          <p15:clr>
            <a:srgbClr val="A4A3A4"/>
          </p15:clr>
        </p15:guide>
        <p15:guide id="2" pos="217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904"/>
        <p:guide pos="217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notesMaster" Target="notesMasters/notesMaster1.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5" Type="http://schemas.openxmlformats.org/officeDocument/2006/relationships/tableStyles" Target="tableStyles.xml"/><Relationship Id="rId114" Type="http://schemas.openxmlformats.org/officeDocument/2006/relationships/viewProps" Target="viewProps.xml"/><Relationship Id="rId113" Type="http://schemas.openxmlformats.org/officeDocument/2006/relationships/presProps" Target="presProps.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9.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2-23T17:53:38"/>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1252.000 256.000,'-0.037'0.000,"-0.058"0.000,-0.067 0.000,-0.068 0.000,-0.063 0.000,-0.056 0.000,0.047 0.000,-0.017 0.000,-0.013 0.000,-0.123 0.000,-0.058 0.000,-0.038 0.000,-0.023 0.000,-0.073 0.000,0.045 0.000,0.062 0.000,0.068 0.000,0.067 0.000,0.061 0.000,0.047 0.010,0.032 0.015,0.021 0.017,0.013 0.017,0.007 0.016,0.002 0.014,-0.001 0.012,-0.003 0.009,0.028-0.010,-0.038 0.021,-0.047 0.025,-0.115 0.058,-0.110 0.032,-0.252 0.101,-0.019 0.007,0.036-0.010,0.068-0.019,0.083-0.024,0.085-0.025,-0.044 0.068,-0.072 0.061,-0.019 0.028,0.017 0.005,0.038-0.010,0.049-0.019,0.047-0.021,0.074-0.045,0.071-0.047,0.064-0.044,0.054-0.039,0.044-0.033,0.034-0.026,0.025-0.020,0.017-0.014,0.011-0.010,-0.241 0.093,-0.169 0.085,-0.108 0.071,-0.061 0.056,-0.063 0.080,-0.060 0.089,-0.017 0.015,0.012-0.034,0.138-0.103,0.040-0.026,0.043-0.023,0.026 0.031,-0.010 0.071,-0.219 0.284,0.020 0.032,0.135 0.028,0.088 0.077,0.096 0.018,0.094-0.021,0.124-0.213,0.050-0.030,0.043-0.038,0.037-0.041,0.031-0.042,0.024 0.459,0.032 0.150,0.017-0.080,0.010-0.027,0.207 0.107,0.171 0.038,0.135-0.009,0.103-0.039,-0.221-0.476,0.502 0.502,0.164 0.071,0.082 0.031,0.134 0.057,0.010-0.084,-0.225-0.251,0.416 0.289,0.019-0.035,-0.063-0.078,-0.110-0.100,-0.096-0.107,-0.080-0.103,-0.113-0.106,-0.125-0.100,-0.124-0.088,-0.346-0.267,-0.004-0.036,0.360 0.109,0.000-0.051,-0.036-0.033,-0.160-0.040,0.261 0.100,0.028-0.030,-0.025-0.069,0.082-0.044,0.055-0.020,0.034-0.003,0.018 0.009,0.006 0.064,-0.203-0.024,-0.062-0.002,-0.073-0.014,-0.077-0.022,-0.023-0.035,0.388 0.004,0.181-0.037,0.100-0.034,0.041-0.029,-0.111-0.026,-0.051-0.017,-0.067-0.013,0.167-0.121,0.034-0.107,-0.380 0.037,0.033-0.013,0.349-0.111,-0.026-0.056,-0.058-0.057,-0.095-0.026,-0.043-0.031,-0.174 0.057,-0.057 0.023,0.028-0.028,-0.007-0.016,-0.031-0.007,-0.039 0.016,-0.043 0.031,0.090-0.071,-0.132 0.014,-0.102 0.042,-0.075 0.057,-0.073-0.051,-0.012-0.024,0.004 0.012,-0.136 0.104,-0.024-0.006,0.155-0.207,-0.015-0.015,-0.047 0.007,0.003-0.061,0.008-0.217,0.011-0.153,-0.088 0.143,-0.001-0.028,-0.001-0.011,0.051-0.126,0.011-0.014,0.025-0.122,-0.045 0.001,-0.021 0.046,-0.003 0.072,-0.029 0.083,-0.043 0.083,-0.030 0.011,-0.059 0.086,-0.045 0.146,-0.010 0.075,0.001 0.068,0.008 0.058,0.008-0.048,-0.019-0.056,-0.013 0.067,0.031-0.020,0.032-0.070,-0.006-0.012,-0.018-0.042,-0.024-0.059,-0.057 0.157,-0.013-0.043,-0.005-0.185,-0.001-0.529,-0.024-0.140,-0.051 0.214,-0.058-0.014,-0.069-0.092,-0.049 0.080,-0.036 0.102,-0.026 0.108,0.055 0.343,-0.024 0.043,-0.017 0.070,-0.044-0.024,-0.140-0.212,-0.016-0.010,-0.130-0.220,-0.010-0.020,-0.026-0.025,0.029 0.084,0.037 0.103,0.018 0.096,-0.046 0.058,0.012 0.063,0.047 0.062,-0.007 0.081,-0.016 0.063,-0.021 0.046,-0.023 0.032,0.222 0.139,-0.007-0.005,-0.334-0.218,-0.071-0.085,-0.020-0.066,0.278 0.189,0.001-0.016,-0.368-0.327,0.031 0.023,0.046 0.051,0.052 0.065,-0.029 0.034,-0.058-0.029,0.310 0.242,-0.379-0.183,0.004 0.067,-0.051 0.002,0.062 0.025,0.432 0.198,0.039-0.005,-0.223-0.100,-0.014 0.022,0.008 0.033,-0.081 0.007,0.027 0.053,0.222 0.091,0.010 0.023,-0.220-0.003,-0.040 0.036,0.040 0.029,0.040 0.020,0.056 0.015,0.062 0.011,0.062 0.007,0.143 0.000,0.008 0.001,-0.296 0.006,-0.061-0.000,-0.005-0.001,0.031-0.002,0.003-0.002,0.032-0.002,0.078-0.002,0.016-0.001,0.021 0.012,0.049 0.019,0.052 0.023,0.050 0.023,0.044 0.021,0.037 0.018,0.024 0.010,0.003 0.012,-0.006 0.009,-0.011 0.007,-0.014 0.005,-0.015 0.004,-0.002 0.018,0.030 0.011,0.038 0.011,0.041 0.010,0.039 0.009,0.034 0.008,0.029 0.006,0.023 0.005,0.018 0.003,0.013 0.002,0.009 0.001,0.006 0.001,0.003-0.006,0.001 0.010,0.000 0.012,-0.000 0.013,-0.001 0.012,-0.001 0.010,-0.001 0.058,-0.001 0.084,-0.001 0.039,-0.001 0.008,-0.001-0.013,-0.000-0.025,-0.000-0.016,-0.000-0.065,-0.000-0.067,-0.000-0.062,0.000-0.054,0.000-0.044,0.000-0.035,0.000-0.026,0.000-0.018,0.000-0.012,0.000-0.007,0.000-0.003,0.000-0.001,0.000 0.001,0.000 0.002,0.000 0.002,0.000 0.002,-1.000 2.143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9392356" cy="25806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12277295" y="0"/>
            <a:ext cx="9392356" cy="25806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9294283" y="642938"/>
            <a:ext cx="3086100" cy="1735931"/>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2167467" y="2475309"/>
            <a:ext cx="17339733" cy="2025253"/>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4885432"/>
            <a:ext cx="9392356" cy="25806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12277295" y="4885432"/>
            <a:ext cx="9392356" cy="258068"/>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800" b="1" i="0">
                <a:solidFill>
                  <a:srgbClr val="00B0F0"/>
                </a:solidFill>
                <a:latin typeface="微软雅黑" panose="020B0503020204020204" charset="-122"/>
                <a:cs typeface="微软雅黑" panose="020B0503020204020204" charset="-122"/>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1" i="0">
                <a:solidFill>
                  <a:srgbClr val="009FE8"/>
                </a:solidFill>
                <a:latin typeface="微软雅黑" panose="020B0503020204020204" charset="-122"/>
                <a:cs typeface="微软雅黑" panose="020B0503020204020204" charset="-122"/>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defRPr sz="1200" b="0" i="0">
                <a:solidFill>
                  <a:srgbClr val="898989"/>
                </a:solidFill>
                <a:latin typeface="Arial" panose="020B0604020202020204"/>
                <a:cs typeface="Arial" panose="020B0604020202020204"/>
              </a:defRPr>
            </a:lvl1pPr>
          </a:lstStyle>
          <a:p>
            <a:pPr marL="38100">
              <a:lnSpc>
                <a:spcPts val="1425"/>
              </a:lnSpc>
            </a:pPr>
            <a:fld id="{81D60167-4931-47E6-BA6A-407CBD079E47}" type="slidenum">
              <a:rPr spc="-25" dirty="0"/>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800" b="1" i="0">
                <a:solidFill>
                  <a:srgbClr val="00B0F0"/>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p:txBody>
          <a:bodyPr lIns="0" tIns="0" rIns="0" bIns="0"/>
          <a:lstStyle>
            <a:lvl1pPr>
              <a:defRPr sz="2400" b="1" i="0">
                <a:solidFill>
                  <a:srgbClr val="009FE8"/>
                </a:solidFill>
                <a:latin typeface="微软雅黑" panose="020B0503020204020204" charset="-122"/>
                <a:cs typeface="微软雅黑" panose="020B0503020204020204" charset="-122"/>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defRPr sz="1200" b="0" i="0">
                <a:solidFill>
                  <a:srgbClr val="898989"/>
                </a:solidFill>
                <a:latin typeface="Arial" panose="020B0604020202020204"/>
                <a:cs typeface="Arial" panose="020B0604020202020204"/>
              </a:defRPr>
            </a:lvl1pPr>
          </a:lstStyle>
          <a:p>
            <a:pPr marL="38100">
              <a:lnSpc>
                <a:spcPts val="1425"/>
              </a:lnSpc>
            </a:pPr>
            <a:fld id="{81D60167-4931-47E6-BA6A-407CBD079E47}" type="slidenum">
              <a:rPr spc="-25" dirty="0"/>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800" b="1" i="0">
                <a:solidFill>
                  <a:srgbClr val="00B0F0"/>
                </a:solidFill>
                <a:latin typeface="微软雅黑" panose="020B0503020204020204" charset="-122"/>
                <a:cs typeface="微软雅黑" panose="020B0503020204020204" charset="-122"/>
              </a:defRPr>
            </a:lvl1pPr>
          </a:lstStyle>
          <a:p/>
        </p:txBody>
      </p:sp>
      <p:sp>
        <p:nvSpPr>
          <p:cNvPr id="3" name="Holder 3"/>
          <p:cNvSpPr>
            <a:spLocks noGrp="1"/>
          </p:cNvSpPr>
          <p:nvPr>
            <p:ph sz="half" idx="2"/>
          </p:nvPr>
        </p:nvSpPr>
        <p:spPr>
          <a:xfrm>
            <a:off x="963931" y="1578355"/>
            <a:ext cx="5438775" cy="4173220"/>
          </a:xfrm>
          <a:prstGeom prst="rect">
            <a:avLst/>
          </a:prstGeom>
        </p:spPr>
        <p:txBody>
          <a:bodyPr wrap="square" lIns="0" tIns="0" rIns="0" bIns="0">
            <a:spAutoFit/>
          </a:bodyPr>
          <a:lstStyle>
            <a:lvl1pPr>
              <a:defRPr sz="2400" b="1" i="0">
                <a:solidFill>
                  <a:srgbClr val="009FE8"/>
                </a:solidFill>
                <a:latin typeface="微软雅黑" panose="020B0503020204020204" charset="-122"/>
                <a:cs typeface="微软雅黑" panose="020B0503020204020204" charset="-122"/>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defRPr sz="1200" b="0" i="0">
                <a:solidFill>
                  <a:srgbClr val="898989"/>
                </a:solidFill>
                <a:latin typeface="Arial" panose="020B0604020202020204"/>
                <a:cs typeface="Arial" panose="020B0604020202020204"/>
              </a:defRPr>
            </a:lvl1pPr>
          </a:lstStyle>
          <a:p>
            <a:pPr marL="38100">
              <a:lnSpc>
                <a:spcPts val="1425"/>
              </a:lnSpc>
            </a:pPr>
            <a:fld id="{81D60167-4931-47E6-BA6A-407CBD079E47}" type="slidenum">
              <a:rPr spc="-25" dirty="0"/>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800" b="1" i="0">
                <a:solidFill>
                  <a:srgbClr val="00B0F0"/>
                </a:solidFill>
                <a:latin typeface="微软雅黑" panose="020B0503020204020204" charset="-122"/>
                <a:cs typeface="微软雅黑" panose="020B0503020204020204" charset="-122"/>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defRPr sz="1200" b="0" i="0">
                <a:solidFill>
                  <a:srgbClr val="898989"/>
                </a:solidFill>
                <a:latin typeface="Arial" panose="020B0604020202020204"/>
                <a:cs typeface="Arial" panose="020B0604020202020204"/>
              </a:defRPr>
            </a:lvl1pPr>
          </a:lstStyle>
          <a:p>
            <a:pPr marL="38100">
              <a:lnSpc>
                <a:spcPts val="1425"/>
              </a:lnSpc>
            </a:pPr>
            <a:fld id="{81D60167-4931-47E6-BA6A-407CBD079E47}" type="slidenum">
              <a:rPr spc="-25" dirty="0"/>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defRPr sz="1200" b="0" i="0">
                <a:solidFill>
                  <a:srgbClr val="898989"/>
                </a:solidFill>
                <a:latin typeface="Arial" panose="020B0604020202020204"/>
                <a:cs typeface="Arial" panose="020B0604020202020204"/>
              </a:defRPr>
            </a:lvl1pPr>
          </a:lstStyle>
          <a:p>
            <a:pPr marL="38100">
              <a:lnSpc>
                <a:spcPts val="1425"/>
              </a:lnSpc>
            </a:pPr>
            <a:fld id="{81D60167-4931-47E6-BA6A-407CBD079E47}" type="slidenum">
              <a:rPr spc="-25" dirty="0"/>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image" Target="../media/image2.jpeg"/><Relationship Id="rId6" Type="http://schemas.openxmlformats.org/officeDocument/2006/relationships/image" Target="../media/image1.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6" cstate="print"/>
          <a:stretch>
            <a:fillRect/>
          </a:stretch>
        </p:blipFill>
        <p:spPr>
          <a:xfrm>
            <a:off x="10506950" y="6264370"/>
            <a:ext cx="1300238" cy="544874"/>
          </a:xfrm>
          <a:prstGeom prst="rect">
            <a:avLst/>
          </a:prstGeom>
        </p:spPr>
      </p:pic>
      <p:pic>
        <p:nvPicPr>
          <p:cNvPr id="17" name="bg object 17"/>
          <p:cNvPicPr/>
          <p:nvPr/>
        </p:nvPicPr>
        <p:blipFill>
          <a:blip r:embed="rId7" cstate="print"/>
          <a:stretch>
            <a:fillRect/>
          </a:stretch>
        </p:blipFill>
        <p:spPr>
          <a:xfrm>
            <a:off x="11273497" y="44805"/>
            <a:ext cx="851295" cy="851295"/>
          </a:xfrm>
          <a:prstGeom prst="rect">
            <a:avLst/>
          </a:prstGeom>
        </p:spPr>
      </p:pic>
      <p:sp>
        <p:nvSpPr>
          <p:cNvPr id="2" name="Holder 2"/>
          <p:cNvSpPr>
            <a:spLocks noGrp="1"/>
          </p:cNvSpPr>
          <p:nvPr>
            <p:ph type="title"/>
          </p:nvPr>
        </p:nvSpPr>
        <p:spPr>
          <a:xfrm>
            <a:off x="455930" y="364236"/>
            <a:ext cx="3886200" cy="604519"/>
          </a:xfrm>
          <a:prstGeom prst="rect">
            <a:avLst/>
          </a:prstGeom>
        </p:spPr>
        <p:txBody>
          <a:bodyPr wrap="square" lIns="0" tIns="0" rIns="0" bIns="0">
            <a:spAutoFit/>
          </a:bodyPr>
          <a:lstStyle>
            <a:lvl1pPr>
              <a:defRPr sz="3800" b="1" i="0">
                <a:solidFill>
                  <a:srgbClr val="00B0F0"/>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a:xfrm>
            <a:off x="963930" y="1578355"/>
            <a:ext cx="10083800" cy="4075429"/>
          </a:xfrm>
          <a:prstGeom prst="rect">
            <a:avLst/>
          </a:prstGeom>
        </p:spPr>
        <p:txBody>
          <a:bodyPr wrap="square" lIns="0" tIns="0" rIns="0" bIns="0">
            <a:spAutoFit/>
          </a:bodyPr>
          <a:lstStyle>
            <a:lvl1pPr>
              <a:defRPr sz="2400" b="1" i="0">
                <a:solidFill>
                  <a:srgbClr val="009FE8"/>
                </a:solidFill>
                <a:latin typeface="微软雅黑" panose="020B0503020204020204" charset="-122"/>
                <a:cs typeface="微软雅黑" panose="020B0503020204020204" charset="-122"/>
              </a:defRPr>
            </a:lvl1pPr>
          </a:lstStyle>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430530" y="6414728"/>
            <a:ext cx="219075" cy="229234"/>
          </a:xfrm>
          <a:prstGeom prst="rect">
            <a:avLst/>
          </a:prstGeom>
        </p:spPr>
        <p:txBody>
          <a:bodyPr wrap="square" lIns="0" tIns="0" rIns="0" bIns="0">
            <a:spAutoFit/>
          </a:bodyPr>
          <a:lstStyle>
            <a:lvl1pPr>
              <a:defRPr sz="1200" b="0" i="0">
                <a:solidFill>
                  <a:srgbClr val="898989"/>
                </a:solidFill>
                <a:latin typeface="Arial" panose="020B0604020202020204"/>
                <a:cs typeface="Arial" panose="020B0604020202020204"/>
              </a:defRPr>
            </a:lvl1pPr>
          </a:lstStyle>
          <a:p>
            <a:pPr marL="38100">
              <a:lnSpc>
                <a:spcPts val="1425"/>
              </a:lnSpc>
            </a:pPr>
            <a:fld id="{81D60167-4931-47E6-BA6A-407CBD079E47}" type="slidenum">
              <a:rPr spc="-25" dirty="0"/>
            </a:fld>
            <a:endParaRPr spc="-25"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9" Type="http://schemas.openxmlformats.org/officeDocument/2006/relationships/image" Target="../media/image12.png"/><Relationship Id="rId8" Type="http://schemas.openxmlformats.org/officeDocument/2006/relationships/image" Target="../media/image11.png"/><Relationship Id="rId7" Type="http://schemas.openxmlformats.org/officeDocument/2006/relationships/image" Target="../media/image10.png"/><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3" Type="http://schemas.openxmlformats.org/officeDocument/2006/relationships/slideLayout" Target="../slideLayouts/slideLayout2.xml"/><Relationship Id="rId22" Type="http://schemas.openxmlformats.org/officeDocument/2006/relationships/image" Target="../media/image25.png"/><Relationship Id="rId21" Type="http://schemas.openxmlformats.org/officeDocument/2006/relationships/image" Target="../media/image24.png"/><Relationship Id="rId20" Type="http://schemas.openxmlformats.org/officeDocument/2006/relationships/image" Target="../media/image23.png"/><Relationship Id="rId2" Type="http://schemas.openxmlformats.org/officeDocument/2006/relationships/image" Target="../media/image5.png"/><Relationship Id="rId19" Type="http://schemas.openxmlformats.org/officeDocument/2006/relationships/image" Target="../media/image22.png"/><Relationship Id="rId18" Type="http://schemas.openxmlformats.org/officeDocument/2006/relationships/image" Target="../media/image21.png"/><Relationship Id="rId17" Type="http://schemas.openxmlformats.org/officeDocument/2006/relationships/image" Target="../media/image20.png"/><Relationship Id="rId16" Type="http://schemas.openxmlformats.org/officeDocument/2006/relationships/image" Target="../media/image19.png"/><Relationship Id="rId15" Type="http://schemas.openxmlformats.org/officeDocument/2006/relationships/image" Target="../media/image18.png"/><Relationship Id="rId14" Type="http://schemas.openxmlformats.org/officeDocument/2006/relationships/image" Target="../media/image17.png"/><Relationship Id="rId13" Type="http://schemas.openxmlformats.org/officeDocument/2006/relationships/image" Target="../media/image16.png"/><Relationship Id="rId12" Type="http://schemas.openxmlformats.org/officeDocument/2006/relationships/image" Target="../media/image15.png"/><Relationship Id="rId11" Type="http://schemas.openxmlformats.org/officeDocument/2006/relationships/image" Target="../media/image14.png"/><Relationship Id="rId10" Type="http://schemas.openxmlformats.org/officeDocument/2006/relationships/image" Target="../media/image13.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7.jpeg"/><Relationship Id="rId1" Type="http://schemas.openxmlformats.org/officeDocument/2006/relationships/image" Target="../media/image26.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8.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9" Type="http://schemas.openxmlformats.org/officeDocument/2006/relationships/image" Target="../media/image38.png"/><Relationship Id="rId8" Type="http://schemas.openxmlformats.org/officeDocument/2006/relationships/image" Target="../media/image37.png"/><Relationship Id="rId7" Type="http://schemas.openxmlformats.org/officeDocument/2006/relationships/image" Target="../media/image36.png"/><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33" Type="http://schemas.openxmlformats.org/officeDocument/2006/relationships/slideLayout" Target="../slideLayouts/slideLayout2.xml"/><Relationship Id="rId32" Type="http://schemas.openxmlformats.org/officeDocument/2006/relationships/image" Target="../media/image61.jpeg"/><Relationship Id="rId31" Type="http://schemas.openxmlformats.org/officeDocument/2006/relationships/image" Target="../media/image60.png"/><Relationship Id="rId30" Type="http://schemas.openxmlformats.org/officeDocument/2006/relationships/image" Target="../media/image59.png"/><Relationship Id="rId3" Type="http://schemas.openxmlformats.org/officeDocument/2006/relationships/image" Target="../media/image32.png"/><Relationship Id="rId29" Type="http://schemas.openxmlformats.org/officeDocument/2006/relationships/image" Target="../media/image58.png"/><Relationship Id="rId28" Type="http://schemas.openxmlformats.org/officeDocument/2006/relationships/image" Target="../media/image57.png"/><Relationship Id="rId27" Type="http://schemas.openxmlformats.org/officeDocument/2006/relationships/image" Target="../media/image56.png"/><Relationship Id="rId26" Type="http://schemas.openxmlformats.org/officeDocument/2006/relationships/image" Target="../media/image55.png"/><Relationship Id="rId25" Type="http://schemas.openxmlformats.org/officeDocument/2006/relationships/image" Target="../media/image54.png"/><Relationship Id="rId24" Type="http://schemas.openxmlformats.org/officeDocument/2006/relationships/image" Target="../media/image53.png"/><Relationship Id="rId23" Type="http://schemas.openxmlformats.org/officeDocument/2006/relationships/image" Target="../media/image52.png"/><Relationship Id="rId22" Type="http://schemas.openxmlformats.org/officeDocument/2006/relationships/image" Target="../media/image51.png"/><Relationship Id="rId21" Type="http://schemas.openxmlformats.org/officeDocument/2006/relationships/image" Target="../media/image50.png"/><Relationship Id="rId20" Type="http://schemas.openxmlformats.org/officeDocument/2006/relationships/image" Target="../media/image49.png"/><Relationship Id="rId2" Type="http://schemas.openxmlformats.org/officeDocument/2006/relationships/image" Target="../media/image31.png"/><Relationship Id="rId19" Type="http://schemas.openxmlformats.org/officeDocument/2006/relationships/image" Target="../media/image48.png"/><Relationship Id="rId18" Type="http://schemas.openxmlformats.org/officeDocument/2006/relationships/image" Target="../media/image47.png"/><Relationship Id="rId17" Type="http://schemas.openxmlformats.org/officeDocument/2006/relationships/image" Target="../media/image46.png"/><Relationship Id="rId16" Type="http://schemas.openxmlformats.org/officeDocument/2006/relationships/image" Target="../media/image45.png"/><Relationship Id="rId15" Type="http://schemas.openxmlformats.org/officeDocument/2006/relationships/image" Target="../media/image44.png"/><Relationship Id="rId14" Type="http://schemas.openxmlformats.org/officeDocument/2006/relationships/image" Target="../media/image43.png"/><Relationship Id="rId13" Type="http://schemas.openxmlformats.org/officeDocument/2006/relationships/image" Target="../media/image42.png"/><Relationship Id="rId12" Type="http://schemas.openxmlformats.org/officeDocument/2006/relationships/image" Target="../media/image41.png"/><Relationship Id="rId11" Type="http://schemas.openxmlformats.org/officeDocument/2006/relationships/image" Target="../media/image40.png"/><Relationship Id="rId10" Type="http://schemas.openxmlformats.org/officeDocument/2006/relationships/image" Target="../media/image39.png"/><Relationship Id="rId1"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9" Type="http://schemas.openxmlformats.org/officeDocument/2006/relationships/image" Target="../media/image70.png"/><Relationship Id="rId8" Type="http://schemas.openxmlformats.org/officeDocument/2006/relationships/image" Target="../media/image69.png"/><Relationship Id="rId7" Type="http://schemas.openxmlformats.org/officeDocument/2006/relationships/image" Target="../media/image68.png"/><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 Id="rId3" Type="http://schemas.openxmlformats.org/officeDocument/2006/relationships/image" Target="../media/image64.png"/><Relationship Id="rId2" Type="http://schemas.openxmlformats.org/officeDocument/2006/relationships/image" Target="../media/image63.png"/><Relationship Id="rId19" Type="http://schemas.openxmlformats.org/officeDocument/2006/relationships/slideLayout" Target="../slideLayouts/slideLayout2.xml"/><Relationship Id="rId18" Type="http://schemas.openxmlformats.org/officeDocument/2006/relationships/image" Target="../media/image79.png"/><Relationship Id="rId17" Type="http://schemas.openxmlformats.org/officeDocument/2006/relationships/image" Target="../media/image78.png"/><Relationship Id="rId16" Type="http://schemas.openxmlformats.org/officeDocument/2006/relationships/image" Target="../media/image77.png"/><Relationship Id="rId15" Type="http://schemas.openxmlformats.org/officeDocument/2006/relationships/image" Target="../media/image76.png"/><Relationship Id="rId14" Type="http://schemas.openxmlformats.org/officeDocument/2006/relationships/image" Target="../media/image75.png"/><Relationship Id="rId13" Type="http://schemas.openxmlformats.org/officeDocument/2006/relationships/image" Target="../media/image74.png"/><Relationship Id="rId12" Type="http://schemas.openxmlformats.org/officeDocument/2006/relationships/image" Target="../media/image73.png"/><Relationship Id="rId11" Type="http://schemas.openxmlformats.org/officeDocument/2006/relationships/image" Target="../media/image72.png"/><Relationship Id="rId10" Type="http://schemas.openxmlformats.org/officeDocument/2006/relationships/image" Target="../media/image71.png"/><Relationship Id="rId1" Type="http://schemas.openxmlformats.org/officeDocument/2006/relationships/image" Target="../media/image6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2.jpeg"/><Relationship Id="rId2" Type="http://schemas.openxmlformats.org/officeDocument/2006/relationships/image" Target="../media/image81.png"/><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5.png"/><Relationship Id="rId1" Type="http://schemas.openxmlformats.org/officeDocument/2006/relationships/image" Target="../media/image8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6.jpe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7.png"/></Relationships>
</file>

<file path=ppt/slides/_rels/slide40.xml.rels><?xml version="1.0" encoding="UTF-8" standalone="yes"?>
<Relationships xmlns="http://schemas.openxmlformats.org/package/2006/relationships"><Relationship Id="rId9" Type="http://schemas.openxmlformats.org/officeDocument/2006/relationships/image" Target="../media/image96.png"/><Relationship Id="rId8" Type="http://schemas.openxmlformats.org/officeDocument/2006/relationships/image" Target="../media/image95.png"/><Relationship Id="rId7" Type="http://schemas.openxmlformats.org/officeDocument/2006/relationships/image" Target="../media/image94.png"/><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 Id="rId3" Type="http://schemas.openxmlformats.org/officeDocument/2006/relationships/image" Target="../media/image90.png"/><Relationship Id="rId2" Type="http://schemas.openxmlformats.org/officeDocument/2006/relationships/image" Target="../media/image89.png"/><Relationship Id="rId15" Type="http://schemas.openxmlformats.org/officeDocument/2006/relationships/slideLayout" Target="../slideLayouts/slideLayout2.xml"/><Relationship Id="rId14" Type="http://schemas.openxmlformats.org/officeDocument/2006/relationships/image" Target="../media/image101.png"/><Relationship Id="rId13" Type="http://schemas.openxmlformats.org/officeDocument/2006/relationships/image" Target="../media/image100.png"/><Relationship Id="rId12" Type="http://schemas.openxmlformats.org/officeDocument/2006/relationships/image" Target="../media/image99.png"/><Relationship Id="rId11" Type="http://schemas.openxmlformats.org/officeDocument/2006/relationships/image" Target="../media/image98.png"/><Relationship Id="rId10" Type="http://schemas.openxmlformats.org/officeDocument/2006/relationships/image" Target="../media/image97.png"/><Relationship Id="rId1" Type="http://schemas.openxmlformats.org/officeDocument/2006/relationships/image" Target="../media/image88.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2.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2.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2.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3.jpe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4.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4.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4.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5.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6.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7.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7.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8.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0.png"/><Relationship Id="rId1" Type="http://schemas.openxmlformats.org/officeDocument/2006/relationships/image" Target="../media/image109.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1.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2.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3.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4.jpe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5.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7.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7.pn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9.png"/><Relationship Id="rId1" Type="http://schemas.openxmlformats.org/officeDocument/2006/relationships/image" Target="../media/image118.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0.jpe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1.jpeg"/></Relationships>
</file>

<file path=ppt/slides/_rels/slide6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25.png"/><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image" Target="../media/image122.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6.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7.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8.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9.png"/></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0.jpe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1.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2.jpe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134.png"/><Relationship Id="rId1" Type="http://schemas.openxmlformats.org/officeDocument/2006/relationships/image" Target="../media/image133.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5.jpeg"/></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7.jpeg"/><Relationship Id="rId1" Type="http://schemas.openxmlformats.org/officeDocument/2006/relationships/image" Target="../media/image136.jpeg"/></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9.jpeg"/><Relationship Id="rId1" Type="http://schemas.openxmlformats.org/officeDocument/2006/relationships/image" Target="../media/image138.jpe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40.png"/></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42.png"/></Relationships>
</file>

<file path=ppt/slides/_rels/slide10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44.png"/><Relationship Id="rId1" Type="http://schemas.openxmlformats.org/officeDocument/2006/relationships/image" Target="../media/image143.png"/></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45.png"/></Relationships>
</file>

<file path=ppt/slides/_rels/slide105.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147.png"/><Relationship Id="rId2" Type="http://schemas.openxmlformats.org/officeDocument/2006/relationships/customXml" Target="../ink/ink1.xml"/><Relationship Id="rId1" Type="http://schemas.openxmlformats.org/officeDocument/2006/relationships/image" Target="../media/image146.png"/></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48.png"/></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49.png"/></Relationships>
</file>

<file path=ppt/slides/_rels/slide10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51.png"/><Relationship Id="rId1" Type="http://schemas.openxmlformats.org/officeDocument/2006/relationships/image" Target="../media/image150.png"/></Relationships>
</file>

<file path=ppt/slides/_rels/slide10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53.png"/><Relationship Id="rId1" Type="http://schemas.openxmlformats.org/officeDocument/2006/relationships/image" Target="../media/image15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184670"/>
            <a:ext cx="146050" cy="369570"/>
          </a:xfrm>
          <a:custGeom>
            <a:avLst/>
            <a:gdLst/>
            <a:ahLst/>
            <a:cxnLst/>
            <a:rect l="l" t="t" r="r" b="b"/>
            <a:pathLst>
              <a:path w="146050" h="369570">
                <a:moveTo>
                  <a:pt x="145492" y="0"/>
                </a:moveTo>
                <a:lnTo>
                  <a:pt x="0" y="0"/>
                </a:lnTo>
                <a:lnTo>
                  <a:pt x="0" y="369328"/>
                </a:lnTo>
                <a:lnTo>
                  <a:pt x="145492" y="369328"/>
                </a:lnTo>
                <a:lnTo>
                  <a:pt x="145492" y="0"/>
                </a:lnTo>
                <a:close/>
              </a:path>
            </a:pathLst>
          </a:custGeom>
          <a:solidFill>
            <a:srgbClr val="5B9BD5"/>
          </a:solidFill>
        </p:spPr>
        <p:txBody>
          <a:bodyPr wrap="square" lIns="0" tIns="0" rIns="0" bIns="0" rtlCol="0"/>
          <a:lstStyle/>
          <a:p/>
        </p:txBody>
      </p:sp>
      <p:sp>
        <p:nvSpPr>
          <p:cNvPr id="4" name="object 4"/>
          <p:cNvSpPr txBox="1">
            <a:spLocks noGrp="1"/>
          </p:cNvSpPr>
          <p:nvPr>
            <p:ph type="title"/>
          </p:nvPr>
        </p:nvSpPr>
        <p:spPr>
          <a:xfrm>
            <a:off x="3733800" y="2438400"/>
            <a:ext cx="4986020" cy="751205"/>
          </a:xfrm>
          <a:prstGeom prst="rect">
            <a:avLst/>
          </a:prstGeom>
        </p:spPr>
        <p:txBody>
          <a:bodyPr vert="horz" wrap="square" lIns="0" tIns="12700" rIns="0" bIns="0" rtlCol="0">
            <a:spAutoFit/>
          </a:bodyPr>
          <a:lstStyle/>
          <a:p>
            <a:pPr marL="12700">
              <a:lnSpc>
                <a:spcPct val="100000"/>
              </a:lnSpc>
              <a:spcBef>
                <a:spcPts val="100"/>
              </a:spcBef>
            </a:pPr>
            <a:r>
              <a:rPr lang="en-US" sz="4800"/>
              <a:t>DFT</a:t>
            </a:r>
            <a:r>
              <a:rPr lang="zh-CN" altLang="en-US" sz="4800"/>
              <a:t>基础学习</a:t>
            </a:r>
            <a:r>
              <a:rPr lang="zh-CN" altLang="en-US" sz="4800"/>
              <a:t>分享</a:t>
            </a:r>
            <a:endParaRPr lang="zh-CN" altLang="en-US" sz="480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184670"/>
            <a:ext cx="146050" cy="369570"/>
          </a:xfrm>
          <a:custGeom>
            <a:avLst/>
            <a:gdLst/>
            <a:ahLst/>
            <a:cxnLst/>
            <a:rect l="l" t="t" r="r" b="b"/>
            <a:pathLst>
              <a:path w="146050" h="369570">
                <a:moveTo>
                  <a:pt x="145492" y="0"/>
                </a:moveTo>
                <a:lnTo>
                  <a:pt x="0" y="0"/>
                </a:lnTo>
                <a:lnTo>
                  <a:pt x="0" y="369328"/>
                </a:lnTo>
                <a:lnTo>
                  <a:pt x="145492" y="369328"/>
                </a:lnTo>
                <a:lnTo>
                  <a:pt x="145492" y="0"/>
                </a:lnTo>
                <a:close/>
              </a:path>
            </a:pathLst>
          </a:custGeom>
          <a:solidFill>
            <a:srgbClr val="5B9BD5"/>
          </a:solidFill>
        </p:spPr>
        <p:txBody>
          <a:bodyPr wrap="square" lIns="0" tIns="0" rIns="0" bIns="0" rtlCol="0"/>
          <a:lstStyle/>
          <a:p/>
        </p:txBody>
      </p:sp>
      <p:sp>
        <p:nvSpPr>
          <p:cNvPr id="4" name="object 4"/>
          <p:cNvSpPr txBox="1">
            <a:spLocks noGrp="1"/>
          </p:cNvSpPr>
          <p:nvPr>
            <p:ph type="title"/>
          </p:nvPr>
        </p:nvSpPr>
        <p:spPr>
          <a:xfrm>
            <a:off x="3949700" y="2410459"/>
            <a:ext cx="4292600" cy="756920"/>
          </a:xfrm>
          <a:prstGeom prst="rect">
            <a:avLst/>
          </a:prstGeom>
        </p:spPr>
        <p:txBody>
          <a:bodyPr vert="horz" wrap="square" lIns="0" tIns="12700" rIns="0" bIns="0" rtlCol="0">
            <a:spAutoFit/>
          </a:bodyPr>
          <a:lstStyle/>
          <a:p>
            <a:pPr marL="12700">
              <a:lnSpc>
                <a:spcPct val="100000"/>
              </a:lnSpc>
              <a:spcBef>
                <a:spcPts val="100"/>
              </a:spcBef>
            </a:pPr>
            <a:r>
              <a:rPr sz="4800" spc="-10" dirty="0"/>
              <a:t>可测性设计基础</a:t>
            </a:r>
            <a:endParaRPr sz="480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什么是测试？</a:t>
            </a:r>
            <a:endParaRPr spc="-10" dirty="0"/>
          </a:p>
        </p:txBody>
      </p:sp>
      <p:sp>
        <p:nvSpPr>
          <p:cNvPr id="3" name="object 3"/>
          <p:cNvSpPr txBox="1"/>
          <p:nvPr/>
        </p:nvSpPr>
        <p:spPr>
          <a:xfrm>
            <a:off x="963930" y="1578355"/>
            <a:ext cx="2616200" cy="391160"/>
          </a:xfrm>
          <a:prstGeom prst="rect">
            <a:avLst/>
          </a:prstGeom>
        </p:spPr>
        <p:txBody>
          <a:bodyPr vert="horz" wrap="square" lIns="0" tIns="12700" rIns="0" bIns="0" rtlCol="0">
            <a:spAutoFit/>
          </a:bodyPr>
          <a:lstStyle/>
          <a:p>
            <a:pPr marL="12700">
              <a:lnSpc>
                <a:spcPct val="100000"/>
              </a:lnSpc>
              <a:spcBef>
                <a:spcPts val="100"/>
              </a:spcBef>
              <a:tabLst>
                <a:tab pos="469265" algn="l"/>
              </a:tabLst>
            </a:pPr>
            <a:r>
              <a:rPr sz="2400" b="1" spc="-25" dirty="0">
                <a:solidFill>
                  <a:srgbClr val="009FE8"/>
                </a:solidFill>
                <a:latin typeface="微软雅黑" panose="020B0503020204020204" charset="-122"/>
                <a:cs typeface="微软雅黑" panose="020B0503020204020204" charset="-122"/>
              </a:rPr>
              <a:t>1.</a:t>
            </a:r>
            <a:r>
              <a:rPr sz="2400" b="1" dirty="0">
                <a:solidFill>
                  <a:srgbClr val="009FE8"/>
                </a:solidFill>
                <a:latin typeface="微软雅黑" panose="020B0503020204020204" charset="-122"/>
                <a:cs typeface="微软雅黑" panose="020B0503020204020204" charset="-122"/>
              </a:rPr>
              <a:t>	</a:t>
            </a:r>
            <a:r>
              <a:rPr sz="2400" b="1" spc="-10" dirty="0">
                <a:solidFill>
                  <a:srgbClr val="009FE8"/>
                </a:solidFill>
                <a:latin typeface="微软雅黑" panose="020B0503020204020204" charset="-122"/>
                <a:cs typeface="微软雅黑" panose="020B0503020204020204" charset="-122"/>
              </a:rPr>
              <a:t>芯片测试的概念</a:t>
            </a:r>
            <a:endParaRPr sz="2400">
              <a:latin typeface="微软雅黑" panose="020B0503020204020204" charset="-122"/>
              <a:cs typeface="微软雅黑" panose="020B0503020204020204" charset="-122"/>
            </a:endParaRPr>
          </a:p>
        </p:txBody>
      </p:sp>
      <p:sp>
        <p:nvSpPr>
          <p:cNvPr id="4" name="object 4"/>
          <p:cNvSpPr txBox="1"/>
          <p:nvPr/>
        </p:nvSpPr>
        <p:spPr>
          <a:xfrm>
            <a:off x="1421130" y="2339340"/>
            <a:ext cx="4597400" cy="2159000"/>
          </a:xfrm>
          <a:prstGeom prst="rect">
            <a:avLst/>
          </a:prstGeom>
        </p:spPr>
        <p:txBody>
          <a:bodyPr vert="horz" wrap="square" lIns="0" tIns="12700" rIns="0" bIns="0" rtlCol="0">
            <a:spAutoFit/>
          </a:bodyPr>
          <a:lstStyle/>
          <a:p>
            <a:pPr marL="12700">
              <a:lnSpc>
                <a:spcPct val="100000"/>
              </a:lnSpc>
              <a:spcBef>
                <a:spcPts val="100"/>
              </a:spcBef>
            </a:pPr>
            <a:r>
              <a:rPr sz="2000" spc="-5" dirty="0">
                <a:solidFill>
                  <a:srgbClr val="009FE8"/>
                </a:solidFill>
                <a:latin typeface="微软雅黑" panose="020B0503020204020204" charset="-122"/>
                <a:cs typeface="微软雅黑" panose="020B0503020204020204" charset="-122"/>
              </a:rPr>
              <a:t>在待测芯片的输入管脚上施加已知的激励</a:t>
            </a:r>
            <a:endParaRPr sz="2000">
              <a:latin typeface="微软雅黑" panose="020B0503020204020204" charset="-122"/>
              <a:cs typeface="微软雅黑" panose="020B0503020204020204" charset="-122"/>
            </a:endParaRPr>
          </a:p>
          <a:p>
            <a:pPr marL="12700" marR="5080" algn="just">
              <a:lnSpc>
                <a:spcPct val="200000"/>
              </a:lnSpc>
            </a:pPr>
            <a:r>
              <a:rPr sz="2000" spc="-5" dirty="0">
                <a:solidFill>
                  <a:srgbClr val="009FE8"/>
                </a:solidFill>
                <a:latin typeface="微软雅黑" panose="020B0503020204020204" charset="-122"/>
                <a:cs typeface="微软雅黑" panose="020B0503020204020204" charset="-122"/>
              </a:rPr>
              <a:t>信号，并在芯片的输出管脚进行观测，通过与期望获得的输出信号进行对比来判断待测芯片是否有故障。</a:t>
            </a:r>
            <a:endParaRPr sz="2000">
              <a:latin typeface="微软雅黑" panose="020B0503020204020204" charset="-122"/>
              <a:cs typeface="微软雅黑" panose="020B0503020204020204" charset="-122"/>
            </a:endParaRPr>
          </a:p>
        </p:txBody>
      </p:sp>
      <p:grpSp>
        <p:nvGrpSpPr>
          <p:cNvPr id="5" name="object 5"/>
          <p:cNvGrpSpPr/>
          <p:nvPr/>
        </p:nvGrpSpPr>
        <p:grpSpPr>
          <a:xfrm>
            <a:off x="6222326" y="1154747"/>
            <a:ext cx="5554345" cy="4774565"/>
            <a:chOff x="6222326" y="1154747"/>
            <a:chExt cx="5554345" cy="4774565"/>
          </a:xfrm>
        </p:grpSpPr>
        <p:pic>
          <p:nvPicPr>
            <p:cNvPr id="6" name="object 6"/>
            <p:cNvPicPr/>
            <p:nvPr/>
          </p:nvPicPr>
          <p:blipFill>
            <a:blip r:embed="rId1" cstate="print"/>
            <a:stretch>
              <a:fillRect/>
            </a:stretch>
          </p:blipFill>
          <p:spPr>
            <a:xfrm>
              <a:off x="6225501" y="1157923"/>
              <a:ext cx="5547499" cy="4767655"/>
            </a:xfrm>
            <a:prstGeom prst="rect">
              <a:avLst/>
            </a:prstGeom>
          </p:spPr>
        </p:pic>
        <p:sp>
          <p:nvSpPr>
            <p:cNvPr id="7" name="object 7"/>
            <p:cNvSpPr/>
            <p:nvPr/>
          </p:nvSpPr>
          <p:spPr>
            <a:xfrm>
              <a:off x="6225501" y="1157922"/>
              <a:ext cx="5547995" cy="4768215"/>
            </a:xfrm>
            <a:custGeom>
              <a:avLst/>
              <a:gdLst/>
              <a:ahLst/>
              <a:cxnLst/>
              <a:rect l="l" t="t" r="r" b="b"/>
              <a:pathLst>
                <a:path w="5547995" h="4768215">
                  <a:moveTo>
                    <a:pt x="0" y="0"/>
                  </a:moveTo>
                  <a:lnTo>
                    <a:pt x="5547503" y="0"/>
                  </a:lnTo>
                  <a:lnTo>
                    <a:pt x="5547503" y="4767662"/>
                  </a:lnTo>
                  <a:lnTo>
                    <a:pt x="0" y="4767662"/>
                  </a:lnTo>
                  <a:lnTo>
                    <a:pt x="0" y="0"/>
                  </a:lnTo>
                  <a:close/>
                </a:path>
              </a:pathLst>
            </a:custGeom>
            <a:ln w="6350">
              <a:solidFill>
                <a:srgbClr val="5B9BD5"/>
              </a:solidFill>
            </a:ln>
          </p:spPr>
          <p:txBody>
            <a:bodyPr wrap="square" lIns="0" tIns="0" rIns="0" bIns="0" rtlCol="0"/>
            <a:lstStyle/>
            <a:p/>
          </p:txBody>
        </p:sp>
      </p:grpSp>
      <p:sp>
        <p:nvSpPr>
          <p:cNvPr id="8" name="object 8"/>
          <p:cNvSpPr txBox="1"/>
          <p:nvPr/>
        </p:nvSpPr>
        <p:spPr>
          <a:xfrm>
            <a:off x="8448408" y="1861858"/>
            <a:ext cx="1101725" cy="1189990"/>
          </a:xfrm>
          <a:prstGeom prst="rect">
            <a:avLst/>
          </a:prstGeom>
          <a:solidFill>
            <a:srgbClr val="4472C4"/>
          </a:solidFill>
          <a:ln w="12700">
            <a:solidFill>
              <a:srgbClr val="2F528F"/>
            </a:solidFill>
          </a:ln>
        </p:spPr>
        <p:txBody>
          <a:bodyPr vert="horz" wrap="square" lIns="0" tIns="194310" rIns="0" bIns="0" rtlCol="0">
            <a:spAutoFit/>
          </a:bodyPr>
          <a:lstStyle/>
          <a:p>
            <a:pPr>
              <a:lnSpc>
                <a:spcPct val="100000"/>
              </a:lnSpc>
              <a:spcBef>
                <a:spcPts val="1530"/>
              </a:spcBef>
            </a:pPr>
            <a:endParaRPr sz="1800">
              <a:latin typeface="Times New Roman" panose="02020603050405020304"/>
              <a:cs typeface="Times New Roman" panose="02020603050405020304"/>
            </a:endParaRPr>
          </a:p>
          <a:p>
            <a:pPr marL="93345">
              <a:lnSpc>
                <a:spcPct val="100000"/>
              </a:lnSpc>
            </a:pPr>
            <a:r>
              <a:rPr sz="1800" spc="-15" dirty="0">
                <a:solidFill>
                  <a:srgbClr val="FFFFFF"/>
                </a:solidFill>
                <a:latin typeface="宋体" panose="02010600030101010101" pitchFamily="2" charset="-122"/>
                <a:cs typeface="宋体" panose="02010600030101010101" pitchFamily="2" charset="-122"/>
              </a:rPr>
              <a:t>待测芯片</a:t>
            </a:r>
            <a:endParaRPr sz="1800">
              <a:latin typeface="宋体" panose="02010600030101010101" pitchFamily="2" charset="-122"/>
              <a:cs typeface="宋体" panose="02010600030101010101" pitchFamily="2" charset="-122"/>
            </a:endParaRPr>
          </a:p>
        </p:txBody>
      </p:sp>
      <p:sp>
        <p:nvSpPr>
          <p:cNvPr id="9" name="object 9"/>
          <p:cNvSpPr txBox="1"/>
          <p:nvPr/>
        </p:nvSpPr>
        <p:spPr>
          <a:xfrm>
            <a:off x="9930269" y="3882694"/>
            <a:ext cx="1359535" cy="1189990"/>
          </a:xfrm>
          <a:prstGeom prst="rect">
            <a:avLst/>
          </a:prstGeom>
          <a:solidFill>
            <a:srgbClr val="4472C4"/>
          </a:solidFill>
          <a:ln w="12700">
            <a:solidFill>
              <a:srgbClr val="2F528F"/>
            </a:solidFill>
          </a:ln>
        </p:spPr>
        <p:txBody>
          <a:bodyPr vert="horz" wrap="square" lIns="0" tIns="92710" rIns="0" bIns="0" rtlCol="0">
            <a:spAutoFit/>
          </a:bodyPr>
          <a:lstStyle/>
          <a:p>
            <a:pPr>
              <a:lnSpc>
                <a:spcPct val="100000"/>
              </a:lnSpc>
              <a:spcBef>
                <a:spcPts val="730"/>
              </a:spcBef>
            </a:pPr>
            <a:endParaRPr sz="1800">
              <a:latin typeface="Times New Roman" panose="02020603050405020304"/>
              <a:cs typeface="Times New Roman" panose="02020603050405020304"/>
            </a:endParaRPr>
          </a:p>
          <a:p>
            <a:pPr marL="450850" marR="100330" indent="-342900">
              <a:lnSpc>
                <a:spcPts val="2020"/>
              </a:lnSpc>
            </a:pPr>
            <a:r>
              <a:rPr sz="1800" spc="-10" dirty="0">
                <a:solidFill>
                  <a:srgbClr val="FFFFFF"/>
                </a:solidFill>
                <a:latin typeface="宋体" panose="02010600030101010101" pitchFamily="2" charset="-122"/>
                <a:cs typeface="宋体" panose="02010600030101010101" pitchFamily="2" charset="-122"/>
              </a:rPr>
              <a:t>与期望结果</a:t>
            </a:r>
            <a:r>
              <a:rPr sz="1800" spc="-25" dirty="0">
                <a:solidFill>
                  <a:srgbClr val="FFFFFF"/>
                </a:solidFill>
                <a:latin typeface="宋体" panose="02010600030101010101" pitchFamily="2" charset="-122"/>
                <a:cs typeface="宋体" panose="02010600030101010101" pitchFamily="2" charset="-122"/>
              </a:rPr>
              <a:t>对比</a:t>
            </a:r>
            <a:endParaRPr sz="1800">
              <a:latin typeface="宋体" panose="02010600030101010101" pitchFamily="2" charset="-122"/>
              <a:cs typeface="宋体" panose="02010600030101010101" pitchFamily="2" charset="-122"/>
            </a:endParaRPr>
          </a:p>
        </p:txBody>
      </p:sp>
      <p:sp>
        <p:nvSpPr>
          <p:cNvPr id="10" name="object 10"/>
          <p:cNvSpPr txBox="1"/>
          <p:nvPr/>
        </p:nvSpPr>
        <p:spPr>
          <a:xfrm>
            <a:off x="6709270" y="1861858"/>
            <a:ext cx="1101725" cy="1189990"/>
          </a:xfrm>
          <a:prstGeom prst="rect">
            <a:avLst/>
          </a:prstGeom>
          <a:solidFill>
            <a:srgbClr val="4472C4"/>
          </a:solidFill>
          <a:ln w="12700">
            <a:solidFill>
              <a:srgbClr val="2F528F"/>
            </a:solidFill>
          </a:ln>
        </p:spPr>
        <p:txBody>
          <a:bodyPr vert="horz" wrap="square" lIns="0" tIns="73660" rIns="0" bIns="0" rtlCol="0">
            <a:spAutoFit/>
          </a:bodyPr>
          <a:lstStyle/>
          <a:p>
            <a:pPr marR="33020" algn="ctr">
              <a:lnSpc>
                <a:spcPts val="1430"/>
              </a:lnSpc>
              <a:spcBef>
                <a:spcPts val="580"/>
              </a:spcBef>
            </a:pPr>
            <a:r>
              <a:rPr sz="1200" spc="-10" dirty="0">
                <a:solidFill>
                  <a:srgbClr val="FFFFFF"/>
                </a:solidFill>
                <a:latin typeface="Arial" panose="020B0604020202020204"/>
                <a:cs typeface="Arial" panose="020B0604020202020204"/>
              </a:rPr>
              <a:t>1011000100</a:t>
            </a:r>
            <a:endParaRPr sz="1200">
              <a:latin typeface="Arial" panose="020B0604020202020204"/>
              <a:cs typeface="Arial" panose="020B0604020202020204"/>
            </a:endParaRPr>
          </a:p>
          <a:p>
            <a:pPr marR="21590" algn="ctr">
              <a:lnSpc>
                <a:spcPts val="1430"/>
              </a:lnSpc>
            </a:pPr>
            <a:r>
              <a:rPr sz="1200" spc="-10" dirty="0">
                <a:solidFill>
                  <a:srgbClr val="FFFFFF"/>
                </a:solidFill>
                <a:latin typeface="Arial" panose="020B0604020202020204"/>
                <a:cs typeface="Arial" panose="020B0604020202020204"/>
              </a:rPr>
              <a:t>0010001001</a:t>
            </a:r>
            <a:endParaRPr sz="1200">
              <a:latin typeface="Arial" panose="020B0604020202020204"/>
              <a:cs typeface="Arial" panose="020B0604020202020204"/>
            </a:endParaRPr>
          </a:p>
          <a:p>
            <a:pPr algn="ctr">
              <a:lnSpc>
                <a:spcPct val="100000"/>
              </a:lnSpc>
              <a:spcBef>
                <a:spcPts val="165"/>
              </a:spcBef>
            </a:pPr>
            <a:r>
              <a:rPr sz="1800" spc="-25" dirty="0">
                <a:solidFill>
                  <a:srgbClr val="FFFFFF"/>
                </a:solidFill>
                <a:latin typeface="宋体" panose="02010600030101010101" pitchFamily="2" charset="-122"/>
                <a:cs typeface="宋体" panose="02010600030101010101" pitchFamily="2" charset="-122"/>
              </a:rPr>
              <a:t>激励</a:t>
            </a:r>
            <a:endParaRPr sz="1800">
              <a:latin typeface="宋体" panose="02010600030101010101" pitchFamily="2" charset="-122"/>
              <a:cs typeface="宋体" panose="02010600030101010101" pitchFamily="2" charset="-122"/>
            </a:endParaRPr>
          </a:p>
        </p:txBody>
      </p:sp>
      <p:grpSp>
        <p:nvGrpSpPr>
          <p:cNvPr id="11" name="object 11"/>
          <p:cNvGrpSpPr/>
          <p:nvPr/>
        </p:nvGrpSpPr>
        <p:grpSpPr>
          <a:xfrm>
            <a:off x="7847939" y="2326144"/>
            <a:ext cx="2303145" cy="264795"/>
            <a:chOff x="7847939" y="2326144"/>
            <a:chExt cx="2303145" cy="264795"/>
          </a:xfrm>
        </p:grpSpPr>
        <p:sp>
          <p:nvSpPr>
            <p:cNvPr id="12" name="object 12"/>
            <p:cNvSpPr/>
            <p:nvPr/>
          </p:nvSpPr>
          <p:spPr>
            <a:xfrm>
              <a:off x="7854289" y="2332494"/>
              <a:ext cx="551180" cy="252095"/>
            </a:xfrm>
            <a:custGeom>
              <a:avLst/>
              <a:gdLst/>
              <a:ahLst/>
              <a:cxnLst/>
              <a:rect l="l" t="t" r="r" b="b"/>
              <a:pathLst>
                <a:path w="551179" h="252094">
                  <a:moveTo>
                    <a:pt x="425043" y="0"/>
                  </a:moveTo>
                  <a:lnTo>
                    <a:pt x="425043" y="62877"/>
                  </a:lnTo>
                  <a:lnTo>
                    <a:pt x="0" y="62877"/>
                  </a:lnTo>
                  <a:lnTo>
                    <a:pt x="0" y="188620"/>
                  </a:lnTo>
                  <a:lnTo>
                    <a:pt x="425043" y="188620"/>
                  </a:lnTo>
                  <a:lnTo>
                    <a:pt x="425043" y="251498"/>
                  </a:lnTo>
                  <a:lnTo>
                    <a:pt x="550786" y="125742"/>
                  </a:lnTo>
                  <a:lnTo>
                    <a:pt x="425043" y="0"/>
                  </a:lnTo>
                  <a:close/>
                </a:path>
              </a:pathLst>
            </a:custGeom>
            <a:solidFill>
              <a:srgbClr val="4472C4"/>
            </a:solidFill>
          </p:spPr>
          <p:txBody>
            <a:bodyPr wrap="square" lIns="0" tIns="0" rIns="0" bIns="0" rtlCol="0"/>
            <a:lstStyle/>
            <a:p/>
          </p:txBody>
        </p:sp>
        <p:sp>
          <p:nvSpPr>
            <p:cNvPr id="13" name="object 13"/>
            <p:cNvSpPr/>
            <p:nvPr/>
          </p:nvSpPr>
          <p:spPr>
            <a:xfrm>
              <a:off x="7854289" y="2332494"/>
              <a:ext cx="551180" cy="252095"/>
            </a:xfrm>
            <a:custGeom>
              <a:avLst/>
              <a:gdLst/>
              <a:ahLst/>
              <a:cxnLst/>
              <a:rect l="l" t="t" r="r" b="b"/>
              <a:pathLst>
                <a:path w="551179" h="252094">
                  <a:moveTo>
                    <a:pt x="0" y="62873"/>
                  </a:moveTo>
                  <a:lnTo>
                    <a:pt x="425042" y="62873"/>
                  </a:lnTo>
                  <a:lnTo>
                    <a:pt x="425042" y="0"/>
                  </a:lnTo>
                  <a:lnTo>
                    <a:pt x="550788" y="125746"/>
                  </a:lnTo>
                  <a:lnTo>
                    <a:pt x="425042" y="251492"/>
                  </a:lnTo>
                  <a:lnTo>
                    <a:pt x="425042" y="188619"/>
                  </a:lnTo>
                  <a:lnTo>
                    <a:pt x="0" y="188619"/>
                  </a:lnTo>
                  <a:lnTo>
                    <a:pt x="0" y="62873"/>
                  </a:lnTo>
                  <a:close/>
                </a:path>
              </a:pathLst>
            </a:custGeom>
            <a:ln w="12700">
              <a:solidFill>
                <a:srgbClr val="2F528F"/>
              </a:solidFill>
            </a:ln>
          </p:spPr>
          <p:txBody>
            <a:bodyPr wrap="square" lIns="0" tIns="0" rIns="0" bIns="0" rtlCol="0"/>
            <a:lstStyle/>
            <a:p/>
          </p:txBody>
        </p:sp>
        <p:sp>
          <p:nvSpPr>
            <p:cNvPr id="14" name="object 14"/>
            <p:cNvSpPr/>
            <p:nvPr/>
          </p:nvSpPr>
          <p:spPr>
            <a:xfrm>
              <a:off x="9593427" y="2332494"/>
              <a:ext cx="551180" cy="252095"/>
            </a:xfrm>
            <a:custGeom>
              <a:avLst/>
              <a:gdLst/>
              <a:ahLst/>
              <a:cxnLst/>
              <a:rect l="l" t="t" r="r" b="b"/>
              <a:pathLst>
                <a:path w="551179" h="252094">
                  <a:moveTo>
                    <a:pt x="425043" y="0"/>
                  </a:moveTo>
                  <a:lnTo>
                    <a:pt x="425043" y="62877"/>
                  </a:lnTo>
                  <a:lnTo>
                    <a:pt x="0" y="62877"/>
                  </a:lnTo>
                  <a:lnTo>
                    <a:pt x="0" y="188620"/>
                  </a:lnTo>
                  <a:lnTo>
                    <a:pt x="425043" y="188620"/>
                  </a:lnTo>
                  <a:lnTo>
                    <a:pt x="425043" y="251498"/>
                  </a:lnTo>
                  <a:lnTo>
                    <a:pt x="550786" y="125742"/>
                  </a:lnTo>
                  <a:lnTo>
                    <a:pt x="425043" y="0"/>
                  </a:lnTo>
                  <a:close/>
                </a:path>
              </a:pathLst>
            </a:custGeom>
            <a:solidFill>
              <a:srgbClr val="4472C4"/>
            </a:solidFill>
          </p:spPr>
          <p:txBody>
            <a:bodyPr wrap="square" lIns="0" tIns="0" rIns="0" bIns="0" rtlCol="0"/>
            <a:lstStyle/>
            <a:p/>
          </p:txBody>
        </p:sp>
        <p:sp>
          <p:nvSpPr>
            <p:cNvPr id="15" name="object 15"/>
            <p:cNvSpPr/>
            <p:nvPr/>
          </p:nvSpPr>
          <p:spPr>
            <a:xfrm>
              <a:off x="9593427" y="2332494"/>
              <a:ext cx="551180" cy="252095"/>
            </a:xfrm>
            <a:custGeom>
              <a:avLst/>
              <a:gdLst/>
              <a:ahLst/>
              <a:cxnLst/>
              <a:rect l="l" t="t" r="r" b="b"/>
              <a:pathLst>
                <a:path w="551179" h="252094">
                  <a:moveTo>
                    <a:pt x="0" y="62873"/>
                  </a:moveTo>
                  <a:lnTo>
                    <a:pt x="425042" y="62873"/>
                  </a:lnTo>
                  <a:lnTo>
                    <a:pt x="425042" y="0"/>
                  </a:lnTo>
                  <a:lnTo>
                    <a:pt x="550788" y="125746"/>
                  </a:lnTo>
                  <a:lnTo>
                    <a:pt x="425042" y="251492"/>
                  </a:lnTo>
                  <a:lnTo>
                    <a:pt x="425042" y="188619"/>
                  </a:lnTo>
                  <a:lnTo>
                    <a:pt x="0" y="188619"/>
                  </a:lnTo>
                  <a:lnTo>
                    <a:pt x="0" y="62873"/>
                  </a:lnTo>
                  <a:close/>
                </a:path>
              </a:pathLst>
            </a:custGeom>
            <a:ln w="12700">
              <a:solidFill>
                <a:srgbClr val="2F528F"/>
              </a:solidFill>
            </a:ln>
          </p:spPr>
          <p:txBody>
            <a:bodyPr wrap="square" lIns="0" tIns="0" rIns="0" bIns="0" rtlCol="0"/>
            <a:lstStyle/>
            <a:p/>
          </p:txBody>
        </p:sp>
      </p:grpSp>
      <p:sp>
        <p:nvSpPr>
          <p:cNvPr id="16" name="object 16"/>
          <p:cNvSpPr txBox="1"/>
          <p:nvPr/>
        </p:nvSpPr>
        <p:spPr>
          <a:xfrm>
            <a:off x="10187546" y="1839823"/>
            <a:ext cx="1101725" cy="1189990"/>
          </a:xfrm>
          <a:prstGeom prst="rect">
            <a:avLst/>
          </a:prstGeom>
          <a:solidFill>
            <a:srgbClr val="4472C4"/>
          </a:solidFill>
          <a:ln w="12700">
            <a:solidFill>
              <a:srgbClr val="2F528F"/>
            </a:solidFill>
          </a:ln>
        </p:spPr>
        <p:txBody>
          <a:bodyPr vert="horz" wrap="square" lIns="0" tIns="95250" rIns="0" bIns="0" rtlCol="0">
            <a:spAutoFit/>
          </a:bodyPr>
          <a:lstStyle/>
          <a:p>
            <a:pPr marL="91440">
              <a:lnSpc>
                <a:spcPts val="1415"/>
              </a:lnSpc>
              <a:spcBef>
                <a:spcPts val="750"/>
              </a:spcBef>
            </a:pPr>
            <a:r>
              <a:rPr sz="1200" spc="-10" dirty="0">
                <a:solidFill>
                  <a:srgbClr val="FFFFFF"/>
                </a:solidFill>
                <a:latin typeface="Arial" panose="020B0604020202020204"/>
                <a:cs typeface="Arial" panose="020B0604020202020204"/>
              </a:rPr>
              <a:t>1100110000</a:t>
            </a:r>
            <a:endParaRPr sz="1200">
              <a:latin typeface="Arial" panose="020B0604020202020204"/>
              <a:cs typeface="Arial" panose="020B0604020202020204"/>
            </a:endParaRPr>
          </a:p>
          <a:p>
            <a:pPr marL="91440">
              <a:lnSpc>
                <a:spcPts val="1415"/>
              </a:lnSpc>
            </a:pPr>
            <a:r>
              <a:rPr sz="1200" spc="-10" dirty="0">
                <a:solidFill>
                  <a:srgbClr val="FFFFFF"/>
                </a:solidFill>
                <a:latin typeface="Arial" panose="020B0604020202020204"/>
                <a:cs typeface="Arial" panose="020B0604020202020204"/>
              </a:rPr>
              <a:t>0010001001</a:t>
            </a:r>
            <a:endParaRPr sz="1200">
              <a:latin typeface="Arial" panose="020B0604020202020204"/>
              <a:cs typeface="Arial" panose="020B0604020202020204"/>
            </a:endParaRPr>
          </a:p>
          <a:p>
            <a:pPr marL="321945">
              <a:lnSpc>
                <a:spcPct val="100000"/>
              </a:lnSpc>
              <a:spcBef>
                <a:spcPts val="25"/>
              </a:spcBef>
            </a:pPr>
            <a:r>
              <a:rPr sz="1800" spc="-25" dirty="0">
                <a:solidFill>
                  <a:srgbClr val="FFFFFF"/>
                </a:solidFill>
                <a:latin typeface="宋体" panose="02010600030101010101" pitchFamily="2" charset="-122"/>
                <a:cs typeface="宋体" panose="02010600030101010101" pitchFamily="2" charset="-122"/>
              </a:rPr>
              <a:t>响应</a:t>
            </a:r>
            <a:endParaRPr sz="1800">
              <a:latin typeface="宋体" panose="02010600030101010101" pitchFamily="2" charset="-122"/>
              <a:cs typeface="宋体" panose="02010600030101010101" pitchFamily="2" charset="-122"/>
            </a:endParaRPr>
          </a:p>
        </p:txBody>
      </p:sp>
      <p:grpSp>
        <p:nvGrpSpPr>
          <p:cNvPr id="17" name="object 17"/>
          <p:cNvGrpSpPr/>
          <p:nvPr/>
        </p:nvGrpSpPr>
        <p:grpSpPr>
          <a:xfrm>
            <a:off x="10606283" y="3060636"/>
            <a:ext cx="264795" cy="673735"/>
            <a:chOff x="10606283" y="3060636"/>
            <a:chExt cx="264795" cy="673735"/>
          </a:xfrm>
        </p:grpSpPr>
        <p:sp>
          <p:nvSpPr>
            <p:cNvPr id="18" name="object 18"/>
            <p:cNvSpPr/>
            <p:nvPr/>
          </p:nvSpPr>
          <p:spPr>
            <a:xfrm>
              <a:off x="10612640" y="3066986"/>
              <a:ext cx="252095" cy="661035"/>
            </a:xfrm>
            <a:custGeom>
              <a:avLst/>
              <a:gdLst/>
              <a:ahLst/>
              <a:cxnLst/>
              <a:rect l="l" t="t" r="r" b="b"/>
              <a:pathLst>
                <a:path w="252095" h="661035">
                  <a:moveTo>
                    <a:pt x="188620" y="0"/>
                  </a:moveTo>
                  <a:lnTo>
                    <a:pt x="62877" y="0"/>
                  </a:lnTo>
                  <a:lnTo>
                    <a:pt x="62877" y="534758"/>
                  </a:lnTo>
                  <a:lnTo>
                    <a:pt x="0" y="534758"/>
                  </a:lnTo>
                  <a:lnTo>
                    <a:pt x="125742" y="660501"/>
                  </a:lnTo>
                  <a:lnTo>
                    <a:pt x="251485" y="534758"/>
                  </a:lnTo>
                  <a:lnTo>
                    <a:pt x="188620" y="534758"/>
                  </a:lnTo>
                  <a:lnTo>
                    <a:pt x="188620" y="0"/>
                  </a:lnTo>
                  <a:close/>
                </a:path>
              </a:pathLst>
            </a:custGeom>
            <a:solidFill>
              <a:srgbClr val="4472C4"/>
            </a:solidFill>
          </p:spPr>
          <p:txBody>
            <a:bodyPr wrap="square" lIns="0" tIns="0" rIns="0" bIns="0" rtlCol="0"/>
            <a:lstStyle/>
            <a:p/>
          </p:txBody>
        </p:sp>
        <p:sp>
          <p:nvSpPr>
            <p:cNvPr id="19" name="object 19"/>
            <p:cNvSpPr/>
            <p:nvPr/>
          </p:nvSpPr>
          <p:spPr>
            <a:xfrm>
              <a:off x="10612633" y="3066986"/>
              <a:ext cx="252095" cy="661035"/>
            </a:xfrm>
            <a:custGeom>
              <a:avLst/>
              <a:gdLst/>
              <a:ahLst/>
              <a:cxnLst/>
              <a:rect l="l" t="t" r="r" b="b"/>
              <a:pathLst>
                <a:path w="252095" h="661035">
                  <a:moveTo>
                    <a:pt x="188619" y="0"/>
                  </a:moveTo>
                  <a:lnTo>
                    <a:pt x="188619" y="534757"/>
                  </a:lnTo>
                  <a:lnTo>
                    <a:pt x="251492" y="534757"/>
                  </a:lnTo>
                  <a:lnTo>
                    <a:pt x="125746" y="660503"/>
                  </a:lnTo>
                  <a:lnTo>
                    <a:pt x="0" y="534757"/>
                  </a:lnTo>
                  <a:lnTo>
                    <a:pt x="62873" y="534757"/>
                  </a:lnTo>
                  <a:lnTo>
                    <a:pt x="62873" y="0"/>
                  </a:lnTo>
                  <a:lnTo>
                    <a:pt x="188619" y="0"/>
                  </a:lnTo>
                  <a:close/>
                </a:path>
              </a:pathLst>
            </a:custGeom>
            <a:ln w="12700">
              <a:solidFill>
                <a:srgbClr val="2F528F"/>
              </a:solidFill>
            </a:ln>
          </p:spPr>
          <p:txBody>
            <a:bodyPr wrap="square" lIns="0" tIns="0" rIns="0" bIns="0" rtlCol="0"/>
            <a:lstStyle/>
            <a:p/>
          </p:txBody>
        </p:sp>
      </p:grpSp>
      <p:sp>
        <p:nvSpPr>
          <p:cNvPr id="21" name="object 21"/>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什么是测试？</a:t>
            </a:r>
            <a:endParaRPr spc="-1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469265" indent="-456565">
              <a:lnSpc>
                <a:spcPct val="100000"/>
              </a:lnSpc>
              <a:spcBef>
                <a:spcPts val="100"/>
              </a:spcBef>
              <a:buAutoNum type="arabicPeriod" startAt="2"/>
              <a:tabLst>
                <a:tab pos="469265" algn="l"/>
              </a:tabLst>
            </a:pPr>
            <a:r>
              <a:rPr spc="-10" dirty="0"/>
              <a:t>测试的分类</a:t>
            </a:r>
            <a:endParaRPr spc="-10" dirty="0"/>
          </a:p>
          <a:p>
            <a:pPr marL="927100" marR="5080" lvl="1" indent="-457200">
              <a:lnSpc>
                <a:spcPct val="200000"/>
              </a:lnSpc>
              <a:spcBef>
                <a:spcPts val="710"/>
              </a:spcBef>
              <a:buAutoNum type="arabicPeriod"/>
              <a:tabLst>
                <a:tab pos="927100" algn="l"/>
              </a:tabLst>
            </a:pPr>
            <a:r>
              <a:rPr sz="2000" spc="-5" dirty="0">
                <a:solidFill>
                  <a:srgbClr val="009FE8"/>
                </a:solidFill>
                <a:latin typeface="微软雅黑" panose="020B0503020204020204" charset="-122"/>
                <a:cs typeface="微软雅黑" panose="020B0503020204020204" charset="-122"/>
              </a:rPr>
              <a:t>制造测试：在芯片出厂之前，芯片制造者会进行一系列的结构化测试，以过滤掉工艺缺陷导致的废片，或者筛选出不同性能的芯片。</a:t>
            </a:r>
            <a:endParaRPr sz="2000">
              <a:latin typeface="微软雅黑" panose="020B0503020204020204" charset="-122"/>
              <a:cs typeface="微软雅黑" panose="020B0503020204020204" charset="-122"/>
            </a:endParaRPr>
          </a:p>
          <a:p>
            <a:pPr marL="1155065" lvl="2" indent="-227965">
              <a:lnSpc>
                <a:spcPct val="100000"/>
              </a:lnSpc>
              <a:spcBef>
                <a:spcPts val="2490"/>
              </a:spcBef>
              <a:buFont typeface="Wingdings" panose="05000000000000000000"/>
              <a:buChar char=""/>
              <a:tabLst>
                <a:tab pos="1155065" algn="l"/>
              </a:tabLst>
            </a:pPr>
            <a:r>
              <a:rPr sz="1600" spc="-5" dirty="0">
                <a:solidFill>
                  <a:srgbClr val="009FE8"/>
                </a:solidFill>
                <a:latin typeface="微软雅黑" panose="020B0503020204020204" charset="-122"/>
                <a:cs typeface="微软雅黑" panose="020B0503020204020204" charset="-122"/>
              </a:rPr>
              <a:t>制造测试通常包括晶圆测试和封装测试。</a:t>
            </a:r>
            <a:endParaRPr sz="1600">
              <a:latin typeface="微软雅黑" panose="020B0503020204020204" charset="-122"/>
              <a:cs typeface="微软雅黑" panose="020B0503020204020204" charset="-122"/>
            </a:endParaRPr>
          </a:p>
          <a:p>
            <a:pPr marL="1155065" lvl="2" indent="-227965">
              <a:lnSpc>
                <a:spcPct val="100000"/>
              </a:lnSpc>
              <a:spcBef>
                <a:spcPts val="2495"/>
              </a:spcBef>
              <a:buFont typeface="Wingdings" panose="05000000000000000000"/>
              <a:buChar char=""/>
              <a:tabLst>
                <a:tab pos="1155065" algn="l"/>
              </a:tabLst>
            </a:pPr>
            <a:r>
              <a:rPr sz="1600" spc="-5" dirty="0">
                <a:solidFill>
                  <a:srgbClr val="009FE8"/>
                </a:solidFill>
                <a:latin typeface="微软雅黑" panose="020B0503020204020204" charset="-122"/>
                <a:cs typeface="微软雅黑" panose="020B0503020204020204" charset="-122"/>
              </a:rPr>
              <a:t>可测性设计的目的是为了提高制造测试的可行性和效率。</a:t>
            </a:r>
            <a:endParaRPr sz="1600">
              <a:latin typeface="微软雅黑" panose="020B0503020204020204" charset="-122"/>
              <a:cs typeface="微软雅黑" panose="020B0503020204020204" charset="-122"/>
            </a:endParaRPr>
          </a:p>
          <a:p>
            <a:pPr marL="927100" marR="5080" lvl="1" indent="-457200">
              <a:lnSpc>
                <a:spcPct val="200000"/>
              </a:lnSpc>
              <a:spcBef>
                <a:spcPts val="270"/>
              </a:spcBef>
              <a:buAutoNum type="arabicPeriod"/>
              <a:tabLst>
                <a:tab pos="927100" algn="l"/>
              </a:tabLst>
            </a:pPr>
            <a:r>
              <a:rPr sz="2000" spc="-5" dirty="0">
                <a:solidFill>
                  <a:srgbClr val="009FE8"/>
                </a:solidFill>
                <a:latin typeface="微软雅黑" panose="020B0503020204020204" charset="-122"/>
                <a:cs typeface="微软雅黑" panose="020B0503020204020204" charset="-122"/>
              </a:rPr>
              <a:t>功能测试：作为对芯片功能验证的延续，芯片设计者通常会将不同的验证用例施加</a:t>
            </a:r>
            <a:r>
              <a:rPr sz="2000" dirty="0">
                <a:solidFill>
                  <a:srgbClr val="009FE8"/>
                </a:solidFill>
                <a:latin typeface="微软雅黑" panose="020B0503020204020204" charset="-122"/>
                <a:cs typeface="微软雅黑" panose="020B0503020204020204" charset="-122"/>
              </a:rPr>
              <a:t>在芯片上，以检查芯片设计是否</a:t>
            </a:r>
            <a:r>
              <a:rPr sz="2000" spc="-25" dirty="0">
                <a:solidFill>
                  <a:srgbClr val="009FE8"/>
                </a:solidFill>
                <a:latin typeface="微软雅黑" panose="020B0503020204020204" charset="-122"/>
                <a:cs typeface="微软雅黑" panose="020B0503020204020204" charset="-122"/>
              </a:rPr>
              <a:t>100</a:t>
            </a:r>
            <a:r>
              <a:rPr sz="2000" spc="-20" dirty="0">
                <a:solidFill>
                  <a:srgbClr val="009FE8"/>
                </a:solidFill>
                <a:latin typeface="微软雅黑" panose="020B0503020204020204" charset="-122"/>
                <a:cs typeface="微软雅黑" panose="020B0503020204020204" charset="-122"/>
              </a:rPr>
              <a:t>%正确。</a:t>
            </a:r>
            <a:endParaRPr sz="2000">
              <a:latin typeface="微软雅黑" panose="020B0503020204020204" charset="-122"/>
              <a:cs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什么是测试？</a:t>
            </a:r>
            <a:endParaRPr spc="-10" dirty="0"/>
          </a:p>
        </p:txBody>
      </p:sp>
      <p:sp>
        <p:nvSpPr>
          <p:cNvPr id="3" name="object 3"/>
          <p:cNvSpPr txBox="1"/>
          <p:nvPr/>
        </p:nvSpPr>
        <p:spPr>
          <a:xfrm>
            <a:off x="963930" y="1578355"/>
            <a:ext cx="3225800" cy="391160"/>
          </a:xfrm>
          <a:prstGeom prst="rect">
            <a:avLst/>
          </a:prstGeom>
        </p:spPr>
        <p:txBody>
          <a:bodyPr vert="horz" wrap="square" lIns="0" tIns="12700" rIns="0" bIns="0" rtlCol="0">
            <a:spAutoFit/>
          </a:bodyPr>
          <a:lstStyle/>
          <a:p>
            <a:pPr marL="12700">
              <a:lnSpc>
                <a:spcPct val="100000"/>
              </a:lnSpc>
              <a:spcBef>
                <a:spcPts val="100"/>
              </a:spcBef>
              <a:tabLst>
                <a:tab pos="469265" algn="l"/>
              </a:tabLst>
            </a:pPr>
            <a:r>
              <a:rPr sz="2400" b="1" spc="-25" dirty="0">
                <a:solidFill>
                  <a:srgbClr val="009FE8"/>
                </a:solidFill>
                <a:latin typeface="微软雅黑" panose="020B0503020204020204" charset="-122"/>
                <a:cs typeface="微软雅黑" panose="020B0503020204020204" charset="-122"/>
              </a:rPr>
              <a:t>3.</a:t>
            </a:r>
            <a:r>
              <a:rPr sz="2400" b="1" dirty="0">
                <a:solidFill>
                  <a:srgbClr val="009FE8"/>
                </a:solidFill>
                <a:latin typeface="微软雅黑" panose="020B0503020204020204" charset="-122"/>
                <a:cs typeface="微软雅黑" panose="020B0503020204020204" charset="-122"/>
              </a:rPr>
              <a:t>	</a:t>
            </a:r>
            <a:r>
              <a:rPr sz="2400" b="1" spc="-10" dirty="0">
                <a:solidFill>
                  <a:srgbClr val="009FE8"/>
                </a:solidFill>
                <a:latin typeface="微软雅黑" panose="020B0503020204020204" charset="-122"/>
                <a:cs typeface="微软雅黑" panose="020B0503020204020204" charset="-122"/>
              </a:rPr>
              <a:t>制造测试的基本流程</a:t>
            </a:r>
            <a:endParaRPr sz="2400">
              <a:latin typeface="微软雅黑" panose="020B0503020204020204" charset="-122"/>
              <a:cs typeface="微软雅黑" panose="020B0503020204020204" charset="-122"/>
            </a:endParaRPr>
          </a:p>
        </p:txBody>
      </p:sp>
      <p:sp>
        <p:nvSpPr>
          <p:cNvPr id="4" name="object 4"/>
          <p:cNvSpPr/>
          <p:nvPr/>
        </p:nvSpPr>
        <p:spPr>
          <a:xfrm>
            <a:off x="2664180" y="4426699"/>
            <a:ext cx="2099945" cy="785495"/>
          </a:xfrm>
          <a:custGeom>
            <a:avLst/>
            <a:gdLst/>
            <a:ahLst/>
            <a:cxnLst/>
            <a:rect l="l" t="t" r="r" b="b"/>
            <a:pathLst>
              <a:path w="2099945" h="785495">
                <a:moveTo>
                  <a:pt x="1049858" y="0"/>
                </a:moveTo>
                <a:lnTo>
                  <a:pt x="0" y="392557"/>
                </a:lnTo>
                <a:lnTo>
                  <a:pt x="1049858" y="785126"/>
                </a:lnTo>
                <a:lnTo>
                  <a:pt x="2099729" y="392557"/>
                </a:lnTo>
                <a:lnTo>
                  <a:pt x="1049858" y="0"/>
                </a:lnTo>
                <a:close/>
              </a:path>
            </a:pathLst>
          </a:custGeom>
          <a:solidFill>
            <a:srgbClr val="BDD7EE"/>
          </a:solidFill>
        </p:spPr>
        <p:txBody>
          <a:bodyPr wrap="square" lIns="0" tIns="0" rIns="0" bIns="0" rtlCol="0"/>
          <a:lstStyle/>
          <a:p/>
        </p:txBody>
      </p:sp>
      <p:sp>
        <p:nvSpPr>
          <p:cNvPr id="5" name="object 5"/>
          <p:cNvSpPr txBox="1"/>
          <p:nvPr/>
        </p:nvSpPr>
        <p:spPr>
          <a:xfrm>
            <a:off x="3345738" y="4698492"/>
            <a:ext cx="736600" cy="238760"/>
          </a:xfrm>
          <a:prstGeom prst="rect">
            <a:avLst/>
          </a:prstGeom>
        </p:spPr>
        <p:txBody>
          <a:bodyPr vert="horz" wrap="square" lIns="0" tIns="12700" rIns="0" bIns="0" rtlCol="0">
            <a:spAutoFit/>
          </a:bodyPr>
          <a:lstStyle/>
          <a:p>
            <a:pPr marL="12700">
              <a:lnSpc>
                <a:spcPct val="100000"/>
              </a:lnSpc>
              <a:spcBef>
                <a:spcPts val="100"/>
              </a:spcBef>
            </a:pPr>
            <a:r>
              <a:rPr sz="1400" spc="-15" dirty="0">
                <a:solidFill>
                  <a:srgbClr val="2E75B6"/>
                </a:solidFill>
                <a:latin typeface="微软雅黑" panose="020B0503020204020204" charset="-122"/>
                <a:cs typeface="微软雅黑" panose="020B0503020204020204" charset="-122"/>
              </a:rPr>
              <a:t>晶圆切割</a:t>
            </a:r>
            <a:endParaRPr sz="1400">
              <a:latin typeface="微软雅黑" panose="020B0503020204020204" charset="-122"/>
              <a:cs typeface="微软雅黑" panose="020B0503020204020204" charset="-122"/>
            </a:endParaRPr>
          </a:p>
        </p:txBody>
      </p:sp>
      <p:sp>
        <p:nvSpPr>
          <p:cNvPr id="6" name="object 6"/>
          <p:cNvSpPr txBox="1"/>
          <p:nvPr/>
        </p:nvSpPr>
        <p:spPr>
          <a:xfrm>
            <a:off x="2664180" y="3300069"/>
            <a:ext cx="2099945" cy="730885"/>
          </a:xfrm>
          <a:prstGeom prst="rect">
            <a:avLst/>
          </a:prstGeom>
          <a:solidFill>
            <a:srgbClr val="BDD7EE"/>
          </a:solidFill>
        </p:spPr>
        <p:txBody>
          <a:bodyPr vert="horz" wrap="square" lIns="0" tIns="137160" rIns="0" bIns="0" rtlCol="0">
            <a:spAutoFit/>
          </a:bodyPr>
          <a:lstStyle/>
          <a:p>
            <a:pPr marL="546100" marR="537845" indent="147320">
              <a:lnSpc>
                <a:spcPct val="101000"/>
              </a:lnSpc>
              <a:spcBef>
                <a:spcPts val="1080"/>
              </a:spcBef>
            </a:pPr>
            <a:r>
              <a:rPr sz="1400" spc="-15" dirty="0">
                <a:solidFill>
                  <a:srgbClr val="2E75B6"/>
                </a:solidFill>
                <a:latin typeface="微软雅黑" panose="020B0503020204020204" charset="-122"/>
                <a:cs typeface="微软雅黑" panose="020B0503020204020204" charset="-122"/>
              </a:rPr>
              <a:t>晶圆测试</a:t>
            </a:r>
            <a:r>
              <a:rPr sz="1400" spc="-50" dirty="0">
                <a:solidFill>
                  <a:srgbClr val="2E75B6"/>
                </a:solidFill>
                <a:latin typeface="微软雅黑" panose="020B0503020204020204" charset="-122"/>
                <a:cs typeface="微软雅黑" panose="020B0503020204020204" charset="-122"/>
              </a:rPr>
              <a:t> </a:t>
            </a:r>
            <a:r>
              <a:rPr sz="1400" dirty="0">
                <a:solidFill>
                  <a:srgbClr val="2E75B6"/>
                </a:solidFill>
                <a:latin typeface="微软雅黑" panose="020B0503020204020204" charset="-122"/>
                <a:cs typeface="微软雅黑" panose="020B0503020204020204" charset="-122"/>
              </a:rPr>
              <a:t>(Wafer</a:t>
            </a:r>
            <a:r>
              <a:rPr sz="1400" spc="-90" dirty="0">
                <a:solidFill>
                  <a:srgbClr val="2E75B6"/>
                </a:solidFill>
                <a:latin typeface="微软雅黑" panose="020B0503020204020204" charset="-122"/>
                <a:cs typeface="微软雅黑" panose="020B0503020204020204" charset="-122"/>
              </a:rPr>
              <a:t> </a:t>
            </a:r>
            <a:r>
              <a:rPr sz="1400" spc="-40" dirty="0">
                <a:solidFill>
                  <a:srgbClr val="2E75B6"/>
                </a:solidFill>
                <a:latin typeface="微软雅黑" panose="020B0503020204020204" charset="-122"/>
                <a:cs typeface="微软雅黑" panose="020B0503020204020204" charset="-122"/>
              </a:rPr>
              <a:t>Test)</a:t>
            </a:r>
            <a:endParaRPr sz="1400">
              <a:latin typeface="微软雅黑" panose="020B0503020204020204" charset="-122"/>
              <a:cs typeface="微软雅黑" panose="020B0503020204020204" charset="-122"/>
            </a:endParaRPr>
          </a:p>
        </p:txBody>
      </p:sp>
      <p:sp>
        <p:nvSpPr>
          <p:cNvPr id="7" name="object 7"/>
          <p:cNvSpPr txBox="1"/>
          <p:nvPr/>
        </p:nvSpPr>
        <p:spPr>
          <a:xfrm>
            <a:off x="2664180" y="2133384"/>
            <a:ext cx="2099945" cy="730885"/>
          </a:xfrm>
          <a:prstGeom prst="rect">
            <a:avLst/>
          </a:prstGeom>
          <a:solidFill>
            <a:srgbClr val="BDD7EE"/>
          </a:solidFill>
        </p:spPr>
        <p:txBody>
          <a:bodyPr vert="horz" wrap="square" lIns="0" tIns="53340" rIns="0" bIns="0" rtlCol="0">
            <a:spAutoFit/>
          </a:bodyPr>
          <a:lstStyle/>
          <a:p>
            <a:pPr>
              <a:lnSpc>
                <a:spcPct val="100000"/>
              </a:lnSpc>
              <a:spcBef>
                <a:spcPts val="420"/>
              </a:spcBef>
            </a:pPr>
            <a:endParaRPr sz="1400">
              <a:latin typeface="Times New Roman" panose="02020603050405020304"/>
              <a:cs typeface="Times New Roman" panose="02020603050405020304"/>
            </a:endParaRPr>
          </a:p>
          <a:p>
            <a:pPr marL="516255">
              <a:lnSpc>
                <a:spcPct val="100000"/>
              </a:lnSpc>
            </a:pPr>
            <a:r>
              <a:rPr sz="1400" spc="-10" dirty="0">
                <a:solidFill>
                  <a:srgbClr val="2E75B6"/>
                </a:solidFill>
                <a:latin typeface="微软雅黑" panose="020B0503020204020204" charset="-122"/>
                <a:cs typeface="微软雅黑" panose="020B0503020204020204" charset="-122"/>
              </a:rPr>
              <a:t>芯片制造完成</a:t>
            </a:r>
            <a:endParaRPr sz="1400">
              <a:latin typeface="微软雅黑" panose="020B0503020204020204" charset="-122"/>
              <a:cs typeface="微软雅黑" panose="020B0503020204020204" charset="-122"/>
            </a:endParaRPr>
          </a:p>
        </p:txBody>
      </p:sp>
      <p:sp>
        <p:nvSpPr>
          <p:cNvPr id="8" name="object 8"/>
          <p:cNvSpPr txBox="1"/>
          <p:nvPr/>
        </p:nvSpPr>
        <p:spPr>
          <a:xfrm>
            <a:off x="2664180" y="5591717"/>
            <a:ext cx="2099945" cy="730885"/>
          </a:xfrm>
          <a:prstGeom prst="rect">
            <a:avLst/>
          </a:prstGeom>
          <a:solidFill>
            <a:srgbClr val="BDD7EE"/>
          </a:solidFill>
        </p:spPr>
        <p:txBody>
          <a:bodyPr vert="horz" wrap="square" lIns="0" tIns="54610" rIns="0" bIns="0" rtlCol="0">
            <a:spAutoFit/>
          </a:bodyPr>
          <a:lstStyle/>
          <a:p>
            <a:pPr>
              <a:lnSpc>
                <a:spcPct val="100000"/>
              </a:lnSpc>
              <a:spcBef>
                <a:spcPts val="430"/>
              </a:spcBef>
            </a:pPr>
            <a:endParaRPr sz="1400">
              <a:latin typeface="Times New Roman" panose="02020603050405020304"/>
              <a:cs typeface="Times New Roman" panose="02020603050405020304"/>
            </a:endParaRPr>
          </a:p>
          <a:p>
            <a:pPr algn="ctr">
              <a:lnSpc>
                <a:spcPct val="100000"/>
              </a:lnSpc>
            </a:pPr>
            <a:r>
              <a:rPr sz="1400" spc="-25" dirty="0">
                <a:solidFill>
                  <a:srgbClr val="2E75B6"/>
                </a:solidFill>
                <a:latin typeface="微软雅黑" panose="020B0503020204020204" charset="-122"/>
                <a:cs typeface="微软雅黑" panose="020B0503020204020204" charset="-122"/>
              </a:rPr>
              <a:t>封装</a:t>
            </a:r>
            <a:endParaRPr sz="1400">
              <a:latin typeface="微软雅黑" panose="020B0503020204020204" charset="-122"/>
              <a:cs typeface="微软雅黑" panose="020B0503020204020204" charset="-122"/>
            </a:endParaRPr>
          </a:p>
        </p:txBody>
      </p:sp>
      <p:sp>
        <p:nvSpPr>
          <p:cNvPr id="9" name="object 9"/>
          <p:cNvSpPr/>
          <p:nvPr/>
        </p:nvSpPr>
        <p:spPr>
          <a:xfrm>
            <a:off x="3662349" y="2863723"/>
            <a:ext cx="103505" cy="436880"/>
          </a:xfrm>
          <a:custGeom>
            <a:avLst/>
            <a:gdLst/>
            <a:ahLst/>
            <a:cxnLst/>
            <a:rect l="l" t="t" r="r" b="b"/>
            <a:pathLst>
              <a:path w="103504" h="436879">
                <a:moveTo>
                  <a:pt x="7073" y="340321"/>
                </a:moveTo>
                <a:lnTo>
                  <a:pt x="1015" y="343865"/>
                </a:lnTo>
                <a:lnTo>
                  <a:pt x="0" y="347751"/>
                </a:lnTo>
                <a:lnTo>
                  <a:pt x="51701" y="436372"/>
                </a:lnTo>
                <a:lnTo>
                  <a:pt x="59051" y="423773"/>
                </a:lnTo>
                <a:lnTo>
                  <a:pt x="45351" y="423773"/>
                </a:lnTo>
                <a:lnTo>
                  <a:pt x="45351" y="400288"/>
                </a:lnTo>
                <a:lnTo>
                  <a:pt x="10960" y="341350"/>
                </a:lnTo>
                <a:lnTo>
                  <a:pt x="7073" y="340321"/>
                </a:lnTo>
                <a:close/>
              </a:path>
              <a:path w="103504" h="436879">
                <a:moveTo>
                  <a:pt x="45351" y="400288"/>
                </a:moveTo>
                <a:lnTo>
                  <a:pt x="45351" y="423773"/>
                </a:lnTo>
                <a:lnTo>
                  <a:pt x="58051" y="423773"/>
                </a:lnTo>
                <a:lnTo>
                  <a:pt x="58051" y="420573"/>
                </a:lnTo>
                <a:lnTo>
                  <a:pt x="46215" y="420573"/>
                </a:lnTo>
                <a:lnTo>
                  <a:pt x="51700" y="411169"/>
                </a:lnTo>
                <a:lnTo>
                  <a:pt x="45351" y="400288"/>
                </a:lnTo>
                <a:close/>
              </a:path>
              <a:path w="103504" h="436879">
                <a:moveTo>
                  <a:pt x="96316" y="340321"/>
                </a:moveTo>
                <a:lnTo>
                  <a:pt x="92430" y="341350"/>
                </a:lnTo>
                <a:lnTo>
                  <a:pt x="58051" y="400288"/>
                </a:lnTo>
                <a:lnTo>
                  <a:pt x="58051" y="423773"/>
                </a:lnTo>
                <a:lnTo>
                  <a:pt x="59051" y="423773"/>
                </a:lnTo>
                <a:lnTo>
                  <a:pt x="103403" y="347751"/>
                </a:lnTo>
                <a:lnTo>
                  <a:pt x="102374" y="343865"/>
                </a:lnTo>
                <a:lnTo>
                  <a:pt x="96316" y="340321"/>
                </a:lnTo>
                <a:close/>
              </a:path>
              <a:path w="103504" h="436879">
                <a:moveTo>
                  <a:pt x="51700" y="411169"/>
                </a:moveTo>
                <a:lnTo>
                  <a:pt x="46215" y="420573"/>
                </a:lnTo>
                <a:lnTo>
                  <a:pt x="57188" y="420573"/>
                </a:lnTo>
                <a:lnTo>
                  <a:pt x="51700" y="411169"/>
                </a:lnTo>
                <a:close/>
              </a:path>
              <a:path w="103504" h="436879">
                <a:moveTo>
                  <a:pt x="58051" y="400288"/>
                </a:moveTo>
                <a:lnTo>
                  <a:pt x="51700" y="411169"/>
                </a:lnTo>
                <a:lnTo>
                  <a:pt x="57188" y="420573"/>
                </a:lnTo>
                <a:lnTo>
                  <a:pt x="58051" y="420573"/>
                </a:lnTo>
                <a:lnTo>
                  <a:pt x="58051" y="400288"/>
                </a:lnTo>
                <a:close/>
              </a:path>
              <a:path w="103504" h="436879">
                <a:moveTo>
                  <a:pt x="45351" y="218173"/>
                </a:moveTo>
                <a:lnTo>
                  <a:pt x="45351" y="400288"/>
                </a:lnTo>
                <a:lnTo>
                  <a:pt x="51700" y="411169"/>
                </a:lnTo>
                <a:lnTo>
                  <a:pt x="58048" y="400288"/>
                </a:lnTo>
                <a:lnTo>
                  <a:pt x="58051" y="224523"/>
                </a:lnTo>
                <a:lnTo>
                  <a:pt x="51701" y="224523"/>
                </a:lnTo>
                <a:lnTo>
                  <a:pt x="45351" y="218173"/>
                </a:lnTo>
                <a:close/>
              </a:path>
              <a:path w="103504" h="436879">
                <a:moveTo>
                  <a:pt x="58051" y="0"/>
                </a:moveTo>
                <a:lnTo>
                  <a:pt x="45351" y="0"/>
                </a:lnTo>
                <a:lnTo>
                  <a:pt x="45351" y="218173"/>
                </a:lnTo>
                <a:lnTo>
                  <a:pt x="51701" y="224523"/>
                </a:lnTo>
                <a:lnTo>
                  <a:pt x="58051" y="224523"/>
                </a:lnTo>
                <a:lnTo>
                  <a:pt x="58051" y="218173"/>
                </a:lnTo>
                <a:lnTo>
                  <a:pt x="51701" y="211823"/>
                </a:lnTo>
                <a:lnTo>
                  <a:pt x="58051" y="211823"/>
                </a:lnTo>
                <a:lnTo>
                  <a:pt x="58051" y="0"/>
                </a:lnTo>
                <a:close/>
              </a:path>
              <a:path w="103504" h="436879">
                <a:moveTo>
                  <a:pt x="58051" y="211823"/>
                </a:moveTo>
                <a:lnTo>
                  <a:pt x="51701" y="211823"/>
                </a:lnTo>
                <a:lnTo>
                  <a:pt x="58051" y="218173"/>
                </a:lnTo>
                <a:lnTo>
                  <a:pt x="58051" y="211823"/>
                </a:lnTo>
                <a:close/>
              </a:path>
            </a:pathLst>
          </a:custGeom>
          <a:solidFill>
            <a:srgbClr val="1F4E79"/>
          </a:solidFill>
        </p:spPr>
        <p:txBody>
          <a:bodyPr wrap="square" lIns="0" tIns="0" rIns="0" bIns="0" rtlCol="0"/>
          <a:lstStyle/>
          <a:p/>
        </p:txBody>
      </p:sp>
      <p:grpSp>
        <p:nvGrpSpPr>
          <p:cNvPr id="10" name="object 10"/>
          <p:cNvGrpSpPr/>
          <p:nvPr/>
        </p:nvGrpSpPr>
        <p:grpSpPr>
          <a:xfrm>
            <a:off x="3662336" y="4030421"/>
            <a:ext cx="3853179" cy="1561465"/>
            <a:chOff x="3662336" y="4030421"/>
            <a:chExt cx="3853179" cy="1561465"/>
          </a:xfrm>
        </p:grpSpPr>
        <p:sp>
          <p:nvSpPr>
            <p:cNvPr id="11" name="object 11"/>
            <p:cNvSpPr/>
            <p:nvPr/>
          </p:nvSpPr>
          <p:spPr>
            <a:xfrm>
              <a:off x="3662337" y="4030420"/>
              <a:ext cx="103505" cy="1561465"/>
            </a:xfrm>
            <a:custGeom>
              <a:avLst/>
              <a:gdLst/>
              <a:ahLst/>
              <a:cxnLst/>
              <a:rect l="l" t="t" r="r" b="b"/>
              <a:pathLst>
                <a:path w="103504" h="1561464">
                  <a:moveTo>
                    <a:pt x="103416" y="1472692"/>
                  </a:moveTo>
                  <a:lnTo>
                    <a:pt x="102387" y="1468805"/>
                  </a:lnTo>
                  <a:lnTo>
                    <a:pt x="96329" y="1465275"/>
                  </a:lnTo>
                  <a:lnTo>
                    <a:pt x="92443" y="1466291"/>
                  </a:lnTo>
                  <a:lnTo>
                    <a:pt x="58064" y="1525257"/>
                  </a:lnTo>
                  <a:lnTo>
                    <a:pt x="51701" y="1536141"/>
                  </a:lnTo>
                  <a:lnTo>
                    <a:pt x="58039" y="1525257"/>
                  </a:lnTo>
                  <a:lnTo>
                    <a:pt x="58064" y="1377696"/>
                  </a:lnTo>
                  <a:lnTo>
                    <a:pt x="58064" y="1371358"/>
                  </a:lnTo>
                  <a:lnTo>
                    <a:pt x="58051" y="1364996"/>
                  </a:lnTo>
                  <a:lnTo>
                    <a:pt x="58051" y="1181404"/>
                  </a:lnTo>
                  <a:lnTo>
                    <a:pt x="45351" y="1181404"/>
                  </a:lnTo>
                  <a:lnTo>
                    <a:pt x="45364" y="1371358"/>
                  </a:lnTo>
                  <a:lnTo>
                    <a:pt x="45364" y="1525257"/>
                  </a:lnTo>
                  <a:lnTo>
                    <a:pt x="10972" y="1466291"/>
                  </a:lnTo>
                  <a:lnTo>
                    <a:pt x="7086" y="1465275"/>
                  </a:lnTo>
                  <a:lnTo>
                    <a:pt x="1028" y="1468805"/>
                  </a:lnTo>
                  <a:lnTo>
                    <a:pt x="0" y="1472692"/>
                  </a:lnTo>
                  <a:lnTo>
                    <a:pt x="51714" y="1561325"/>
                  </a:lnTo>
                  <a:lnTo>
                    <a:pt x="59055" y="1548726"/>
                  </a:lnTo>
                  <a:lnTo>
                    <a:pt x="103416" y="1472692"/>
                  </a:lnTo>
                  <a:close/>
                </a:path>
                <a:path w="103504" h="1561464">
                  <a:moveTo>
                    <a:pt x="103416" y="307682"/>
                  </a:moveTo>
                  <a:lnTo>
                    <a:pt x="102387" y="303796"/>
                  </a:lnTo>
                  <a:lnTo>
                    <a:pt x="96329" y="300266"/>
                  </a:lnTo>
                  <a:lnTo>
                    <a:pt x="92443" y="301282"/>
                  </a:lnTo>
                  <a:lnTo>
                    <a:pt x="58051" y="360248"/>
                  </a:lnTo>
                  <a:lnTo>
                    <a:pt x="58051" y="204495"/>
                  </a:lnTo>
                  <a:lnTo>
                    <a:pt x="58051" y="198158"/>
                  </a:lnTo>
                  <a:lnTo>
                    <a:pt x="51701" y="204495"/>
                  </a:lnTo>
                  <a:lnTo>
                    <a:pt x="58039" y="198158"/>
                  </a:lnTo>
                  <a:lnTo>
                    <a:pt x="58064" y="191795"/>
                  </a:lnTo>
                  <a:lnTo>
                    <a:pt x="58064" y="0"/>
                  </a:lnTo>
                  <a:lnTo>
                    <a:pt x="45364" y="0"/>
                  </a:lnTo>
                  <a:lnTo>
                    <a:pt x="45364" y="198145"/>
                  </a:lnTo>
                  <a:lnTo>
                    <a:pt x="45351" y="360248"/>
                  </a:lnTo>
                  <a:lnTo>
                    <a:pt x="10972" y="301282"/>
                  </a:lnTo>
                  <a:lnTo>
                    <a:pt x="7086" y="300266"/>
                  </a:lnTo>
                  <a:lnTo>
                    <a:pt x="1028" y="303796"/>
                  </a:lnTo>
                  <a:lnTo>
                    <a:pt x="0" y="307682"/>
                  </a:lnTo>
                  <a:lnTo>
                    <a:pt x="1778" y="310705"/>
                  </a:lnTo>
                  <a:lnTo>
                    <a:pt x="51701" y="396316"/>
                  </a:lnTo>
                  <a:lnTo>
                    <a:pt x="59055" y="383705"/>
                  </a:lnTo>
                  <a:lnTo>
                    <a:pt x="103416" y="307682"/>
                  </a:lnTo>
                  <a:close/>
                </a:path>
              </a:pathLst>
            </a:custGeom>
            <a:solidFill>
              <a:srgbClr val="1F4E79"/>
            </a:solidFill>
          </p:spPr>
          <p:txBody>
            <a:bodyPr wrap="square" lIns="0" tIns="0" rIns="0" bIns="0" rtlCol="0"/>
            <a:lstStyle/>
            <a:p/>
          </p:txBody>
        </p:sp>
        <p:sp>
          <p:nvSpPr>
            <p:cNvPr id="12" name="object 12"/>
            <p:cNvSpPr/>
            <p:nvPr/>
          </p:nvSpPr>
          <p:spPr>
            <a:xfrm>
              <a:off x="6409931" y="4736134"/>
              <a:ext cx="1105535" cy="666115"/>
            </a:xfrm>
            <a:custGeom>
              <a:avLst/>
              <a:gdLst/>
              <a:ahLst/>
              <a:cxnLst/>
              <a:rect l="l" t="t" r="r" b="b"/>
              <a:pathLst>
                <a:path w="1105534" h="666114">
                  <a:moveTo>
                    <a:pt x="552653" y="0"/>
                  </a:moveTo>
                  <a:lnTo>
                    <a:pt x="0" y="332816"/>
                  </a:lnTo>
                  <a:lnTo>
                    <a:pt x="552653" y="665632"/>
                  </a:lnTo>
                  <a:lnTo>
                    <a:pt x="1105306" y="332816"/>
                  </a:lnTo>
                  <a:lnTo>
                    <a:pt x="552653" y="0"/>
                  </a:lnTo>
                  <a:close/>
                </a:path>
              </a:pathLst>
            </a:custGeom>
            <a:solidFill>
              <a:srgbClr val="BDD7EE"/>
            </a:solidFill>
          </p:spPr>
          <p:txBody>
            <a:bodyPr wrap="square" lIns="0" tIns="0" rIns="0" bIns="0" rtlCol="0"/>
            <a:lstStyle/>
            <a:p/>
          </p:txBody>
        </p:sp>
      </p:grpSp>
      <p:sp>
        <p:nvSpPr>
          <p:cNvPr id="13" name="object 13"/>
          <p:cNvSpPr txBox="1"/>
          <p:nvPr/>
        </p:nvSpPr>
        <p:spPr>
          <a:xfrm>
            <a:off x="6772084" y="4948428"/>
            <a:ext cx="381000" cy="238760"/>
          </a:xfrm>
          <a:prstGeom prst="rect">
            <a:avLst/>
          </a:prstGeom>
        </p:spPr>
        <p:txBody>
          <a:bodyPr vert="horz" wrap="square" lIns="0" tIns="12700" rIns="0" bIns="0" rtlCol="0">
            <a:spAutoFit/>
          </a:bodyPr>
          <a:lstStyle/>
          <a:p>
            <a:pPr marL="12700">
              <a:lnSpc>
                <a:spcPct val="100000"/>
              </a:lnSpc>
              <a:spcBef>
                <a:spcPts val="100"/>
              </a:spcBef>
            </a:pPr>
            <a:r>
              <a:rPr sz="1400" spc="-25" dirty="0">
                <a:solidFill>
                  <a:srgbClr val="2E75B6"/>
                </a:solidFill>
                <a:latin typeface="微软雅黑" panose="020B0503020204020204" charset="-122"/>
                <a:cs typeface="微软雅黑" panose="020B0503020204020204" charset="-122"/>
              </a:rPr>
              <a:t>丢弃</a:t>
            </a:r>
            <a:endParaRPr sz="1400">
              <a:latin typeface="微软雅黑" panose="020B0503020204020204" charset="-122"/>
              <a:cs typeface="微软雅黑" panose="020B0503020204020204" charset="-122"/>
            </a:endParaRPr>
          </a:p>
        </p:txBody>
      </p:sp>
      <p:sp>
        <p:nvSpPr>
          <p:cNvPr id="14" name="object 14"/>
          <p:cNvSpPr txBox="1"/>
          <p:nvPr/>
        </p:nvSpPr>
        <p:spPr>
          <a:xfrm>
            <a:off x="7032980" y="3300069"/>
            <a:ext cx="2099945" cy="730885"/>
          </a:xfrm>
          <a:prstGeom prst="rect">
            <a:avLst/>
          </a:prstGeom>
          <a:solidFill>
            <a:srgbClr val="BDD7EE"/>
          </a:solidFill>
        </p:spPr>
        <p:txBody>
          <a:bodyPr vert="horz" wrap="square" lIns="0" tIns="53975" rIns="0" bIns="0" rtlCol="0">
            <a:spAutoFit/>
          </a:bodyPr>
          <a:lstStyle/>
          <a:p>
            <a:pPr>
              <a:lnSpc>
                <a:spcPct val="100000"/>
              </a:lnSpc>
              <a:spcBef>
                <a:spcPts val="425"/>
              </a:spcBef>
            </a:pPr>
            <a:endParaRPr sz="1400">
              <a:latin typeface="Times New Roman" panose="02020603050405020304"/>
              <a:cs typeface="Times New Roman" panose="02020603050405020304"/>
            </a:endParaRPr>
          </a:p>
          <a:p>
            <a:pPr algn="ctr">
              <a:lnSpc>
                <a:spcPct val="100000"/>
              </a:lnSpc>
              <a:spcBef>
                <a:spcPts val="5"/>
              </a:spcBef>
            </a:pPr>
            <a:r>
              <a:rPr sz="1400" spc="-25" dirty="0">
                <a:solidFill>
                  <a:srgbClr val="2E75B6"/>
                </a:solidFill>
                <a:latin typeface="微软雅黑" panose="020B0503020204020204" charset="-122"/>
                <a:cs typeface="微软雅黑" panose="020B0503020204020204" charset="-122"/>
              </a:rPr>
              <a:t>筛片</a:t>
            </a:r>
            <a:endParaRPr sz="1400">
              <a:latin typeface="微软雅黑" panose="020B0503020204020204" charset="-122"/>
              <a:cs typeface="微软雅黑" panose="020B0503020204020204" charset="-122"/>
            </a:endParaRPr>
          </a:p>
        </p:txBody>
      </p:sp>
      <p:sp>
        <p:nvSpPr>
          <p:cNvPr id="15" name="object 15"/>
          <p:cNvSpPr txBox="1"/>
          <p:nvPr/>
        </p:nvSpPr>
        <p:spPr>
          <a:xfrm>
            <a:off x="7032980" y="2133384"/>
            <a:ext cx="2099945" cy="730885"/>
          </a:xfrm>
          <a:prstGeom prst="rect">
            <a:avLst/>
          </a:prstGeom>
          <a:solidFill>
            <a:srgbClr val="BDD7EE"/>
          </a:solidFill>
        </p:spPr>
        <p:txBody>
          <a:bodyPr vert="horz" wrap="square" lIns="0" tIns="139065" rIns="0" bIns="0" rtlCol="0">
            <a:spAutoFit/>
          </a:bodyPr>
          <a:lstStyle/>
          <a:p>
            <a:pPr algn="ctr">
              <a:lnSpc>
                <a:spcPct val="100000"/>
              </a:lnSpc>
              <a:spcBef>
                <a:spcPts val="1095"/>
              </a:spcBef>
            </a:pPr>
            <a:r>
              <a:rPr sz="1400" spc="-15" dirty="0">
                <a:solidFill>
                  <a:srgbClr val="2E75B6"/>
                </a:solidFill>
                <a:latin typeface="微软雅黑" panose="020B0503020204020204" charset="-122"/>
                <a:cs typeface="微软雅黑" panose="020B0503020204020204" charset="-122"/>
              </a:rPr>
              <a:t>封装测试</a:t>
            </a:r>
            <a:endParaRPr sz="1400">
              <a:latin typeface="微软雅黑" panose="020B0503020204020204" charset="-122"/>
              <a:cs typeface="微软雅黑" panose="020B0503020204020204" charset="-122"/>
            </a:endParaRPr>
          </a:p>
          <a:p>
            <a:pPr algn="ctr">
              <a:lnSpc>
                <a:spcPct val="100000"/>
              </a:lnSpc>
              <a:spcBef>
                <a:spcPts val="25"/>
              </a:spcBef>
            </a:pPr>
            <a:r>
              <a:rPr sz="1400" dirty="0">
                <a:solidFill>
                  <a:srgbClr val="2E75B6"/>
                </a:solidFill>
                <a:latin typeface="微软雅黑" panose="020B0503020204020204" charset="-122"/>
                <a:cs typeface="微软雅黑" panose="020B0503020204020204" charset="-122"/>
              </a:rPr>
              <a:t>（Final</a:t>
            </a:r>
            <a:r>
              <a:rPr sz="1400" spc="-25" dirty="0">
                <a:solidFill>
                  <a:srgbClr val="2E75B6"/>
                </a:solidFill>
                <a:latin typeface="微软雅黑" panose="020B0503020204020204" charset="-122"/>
                <a:cs typeface="微软雅黑" panose="020B0503020204020204" charset="-122"/>
              </a:rPr>
              <a:t> </a:t>
            </a:r>
            <a:r>
              <a:rPr sz="1400" spc="-10" dirty="0">
                <a:solidFill>
                  <a:srgbClr val="2E75B6"/>
                </a:solidFill>
                <a:latin typeface="微软雅黑" panose="020B0503020204020204" charset="-122"/>
                <a:cs typeface="微软雅黑" panose="020B0503020204020204" charset="-122"/>
              </a:rPr>
              <a:t>Test）</a:t>
            </a:r>
            <a:endParaRPr sz="1400">
              <a:latin typeface="微软雅黑" panose="020B0503020204020204" charset="-122"/>
              <a:cs typeface="微软雅黑" panose="020B0503020204020204" charset="-122"/>
            </a:endParaRPr>
          </a:p>
        </p:txBody>
      </p:sp>
      <p:sp>
        <p:nvSpPr>
          <p:cNvPr id="16" name="object 16"/>
          <p:cNvSpPr/>
          <p:nvPr/>
        </p:nvSpPr>
        <p:spPr>
          <a:xfrm>
            <a:off x="8031150" y="2863723"/>
            <a:ext cx="103505" cy="436880"/>
          </a:xfrm>
          <a:custGeom>
            <a:avLst/>
            <a:gdLst/>
            <a:ahLst/>
            <a:cxnLst/>
            <a:rect l="l" t="t" r="r" b="b"/>
            <a:pathLst>
              <a:path w="103504" h="436879">
                <a:moveTo>
                  <a:pt x="7073" y="340321"/>
                </a:moveTo>
                <a:lnTo>
                  <a:pt x="1015" y="343865"/>
                </a:lnTo>
                <a:lnTo>
                  <a:pt x="0" y="347751"/>
                </a:lnTo>
                <a:lnTo>
                  <a:pt x="51701" y="436372"/>
                </a:lnTo>
                <a:lnTo>
                  <a:pt x="59051" y="423773"/>
                </a:lnTo>
                <a:lnTo>
                  <a:pt x="45351" y="423773"/>
                </a:lnTo>
                <a:lnTo>
                  <a:pt x="45351" y="400288"/>
                </a:lnTo>
                <a:lnTo>
                  <a:pt x="10960" y="341350"/>
                </a:lnTo>
                <a:lnTo>
                  <a:pt x="7073" y="340321"/>
                </a:lnTo>
                <a:close/>
              </a:path>
              <a:path w="103504" h="436879">
                <a:moveTo>
                  <a:pt x="45351" y="400288"/>
                </a:moveTo>
                <a:lnTo>
                  <a:pt x="45351" y="423773"/>
                </a:lnTo>
                <a:lnTo>
                  <a:pt x="58051" y="423773"/>
                </a:lnTo>
                <a:lnTo>
                  <a:pt x="58051" y="420573"/>
                </a:lnTo>
                <a:lnTo>
                  <a:pt x="46215" y="420573"/>
                </a:lnTo>
                <a:lnTo>
                  <a:pt x="51700" y="411169"/>
                </a:lnTo>
                <a:lnTo>
                  <a:pt x="45351" y="400288"/>
                </a:lnTo>
                <a:close/>
              </a:path>
              <a:path w="103504" h="436879">
                <a:moveTo>
                  <a:pt x="96316" y="340321"/>
                </a:moveTo>
                <a:lnTo>
                  <a:pt x="92430" y="341350"/>
                </a:lnTo>
                <a:lnTo>
                  <a:pt x="58051" y="400288"/>
                </a:lnTo>
                <a:lnTo>
                  <a:pt x="58051" y="423773"/>
                </a:lnTo>
                <a:lnTo>
                  <a:pt x="59051" y="423773"/>
                </a:lnTo>
                <a:lnTo>
                  <a:pt x="103403" y="347751"/>
                </a:lnTo>
                <a:lnTo>
                  <a:pt x="102374" y="343865"/>
                </a:lnTo>
                <a:lnTo>
                  <a:pt x="96316" y="340321"/>
                </a:lnTo>
                <a:close/>
              </a:path>
              <a:path w="103504" h="436879">
                <a:moveTo>
                  <a:pt x="51700" y="411169"/>
                </a:moveTo>
                <a:lnTo>
                  <a:pt x="46215" y="420573"/>
                </a:lnTo>
                <a:lnTo>
                  <a:pt x="57188" y="420573"/>
                </a:lnTo>
                <a:lnTo>
                  <a:pt x="51700" y="411169"/>
                </a:lnTo>
                <a:close/>
              </a:path>
              <a:path w="103504" h="436879">
                <a:moveTo>
                  <a:pt x="58051" y="400288"/>
                </a:moveTo>
                <a:lnTo>
                  <a:pt x="51700" y="411169"/>
                </a:lnTo>
                <a:lnTo>
                  <a:pt x="57188" y="420573"/>
                </a:lnTo>
                <a:lnTo>
                  <a:pt x="58051" y="420573"/>
                </a:lnTo>
                <a:lnTo>
                  <a:pt x="58051" y="400288"/>
                </a:lnTo>
                <a:close/>
              </a:path>
              <a:path w="103504" h="436879">
                <a:moveTo>
                  <a:pt x="45351" y="218173"/>
                </a:moveTo>
                <a:lnTo>
                  <a:pt x="45351" y="400288"/>
                </a:lnTo>
                <a:lnTo>
                  <a:pt x="51700" y="411169"/>
                </a:lnTo>
                <a:lnTo>
                  <a:pt x="58048" y="400288"/>
                </a:lnTo>
                <a:lnTo>
                  <a:pt x="58051" y="224523"/>
                </a:lnTo>
                <a:lnTo>
                  <a:pt x="51701" y="224523"/>
                </a:lnTo>
                <a:lnTo>
                  <a:pt x="45351" y="218173"/>
                </a:lnTo>
                <a:close/>
              </a:path>
              <a:path w="103504" h="436879">
                <a:moveTo>
                  <a:pt x="58051" y="0"/>
                </a:moveTo>
                <a:lnTo>
                  <a:pt x="45351" y="0"/>
                </a:lnTo>
                <a:lnTo>
                  <a:pt x="45351" y="218173"/>
                </a:lnTo>
                <a:lnTo>
                  <a:pt x="51701" y="224523"/>
                </a:lnTo>
                <a:lnTo>
                  <a:pt x="58051" y="224523"/>
                </a:lnTo>
                <a:lnTo>
                  <a:pt x="58051" y="218173"/>
                </a:lnTo>
                <a:lnTo>
                  <a:pt x="51701" y="211823"/>
                </a:lnTo>
                <a:lnTo>
                  <a:pt x="58051" y="211823"/>
                </a:lnTo>
                <a:lnTo>
                  <a:pt x="58051" y="0"/>
                </a:lnTo>
                <a:close/>
              </a:path>
              <a:path w="103504" h="436879">
                <a:moveTo>
                  <a:pt x="58051" y="211823"/>
                </a:moveTo>
                <a:lnTo>
                  <a:pt x="51701" y="211823"/>
                </a:lnTo>
                <a:lnTo>
                  <a:pt x="58051" y="218173"/>
                </a:lnTo>
                <a:lnTo>
                  <a:pt x="58051" y="211823"/>
                </a:lnTo>
                <a:close/>
              </a:path>
            </a:pathLst>
          </a:custGeom>
          <a:solidFill>
            <a:srgbClr val="1F4E79"/>
          </a:solidFill>
        </p:spPr>
        <p:txBody>
          <a:bodyPr wrap="square" lIns="0" tIns="0" rIns="0" bIns="0" rtlCol="0"/>
          <a:lstStyle/>
          <a:p/>
        </p:txBody>
      </p:sp>
      <p:grpSp>
        <p:nvGrpSpPr>
          <p:cNvPr id="17" name="object 17"/>
          <p:cNvGrpSpPr/>
          <p:nvPr/>
        </p:nvGrpSpPr>
        <p:grpSpPr>
          <a:xfrm>
            <a:off x="875664" y="2446858"/>
            <a:ext cx="6157595" cy="3516629"/>
            <a:chOff x="875664" y="2446858"/>
            <a:chExt cx="6157595" cy="3516629"/>
          </a:xfrm>
        </p:grpSpPr>
        <p:sp>
          <p:nvSpPr>
            <p:cNvPr id="18" name="object 18"/>
            <p:cNvSpPr/>
            <p:nvPr/>
          </p:nvSpPr>
          <p:spPr>
            <a:xfrm>
              <a:off x="4763909" y="2446858"/>
              <a:ext cx="2269490" cy="3516629"/>
            </a:xfrm>
            <a:custGeom>
              <a:avLst/>
              <a:gdLst/>
              <a:ahLst/>
              <a:cxnLst/>
              <a:rect l="l" t="t" r="r" b="b"/>
              <a:pathLst>
                <a:path w="2269490" h="3516629">
                  <a:moveTo>
                    <a:pt x="1128191" y="3503681"/>
                  </a:moveTo>
                  <a:lnTo>
                    <a:pt x="0" y="3503681"/>
                  </a:lnTo>
                  <a:lnTo>
                    <a:pt x="0" y="3516381"/>
                  </a:lnTo>
                  <a:lnTo>
                    <a:pt x="1140891" y="3516381"/>
                  </a:lnTo>
                  <a:lnTo>
                    <a:pt x="1140891" y="3510031"/>
                  </a:lnTo>
                  <a:lnTo>
                    <a:pt x="1128191" y="3510031"/>
                  </a:lnTo>
                  <a:lnTo>
                    <a:pt x="1128191" y="3503681"/>
                  </a:lnTo>
                  <a:close/>
                </a:path>
                <a:path w="2269490" h="3516629">
                  <a:moveTo>
                    <a:pt x="2233007" y="45351"/>
                  </a:moveTo>
                  <a:lnTo>
                    <a:pt x="1128191" y="45351"/>
                  </a:lnTo>
                  <a:lnTo>
                    <a:pt x="1128191" y="3510031"/>
                  </a:lnTo>
                  <a:lnTo>
                    <a:pt x="1134541" y="3503681"/>
                  </a:lnTo>
                  <a:lnTo>
                    <a:pt x="1140891" y="3503681"/>
                  </a:lnTo>
                  <a:lnTo>
                    <a:pt x="1140891" y="58051"/>
                  </a:lnTo>
                  <a:lnTo>
                    <a:pt x="1134541" y="58051"/>
                  </a:lnTo>
                  <a:lnTo>
                    <a:pt x="1140891" y="51701"/>
                  </a:lnTo>
                  <a:lnTo>
                    <a:pt x="2243892" y="51701"/>
                  </a:lnTo>
                  <a:lnTo>
                    <a:pt x="2233007" y="45351"/>
                  </a:lnTo>
                  <a:close/>
                </a:path>
                <a:path w="2269490" h="3516629">
                  <a:moveTo>
                    <a:pt x="1140891" y="3503681"/>
                  </a:moveTo>
                  <a:lnTo>
                    <a:pt x="1134541" y="3503681"/>
                  </a:lnTo>
                  <a:lnTo>
                    <a:pt x="1128191" y="3510031"/>
                  </a:lnTo>
                  <a:lnTo>
                    <a:pt x="1140891" y="3510031"/>
                  </a:lnTo>
                  <a:lnTo>
                    <a:pt x="1140891" y="3503681"/>
                  </a:lnTo>
                  <a:close/>
                </a:path>
                <a:path w="2269490" h="3516629">
                  <a:moveTo>
                    <a:pt x="2243892" y="51701"/>
                  </a:moveTo>
                  <a:lnTo>
                    <a:pt x="2174074" y="92430"/>
                  </a:lnTo>
                  <a:lnTo>
                    <a:pt x="2173046" y="96316"/>
                  </a:lnTo>
                  <a:lnTo>
                    <a:pt x="2176576" y="102374"/>
                  </a:lnTo>
                  <a:lnTo>
                    <a:pt x="2180463" y="103403"/>
                  </a:lnTo>
                  <a:lnTo>
                    <a:pt x="2258211" y="58051"/>
                  </a:lnTo>
                  <a:lnTo>
                    <a:pt x="2256497" y="58051"/>
                  </a:lnTo>
                  <a:lnTo>
                    <a:pt x="2256497" y="57188"/>
                  </a:lnTo>
                  <a:lnTo>
                    <a:pt x="2253297" y="57188"/>
                  </a:lnTo>
                  <a:lnTo>
                    <a:pt x="2243892" y="51701"/>
                  </a:lnTo>
                  <a:close/>
                </a:path>
                <a:path w="2269490" h="3516629">
                  <a:moveTo>
                    <a:pt x="1140891" y="51701"/>
                  </a:moveTo>
                  <a:lnTo>
                    <a:pt x="1134541" y="58051"/>
                  </a:lnTo>
                  <a:lnTo>
                    <a:pt x="1140891" y="58051"/>
                  </a:lnTo>
                  <a:lnTo>
                    <a:pt x="1140891" y="51701"/>
                  </a:lnTo>
                  <a:close/>
                </a:path>
                <a:path w="2269490" h="3516629">
                  <a:moveTo>
                    <a:pt x="2243892" y="51701"/>
                  </a:moveTo>
                  <a:lnTo>
                    <a:pt x="1140891" y="51701"/>
                  </a:lnTo>
                  <a:lnTo>
                    <a:pt x="1140891" y="58051"/>
                  </a:lnTo>
                  <a:lnTo>
                    <a:pt x="2233007" y="58051"/>
                  </a:lnTo>
                  <a:lnTo>
                    <a:pt x="2243892" y="51701"/>
                  </a:lnTo>
                  <a:close/>
                </a:path>
                <a:path w="2269490" h="3516629">
                  <a:moveTo>
                    <a:pt x="2258210" y="45351"/>
                  </a:moveTo>
                  <a:lnTo>
                    <a:pt x="2256497" y="45351"/>
                  </a:lnTo>
                  <a:lnTo>
                    <a:pt x="2256497" y="58051"/>
                  </a:lnTo>
                  <a:lnTo>
                    <a:pt x="2258211" y="58051"/>
                  </a:lnTo>
                  <a:lnTo>
                    <a:pt x="2269096" y="51701"/>
                  </a:lnTo>
                  <a:lnTo>
                    <a:pt x="2258210" y="45351"/>
                  </a:lnTo>
                  <a:close/>
                </a:path>
                <a:path w="2269490" h="3516629">
                  <a:moveTo>
                    <a:pt x="2253297" y="46215"/>
                  </a:moveTo>
                  <a:lnTo>
                    <a:pt x="2243892" y="51701"/>
                  </a:lnTo>
                  <a:lnTo>
                    <a:pt x="2253297" y="57188"/>
                  </a:lnTo>
                  <a:lnTo>
                    <a:pt x="2253297" y="46215"/>
                  </a:lnTo>
                  <a:close/>
                </a:path>
                <a:path w="2269490" h="3516629">
                  <a:moveTo>
                    <a:pt x="2256497" y="46215"/>
                  </a:moveTo>
                  <a:lnTo>
                    <a:pt x="2253297" y="46215"/>
                  </a:lnTo>
                  <a:lnTo>
                    <a:pt x="2253297" y="57188"/>
                  </a:lnTo>
                  <a:lnTo>
                    <a:pt x="2256497" y="57188"/>
                  </a:lnTo>
                  <a:lnTo>
                    <a:pt x="2256497" y="46215"/>
                  </a:lnTo>
                  <a:close/>
                </a:path>
                <a:path w="2269490" h="3516629">
                  <a:moveTo>
                    <a:pt x="2180463" y="0"/>
                  </a:moveTo>
                  <a:lnTo>
                    <a:pt x="2176576" y="1015"/>
                  </a:lnTo>
                  <a:lnTo>
                    <a:pt x="2173046" y="7073"/>
                  </a:lnTo>
                  <a:lnTo>
                    <a:pt x="2174074" y="10972"/>
                  </a:lnTo>
                  <a:lnTo>
                    <a:pt x="2243892" y="51701"/>
                  </a:lnTo>
                  <a:lnTo>
                    <a:pt x="2253297" y="46215"/>
                  </a:lnTo>
                  <a:lnTo>
                    <a:pt x="2256497" y="46215"/>
                  </a:lnTo>
                  <a:lnTo>
                    <a:pt x="2256497" y="45351"/>
                  </a:lnTo>
                  <a:lnTo>
                    <a:pt x="2258210" y="45351"/>
                  </a:lnTo>
                  <a:lnTo>
                    <a:pt x="2180463" y="0"/>
                  </a:lnTo>
                  <a:close/>
                </a:path>
              </a:pathLst>
            </a:custGeom>
            <a:solidFill>
              <a:srgbClr val="1F4E79"/>
            </a:solidFill>
          </p:spPr>
          <p:txBody>
            <a:bodyPr wrap="square" lIns="0" tIns="0" rIns="0" bIns="0" rtlCol="0"/>
            <a:lstStyle/>
            <a:p/>
          </p:txBody>
        </p:sp>
        <p:sp>
          <p:nvSpPr>
            <p:cNvPr id="19" name="object 19"/>
            <p:cNvSpPr/>
            <p:nvPr/>
          </p:nvSpPr>
          <p:spPr>
            <a:xfrm>
              <a:off x="2090864" y="5326418"/>
              <a:ext cx="1623695" cy="103505"/>
            </a:xfrm>
            <a:custGeom>
              <a:avLst/>
              <a:gdLst/>
              <a:ahLst/>
              <a:cxnLst/>
              <a:rect l="l" t="t" r="r" b="b"/>
              <a:pathLst>
                <a:path w="1623695" h="103504">
                  <a:moveTo>
                    <a:pt x="88620" y="0"/>
                  </a:moveTo>
                  <a:lnTo>
                    <a:pt x="0" y="51701"/>
                  </a:lnTo>
                  <a:lnTo>
                    <a:pt x="88620" y="103403"/>
                  </a:lnTo>
                  <a:lnTo>
                    <a:pt x="92519" y="102374"/>
                  </a:lnTo>
                  <a:lnTo>
                    <a:pt x="96050" y="96316"/>
                  </a:lnTo>
                  <a:lnTo>
                    <a:pt x="95021" y="92430"/>
                  </a:lnTo>
                  <a:lnTo>
                    <a:pt x="36088" y="58051"/>
                  </a:lnTo>
                  <a:lnTo>
                    <a:pt x="12598" y="58051"/>
                  </a:lnTo>
                  <a:lnTo>
                    <a:pt x="12598" y="45351"/>
                  </a:lnTo>
                  <a:lnTo>
                    <a:pt x="36067" y="45351"/>
                  </a:lnTo>
                  <a:lnTo>
                    <a:pt x="95021" y="10960"/>
                  </a:lnTo>
                  <a:lnTo>
                    <a:pt x="96050" y="7073"/>
                  </a:lnTo>
                  <a:lnTo>
                    <a:pt x="92519" y="1015"/>
                  </a:lnTo>
                  <a:lnTo>
                    <a:pt x="88620" y="0"/>
                  </a:lnTo>
                  <a:close/>
                </a:path>
                <a:path w="1623695" h="103504">
                  <a:moveTo>
                    <a:pt x="36067" y="45351"/>
                  </a:moveTo>
                  <a:lnTo>
                    <a:pt x="12598" y="45351"/>
                  </a:lnTo>
                  <a:lnTo>
                    <a:pt x="12598" y="58051"/>
                  </a:lnTo>
                  <a:lnTo>
                    <a:pt x="36088" y="58051"/>
                  </a:lnTo>
                  <a:lnTo>
                    <a:pt x="34586" y="57175"/>
                  </a:lnTo>
                  <a:lnTo>
                    <a:pt x="15798" y="57175"/>
                  </a:lnTo>
                  <a:lnTo>
                    <a:pt x="15798" y="46215"/>
                  </a:lnTo>
                  <a:lnTo>
                    <a:pt x="34586" y="46215"/>
                  </a:lnTo>
                  <a:lnTo>
                    <a:pt x="36067" y="45351"/>
                  </a:lnTo>
                  <a:close/>
                </a:path>
                <a:path w="1623695" h="103504">
                  <a:moveTo>
                    <a:pt x="1623187" y="45351"/>
                  </a:moveTo>
                  <a:lnTo>
                    <a:pt x="36067" y="45351"/>
                  </a:lnTo>
                  <a:lnTo>
                    <a:pt x="25203" y="51701"/>
                  </a:lnTo>
                  <a:lnTo>
                    <a:pt x="36088" y="58051"/>
                  </a:lnTo>
                  <a:lnTo>
                    <a:pt x="1623187" y="58051"/>
                  </a:lnTo>
                  <a:lnTo>
                    <a:pt x="1623187" y="45351"/>
                  </a:lnTo>
                  <a:close/>
                </a:path>
                <a:path w="1623695" h="103504">
                  <a:moveTo>
                    <a:pt x="15798" y="46215"/>
                  </a:moveTo>
                  <a:lnTo>
                    <a:pt x="15798" y="57175"/>
                  </a:lnTo>
                  <a:lnTo>
                    <a:pt x="25181" y="51701"/>
                  </a:lnTo>
                  <a:lnTo>
                    <a:pt x="15798" y="46215"/>
                  </a:lnTo>
                  <a:close/>
                </a:path>
                <a:path w="1623695" h="103504">
                  <a:moveTo>
                    <a:pt x="25203" y="51701"/>
                  </a:moveTo>
                  <a:lnTo>
                    <a:pt x="15798" y="57175"/>
                  </a:lnTo>
                  <a:lnTo>
                    <a:pt x="34586" y="57175"/>
                  </a:lnTo>
                  <a:lnTo>
                    <a:pt x="25203" y="51701"/>
                  </a:lnTo>
                  <a:close/>
                </a:path>
                <a:path w="1623695" h="103504">
                  <a:moveTo>
                    <a:pt x="34586" y="46215"/>
                  </a:moveTo>
                  <a:lnTo>
                    <a:pt x="15798" y="46215"/>
                  </a:lnTo>
                  <a:lnTo>
                    <a:pt x="25203" y="51701"/>
                  </a:lnTo>
                  <a:lnTo>
                    <a:pt x="34586" y="46215"/>
                  </a:lnTo>
                  <a:close/>
                </a:path>
              </a:pathLst>
            </a:custGeom>
            <a:solidFill>
              <a:srgbClr val="000000"/>
            </a:solidFill>
          </p:spPr>
          <p:txBody>
            <a:bodyPr wrap="square" lIns="0" tIns="0" rIns="0" bIns="0" rtlCol="0"/>
            <a:lstStyle/>
            <a:p/>
          </p:txBody>
        </p:sp>
        <p:sp>
          <p:nvSpPr>
            <p:cNvPr id="20" name="object 20"/>
            <p:cNvSpPr/>
            <p:nvPr/>
          </p:nvSpPr>
          <p:spPr>
            <a:xfrm>
              <a:off x="885189" y="5070005"/>
              <a:ext cx="1205865" cy="616585"/>
            </a:xfrm>
            <a:custGeom>
              <a:avLst/>
              <a:gdLst/>
              <a:ahLst/>
              <a:cxnLst/>
              <a:rect l="l" t="t" r="r" b="b"/>
              <a:pathLst>
                <a:path w="1205864" h="616585">
                  <a:moveTo>
                    <a:pt x="602843" y="0"/>
                  </a:moveTo>
                  <a:lnTo>
                    <a:pt x="0" y="308102"/>
                  </a:lnTo>
                  <a:lnTo>
                    <a:pt x="602843" y="616217"/>
                  </a:lnTo>
                  <a:lnTo>
                    <a:pt x="1205699" y="308102"/>
                  </a:lnTo>
                  <a:lnTo>
                    <a:pt x="602843" y="0"/>
                  </a:lnTo>
                  <a:close/>
                </a:path>
              </a:pathLst>
            </a:custGeom>
            <a:solidFill>
              <a:srgbClr val="BDD7EE"/>
            </a:solidFill>
          </p:spPr>
          <p:txBody>
            <a:bodyPr wrap="square" lIns="0" tIns="0" rIns="0" bIns="0" rtlCol="0"/>
            <a:lstStyle/>
            <a:p/>
          </p:txBody>
        </p:sp>
        <p:sp>
          <p:nvSpPr>
            <p:cNvPr id="21" name="object 21"/>
            <p:cNvSpPr/>
            <p:nvPr/>
          </p:nvSpPr>
          <p:spPr>
            <a:xfrm>
              <a:off x="885189" y="5070005"/>
              <a:ext cx="1205865" cy="616585"/>
            </a:xfrm>
            <a:custGeom>
              <a:avLst/>
              <a:gdLst/>
              <a:ahLst/>
              <a:cxnLst/>
              <a:rect l="l" t="t" r="r" b="b"/>
              <a:pathLst>
                <a:path w="1205864" h="616585">
                  <a:moveTo>
                    <a:pt x="0" y="308109"/>
                  </a:moveTo>
                  <a:lnTo>
                    <a:pt x="602850" y="0"/>
                  </a:lnTo>
                  <a:lnTo>
                    <a:pt x="1205700" y="308109"/>
                  </a:lnTo>
                  <a:lnTo>
                    <a:pt x="602850" y="616218"/>
                  </a:lnTo>
                  <a:lnTo>
                    <a:pt x="0" y="308109"/>
                  </a:lnTo>
                  <a:close/>
                </a:path>
              </a:pathLst>
            </a:custGeom>
            <a:ln w="19050">
              <a:solidFill>
                <a:srgbClr val="FFFFFF"/>
              </a:solidFill>
            </a:ln>
          </p:spPr>
          <p:txBody>
            <a:bodyPr wrap="square" lIns="0" tIns="0" rIns="0" bIns="0" rtlCol="0"/>
            <a:lstStyle/>
            <a:p/>
          </p:txBody>
        </p:sp>
      </p:grpSp>
      <p:sp>
        <p:nvSpPr>
          <p:cNvPr id="22" name="object 22"/>
          <p:cNvSpPr txBox="1"/>
          <p:nvPr/>
        </p:nvSpPr>
        <p:spPr>
          <a:xfrm>
            <a:off x="1297533" y="5259324"/>
            <a:ext cx="381000" cy="238760"/>
          </a:xfrm>
          <a:prstGeom prst="rect">
            <a:avLst/>
          </a:prstGeom>
        </p:spPr>
        <p:txBody>
          <a:bodyPr vert="horz" wrap="square" lIns="0" tIns="12700" rIns="0" bIns="0" rtlCol="0">
            <a:spAutoFit/>
          </a:bodyPr>
          <a:lstStyle/>
          <a:p>
            <a:pPr marL="12700">
              <a:lnSpc>
                <a:spcPct val="100000"/>
              </a:lnSpc>
              <a:spcBef>
                <a:spcPts val="100"/>
              </a:spcBef>
            </a:pPr>
            <a:r>
              <a:rPr sz="1400" spc="-25" dirty="0">
                <a:solidFill>
                  <a:srgbClr val="2E75B6"/>
                </a:solidFill>
                <a:latin typeface="微软雅黑" panose="020B0503020204020204" charset="-122"/>
                <a:cs typeface="微软雅黑" panose="020B0503020204020204" charset="-122"/>
              </a:rPr>
              <a:t>丢弃</a:t>
            </a:r>
            <a:endParaRPr sz="1400">
              <a:latin typeface="微软雅黑" panose="020B0503020204020204" charset="-122"/>
              <a:cs typeface="微软雅黑" panose="020B0503020204020204" charset="-122"/>
            </a:endParaRPr>
          </a:p>
        </p:txBody>
      </p:sp>
      <p:sp>
        <p:nvSpPr>
          <p:cNvPr id="23" name="object 23"/>
          <p:cNvSpPr txBox="1"/>
          <p:nvPr/>
        </p:nvSpPr>
        <p:spPr>
          <a:xfrm>
            <a:off x="2219490" y="5120132"/>
            <a:ext cx="34036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Arial" panose="020B0604020202020204"/>
                <a:cs typeface="Arial" panose="020B0604020202020204"/>
              </a:rPr>
              <a:t>FAIL</a:t>
            </a:r>
            <a:endParaRPr sz="1200">
              <a:latin typeface="Arial" panose="020B0604020202020204"/>
              <a:cs typeface="Arial" panose="020B0604020202020204"/>
            </a:endParaRPr>
          </a:p>
        </p:txBody>
      </p:sp>
      <p:sp>
        <p:nvSpPr>
          <p:cNvPr id="24" name="object 24"/>
          <p:cNvSpPr txBox="1"/>
          <p:nvPr/>
        </p:nvSpPr>
        <p:spPr>
          <a:xfrm>
            <a:off x="3795801" y="5278628"/>
            <a:ext cx="421005"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Arial" panose="020B0604020202020204"/>
                <a:cs typeface="Arial" panose="020B0604020202020204"/>
              </a:rPr>
              <a:t>PASS</a:t>
            </a:r>
            <a:endParaRPr sz="1200">
              <a:latin typeface="Arial" panose="020B0604020202020204"/>
              <a:cs typeface="Arial" panose="020B0604020202020204"/>
            </a:endParaRPr>
          </a:p>
        </p:txBody>
      </p:sp>
      <p:sp>
        <p:nvSpPr>
          <p:cNvPr id="25" name="object 25"/>
          <p:cNvSpPr txBox="1"/>
          <p:nvPr/>
        </p:nvSpPr>
        <p:spPr>
          <a:xfrm>
            <a:off x="3823982" y="2885947"/>
            <a:ext cx="939800" cy="385445"/>
          </a:xfrm>
          <a:prstGeom prst="rect">
            <a:avLst/>
          </a:prstGeom>
        </p:spPr>
        <p:txBody>
          <a:bodyPr vert="horz" wrap="square" lIns="0" tIns="12700" rIns="0" bIns="0" rtlCol="0">
            <a:spAutoFit/>
          </a:bodyPr>
          <a:lstStyle/>
          <a:p>
            <a:pPr marL="12700">
              <a:lnSpc>
                <a:spcPts val="1415"/>
              </a:lnSpc>
              <a:spcBef>
                <a:spcPts val="100"/>
              </a:spcBef>
            </a:pPr>
            <a:r>
              <a:rPr sz="1200" spc="-10" dirty="0">
                <a:latin typeface="宋体" panose="02010600030101010101" pitchFamily="2" charset="-122"/>
                <a:cs typeface="宋体" panose="02010600030101010101" pitchFamily="2" charset="-122"/>
              </a:rPr>
              <a:t>自动测试仪器</a:t>
            </a:r>
            <a:endParaRPr sz="1200">
              <a:latin typeface="宋体" panose="02010600030101010101" pitchFamily="2" charset="-122"/>
              <a:cs typeface="宋体" panose="02010600030101010101" pitchFamily="2" charset="-122"/>
            </a:endParaRPr>
          </a:p>
          <a:p>
            <a:pPr marL="12700">
              <a:lnSpc>
                <a:spcPts val="1415"/>
              </a:lnSpc>
            </a:pPr>
            <a:r>
              <a:rPr sz="1200" spc="-10" dirty="0">
                <a:latin typeface="宋体" panose="02010600030101010101" pitchFamily="2" charset="-122"/>
                <a:cs typeface="宋体" panose="02010600030101010101" pitchFamily="2" charset="-122"/>
              </a:rPr>
              <a:t>（</a:t>
            </a:r>
            <a:r>
              <a:rPr sz="1200" spc="-10" dirty="0">
                <a:latin typeface="Arial" panose="020B0604020202020204"/>
                <a:cs typeface="Arial" panose="020B0604020202020204"/>
              </a:rPr>
              <a:t>ATE</a:t>
            </a:r>
            <a:r>
              <a:rPr sz="1200" spc="-10" dirty="0">
                <a:latin typeface="宋体" panose="02010600030101010101" pitchFamily="2" charset="-122"/>
                <a:cs typeface="宋体" panose="02010600030101010101" pitchFamily="2" charset="-122"/>
              </a:rPr>
              <a:t>）</a:t>
            </a:r>
            <a:endParaRPr sz="1200">
              <a:latin typeface="宋体" panose="02010600030101010101" pitchFamily="2" charset="-122"/>
              <a:cs typeface="宋体" panose="02010600030101010101" pitchFamily="2" charset="-122"/>
            </a:endParaRPr>
          </a:p>
        </p:txBody>
      </p:sp>
      <p:sp>
        <p:nvSpPr>
          <p:cNvPr id="26" name="object 26"/>
          <p:cNvSpPr/>
          <p:nvPr/>
        </p:nvSpPr>
        <p:spPr>
          <a:xfrm>
            <a:off x="4281982" y="5320672"/>
            <a:ext cx="129539" cy="129539"/>
          </a:xfrm>
          <a:custGeom>
            <a:avLst/>
            <a:gdLst/>
            <a:ahLst/>
            <a:cxnLst/>
            <a:rect l="l" t="t" r="r" b="b"/>
            <a:pathLst>
              <a:path w="129539" h="129539">
                <a:moveTo>
                  <a:pt x="129183" y="0"/>
                </a:moveTo>
                <a:lnTo>
                  <a:pt x="0" y="0"/>
                </a:lnTo>
                <a:lnTo>
                  <a:pt x="0" y="129227"/>
                </a:lnTo>
                <a:lnTo>
                  <a:pt x="129183" y="129227"/>
                </a:lnTo>
                <a:lnTo>
                  <a:pt x="129183" y="0"/>
                </a:lnTo>
                <a:close/>
              </a:path>
            </a:pathLst>
          </a:custGeom>
          <a:solidFill>
            <a:srgbClr val="70AD47"/>
          </a:solidFill>
        </p:spPr>
        <p:txBody>
          <a:bodyPr wrap="square" lIns="0" tIns="0" rIns="0" bIns="0" rtlCol="0"/>
          <a:lstStyle/>
          <a:p/>
        </p:txBody>
      </p:sp>
      <p:grpSp>
        <p:nvGrpSpPr>
          <p:cNvPr id="27" name="object 27"/>
          <p:cNvGrpSpPr/>
          <p:nvPr/>
        </p:nvGrpSpPr>
        <p:grpSpPr>
          <a:xfrm>
            <a:off x="1345103" y="3203228"/>
            <a:ext cx="7955915" cy="2195195"/>
            <a:chOff x="1345103" y="3203228"/>
            <a:chExt cx="7955915" cy="2195195"/>
          </a:xfrm>
        </p:grpSpPr>
        <p:pic>
          <p:nvPicPr>
            <p:cNvPr id="28" name="object 28"/>
            <p:cNvPicPr/>
            <p:nvPr/>
          </p:nvPicPr>
          <p:blipFill>
            <a:blip r:embed="rId1" cstate="print"/>
            <a:stretch>
              <a:fillRect/>
            </a:stretch>
          </p:blipFill>
          <p:spPr>
            <a:xfrm>
              <a:off x="1345103" y="3203228"/>
              <a:ext cx="1088372" cy="1088750"/>
            </a:xfrm>
            <a:prstGeom prst="rect">
              <a:avLst/>
            </a:prstGeom>
          </p:spPr>
        </p:pic>
        <p:sp>
          <p:nvSpPr>
            <p:cNvPr id="29" name="object 29"/>
            <p:cNvSpPr/>
            <p:nvPr/>
          </p:nvSpPr>
          <p:spPr>
            <a:xfrm>
              <a:off x="1357693" y="3215830"/>
              <a:ext cx="1012825" cy="1013460"/>
            </a:xfrm>
            <a:custGeom>
              <a:avLst/>
              <a:gdLst/>
              <a:ahLst/>
              <a:cxnLst/>
              <a:rect l="l" t="t" r="r" b="b"/>
              <a:pathLst>
                <a:path w="1012825" h="1013460">
                  <a:moveTo>
                    <a:pt x="506285" y="0"/>
                  </a:moveTo>
                  <a:lnTo>
                    <a:pt x="457528" y="2318"/>
                  </a:lnTo>
                  <a:lnTo>
                    <a:pt x="410082" y="9132"/>
                  </a:lnTo>
                  <a:lnTo>
                    <a:pt x="364159" y="20229"/>
                  </a:lnTo>
                  <a:lnTo>
                    <a:pt x="319971" y="35398"/>
                  </a:lnTo>
                  <a:lnTo>
                    <a:pt x="277731" y="54425"/>
                  </a:lnTo>
                  <a:lnTo>
                    <a:pt x="237651" y="77098"/>
                  </a:lnTo>
                  <a:lnTo>
                    <a:pt x="199942" y="103206"/>
                  </a:lnTo>
                  <a:lnTo>
                    <a:pt x="164818" y="132535"/>
                  </a:lnTo>
                  <a:lnTo>
                    <a:pt x="132490" y="164874"/>
                  </a:lnTo>
                  <a:lnTo>
                    <a:pt x="103170" y="200011"/>
                  </a:lnTo>
                  <a:lnTo>
                    <a:pt x="77072" y="237733"/>
                  </a:lnTo>
                  <a:lnTo>
                    <a:pt x="54406" y="277827"/>
                  </a:lnTo>
                  <a:lnTo>
                    <a:pt x="35386" y="320082"/>
                  </a:lnTo>
                  <a:lnTo>
                    <a:pt x="20223" y="364286"/>
                  </a:lnTo>
                  <a:lnTo>
                    <a:pt x="9129" y="410225"/>
                  </a:lnTo>
                  <a:lnTo>
                    <a:pt x="2317" y="457688"/>
                  </a:lnTo>
                  <a:lnTo>
                    <a:pt x="0" y="506463"/>
                  </a:lnTo>
                  <a:lnTo>
                    <a:pt x="2317" y="555237"/>
                  </a:lnTo>
                  <a:lnTo>
                    <a:pt x="9129" y="602700"/>
                  </a:lnTo>
                  <a:lnTo>
                    <a:pt x="20223" y="648639"/>
                  </a:lnTo>
                  <a:lnTo>
                    <a:pt x="35386" y="692842"/>
                  </a:lnTo>
                  <a:lnTo>
                    <a:pt x="54406" y="735096"/>
                  </a:lnTo>
                  <a:lnTo>
                    <a:pt x="77072" y="775189"/>
                  </a:lnTo>
                  <a:lnTo>
                    <a:pt x="103170" y="812910"/>
                  </a:lnTo>
                  <a:lnTo>
                    <a:pt x="132490" y="848045"/>
                  </a:lnTo>
                  <a:lnTo>
                    <a:pt x="164818" y="880383"/>
                  </a:lnTo>
                  <a:lnTo>
                    <a:pt x="199942" y="909712"/>
                  </a:lnTo>
                  <a:lnTo>
                    <a:pt x="237651" y="935818"/>
                  </a:lnTo>
                  <a:lnTo>
                    <a:pt x="277731" y="958491"/>
                  </a:lnTo>
                  <a:lnTo>
                    <a:pt x="319971" y="977517"/>
                  </a:lnTo>
                  <a:lnTo>
                    <a:pt x="364159" y="992685"/>
                  </a:lnTo>
                  <a:lnTo>
                    <a:pt x="410082" y="1003781"/>
                  </a:lnTo>
                  <a:lnTo>
                    <a:pt x="457528" y="1010595"/>
                  </a:lnTo>
                  <a:lnTo>
                    <a:pt x="506285" y="1012913"/>
                  </a:lnTo>
                  <a:lnTo>
                    <a:pt x="555044" y="1010595"/>
                  </a:lnTo>
                  <a:lnTo>
                    <a:pt x="602491" y="1003781"/>
                  </a:lnTo>
                  <a:lnTo>
                    <a:pt x="648415" y="992685"/>
                  </a:lnTo>
                  <a:lnTo>
                    <a:pt x="692602" y="977517"/>
                  </a:lnTo>
                  <a:lnTo>
                    <a:pt x="734842" y="958491"/>
                  </a:lnTo>
                  <a:lnTo>
                    <a:pt x="774921" y="935818"/>
                  </a:lnTo>
                  <a:lnTo>
                    <a:pt x="812629" y="909712"/>
                  </a:lnTo>
                  <a:lnTo>
                    <a:pt x="847751" y="880383"/>
                  </a:lnTo>
                  <a:lnTo>
                    <a:pt x="880078" y="848045"/>
                  </a:lnTo>
                  <a:lnTo>
                    <a:pt x="909395" y="812910"/>
                  </a:lnTo>
                  <a:lnTo>
                    <a:pt x="935492" y="775189"/>
                  </a:lnTo>
                  <a:lnTo>
                    <a:pt x="958156" y="735096"/>
                  </a:lnTo>
                  <a:lnTo>
                    <a:pt x="977175" y="692842"/>
                  </a:lnTo>
                  <a:lnTo>
                    <a:pt x="992337" y="648639"/>
                  </a:lnTo>
                  <a:lnTo>
                    <a:pt x="1003429" y="602700"/>
                  </a:lnTo>
                  <a:lnTo>
                    <a:pt x="1010240" y="555237"/>
                  </a:lnTo>
                  <a:lnTo>
                    <a:pt x="1012558" y="506463"/>
                  </a:lnTo>
                  <a:lnTo>
                    <a:pt x="1010240" y="457688"/>
                  </a:lnTo>
                  <a:lnTo>
                    <a:pt x="1003429" y="410225"/>
                  </a:lnTo>
                  <a:lnTo>
                    <a:pt x="992337" y="364286"/>
                  </a:lnTo>
                  <a:lnTo>
                    <a:pt x="977175" y="320082"/>
                  </a:lnTo>
                  <a:lnTo>
                    <a:pt x="958156" y="277827"/>
                  </a:lnTo>
                  <a:lnTo>
                    <a:pt x="935492" y="237733"/>
                  </a:lnTo>
                  <a:lnTo>
                    <a:pt x="909395" y="200011"/>
                  </a:lnTo>
                  <a:lnTo>
                    <a:pt x="880078" y="164874"/>
                  </a:lnTo>
                  <a:lnTo>
                    <a:pt x="847751" y="132535"/>
                  </a:lnTo>
                  <a:lnTo>
                    <a:pt x="812629" y="103206"/>
                  </a:lnTo>
                  <a:lnTo>
                    <a:pt x="774921" y="77098"/>
                  </a:lnTo>
                  <a:lnTo>
                    <a:pt x="734842" y="54425"/>
                  </a:lnTo>
                  <a:lnTo>
                    <a:pt x="692602" y="35398"/>
                  </a:lnTo>
                  <a:lnTo>
                    <a:pt x="648415" y="20229"/>
                  </a:lnTo>
                  <a:lnTo>
                    <a:pt x="602491" y="9132"/>
                  </a:lnTo>
                  <a:lnTo>
                    <a:pt x="555044" y="2318"/>
                  </a:lnTo>
                  <a:lnTo>
                    <a:pt x="506285" y="0"/>
                  </a:lnTo>
                  <a:close/>
                </a:path>
              </a:pathLst>
            </a:custGeom>
            <a:solidFill>
              <a:srgbClr val="FEFFFF"/>
            </a:solidFill>
          </p:spPr>
          <p:txBody>
            <a:bodyPr wrap="square" lIns="0" tIns="0" rIns="0" bIns="0" rtlCol="0"/>
            <a:lstStyle/>
            <a:p/>
          </p:txBody>
        </p:sp>
        <p:sp>
          <p:nvSpPr>
            <p:cNvPr id="30" name="object 30"/>
            <p:cNvSpPr/>
            <p:nvPr/>
          </p:nvSpPr>
          <p:spPr>
            <a:xfrm>
              <a:off x="1357702" y="3215836"/>
              <a:ext cx="1012825" cy="1013460"/>
            </a:xfrm>
            <a:custGeom>
              <a:avLst/>
              <a:gdLst/>
              <a:ahLst/>
              <a:cxnLst/>
              <a:rect l="l" t="t" r="r" b="b"/>
              <a:pathLst>
                <a:path w="1012825" h="1013460">
                  <a:moveTo>
                    <a:pt x="1012557" y="506452"/>
                  </a:moveTo>
                  <a:lnTo>
                    <a:pt x="1010240" y="457678"/>
                  </a:lnTo>
                  <a:lnTo>
                    <a:pt x="1003429" y="410216"/>
                  </a:lnTo>
                  <a:lnTo>
                    <a:pt x="992336" y="364277"/>
                  </a:lnTo>
                  <a:lnTo>
                    <a:pt x="977174" y="320074"/>
                  </a:lnTo>
                  <a:lnTo>
                    <a:pt x="958155" y="277820"/>
                  </a:lnTo>
                  <a:lnTo>
                    <a:pt x="935491" y="237726"/>
                  </a:lnTo>
                  <a:lnTo>
                    <a:pt x="909394" y="200005"/>
                  </a:lnTo>
                  <a:lnTo>
                    <a:pt x="880076" y="164870"/>
                  </a:lnTo>
                  <a:lnTo>
                    <a:pt x="847749" y="132531"/>
                  </a:lnTo>
                  <a:lnTo>
                    <a:pt x="812626" y="103202"/>
                  </a:lnTo>
                  <a:lnTo>
                    <a:pt x="774918" y="77096"/>
                  </a:lnTo>
                  <a:lnTo>
                    <a:pt x="734838" y="54423"/>
                  </a:lnTo>
                  <a:lnTo>
                    <a:pt x="692598" y="35396"/>
                  </a:lnTo>
                  <a:lnTo>
                    <a:pt x="648410" y="20229"/>
                  </a:lnTo>
                  <a:lnTo>
                    <a:pt x="602487" y="9132"/>
                  </a:lnTo>
                  <a:lnTo>
                    <a:pt x="555039" y="2318"/>
                  </a:lnTo>
                  <a:lnTo>
                    <a:pt x="506280" y="0"/>
                  </a:lnTo>
                  <a:lnTo>
                    <a:pt x="457523" y="2318"/>
                  </a:lnTo>
                  <a:lnTo>
                    <a:pt x="410077" y="9132"/>
                  </a:lnTo>
                  <a:lnTo>
                    <a:pt x="364154" y="20229"/>
                  </a:lnTo>
                  <a:lnTo>
                    <a:pt x="319966" y="35396"/>
                  </a:lnTo>
                  <a:lnTo>
                    <a:pt x="277726" y="54423"/>
                  </a:lnTo>
                  <a:lnTo>
                    <a:pt x="237646" y="77096"/>
                  </a:lnTo>
                  <a:lnTo>
                    <a:pt x="199938" y="103202"/>
                  </a:lnTo>
                  <a:lnTo>
                    <a:pt x="164814" y="132531"/>
                  </a:lnTo>
                  <a:lnTo>
                    <a:pt x="132487" y="164870"/>
                  </a:lnTo>
                  <a:lnTo>
                    <a:pt x="103168" y="200005"/>
                  </a:lnTo>
                  <a:lnTo>
                    <a:pt x="77070" y="237726"/>
                  </a:lnTo>
                  <a:lnTo>
                    <a:pt x="54405" y="277820"/>
                  </a:lnTo>
                  <a:lnTo>
                    <a:pt x="35385" y="320074"/>
                  </a:lnTo>
                  <a:lnTo>
                    <a:pt x="20222" y="364277"/>
                  </a:lnTo>
                  <a:lnTo>
                    <a:pt x="9129" y="410216"/>
                  </a:lnTo>
                  <a:lnTo>
                    <a:pt x="2317" y="457678"/>
                  </a:lnTo>
                  <a:lnTo>
                    <a:pt x="0" y="506452"/>
                  </a:lnTo>
                  <a:lnTo>
                    <a:pt x="2317" y="555228"/>
                  </a:lnTo>
                  <a:lnTo>
                    <a:pt x="9129" y="602693"/>
                  </a:lnTo>
                  <a:lnTo>
                    <a:pt x="20222" y="648632"/>
                  </a:lnTo>
                  <a:lnTo>
                    <a:pt x="35385" y="692836"/>
                  </a:lnTo>
                  <a:lnTo>
                    <a:pt x="54405" y="735091"/>
                  </a:lnTo>
                  <a:lnTo>
                    <a:pt x="77070" y="775185"/>
                  </a:lnTo>
                  <a:lnTo>
                    <a:pt x="103168" y="812906"/>
                  </a:lnTo>
                  <a:lnTo>
                    <a:pt x="132487" y="848041"/>
                  </a:lnTo>
                  <a:lnTo>
                    <a:pt x="164814" y="880379"/>
                  </a:lnTo>
                  <a:lnTo>
                    <a:pt x="199938" y="909708"/>
                  </a:lnTo>
                  <a:lnTo>
                    <a:pt x="237646" y="935814"/>
                  </a:lnTo>
                  <a:lnTo>
                    <a:pt x="277726" y="958487"/>
                  </a:lnTo>
                  <a:lnTo>
                    <a:pt x="319966" y="977513"/>
                  </a:lnTo>
                  <a:lnTo>
                    <a:pt x="364154" y="992680"/>
                  </a:lnTo>
                  <a:lnTo>
                    <a:pt x="410077" y="1003777"/>
                  </a:lnTo>
                  <a:lnTo>
                    <a:pt x="457523" y="1010590"/>
                  </a:lnTo>
                  <a:lnTo>
                    <a:pt x="506280" y="1012909"/>
                  </a:lnTo>
                  <a:lnTo>
                    <a:pt x="555039" y="1010590"/>
                  </a:lnTo>
                  <a:lnTo>
                    <a:pt x="602487" y="1003777"/>
                  </a:lnTo>
                  <a:lnTo>
                    <a:pt x="648410" y="992680"/>
                  </a:lnTo>
                  <a:lnTo>
                    <a:pt x="692598" y="977513"/>
                  </a:lnTo>
                  <a:lnTo>
                    <a:pt x="734838" y="958487"/>
                  </a:lnTo>
                  <a:lnTo>
                    <a:pt x="774918" y="935814"/>
                  </a:lnTo>
                  <a:lnTo>
                    <a:pt x="812626" y="909708"/>
                  </a:lnTo>
                  <a:lnTo>
                    <a:pt x="847749" y="880379"/>
                  </a:lnTo>
                  <a:lnTo>
                    <a:pt x="880076" y="848041"/>
                  </a:lnTo>
                  <a:lnTo>
                    <a:pt x="909394" y="812906"/>
                  </a:lnTo>
                  <a:lnTo>
                    <a:pt x="935491" y="775185"/>
                  </a:lnTo>
                  <a:lnTo>
                    <a:pt x="958155" y="735091"/>
                  </a:lnTo>
                  <a:lnTo>
                    <a:pt x="977174" y="692836"/>
                  </a:lnTo>
                  <a:lnTo>
                    <a:pt x="992336" y="648632"/>
                  </a:lnTo>
                  <a:lnTo>
                    <a:pt x="1003429" y="602693"/>
                  </a:lnTo>
                  <a:lnTo>
                    <a:pt x="1010240" y="555228"/>
                  </a:lnTo>
                  <a:lnTo>
                    <a:pt x="1012557" y="506452"/>
                  </a:lnTo>
                  <a:close/>
                </a:path>
              </a:pathLst>
            </a:custGeom>
            <a:ln w="8381">
              <a:solidFill>
                <a:srgbClr val="F2F2F2"/>
              </a:solidFill>
            </a:ln>
          </p:spPr>
          <p:txBody>
            <a:bodyPr wrap="square" lIns="0" tIns="0" rIns="0" bIns="0" rtlCol="0"/>
            <a:lstStyle/>
            <a:p/>
          </p:txBody>
        </p:sp>
        <p:sp>
          <p:nvSpPr>
            <p:cNvPr id="31" name="object 31"/>
            <p:cNvSpPr/>
            <p:nvPr/>
          </p:nvSpPr>
          <p:spPr>
            <a:xfrm>
              <a:off x="1518018" y="3366273"/>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2" name="object 32"/>
            <p:cNvSpPr/>
            <p:nvPr/>
          </p:nvSpPr>
          <p:spPr>
            <a:xfrm>
              <a:off x="1518026" y="3366274"/>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3" name="object 33"/>
            <p:cNvSpPr/>
            <p:nvPr/>
          </p:nvSpPr>
          <p:spPr>
            <a:xfrm>
              <a:off x="1571815" y="3366273"/>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4" name="object 34"/>
            <p:cNvSpPr/>
            <p:nvPr/>
          </p:nvSpPr>
          <p:spPr>
            <a:xfrm>
              <a:off x="1571819" y="3366274"/>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5" name="object 35"/>
            <p:cNvSpPr/>
            <p:nvPr/>
          </p:nvSpPr>
          <p:spPr>
            <a:xfrm>
              <a:off x="1625612" y="3366273"/>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6" name="object 36"/>
            <p:cNvSpPr/>
            <p:nvPr/>
          </p:nvSpPr>
          <p:spPr>
            <a:xfrm>
              <a:off x="1625613" y="3366274"/>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7" name="object 37"/>
            <p:cNvSpPr/>
            <p:nvPr/>
          </p:nvSpPr>
          <p:spPr>
            <a:xfrm>
              <a:off x="1679397" y="3366273"/>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8" name="object 38"/>
            <p:cNvSpPr/>
            <p:nvPr/>
          </p:nvSpPr>
          <p:spPr>
            <a:xfrm>
              <a:off x="1679406" y="3366274"/>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9" name="object 39"/>
            <p:cNvSpPr/>
            <p:nvPr/>
          </p:nvSpPr>
          <p:spPr>
            <a:xfrm>
              <a:off x="1730032" y="3366273"/>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0" name="object 40"/>
            <p:cNvSpPr/>
            <p:nvPr/>
          </p:nvSpPr>
          <p:spPr>
            <a:xfrm>
              <a:off x="1730030" y="3366274"/>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1" name="object 41"/>
            <p:cNvSpPr/>
            <p:nvPr/>
          </p:nvSpPr>
          <p:spPr>
            <a:xfrm>
              <a:off x="1783816" y="3366273"/>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2" name="object 42"/>
            <p:cNvSpPr/>
            <p:nvPr/>
          </p:nvSpPr>
          <p:spPr>
            <a:xfrm>
              <a:off x="1783823" y="3366274"/>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3" name="object 43"/>
            <p:cNvSpPr/>
            <p:nvPr/>
          </p:nvSpPr>
          <p:spPr>
            <a:xfrm>
              <a:off x="1837613" y="3366273"/>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4" name="object 44"/>
            <p:cNvSpPr/>
            <p:nvPr/>
          </p:nvSpPr>
          <p:spPr>
            <a:xfrm>
              <a:off x="1837617" y="3366274"/>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5" name="object 45"/>
            <p:cNvSpPr/>
            <p:nvPr/>
          </p:nvSpPr>
          <p:spPr>
            <a:xfrm>
              <a:off x="1891410" y="3366273"/>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6" name="object 46"/>
            <p:cNvSpPr/>
            <p:nvPr/>
          </p:nvSpPr>
          <p:spPr>
            <a:xfrm>
              <a:off x="1891410" y="3366274"/>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7" name="object 47"/>
            <p:cNvSpPr/>
            <p:nvPr/>
          </p:nvSpPr>
          <p:spPr>
            <a:xfrm>
              <a:off x="1518018" y="342158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8" name="object 48"/>
            <p:cNvSpPr/>
            <p:nvPr/>
          </p:nvSpPr>
          <p:spPr>
            <a:xfrm>
              <a:off x="1518026" y="342158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9" name="object 49"/>
            <p:cNvSpPr/>
            <p:nvPr/>
          </p:nvSpPr>
          <p:spPr>
            <a:xfrm>
              <a:off x="1571815" y="342158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50" name="object 50"/>
            <p:cNvSpPr/>
            <p:nvPr/>
          </p:nvSpPr>
          <p:spPr>
            <a:xfrm>
              <a:off x="1571819" y="342158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51" name="object 51"/>
            <p:cNvSpPr/>
            <p:nvPr/>
          </p:nvSpPr>
          <p:spPr>
            <a:xfrm>
              <a:off x="1625612" y="342158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52" name="object 52"/>
            <p:cNvSpPr/>
            <p:nvPr/>
          </p:nvSpPr>
          <p:spPr>
            <a:xfrm>
              <a:off x="1625613" y="342158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53" name="object 53"/>
            <p:cNvSpPr/>
            <p:nvPr/>
          </p:nvSpPr>
          <p:spPr>
            <a:xfrm>
              <a:off x="1679397" y="3421582"/>
              <a:ext cx="50800" cy="53975"/>
            </a:xfrm>
            <a:custGeom>
              <a:avLst/>
              <a:gdLst/>
              <a:ahLst/>
              <a:cxnLst/>
              <a:rect l="l" t="t" r="r" b="b"/>
              <a:pathLst>
                <a:path w="50800" h="53975">
                  <a:moveTo>
                    <a:pt x="0" y="53811"/>
                  </a:moveTo>
                  <a:lnTo>
                    <a:pt x="50634" y="53811"/>
                  </a:lnTo>
                  <a:lnTo>
                    <a:pt x="50634" y="0"/>
                  </a:lnTo>
                  <a:lnTo>
                    <a:pt x="0" y="0"/>
                  </a:lnTo>
                  <a:lnTo>
                    <a:pt x="0" y="53811"/>
                  </a:lnTo>
                  <a:close/>
                </a:path>
              </a:pathLst>
            </a:custGeom>
            <a:solidFill>
              <a:srgbClr val="C00000"/>
            </a:solidFill>
          </p:spPr>
          <p:txBody>
            <a:bodyPr wrap="square" lIns="0" tIns="0" rIns="0" bIns="0" rtlCol="0"/>
            <a:lstStyle/>
            <a:p/>
          </p:txBody>
        </p:sp>
        <p:sp>
          <p:nvSpPr>
            <p:cNvPr id="54" name="object 54"/>
            <p:cNvSpPr/>
            <p:nvPr/>
          </p:nvSpPr>
          <p:spPr>
            <a:xfrm>
              <a:off x="1679406" y="342158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55" name="object 55"/>
            <p:cNvSpPr/>
            <p:nvPr/>
          </p:nvSpPr>
          <p:spPr>
            <a:xfrm>
              <a:off x="1730032" y="342158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56" name="object 56"/>
            <p:cNvSpPr/>
            <p:nvPr/>
          </p:nvSpPr>
          <p:spPr>
            <a:xfrm>
              <a:off x="1730030" y="342158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57" name="object 57"/>
            <p:cNvSpPr/>
            <p:nvPr/>
          </p:nvSpPr>
          <p:spPr>
            <a:xfrm>
              <a:off x="1783816" y="342158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58" name="object 58"/>
            <p:cNvSpPr/>
            <p:nvPr/>
          </p:nvSpPr>
          <p:spPr>
            <a:xfrm>
              <a:off x="1783823" y="342158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59" name="object 59"/>
            <p:cNvSpPr/>
            <p:nvPr/>
          </p:nvSpPr>
          <p:spPr>
            <a:xfrm>
              <a:off x="1837613" y="342158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60" name="object 60"/>
            <p:cNvSpPr/>
            <p:nvPr/>
          </p:nvSpPr>
          <p:spPr>
            <a:xfrm>
              <a:off x="1837617" y="342158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61" name="object 61"/>
            <p:cNvSpPr/>
            <p:nvPr/>
          </p:nvSpPr>
          <p:spPr>
            <a:xfrm>
              <a:off x="1891410" y="342158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62" name="object 62"/>
            <p:cNvSpPr/>
            <p:nvPr/>
          </p:nvSpPr>
          <p:spPr>
            <a:xfrm>
              <a:off x="1891410" y="342158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63" name="object 63"/>
            <p:cNvSpPr/>
            <p:nvPr/>
          </p:nvSpPr>
          <p:spPr>
            <a:xfrm>
              <a:off x="1518018" y="3475391"/>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64" name="object 64"/>
            <p:cNvSpPr/>
            <p:nvPr/>
          </p:nvSpPr>
          <p:spPr>
            <a:xfrm>
              <a:off x="1518026" y="347539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65" name="object 65"/>
            <p:cNvSpPr/>
            <p:nvPr/>
          </p:nvSpPr>
          <p:spPr>
            <a:xfrm>
              <a:off x="1571815" y="3475391"/>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66" name="object 66"/>
            <p:cNvSpPr/>
            <p:nvPr/>
          </p:nvSpPr>
          <p:spPr>
            <a:xfrm>
              <a:off x="1571819" y="347539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67" name="object 67"/>
            <p:cNvSpPr/>
            <p:nvPr/>
          </p:nvSpPr>
          <p:spPr>
            <a:xfrm>
              <a:off x="1625612" y="3475391"/>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68" name="object 68"/>
            <p:cNvSpPr/>
            <p:nvPr/>
          </p:nvSpPr>
          <p:spPr>
            <a:xfrm>
              <a:off x="1625613" y="347539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69" name="object 69"/>
            <p:cNvSpPr/>
            <p:nvPr/>
          </p:nvSpPr>
          <p:spPr>
            <a:xfrm>
              <a:off x="1679397" y="3475391"/>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70" name="object 70"/>
            <p:cNvSpPr/>
            <p:nvPr/>
          </p:nvSpPr>
          <p:spPr>
            <a:xfrm>
              <a:off x="1679406" y="347539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71" name="object 71"/>
            <p:cNvSpPr/>
            <p:nvPr/>
          </p:nvSpPr>
          <p:spPr>
            <a:xfrm>
              <a:off x="1730032" y="3475391"/>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72" name="object 72"/>
            <p:cNvSpPr/>
            <p:nvPr/>
          </p:nvSpPr>
          <p:spPr>
            <a:xfrm>
              <a:off x="1730030" y="347539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73" name="object 73"/>
            <p:cNvSpPr/>
            <p:nvPr/>
          </p:nvSpPr>
          <p:spPr>
            <a:xfrm>
              <a:off x="1783816" y="3475391"/>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74" name="object 74"/>
            <p:cNvSpPr/>
            <p:nvPr/>
          </p:nvSpPr>
          <p:spPr>
            <a:xfrm>
              <a:off x="1783823" y="347539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75" name="object 75"/>
            <p:cNvSpPr/>
            <p:nvPr/>
          </p:nvSpPr>
          <p:spPr>
            <a:xfrm>
              <a:off x="1837613" y="3475391"/>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76" name="object 76"/>
            <p:cNvSpPr/>
            <p:nvPr/>
          </p:nvSpPr>
          <p:spPr>
            <a:xfrm>
              <a:off x="1837617" y="347539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77" name="object 77"/>
            <p:cNvSpPr/>
            <p:nvPr/>
          </p:nvSpPr>
          <p:spPr>
            <a:xfrm>
              <a:off x="1891410" y="3475391"/>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78" name="object 78"/>
            <p:cNvSpPr/>
            <p:nvPr/>
          </p:nvSpPr>
          <p:spPr>
            <a:xfrm>
              <a:off x="1891410" y="347539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79" name="object 79"/>
            <p:cNvSpPr/>
            <p:nvPr/>
          </p:nvSpPr>
          <p:spPr>
            <a:xfrm>
              <a:off x="1518018" y="352986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80" name="object 80"/>
            <p:cNvSpPr/>
            <p:nvPr/>
          </p:nvSpPr>
          <p:spPr>
            <a:xfrm>
              <a:off x="1518026" y="3529866"/>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81" name="object 81"/>
            <p:cNvSpPr/>
            <p:nvPr/>
          </p:nvSpPr>
          <p:spPr>
            <a:xfrm>
              <a:off x="1571815" y="352986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82" name="object 82"/>
            <p:cNvSpPr/>
            <p:nvPr/>
          </p:nvSpPr>
          <p:spPr>
            <a:xfrm>
              <a:off x="1571819" y="3529866"/>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83" name="object 83"/>
            <p:cNvSpPr/>
            <p:nvPr/>
          </p:nvSpPr>
          <p:spPr>
            <a:xfrm>
              <a:off x="1625612" y="352986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84" name="object 84"/>
            <p:cNvSpPr/>
            <p:nvPr/>
          </p:nvSpPr>
          <p:spPr>
            <a:xfrm>
              <a:off x="1625613" y="3529866"/>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85" name="object 85"/>
            <p:cNvSpPr/>
            <p:nvPr/>
          </p:nvSpPr>
          <p:spPr>
            <a:xfrm>
              <a:off x="1679397" y="352986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86" name="object 86"/>
            <p:cNvSpPr/>
            <p:nvPr/>
          </p:nvSpPr>
          <p:spPr>
            <a:xfrm>
              <a:off x="1679406" y="3529866"/>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87" name="object 87"/>
            <p:cNvSpPr/>
            <p:nvPr/>
          </p:nvSpPr>
          <p:spPr>
            <a:xfrm>
              <a:off x="1730032" y="352986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88" name="object 88"/>
            <p:cNvSpPr/>
            <p:nvPr/>
          </p:nvSpPr>
          <p:spPr>
            <a:xfrm>
              <a:off x="1730030" y="3529866"/>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89" name="object 89"/>
            <p:cNvSpPr/>
            <p:nvPr/>
          </p:nvSpPr>
          <p:spPr>
            <a:xfrm>
              <a:off x="1783816" y="352986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90" name="object 90"/>
            <p:cNvSpPr/>
            <p:nvPr/>
          </p:nvSpPr>
          <p:spPr>
            <a:xfrm>
              <a:off x="1783823" y="3529866"/>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91" name="object 91"/>
            <p:cNvSpPr/>
            <p:nvPr/>
          </p:nvSpPr>
          <p:spPr>
            <a:xfrm>
              <a:off x="1837613" y="352986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92" name="object 92"/>
            <p:cNvSpPr/>
            <p:nvPr/>
          </p:nvSpPr>
          <p:spPr>
            <a:xfrm>
              <a:off x="1837617" y="3529866"/>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93" name="object 93"/>
            <p:cNvSpPr/>
            <p:nvPr/>
          </p:nvSpPr>
          <p:spPr>
            <a:xfrm>
              <a:off x="1891410" y="352986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94" name="object 94"/>
            <p:cNvSpPr/>
            <p:nvPr/>
          </p:nvSpPr>
          <p:spPr>
            <a:xfrm>
              <a:off x="1891410" y="3529866"/>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95" name="object 95"/>
            <p:cNvSpPr/>
            <p:nvPr/>
          </p:nvSpPr>
          <p:spPr>
            <a:xfrm>
              <a:off x="1518018" y="3583507"/>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96" name="object 96"/>
            <p:cNvSpPr/>
            <p:nvPr/>
          </p:nvSpPr>
          <p:spPr>
            <a:xfrm>
              <a:off x="1518026" y="3583511"/>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97" name="object 97"/>
            <p:cNvSpPr/>
            <p:nvPr/>
          </p:nvSpPr>
          <p:spPr>
            <a:xfrm>
              <a:off x="1571815" y="3583507"/>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98" name="object 98"/>
            <p:cNvSpPr/>
            <p:nvPr/>
          </p:nvSpPr>
          <p:spPr>
            <a:xfrm>
              <a:off x="1571819" y="3583511"/>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99" name="object 99"/>
            <p:cNvSpPr/>
            <p:nvPr/>
          </p:nvSpPr>
          <p:spPr>
            <a:xfrm>
              <a:off x="1625612" y="3583507"/>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00" name="object 100"/>
            <p:cNvSpPr/>
            <p:nvPr/>
          </p:nvSpPr>
          <p:spPr>
            <a:xfrm>
              <a:off x="1625613" y="3583511"/>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01" name="object 101"/>
            <p:cNvSpPr/>
            <p:nvPr/>
          </p:nvSpPr>
          <p:spPr>
            <a:xfrm>
              <a:off x="1679397" y="3583507"/>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02" name="object 102"/>
            <p:cNvSpPr/>
            <p:nvPr/>
          </p:nvSpPr>
          <p:spPr>
            <a:xfrm>
              <a:off x="1679406" y="3583511"/>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03" name="object 103"/>
            <p:cNvSpPr/>
            <p:nvPr/>
          </p:nvSpPr>
          <p:spPr>
            <a:xfrm>
              <a:off x="1730032" y="3583507"/>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04" name="object 104"/>
            <p:cNvSpPr/>
            <p:nvPr/>
          </p:nvSpPr>
          <p:spPr>
            <a:xfrm>
              <a:off x="1730030" y="3583511"/>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05" name="object 105"/>
            <p:cNvSpPr/>
            <p:nvPr/>
          </p:nvSpPr>
          <p:spPr>
            <a:xfrm>
              <a:off x="1783816" y="3583507"/>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06" name="object 106"/>
            <p:cNvSpPr/>
            <p:nvPr/>
          </p:nvSpPr>
          <p:spPr>
            <a:xfrm>
              <a:off x="1783823" y="3583511"/>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07" name="object 107"/>
            <p:cNvSpPr/>
            <p:nvPr/>
          </p:nvSpPr>
          <p:spPr>
            <a:xfrm>
              <a:off x="1837613" y="3583507"/>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08" name="object 108"/>
            <p:cNvSpPr/>
            <p:nvPr/>
          </p:nvSpPr>
          <p:spPr>
            <a:xfrm>
              <a:off x="1837617" y="3583511"/>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09" name="object 109"/>
            <p:cNvSpPr/>
            <p:nvPr/>
          </p:nvSpPr>
          <p:spPr>
            <a:xfrm>
              <a:off x="1891410" y="3583507"/>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10" name="object 110"/>
            <p:cNvSpPr/>
            <p:nvPr/>
          </p:nvSpPr>
          <p:spPr>
            <a:xfrm>
              <a:off x="1891410" y="3583511"/>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11" name="object 111"/>
            <p:cNvSpPr/>
            <p:nvPr/>
          </p:nvSpPr>
          <p:spPr>
            <a:xfrm>
              <a:off x="1518018" y="3637316"/>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12" name="object 112"/>
            <p:cNvSpPr/>
            <p:nvPr/>
          </p:nvSpPr>
          <p:spPr>
            <a:xfrm>
              <a:off x="1518026" y="363732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13" name="object 113"/>
            <p:cNvSpPr/>
            <p:nvPr/>
          </p:nvSpPr>
          <p:spPr>
            <a:xfrm>
              <a:off x="1571815" y="3637316"/>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14" name="object 114"/>
            <p:cNvSpPr/>
            <p:nvPr/>
          </p:nvSpPr>
          <p:spPr>
            <a:xfrm>
              <a:off x="1571819" y="363732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15" name="object 115"/>
            <p:cNvSpPr/>
            <p:nvPr/>
          </p:nvSpPr>
          <p:spPr>
            <a:xfrm>
              <a:off x="1625612" y="3637316"/>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16" name="object 116"/>
            <p:cNvSpPr/>
            <p:nvPr/>
          </p:nvSpPr>
          <p:spPr>
            <a:xfrm>
              <a:off x="1625613" y="363732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17" name="object 117"/>
            <p:cNvSpPr/>
            <p:nvPr/>
          </p:nvSpPr>
          <p:spPr>
            <a:xfrm>
              <a:off x="1679397" y="3637316"/>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18" name="object 118"/>
            <p:cNvSpPr/>
            <p:nvPr/>
          </p:nvSpPr>
          <p:spPr>
            <a:xfrm>
              <a:off x="1679406" y="363732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19" name="object 119"/>
            <p:cNvSpPr/>
            <p:nvPr/>
          </p:nvSpPr>
          <p:spPr>
            <a:xfrm>
              <a:off x="1730032" y="3637316"/>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20" name="object 120"/>
            <p:cNvSpPr/>
            <p:nvPr/>
          </p:nvSpPr>
          <p:spPr>
            <a:xfrm>
              <a:off x="1730030" y="363732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21" name="object 121"/>
            <p:cNvSpPr/>
            <p:nvPr/>
          </p:nvSpPr>
          <p:spPr>
            <a:xfrm>
              <a:off x="1783816" y="3637316"/>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22" name="object 122"/>
            <p:cNvSpPr/>
            <p:nvPr/>
          </p:nvSpPr>
          <p:spPr>
            <a:xfrm>
              <a:off x="1783823" y="363732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23" name="object 123"/>
            <p:cNvSpPr/>
            <p:nvPr/>
          </p:nvSpPr>
          <p:spPr>
            <a:xfrm>
              <a:off x="1837613" y="3637316"/>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24" name="object 124"/>
            <p:cNvSpPr/>
            <p:nvPr/>
          </p:nvSpPr>
          <p:spPr>
            <a:xfrm>
              <a:off x="1837617" y="363732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25" name="object 125"/>
            <p:cNvSpPr/>
            <p:nvPr/>
          </p:nvSpPr>
          <p:spPr>
            <a:xfrm>
              <a:off x="1891410" y="3637316"/>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26" name="object 126"/>
            <p:cNvSpPr/>
            <p:nvPr/>
          </p:nvSpPr>
          <p:spPr>
            <a:xfrm>
              <a:off x="1891410" y="363732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27" name="object 127"/>
            <p:cNvSpPr/>
            <p:nvPr/>
          </p:nvSpPr>
          <p:spPr>
            <a:xfrm>
              <a:off x="1518018" y="369113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28" name="object 128"/>
            <p:cNvSpPr/>
            <p:nvPr/>
          </p:nvSpPr>
          <p:spPr>
            <a:xfrm>
              <a:off x="1518026" y="369113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29" name="object 129"/>
            <p:cNvSpPr/>
            <p:nvPr/>
          </p:nvSpPr>
          <p:spPr>
            <a:xfrm>
              <a:off x="1571815" y="369113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30" name="object 130"/>
            <p:cNvSpPr/>
            <p:nvPr/>
          </p:nvSpPr>
          <p:spPr>
            <a:xfrm>
              <a:off x="1571819" y="369113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31" name="object 131"/>
            <p:cNvSpPr/>
            <p:nvPr/>
          </p:nvSpPr>
          <p:spPr>
            <a:xfrm>
              <a:off x="1625612" y="369113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C00000"/>
            </a:solidFill>
          </p:spPr>
          <p:txBody>
            <a:bodyPr wrap="square" lIns="0" tIns="0" rIns="0" bIns="0" rtlCol="0"/>
            <a:lstStyle/>
            <a:p/>
          </p:txBody>
        </p:sp>
        <p:sp>
          <p:nvSpPr>
            <p:cNvPr id="132" name="object 132"/>
            <p:cNvSpPr/>
            <p:nvPr/>
          </p:nvSpPr>
          <p:spPr>
            <a:xfrm>
              <a:off x="1625613" y="369113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33" name="object 133"/>
            <p:cNvSpPr/>
            <p:nvPr/>
          </p:nvSpPr>
          <p:spPr>
            <a:xfrm>
              <a:off x="1679397" y="369113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34" name="object 134"/>
            <p:cNvSpPr/>
            <p:nvPr/>
          </p:nvSpPr>
          <p:spPr>
            <a:xfrm>
              <a:off x="1679406" y="369113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35" name="object 135"/>
            <p:cNvSpPr/>
            <p:nvPr/>
          </p:nvSpPr>
          <p:spPr>
            <a:xfrm>
              <a:off x="1730032" y="369113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36" name="object 136"/>
            <p:cNvSpPr/>
            <p:nvPr/>
          </p:nvSpPr>
          <p:spPr>
            <a:xfrm>
              <a:off x="1730030" y="369113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37" name="object 137"/>
            <p:cNvSpPr/>
            <p:nvPr/>
          </p:nvSpPr>
          <p:spPr>
            <a:xfrm>
              <a:off x="1783816" y="369113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38" name="object 138"/>
            <p:cNvSpPr/>
            <p:nvPr/>
          </p:nvSpPr>
          <p:spPr>
            <a:xfrm>
              <a:off x="1783823" y="369113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39" name="object 139"/>
            <p:cNvSpPr/>
            <p:nvPr/>
          </p:nvSpPr>
          <p:spPr>
            <a:xfrm>
              <a:off x="1837613" y="369113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40" name="object 140"/>
            <p:cNvSpPr/>
            <p:nvPr/>
          </p:nvSpPr>
          <p:spPr>
            <a:xfrm>
              <a:off x="1837617" y="369113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41" name="object 141"/>
            <p:cNvSpPr/>
            <p:nvPr/>
          </p:nvSpPr>
          <p:spPr>
            <a:xfrm>
              <a:off x="1891410" y="369113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42" name="object 142"/>
            <p:cNvSpPr/>
            <p:nvPr/>
          </p:nvSpPr>
          <p:spPr>
            <a:xfrm>
              <a:off x="1891410" y="369113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43" name="object 143"/>
            <p:cNvSpPr/>
            <p:nvPr/>
          </p:nvSpPr>
          <p:spPr>
            <a:xfrm>
              <a:off x="1518018" y="374494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44" name="object 144"/>
            <p:cNvSpPr/>
            <p:nvPr/>
          </p:nvSpPr>
          <p:spPr>
            <a:xfrm>
              <a:off x="1518026" y="3744947"/>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45" name="object 145"/>
            <p:cNvSpPr/>
            <p:nvPr/>
          </p:nvSpPr>
          <p:spPr>
            <a:xfrm>
              <a:off x="1571815" y="374494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46" name="object 146"/>
            <p:cNvSpPr/>
            <p:nvPr/>
          </p:nvSpPr>
          <p:spPr>
            <a:xfrm>
              <a:off x="1571819" y="3744947"/>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47" name="object 147"/>
            <p:cNvSpPr/>
            <p:nvPr/>
          </p:nvSpPr>
          <p:spPr>
            <a:xfrm>
              <a:off x="1625612" y="374494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48" name="object 148"/>
            <p:cNvSpPr/>
            <p:nvPr/>
          </p:nvSpPr>
          <p:spPr>
            <a:xfrm>
              <a:off x="1625613" y="3744947"/>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49" name="object 149"/>
            <p:cNvSpPr/>
            <p:nvPr/>
          </p:nvSpPr>
          <p:spPr>
            <a:xfrm>
              <a:off x="1679397" y="374494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50" name="object 150"/>
            <p:cNvSpPr/>
            <p:nvPr/>
          </p:nvSpPr>
          <p:spPr>
            <a:xfrm>
              <a:off x="1679406" y="3744947"/>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51" name="object 151"/>
            <p:cNvSpPr/>
            <p:nvPr/>
          </p:nvSpPr>
          <p:spPr>
            <a:xfrm>
              <a:off x="1730032" y="374494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52" name="object 152"/>
            <p:cNvSpPr/>
            <p:nvPr/>
          </p:nvSpPr>
          <p:spPr>
            <a:xfrm>
              <a:off x="1730030" y="3744947"/>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53" name="object 153"/>
            <p:cNvSpPr/>
            <p:nvPr/>
          </p:nvSpPr>
          <p:spPr>
            <a:xfrm>
              <a:off x="1783816" y="374494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54" name="object 154"/>
            <p:cNvSpPr/>
            <p:nvPr/>
          </p:nvSpPr>
          <p:spPr>
            <a:xfrm>
              <a:off x="1783823" y="3744947"/>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55" name="object 155"/>
            <p:cNvSpPr/>
            <p:nvPr/>
          </p:nvSpPr>
          <p:spPr>
            <a:xfrm>
              <a:off x="1837613" y="374494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C00000"/>
            </a:solidFill>
          </p:spPr>
          <p:txBody>
            <a:bodyPr wrap="square" lIns="0" tIns="0" rIns="0" bIns="0" rtlCol="0"/>
            <a:lstStyle/>
            <a:p/>
          </p:txBody>
        </p:sp>
        <p:sp>
          <p:nvSpPr>
            <p:cNvPr id="156" name="object 156"/>
            <p:cNvSpPr/>
            <p:nvPr/>
          </p:nvSpPr>
          <p:spPr>
            <a:xfrm>
              <a:off x="1837617" y="3744947"/>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57" name="object 157"/>
            <p:cNvSpPr/>
            <p:nvPr/>
          </p:nvSpPr>
          <p:spPr>
            <a:xfrm>
              <a:off x="1891410" y="374494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58" name="object 158"/>
            <p:cNvSpPr/>
            <p:nvPr/>
          </p:nvSpPr>
          <p:spPr>
            <a:xfrm>
              <a:off x="1891410" y="3744947"/>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pic>
          <p:nvPicPr>
            <p:cNvPr id="159" name="object 159"/>
            <p:cNvPicPr/>
            <p:nvPr/>
          </p:nvPicPr>
          <p:blipFill>
            <a:blip r:embed="rId2" cstate="print"/>
            <a:stretch>
              <a:fillRect/>
            </a:stretch>
          </p:blipFill>
          <p:spPr>
            <a:xfrm>
              <a:off x="1470685" y="3764356"/>
              <a:ext cx="318140" cy="167500"/>
            </a:xfrm>
            <a:prstGeom prst="rect">
              <a:avLst/>
            </a:prstGeom>
          </p:spPr>
        </p:pic>
        <p:sp>
          <p:nvSpPr>
            <p:cNvPr id="160" name="object 160"/>
            <p:cNvSpPr/>
            <p:nvPr/>
          </p:nvSpPr>
          <p:spPr>
            <a:xfrm>
              <a:off x="1518018" y="379941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61" name="object 161"/>
            <p:cNvSpPr/>
            <p:nvPr/>
          </p:nvSpPr>
          <p:spPr>
            <a:xfrm>
              <a:off x="1518026" y="3799418"/>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62" name="object 162"/>
            <p:cNvSpPr/>
            <p:nvPr/>
          </p:nvSpPr>
          <p:spPr>
            <a:xfrm>
              <a:off x="1571815" y="379941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63" name="object 163"/>
            <p:cNvSpPr/>
            <p:nvPr/>
          </p:nvSpPr>
          <p:spPr>
            <a:xfrm>
              <a:off x="1571819" y="3799418"/>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64" name="object 164"/>
            <p:cNvSpPr/>
            <p:nvPr/>
          </p:nvSpPr>
          <p:spPr>
            <a:xfrm>
              <a:off x="1625612" y="379941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65" name="object 165"/>
            <p:cNvSpPr/>
            <p:nvPr/>
          </p:nvSpPr>
          <p:spPr>
            <a:xfrm>
              <a:off x="1625613" y="3799418"/>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66" name="object 166"/>
            <p:cNvSpPr/>
            <p:nvPr/>
          </p:nvSpPr>
          <p:spPr>
            <a:xfrm>
              <a:off x="1679397" y="379941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67" name="object 167"/>
            <p:cNvSpPr/>
            <p:nvPr/>
          </p:nvSpPr>
          <p:spPr>
            <a:xfrm>
              <a:off x="1679406" y="3799418"/>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pic>
          <p:nvPicPr>
            <p:cNvPr id="168" name="object 168"/>
            <p:cNvPicPr/>
            <p:nvPr/>
          </p:nvPicPr>
          <p:blipFill>
            <a:blip r:embed="rId3" cstate="print"/>
            <a:stretch>
              <a:fillRect/>
            </a:stretch>
          </p:blipFill>
          <p:spPr>
            <a:xfrm>
              <a:off x="1679981" y="3764356"/>
              <a:ext cx="326511" cy="167500"/>
            </a:xfrm>
            <a:prstGeom prst="rect">
              <a:avLst/>
            </a:prstGeom>
          </p:spPr>
        </p:pic>
        <p:sp>
          <p:nvSpPr>
            <p:cNvPr id="169" name="object 169"/>
            <p:cNvSpPr/>
            <p:nvPr/>
          </p:nvSpPr>
          <p:spPr>
            <a:xfrm>
              <a:off x="1730032" y="379941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70" name="object 170"/>
            <p:cNvSpPr/>
            <p:nvPr/>
          </p:nvSpPr>
          <p:spPr>
            <a:xfrm>
              <a:off x="1730030" y="3799418"/>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71" name="object 171"/>
            <p:cNvSpPr/>
            <p:nvPr/>
          </p:nvSpPr>
          <p:spPr>
            <a:xfrm>
              <a:off x="1783816" y="379941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72" name="object 172"/>
            <p:cNvSpPr/>
            <p:nvPr/>
          </p:nvSpPr>
          <p:spPr>
            <a:xfrm>
              <a:off x="1783823" y="3799418"/>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73" name="object 173"/>
            <p:cNvSpPr/>
            <p:nvPr/>
          </p:nvSpPr>
          <p:spPr>
            <a:xfrm>
              <a:off x="1837613" y="379941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74" name="object 174"/>
            <p:cNvSpPr/>
            <p:nvPr/>
          </p:nvSpPr>
          <p:spPr>
            <a:xfrm>
              <a:off x="1837617" y="3799418"/>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75" name="object 175"/>
            <p:cNvSpPr/>
            <p:nvPr/>
          </p:nvSpPr>
          <p:spPr>
            <a:xfrm>
              <a:off x="1891410" y="379941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76" name="object 176"/>
            <p:cNvSpPr/>
            <p:nvPr/>
          </p:nvSpPr>
          <p:spPr>
            <a:xfrm>
              <a:off x="1891410" y="3799418"/>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pic>
          <p:nvPicPr>
            <p:cNvPr id="177" name="object 177"/>
            <p:cNvPicPr/>
            <p:nvPr/>
          </p:nvPicPr>
          <p:blipFill>
            <a:blip r:embed="rId4" cstate="print"/>
            <a:stretch>
              <a:fillRect/>
            </a:stretch>
          </p:blipFill>
          <p:spPr>
            <a:xfrm>
              <a:off x="1470685" y="3822973"/>
              <a:ext cx="318140" cy="159124"/>
            </a:xfrm>
            <a:prstGeom prst="rect">
              <a:avLst/>
            </a:prstGeom>
          </p:spPr>
        </p:pic>
        <p:sp>
          <p:nvSpPr>
            <p:cNvPr id="178" name="object 178"/>
            <p:cNvSpPr/>
            <p:nvPr/>
          </p:nvSpPr>
          <p:spPr>
            <a:xfrm>
              <a:off x="1518018" y="385390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79" name="object 179"/>
            <p:cNvSpPr/>
            <p:nvPr/>
          </p:nvSpPr>
          <p:spPr>
            <a:xfrm>
              <a:off x="1518026" y="385390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80" name="object 180"/>
            <p:cNvSpPr/>
            <p:nvPr/>
          </p:nvSpPr>
          <p:spPr>
            <a:xfrm>
              <a:off x="1571815" y="385390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81" name="object 181"/>
            <p:cNvSpPr/>
            <p:nvPr/>
          </p:nvSpPr>
          <p:spPr>
            <a:xfrm>
              <a:off x="1571819" y="385390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82" name="object 182"/>
            <p:cNvSpPr/>
            <p:nvPr/>
          </p:nvSpPr>
          <p:spPr>
            <a:xfrm>
              <a:off x="1625612" y="385390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83" name="object 183"/>
            <p:cNvSpPr/>
            <p:nvPr/>
          </p:nvSpPr>
          <p:spPr>
            <a:xfrm>
              <a:off x="1625613" y="385390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84" name="object 184"/>
            <p:cNvSpPr/>
            <p:nvPr/>
          </p:nvSpPr>
          <p:spPr>
            <a:xfrm>
              <a:off x="1679397" y="385390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85" name="object 185"/>
            <p:cNvSpPr/>
            <p:nvPr/>
          </p:nvSpPr>
          <p:spPr>
            <a:xfrm>
              <a:off x="1679406" y="385390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pic>
          <p:nvPicPr>
            <p:cNvPr id="186" name="object 186"/>
            <p:cNvPicPr/>
            <p:nvPr/>
          </p:nvPicPr>
          <p:blipFill>
            <a:blip r:embed="rId5" cstate="print"/>
            <a:stretch>
              <a:fillRect/>
            </a:stretch>
          </p:blipFill>
          <p:spPr>
            <a:xfrm>
              <a:off x="1679981" y="3822973"/>
              <a:ext cx="326511" cy="159124"/>
            </a:xfrm>
            <a:prstGeom prst="rect">
              <a:avLst/>
            </a:prstGeom>
          </p:spPr>
        </p:pic>
        <p:sp>
          <p:nvSpPr>
            <p:cNvPr id="187" name="object 187"/>
            <p:cNvSpPr/>
            <p:nvPr/>
          </p:nvSpPr>
          <p:spPr>
            <a:xfrm>
              <a:off x="1730032" y="385390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88" name="object 188"/>
            <p:cNvSpPr/>
            <p:nvPr/>
          </p:nvSpPr>
          <p:spPr>
            <a:xfrm>
              <a:off x="1730030" y="385390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89" name="object 189"/>
            <p:cNvSpPr/>
            <p:nvPr/>
          </p:nvSpPr>
          <p:spPr>
            <a:xfrm>
              <a:off x="1783816" y="385390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90" name="object 190"/>
            <p:cNvSpPr/>
            <p:nvPr/>
          </p:nvSpPr>
          <p:spPr>
            <a:xfrm>
              <a:off x="1783823" y="385390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91" name="object 191"/>
            <p:cNvSpPr/>
            <p:nvPr/>
          </p:nvSpPr>
          <p:spPr>
            <a:xfrm>
              <a:off x="1837613" y="385390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92" name="object 192"/>
            <p:cNvSpPr/>
            <p:nvPr/>
          </p:nvSpPr>
          <p:spPr>
            <a:xfrm>
              <a:off x="1837617" y="385390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93" name="object 193"/>
            <p:cNvSpPr/>
            <p:nvPr/>
          </p:nvSpPr>
          <p:spPr>
            <a:xfrm>
              <a:off x="1891410" y="385390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94" name="object 194"/>
            <p:cNvSpPr/>
            <p:nvPr/>
          </p:nvSpPr>
          <p:spPr>
            <a:xfrm>
              <a:off x="1891410" y="385390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pic>
          <p:nvPicPr>
            <p:cNvPr id="195" name="object 195"/>
            <p:cNvPicPr/>
            <p:nvPr/>
          </p:nvPicPr>
          <p:blipFill>
            <a:blip r:embed="rId6" cstate="print"/>
            <a:stretch>
              <a:fillRect/>
            </a:stretch>
          </p:blipFill>
          <p:spPr>
            <a:xfrm>
              <a:off x="1470685" y="3873233"/>
              <a:ext cx="318140" cy="167500"/>
            </a:xfrm>
            <a:prstGeom prst="rect">
              <a:avLst/>
            </a:prstGeom>
          </p:spPr>
        </p:pic>
        <p:sp>
          <p:nvSpPr>
            <p:cNvPr id="196" name="object 196"/>
            <p:cNvSpPr/>
            <p:nvPr/>
          </p:nvSpPr>
          <p:spPr>
            <a:xfrm>
              <a:off x="1518018" y="390771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97" name="object 197"/>
            <p:cNvSpPr/>
            <p:nvPr/>
          </p:nvSpPr>
          <p:spPr>
            <a:xfrm>
              <a:off x="1518026" y="3907712"/>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198" name="object 198"/>
            <p:cNvSpPr/>
            <p:nvPr/>
          </p:nvSpPr>
          <p:spPr>
            <a:xfrm>
              <a:off x="1571815" y="390771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199" name="object 199"/>
            <p:cNvSpPr/>
            <p:nvPr/>
          </p:nvSpPr>
          <p:spPr>
            <a:xfrm>
              <a:off x="1571819" y="3907712"/>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00" name="object 200"/>
            <p:cNvSpPr/>
            <p:nvPr/>
          </p:nvSpPr>
          <p:spPr>
            <a:xfrm>
              <a:off x="1625612" y="390771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01" name="object 201"/>
            <p:cNvSpPr/>
            <p:nvPr/>
          </p:nvSpPr>
          <p:spPr>
            <a:xfrm>
              <a:off x="1625613" y="3907712"/>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02" name="object 202"/>
            <p:cNvSpPr/>
            <p:nvPr/>
          </p:nvSpPr>
          <p:spPr>
            <a:xfrm>
              <a:off x="1679397" y="390771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03" name="object 203"/>
            <p:cNvSpPr/>
            <p:nvPr/>
          </p:nvSpPr>
          <p:spPr>
            <a:xfrm>
              <a:off x="1679406" y="3907712"/>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pic>
          <p:nvPicPr>
            <p:cNvPr id="204" name="object 204"/>
            <p:cNvPicPr/>
            <p:nvPr/>
          </p:nvPicPr>
          <p:blipFill>
            <a:blip r:embed="rId7" cstate="print"/>
            <a:stretch>
              <a:fillRect/>
            </a:stretch>
          </p:blipFill>
          <p:spPr>
            <a:xfrm>
              <a:off x="1679981" y="3873233"/>
              <a:ext cx="326511" cy="167500"/>
            </a:xfrm>
            <a:prstGeom prst="rect">
              <a:avLst/>
            </a:prstGeom>
          </p:spPr>
        </p:pic>
        <p:sp>
          <p:nvSpPr>
            <p:cNvPr id="205" name="object 205"/>
            <p:cNvSpPr/>
            <p:nvPr/>
          </p:nvSpPr>
          <p:spPr>
            <a:xfrm>
              <a:off x="1730032" y="390771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06" name="object 206"/>
            <p:cNvSpPr/>
            <p:nvPr/>
          </p:nvSpPr>
          <p:spPr>
            <a:xfrm>
              <a:off x="1730030" y="3907712"/>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07" name="object 207"/>
            <p:cNvSpPr/>
            <p:nvPr/>
          </p:nvSpPr>
          <p:spPr>
            <a:xfrm>
              <a:off x="1783816" y="390771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08" name="object 208"/>
            <p:cNvSpPr/>
            <p:nvPr/>
          </p:nvSpPr>
          <p:spPr>
            <a:xfrm>
              <a:off x="1783823" y="3907712"/>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09" name="object 209"/>
            <p:cNvSpPr/>
            <p:nvPr/>
          </p:nvSpPr>
          <p:spPr>
            <a:xfrm>
              <a:off x="1837613" y="390771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10" name="object 210"/>
            <p:cNvSpPr/>
            <p:nvPr/>
          </p:nvSpPr>
          <p:spPr>
            <a:xfrm>
              <a:off x="1837617" y="3907712"/>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11" name="object 211"/>
            <p:cNvSpPr/>
            <p:nvPr/>
          </p:nvSpPr>
          <p:spPr>
            <a:xfrm>
              <a:off x="1891410" y="390771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12" name="object 212"/>
            <p:cNvSpPr/>
            <p:nvPr/>
          </p:nvSpPr>
          <p:spPr>
            <a:xfrm>
              <a:off x="1891410" y="3907712"/>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13" name="object 213"/>
            <p:cNvSpPr/>
            <p:nvPr/>
          </p:nvSpPr>
          <p:spPr>
            <a:xfrm>
              <a:off x="1945195" y="3366273"/>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14" name="object 214"/>
            <p:cNvSpPr/>
            <p:nvPr/>
          </p:nvSpPr>
          <p:spPr>
            <a:xfrm>
              <a:off x="1945203" y="3366274"/>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15" name="object 215"/>
            <p:cNvSpPr/>
            <p:nvPr/>
          </p:nvSpPr>
          <p:spPr>
            <a:xfrm>
              <a:off x="1998979" y="3366273"/>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16" name="object 216"/>
            <p:cNvSpPr/>
            <p:nvPr/>
          </p:nvSpPr>
          <p:spPr>
            <a:xfrm>
              <a:off x="1998986" y="3366274"/>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17" name="object 217"/>
            <p:cNvSpPr/>
            <p:nvPr/>
          </p:nvSpPr>
          <p:spPr>
            <a:xfrm>
              <a:off x="2052777" y="3366273"/>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18" name="object 218"/>
            <p:cNvSpPr/>
            <p:nvPr/>
          </p:nvSpPr>
          <p:spPr>
            <a:xfrm>
              <a:off x="2052779" y="3366274"/>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19" name="object 219"/>
            <p:cNvSpPr/>
            <p:nvPr/>
          </p:nvSpPr>
          <p:spPr>
            <a:xfrm>
              <a:off x="2106574" y="3366273"/>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20" name="object 220"/>
            <p:cNvSpPr/>
            <p:nvPr/>
          </p:nvSpPr>
          <p:spPr>
            <a:xfrm>
              <a:off x="2106573" y="3366274"/>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21" name="object 221"/>
            <p:cNvSpPr/>
            <p:nvPr/>
          </p:nvSpPr>
          <p:spPr>
            <a:xfrm>
              <a:off x="1945195" y="342158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22" name="object 222"/>
            <p:cNvSpPr/>
            <p:nvPr/>
          </p:nvSpPr>
          <p:spPr>
            <a:xfrm>
              <a:off x="1945203" y="342158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23" name="object 223"/>
            <p:cNvSpPr/>
            <p:nvPr/>
          </p:nvSpPr>
          <p:spPr>
            <a:xfrm>
              <a:off x="1998979" y="342158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24" name="object 224"/>
            <p:cNvSpPr/>
            <p:nvPr/>
          </p:nvSpPr>
          <p:spPr>
            <a:xfrm>
              <a:off x="1998986" y="342158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25" name="object 225"/>
            <p:cNvSpPr/>
            <p:nvPr/>
          </p:nvSpPr>
          <p:spPr>
            <a:xfrm>
              <a:off x="2052777" y="342158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26" name="object 226"/>
            <p:cNvSpPr/>
            <p:nvPr/>
          </p:nvSpPr>
          <p:spPr>
            <a:xfrm>
              <a:off x="2052779" y="342158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27" name="object 227"/>
            <p:cNvSpPr/>
            <p:nvPr/>
          </p:nvSpPr>
          <p:spPr>
            <a:xfrm>
              <a:off x="2106574" y="342158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28" name="object 228"/>
            <p:cNvSpPr/>
            <p:nvPr/>
          </p:nvSpPr>
          <p:spPr>
            <a:xfrm>
              <a:off x="2106573" y="342158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29" name="object 229"/>
            <p:cNvSpPr/>
            <p:nvPr/>
          </p:nvSpPr>
          <p:spPr>
            <a:xfrm>
              <a:off x="1945195" y="3475391"/>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30" name="object 230"/>
            <p:cNvSpPr/>
            <p:nvPr/>
          </p:nvSpPr>
          <p:spPr>
            <a:xfrm>
              <a:off x="1945203" y="347539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31" name="object 231"/>
            <p:cNvSpPr/>
            <p:nvPr/>
          </p:nvSpPr>
          <p:spPr>
            <a:xfrm>
              <a:off x="1998979" y="3475391"/>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32" name="object 232"/>
            <p:cNvSpPr/>
            <p:nvPr/>
          </p:nvSpPr>
          <p:spPr>
            <a:xfrm>
              <a:off x="1998986" y="347539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33" name="object 233"/>
            <p:cNvSpPr/>
            <p:nvPr/>
          </p:nvSpPr>
          <p:spPr>
            <a:xfrm>
              <a:off x="2052777" y="3475391"/>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34" name="object 234"/>
            <p:cNvSpPr/>
            <p:nvPr/>
          </p:nvSpPr>
          <p:spPr>
            <a:xfrm>
              <a:off x="2052779" y="347539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35" name="object 235"/>
            <p:cNvSpPr/>
            <p:nvPr/>
          </p:nvSpPr>
          <p:spPr>
            <a:xfrm>
              <a:off x="2106574" y="3475391"/>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36" name="object 236"/>
            <p:cNvSpPr/>
            <p:nvPr/>
          </p:nvSpPr>
          <p:spPr>
            <a:xfrm>
              <a:off x="2106573" y="347539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37" name="object 237"/>
            <p:cNvSpPr/>
            <p:nvPr/>
          </p:nvSpPr>
          <p:spPr>
            <a:xfrm>
              <a:off x="1945195" y="352986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38" name="object 238"/>
            <p:cNvSpPr/>
            <p:nvPr/>
          </p:nvSpPr>
          <p:spPr>
            <a:xfrm>
              <a:off x="1945203" y="3529866"/>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39" name="object 239"/>
            <p:cNvSpPr/>
            <p:nvPr/>
          </p:nvSpPr>
          <p:spPr>
            <a:xfrm>
              <a:off x="1998979" y="352986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40" name="object 240"/>
            <p:cNvSpPr/>
            <p:nvPr/>
          </p:nvSpPr>
          <p:spPr>
            <a:xfrm>
              <a:off x="1998986" y="3529866"/>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41" name="object 241"/>
            <p:cNvSpPr/>
            <p:nvPr/>
          </p:nvSpPr>
          <p:spPr>
            <a:xfrm>
              <a:off x="2052777" y="352986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C00000"/>
            </a:solidFill>
          </p:spPr>
          <p:txBody>
            <a:bodyPr wrap="square" lIns="0" tIns="0" rIns="0" bIns="0" rtlCol="0"/>
            <a:lstStyle/>
            <a:p/>
          </p:txBody>
        </p:sp>
        <p:sp>
          <p:nvSpPr>
            <p:cNvPr id="242" name="object 242"/>
            <p:cNvSpPr/>
            <p:nvPr/>
          </p:nvSpPr>
          <p:spPr>
            <a:xfrm>
              <a:off x="2052779" y="3529866"/>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43" name="object 243"/>
            <p:cNvSpPr/>
            <p:nvPr/>
          </p:nvSpPr>
          <p:spPr>
            <a:xfrm>
              <a:off x="2106574" y="352986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44" name="object 244"/>
            <p:cNvSpPr/>
            <p:nvPr/>
          </p:nvSpPr>
          <p:spPr>
            <a:xfrm>
              <a:off x="2106573" y="3529866"/>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45" name="object 245"/>
            <p:cNvSpPr/>
            <p:nvPr/>
          </p:nvSpPr>
          <p:spPr>
            <a:xfrm>
              <a:off x="1945195" y="3583507"/>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46" name="object 246"/>
            <p:cNvSpPr/>
            <p:nvPr/>
          </p:nvSpPr>
          <p:spPr>
            <a:xfrm>
              <a:off x="1945203" y="3583511"/>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47" name="object 247"/>
            <p:cNvSpPr/>
            <p:nvPr/>
          </p:nvSpPr>
          <p:spPr>
            <a:xfrm>
              <a:off x="1998979" y="3583507"/>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48" name="object 248"/>
            <p:cNvSpPr/>
            <p:nvPr/>
          </p:nvSpPr>
          <p:spPr>
            <a:xfrm>
              <a:off x="1998986" y="3583511"/>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49" name="object 249"/>
            <p:cNvSpPr/>
            <p:nvPr/>
          </p:nvSpPr>
          <p:spPr>
            <a:xfrm>
              <a:off x="2052777" y="3583507"/>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50" name="object 250"/>
            <p:cNvSpPr/>
            <p:nvPr/>
          </p:nvSpPr>
          <p:spPr>
            <a:xfrm>
              <a:off x="2052779" y="3583511"/>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51" name="object 251"/>
            <p:cNvSpPr/>
            <p:nvPr/>
          </p:nvSpPr>
          <p:spPr>
            <a:xfrm>
              <a:off x="2106574" y="3583507"/>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52" name="object 252"/>
            <p:cNvSpPr/>
            <p:nvPr/>
          </p:nvSpPr>
          <p:spPr>
            <a:xfrm>
              <a:off x="2106573" y="3583511"/>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53" name="object 253"/>
            <p:cNvSpPr/>
            <p:nvPr/>
          </p:nvSpPr>
          <p:spPr>
            <a:xfrm>
              <a:off x="1945195" y="3637316"/>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54" name="object 254"/>
            <p:cNvSpPr/>
            <p:nvPr/>
          </p:nvSpPr>
          <p:spPr>
            <a:xfrm>
              <a:off x="1945203" y="363732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55" name="object 255"/>
            <p:cNvSpPr/>
            <p:nvPr/>
          </p:nvSpPr>
          <p:spPr>
            <a:xfrm>
              <a:off x="1998979" y="3637316"/>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C00000"/>
            </a:solidFill>
          </p:spPr>
          <p:txBody>
            <a:bodyPr wrap="square" lIns="0" tIns="0" rIns="0" bIns="0" rtlCol="0"/>
            <a:lstStyle/>
            <a:p/>
          </p:txBody>
        </p:sp>
        <p:sp>
          <p:nvSpPr>
            <p:cNvPr id="256" name="object 256"/>
            <p:cNvSpPr/>
            <p:nvPr/>
          </p:nvSpPr>
          <p:spPr>
            <a:xfrm>
              <a:off x="1998986" y="363732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57" name="object 257"/>
            <p:cNvSpPr/>
            <p:nvPr/>
          </p:nvSpPr>
          <p:spPr>
            <a:xfrm>
              <a:off x="2052777" y="3637316"/>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58" name="object 258"/>
            <p:cNvSpPr/>
            <p:nvPr/>
          </p:nvSpPr>
          <p:spPr>
            <a:xfrm>
              <a:off x="2052779" y="363732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59" name="object 259"/>
            <p:cNvSpPr/>
            <p:nvPr/>
          </p:nvSpPr>
          <p:spPr>
            <a:xfrm>
              <a:off x="2106574" y="3637316"/>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60" name="object 260"/>
            <p:cNvSpPr/>
            <p:nvPr/>
          </p:nvSpPr>
          <p:spPr>
            <a:xfrm>
              <a:off x="2106573" y="363732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61" name="object 261"/>
            <p:cNvSpPr/>
            <p:nvPr/>
          </p:nvSpPr>
          <p:spPr>
            <a:xfrm>
              <a:off x="1945195" y="369113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62" name="object 262"/>
            <p:cNvSpPr/>
            <p:nvPr/>
          </p:nvSpPr>
          <p:spPr>
            <a:xfrm>
              <a:off x="1945203" y="369113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63" name="object 263"/>
            <p:cNvSpPr/>
            <p:nvPr/>
          </p:nvSpPr>
          <p:spPr>
            <a:xfrm>
              <a:off x="1998979" y="369113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64" name="object 264"/>
            <p:cNvSpPr/>
            <p:nvPr/>
          </p:nvSpPr>
          <p:spPr>
            <a:xfrm>
              <a:off x="1998986" y="369113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65" name="object 265"/>
            <p:cNvSpPr/>
            <p:nvPr/>
          </p:nvSpPr>
          <p:spPr>
            <a:xfrm>
              <a:off x="2052777" y="369113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66" name="object 266"/>
            <p:cNvSpPr/>
            <p:nvPr/>
          </p:nvSpPr>
          <p:spPr>
            <a:xfrm>
              <a:off x="2052779" y="369113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67" name="object 267"/>
            <p:cNvSpPr/>
            <p:nvPr/>
          </p:nvSpPr>
          <p:spPr>
            <a:xfrm>
              <a:off x="2106574" y="369113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68" name="object 268"/>
            <p:cNvSpPr/>
            <p:nvPr/>
          </p:nvSpPr>
          <p:spPr>
            <a:xfrm>
              <a:off x="2106573" y="369113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69" name="object 269"/>
            <p:cNvSpPr/>
            <p:nvPr/>
          </p:nvSpPr>
          <p:spPr>
            <a:xfrm>
              <a:off x="1945195" y="374494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70" name="object 270"/>
            <p:cNvSpPr/>
            <p:nvPr/>
          </p:nvSpPr>
          <p:spPr>
            <a:xfrm>
              <a:off x="1945203" y="3744947"/>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71" name="object 271"/>
            <p:cNvSpPr/>
            <p:nvPr/>
          </p:nvSpPr>
          <p:spPr>
            <a:xfrm>
              <a:off x="1998979" y="374494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72" name="object 272"/>
            <p:cNvSpPr/>
            <p:nvPr/>
          </p:nvSpPr>
          <p:spPr>
            <a:xfrm>
              <a:off x="1998986" y="3744947"/>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73" name="object 273"/>
            <p:cNvSpPr/>
            <p:nvPr/>
          </p:nvSpPr>
          <p:spPr>
            <a:xfrm>
              <a:off x="2052777" y="374494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74" name="object 274"/>
            <p:cNvSpPr/>
            <p:nvPr/>
          </p:nvSpPr>
          <p:spPr>
            <a:xfrm>
              <a:off x="2052779" y="3744947"/>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75" name="object 275"/>
            <p:cNvSpPr/>
            <p:nvPr/>
          </p:nvSpPr>
          <p:spPr>
            <a:xfrm>
              <a:off x="2106574" y="374494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76" name="object 276"/>
            <p:cNvSpPr/>
            <p:nvPr/>
          </p:nvSpPr>
          <p:spPr>
            <a:xfrm>
              <a:off x="2106573" y="3744947"/>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pic>
          <p:nvPicPr>
            <p:cNvPr id="277" name="object 277"/>
            <p:cNvPicPr/>
            <p:nvPr/>
          </p:nvPicPr>
          <p:blipFill>
            <a:blip r:embed="rId8" cstate="print"/>
            <a:stretch>
              <a:fillRect/>
            </a:stretch>
          </p:blipFill>
          <p:spPr>
            <a:xfrm>
              <a:off x="1897659" y="3764356"/>
              <a:ext cx="318140" cy="167500"/>
            </a:xfrm>
            <a:prstGeom prst="rect">
              <a:avLst/>
            </a:prstGeom>
          </p:spPr>
        </p:pic>
        <p:sp>
          <p:nvSpPr>
            <p:cNvPr id="278" name="object 278"/>
            <p:cNvSpPr/>
            <p:nvPr/>
          </p:nvSpPr>
          <p:spPr>
            <a:xfrm>
              <a:off x="1945195" y="379941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79" name="object 279"/>
            <p:cNvSpPr/>
            <p:nvPr/>
          </p:nvSpPr>
          <p:spPr>
            <a:xfrm>
              <a:off x="1945203" y="3799418"/>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80" name="object 280"/>
            <p:cNvSpPr/>
            <p:nvPr/>
          </p:nvSpPr>
          <p:spPr>
            <a:xfrm>
              <a:off x="1998979" y="379941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81" name="object 281"/>
            <p:cNvSpPr/>
            <p:nvPr/>
          </p:nvSpPr>
          <p:spPr>
            <a:xfrm>
              <a:off x="1998986" y="3799418"/>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82" name="object 282"/>
            <p:cNvSpPr/>
            <p:nvPr/>
          </p:nvSpPr>
          <p:spPr>
            <a:xfrm>
              <a:off x="2052777" y="379941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83" name="object 283"/>
            <p:cNvSpPr/>
            <p:nvPr/>
          </p:nvSpPr>
          <p:spPr>
            <a:xfrm>
              <a:off x="2052779" y="3799418"/>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84" name="object 284"/>
            <p:cNvSpPr/>
            <p:nvPr/>
          </p:nvSpPr>
          <p:spPr>
            <a:xfrm>
              <a:off x="2106574" y="379941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85" name="object 285"/>
            <p:cNvSpPr/>
            <p:nvPr/>
          </p:nvSpPr>
          <p:spPr>
            <a:xfrm>
              <a:off x="2106573" y="3799418"/>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pic>
          <p:nvPicPr>
            <p:cNvPr id="286" name="object 286"/>
            <p:cNvPicPr/>
            <p:nvPr/>
          </p:nvPicPr>
          <p:blipFill>
            <a:blip r:embed="rId9" cstate="print"/>
            <a:stretch>
              <a:fillRect/>
            </a:stretch>
          </p:blipFill>
          <p:spPr>
            <a:xfrm>
              <a:off x="1897659" y="3822973"/>
              <a:ext cx="318140" cy="159124"/>
            </a:xfrm>
            <a:prstGeom prst="rect">
              <a:avLst/>
            </a:prstGeom>
          </p:spPr>
        </p:pic>
        <p:sp>
          <p:nvSpPr>
            <p:cNvPr id="287" name="object 287"/>
            <p:cNvSpPr/>
            <p:nvPr/>
          </p:nvSpPr>
          <p:spPr>
            <a:xfrm>
              <a:off x="1945195" y="385390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88" name="object 288"/>
            <p:cNvSpPr/>
            <p:nvPr/>
          </p:nvSpPr>
          <p:spPr>
            <a:xfrm>
              <a:off x="1945203" y="385390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89" name="object 289"/>
            <p:cNvSpPr/>
            <p:nvPr/>
          </p:nvSpPr>
          <p:spPr>
            <a:xfrm>
              <a:off x="1998979" y="385390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90" name="object 290"/>
            <p:cNvSpPr/>
            <p:nvPr/>
          </p:nvSpPr>
          <p:spPr>
            <a:xfrm>
              <a:off x="1998986" y="385390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91" name="object 291"/>
            <p:cNvSpPr/>
            <p:nvPr/>
          </p:nvSpPr>
          <p:spPr>
            <a:xfrm>
              <a:off x="2052777" y="385390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92" name="object 292"/>
            <p:cNvSpPr/>
            <p:nvPr/>
          </p:nvSpPr>
          <p:spPr>
            <a:xfrm>
              <a:off x="2052779" y="385390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93" name="object 293"/>
            <p:cNvSpPr/>
            <p:nvPr/>
          </p:nvSpPr>
          <p:spPr>
            <a:xfrm>
              <a:off x="2106574" y="385390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94" name="object 294"/>
            <p:cNvSpPr/>
            <p:nvPr/>
          </p:nvSpPr>
          <p:spPr>
            <a:xfrm>
              <a:off x="2106573" y="385390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pic>
          <p:nvPicPr>
            <p:cNvPr id="295" name="object 295"/>
            <p:cNvPicPr/>
            <p:nvPr/>
          </p:nvPicPr>
          <p:blipFill>
            <a:blip r:embed="rId10" cstate="print"/>
            <a:stretch>
              <a:fillRect/>
            </a:stretch>
          </p:blipFill>
          <p:spPr>
            <a:xfrm>
              <a:off x="1897659" y="3873233"/>
              <a:ext cx="318140" cy="167500"/>
            </a:xfrm>
            <a:prstGeom prst="rect">
              <a:avLst/>
            </a:prstGeom>
          </p:spPr>
        </p:pic>
        <p:sp>
          <p:nvSpPr>
            <p:cNvPr id="296" name="object 296"/>
            <p:cNvSpPr/>
            <p:nvPr/>
          </p:nvSpPr>
          <p:spPr>
            <a:xfrm>
              <a:off x="1945195" y="390771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297" name="object 297"/>
            <p:cNvSpPr/>
            <p:nvPr/>
          </p:nvSpPr>
          <p:spPr>
            <a:xfrm>
              <a:off x="1945203" y="3907712"/>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298" name="object 298"/>
            <p:cNvSpPr/>
            <p:nvPr/>
          </p:nvSpPr>
          <p:spPr>
            <a:xfrm>
              <a:off x="1998979" y="390771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C00000"/>
            </a:solidFill>
          </p:spPr>
          <p:txBody>
            <a:bodyPr wrap="square" lIns="0" tIns="0" rIns="0" bIns="0" rtlCol="0"/>
            <a:lstStyle/>
            <a:p/>
          </p:txBody>
        </p:sp>
        <p:sp>
          <p:nvSpPr>
            <p:cNvPr id="299" name="object 299"/>
            <p:cNvSpPr/>
            <p:nvPr/>
          </p:nvSpPr>
          <p:spPr>
            <a:xfrm>
              <a:off x="1998986" y="3907712"/>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00" name="object 300"/>
            <p:cNvSpPr/>
            <p:nvPr/>
          </p:nvSpPr>
          <p:spPr>
            <a:xfrm>
              <a:off x="2052777" y="390771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01" name="object 301"/>
            <p:cNvSpPr/>
            <p:nvPr/>
          </p:nvSpPr>
          <p:spPr>
            <a:xfrm>
              <a:off x="2052779" y="3907712"/>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02" name="object 302"/>
            <p:cNvSpPr/>
            <p:nvPr/>
          </p:nvSpPr>
          <p:spPr>
            <a:xfrm>
              <a:off x="2106574" y="390771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03" name="object 303"/>
            <p:cNvSpPr/>
            <p:nvPr/>
          </p:nvSpPr>
          <p:spPr>
            <a:xfrm>
              <a:off x="2106573" y="3907712"/>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04" name="object 304"/>
            <p:cNvSpPr/>
            <p:nvPr/>
          </p:nvSpPr>
          <p:spPr>
            <a:xfrm>
              <a:off x="2160358" y="3366273"/>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05" name="object 305"/>
            <p:cNvSpPr/>
            <p:nvPr/>
          </p:nvSpPr>
          <p:spPr>
            <a:xfrm>
              <a:off x="2160366" y="3366274"/>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06" name="object 306"/>
            <p:cNvSpPr/>
            <p:nvPr/>
          </p:nvSpPr>
          <p:spPr>
            <a:xfrm>
              <a:off x="2160358" y="342158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07" name="object 307"/>
            <p:cNvSpPr/>
            <p:nvPr/>
          </p:nvSpPr>
          <p:spPr>
            <a:xfrm>
              <a:off x="2160366" y="342158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08" name="object 308"/>
            <p:cNvSpPr/>
            <p:nvPr/>
          </p:nvSpPr>
          <p:spPr>
            <a:xfrm>
              <a:off x="2160358" y="3476141"/>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09" name="object 309"/>
            <p:cNvSpPr/>
            <p:nvPr/>
          </p:nvSpPr>
          <p:spPr>
            <a:xfrm>
              <a:off x="2160366" y="347614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10" name="object 310"/>
            <p:cNvSpPr/>
            <p:nvPr/>
          </p:nvSpPr>
          <p:spPr>
            <a:xfrm>
              <a:off x="2160358" y="352986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11" name="object 311"/>
            <p:cNvSpPr/>
            <p:nvPr/>
          </p:nvSpPr>
          <p:spPr>
            <a:xfrm>
              <a:off x="2160366" y="3529866"/>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12" name="object 312"/>
            <p:cNvSpPr/>
            <p:nvPr/>
          </p:nvSpPr>
          <p:spPr>
            <a:xfrm>
              <a:off x="2160358" y="3582986"/>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13" name="object 313"/>
            <p:cNvSpPr/>
            <p:nvPr/>
          </p:nvSpPr>
          <p:spPr>
            <a:xfrm>
              <a:off x="2160366" y="3582986"/>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14" name="object 314"/>
            <p:cNvSpPr/>
            <p:nvPr/>
          </p:nvSpPr>
          <p:spPr>
            <a:xfrm>
              <a:off x="2160358" y="363666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15" name="object 315"/>
            <p:cNvSpPr/>
            <p:nvPr/>
          </p:nvSpPr>
          <p:spPr>
            <a:xfrm>
              <a:off x="2160366" y="3636664"/>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16" name="object 316"/>
            <p:cNvSpPr/>
            <p:nvPr/>
          </p:nvSpPr>
          <p:spPr>
            <a:xfrm>
              <a:off x="2160358" y="3691406"/>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17" name="object 317"/>
            <p:cNvSpPr/>
            <p:nvPr/>
          </p:nvSpPr>
          <p:spPr>
            <a:xfrm>
              <a:off x="2160366" y="369140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18" name="object 318"/>
            <p:cNvSpPr/>
            <p:nvPr/>
          </p:nvSpPr>
          <p:spPr>
            <a:xfrm>
              <a:off x="2160358" y="3745470"/>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19" name="object 319"/>
            <p:cNvSpPr/>
            <p:nvPr/>
          </p:nvSpPr>
          <p:spPr>
            <a:xfrm>
              <a:off x="2160366" y="3745472"/>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20" name="object 320"/>
            <p:cNvSpPr/>
            <p:nvPr/>
          </p:nvSpPr>
          <p:spPr>
            <a:xfrm>
              <a:off x="2160358" y="379929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C00000"/>
            </a:solidFill>
          </p:spPr>
          <p:txBody>
            <a:bodyPr wrap="square" lIns="0" tIns="0" rIns="0" bIns="0" rtlCol="0"/>
            <a:lstStyle/>
            <a:p/>
          </p:txBody>
        </p:sp>
        <p:sp>
          <p:nvSpPr>
            <p:cNvPr id="321" name="object 321"/>
            <p:cNvSpPr/>
            <p:nvPr/>
          </p:nvSpPr>
          <p:spPr>
            <a:xfrm>
              <a:off x="2160366" y="379929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22" name="object 322"/>
            <p:cNvSpPr/>
            <p:nvPr/>
          </p:nvSpPr>
          <p:spPr>
            <a:xfrm>
              <a:off x="2160358" y="3854690"/>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23" name="object 323"/>
            <p:cNvSpPr/>
            <p:nvPr/>
          </p:nvSpPr>
          <p:spPr>
            <a:xfrm>
              <a:off x="2160366" y="385469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24" name="object 324"/>
            <p:cNvSpPr/>
            <p:nvPr/>
          </p:nvSpPr>
          <p:spPr>
            <a:xfrm>
              <a:off x="2160358" y="390771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25" name="object 325"/>
            <p:cNvSpPr/>
            <p:nvPr/>
          </p:nvSpPr>
          <p:spPr>
            <a:xfrm>
              <a:off x="2160366" y="3907712"/>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pic>
          <p:nvPicPr>
            <p:cNvPr id="326" name="object 326"/>
            <p:cNvPicPr/>
            <p:nvPr/>
          </p:nvPicPr>
          <p:blipFill>
            <a:blip r:embed="rId11" cstate="print"/>
            <a:stretch>
              <a:fillRect/>
            </a:stretch>
          </p:blipFill>
          <p:spPr>
            <a:xfrm>
              <a:off x="1470685" y="3931850"/>
              <a:ext cx="318140" cy="159124"/>
            </a:xfrm>
            <a:prstGeom prst="rect">
              <a:avLst/>
            </a:prstGeom>
          </p:spPr>
        </p:pic>
        <p:sp>
          <p:nvSpPr>
            <p:cNvPr id="327" name="object 327"/>
            <p:cNvSpPr/>
            <p:nvPr/>
          </p:nvSpPr>
          <p:spPr>
            <a:xfrm>
              <a:off x="1518018" y="3964684"/>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28" name="object 328"/>
            <p:cNvSpPr/>
            <p:nvPr/>
          </p:nvSpPr>
          <p:spPr>
            <a:xfrm>
              <a:off x="1518026" y="396468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29" name="object 329"/>
            <p:cNvSpPr/>
            <p:nvPr/>
          </p:nvSpPr>
          <p:spPr>
            <a:xfrm>
              <a:off x="1571815" y="3964684"/>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30" name="object 330"/>
            <p:cNvSpPr/>
            <p:nvPr/>
          </p:nvSpPr>
          <p:spPr>
            <a:xfrm>
              <a:off x="1571819" y="396468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31" name="object 331"/>
            <p:cNvSpPr/>
            <p:nvPr/>
          </p:nvSpPr>
          <p:spPr>
            <a:xfrm>
              <a:off x="1625612" y="3964684"/>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32" name="object 332"/>
            <p:cNvSpPr/>
            <p:nvPr/>
          </p:nvSpPr>
          <p:spPr>
            <a:xfrm>
              <a:off x="1625613" y="396468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33" name="object 333"/>
            <p:cNvSpPr/>
            <p:nvPr/>
          </p:nvSpPr>
          <p:spPr>
            <a:xfrm>
              <a:off x="1679397" y="3964684"/>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34" name="object 334"/>
            <p:cNvSpPr/>
            <p:nvPr/>
          </p:nvSpPr>
          <p:spPr>
            <a:xfrm>
              <a:off x="1679406" y="396468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pic>
          <p:nvPicPr>
            <p:cNvPr id="335" name="object 335"/>
            <p:cNvPicPr/>
            <p:nvPr/>
          </p:nvPicPr>
          <p:blipFill>
            <a:blip r:embed="rId12" cstate="print"/>
            <a:stretch>
              <a:fillRect/>
            </a:stretch>
          </p:blipFill>
          <p:spPr>
            <a:xfrm>
              <a:off x="1679981" y="3931850"/>
              <a:ext cx="326511" cy="159124"/>
            </a:xfrm>
            <a:prstGeom prst="rect">
              <a:avLst/>
            </a:prstGeom>
          </p:spPr>
        </p:pic>
        <p:sp>
          <p:nvSpPr>
            <p:cNvPr id="336" name="object 336"/>
            <p:cNvSpPr/>
            <p:nvPr/>
          </p:nvSpPr>
          <p:spPr>
            <a:xfrm>
              <a:off x="1730032" y="3964684"/>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37" name="object 337"/>
            <p:cNvSpPr/>
            <p:nvPr/>
          </p:nvSpPr>
          <p:spPr>
            <a:xfrm>
              <a:off x="1730030" y="396468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38" name="object 338"/>
            <p:cNvSpPr/>
            <p:nvPr/>
          </p:nvSpPr>
          <p:spPr>
            <a:xfrm>
              <a:off x="1783816" y="3964684"/>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39" name="object 339"/>
            <p:cNvSpPr/>
            <p:nvPr/>
          </p:nvSpPr>
          <p:spPr>
            <a:xfrm>
              <a:off x="1783823" y="396468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40" name="object 340"/>
            <p:cNvSpPr/>
            <p:nvPr/>
          </p:nvSpPr>
          <p:spPr>
            <a:xfrm>
              <a:off x="1837613" y="3964684"/>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41" name="object 341"/>
            <p:cNvSpPr/>
            <p:nvPr/>
          </p:nvSpPr>
          <p:spPr>
            <a:xfrm>
              <a:off x="1837617" y="396468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42" name="object 342"/>
            <p:cNvSpPr/>
            <p:nvPr/>
          </p:nvSpPr>
          <p:spPr>
            <a:xfrm>
              <a:off x="1891410" y="3964684"/>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43" name="object 343"/>
            <p:cNvSpPr/>
            <p:nvPr/>
          </p:nvSpPr>
          <p:spPr>
            <a:xfrm>
              <a:off x="1891410" y="396468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pic>
          <p:nvPicPr>
            <p:cNvPr id="344" name="object 344"/>
            <p:cNvPicPr/>
            <p:nvPr/>
          </p:nvPicPr>
          <p:blipFill>
            <a:blip r:embed="rId13" cstate="print"/>
            <a:stretch>
              <a:fillRect/>
            </a:stretch>
          </p:blipFill>
          <p:spPr>
            <a:xfrm>
              <a:off x="1897659" y="3931850"/>
              <a:ext cx="318140" cy="159124"/>
            </a:xfrm>
            <a:prstGeom prst="rect">
              <a:avLst/>
            </a:prstGeom>
          </p:spPr>
        </p:pic>
        <p:sp>
          <p:nvSpPr>
            <p:cNvPr id="345" name="object 345"/>
            <p:cNvSpPr/>
            <p:nvPr/>
          </p:nvSpPr>
          <p:spPr>
            <a:xfrm>
              <a:off x="1945195" y="3964684"/>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46" name="object 346"/>
            <p:cNvSpPr/>
            <p:nvPr/>
          </p:nvSpPr>
          <p:spPr>
            <a:xfrm>
              <a:off x="1945203" y="396468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47" name="object 347"/>
            <p:cNvSpPr/>
            <p:nvPr/>
          </p:nvSpPr>
          <p:spPr>
            <a:xfrm>
              <a:off x="1998979" y="3964684"/>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48" name="object 348"/>
            <p:cNvSpPr/>
            <p:nvPr/>
          </p:nvSpPr>
          <p:spPr>
            <a:xfrm>
              <a:off x="1998986" y="396468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49" name="object 349"/>
            <p:cNvSpPr/>
            <p:nvPr/>
          </p:nvSpPr>
          <p:spPr>
            <a:xfrm>
              <a:off x="2052777" y="3964684"/>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50" name="object 350"/>
            <p:cNvSpPr/>
            <p:nvPr/>
          </p:nvSpPr>
          <p:spPr>
            <a:xfrm>
              <a:off x="2052779" y="396468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51" name="object 351"/>
            <p:cNvSpPr/>
            <p:nvPr/>
          </p:nvSpPr>
          <p:spPr>
            <a:xfrm>
              <a:off x="2106574" y="3964684"/>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52" name="object 352"/>
            <p:cNvSpPr/>
            <p:nvPr/>
          </p:nvSpPr>
          <p:spPr>
            <a:xfrm>
              <a:off x="2106573" y="396468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53" name="object 353"/>
            <p:cNvSpPr/>
            <p:nvPr/>
          </p:nvSpPr>
          <p:spPr>
            <a:xfrm>
              <a:off x="2160358" y="3964684"/>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54" name="object 354"/>
            <p:cNvSpPr/>
            <p:nvPr/>
          </p:nvSpPr>
          <p:spPr>
            <a:xfrm>
              <a:off x="2160366" y="396468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pic>
          <p:nvPicPr>
            <p:cNvPr id="355" name="object 355"/>
            <p:cNvPicPr/>
            <p:nvPr/>
          </p:nvPicPr>
          <p:blipFill>
            <a:blip r:embed="rId14" cstate="print"/>
            <a:stretch>
              <a:fillRect/>
            </a:stretch>
          </p:blipFill>
          <p:spPr>
            <a:xfrm>
              <a:off x="1470685" y="3982097"/>
              <a:ext cx="318140" cy="167500"/>
            </a:xfrm>
            <a:prstGeom prst="rect">
              <a:avLst/>
            </a:prstGeom>
          </p:spPr>
        </p:pic>
        <p:sp>
          <p:nvSpPr>
            <p:cNvPr id="356" name="object 356"/>
            <p:cNvSpPr/>
            <p:nvPr/>
          </p:nvSpPr>
          <p:spPr>
            <a:xfrm>
              <a:off x="1518018" y="4018494"/>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57" name="object 357"/>
            <p:cNvSpPr/>
            <p:nvPr/>
          </p:nvSpPr>
          <p:spPr>
            <a:xfrm>
              <a:off x="1518026" y="4018497"/>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58" name="object 358"/>
            <p:cNvSpPr/>
            <p:nvPr/>
          </p:nvSpPr>
          <p:spPr>
            <a:xfrm>
              <a:off x="1571815" y="4018494"/>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59" name="object 359"/>
            <p:cNvSpPr/>
            <p:nvPr/>
          </p:nvSpPr>
          <p:spPr>
            <a:xfrm>
              <a:off x="1571819" y="4018497"/>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60" name="object 360"/>
            <p:cNvSpPr/>
            <p:nvPr/>
          </p:nvSpPr>
          <p:spPr>
            <a:xfrm>
              <a:off x="1625612" y="4018494"/>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61" name="object 361"/>
            <p:cNvSpPr/>
            <p:nvPr/>
          </p:nvSpPr>
          <p:spPr>
            <a:xfrm>
              <a:off x="1625613" y="4018497"/>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62" name="object 362"/>
            <p:cNvSpPr/>
            <p:nvPr/>
          </p:nvSpPr>
          <p:spPr>
            <a:xfrm>
              <a:off x="1679397" y="4018494"/>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63" name="object 363"/>
            <p:cNvSpPr/>
            <p:nvPr/>
          </p:nvSpPr>
          <p:spPr>
            <a:xfrm>
              <a:off x="1679406" y="4018497"/>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pic>
          <p:nvPicPr>
            <p:cNvPr id="364" name="object 364"/>
            <p:cNvPicPr/>
            <p:nvPr/>
          </p:nvPicPr>
          <p:blipFill>
            <a:blip r:embed="rId15" cstate="print"/>
            <a:stretch>
              <a:fillRect/>
            </a:stretch>
          </p:blipFill>
          <p:spPr>
            <a:xfrm>
              <a:off x="1679981" y="3982097"/>
              <a:ext cx="326511" cy="167500"/>
            </a:xfrm>
            <a:prstGeom prst="rect">
              <a:avLst/>
            </a:prstGeom>
          </p:spPr>
        </p:pic>
        <p:sp>
          <p:nvSpPr>
            <p:cNvPr id="365" name="object 365"/>
            <p:cNvSpPr/>
            <p:nvPr/>
          </p:nvSpPr>
          <p:spPr>
            <a:xfrm>
              <a:off x="1730032" y="4018494"/>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66" name="object 366"/>
            <p:cNvSpPr/>
            <p:nvPr/>
          </p:nvSpPr>
          <p:spPr>
            <a:xfrm>
              <a:off x="1730030" y="4018497"/>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67" name="object 367"/>
            <p:cNvSpPr/>
            <p:nvPr/>
          </p:nvSpPr>
          <p:spPr>
            <a:xfrm>
              <a:off x="1783816" y="4018494"/>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68" name="object 368"/>
            <p:cNvSpPr/>
            <p:nvPr/>
          </p:nvSpPr>
          <p:spPr>
            <a:xfrm>
              <a:off x="1783823" y="4018497"/>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69" name="object 369"/>
            <p:cNvSpPr/>
            <p:nvPr/>
          </p:nvSpPr>
          <p:spPr>
            <a:xfrm>
              <a:off x="1837613" y="4018494"/>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70" name="object 370"/>
            <p:cNvSpPr/>
            <p:nvPr/>
          </p:nvSpPr>
          <p:spPr>
            <a:xfrm>
              <a:off x="1837617" y="4018497"/>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71" name="object 371"/>
            <p:cNvSpPr/>
            <p:nvPr/>
          </p:nvSpPr>
          <p:spPr>
            <a:xfrm>
              <a:off x="1891410" y="4018494"/>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72" name="object 372"/>
            <p:cNvSpPr/>
            <p:nvPr/>
          </p:nvSpPr>
          <p:spPr>
            <a:xfrm>
              <a:off x="1891410" y="4018497"/>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pic>
          <p:nvPicPr>
            <p:cNvPr id="373" name="object 373"/>
            <p:cNvPicPr/>
            <p:nvPr/>
          </p:nvPicPr>
          <p:blipFill>
            <a:blip r:embed="rId16" cstate="print"/>
            <a:stretch>
              <a:fillRect/>
            </a:stretch>
          </p:blipFill>
          <p:spPr>
            <a:xfrm>
              <a:off x="1897659" y="3982097"/>
              <a:ext cx="318140" cy="167500"/>
            </a:xfrm>
            <a:prstGeom prst="rect">
              <a:avLst/>
            </a:prstGeom>
          </p:spPr>
        </p:pic>
        <p:sp>
          <p:nvSpPr>
            <p:cNvPr id="374" name="object 374"/>
            <p:cNvSpPr/>
            <p:nvPr/>
          </p:nvSpPr>
          <p:spPr>
            <a:xfrm>
              <a:off x="1945195" y="4018494"/>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75" name="object 375"/>
            <p:cNvSpPr/>
            <p:nvPr/>
          </p:nvSpPr>
          <p:spPr>
            <a:xfrm>
              <a:off x="1945203" y="4018497"/>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76" name="object 376"/>
            <p:cNvSpPr/>
            <p:nvPr/>
          </p:nvSpPr>
          <p:spPr>
            <a:xfrm>
              <a:off x="1998979" y="4018494"/>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77" name="object 377"/>
            <p:cNvSpPr/>
            <p:nvPr/>
          </p:nvSpPr>
          <p:spPr>
            <a:xfrm>
              <a:off x="1998986" y="4018497"/>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78" name="object 378"/>
            <p:cNvSpPr/>
            <p:nvPr/>
          </p:nvSpPr>
          <p:spPr>
            <a:xfrm>
              <a:off x="2052777" y="4018494"/>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79" name="object 379"/>
            <p:cNvSpPr/>
            <p:nvPr/>
          </p:nvSpPr>
          <p:spPr>
            <a:xfrm>
              <a:off x="2052779" y="4018497"/>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80" name="object 380"/>
            <p:cNvSpPr/>
            <p:nvPr/>
          </p:nvSpPr>
          <p:spPr>
            <a:xfrm>
              <a:off x="2106574" y="4018494"/>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81" name="object 381"/>
            <p:cNvSpPr/>
            <p:nvPr/>
          </p:nvSpPr>
          <p:spPr>
            <a:xfrm>
              <a:off x="2106573" y="4018497"/>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82" name="object 382"/>
            <p:cNvSpPr/>
            <p:nvPr/>
          </p:nvSpPr>
          <p:spPr>
            <a:xfrm>
              <a:off x="2160358" y="4018494"/>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83" name="object 383"/>
            <p:cNvSpPr/>
            <p:nvPr/>
          </p:nvSpPr>
          <p:spPr>
            <a:xfrm>
              <a:off x="2160366" y="4018497"/>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pic>
          <p:nvPicPr>
            <p:cNvPr id="384" name="object 384"/>
            <p:cNvPicPr/>
            <p:nvPr/>
          </p:nvPicPr>
          <p:blipFill>
            <a:blip r:embed="rId17" cstate="print"/>
            <a:stretch>
              <a:fillRect/>
            </a:stretch>
          </p:blipFill>
          <p:spPr>
            <a:xfrm>
              <a:off x="1520913" y="4040733"/>
              <a:ext cx="267906" cy="167500"/>
            </a:xfrm>
            <a:prstGeom prst="rect">
              <a:avLst/>
            </a:prstGeom>
          </p:spPr>
        </p:pic>
        <p:sp>
          <p:nvSpPr>
            <p:cNvPr id="385" name="object 385"/>
            <p:cNvSpPr/>
            <p:nvPr/>
          </p:nvSpPr>
          <p:spPr>
            <a:xfrm>
              <a:off x="1571815" y="407547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86" name="object 386"/>
            <p:cNvSpPr/>
            <p:nvPr/>
          </p:nvSpPr>
          <p:spPr>
            <a:xfrm>
              <a:off x="1571819" y="407548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87" name="object 387"/>
            <p:cNvSpPr/>
            <p:nvPr/>
          </p:nvSpPr>
          <p:spPr>
            <a:xfrm>
              <a:off x="1625612" y="407547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88" name="object 388"/>
            <p:cNvSpPr/>
            <p:nvPr/>
          </p:nvSpPr>
          <p:spPr>
            <a:xfrm>
              <a:off x="1625613" y="407548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89" name="object 389"/>
            <p:cNvSpPr/>
            <p:nvPr/>
          </p:nvSpPr>
          <p:spPr>
            <a:xfrm>
              <a:off x="1679397" y="407547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90" name="object 390"/>
            <p:cNvSpPr/>
            <p:nvPr/>
          </p:nvSpPr>
          <p:spPr>
            <a:xfrm>
              <a:off x="1679406" y="407548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pic>
          <p:nvPicPr>
            <p:cNvPr id="391" name="object 391"/>
            <p:cNvPicPr/>
            <p:nvPr/>
          </p:nvPicPr>
          <p:blipFill>
            <a:blip r:embed="rId18" cstate="print"/>
            <a:stretch>
              <a:fillRect/>
            </a:stretch>
          </p:blipFill>
          <p:spPr>
            <a:xfrm>
              <a:off x="1679981" y="4040733"/>
              <a:ext cx="326511" cy="167500"/>
            </a:xfrm>
            <a:prstGeom prst="rect">
              <a:avLst/>
            </a:prstGeom>
          </p:spPr>
        </p:pic>
        <p:sp>
          <p:nvSpPr>
            <p:cNvPr id="392" name="object 392"/>
            <p:cNvSpPr/>
            <p:nvPr/>
          </p:nvSpPr>
          <p:spPr>
            <a:xfrm>
              <a:off x="1730032" y="407547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93" name="object 393"/>
            <p:cNvSpPr/>
            <p:nvPr/>
          </p:nvSpPr>
          <p:spPr>
            <a:xfrm>
              <a:off x="1730030" y="407548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94" name="object 394"/>
            <p:cNvSpPr/>
            <p:nvPr/>
          </p:nvSpPr>
          <p:spPr>
            <a:xfrm>
              <a:off x="1783816" y="407547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C00000"/>
            </a:solidFill>
          </p:spPr>
          <p:txBody>
            <a:bodyPr wrap="square" lIns="0" tIns="0" rIns="0" bIns="0" rtlCol="0"/>
            <a:lstStyle/>
            <a:p/>
          </p:txBody>
        </p:sp>
        <p:sp>
          <p:nvSpPr>
            <p:cNvPr id="395" name="object 395"/>
            <p:cNvSpPr/>
            <p:nvPr/>
          </p:nvSpPr>
          <p:spPr>
            <a:xfrm>
              <a:off x="1783823" y="407548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96" name="object 396"/>
            <p:cNvSpPr/>
            <p:nvPr/>
          </p:nvSpPr>
          <p:spPr>
            <a:xfrm>
              <a:off x="1837613" y="407547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97" name="object 397"/>
            <p:cNvSpPr/>
            <p:nvPr/>
          </p:nvSpPr>
          <p:spPr>
            <a:xfrm>
              <a:off x="1837617" y="407548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398" name="object 398"/>
            <p:cNvSpPr/>
            <p:nvPr/>
          </p:nvSpPr>
          <p:spPr>
            <a:xfrm>
              <a:off x="1891410" y="407547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399" name="object 399"/>
            <p:cNvSpPr/>
            <p:nvPr/>
          </p:nvSpPr>
          <p:spPr>
            <a:xfrm>
              <a:off x="1891410" y="407548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pic>
          <p:nvPicPr>
            <p:cNvPr id="400" name="object 400"/>
            <p:cNvPicPr/>
            <p:nvPr/>
          </p:nvPicPr>
          <p:blipFill>
            <a:blip r:embed="rId19" cstate="print"/>
            <a:stretch>
              <a:fillRect/>
            </a:stretch>
          </p:blipFill>
          <p:spPr>
            <a:xfrm>
              <a:off x="1897659" y="4040733"/>
              <a:ext cx="318140" cy="167500"/>
            </a:xfrm>
            <a:prstGeom prst="rect">
              <a:avLst/>
            </a:prstGeom>
          </p:spPr>
        </p:pic>
        <p:sp>
          <p:nvSpPr>
            <p:cNvPr id="401" name="object 401"/>
            <p:cNvSpPr/>
            <p:nvPr/>
          </p:nvSpPr>
          <p:spPr>
            <a:xfrm>
              <a:off x="1945195" y="407547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02" name="object 402"/>
            <p:cNvSpPr/>
            <p:nvPr/>
          </p:nvSpPr>
          <p:spPr>
            <a:xfrm>
              <a:off x="1945203" y="407548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03" name="object 403"/>
            <p:cNvSpPr/>
            <p:nvPr/>
          </p:nvSpPr>
          <p:spPr>
            <a:xfrm>
              <a:off x="1998979" y="407547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04" name="object 404"/>
            <p:cNvSpPr/>
            <p:nvPr/>
          </p:nvSpPr>
          <p:spPr>
            <a:xfrm>
              <a:off x="1998986" y="407548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05" name="object 405"/>
            <p:cNvSpPr/>
            <p:nvPr/>
          </p:nvSpPr>
          <p:spPr>
            <a:xfrm>
              <a:off x="2052777" y="407547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06" name="object 406"/>
            <p:cNvSpPr/>
            <p:nvPr/>
          </p:nvSpPr>
          <p:spPr>
            <a:xfrm>
              <a:off x="2052779" y="407548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07" name="object 407"/>
            <p:cNvSpPr/>
            <p:nvPr/>
          </p:nvSpPr>
          <p:spPr>
            <a:xfrm>
              <a:off x="2106574" y="407547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08" name="object 408"/>
            <p:cNvSpPr/>
            <p:nvPr/>
          </p:nvSpPr>
          <p:spPr>
            <a:xfrm>
              <a:off x="2106573" y="407548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pic>
          <p:nvPicPr>
            <p:cNvPr id="409" name="object 409"/>
            <p:cNvPicPr/>
            <p:nvPr/>
          </p:nvPicPr>
          <p:blipFill>
            <a:blip r:embed="rId20" cstate="print"/>
            <a:stretch>
              <a:fillRect/>
            </a:stretch>
          </p:blipFill>
          <p:spPr>
            <a:xfrm>
              <a:off x="1629752" y="4099350"/>
              <a:ext cx="217674" cy="159124"/>
            </a:xfrm>
            <a:prstGeom prst="rect">
              <a:avLst/>
            </a:prstGeom>
          </p:spPr>
        </p:pic>
        <p:sp>
          <p:nvSpPr>
            <p:cNvPr id="410" name="object 410"/>
            <p:cNvSpPr/>
            <p:nvPr/>
          </p:nvSpPr>
          <p:spPr>
            <a:xfrm>
              <a:off x="1678063" y="4129276"/>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11" name="object 411"/>
            <p:cNvSpPr/>
            <p:nvPr/>
          </p:nvSpPr>
          <p:spPr>
            <a:xfrm>
              <a:off x="1678067" y="4129281"/>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12" name="object 412"/>
            <p:cNvSpPr/>
            <p:nvPr/>
          </p:nvSpPr>
          <p:spPr>
            <a:xfrm>
              <a:off x="1731860" y="4129276"/>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13" name="object 413"/>
            <p:cNvSpPr/>
            <p:nvPr/>
          </p:nvSpPr>
          <p:spPr>
            <a:xfrm>
              <a:off x="1731860" y="4129281"/>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pic>
          <p:nvPicPr>
            <p:cNvPr id="414" name="object 414"/>
            <p:cNvPicPr/>
            <p:nvPr/>
          </p:nvPicPr>
          <p:blipFill>
            <a:blip r:embed="rId21" cstate="print"/>
            <a:stretch>
              <a:fillRect/>
            </a:stretch>
          </p:blipFill>
          <p:spPr>
            <a:xfrm>
              <a:off x="1730209" y="4099350"/>
              <a:ext cx="326511" cy="159124"/>
            </a:xfrm>
            <a:prstGeom prst="rect">
              <a:avLst/>
            </a:prstGeom>
          </p:spPr>
        </p:pic>
        <p:sp>
          <p:nvSpPr>
            <p:cNvPr id="415" name="object 415"/>
            <p:cNvSpPr/>
            <p:nvPr/>
          </p:nvSpPr>
          <p:spPr>
            <a:xfrm>
              <a:off x="1782495" y="4129276"/>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16" name="object 416"/>
            <p:cNvSpPr/>
            <p:nvPr/>
          </p:nvSpPr>
          <p:spPr>
            <a:xfrm>
              <a:off x="1782495" y="4129281"/>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17" name="object 417"/>
            <p:cNvSpPr/>
            <p:nvPr/>
          </p:nvSpPr>
          <p:spPr>
            <a:xfrm>
              <a:off x="1836280" y="4129276"/>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18" name="object 418"/>
            <p:cNvSpPr/>
            <p:nvPr/>
          </p:nvSpPr>
          <p:spPr>
            <a:xfrm>
              <a:off x="1836277" y="4129281"/>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19" name="object 419"/>
            <p:cNvSpPr/>
            <p:nvPr/>
          </p:nvSpPr>
          <p:spPr>
            <a:xfrm>
              <a:off x="1890064" y="4129276"/>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20" name="object 420"/>
            <p:cNvSpPr/>
            <p:nvPr/>
          </p:nvSpPr>
          <p:spPr>
            <a:xfrm>
              <a:off x="1890070" y="4129281"/>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21" name="object 421"/>
            <p:cNvSpPr/>
            <p:nvPr/>
          </p:nvSpPr>
          <p:spPr>
            <a:xfrm>
              <a:off x="1943861" y="4129276"/>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22" name="object 422"/>
            <p:cNvSpPr/>
            <p:nvPr/>
          </p:nvSpPr>
          <p:spPr>
            <a:xfrm>
              <a:off x="1943864" y="4129281"/>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pic>
          <p:nvPicPr>
            <p:cNvPr id="423" name="object 423"/>
            <p:cNvPicPr/>
            <p:nvPr/>
          </p:nvPicPr>
          <p:blipFill>
            <a:blip r:embed="rId22" cstate="print"/>
            <a:stretch>
              <a:fillRect/>
            </a:stretch>
          </p:blipFill>
          <p:spPr>
            <a:xfrm>
              <a:off x="1947887" y="4099350"/>
              <a:ext cx="159070" cy="159124"/>
            </a:xfrm>
            <a:prstGeom prst="rect">
              <a:avLst/>
            </a:prstGeom>
          </p:spPr>
        </p:pic>
        <p:sp>
          <p:nvSpPr>
            <p:cNvPr id="424" name="object 424"/>
            <p:cNvSpPr/>
            <p:nvPr/>
          </p:nvSpPr>
          <p:spPr>
            <a:xfrm>
              <a:off x="1997659" y="4129276"/>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25" name="object 425"/>
            <p:cNvSpPr/>
            <p:nvPr/>
          </p:nvSpPr>
          <p:spPr>
            <a:xfrm>
              <a:off x="1997657" y="4129281"/>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26" name="object 426"/>
            <p:cNvSpPr/>
            <p:nvPr/>
          </p:nvSpPr>
          <p:spPr>
            <a:xfrm>
              <a:off x="2215743" y="3476966"/>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27" name="object 427"/>
            <p:cNvSpPr/>
            <p:nvPr/>
          </p:nvSpPr>
          <p:spPr>
            <a:xfrm>
              <a:off x="2215745" y="3476969"/>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28" name="object 428"/>
            <p:cNvSpPr/>
            <p:nvPr/>
          </p:nvSpPr>
          <p:spPr>
            <a:xfrm>
              <a:off x="2215743" y="352986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29" name="object 429"/>
            <p:cNvSpPr/>
            <p:nvPr/>
          </p:nvSpPr>
          <p:spPr>
            <a:xfrm>
              <a:off x="2215745" y="3529866"/>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30" name="object 430"/>
            <p:cNvSpPr/>
            <p:nvPr/>
          </p:nvSpPr>
          <p:spPr>
            <a:xfrm>
              <a:off x="2215743" y="3582986"/>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31" name="object 431"/>
            <p:cNvSpPr/>
            <p:nvPr/>
          </p:nvSpPr>
          <p:spPr>
            <a:xfrm>
              <a:off x="2215745" y="3582986"/>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32" name="object 432"/>
            <p:cNvSpPr/>
            <p:nvPr/>
          </p:nvSpPr>
          <p:spPr>
            <a:xfrm>
              <a:off x="2215743" y="363666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33" name="object 433"/>
            <p:cNvSpPr/>
            <p:nvPr/>
          </p:nvSpPr>
          <p:spPr>
            <a:xfrm>
              <a:off x="2215745" y="3636664"/>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34" name="object 434"/>
            <p:cNvSpPr/>
            <p:nvPr/>
          </p:nvSpPr>
          <p:spPr>
            <a:xfrm>
              <a:off x="2215743" y="3691406"/>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35" name="object 435"/>
            <p:cNvSpPr/>
            <p:nvPr/>
          </p:nvSpPr>
          <p:spPr>
            <a:xfrm>
              <a:off x="2215745" y="369140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36" name="object 436"/>
            <p:cNvSpPr/>
            <p:nvPr/>
          </p:nvSpPr>
          <p:spPr>
            <a:xfrm>
              <a:off x="2215743" y="3745470"/>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37" name="object 437"/>
            <p:cNvSpPr/>
            <p:nvPr/>
          </p:nvSpPr>
          <p:spPr>
            <a:xfrm>
              <a:off x="2215745" y="3745472"/>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38" name="object 438"/>
            <p:cNvSpPr/>
            <p:nvPr/>
          </p:nvSpPr>
          <p:spPr>
            <a:xfrm>
              <a:off x="2215743" y="379929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39" name="object 439"/>
            <p:cNvSpPr/>
            <p:nvPr/>
          </p:nvSpPr>
          <p:spPr>
            <a:xfrm>
              <a:off x="2215745" y="379929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40" name="object 440"/>
            <p:cNvSpPr/>
            <p:nvPr/>
          </p:nvSpPr>
          <p:spPr>
            <a:xfrm>
              <a:off x="2215743" y="3854690"/>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41" name="object 441"/>
            <p:cNvSpPr/>
            <p:nvPr/>
          </p:nvSpPr>
          <p:spPr>
            <a:xfrm>
              <a:off x="2215745" y="385469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42" name="object 442"/>
            <p:cNvSpPr/>
            <p:nvPr/>
          </p:nvSpPr>
          <p:spPr>
            <a:xfrm>
              <a:off x="2215743" y="390771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43" name="object 443"/>
            <p:cNvSpPr/>
            <p:nvPr/>
          </p:nvSpPr>
          <p:spPr>
            <a:xfrm>
              <a:off x="2215745" y="3907712"/>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44" name="object 444"/>
            <p:cNvSpPr/>
            <p:nvPr/>
          </p:nvSpPr>
          <p:spPr>
            <a:xfrm>
              <a:off x="2215743" y="3964684"/>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45" name="object 445"/>
            <p:cNvSpPr/>
            <p:nvPr/>
          </p:nvSpPr>
          <p:spPr>
            <a:xfrm>
              <a:off x="2215745" y="396468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46" name="object 446"/>
            <p:cNvSpPr/>
            <p:nvPr/>
          </p:nvSpPr>
          <p:spPr>
            <a:xfrm>
              <a:off x="1464233" y="342158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47" name="object 447"/>
            <p:cNvSpPr/>
            <p:nvPr/>
          </p:nvSpPr>
          <p:spPr>
            <a:xfrm>
              <a:off x="1464232" y="342158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48" name="object 448"/>
            <p:cNvSpPr/>
            <p:nvPr/>
          </p:nvSpPr>
          <p:spPr>
            <a:xfrm>
              <a:off x="1464233" y="3476966"/>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49" name="object 449"/>
            <p:cNvSpPr/>
            <p:nvPr/>
          </p:nvSpPr>
          <p:spPr>
            <a:xfrm>
              <a:off x="1464232" y="3476969"/>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50" name="object 450"/>
            <p:cNvSpPr/>
            <p:nvPr/>
          </p:nvSpPr>
          <p:spPr>
            <a:xfrm>
              <a:off x="1464233" y="352986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51" name="object 451"/>
            <p:cNvSpPr/>
            <p:nvPr/>
          </p:nvSpPr>
          <p:spPr>
            <a:xfrm>
              <a:off x="1464232" y="3529866"/>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52" name="object 452"/>
            <p:cNvSpPr/>
            <p:nvPr/>
          </p:nvSpPr>
          <p:spPr>
            <a:xfrm>
              <a:off x="1464233" y="3582986"/>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53" name="object 453"/>
            <p:cNvSpPr/>
            <p:nvPr/>
          </p:nvSpPr>
          <p:spPr>
            <a:xfrm>
              <a:off x="1464232" y="3582986"/>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54" name="object 454"/>
            <p:cNvSpPr/>
            <p:nvPr/>
          </p:nvSpPr>
          <p:spPr>
            <a:xfrm>
              <a:off x="1464233" y="363666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55" name="object 455"/>
            <p:cNvSpPr/>
            <p:nvPr/>
          </p:nvSpPr>
          <p:spPr>
            <a:xfrm>
              <a:off x="1464232" y="3636664"/>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56" name="object 456"/>
            <p:cNvSpPr/>
            <p:nvPr/>
          </p:nvSpPr>
          <p:spPr>
            <a:xfrm>
              <a:off x="1464233" y="3691406"/>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57" name="object 457"/>
            <p:cNvSpPr/>
            <p:nvPr/>
          </p:nvSpPr>
          <p:spPr>
            <a:xfrm>
              <a:off x="1464232" y="369140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58" name="object 458"/>
            <p:cNvSpPr/>
            <p:nvPr/>
          </p:nvSpPr>
          <p:spPr>
            <a:xfrm>
              <a:off x="1464233" y="3745470"/>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59" name="object 459"/>
            <p:cNvSpPr/>
            <p:nvPr/>
          </p:nvSpPr>
          <p:spPr>
            <a:xfrm>
              <a:off x="1464232" y="3745472"/>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60" name="object 460"/>
            <p:cNvSpPr/>
            <p:nvPr/>
          </p:nvSpPr>
          <p:spPr>
            <a:xfrm>
              <a:off x="1464233" y="379929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61" name="object 461"/>
            <p:cNvSpPr/>
            <p:nvPr/>
          </p:nvSpPr>
          <p:spPr>
            <a:xfrm>
              <a:off x="1464232" y="379929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62" name="object 462"/>
            <p:cNvSpPr/>
            <p:nvPr/>
          </p:nvSpPr>
          <p:spPr>
            <a:xfrm>
              <a:off x="1464233" y="3854690"/>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63" name="object 463"/>
            <p:cNvSpPr/>
            <p:nvPr/>
          </p:nvSpPr>
          <p:spPr>
            <a:xfrm>
              <a:off x="1464232" y="385469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64" name="object 464"/>
            <p:cNvSpPr/>
            <p:nvPr/>
          </p:nvSpPr>
          <p:spPr>
            <a:xfrm>
              <a:off x="1464233" y="390771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65" name="object 465"/>
            <p:cNvSpPr/>
            <p:nvPr/>
          </p:nvSpPr>
          <p:spPr>
            <a:xfrm>
              <a:off x="1464232" y="3907712"/>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66" name="object 466"/>
            <p:cNvSpPr/>
            <p:nvPr/>
          </p:nvSpPr>
          <p:spPr>
            <a:xfrm>
              <a:off x="1464233" y="3964684"/>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67" name="object 467"/>
            <p:cNvSpPr/>
            <p:nvPr/>
          </p:nvSpPr>
          <p:spPr>
            <a:xfrm>
              <a:off x="1464232" y="396468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68" name="object 468"/>
            <p:cNvSpPr/>
            <p:nvPr/>
          </p:nvSpPr>
          <p:spPr>
            <a:xfrm>
              <a:off x="2271115" y="352970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69" name="object 469"/>
            <p:cNvSpPr/>
            <p:nvPr/>
          </p:nvSpPr>
          <p:spPr>
            <a:xfrm>
              <a:off x="2271112" y="352971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70" name="object 470"/>
            <p:cNvSpPr/>
            <p:nvPr/>
          </p:nvSpPr>
          <p:spPr>
            <a:xfrm>
              <a:off x="2271115" y="358226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71" name="object 471"/>
            <p:cNvSpPr/>
            <p:nvPr/>
          </p:nvSpPr>
          <p:spPr>
            <a:xfrm>
              <a:off x="2271112" y="358226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72" name="object 472"/>
            <p:cNvSpPr/>
            <p:nvPr/>
          </p:nvSpPr>
          <p:spPr>
            <a:xfrm>
              <a:off x="2271115" y="363593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73" name="object 473"/>
            <p:cNvSpPr/>
            <p:nvPr/>
          </p:nvSpPr>
          <p:spPr>
            <a:xfrm>
              <a:off x="2271112" y="3635938"/>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74" name="object 474"/>
            <p:cNvSpPr/>
            <p:nvPr/>
          </p:nvSpPr>
          <p:spPr>
            <a:xfrm>
              <a:off x="2271115" y="3690682"/>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75" name="object 475"/>
            <p:cNvSpPr/>
            <p:nvPr/>
          </p:nvSpPr>
          <p:spPr>
            <a:xfrm>
              <a:off x="2271112" y="3690677"/>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76" name="object 476"/>
            <p:cNvSpPr/>
            <p:nvPr/>
          </p:nvSpPr>
          <p:spPr>
            <a:xfrm>
              <a:off x="2271115" y="3744746"/>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77" name="object 477"/>
            <p:cNvSpPr/>
            <p:nvPr/>
          </p:nvSpPr>
          <p:spPr>
            <a:xfrm>
              <a:off x="2271112" y="3744746"/>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78" name="object 478"/>
            <p:cNvSpPr/>
            <p:nvPr/>
          </p:nvSpPr>
          <p:spPr>
            <a:xfrm>
              <a:off x="2271115" y="3798568"/>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79" name="object 479"/>
            <p:cNvSpPr/>
            <p:nvPr/>
          </p:nvSpPr>
          <p:spPr>
            <a:xfrm>
              <a:off x="2271112" y="3798569"/>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80" name="object 480"/>
            <p:cNvSpPr/>
            <p:nvPr/>
          </p:nvSpPr>
          <p:spPr>
            <a:xfrm>
              <a:off x="1408328" y="353092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81" name="object 481"/>
            <p:cNvSpPr/>
            <p:nvPr/>
          </p:nvSpPr>
          <p:spPr>
            <a:xfrm>
              <a:off x="1408330" y="3530927"/>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82" name="object 482"/>
            <p:cNvSpPr/>
            <p:nvPr/>
          </p:nvSpPr>
          <p:spPr>
            <a:xfrm>
              <a:off x="1408328" y="3581271"/>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83" name="object 483"/>
            <p:cNvSpPr/>
            <p:nvPr/>
          </p:nvSpPr>
          <p:spPr>
            <a:xfrm>
              <a:off x="1408330" y="3581266"/>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84" name="object 484"/>
            <p:cNvSpPr/>
            <p:nvPr/>
          </p:nvSpPr>
          <p:spPr>
            <a:xfrm>
              <a:off x="1408328" y="3636008"/>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85" name="object 485"/>
            <p:cNvSpPr/>
            <p:nvPr/>
          </p:nvSpPr>
          <p:spPr>
            <a:xfrm>
              <a:off x="1408330" y="363600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86" name="object 486"/>
            <p:cNvSpPr/>
            <p:nvPr/>
          </p:nvSpPr>
          <p:spPr>
            <a:xfrm>
              <a:off x="1408328" y="3690085"/>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87" name="object 487"/>
            <p:cNvSpPr/>
            <p:nvPr/>
          </p:nvSpPr>
          <p:spPr>
            <a:xfrm>
              <a:off x="1408330" y="3690085"/>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88" name="object 488"/>
            <p:cNvSpPr/>
            <p:nvPr/>
          </p:nvSpPr>
          <p:spPr>
            <a:xfrm>
              <a:off x="1408328" y="3746397"/>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89" name="object 489"/>
            <p:cNvSpPr/>
            <p:nvPr/>
          </p:nvSpPr>
          <p:spPr>
            <a:xfrm>
              <a:off x="1408330" y="3746399"/>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90" name="object 490"/>
            <p:cNvSpPr/>
            <p:nvPr/>
          </p:nvSpPr>
          <p:spPr>
            <a:xfrm>
              <a:off x="2271115" y="3853216"/>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91" name="object 491"/>
            <p:cNvSpPr/>
            <p:nvPr/>
          </p:nvSpPr>
          <p:spPr>
            <a:xfrm>
              <a:off x="2271112" y="3853219"/>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92" name="object 492"/>
            <p:cNvSpPr/>
            <p:nvPr/>
          </p:nvSpPr>
          <p:spPr>
            <a:xfrm>
              <a:off x="1407274" y="3799419"/>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93" name="object 493"/>
            <p:cNvSpPr/>
            <p:nvPr/>
          </p:nvSpPr>
          <p:spPr>
            <a:xfrm>
              <a:off x="1407275" y="3799418"/>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94" name="object 494"/>
            <p:cNvSpPr/>
            <p:nvPr/>
          </p:nvSpPr>
          <p:spPr>
            <a:xfrm>
              <a:off x="1407274" y="3854690"/>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95" name="object 495"/>
            <p:cNvSpPr/>
            <p:nvPr/>
          </p:nvSpPr>
          <p:spPr>
            <a:xfrm>
              <a:off x="1407275" y="3854693"/>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96" name="object 496"/>
            <p:cNvSpPr/>
            <p:nvPr/>
          </p:nvSpPr>
          <p:spPr>
            <a:xfrm>
              <a:off x="1623910" y="3312463"/>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97" name="object 497"/>
            <p:cNvSpPr/>
            <p:nvPr/>
          </p:nvSpPr>
          <p:spPr>
            <a:xfrm>
              <a:off x="1623916" y="3312462"/>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498" name="object 498"/>
            <p:cNvSpPr/>
            <p:nvPr/>
          </p:nvSpPr>
          <p:spPr>
            <a:xfrm>
              <a:off x="1677136" y="3312463"/>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499" name="object 499"/>
            <p:cNvSpPr/>
            <p:nvPr/>
          </p:nvSpPr>
          <p:spPr>
            <a:xfrm>
              <a:off x="1677140" y="3312462"/>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500" name="object 500"/>
            <p:cNvSpPr/>
            <p:nvPr/>
          </p:nvSpPr>
          <p:spPr>
            <a:xfrm>
              <a:off x="1730032" y="3312463"/>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501" name="object 501"/>
            <p:cNvSpPr/>
            <p:nvPr/>
          </p:nvSpPr>
          <p:spPr>
            <a:xfrm>
              <a:off x="1730030" y="3312462"/>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502" name="object 502"/>
            <p:cNvSpPr/>
            <p:nvPr/>
          </p:nvSpPr>
          <p:spPr>
            <a:xfrm>
              <a:off x="1783816" y="3312463"/>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503" name="object 503"/>
            <p:cNvSpPr/>
            <p:nvPr/>
          </p:nvSpPr>
          <p:spPr>
            <a:xfrm>
              <a:off x="1783823" y="3312462"/>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504" name="object 504"/>
            <p:cNvSpPr/>
            <p:nvPr/>
          </p:nvSpPr>
          <p:spPr>
            <a:xfrm>
              <a:off x="1837613" y="3312463"/>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505" name="object 505"/>
            <p:cNvSpPr/>
            <p:nvPr/>
          </p:nvSpPr>
          <p:spPr>
            <a:xfrm>
              <a:off x="1837617" y="3312462"/>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506" name="object 506"/>
            <p:cNvSpPr/>
            <p:nvPr/>
          </p:nvSpPr>
          <p:spPr>
            <a:xfrm>
              <a:off x="1891410" y="3312463"/>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507" name="object 507"/>
            <p:cNvSpPr/>
            <p:nvPr/>
          </p:nvSpPr>
          <p:spPr>
            <a:xfrm>
              <a:off x="1891410" y="3312462"/>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508" name="object 508"/>
            <p:cNvSpPr/>
            <p:nvPr/>
          </p:nvSpPr>
          <p:spPr>
            <a:xfrm>
              <a:off x="1945195" y="3312463"/>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509" name="object 509"/>
            <p:cNvSpPr/>
            <p:nvPr/>
          </p:nvSpPr>
          <p:spPr>
            <a:xfrm>
              <a:off x="1945203" y="3312462"/>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510" name="object 510"/>
            <p:cNvSpPr/>
            <p:nvPr/>
          </p:nvSpPr>
          <p:spPr>
            <a:xfrm>
              <a:off x="1998979" y="3312463"/>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511" name="object 511"/>
            <p:cNvSpPr/>
            <p:nvPr/>
          </p:nvSpPr>
          <p:spPr>
            <a:xfrm>
              <a:off x="1998986" y="3312462"/>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512" name="object 512"/>
            <p:cNvSpPr/>
            <p:nvPr/>
          </p:nvSpPr>
          <p:spPr>
            <a:xfrm>
              <a:off x="2052777" y="3312463"/>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513" name="object 513"/>
            <p:cNvSpPr/>
            <p:nvPr/>
          </p:nvSpPr>
          <p:spPr>
            <a:xfrm>
              <a:off x="2052779" y="3312462"/>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514" name="object 514"/>
            <p:cNvSpPr/>
            <p:nvPr/>
          </p:nvSpPr>
          <p:spPr>
            <a:xfrm>
              <a:off x="1730032" y="3257980"/>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515" name="object 515"/>
            <p:cNvSpPr/>
            <p:nvPr/>
          </p:nvSpPr>
          <p:spPr>
            <a:xfrm>
              <a:off x="1730030" y="325798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516" name="object 516"/>
            <p:cNvSpPr/>
            <p:nvPr/>
          </p:nvSpPr>
          <p:spPr>
            <a:xfrm>
              <a:off x="1783816" y="3257980"/>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517" name="object 517"/>
            <p:cNvSpPr/>
            <p:nvPr/>
          </p:nvSpPr>
          <p:spPr>
            <a:xfrm>
              <a:off x="1783823" y="325798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518" name="object 518"/>
            <p:cNvSpPr/>
            <p:nvPr/>
          </p:nvSpPr>
          <p:spPr>
            <a:xfrm>
              <a:off x="1837613" y="3257980"/>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519" name="object 519"/>
            <p:cNvSpPr/>
            <p:nvPr/>
          </p:nvSpPr>
          <p:spPr>
            <a:xfrm>
              <a:off x="1837617" y="325798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520" name="object 520"/>
            <p:cNvSpPr/>
            <p:nvPr/>
          </p:nvSpPr>
          <p:spPr>
            <a:xfrm>
              <a:off x="1891410" y="3257980"/>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521" name="object 521"/>
            <p:cNvSpPr/>
            <p:nvPr/>
          </p:nvSpPr>
          <p:spPr>
            <a:xfrm>
              <a:off x="1891410" y="325798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522" name="object 522"/>
            <p:cNvSpPr/>
            <p:nvPr/>
          </p:nvSpPr>
          <p:spPr>
            <a:xfrm>
              <a:off x="1945195" y="3257980"/>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523" name="object 523"/>
            <p:cNvSpPr/>
            <p:nvPr/>
          </p:nvSpPr>
          <p:spPr>
            <a:xfrm>
              <a:off x="1945203" y="325798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524" name="object 524"/>
            <p:cNvSpPr/>
            <p:nvPr/>
          </p:nvSpPr>
          <p:spPr>
            <a:xfrm>
              <a:off x="1998979" y="3257980"/>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525" name="object 525"/>
            <p:cNvSpPr/>
            <p:nvPr/>
          </p:nvSpPr>
          <p:spPr>
            <a:xfrm>
              <a:off x="1998986" y="3257980"/>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526" name="object 526"/>
            <p:cNvSpPr/>
            <p:nvPr/>
          </p:nvSpPr>
          <p:spPr>
            <a:xfrm>
              <a:off x="1676565" y="3258564"/>
              <a:ext cx="53975" cy="53975"/>
            </a:xfrm>
            <a:custGeom>
              <a:avLst/>
              <a:gdLst/>
              <a:ahLst/>
              <a:cxnLst/>
              <a:rect l="l" t="t" r="r" b="b"/>
              <a:pathLst>
                <a:path w="53975" h="53975">
                  <a:moveTo>
                    <a:pt x="53792" y="0"/>
                  </a:moveTo>
                  <a:lnTo>
                    <a:pt x="0" y="0"/>
                  </a:lnTo>
                  <a:lnTo>
                    <a:pt x="0" y="53811"/>
                  </a:lnTo>
                  <a:lnTo>
                    <a:pt x="53792" y="53811"/>
                  </a:lnTo>
                  <a:lnTo>
                    <a:pt x="53792" y="0"/>
                  </a:lnTo>
                  <a:close/>
                </a:path>
              </a:pathLst>
            </a:custGeom>
            <a:solidFill>
              <a:srgbClr val="70AD47"/>
            </a:solidFill>
          </p:spPr>
          <p:txBody>
            <a:bodyPr wrap="square" lIns="0" tIns="0" rIns="0" bIns="0" rtlCol="0"/>
            <a:lstStyle/>
            <a:p/>
          </p:txBody>
        </p:sp>
        <p:sp>
          <p:nvSpPr>
            <p:cNvPr id="527" name="object 527"/>
            <p:cNvSpPr/>
            <p:nvPr/>
          </p:nvSpPr>
          <p:spPr>
            <a:xfrm>
              <a:off x="1676571" y="3258561"/>
              <a:ext cx="53975" cy="53975"/>
            </a:xfrm>
            <a:custGeom>
              <a:avLst/>
              <a:gdLst/>
              <a:ahLst/>
              <a:cxnLst/>
              <a:rect l="l" t="t" r="r" b="b"/>
              <a:pathLst>
                <a:path w="53975" h="53975">
                  <a:moveTo>
                    <a:pt x="0" y="53811"/>
                  </a:moveTo>
                  <a:lnTo>
                    <a:pt x="53792" y="53811"/>
                  </a:lnTo>
                  <a:lnTo>
                    <a:pt x="53792" y="0"/>
                  </a:lnTo>
                  <a:lnTo>
                    <a:pt x="0" y="0"/>
                  </a:lnTo>
                  <a:lnTo>
                    <a:pt x="0" y="53811"/>
                  </a:lnTo>
                  <a:close/>
                </a:path>
              </a:pathLst>
            </a:custGeom>
            <a:ln w="8381">
              <a:solidFill>
                <a:srgbClr val="FFFFFF"/>
              </a:solidFill>
            </a:ln>
          </p:spPr>
          <p:txBody>
            <a:bodyPr wrap="square" lIns="0" tIns="0" rIns="0" bIns="0" rtlCol="0"/>
            <a:lstStyle/>
            <a:p/>
          </p:txBody>
        </p:sp>
        <p:sp>
          <p:nvSpPr>
            <p:cNvPr id="528" name="object 528"/>
            <p:cNvSpPr/>
            <p:nvPr/>
          </p:nvSpPr>
          <p:spPr>
            <a:xfrm>
              <a:off x="6962587" y="4207776"/>
              <a:ext cx="2286635" cy="0"/>
            </a:xfrm>
            <a:custGeom>
              <a:avLst/>
              <a:gdLst/>
              <a:ahLst/>
              <a:cxnLst/>
              <a:rect l="l" t="t" r="r" b="b"/>
              <a:pathLst>
                <a:path w="2286634">
                  <a:moveTo>
                    <a:pt x="2286251" y="0"/>
                  </a:moveTo>
                  <a:lnTo>
                    <a:pt x="0" y="1"/>
                  </a:lnTo>
                </a:path>
              </a:pathLst>
            </a:custGeom>
            <a:ln w="12700">
              <a:solidFill>
                <a:srgbClr val="000000"/>
              </a:solidFill>
            </a:ln>
          </p:spPr>
          <p:txBody>
            <a:bodyPr wrap="square" lIns="0" tIns="0" rIns="0" bIns="0" rtlCol="0"/>
            <a:lstStyle/>
            <a:p/>
          </p:txBody>
        </p:sp>
        <p:sp>
          <p:nvSpPr>
            <p:cNvPr id="529" name="object 529"/>
            <p:cNvSpPr/>
            <p:nvPr/>
          </p:nvSpPr>
          <p:spPr>
            <a:xfrm>
              <a:off x="6912000" y="4018762"/>
              <a:ext cx="2388870" cy="699770"/>
            </a:xfrm>
            <a:custGeom>
              <a:avLst/>
              <a:gdLst/>
              <a:ahLst/>
              <a:cxnLst/>
              <a:rect l="l" t="t" r="r" b="b"/>
              <a:pathLst>
                <a:path w="2388870" h="699770">
                  <a:moveTo>
                    <a:pt x="103403" y="610946"/>
                  </a:moveTo>
                  <a:lnTo>
                    <a:pt x="102374" y="607047"/>
                  </a:lnTo>
                  <a:lnTo>
                    <a:pt x="96316" y="603516"/>
                  </a:lnTo>
                  <a:lnTo>
                    <a:pt x="92430" y="604545"/>
                  </a:lnTo>
                  <a:lnTo>
                    <a:pt x="58051" y="663486"/>
                  </a:lnTo>
                  <a:lnTo>
                    <a:pt x="58051" y="189014"/>
                  </a:lnTo>
                  <a:lnTo>
                    <a:pt x="45351" y="189014"/>
                  </a:lnTo>
                  <a:lnTo>
                    <a:pt x="45351" y="663486"/>
                  </a:lnTo>
                  <a:lnTo>
                    <a:pt x="10972" y="604545"/>
                  </a:lnTo>
                  <a:lnTo>
                    <a:pt x="7073" y="603516"/>
                  </a:lnTo>
                  <a:lnTo>
                    <a:pt x="1016" y="607047"/>
                  </a:lnTo>
                  <a:lnTo>
                    <a:pt x="0" y="610946"/>
                  </a:lnTo>
                  <a:lnTo>
                    <a:pt x="51701" y="699579"/>
                  </a:lnTo>
                  <a:lnTo>
                    <a:pt x="59055" y="686968"/>
                  </a:lnTo>
                  <a:lnTo>
                    <a:pt x="103403" y="610946"/>
                  </a:lnTo>
                  <a:close/>
                </a:path>
                <a:path w="2388870" h="699770">
                  <a:moveTo>
                    <a:pt x="1222552" y="599287"/>
                  </a:moveTo>
                  <a:lnTo>
                    <a:pt x="1221524" y="595401"/>
                  </a:lnTo>
                  <a:lnTo>
                    <a:pt x="1215466" y="591870"/>
                  </a:lnTo>
                  <a:lnTo>
                    <a:pt x="1211580" y="592886"/>
                  </a:lnTo>
                  <a:lnTo>
                    <a:pt x="1177188" y="651852"/>
                  </a:lnTo>
                  <a:lnTo>
                    <a:pt x="1177201" y="0"/>
                  </a:lnTo>
                  <a:lnTo>
                    <a:pt x="1164501" y="0"/>
                  </a:lnTo>
                  <a:lnTo>
                    <a:pt x="1164488" y="651852"/>
                  </a:lnTo>
                  <a:lnTo>
                    <a:pt x="1130109" y="592886"/>
                  </a:lnTo>
                  <a:lnTo>
                    <a:pt x="1126223" y="591870"/>
                  </a:lnTo>
                  <a:lnTo>
                    <a:pt x="1120165" y="595401"/>
                  </a:lnTo>
                  <a:lnTo>
                    <a:pt x="1119136" y="599287"/>
                  </a:lnTo>
                  <a:lnTo>
                    <a:pt x="1170838" y="687920"/>
                  </a:lnTo>
                  <a:lnTo>
                    <a:pt x="1178179" y="675322"/>
                  </a:lnTo>
                  <a:lnTo>
                    <a:pt x="1222552" y="599287"/>
                  </a:lnTo>
                  <a:close/>
                </a:path>
                <a:path w="2388870" h="699770">
                  <a:moveTo>
                    <a:pt x="2388539" y="605116"/>
                  </a:moveTo>
                  <a:lnTo>
                    <a:pt x="2387511" y="601230"/>
                  </a:lnTo>
                  <a:lnTo>
                    <a:pt x="2381453" y="597700"/>
                  </a:lnTo>
                  <a:lnTo>
                    <a:pt x="2377567" y="598716"/>
                  </a:lnTo>
                  <a:lnTo>
                    <a:pt x="2343188" y="657669"/>
                  </a:lnTo>
                  <a:lnTo>
                    <a:pt x="2336825" y="668553"/>
                  </a:lnTo>
                  <a:lnTo>
                    <a:pt x="2343175" y="657669"/>
                  </a:lnTo>
                  <a:lnTo>
                    <a:pt x="2343188" y="183184"/>
                  </a:lnTo>
                  <a:lnTo>
                    <a:pt x="2330488" y="183184"/>
                  </a:lnTo>
                  <a:lnTo>
                    <a:pt x="2330488" y="657669"/>
                  </a:lnTo>
                  <a:lnTo>
                    <a:pt x="2296096" y="598716"/>
                  </a:lnTo>
                  <a:lnTo>
                    <a:pt x="2292210" y="597700"/>
                  </a:lnTo>
                  <a:lnTo>
                    <a:pt x="2286152" y="601230"/>
                  </a:lnTo>
                  <a:lnTo>
                    <a:pt x="2285136" y="605116"/>
                  </a:lnTo>
                  <a:lnTo>
                    <a:pt x="2336838" y="693750"/>
                  </a:lnTo>
                  <a:lnTo>
                    <a:pt x="2344178" y="681151"/>
                  </a:lnTo>
                  <a:lnTo>
                    <a:pt x="2388539" y="605116"/>
                  </a:lnTo>
                  <a:close/>
                </a:path>
              </a:pathLst>
            </a:custGeom>
            <a:solidFill>
              <a:srgbClr val="000000"/>
            </a:solidFill>
          </p:spPr>
          <p:txBody>
            <a:bodyPr wrap="square" lIns="0" tIns="0" rIns="0" bIns="0" rtlCol="0"/>
            <a:lstStyle/>
            <a:p/>
          </p:txBody>
        </p:sp>
        <p:sp>
          <p:nvSpPr>
            <p:cNvPr id="530" name="object 530"/>
            <p:cNvSpPr/>
            <p:nvPr/>
          </p:nvSpPr>
          <p:spPr>
            <a:xfrm>
              <a:off x="7518171" y="4741608"/>
              <a:ext cx="1136650" cy="647065"/>
            </a:xfrm>
            <a:custGeom>
              <a:avLst/>
              <a:gdLst/>
              <a:ahLst/>
              <a:cxnLst/>
              <a:rect l="l" t="t" r="r" b="b"/>
              <a:pathLst>
                <a:path w="1136650" h="647064">
                  <a:moveTo>
                    <a:pt x="568299" y="0"/>
                  </a:moveTo>
                  <a:lnTo>
                    <a:pt x="0" y="323367"/>
                  </a:lnTo>
                  <a:lnTo>
                    <a:pt x="568299" y="646734"/>
                  </a:lnTo>
                  <a:lnTo>
                    <a:pt x="1136599" y="323367"/>
                  </a:lnTo>
                  <a:lnTo>
                    <a:pt x="568299" y="0"/>
                  </a:lnTo>
                  <a:close/>
                </a:path>
              </a:pathLst>
            </a:custGeom>
            <a:solidFill>
              <a:srgbClr val="BDD7EE"/>
            </a:solidFill>
          </p:spPr>
          <p:txBody>
            <a:bodyPr wrap="square" lIns="0" tIns="0" rIns="0" bIns="0" rtlCol="0"/>
            <a:lstStyle/>
            <a:p/>
          </p:txBody>
        </p:sp>
        <p:sp>
          <p:nvSpPr>
            <p:cNvPr id="531" name="object 531"/>
            <p:cNvSpPr/>
            <p:nvPr/>
          </p:nvSpPr>
          <p:spPr>
            <a:xfrm>
              <a:off x="7518171" y="4741608"/>
              <a:ext cx="1136650" cy="647065"/>
            </a:xfrm>
            <a:custGeom>
              <a:avLst/>
              <a:gdLst/>
              <a:ahLst/>
              <a:cxnLst/>
              <a:rect l="l" t="t" r="r" b="b"/>
              <a:pathLst>
                <a:path w="1136650" h="647064">
                  <a:moveTo>
                    <a:pt x="0" y="323370"/>
                  </a:moveTo>
                  <a:lnTo>
                    <a:pt x="568297" y="0"/>
                  </a:lnTo>
                  <a:lnTo>
                    <a:pt x="1136590" y="323370"/>
                  </a:lnTo>
                  <a:lnTo>
                    <a:pt x="568297" y="646741"/>
                  </a:lnTo>
                  <a:lnTo>
                    <a:pt x="0" y="323370"/>
                  </a:lnTo>
                  <a:close/>
                </a:path>
              </a:pathLst>
            </a:custGeom>
            <a:ln w="19050">
              <a:solidFill>
                <a:srgbClr val="FFFFFF"/>
              </a:solidFill>
            </a:ln>
          </p:spPr>
          <p:txBody>
            <a:bodyPr wrap="square" lIns="0" tIns="0" rIns="0" bIns="0" rtlCol="0"/>
            <a:lstStyle/>
            <a:p/>
          </p:txBody>
        </p:sp>
      </p:grpSp>
      <p:grpSp>
        <p:nvGrpSpPr>
          <p:cNvPr id="532" name="object 532"/>
          <p:cNvGrpSpPr/>
          <p:nvPr/>
        </p:nvGrpSpPr>
        <p:grpSpPr>
          <a:xfrm>
            <a:off x="2589711" y="5133381"/>
            <a:ext cx="158115" cy="175260"/>
            <a:chOff x="2589711" y="5133381"/>
            <a:chExt cx="158115" cy="175260"/>
          </a:xfrm>
        </p:grpSpPr>
        <p:sp>
          <p:nvSpPr>
            <p:cNvPr id="533" name="object 533"/>
            <p:cNvSpPr/>
            <p:nvPr/>
          </p:nvSpPr>
          <p:spPr>
            <a:xfrm>
              <a:off x="2600363" y="5160925"/>
              <a:ext cx="137160" cy="137160"/>
            </a:xfrm>
            <a:custGeom>
              <a:avLst/>
              <a:gdLst/>
              <a:ahLst/>
              <a:cxnLst/>
              <a:rect l="l" t="t" r="r" b="b"/>
              <a:pathLst>
                <a:path w="137160" h="137160">
                  <a:moveTo>
                    <a:pt x="136665" y="0"/>
                  </a:moveTo>
                  <a:lnTo>
                    <a:pt x="0" y="0"/>
                  </a:lnTo>
                  <a:lnTo>
                    <a:pt x="0" y="136714"/>
                  </a:lnTo>
                  <a:lnTo>
                    <a:pt x="136665" y="136714"/>
                  </a:lnTo>
                  <a:lnTo>
                    <a:pt x="136665" y="0"/>
                  </a:lnTo>
                  <a:close/>
                </a:path>
              </a:pathLst>
            </a:custGeom>
            <a:solidFill>
              <a:srgbClr val="C00000"/>
            </a:solidFill>
          </p:spPr>
          <p:txBody>
            <a:bodyPr wrap="square" lIns="0" tIns="0" rIns="0" bIns="0" rtlCol="0"/>
            <a:lstStyle/>
            <a:p/>
          </p:txBody>
        </p:sp>
        <p:sp>
          <p:nvSpPr>
            <p:cNvPr id="534" name="object 534"/>
            <p:cNvSpPr/>
            <p:nvPr/>
          </p:nvSpPr>
          <p:spPr>
            <a:xfrm>
              <a:off x="2600358" y="5160919"/>
              <a:ext cx="137160" cy="137160"/>
            </a:xfrm>
            <a:custGeom>
              <a:avLst/>
              <a:gdLst/>
              <a:ahLst/>
              <a:cxnLst/>
              <a:rect l="l" t="t" r="r" b="b"/>
              <a:pathLst>
                <a:path w="137160" h="137160">
                  <a:moveTo>
                    <a:pt x="0" y="136714"/>
                  </a:moveTo>
                  <a:lnTo>
                    <a:pt x="136666" y="136714"/>
                  </a:lnTo>
                  <a:lnTo>
                    <a:pt x="136666" y="0"/>
                  </a:lnTo>
                  <a:lnTo>
                    <a:pt x="0" y="0"/>
                  </a:lnTo>
                  <a:lnTo>
                    <a:pt x="0" y="136714"/>
                  </a:lnTo>
                  <a:close/>
                </a:path>
              </a:pathLst>
            </a:custGeom>
            <a:ln w="21295">
              <a:solidFill>
                <a:srgbClr val="FFFFFF"/>
              </a:solidFill>
            </a:ln>
          </p:spPr>
          <p:txBody>
            <a:bodyPr wrap="square" lIns="0" tIns="0" rIns="0" bIns="0" rtlCol="0"/>
            <a:lstStyle/>
            <a:p/>
          </p:txBody>
        </p:sp>
        <p:sp>
          <p:nvSpPr>
            <p:cNvPr id="535" name="object 535"/>
            <p:cNvSpPr/>
            <p:nvPr/>
          </p:nvSpPr>
          <p:spPr>
            <a:xfrm>
              <a:off x="2600363" y="5144021"/>
              <a:ext cx="137160" cy="137160"/>
            </a:xfrm>
            <a:custGeom>
              <a:avLst/>
              <a:gdLst/>
              <a:ahLst/>
              <a:cxnLst/>
              <a:rect l="l" t="t" r="r" b="b"/>
              <a:pathLst>
                <a:path w="137160" h="137160">
                  <a:moveTo>
                    <a:pt x="136665" y="0"/>
                  </a:moveTo>
                  <a:lnTo>
                    <a:pt x="0" y="0"/>
                  </a:lnTo>
                  <a:lnTo>
                    <a:pt x="0" y="136714"/>
                  </a:lnTo>
                  <a:lnTo>
                    <a:pt x="136665" y="136714"/>
                  </a:lnTo>
                  <a:lnTo>
                    <a:pt x="136665" y="0"/>
                  </a:lnTo>
                  <a:close/>
                </a:path>
              </a:pathLst>
            </a:custGeom>
            <a:solidFill>
              <a:srgbClr val="C00000"/>
            </a:solidFill>
          </p:spPr>
          <p:txBody>
            <a:bodyPr wrap="square" lIns="0" tIns="0" rIns="0" bIns="0" rtlCol="0"/>
            <a:lstStyle/>
            <a:p/>
          </p:txBody>
        </p:sp>
        <p:sp>
          <p:nvSpPr>
            <p:cNvPr id="536" name="object 536"/>
            <p:cNvSpPr/>
            <p:nvPr/>
          </p:nvSpPr>
          <p:spPr>
            <a:xfrm>
              <a:off x="2600358" y="5144028"/>
              <a:ext cx="137160" cy="137160"/>
            </a:xfrm>
            <a:custGeom>
              <a:avLst/>
              <a:gdLst/>
              <a:ahLst/>
              <a:cxnLst/>
              <a:rect l="l" t="t" r="r" b="b"/>
              <a:pathLst>
                <a:path w="137160" h="137160">
                  <a:moveTo>
                    <a:pt x="0" y="136714"/>
                  </a:moveTo>
                  <a:lnTo>
                    <a:pt x="136666" y="136714"/>
                  </a:lnTo>
                  <a:lnTo>
                    <a:pt x="136666" y="0"/>
                  </a:lnTo>
                  <a:lnTo>
                    <a:pt x="0" y="0"/>
                  </a:lnTo>
                  <a:lnTo>
                    <a:pt x="0" y="136714"/>
                  </a:lnTo>
                  <a:close/>
                </a:path>
              </a:pathLst>
            </a:custGeom>
            <a:ln w="21295">
              <a:solidFill>
                <a:srgbClr val="FFFFFF"/>
              </a:solidFill>
            </a:ln>
          </p:spPr>
          <p:txBody>
            <a:bodyPr wrap="square" lIns="0" tIns="0" rIns="0" bIns="0" rtlCol="0"/>
            <a:lstStyle/>
            <a:p/>
          </p:txBody>
        </p:sp>
      </p:grpSp>
      <p:sp>
        <p:nvSpPr>
          <p:cNvPr id="537" name="object 537"/>
          <p:cNvSpPr txBox="1"/>
          <p:nvPr/>
        </p:nvSpPr>
        <p:spPr>
          <a:xfrm>
            <a:off x="5993765" y="2117852"/>
            <a:ext cx="939800" cy="385445"/>
          </a:xfrm>
          <a:prstGeom prst="rect">
            <a:avLst/>
          </a:prstGeom>
        </p:spPr>
        <p:txBody>
          <a:bodyPr vert="horz" wrap="square" lIns="0" tIns="12700" rIns="0" bIns="0" rtlCol="0">
            <a:spAutoFit/>
          </a:bodyPr>
          <a:lstStyle/>
          <a:p>
            <a:pPr marL="12700">
              <a:lnSpc>
                <a:spcPts val="1415"/>
              </a:lnSpc>
              <a:spcBef>
                <a:spcPts val="100"/>
              </a:spcBef>
            </a:pPr>
            <a:r>
              <a:rPr sz="1200" spc="-10" dirty="0">
                <a:latin typeface="宋体" panose="02010600030101010101" pitchFamily="2" charset="-122"/>
                <a:cs typeface="宋体" panose="02010600030101010101" pitchFamily="2" charset="-122"/>
              </a:rPr>
              <a:t>自动测试仪器</a:t>
            </a:r>
            <a:endParaRPr sz="1200">
              <a:latin typeface="宋体" panose="02010600030101010101" pitchFamily="2" charset="-122"/>
              <a:cs typeface="宋体" panose="02010600030101010101" pitchFamily="2" charset="-122"/>
            </a:endParaRPr>
          </a:p>
          <a:p>
            <a:pPr marL="12700">
              <a:lnSpc>
                <a:spcPts val="1415"/>
              </a:lnSpc>
            </a:pPr>
            <a:r>
              <a:rPr sz="1200" spc="-10" dirty="0">
                <a:latin typeface="宋体" panose="02010600030101010101" pitchFamily="2" charset="-122"/>
                <a:cs typeface="宋体" panose="02010600030101010101" pitchFamily="2" charset="-122"/>
              </a:rPr>
              <a:t>（</a:t>
            </a:r>
            <a:r>
              <a:rPr sz="1200" spc="-10" dirty="0">
                <a:latin typeface="Arial" panose="020B0604020202020204"/>
                <a:cs typeface="Arial" panose="020B0604020202020204"/>
              </a:rPr>
              <a:t>ATE</a:t>
            </a:r>
            <a:r>
              <a:rPr sz="1200" spc="-10" dirty="0">
                <a:latin typeface="宋体" panose="02010600030101010101" pitchFamily="2" charset="-122"/>
                <a:cs typeface="宋体" panose="02010600030101010101" pitchFamily="2" charset="-122"/>
              </a:rPr>
              <a:t>）</a:t>
            </a:r>
            <a:endParaRPr sz="1200">
              <a:latin typeface="宋体" panose="02010600030101010101" pitchFamily="2" charset="-122"/>
              <a:cs typeface="宋体" panose="02010600030101010101" pitchFamily="2" charset="-122"/>
            </a:endParaRPr>
          </a:p>
        </p:txBody>
      </p:sp>
      <p:sp>
        <p:nvSpPr>
          <p:cNvPr id="538" name="object 538"/>
          <p:cNvSpPr txBox="1"/>
          <p:nvPr/>
        </p:nvSpPr>
        <p:spPr>
          <a:xfrm>
            <a:off x="7895970" y="4826508"/>
            <a:ext cx="381000" cy="455295"/>
          </a:xfrm>
          <a:prstGeom prst="rect">
            <a:avLst/>
          </a:prstGeom>
        </p:spPr>
        <p:txBody>
          <a:bodyPr vert="horz" wrap="square" lIns="0" tIns="9525" rIns="0" bIns="0" rtlCol="0">
            <a:spAutoFit/>
          </a:bodyPr>
          <a:lstStyle/>
          <a:p>
            <a:pPr marL="12700" marR="5080">
              <a:lnSpc>
                <a:spcPct val="101000"/>
              </a:lnSpc>
              <a:spcBef>
                <a:spcPts val="75"/>
              </a:spcBef>
            </a:pPr>
            <a:r>
              <a:rPr sz="1400" spc="-25" dirty="0">
                <a:solidFill>
                  <a:srgbClr val="2E75B6"/>
                </a:solidFill>
                <a:latin typeface="微软雅黑" panose="020B0503020204020204" charset="-122"/>
                <a:cs typeface="微软雅黑" panose="020B0503020204020204" charset="-122"/>
              </a:rPr>
              <a:t>交付客户</a:t>
            </a:r>
            <a:endParaRPr sz="1400">
              <a:latin typeface="微软雅黑" panose="020B0503020204020204" charset="-122"/>
              <a:cs typeface="微软雅黑" panose="020B0503020204020204" charset="-122"/>
            </a:endParaRPr>
          </a:p>
        </p:txBody>
      </p:sp>
      <p:sp>
        <p:nvSpPr>
          <p:cNvPr id="539" name="object 539"/>
          <p:cNvSpPr txBox="1"/>
          <p:nvPr/>
        </p:nvSpPr>
        <p:spPr>
          <a:xfrm>
            <a:off x="6373164" y="4361179"/>
            <a:ext cx="34036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Arial" panose="020B0604020202020204"/>
                <a:cs typeface="Arial" panose="020B0604020202020204"/>
              </a:rPr>
              <a:t>FAIL</a:t>
            </a:r>
            <a:endParaRPr sz="1200">
              <a:latin typeface="Arial" panose="020B0604020202020204"/>
              <a:cs typeface="Arial" panose="020B0604020202020204"/>
            </a:endParaRPr>
          </a:p>
        </p:txBody>
      </p:sp>
      <p:grpSp>
        <p:nvGrpSpPr>
          <p:cNvPr id="540" name="object 540"/>
          <p:cNvGrpSpPr/>
          <p:nvPr/>
        </p:nvGrpSpPr>
        <p:grpSpPr>
          <a:xfrm>
            <a:off x="6743386" y="4390482"/>
            <a:ext cx="158115" cy="158115"/>
            <a:chOff x="6743386" y="4390482"/>
            <a:chExt cx="158115" cy="158115"/>
          </a:xfrm>
        </p:grpSpPr>
        <p:sp>
          <p:nvSpPr>
            <p:cNvPr id="541" name="object 541"/>
            <p:cNvSpPr/>
            <p:nvPr/>
          </p:nvSpPr>
          <p:spPr>
            <a:xfrm>
              <a:off x="6754025" y="4401135"/>
              <a:ext cx="137160" cy="137160"/>
            </a:xfrm>
            <a:custGeom>
              <a:avLst/>
              <a:gdLst/>
              <a:ahLst/>
              <a:cxnLst/>
              <a:rect l="l" t="t" r="r" b="b"/>
              <a:pathLst>
                <a:path w="137159" h="137160">
                  <a:moveTo>
                    <a:pt x="136667" y="0"/>
                  </a:moveTo>
                  <a:lnTo>
                    <a:pt x="0" y="0"/>
                  </a:lnTo>
                  <a:lnTo>
                    <a:pt x="0" y="136714"/>
                  </a:lnTo>
                  <a:lnTo>
                    <a:pt x="136667" y="136714"/>
                  </a:lnTo>
                  <a:lnTo>
                    <a:pt x="136667" y="0"/>
                  </a:lnTo>
                  <a:close/>
                </a:path>
              </a:pathLst>
            </a:custGeom>
            <a:solidFill>
              <a:srgbClr val="C00000"/>
            </a:solidFill>
          </p:spPr>
          <p:txBody>
            <a:bodyPr wrap="square" lIns="0" tIns="0" rIns="0" bIns="0" rtlCol="0"/>
            <a:lstStyle/>
            <a:p/>
          </p:txBody>
        </p:sp>
        <p:sp>
          <p:nvSpPr>
            <p:cNvPr id="542" name="object 542"/>
            <p:cNvSpPr/>
            <p:nvPr/>
          </p:nvSpPr>
          <p:spPr>
            <a:xfrm>
              <a:off x="6754033" y="4401129"/>
              <a:ext cx="137160" cy="137160"/>
            </a:xfrm>
            <a:custGeom>
              <a:avLst/>
              <a:gdLst/>
              <a:ahLst/>
              <a:cxnLst/>
              <a:rect l="l" t="t" r="r" b="b"/>
              <a:pathLst>
                <a:path w="137159" h="137160">
                  <a:moveTo>
                    <a:pt x="0" y="136714"/>
                  </a:moveTo>
                  <a:lnTo>
                    <a:pt x="136666" y="136714"/>
                  </a:lnTo>
                  <a:lnTo>
                    <a:pt x="136666" y="0"/>
                  </a:lnTo>
                  <a:lnTo>
                    <a:pt x="0" y="0"/>
                  </a:lnTo>
                  <a:lnTo>
                    <a:pt x="0" y="136714"/>
                  </a:lnTo>
                  <a:close/>
                </a:path>
              </a:pathLst>
            </a:custGeom>
            <a:ln w="21295">
              <a:solidFill>
                <a:srgbClr val="FFFFFF"/>
              </a:solidFill>
            </a:ln>
          </p:spPr>
          <p:txBody>
            <a:bodyPr wrap="square" lIns="0" tIns="0" rIns="0" bIns="0" rtlCol="0"/>
            <a:lstStyle/>
            <a:p/>
          </p:txBody>
        </p:sp>
      </p:grpSp>
      <p:sp>
        <p:nvSpPr>
          <p:cNvPr id="543" name="object 543"/>
          <p:cNvSpPr txBox="1"/>
          <p:nvPr/>
        </p:nvSpPr>
        <p:spPr>
          <a:xfrm>
            <a:off x="9311513" y="4336795"/>
            <a:ext cx="204978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宋体" panose="02010600030101010101" pitchFamily="2" charset="-122"/>
                <a:cs typeface="宋体" panose="02010600030101010101" pitchFamily="2" charset="-122"/>
              </a:rPr>
              <a:t>某项功能缺失、性能</a:t>
            </a:r>
            <a:r>
              <a:rPr sz="1200" spc="-10" dirty="0">
                <a:latin typeface="Arial" panose="020B0604020202020204"/>
                <a:cs typeface="Arial" panose="020B0604020202020204"/>
              </a:rPr>
              <a:t>/</a:t>
            </a:r>
            <a:r>
              <a:rPr sz="1200" spc="-15" dirty="0">
                <a:latin typeface="宋体" panose="02010600030101010101" pitchFamily="2" charset="-122"/>
                <a:cs typeface="宋体" panose="02010600030101010101" pitchFamily="2" charset="-122"/>
              </a:rPr>
              <a:t>功耗较差</a:t>
            </a:r>
            <a:endParaRPr sz="1200">
              <a:latin typeface="宋体" panose="02010600030101010101" pitchFamily="2" charset="-122"/>
              <a:cs typeface="宋体" panose="02010600030101010101" pitchFamily="2" charset="-122"/>
            </a:endParaRPr>
          </a:p>
        </p:txBody>
      </p:sp>
      <p:sp>
        <p:nvSpPr>
          <p:cNvPr id="544" name="object 544"/>
          <p:cNvSpPr/>
          <p:nvPr/>
        </p:nvSpPr>
        <p:spPr>
          <a:xfrm>
            <a:off x="9032506" y="4398624"/>
            <a:ext cx="154940" cy="154940"/>
          </a:xfrm>
          <a:custGeom>
            <a:avLst/>
            <a:gdLst/>
            <a:ahLst/>
            <a:cxnLst/>
            <a:rect l="l" t="t" r="r" b="b"/>
            <a:pathLst>
              <a:path w="154940" h="154939">
                <a:moveTo>
                  <a:pt x="154386" y="0"/>
                </a:moveTo>
                <a:lnTo>
                  <a:pt x="0" y="0"/>
                </a:lnTo>
                <a:lnTo>
                  <a:pt x="0" y="154439"/>
                </a:lnTo>
                <a:lnTo>
                  <a:pt x="154386" y="154439"/>
                </a:lnTo>
                <a:lnTo>
                  <a:pt x="154386" y="0"/>
                </a:lnTo>
                <a:close/>
              </a:path>
            </a:pathLst>
          </a:custGeom>
          <a:solidFill>
            <a:srgbClr val="FFC000"/>
          </a:solidFill>
        </p:spPr>
        <p:txBody>
          <a:bodyPr wrap="square" lIns="0" tIns="0" rIns="0" bIns="0" rtlCol="0"/>
          <a:lstStyle/>
          <a:p/>
        </p:txBody>
      </p:sp>
      <p:sp>
        <p:nvSpPr>
          <p:cNvPr id="545" name="object 545"/>
          <p:cNvSpPr txBox="1"/>
          <p:nvPr/>
        </p:nvSpPr>
        <p:spPr>
          <a:xfrm>
            <a:off x="7417130" y="4361179"/>
            <a:ext cx="421005"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Arial" panose="020B0604020202020204"/>
                <a:cs typeface="Arial" panose="020B0604020202020204"/>
              </a:rPr>
              <a:t>PASS</a:t>
            </a:r>
            <a:endParaRPr sz="1200">
              <a:latin typeface="Arial" panose="020B0604020202020204"/>
              <a:cs typeface="Arial" panose="020B0604020202020204"/>
            </a:endParaRPr>
          </a:p>
        </p:txBody>
      </p:sp>
      <p:grpSp>
        <p:nvGrpSpPr>
          <p:cNvPr id="546" name="object 546"/>
          <p:cNvGrpSpPr/>
          <p:nvPr/>
        </p:nvGrpSpPr>
        <p:grpSpPr>
          <a:xfrm>
            <a:off x="7893237" y="4392779"/>
            <a:ext cx="149860" cy="149860"/>
            <a:chOff x="7893237" y="4392779"/>
            <a:chExt cx="149860" cy="149860"/>
          </a:xfrm>
        </p:grpSpPr>
        <p:sp>
          <p:nvSpPr>
            <p:cNvPr id="547" name="object 547"/>
            <p:cNvSpPr/>
            <p:nvPr/>
          </p:nvSpPr>
          <p:spPr>
            <a:xfrm>
              <a:off x="7903311" y="4402843"/>
              <a:ext cx="129539" cy="129539"/>
            </a:xfrm>
            <a:custGeom>
              <a:avLst/>
              <a:gdLst/>
              <a:ahLst/>
              <a:cxnLst/>
              <a:rect l="l" t="t" r="r" b="b"/>
              <a:pathLst>
                <a:path w="129540" h="129539">
                  <a:moveTo>
                    <a:pt x="129181" y="0"/>
                  </a:moveTo>
                  <a:lnTo>
                    <a:pt x="0" y="0"/>
                  </a:lnTo>
                  <a:lnTo>
                    <a:pt x="0" y="129227"/>
                  </a:lnTo>
                  <a:lnTo>
                    <a:pt x="129181" y="129227"/>
                  </a:lnTo>
                  <a:lnTo>
                    <a:pt x="129181" y="0"/>
                  </a:lnTo>
                  <a:close/>
                </a:path>
              </a:pathLst>
            </a:custGeom>
            <a:solidFill>
              <a:srgbClr val="70AD47"/>
            </a:solidFill>
          </p:spPr>
          <p:txBody>
            <a:bodyPr wrap="square" lIns="0" tIns="0" rIns="0" bIns="0" rtlCol="0"/>
            <a:lstStyle/>
            <a:p/>
          </p:txBody>
        </p:sp>
        <p:sp>
          <p:nvSpPr>
            <p:cNvPr id="548" name="object 548"/>
            <p:cNvSpPr/>
            <p:nvPr/>
          </p:nvSpPr>
          <p:spPr>
            <a:xfrm>
              <a:off x="7903302" y="4402844"/>
              <a:ext cx="129539" cy="129539"/>
            </a:xfrm>
            <a:custGeom>
              <a:avLst/>
              <a:gdLst/>
              <a:ahLst/>
              <a:cxnLst/>
              <a:rect l="l" t="t" r="r" b="b"/>
              <a:pathLst>
                <a:path w="129540" h="129539">
                  <a:moveTo>
                    <a:pt x="0" y="129227"/>
                  </a:moveTo>
                  <a:lnTo>
                    <a:pt x="129182" y="129227"/>
                  </a:lnTo>
                  <a:lnTo>
                    <a:pt x="129182" y="0"/>
                  </a:lnTo>
                  <a:lnTo>
                    <a:pt x="0" y="0"/>
                  </a:lnTo>
                  <a:lnTo>
                    <a:pt x="0" y="129227"/>
                  </a:lnTo>
                  <a:close/>
                </a:path>
              </a:pathLst>
            </a:custGeom>
            <a:ln w="20129">
              <a:solidFill>
                <a:srgbClr val="FFFFFF"/>
              </a:solidFill>
            </a:ln>
          </p:spPr>
          <p:txBody>
            <a:bodyPr wrap="square" lIns="0" tIns="0" rIns="0" bIns="0" rtlCol="0"/>
            <a:lstStyle/>
            <a:p/>
          </p:txBody>
        </p:sp>
      </p:grpSp>
      <p:sp>
        <p:nvSpPr>
          <p:cNvPr id="549" name="object 549"/>
          <p:cNvSpPr/>
          <p:nvPr/>
        </p:nvSpPr>
        <p:spPr>
          <a:xfrm>
            <a:off x="8680539" y="4742560"/>
            <a:ext cx="1136650" cy="647065"/>
          </a:xfrm>
          <a:custGeom>
            <a:avLst/>
            <a:gdLst/>
            <a:ahLst/>
            <a:cxnLst/>
            <a:rect l="l" t="t" r="r" b="b"/>
            <a:pathLst>
              <a:path w="1136650" h="647064">
                <a:moveTo>
                  <a:pt x="568286" y="0"/>
                </a:moveTo>
                <a:lnTo>
                  <a:pt x="0" y="323367"/>
                </a:lnTo>
                <a:lnTo>
                  <a:pt x="568286" y="646734"/>
                </a:lnTo>
                <a:lnTo>
                  <a:pt x="1136586" y="323367"/>
                </a:lnTo>
                <a:lnTo>
                  <a:pt x="568286" y="0"/>
                </a:lnTo>
                <a:close/>
              </a:path>
            </a:pathLst>
          </a:custGeom>
          <a:solidFill>
            <a:srgbClr val="BDD7EE"/>
          </a:solidFill>
        </p:spPr>
        <p:txBody>
          <a:bodyPr wrap="square" lIns="0" tIns="0" rIns="0" bIns="0" rtlCol="0"/>
          <a:lstStyle/>
          <a:p/>
        </p:txBody>
      </p:sp>
      <p:sp>
        <p:nvSpPr>
          <p:cNvPr id="550" name="object 550"/>
          <p:cNvSpPr txBox="1"/>
          <p:nvPr/>
        </p:nvSpPr>
        <p:spPr>
          <a:xfrm>
            <a:off x="9058338" y="4826508"/>
            <a:ext cx="381000" cy="455295"/>
          </a:xfrm>
          <a:prstGeom prst="rect">
            <a:avLst/>
          </a:prstGeom>
        </p:spPr>
        <p:txBody>
          <a:bodyPr vert="horz" wrap="square" lIns="0" tIns="9525" rIns="0" bIns="0" rtlCol="0">
            <a:spAutoFit/>
          </a:bodyPr>
          <a:lstStyle/>
          <a:p>
            <a:pPr marL="12700" marR="5080">
              <a:lnSpc>
                <a:spcPct val="101000"/>
              </a:lnSpc>
              <a:spcBef>
                <a:spcPts val="75"/>
              </a:spcBef>
            </a:pPr>
            <a:r>
              <a:rPr sz="1400" spc="-25" dirty="0">
                <a:solidFill>
                  <a:srgbClr val="2E75B6"/>
                </a:solidFill>
                <a:latin typeface="微软雅黑" panose="020B0503020204020204" charset="-122"/>
                <a:cs typeface="微软雅黑" panose="020B0503020204020204" charset="-122"/>
              </a:rPr>
              <a:t>交付客户</a:t>
            </a:r>
            <a:endParaRPr sz="1400">
              <a:latin typeface="微软雅黑" panose="020B0503020204020204" charset="-122"/>
              <a:cs typeface="微软雅黑" panose="020B0503020204020204" charset="-122"/>
            </a:endParaRPr>
          </a:p>
        </p:txBody>
      </p:sp>
      <p:sp>
        <p:nvSpPr>
          <p:cNvPr id="552" name="object 552"/>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缺陷，故障和失效</a:t>
            </a:r>
            <a:endParaRPr spc="-10" dirty="0"/>
          </a:p>
        </p:txBody>
      </p:sp>
      <p:sp>
        <p:nvSpPr>
          <p:cNvPr id="3" name="object 3"/>
          <p:cNvSpPr txBox="1"/>
          <p:nvPr/>
        </p:nvSpPr>
        <p:spPr>
          <a:xfrm>
            <a:off x="963930" y="1578355"/>
            <a:ext cx="10337800" cy="2374900"/>
          </a:xfrm>
          <a:prstGeom prst="rect">
            <a:avLst/>
          </a:prstGeom>
        </p:spPr>
        <p:txBody>
          <a:bodyPr vert="horz" wrap="square" lIns="0" tIns="12700" rIns="0" bIns="0" rtlCol="0">
            <a:spAutoFit/>
          </a:bodyPr>
          <a:lstStyle/>
          <a:p>
            <a:pPr marL="469265" indent="-456565">
              <a:lnSpc>
                <a:spcPct val="100000"/>
              </a:lnSpc>
              <a:spcBef>
                <a:spcPts val="100"/>
              </a:spcBef>
              <a:buAutoNum type="arabicPeriod"/>
              <a:tabLst>
                <a:tab pos="469265" algn="l"/>
              </a:tabLst>
            </a:pPr>
            <a:r>
              <a:rPr sz="2400" b="1" spc="-5" dirty="0">
                <a:solidFill>
                  <a:srgbClr val="009FE8"/>
                </a:solidFill>
                <a:latin typeface="微软雅黑" panose="020B0503020204020204" charset="-122"/>
                <a:cs typeface="微软雅黑" panose="020B0503020204020204" charset="-122"/>
              </a:rPr>
              <a:t>缺陷 </a:t>
            </a:r>
            <a:r>
              <a:rPr sz="2400" b="1" spc="-10" dirty="0">
                <a:solidFill>
                  <a:srgbClr val="009FE8"/>
                </a:solidFill>
                <a:latin typeface="微软雅黑" panose="020B0503020204020204" charset="-122"/>
                <a:cs typeface="微软雅黑" panose="020B0503020204020204" charset="-122"/>
              </a:rPr>
              <a:t>（Defect）</a:t>
            </a:r>
            <a:endParaRPr sz="2400">
              <a:latin typeface="微软雅黑" panose="020B0503020204020204" charset="-122"/>
              <a:cs typeface="微软雅黑" panose="020B0503020204020204" charset="-122"/>
            </a:endParaRPr>
          </a:p>
          <a:p>
            <a:pPr marL="926465" lvl="1" indent="-456565">
              <a:lnSpc>
                <a:spcPct val="100000"/>
              </a:lnSpc>
              <a:spcBef>
                <a:spcPts val="3110"/>
              </a:spcBef>
              <a:buAutoNum type="arabicPeriod"/>
              <a:tabLst>
                <a:tab pos="926465" algn="l"/>
              </a:tabLst>
            </a:pPr>
            <a:r>
              <a:rPr sz="2000" dirty="0">
                <a:solidFill>
                  <a:srgbClr val="009FE8"/>
                </a:solidFill>
                <a:latin typeface="微软雅黑" panose="020B0503020204020204" charset="-122"/>
                <a:cs typeface="微软雅黑" panose="020B0503020204020204" charset="-122"/>
              </a:rPr>
              <a:t>由于制造工艺的偏差导致芯片元件（晶体管或者互连线）</a:t>
            </a:r>
            <a:r>
              <a:rPr sz="2000" spc="-5" dirty="0">
                <a:solidFill>
                  <a:srgbClr val="009FE8"/>
                </a:solidFill>
                <a:latin typeface="微软雅黑" panose="020B0503020204020204" charset="-122"/>
                <a:cs typeface="微软雅黑" panose="020B0503020204020204" charset="-122"/>
              </a:rPr>
              <a:t>的物理问题，称之为缺陷。</a:t>
            </a:r>
            <a:endParaRPr sz="2000">
              <a:latin typeface="微软雅黑" panose="020B0503020204020204" charset="-122"/>
              <a:cs typeface="微软雅黑" panose="020B0503020204020204" charset="-122"/>
            </a:endParaRPr>
          </a:p>
          <a:p>
            <a:pPr marL="927100" marR="250825" lvl="1" indent="-457200">
              <a:lnSpc>
                <a:spcPct val="200000"/>
              </a:lnSpc>
              <a:spcBef>
                <a:spcPts val="505"/>
              </a:spcBef>
              <a:buAutoNum type="arabicPeriod"/>
              <a:tabLst>
                <a:tab pos="927100" algn="l"/>
              </a:tabLst>
            </a:pPr>
            <a:r>
              <a:rPr sz="2000" spc="-5" dirty="0">
                <a:solidFill>
                  <a:srgbClr val="009FE8"/>
                </a:solidFill>
                <a:latin typeface="微软雅黑" panose="020B0503020204020204" charset="-122"/>
                <a:cs typeface="微软雅黑" panose="020B0503020204020204" charset="-122"/>
              </a:rPr>
              <a:t>缺陷的种类有很多，例如：互连线的桥接或断路，</a:t>
            </a:r>
            <a:r>
              <a:rPr sz="2000" spc="-10" dirty="0">
                <a:solidFill>
                  <a:srgbClr val="009FE8"/>
                </a:solidFill>
                <a:latin typeface="微软雅黑" panose="020B0503020204020204" charset="-122"/>
                <a:cs typeface="微软雅黑" panose="020B0503020204020204" charset="-122"/>
              </a:rPr>
              <a:t>CMOS</a:t>
            </a:r>
            <a:r>
              <a:rPr sz="2000" spc="-5" dirty="0">
                <a:solidFill>
                  <a:srgbClr val="009FE8"/>
                </a:solidFill>
                <a:latin typeface="微软雅黑" panose="020B0503020204020204" charset="-122"/>
                <a:cs typeface="微软雅黑" panose="020B0503020204020204" charset="-122"/>
              </a:rPr>
              <a:t>晶体管的栅氧短路，掩膜光刻错误，硅片缺陷，电源线的短路，等等。</a:t>
            </a:r>
            <a:endParaRPr sz="2000">
              <a:latin typeface="微软雅黑" panose="020B0503020204020204" charset="-122"/>
              <a:cs typeface="微软雅黑" panose="020B0503020204020204" charset="-122"/>
            </a:endParaRPr>
          </a:p>
        </p:txBody>
      </p:sp>
      <p:pic>
        <p:nvPicPr>
          <p:cNvPr id="4" name="object 4"/>
          <p:cNvPicPr/>
          <p:nvPr/>
        </p:nvPicPr>
        <p:blipFill>
          <a:blip r:embed="rId1" cstate="print"/>
          <a:stretch>
            <a:fillRect/>
          </a:stretch>
        </p:blipFill>
        <p:spPr>
          <a:xfrm>
            <a:off x="1863242" y="4395787"/>
            <a:ext cx="2200275" cy="1476375"/>
          </a:xfrm>
          <a:prstGeom prst="rect">
            <a:avLst/>
          </a:prstGeom>
        </p:spPr>
      </p:pic>
      <p:pic>
        <p:nvPicPr>
          <p:cNvPr id="5" name="object 5"/>
          <p:cNvPicPr/>
          <p:nvPr/>
        </p:nvPicPr>
        <p:blipFill>
          <a:blip r:embed="rId2" cstate="print"/>
          <a:stretch>
            <a:fillRect/>
          </a:stretch>
        </p:blipFill>
        <p:spPr>
          <a:xfrm>
            <a:off x="4929784" y="4345152"/>
            <a:ext cx="2044928" cy="1527009"/>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缺陷，故障和失效</a:t>
            </a:r>
            <a:endParaRPr spc="-1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
        <p:nvSpPr>
          <p:cNvPr id="3" name="object 3"/>
          <p:cNvSpPr txBox="1"/>
          <p:nvPr/>
        </p:nvSpPr>
        <p:spPr>
          <a:xfrm>
            <a:off x="963928" y="1578355"/>
            <a:ext cx="8559800" cy="3431540"/>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2"/>
              <a:tabLst>
                <a:tab pos="469265" algn="l"/>
              </a:tabLst>
            </a:pPr>
            <a:r>
              <a:rPr sz="2400" b="1" spc="-5" dirty="0">
                <a:solidFill>
                  <a:srgbClr val="009FE8"/>
                </a:solidFill>
                <a:latin typeface="微软雅黑" panose="020B0503020204020204" charset="-122"/>
                <a:cs typeface="微软雅黑" panose="020B0503020204020204" charset="-122"/>
              </a:rPr>
              <a:t>故障 </a:t>
            </a:r>
            <a:r>
              <a:rPr sz="2400" b="1" spc="-10" dirty="0">
                <a:solidFill>
                  <a:srgbClr val="009FE8"/>
                </a:solidFill>
                <a:latin typeface="微软雅黑" panose="020B0503020204020204" charset="-122"/>
                <a:cs typeface="微软雅黑" panose="020B0503020204020204" charset="-122"/>
              </a:rPr>
              <a:t>（Fault）</a:t>
            </a:r>
            <a:endParaRPr sz="2400">
              <a:latin typeface="微软雅黑" panose="020B0503020204020204" charset="-122"/>
              <a:cs typeface="微软雅黑" panose="020B0503020204020204" charset="-122"/>
            </a:endParaRPr>
          </a:p>
          <a:p>
            <a:pPr marL="926465" lvl="1" indent="-456565">
              <a:lnSpc>
                <a:spcPct val="100000"/>
              </a:lnSpc>
              <a:spcBef>
                <a:spcPts val="3110"/>
              </a:spcBef>
              <a:buAutoNum type="arabicPeriod"/>
              <a:tabLst>
                <a:tab pos="926465" algn="l"/>
              </a:tabLst>
            </a:pPr>
            <a:r>
              <a:rPr sz="2000" spc="-5" dirty="0">
                <a:solidFill>
                  <a:srgbClr val="009FE8"/>
                </a:solidFill>
                <a:latin typeface="微软雅黑" panose="020B0503020204020204" charset="-122"/>
                <a:cs typeface="微软雅黑" panose="020B0503020204020204" charset="-122"/>
              </a:rPr>
              <a:t>故障是物理缺陷导致数字芯片门级电路失效的电气表现形式。</a:t>
            </a:r>
            <a:endParaRPr sz="2000">
              <a:latin typeface="微软雅黑" panose="020B0503020204020204" charset="-122"/>
              <a:cs typeface="微软雅黑" panose="020B0503020204020204" charset="-122"/>
            </a:endParaRPr>
          </a:p>
          <a:p>
            <a:pPr marL="926465" lvl="1" indent="-456565">
              <a:lnSpc>
                <a:spcPct val="100000"/>
              </a:lnSpc>
              <a:spcBef>
                <a:spcPts val="2905"/>
              </a:spcBef>
              <a:buAutoNum type="arabicPeriod"/>
              <a:tabLst>
                <a:tab pos="926465" algn="l"/>
              </a:tabLst>
            </a:pPr>
            <a:r>
              <a:rPr sz="2000" spc="-5" dirty="0">
                <a:solidFill>
                  <a:srgbClr val="009FE8"/>
                </a:solidFill>
                <a:latin typeface="微软雅黑" panose="020B0503020204020204" charset="-122"/>
                <a:cs typeface="微软雅黑" panose="020B0503020204020204" charset="-122"/>
              </a:rPr>
              <a:t>故障可以被转换为各种模型，方便软件计算。最常见的故障模型有：</a:t>
            </a:r>
            <a:endParaRPr sz="2000">
              <a:latin typeface="微软雅黑" panose="020B0503020204020204" charset="-122"/>
              <a:cs typeface="微软雅黑" panose="020B0503020204020204" charset="-122"/>
            </a:endParaRPr>
          </a:p>
          <a:p>
            <a:pPr marL="1383665" lvl="2" indent="-456565">
              <a:lnSpc>
                <a:spcPct val="100000"/>
              </a:lnSpc>
              <a:spcBef>
                <a:spcPts val="2485"/>
              </a:spcBef>
              <a:buAutoNum type="arabicPeriod"/>
              <a:tabLst>
                <a:tab pos="1383665" algn="l"/>
              </a:tabLst>
            </a:pPr>
            <a:r>
              <a:rPr sz="1600" dirty="0">
                <a:solidFill>
                  <a:srgbClr val="009FE8"/>
                </a:solidFill>
                <a:latin typeface="微软雅黑" panose="020B0503020204020204" charset="-122"/>
                <a:cs typeface="微软雅黑" panose="020B0503020204020204" charset="-122"/>
              </a:rPr>
              <a:t>固定故障 </a:t>
            </a:r>
            <a:r>
              <a:rPr sz="1600" spc="-40" dirty="0">
                <a:solidFill>
                  <a:srgbClr val="009FE8"/>
                </a:solidFill>
                <a:latin typeface="微软雅黑" panose="020B0503020204020204" charset="-122"/>
                <a:cs typeface="微软雅黑" panose="020B0503020204020204" charset="-122"/>
              </a:rPr>
              <a:t>（Stuck-</a:t>
            </a:r>
            <a:r>
              <a:rPr sz="1600" dirty="0">
                <a:solidFill>
                  <a:srgbClr val="009FE8"/>
                </a:solidFill>
                <a:latin typeface="微软雅黑" panose="020B0503020204020204" charset="-122"/>
                <a:cs typeface="微软雅黑" panose="020B0503020204020204" charset="-122"/>
              </a:rPr>
              <a:t>At</a:t>
            </a:r>
            <a:r>
              <a:rPr sz="1600" spc="15" dirty="0">
                <a:solidFill>
                  <a:srgbClr val="009FE8"/>
                </a:solidFill>
                <a:latin typeface="微软雅黑" panose="020B0503020204020204" charset="-122"/>
                <a:cs typeface="微软雅黑" panose="020B0503020204020204" charset="-122"/>
              </a:rPr>
              <a:t> </a:t>
            </a:r>
            <a:r>
              <a:rPr sz="1600" spc="-10" dirty="0">
                <a:solidFill>
                  <a:srgbClr val="009FE8"/>
                </a:solidFill>
                <a:latin typeface="微软雅黑" panose="020B0503020204020204" charset="-122"/>
                <a:cs typeface="微软雅黑" panose="020B0503020204020204" charset="-122"/>
              </a:rPr>
              <a:t>Fault）</a:t>
            </a:r>
            <a:endParaRPr sz="1600">
              <a:latin typeface="微软雅黑" panose="020B0503020204020204" charset="-122"/>
              <a:cs typeface="微软雅黑" panose="020B0503020204020204" charset="-122"/>
            </a:endParaRPr>
          </a:p>
          <a:p>
            <a:pPr marL="1383665" lvl="2" indent="-456565">
              <a:lnSpc>
                <a:spcPct val="100000"/>
              </a:lnSpc>
              <a:spcBef>
                <a:spcPts val="2500"/>
              </a:spcBef>
              <a:buAutoNum type="arabicPeriod"/>
              <a:tabLst>
                <a:tab pos="1383665" algn="l"/>
              </a:tabLst>
            </a:pPr>
            <a:r>
              <a:rPr sz="1600" spc="-10" dirty="0">
                <a:solidFill>
                  <a:srgbClr val="009FE8"/>
                </a:solidFill>
                <a:latin typeface="微软雅黑" panose="020B0503020204020204" charset="-122"/>
                <a:cs typeface="微软雅黑" panose="020B0503020204020204" charset="-122"/>
              </a:rPr>
              <a:t>跳变和路径延时故障 (</a:t>
            </a:r>
            <a:r>
              <a:rPr sz="1600" spc="-20" dirty="0">
                <a:solidFill>
                  <a:srgbClr val="009FE8"/>
                </a:solidFill>
                <a:latin typeface="微软雅黑" panose="020B0503020204020204" charset="-122"/>
                <a:cs typeface="微软雅黑" panose="020B0503020204020204" charset="-122"/>
              </a:rPr>
              <a:t>Transition/Path</a:t>
            </a:r>
            <a:r>
              <a:rPr sz="1600" spc="-10" dirty="0">
                <a:solidFill>
                  <a:srgbClr val="009FE8"/>
                </a:solidFill>
                <a:latin typeface="微软雅黑" panose="020B0503020204020204" charset="-122"/>
                <a:cs typeface="微软雅黑" panose="020B0503020204020204" charset="-122"/>
              </a:rPr>
              <a:t> </a:t>
            </a:r>
            <a:r>
              <a:rPr sz="1600" dirty="0">
                <a:solidFill>
                  <a:srgbClr val="009FE8"/>
                </a:solidFill>
                <a:latin typeface="微软雅黑" panose="020B0503020204020204" charset="-122"/>
                <a:cs typeface="微软雅黑" panose="020B0503020204020204" charset="-122"/>
              </a:rPr>
              <a:t>Delay</a:t>
            </a:r>
            <a:r>
              <a:rPr sz="1600" spc="-15" dirty="0">
                <a:solidFill>
                  <a:srgbClr val="009FE8"/>
                </a:solidFill>
                <a:latin typeface="微软雅黑" panose="020B0503020204020204" charset="-122"/>
                <a:cs typeface="微软雅黑" panose="020B0503020204020204" charset="-122"/>
              </a:rPr>
              <a:t> </a:t>
            </a:r>
            <a:r>
              <a:rPr sz="1600" spc="-10" dirty="0">
                <a:solidFill>
                  <a:srgbClr val="009FE8"/>
                </a:solidFill>
                <a:latin typeface="微软雅黑" panose="020B0503020204020204" charset="-122"/>
                <a:cs typeface="微软雅黑" panose="020B0503020204020204" charset="-122"/>
              </a:rPr>
              <a:t>Fault)</a:t>
            </a:r>
            <a:endParaRPr sz="1600">
              <a:latin typeface="微软雅黑" panose="020B0503020204020204" charset="-122"/>
              <a:cs typeface="微软雅黑" panose="020B0503020204020204" charset="-122"/>
            </a:endParaRPr>
          </a:p>
          <a:p>
            <a:pPr marL="1383665" lvl="2" indent="-456565">
              <a:lnSpc>
                <a:spcPct val="100000"/>
              </a:lnSpc>
              <a:spcBef>
                <a:spcPts val="2375"/>
              </a:spcBef>
              <a:buAutoNum type="arabicPeriod"/>
              <a:tabLst>
                <a:tab pos="1383665" algn="l"/>
              </a:tabLst>
            </a:pPr>
            <a:r>
              <a:rPr sz="1600" spc="-5" dirty="0">
                <a:solidFill>
                  <a:srgbClr val="009FE8"/>
                </a:solidFill>
                <a:latin typeface="微软雅黑" panose="020B0503020204020204" charset="-122"/>
                <a:cs typeface="微软雅黑" panose="020B0503020204020204" charset="-122"/>
              </a:rPr>
              <a:t>静态电流型故障 </a:t>
            </a:r>
            <a:r>
              <a:rPr sz="1600" dirty="0">
                <a:solidFill>
                  <a:srgbClr val="009FE8"/>
                </a:solidFill>
                <a:latin typeface="微软雅黑" panose="020B0503020204020204" charset="-122"/>
                <a:cs typeface="微软雅黑" panose="020B0503020204020204" charset="-122"/>
              </a:rPr>
              <a:t>(IDDQ</a:t>
            </a:r>
            <a:r>
              <a:rPr sz="1600" spc="-15" dirty="0">
                <a:solidFill>
                  <a:srgbClr val="009FE8"/>
                </a:solidFill>
                <a:latin typeface="微软雅黑" panose="020B0503020204020204" charset="-122"/>
                <a:cs typeface="微软雅黑" panose="020B0503020204020204" charset="-122"/>
              </a:rPr>
              <a:t> </a:t>
            </a:r>
            <a:r>
              <a:rPr sz="1600" spc="-10" dirty="0">
                <a:solidFill>
                  <a:srgbClr val="009FE8"/>
                </a:solidFill>
                <a:latin typeface="微软雅黑" panose="020B0503020204020204" charset="-122"/>
                <a:cs typeface="微软雅黑" panose="020B0503020204020204" charset="-122"/>
              </a:rPr>
              <a:t>Fault)</a:t>
            </a:r>
            <a:endParaRPr sz="1600">
              <a:latin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994994" y="3803205"/>
            <a:ext cx="3299460" cy="2019300"/>
            <a:chOff x="6994994" y="3803205"/>
            <a:chExt cx="3299460" cy="2019300"/>
          </a:xfrm>
        </p:grpSpPr>
        <p:sp>
          <p:nvSpPr>
            <p:cNvPr id="3" name="object 3"/>
            <p:cNvSpPr/>
            <p:nvPr/>
          </p:nvSpPr>
          <p:spPr>
            <a:xfrm>
              <a:off x="7001344" y="3809555"/>
              <a:ext cx="345440" cy="2006600"/>
            </a:xfrm>
            <a:custGeom>
              <a:avLst/>
              <a:gdLst/>
              <a:ahLst/>
              <a:cxnLst/>
              <a:rect l="l" t="t" r="r" b="b"/>
              <a:pathLst>
                <a:path w="345440" h="2006600">
                  <a:moveTo>
                    <a:pt x="344931" y="0"/>
                  </a:moveTo>
                  <a:lnTo>
                    <a:pt x="0" y="0"/>
                  </a:lnTo>
                  <a:lnTo>
                    <a:pt x="0" y="2006558"/>
                  </a:lnTo>
                  <a:lnTo>
                    <a:pt x="344931" y="2006558"/>
                  </a:lnTo>
                  <a:lnTo>
                    <a:pt x="344931" y="0"/>
                  </a:lnTo>
                  <a:close/>
                </a:path>
              </a:pathLst>
            </a:custGeom>
            <a:solidFill>
              <a:srgbClr val="E7E6E6"/>
            </a:solidFill>
          </p:spPr>
          <p:txBody>
            <a:bodyPr wrap="square" lIns="0" tIns="0" rIns="0" bIns="0" rtlCol="0"/>
            <a:lstStyle/>
            <a:p/>
          </p:txBody>
        </p:sp>
        <p:sp>
          <p:nvSpPr>
            <p:cNvPr id="4" name="object 4"/>
            <p:cNvSpPr/>
            <p:nvPr/>
          </p:nvSpPr>
          <p:spPr>
            <a:xfrm>
              <a:off x="7001344" y="3809555"/>
              <a:ext cx="345440" cy="2006600"/>
            </a:xfrm>
            <a:custGeom>
              <a:avLst/>
              <a:gdLst/>
              <a:ahLst/>
              <a:cxnLst/>
              <a:rect l="l" t="t" r="r" b="b"/>
              <a:pathLst>
                <a:path w="345440" h="2006600">
                  <a:moveTo>
                    <a:pt x="0" y="0"/>
                  </a:moveTo>
                  <a:lnTo>
                    <a:pt x="344928" y="0"/>
                  </a:lnTo>
                  <a:lnTo>
                    <a:pt x="344928" y="2006561"/>
                  </a:lnTo>
                  <a:lnTo>
                    <a:pt x="0" y="2006561"/>
                  </a:lnTo>
                  <a:lnTo>
                    <a:pt x="0" y="0"/>
                  </a:lnTo>
                  <a:close/>
                </a:path>
              </a:pathLst>
            </a:custGeom>
            <a:ln w="12700">
              <a:solidFill>
                <a:srgbClr val="E7E6E6"/>
              </a:solidFill>
            </a:ln>
          </p:spPr>
          <p:txBody>
            <a:bodyPr wrap="square" lIns="0" tIns="0" rIns="0" bIns="0" rtlCol="0"/>
            <a:lstStyle/>
            <a:p/>
          </p:txBody>
        </p:sp>
        <p:sp>
          <p:nvSpPr>
            <p:cNvPr id="5" name="object 5"/>
            <p:cNvSpPr/>
            <p:nvPr/>
          </p:nvSpPr>
          <p:spPr>
            <a:xfrm>
              <a:off x="9550717" y="4376331"/>
              <a:ext cx="737235" cy="814069"/>
            </a:xfrm>
            <a:custGeom>
              <a:avLst/>
              <a:gdLst/>
              <a:ahLst/>
              <a:cxnLst/>
              <a:rect l="l" t="t" r="r" b="b"/>
              <a:pathLst>
                <a:path w="737234" h="814070">
                  <a:moveTo>
                    <a:pt x="368566" y="0"/>
                  </a:moveTo>
                  <a:lnTo>
                    <a:pt x="0" y="0"/>
                  </a:lnTo>
                  <a:lnTo>
                    <a:pt x="0" y="813498"/>
                  </a:lnTo>
                  <a:lnTo>
                    <a:pt x="368566" y="813498"/>
                  </a:lnTo>
                  <a:lnTo>
                    <a:pt x="414799" y="810329"/>
                  </a:lnTo>
                  <a:lnTo>
                    <a:pt x="459318" y="801076"/>
                  </a:lnTo>
                  <a:lnTo>
                    <a:pt x="501777" y="786119"/>
                  </a:lnTo>
                  <a:lnTo>
                    <a:pt x="541832" y="765841"/>
                  </a:lnTo>
                  <a:lnTo>
                    <a:pt x="579137" y="740622"/>
                  </a:lnTo>
                  <a:lnTo>
                    <a:pt x="613347" y="710844"/>
                  </a:lnTo>
                  <a:lnTo>
                    <a:pt x="644116" y="676887"/>
                  </a:lnTo>
                  <a:lnTo>
                    <a:pt x="671099" y="639133"/>
                  </a:lnTo>
                  <a:lnTo>
                    <a:pt x="693950" y="597963"/>
                  </a:lnTo>
                  <a:lnTo>
                    <a:pt x="712324" y="553757"/>
                  </a:lnTo>
                  <a:lnTo>
                    <a:pt x="725877" y="506898"/>
                  </a:lnTo>
                  <a:lnTo>
                    <a:pt x="734261" y="457766"/>
                  </a:lnTo>
                  <a:lnTo>
                    <a:pt x="737133" y="406742"/>
                  </a:lnTo>
                  <a:lnTo>
                    <a:pt x="734261" y="355721"/>
                  </a:lnTo>
                  <a:lnTo>
                    <a:pt x="725877" y="306592"/>
                  </a:lnTo>
                  <a:lnTo>
                    <a:pt x="712324" y="259734"/>
                  </a:lnTo>
                  <a:lnTo>
                    <a:pt x="693950" y="215531"/>
                  </a:lnTo>
                  <a:lnTo>
                    <a:pt x="671099" y="174362"/>
                  </a:lnTo>
                  <a:lnTo>
                    <a:pt x="644116" y="136608"/>
                  </a:lnTo>
                  <a:lnTo>
                    <a:pt x="613347" y="102652"/>
                  </a:lnTo>
                  <a:lnTo>
                    <a:pt x="579137" y="72874"/>
                  </a:lnTo>
                  <a:lnTo>
                    <a:pt x="541832" y="47656"/>
                  </a:lnTo>
                  <a:lnTo>
                    <a:pt x="501777" y="27378"/>
                  </a:lnTo>
                  <a:lnTo>
                    <a:pt x="459318" y="12422"/>
                  </a:lnTo>
                  <a:lnTo>
                    <a:pt x="414799" y="3169"/>
                  </a:lnTo>
                  <a:lnTo>
                    <a:pt x="368566" y="0"/>
                  </a:lnTo>
                  <a:close/>
                </a:path>
              </a:pathLst>
            </a:custGeom>
            <a:solidFill>
              <a:srgbClr val="4472C4"/>
            </a:solidFill>
          </p:spPr>
          <p:txBody>
            <a:bodyPr wrap="square" lIns="0" tIns="0" rIns="0" bIns="0" rtlCol="0"/>
            <a:lstStyle/>
            <a:p/>
          </p:txBody>
        </p:sp>
        <p:sp>
          <p:nvSpPr>
            <p:cNvPr id="6" name="object 6"/>
            <p:cNvSpPr/>
            <p:nvPr/>
          </p:nvSpPr>
          <p:spPr>
            <a:xfrm>
              <a:off x="9550717" y="4376331"/>
              <a:ext cx="737235" cy="814069"/>
            </a:xfrm>
            <a:custGeom>
              <a:avLst/>
              <a:gdLst/>
              <a:ahLst/>
              <a:cxnLst/>
              <a:rect l="l" t="t" r="r" b="b"/>
              <a:pathLst>
                <a:path w="737234" h="814070">
                  <a:moveTo>
                    <a:pt x="0" y="0"/>
                  </a:moveTo>
                  <a:lnTo>
                    <a:pt x="368565" y="0"/>
                  </a:lnTo>
                  <a:lnTo>
                    <a:pt x="414797" y="3169"/>
                  </a:lnTo>
                  <a:lnTo>
                    <a:pt x="459316" y="12422"/>
                  </a:lnTo>
                  <a:lnTo>
                    <a:pt x="501775" y="27378"/>
                  </a:lnTo>
                  <a:lnTo>
                    <a:pt x="541830" y="47657"/>
                  </a:lnTo>
                  <a:lnTo>
                    <a:pt x="579135" y="72875"/>
                  </a:lnTo>
                  <a:lnTo>
                    <a:pt x="613344" y="102654"/>
                  </a:lnTo>
                  <a:lnTo>
                    <a:pt x="644113" y="136610"/>
                  </a:lnTo>
                  <a:lnTo>
                    <a:pt x="671096" y="174364"/>
                  </a:lnTo>
                  <a:lnTo>
                    <a:pt x="693948" y="215534"/>
                  </a:lnTo>
                  <a:lnTo>
                    <a:pt x="712322" y="259738"/>
                  </a:lnTo>
                  <a:lnTo>
                    <a:pt x="725875" y="306597"/>
                  </a:lnTo>
                  <a:lnTo>
                    <a:pt x="734259" y="355727"/>
                  </a:lnTo>
                  <a:lnTo>
                    <a:pt x="737131" y="406749"/>
                  </a:lnTo>
                  <a:lnTo>
                    <a:pt x="734259" y="457771"/>
                  </a:lnTo>
                  <a:lnTo>
                    <a:pt x="725875" y="506901"/>
                  </a:lnTo>
                  <a:lnTo>
                    <a:pt x="712322" y="553760"/>
                  </a:lnTo>
                  <a:lnTo>
                    <a:pt x="693948" y="597964"/>
                  </a:lnTo>
                  <a:lnTo>
                    <a:pt x="671096" y="639134"/>
                  </a:lnTo>
                  <a:lnTo>
                    <a:pt x="644113" y="676888"/>
                  </a:lnTo>
                  <a:lnTo>
                    <a:pt x="613344" y="710845"/>
                  </a:lnTo>
                  <a:lnTo>
                    <a:pt x="579135" y="740623"/>
                  </a:lnTo>
                  <a:lnTo>
                    <a:pt x="541830" y="765842"/>
                  </a:lnTo>
                  <a:lnTo>
                    <a:pt x="501775" y="786120"/>
                  </a:lnTo>
                  <a:lnTo>
                    <a:pt x="459316" y="801076"/>
                  </a:lnTo>
                  <a:lnTo>
                    <a:pt x="414797" y="810330"/>
                  </a:lnTo>
                  <a:lnTo>
                    <a:pt x="368565" y="813499"/>
                  </a:lnTo>
                  <a:lnTo>
                    <a:pt x="0" y="813499"/>
                  </a:lnTo>
                  <a:lnTo>
                    <a:pt x="0" y="0"/>
                  </a:lnTo>
                  <a:close/>
                </a:path>
              </a:pathLst>
            </a:custGeom>
            <a:ln w="12700">
              <a:solidFill>
                <a:srgbClr val="2F528F"/>
              </a:solidFill>
            </a:ln>
          </p:spPr>
          <p:txBody>
            <a:bodyPr wrap="square" lIns="0" tIns="0" rIns="0" bIns="0" rtlCol="0"/>
            <a:lstStyle/>
            <a:p/>
          </p:txBody>
        </p:sp>
      </p:grpSp>
      <p:sp>
        <p:nvSpPr>
          <p:cNvPr id="7" name="object 7"/>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缺陷，故障和失效</a:t>
            </a:r>
            <a:endParaRPr spc="-10" dirty="0"/>
          </a:p>
        </p:txBody>
      </p:sp>
      <p:sp>
        <p:nvSpPr>
          <p:cNvPr id="8" name="object 8"/>
          <p:cNvSpPr txBox="1"/>
          <p:nvPr/>
        </p:nvSpPr>
        <p:spPr>
          <a:xfrm>
            <a:off x="963930" y="1578355"/>
            <a:ext cx="2543175" cy="391160"/>
          </a:xfrm>
          <a:prstGeom prst="rect">
            <a:avLst/>
          </a:prstGeom>
        </p:spPr>
        <p:txBody>
          <a:bodyPr vert="horz" wrap="square" lIns="0" tIns="12700" rIns="0" bIns="0" rtlCol="0">
            <a:spAutoFit/>
          </a:bodyPr>
          <a:lstStyle/>
          <a:p>
            <a:pPr marL="12700">
              <a:lnSpc>
                <a:spcPct val="100000"/>
              </a:lnSpc>
              <a:spcBef>
                <a:spcPts val="100"/>
              </a:spcBef>
              <a:tabLst>
                <a:tab pos="469265" algn="l"/>
              </a:tabLst>
            </a:pPr>
            <a:r>
              <a:rPr sz="2400" b="1" spc="-25" dirty="0">
                <a:solidFill>
                  <a:srgbClr val="009FE8"/>
                </a:solidFill>
                <a:latin typeface="微软雅黑" panose="020B0503020204020204" charset="-122"/>
                <a:cs typeface="微软雅黑" panose="020B0503020204020204" charset="-122"/>
              </a:rPr>
              <a:t>2.</a:t>
            </a:r>
            <a:r>
              <a:rPr sz="2400" b="1" dirty="0">
                <a:solidFill>
                  <a:srgbClr val="009FE8"/>
                </a:solidFill>
                <a:latin typeface="微软雅黑" panose="020B0503020204020204" charset="-122"/>
                <a:cs typeface="微软雅黑" panose="020B0503020204020204" charset="-122"/>
              </a:rPr>
              <a:t>	</a:t>
            </a:r>
            <a:r>
              <a:rPr sz="2400" b="1" spc="-5" dirty="0">
                <a:solidFill>
                  <a:srgbClr val="009FE8"/>
                </a:solidFill>
                <a:latin typeface="微软雅黑" panose="020B0503020204020204" charset="-122"/>
                <a:cs typeface="微软雅黑" panose="020B0503020204020204" charset="-122"/>
              </a:rPr>
              <a:t>故障 </a:t>
            </a:r>
            <a:r>
              <a:rPr sz="2400" b="1" spc="-10" dirty="0">
                <a:solidFill>
                  <a:srgbClr val="009FE8"/>
                </a:solidFill>
                <a:latin typeface="微软雅黑" panose="020B0503020204020204" charset="-122"/>
                <a:cs typeface="微软雅黑" panose="020B0503020204020204" charset="-122"/>
              </a:rPr>
              <a:t>（Fault）</a:t>
            </a:r>
            <a:endParaRPr sz="2400">
              <a:latin typeface="微软雅黑" panose="020B0503020204020204" charset="-122"/>
              <a:cs typeface="微软雅黑" panose="020B0503020204020204" charset="-122"/>
            </a:endParaRPr>
          </a:p>
        </p:txBody>
      </p:sp>
      <p:sp>
        <p:nvSpPr>
          <p:cNvPr id="9" name="object 9"/>
          <p:cNvSpPr txBox="1"/>
          <p:nvPr/>
        </p:nvSpPr>
        <p:spPr>
          <a:xfrm>
            <a:off x="1421130" y="2350515"/>
            <a:ext cx="1371600" cy="360680"/>
          </a:xfrm>
          <a:prstGeom prst="rect">
            <a:avLst/>
          </a:prstGeom>
        </p:spPr>
        <p:txBody>
          <a:bodyPr vert="horz" wrap="square" lIns="0" tIns="12700" rIns="0" bIns="0" rtlCol="0">
            <a:spAutoFit/>
          </a:bodyPr>
          <a:lstStyle/>
          <a:p>
            <a:pPr marL="240665" indent="-227965">
              <a:lnSpc>
                <a:spcPct val="100000"/>
              </a:lnSpc>
              <a:spcBef>
                <a:spcPts val="100"/>
              </a:spcBef>
              <a:buSzPct val="95000"/>
              <a:buFont typeface="Wingdings" panose="05000000000000000000"/>
              <a:buChar char=""/>
              <a:tabLst>
                <a:tab pos="240665" algn="l"/>
              </a:tabLst>
            </a:pPr>
            <a:r>
              <a:rPr sz="2200" spc="-15" dirty="0">
                <a:solidFill>
                  <a:srgbClr val="009FE8"/>
                </a:solidFill>
                <a:latin typeface="微软雅黑" panose="020B0503020204020204" charset="-122"/>
                <a:cs typeface="微软雅黑" panose="020B0503020204020204" charset="-122"/>
              </a:rPr>
              <a:t>固定故障</a:t>
            </a:r>
            <a:endParaRPr sz="2200">
              <a:latin typeface="微软雅黑" panose="020B0503020204020204" charset="-122"/>
              <a:cs typeface="微软雅黑" panose="020B0503020204020204" charset="-122"/>
            </a:endParaRPr>
          </a:p>
        </p:txBody>
      </p:sp>
      <p:sp>
        <p:nvSpPr>
          <p:cNvPr id="10" name="object 10"/>
          <p:cNvSpPr txBox="1"/>
          <p:nvPr/>
        </p:nvSpPr>
        <p:spPr>
          <a:xfrm>
            <a:off x="1878329" y="3061716"/>
            <a:ext cx="4572000" cy="939800"/>
          </a:xfrm>
          <a:prstGeom prst="rect">
            <a:avLst/>
          </a:prstGeom>
        </p:spPr>
        <p:txBody>
          <a:bodyPr vert="horz" wrap="square" lIns="0" tIns="12700" rIns="0" bIns="0" rtlCol="0">
            <a:spAutoFit/>
          </a:bodyPr>
          <a:lstStyle/>
          <a:p>
            <a:pPr marL="240665" indent="-227965">
              <a:lnSpc>
                <a:spcPct val="100000"/>
              </a:lnSpc>
              <a:spcBef>
                <a:spcPts val="100"/>
              </a:spcBef>
              <a:buFont typeface="Arial" panose="020B0604020202020204"/>
              <a:buChar char="•"/>
              <a:tabLst>
                <a:tab pos="240665" algn="l"/>
              </a:tabLst>
            </a:pPr>
            <a:r>
              <a:rPr sz="2000" spc="-5" dirty="0">
                <a:solidFill>
                  <a:srgbClr val="009FE8"/>
                </a:solidFill>
                <a:latin typeface="微软雅黑" panose="020B0503020204020204" charset="-122"/>
                <a:cs typeface="微软雅黑" panose="020B0503020204020204" charset="-122"/>
              </a:rPr>
              <a:t>门级逻辑的引脚端口或者互联线短路到</a:t>
            </a:r>
            <a:endParaRPr sz="2000">
              <a:latin typeface="微软雅黑" panose="020B0503020204020204" charset="-122"/>
              <a:cs typeface="微软雅黑" panose="020B0503020204020204" charset="-122"/>
            </a:endParaRPr>
          </a:p>
          <a:p>
            <a:pPr marL="241300">
              <a:lnSpc>
                <a:spcPct val="100000"/>
              </a:lnSpc>
              <a:spcBef>
                <a:spcPts val="2400"/>
              </a:spcBef>
            </a:pPr>
            <a:r>
              <a:rPr sz="2000" spc="-10" dirty="0">
                <a:solidFill>
                  <a:srgbClr val="009FE8"/>
                </a:solidFill>
                <a:latin typeface="微软雅黑" panose="020B0503020204020204" charset="-122"/>
                <a:cs typeface="微软雅黑" panose="020B0503020204020204" charset="-122"/>
              </a:rPr>
              <a:t>VDD</a:t>
            </a:r>
            <a:r>
              <a:rPr sz="2000" dirty="0">
                <a:solidFill>
                  <a:srgbClr val="009FE8"/>
                </a:solidFill>
                <a:latin typeface="微软雅黑" panose="020B0503020204020204" charset="-122"/>
                <a:cs typeface="微软雅黑" panose="020B0503020204020204" charset="-122"/>
              </a:rPr>
              <a:t>或者</a:t>
            </a:r>
            <a:r>
              <a:rPr sz="2000" spc="-25" dirty="0">
                <a:solidFill>
                  <a:srgbClr val="009FE8"/>
                </a:solidFill>
                <a:latin typeface="微软雅黑" panose="020B0503020204020204" charset="-122"/>
                <a:cs typeface="微软雅黑" panose="020B0503020204020204" charset="-122"/>
              </a:rPr>
              <a:t>GND</a:t>
            </a:r>
            <a:r>
              <a:rPr sz="2000" spc="-50" dirty="0">
                <a:solidFill>
                  <a:srgbClr val="009FE8"/>
                </a:solidFill>
                <a:latin typeface="微软雅黑" panose="020B0503020204020204" charset="-122"/>
                <a:cs typeface="微软雅黑" panose="020B0503020204020204" charset="-122"/>
              </a:rPr>
              <a:t>。</a:t>
            </a:r>
            <a:endParaRPr sz="2000">
              <a:latin typeface="微软雅黑" panose="020B0503020204020204" charset="-122"/>
              <a:cs typeface="微软雅黑" panose="020B0503020204020204" charset="-122"/>
            </a:endParaRPr>
          </a:p>
        </p:txBody>
      </p:sp>
      <p:sp>
        <p:nvSpPr>
          <p:cNvPr id="11" name="object 11"/>
          <p:cNvSpPr txBox="1"/>
          <p:nvPr/>
        </p:nvSpPr>
        <p:spPr>
          <a:xfrm>
            <a:off x="1878329" y="4344923"/>
            <a:ext cx="4478655" cy="330200"/>
          </a:xfrm>
          <a:prstGeom prst="rect">
            <a:avLst/>
          </a:prstGeom>
        </p:spPr>
        <p:txBody>
          <a:bodyPr vert="horz" wrap="square" lIns="0" tIns="12700" rIns="0" bIns="0" rtlCol="0">
            <a:spAutoFit/>
          </a:bodyPr>
          <a:lstStyle/>
          <a:p>
            <a:pPr marL="240665" indent="-227965">
              <a:lnSpc>
                <a:spcPct val="100000"/>
              </a:lnSpc>
              <a:spcBef>
                <a:spcPts val="100"/>
              </a:spcBef>
              <a:buFont typeface="Arial" panose="020B0604020202020204"/>
              <a:buChar char="•"/>
              <a:tabLst>
                <a:tab pos="240665" algn="l"/>
              </a:tabLst>
            </a:pPr>
            <a:r>
              <a:rPr sz="2000" dirty="0">
                <a:solidFill>
                  <a:srgbClr val="009FE8"/>
                </a:solidFill>
                <a:latin typeface="微软雅黑" panose="020B0503020204020204" charset="-122"/>
                <a:cs typeface="微软雅黑" panose="020B0503020204020204" charset="-122"/>
              </a:rPr>
              <a:t>分为：固定接</a:t>
            </a:r>
            <a:r>
              <a:rPr sz="2000" spc="-20" dirty="0">
                <a:solidFill>
                  <a:srgbClr val="009FE8"/>
                </a:solidFill>
                <a:latin typeface="微软雅黑" panose="020B0503020204020204" charset="-122"/>
                <a:cs typeface="微软雅黑" panose="020B0503020204020204" charset="-122"/>
              </a:rPr>
              <a:t>0</a:t>
            </a:r>
            <a:r>
              <a:rPr sz="2000" dirty="0">
                <a:solidFill>
                  <a:srgbClr val="009FE8"/>
                </a:solidFill>
                <a:latin typeface="微软雅黑" panose="020B0503020204020204" charset="-122"/>
                <a:cs typeface="微软雅黑" panose="020B0503020204020204" charset="-122"/>
              </a:rPr>
              <a:t>故障 &amp; 固定接</a:t>
            </a:r>
            <a:r>
              <a:rPr sz="2000" spc="-20" dirty="0">
                <a:solidFill>
                  <a:srgbClr val="009FE8"/>
                </a:solidFill>
                <a:latin typeface="微软雅黑" panose="020B0503020204020204" charset="-122"/>
                <a:cs typeface="微软雅黑" panose="020B0503020204020204" charset="-122"/>
              </a:rPr>
              <a:t>1故障。</a:t>
            </a:r>
            <a:endParaRPr sz="2000">
              <a:latin typeface="微软雅黑" panose="020B0503020204020204" charset="-122"/>
              <a:cs typeface="微软雅黑" panose="020B0503020204020204" charset="-122"/>
            </a:endParaRPr>
          </a:p>
        </p:txBody>
      </p:sp>
      <p:grpSp>
        <p:nvGrpSpPr>
          <p:cNvPr id="12" name="object 12"/>
          <p:cNvGrpSpPr/>
          <p:nvPr/>
        </p:nvGrpSpPr>
        <p:grpSpPr>
          <a:xfrm>
            <a:off x="7708645" y="2290025"/>
            <a:ext cx="749935" cy="826769"/>
            <a:chOff x="7708645" y="2290025"/>
            <a:chExt cx="749935" cy="826769"/>
          </a:xfrm>
        </p:grpSpPr>
        <p:sp>
          <p:nvSpPr>
            <p:cNvPr id="13" name="object 13"/>
            <p:cNvSpPr/>
            <p:nvPr/>
          </p:nvSpPr>
          <p:spPr>
            <a:xfrm>
              <a:off x="7714995" y="2296375"/>
              <a:ext cx="737235" cy="814069"/>
            </a:xfrm>
            <a:custGeom>
              <a:avLst/>
              <a:gdLst/>
              <a:ahLst/>
              <a:cxnLst/>
              <a:rect l="l" t="t" r="r" b="b"/>
              <a:pathLst>
                <a:path w="737234" h="814069">
                  <a:moveTo>
                    <a:pt x="368553" y="0"/>
                  </a:moveTo>
                  <a:lnTo>
                    <a:pt x="0" y="0"/>
                  </a:lnTo>
                  <a:lnTo>
                    <a:pt x="0" y="813498"/>
                  </a:lnTo>
                  <a:lnTo>
                    <a:pt x="368553" y="813498"/>
                  </a:lnTo>
                  <a:lnTo>
                    <a:pt x="414786" y="810329"/>
                  </a:lnTo>
                  <a:lnTo>
                    <a:pt x="459305" y="801076"/>
                  </a:lnTo>
                  <a:lnTo>
                    <a:pt x="501764" y="786120"/>
                  </a:lnTo>
                  <a:lnTo>
                    <a:pt x="541819" y="765842"/>
                  </a:lnTo>
                  <a:lnTo>
                    <a:pt x="579124" y="740623"/>
                  </a:lnTo>
                  <a:lnTo>
                    <a:pt x="613334" y="710845"/>
                  </a:lnTo>
                  <a:lnTo>
                    <a:pt x="644103" y="676889"/>
                  </a:lnTo>
                  <a:lnTo>
                    <a:pt x="671086" y="639136"/>
                  </a:lnTo>
                  <a:lnTo>
                    <a:pt x="693937" y="597967"/>
                  </a:lnTo>
                  <a:lnTo>
                    <a:pt x="712312" y="553763"/>
                  </a:lnTo>
                  <a:lnTo>
                    <a:pt x="725864" y="506906"/>
                  </a:lnTo>
                  <a:lnTo>
                    <a:pt x="734249" y="457776"/>
                  </a:lnTo>
                  <a:lnTo>
                    <a:pt x="737120" y="406755"/>
                  </a:lnTo>
                  <a:lnTo>
                    <a:pt x="734249" y="355734"/>
                  </a:lnTo>
                  <a:lnTo>
                    <a:pt x="725864" y="306604"/>
                  </a:lnTo>
                  <a:lnTo>
                    <a:pt x="712312" y="259745"/>
                  </a:lnTo>
                  <a:lnTo>
                    <a:pt x="693937" y="215540"/>
                  </a:lnTo>
                  <a:lnTo>
                    <a:pt x="671086" y="174370"/>
                  </a:lnTo>
                  <a:lnTo>
                    <a:pt x="644103" y="136615"/>
                  </a:lnTo>
                  <a:lnTo>
                    <a:pt x="613334" y="102658"/>
                  </a:lnTo>
                  <a:lnTo>
                    <a:pt x="579124" y="72879"/>
                  </a:lnTo>
                  <a:lnTo>
                    <a:pt x="541819" y="47659"/>
                  </a:lnTo>
                  <a:lnTo>
                    <a:pt x="501764" y="27380"/>
                  </a:lnTo>
                  <a:lnTo>
                    <a:pt x="459305" y="12423"/>
                  </a:lnTo>
                  <a:lnTo>
                    <a:pt x="414786" y="3169"/>
                  </a:lnTo>
                  <a:lnTo>
                    <a:pt x="368553" y="0"/>
                  </a:lnTo>
                  <a:close/>
                </a:path>
              </a:pathLst>
            </a:custGeom>
            <a:solidFill>
              <a:srgbClr val="4472C4"/>
            </a:solidFill>
          </p:spPr>
          <p:txBody>
            <a:bodyPr wrap="square" lIns="0" tIns="0" rIns="0" bIns="0" rtlCol="0"/>
            <a:lstStyle/>
            <a:p/>
          </p:txBody>
        </p:sp>
        <p:sp>
          <p:nvSpPr>
            <p:cNvPr id="14" name="object 14"/>
            <p:cNvSpPr/>
            <p:nvPr/>
          </p:nvSpPr>
          <p:spPr>
            <a:xfrm>
              <a:off x="7714995" y="2296375"/>
              <a:ext cx="737235" cy="814069"/>
            </a:xfrm>
            <a:custGeom>
              <a:avLst/>
              <a:gdLst/>
              <a:ahLst/>
              <a:cxnLst/>
              <a:rect l="l" t="t" r="r" b="b"/>
              <a:pathLst>
                <a:path w="737234" h="814069">
                  <a:moveTo>
                    <a:pt x="0" y="0"/>
                  </a:moveTo>
                  <a:lnTo>
                    <a:pt x="368565" y="0"/>
                  </a:lnTo>
                  <a:lnTo>
                    <a:pt x="414797" y="3169"/>
                  </a:lnTo>
                  <a:lnTo>
                    <a:pt x="459316" y="12422"/>
                  </a:lnTo>
                  <a:lnTo>
                    <a:pt x="501775" y="27378"/>
                  </a:lnTo>
                  <a:lnTo>
                    <a:pt x="541830" y="47657"/>
                  </a:lnTo>
                  <a:lnTo>
                    <a:pt x="579135" y="72875"/>
                  </a:lnTo>
                  <a:lnTo>
                    <a:pt x="613344" y="102654"/>
                  </a:lnTo>
                  <a:lnTo>
                    <a:pt x="644113" y="136610"/>
                  </a:lnTo>
                  <a:lnTo>
                    <a:pt x="671096" y="174364"/>
                  </a:lnTo>
                  <a:lnTo>
                    <a:pt x="693948" y="215534"/>
                  </a:lnTo>
                  <a:lnTo>
                    <a:pt x="712322" y="259738"/>
                  </a:lnTo>
                  <a:lnTo>
                    <a:pt x="725875" y="306597"/>
                  </a:lnTo>
                  <a:lnTo>
                    <a:pt x="734259" y="355727"/>
                  </a:lnTo>
                  <a:lnTo>
                    <a:pt x="737131" y="406749"/>
                  </a:lnTo>
                  <a:lnTo>
                    <a:pt x="734259" y="457771"/>
                  </a:lnTo>
                  <a:lnTo>
                    <a:pt x="725875" y="506901"/>
                  </a:lnTo>
                  <a:lnTo>
                    <a:pt x="712322" y="553760"/>
                  </a:lnTo>
                  <a:lnTo>
                    <a:pt x="693948" y="597964"/>
                  </a:lnTo>
                  <a:lnTo>
                    <a:pt x="671096" y="639134"/>
                  </a:lnTo>
                  <a:lnTo>
                    <a:pt x="644113" y="676888"/>
                  </a:lnTo>
                  <a:lnTo>
                    <a:pt x="613344" y="710845"/>
                  </a:lnTo>
                  <a:lnTo>
                    <a:pt x="579135" y="740623"/>
                  </a:lnTo>
                  <a:lnTo>
                    <a:pt x="541830" y="765842"/>
                  </a:lnTo>
                  <a:lnTo>
                    <a:pt x="501775" y="786120"/>
                  </a:lnTo>
                  <a:lnTo>
                    <a:pt x="459316" y="801076"/>
                  </a:lnTo>
                  <a:lnTo>
                    <a:pt x="414797" y="810330"/>
                  </a:lnTo>
                  <a:lnTo>
                    <a:pt x="368565" y="813499"/>
                  </a:lnTo>
                  <a:lnTo>
                    <a:pt x="0" y="813499"/>
                  </a:lnTo>
                  <a:lnTo>
                    <a:pt x="0" y="0"/>
                  </a:lnTo>
                  <a:close/>
                </a:path>
              </a:pathLst>
            </a:custGeom>
            <a:ln w="12700">
              <a:solidFill>
                <a:srgbClr val="2F528F"/>
              </a:solidFill>
            </a:ln>
          </p:spPr>
          <p:txBody>
            <a:bodyPr wrap="square" lIns="0" tIns="0" rIns="0" bIns="0" rtlCol="0"/>
            <a:lstStyle/>
            <a:p/>
          </p:txBody>
        </p:sp>
      </p:grpSp>
      <p:sp>
        <p:nvSpPr>
          <p:cNvPr id="15" name="object 15"/>
          <p:cNvSpPr txBox="1"/>
          <p:nvPr/>
        </p:nvSpPr>
        <p:spPr>
          <a:xfrm>
            <a:off x="6946230" y="2081276"/>
            <a:ext cx="1335405" cy="763270"/>
          </a:xfrm>
          <a:prstGeom prst="rect">
            <a:avLst/>
          </a:prstGeom>
        </p:spPr>
        <p:txBody>
          <a:bodyPr vert="horz" wrap="square" lIns="0" tIns="106680" rIns="0" bIns="0" rtlCol="0">
            <a:spAutoFit/>
          </a:bodyPr>
          <a:lstStyle/>
          <a:p>
            <a:pPr marL="38100">
              <a:lnSpc>
                <a:spcPct val="100000"/>
              </a:lnSpc>
              <a:spcBef>
                <a:spcPts val="840"/>
              </a:spcBef>
              <a:tabLst>
                <a:tab pos="530225" algn="l"/>
              </a:tabLst>
            </a:pPr>
            <a:r>
              <a:rPr sz="1800" u="heavy" dirty="0">
                <a:uFill>
                  <a:solidFill>
                    <a:srgbClr val="4472C4"/>
                  </a:solidFill>
                </a:uFill>
                <a:latin typeface="Arial" panose="020B0604020202020204"/>
                <a:cs typeface="Arial" panose="020B0604020202020204"/>
              </a:rPr>
              <a:t>	</a:t>
            </a:r>
            <a:r>
              <a:rPr sz="1800" u="heavy" spc="-50" dirty="0">
                <a:uFill>
                  <a:solidFill>
                    <a:srgbClr val="4472C4"/>
                  </a:solidFill>
                </a:uFill>
                <a:latin typeface="Arial" panose="020B0604020202020204"/>
                <a:cs typeface="Arial" panose="020B0604020202020204"/>
              </a:rPr>
              <a:t>A</a:t>
            </a:r>
            <a:r>
              <a:rPr sz="1800" u="heavy" spc="500" dirty="0">
                <a:uFill>
                  <a:solidFill>
                    <a:srgbClr val="4472C4"/>
                  </a:solidFill>
                </a:uFill>
                <a:latin typeface="Arial" panose="020B0604020202020204"/>
                <a:cs typeface="Arial" panose="020B0604020202020204"/>
              </a:rPr>
              <a:t> </a:t>
            </a:r>
            <a:endParaRPr sz="1800">
              <a:latin typeface="Arial" panose="020B0604020202020204"/>
              <a:cs typeface="Arial" panose="020B0604020202020204"/>
            </a:endParaRPr>
          </a:p>
          <a:p>
            <a:pPr marL="38100">
              <a:lnSpc>
                <a:spcPct val="100000"/>
              </a:lnSpc>
              <a:spcBef>
                <a:spcPts val="745"/>
              </a:spcBef>
              <a:tabLst>
                <a:tab pos="530225" algn="l"/>
              </a:tabLst>
            </a:pPr>
            <a:r>
              <a:rPr sz="2700" u="heavy" baseline="-34000" dirty="0">
                <a:uFill>
                  <a:solidFill>
                    <a:srgbClr val="4472C4"/>
                  </a:solidFill>
                </a:uFill>
                <a:latin typeface="Arial" panose="020B0604020202020204"/>
                <a:cs typeface="Arial" panose="020B0604020202020204"/>
              </a:rPr>
              <a:t>	B</a:t>
            </a:r>
            <a:r>
              <a:rPr sz="2700" u="heavy" spc="262" baseline="-34000" dirty="0">
                <a:uFill>
                  <a:solidFill>
                    <a:srgbClr val="4472C4"/>
                  </a:solidFill>
                </a:uFill>
                <a:latin typeface="Arial" panose="020B0604020202020204"/>
                <a:cs typeface="Arial" panose="020B0604020202020204"/>
              </a:rPr>
              <a:t> </a:t>
            </a:r>
            <a:r>
              <a:rPr sz="2700" spc="442" baseline="-34000" dirty="0">
                <a:latin typeface="Arial" panose="020B0604020202020204"/>
                <a:cs typeface="Arial" panose="020B0604020202020204"/>
              </a:rPr>
              <a:t> </a:t>
            </a:r>
            <a:r>
              <a:rPr sz="1600" spc="-25" dirty="0">
                <a:solidFill>
                  <a:srgbClr val="FFFFFF"/>
                </a:solidFill>
                <a:latin typeface="Arial" panose="020B0604020202020204"/>
                <a:cs typeface="Arial" panose="020B0604020202020204"/>
              </a:rPr>
              <a:t>AND</a:t>
            </a:r>
            <a:endParaRPr sz="1600">
              <a:latin typeface="Arial" panose="020B0604020202020204"/>
              <a:cs typeface="Arial" panose="020B0604020202020204"/>
            </a:endParaRPr>
          </a:p>
        </p:txBody>
      </p:sp>
      <p:sp>
        <p:nvSpPr>
          <p:cNvPr id="16" name="object 16"/>
          <p:cNvSpPr txBox="1"/>
          <p:nvPr/>
        </p:nvSpPr>
        <p:spPr>
          <a:xfrm>
            <a:off x="8439420" y="2413508"/>
            <a:ext cx="756285" cy="299720"/>
          </a:xfrm>
          <a:prstGeom prst="rect">
            <a:avLst/>
          </a:prstGeom>
        </p:spPr>
        <p:txBody>
          <a:bodyPr vert="horz" wrap="square" lIns="0" tIns="12700" rIns="0" bIns="0" rtlCol="0">
            <a:spAutoFit/>
          </a:bodyPr>
          <a:lstStyle/>
          <a:p>
            <a:pPr marL="12700">
              <a:lnSpc>
                <a:spcPct val="100000"/>
              </a:lnSpc>
              <a:spcBef>
                <a:spcPts val="100"/>
              </a:spcBef>
              <a:tabLst>
                <a:tab pos="742950" algn="l"/>
              </a:tabLst>
            </a:pPr>
            <a:r>
              <a:rPr sz="1800" u="heavy" spc="484" dirty="0">
                <a:uFill>
                  <a:solidFill>
                    <a:srgbClr val="4472C4"/>
                  </a:solidFill>
                </a:uFill>
                <a:latin typeface="Arial" panose="020B0604020202020204"/>
                <a:cs typeface="Arial" panose="020B0604020202020204"/>
              </a:rPr>
              <a:t> </a:t>
            </a:r>
            <a:r>
              <a:rPr sz="1800" u="heavy" spc="-50" dirty="0">
                <a:uFill>
                  <a:solidFill>
                    <a:srgbClr val="4472C4"/>
                  </a:solidFill>
                </a:uFill>
                <a:latin typeface="Arial" panose="020B0604020202020204"/>
                <a:cs typeface="Arial" panose="020B0604020202020204"/>
              </a:rPr>
              <a:t>Y</a:t>
            </a:r>
            <a:r>
              <a:rPr sz="1800" u="heavy" dirty="0">
                <a:uFill>
                  <a:solidFill>
                    <a:srgbClr val="4472C4"/>
                  </a:solidFill>
                </a:uFill>
                <a:latin typeface="Arial" panose="020B0604020202020204"/>
                <a:cs typeface="Arial" panose="020B0604020202020204"/>
              </a:rPr>
              <a:t>	</a:t>
            </a:r>
            <a:endParaRPr sz="1800">
              <a:latin typeface="Arial" panose="020B0604020202020204"/>
              <a:cs typeface="Arial" panose="020B0604020202020204"/>
            </a:endParaRPr>
          </a:p>
        </p:txBody>
      </p:sp>
      <p:graphicFrame>
        <p:nvGraphicFramePr>
          <p:cNvPr id="17" name="object 17"/>
          <p:cNvGraphicFramePr>
            <a:graphicFrameLocks noGrp="1"/>
          </p:cNvGraphicFramePr>
          <p:nvPr/>
        </p:nvGraphicFramePr>
        <p:xfrm>
          <a:off x="9338068" y="1764029"/>
          <a:ext cx="2709545" cy="1483360"/>
        </p:xfrm>
        <a:graphic>
          <a:graphicData uri="http://schemas.openxmlformats.org/drawingml/2006/table">
            <a:tbl>
              <a:tblPr firstRow="1" bandRow="1">
                <a:tableStyleId>{2D5ABB26-0587-4C30-8999-92F81FD0307C}</a:tableStyleId>
              </a:tblPr>
              <a:tblGrid>
                <a:gridCol w="1310005"/>
                <a:gridCol w="1310005"/>
              </a:tblGrid>
              <a:tr h="370840">
                <a:tc gridSpan="2">
                  <a:txBody>
                    <a:bodyPr/>
                    <a:lstStyle/>
                    <a:p>
                      <a:pPr marL="91440">
                        <a:lnSpc>
                          <a:spcPct val="100000"/>
                        </a:lnSpc>
                        <a:spcBef>
                          <a:spcPts val="365"/>
                        </a:spcBef>
                      </a:pPr>
                      <a:r>
                        <a:rPr sz="1800" b="1" spc="-20" dirty="0">
                          <a:solidFill>
                            <a:srgbClr val="FFFFFF"/>
                          </a:solidFill>
                          <a:latin typeface="Arial" panose="020B0604020202020204"/>
                          <a:cs typeface="Arial" panose="020B0604020202020204"/>
                        </a:rPr>
                        <a:t>AND</a:t>
                      </a:r>
                      <a:r>
                        <a:rPr sz="1750" b="1" spc="60" dirty="0">
                          <a:solidFill>
                            <a:srgbClr val="FFFFFF"/>
                          </a:solidFill>
                          <a:latin typeface="Microsoft JhengHei" panose="020B0604030504040204" charset="-120"/>
                          <a:cs typeface="Microsoft JhengHei" panose="020B0604030504040204" charset="-120"/>
                        </a:rPr>
                        <a:t>门固定故障的类型</a:t>
                      </a:r>
                      <a:endParaRPr sz="1750">
                        <a:latin typeface="Microsoft JhengHei" panose="020B0604030504040204" charset="-120"/>
                        <a:cs typeface="Microsoft JhengHei" panose="020B0604030504040204" charset="-120"/>
                      </a:endParaRPr>
                    </a:p>
                  </a:txBody>
                  <a:tcPr marL="0" marR="0" marT="4635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2C4"/>
                    </a:solidFill>
                  </a:tcPr>
                </a:tc>
                <a:tc hMerge="1">
                  <a:tcPr marL="0" marR="0" marT="0" marB="0"/>
                </a:tc>
              </a:tr>
              <a:tr h="370840">
                <a:tc>
                  <a:txBody>
                    <a:bodyPr/>
                    <a:lstStyle/>
                    <a:p>
                      <a:pPr marL="91440">
                        <a:lnSpc>
                          <a:spcPct val="100000"/>
                        </a:lnSpc>
                        <a:spcBef>
                          <a:spcPts val="345"/>
                        </a:spcBef>
                      </a:pPr>
                      <a:r>
                        <a:rPr sz="1800" dirty="0">
                          <a:latin typeface="Arial" panose="020B0604020202020204"/>
                          <a:cs typeface="Arial" panose="020B0604020202020204"/>
                        </a:rPr>
                        <a:t>A</a:t>
                      </a:r>
                      <a:r>
                        <a:rPr sz="1800" spc="-105" dirty="0">
                          <a:latin typeface="Arial" panose="020B0604020202020204"/>
                          <a:cs typeface="Arial" panose="020B0604020202020204"/>
                        </a:rPr>
                        <a:t> </a:t>
                      </a:r>
                      <a:r>
                        <a:rPr sz="1800" dirty="0">
                          <a:latin typeface="宋体" panose="02010600030101010101" pitchFamily="2" charset="-122"/>
                          <a:cs typeface="宋体" panose="02010600030101010101" pitchFamily="2" charset="-122"/>
                        </a:rPr>
                        <a:t>固定为</a:t>
                      </a:r>
                      <a:r>
                        <a:rPr sz="1800" spc="-50" dirty="0">
                          <a:latin typeface="Arial" panose="020B0604020202020204"/>
                          <a:cs typeface="Arial" panose="020B0604020202020204"/>
                        </a:rPr>
                        <a:t>0</a:t>
                      </a:r>
                      <a:endParaRPr sz="1800">
                        <a:latin typeface="Arial" panose="020B0604020202020204"/>
                        <a:cs typeface="Arial" panose="020B0604020202020204"/>
                      </a:endParaRPr>
                    </a:p>
                  </a:txBody>
                  <a:tcPr marL="0" marR="0" marT="438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5EA"/>
                    </a:solidFill>
                  </a:tcPr>
                </a:tc>
                <a:tc>
                  <a:txBody>
                    <a:bodyPr/>
                    <a:lstStyle/>
                    <a:p>
                      <a:pPr marL="90805">
                        <a:lnSpc>
                          <a:spcPct val="100000"/>
                        </a:lnSpc>
                        <a:spcBef>
                          <a:spcPts val="345"/>
                        </a:spcBef>
                      </a:pPr>
                      <a:r>
                        <a:rPr sz="1800" dirty="0">
                          <a:latin typeface="Arial" panose="020B0604020202020204"/>
                          <a:cs typeface="Arial" panose="020B0604020202020204"/>
                        </a:rPr>
                        <a:t>A</a:t>
                      </a:r>
                      <a:r>
                        <a:rPr sz="1800" spc="-105" dirty="0">
                          <a:latin typeface="Arial" panose="020B0604020202020204"/>
                          <a:cs typeface="Arial" panose="020B0604020202020204"/>
                        </a:rPr>
                        <a:t> </a:t>
                      </a:r>
                      <a:r>
                        <a:rPr sz="1800" dirty="0">
                          <a:latin typeface="宋体" panose="02010600030101010101" pitchFamily="2" charset="-122"/>
                          <a:cs typeface="宋体" panose="02010600030101010101" pitchFamily="2" charset="-122"/>
                        </a:rPr>
                        <a:t>固定为</a:t>
                      </a:r>
                      <a:r>
                        <a:rPr sz="1800" spc="-50" dirty="0">
                          <a:latin typeface="Arial" panose="020B0604020202020204"/>
                          <a:cs typeface="Arial" panose="020B0604020202020204"/>
                        </a:rPr>
                        <a:t>1</a:t>
                      </a:r>
                      <a:endParaRPr sz="1800">
                        <a:latin typeface="Arial" panose="020B0604020202020204"/>
                        <a:cs typeface="Arial" panose="020B0604020202020204"/>
                      </a:endParaRPr>
                    </a:p>
                  </a:txBody>
                  <a:tcPr marL="0" marR="0" marT="4381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5EA"/>
                    </a:solidFill>
                  </a:tcPr>
                </a:tc>
              </a:tr>
              <a:tr h="370840">
                <a:tc>
                  <a:txBody>
                    <a:bodyPr/>
                    <a:lstStyle/>
                    <a:p>
                      <a:pPr marL="91440">
                        <a:lnSpc>
                          <a:spcPct val="100000"/>
                        </a:lnSpc>
                        <a:spcBef>
                          <a:spcPts val="355"/>
                        </a:spcBef>
                      </a:pPr>
                      <a:r>
                        <a:rPr sz="1800" dirty="0">
                          <a:latin typeface="Arial" panose="020B0604020202020204"/>
                          <a:cs typeface="Arial" panose="020B0604020202020204"/>
                        </a:rPr>
                        <a:t>B</a:t>
                      </a:r>
                      <a:r>
                        <a:rPr sz="1800" spc="-5" dirty="0">
                          <a:latin typeface="Arial" panose="020B0604020202020204"/>
                          <a:cs typeface="Arial" panose="020B0604020202020204"/>
                        </a:rPr>
                        <a:t> </a:t>
                      </a:r>
                      <a:r>
                        <a:rPr sz="1800" dirty="0">
                          <a:latin typeface="宋体" panose="02010600030101010101" pitchFamily="2" charset="-122"/>
                          <a:cs typeface="宋体" panose="02010600030101010101" pitchFamily="2" charset="-122"/>
                        </a:rPr>
                        <a:t>固定为</a:t>
                      </a:r>
                      <a:r>
                        <a:rPr sz="1800" spc="-50" dirty="0">
                          <a:latin typeface="Arial" panose="020B0604020202020204"/>
                          <a:cs typeface="Arial" panose="020B0604020202020204"/>
                        </a:rPr>
                        <a:t>0</a:t>
                      </a:r>
                      <a:endParaRPr sz="1800">
                        <a:latin typeface="Arial" panose="020B0604020202020204"/>
                        <a:cs typeface="Arial" panose="020B0604020202020204"/>
                      </a:endParaRPr>
                    </a:p>
                  </a:txBody>
                  <a:tcPr marL="0" marR="0" marT="450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90805">
                        <a:lnSpc>
                          <a:spcPct val="100000"/>
                        </a:lnSpc>
                        <a:spcBef>
                          <a:spcPts val="355"/>
                        </a:spcBef>
                      </a:pPr>
                      <a:r>
                        <a:rPr sz="1800" dirty="0">
                          <a:latin typeface="Arial" panose="020B0604020202020204"/>
                          <a:cs typeface="Arial" panose="020B0604020202020204"/>
                        </a:rPr>
                        <a:t>B</a:t>
                      </a:r>
                      <a:r>
                        <a:rPr sz="1800" spc="-5" dirty="0">
                          <a:latin typeface="Arial" panose="020B0604020202020204"/>
                          <a:cs typeface="Arial" panose="020B0604020202020204"/>
                        </a:rPr>
                        <a:t> </a:t>
                      </a:r>
                      <a:r>
                        <a:rPr sz="1800" dirty="0">
                          <a:latin typeface="宋体" panose="02010600030101010101" pitchFamily="2" charset="-122"/>
                          <a:cs typeface="宋体" panose="02010600030101010101" pitchFamily="2" charset="-122"/>
                        </a:rPr>
                        <a:t>固定为</a:t>
                      </a:r>
                      <a:r>
                        <a:rPr sz="1800" spc="-50" dirty="0">
                          <a:latin typeface="Arial" panose="020B0604020202020204"/>
                          <a:cs typeface="Arial" panose="020B0604020202020204"/>
                        </a:rPr>
                        <a:t>1</a:t>
                      </a:r>
                      <a:endParaRPr sz="1800">
                        <a:latin typeface="Arial" panose="020B0604020202020204"/>
                        <a:cs typeface="Arial" panose="020B0604020202020204"/>
                      </a:endParaRPr>
                    </a:p>
                  </a:txBody>
                  <a:tcPr marL="0" marR="0" marT="4508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r>
              <a:tr h="370840">
                <a:tc>
                  <a:txBody>
                    <a:bodyPr/>
                    <a:lstStyle/>
                    <a:p>
                      <a:pPr marL="91440">
                        <a:lnSpc>
                          <a:spcPct val="100000"/>
                        </a:lnSpc>
                        <a:spcBef>
                          <a:spcPts val="360"/>
                        </a:spcBef>
                      </a:pPr>
                      <a:r>
                        <a:rPr sz="1800" dirty="0">
                          <a:latin typeface="Arial" panose="020B0604020202020204"/>
                          <a:cs typeface="Arial" panose="020B0604020202020204"/>
                        </a:rPr>
                        <a:t>Y</a:t>
                      </a:r>
                      <a:r>
                        <a:rPr sz="1800" spc="-35" dirty="0">
                          <a:latin typeface="Arial" panose="020B0604020202020204"/>
                          <a:cs typeface="Arial" panose="020B0604020202020204"/>
                        </a:rPr>
                        <a:t> </a:t>
                      </a:r>
                      <a:r>
                        <a:rPr sz="1800" dirty="0">
                          <a:latin typeface="宋体" panose="02010600030101010101" pitchFamily="2" charset="-122"/>
                          <a:cs typeface="宋体" panose="02010600030101010101" pitchFamily="2" charset="-122"/>
                        </a:rPr>
                        <a:t>固定为</a:t>
                      </a:r>
                      <a:r>
                        <a:rPr sz="1800" spc="-50" dirty="0">
                          <a:latin typeface="Arial" panose="020B0604020202020204"/>
                          <a:cs typeface="Arial" panose="020B0604020202020204"/>
                        </a:rPr>
                        <a:t>0</a:t>
                      </a:r>
                      <a:endParaRPr sz="1800">
                        <a:latin typeface="Arial" panose="020B0604020202020204"/>
                        <a:cs typeface="Arial" panose="020B0604020202020204"/>
                      </a:endParaRPr>
                    </a:p>
                  </a:txBody>
                  <a:tcPr marL="0" marR="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marL="90805">
                        <a:lnSpc>
                          <a:spcPct val="100000"/>
                        </a:lnSpc>
                        <a:spcBef>
                          <a:spcPts val="360"/>
                        </a:spcBef>
                      </a:pPr>
                      <a:r>
                        <a:rPr sz="1800" dirty="0">
                          <a:latin typeface="Arial" panose="020B0604020202020204"/>
                          <a:cs typeface="Arial" panose="020B0604020202020204"/>
                        </a:rPr>
                        <a:t>Y</a:t>
                      </a:r>
                      <a:r>
                        <a:rPr sz="1800" spc="-35" dirty="0">
                          <a:latin typeface="Arial" panose="020B0604020202020204"/>
                          <a:cs typeface="Arial" panose="020B0604020202020204"/>
                        </a:rPr>
                        <a:t> </a:t>
                      </a:r>
                      <a:r>
                        <a:rPr sz="1800" dirty="0">
                          <a:latin typeface="宋体" panose="02010600030101010101" pitchFamily="2" charset="-122"/>
                          <a:cs typeface="宋体" panose="02010600030101010101" pitchFamily="2" charset="-122"/>
                        </a:rPr>
                        <a:t>固定为</a:t>
                      </a:r>
                      <a:r>
                        <a:rPr sz="1800" spc="-50" dirty="0">
                          <a:latin typeface="Arial" panose="020B0604020202020204"/>
                          <a:cs typeface="Arial" panose="020B0604020202020204"/>
                        </a:rPr>
                        <a:t>1</a:t>
                      </a:r>
                      <a:endParaRPr sz="1800">
                        <a:latin typeface="Arial" panose="020B0604020202020204"/>
                        <a:cs typeface="Arial" panose="020B0604020202020204"/>
                      </a:endParaRPr>
                    </a:p>
                  </a:txBody>
                  <a:tcPr marL="0" marR="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r>
            </a:tbl>
          </a:graphicData>
        </a:graphic>
      </p:graphicFrame>
      <p:sp>
        <p:nvSpPr>
          <p:cNvPr id="18" name="object 18"/>
          <p:cNvSpPr txBox="1"/>
          <p:nvPr/>
        </p:nvSpPr>
        <p:spPr>
          <a:xfrm>
            <a:off x="9639096" y="4648707"/>
            <a:ext cx="452755" cy="269240"/>
          </a:xfrm>
          <a:prstGeom prst="rect">
            <a:avLst/>
          </a:prstGeom>
        </p:spPr>
        <p:txBody>
          <a:bodyPr vert="horz" wrap="square" lIns="0" tIns="12700" rIns="0" bIns="0" rtlCol="0">
            <a:spAutoFit/>
          </a:bodyPr>
          <a:lstStyle/>
          <a:p>
            <a:pPr marL="12700">
              <a:lnSpc>
                <a:spcPct val="100000"/>
              </a:lnSpc>
              <a:spcBef>
                <a:spcPts val="100"/>
              </a:spcBef>
            </a:pPr>
            <a:r>
              <a:rPr sz="1600" spc="-25" dirty="0">
                <a:solidFill>
                  <a:srgbClr val="FFFFFF"/>
                </a:solidFill>
                <a:latin typeface="Arial" panose="020B0604020202020204"/>
                <a:cs typeface="Arial" panose="020B0604020202020204"/>
              </a:rPr>
              <a:t>AND</a:t>
            </a:r>
            <a:endParaRPr sz="1600">
              <a:latin typeface="Arial" panose="020B0604020202020204"/>
              <a:cs typeface="Arial" panose="020B0604020202020204"/>
            </a:endParaRPr>
          </a:p>
        </p:txBody>
      </p:sp>
      <p:grpSp>
        <p:nvGrpSpPr>
          <p:cNvPr id="19" name="object 19"/>
          <p:cNvGrpSpPr/>
          <p:nvPr/>
        </p:nvGrpSpPr>
        <p:grpSpPr>
          <a:xfrm>
            <a:off x="7723479" y="3803205"/>
            <a:ext cx="749935" cy="826769"/>
            <a:chOff x="7723479" y="3803205"/>
            <a:chExt cx="749935" cy="826769"/>
          </a:xfrm>
        </p:grpSpPr>
        <p:sp>
          <p:nvSpPr>
            <p:cNvPr id="20" name="object 20"/>
            <p:cNvSpPr/>
            <p:nvPr/>
          </p:nvSpPr>
          <p:spPr>
            <a:xfrm>
              <a:off x="7729829" y="3809555"/>
              <a:ext cx="737235" cy="814069"/>
            </a:xfrm>
            <a:custGeom>
              <a:avLst/>
              <a:gdLst/>
              <a:ahLst/>
              <a:cxnLst/>
              <a:rect l="l" t="t" r="r" b="b"/>
              <a:pathLst>
                <a:path w="737234" h="814070">
                  <a:moveTo>
                    <a:pt x="368566" y="0"/>
                  </a:moveTo>
                  <a:lnTo>
                    <a:pt x="0" y="0"/>
                  </a:lnTo>
                  <a:lnTo>
                    <a:pt x="0" y="813498"/>
                  </a:lnTo>
                  <a:lnTo>
                    <a:pt x="368566" y="813498"/>
                  </a:lnTo>
                  <a:lnTo>
                    <a:pt x="414799" y="810329"/>
                  </a:lnTo>
                  <a:lnTo>
                    <a:pt x="459318" y="801076"/>
                  </a:lnTo>
                  <a:lnTo>
                    <a:pt x="501777" y="786119"/>
                  </a:lnTo>
                  <a:lnTo>
                    <a:pt x="541832" y="765841"/>
                  </a:lnTo>
                  <a:lnTo>
                    <a:pt x="579137" y="740622"/>
                  </a:lnTo>
                  <a:lnTo>
                    <a:pt x="613347" y="710844"/>
                  </a:lnTo>
                  <a:lnTo>
                    <a:pt x="644116" y="676887"/>
                  </a:lnTo>
                  <a:lnTo>
                    <a:pt x="671099" y="639133"/>
                  </a:lnTo>
                  <a:lnTo>
                    <a:pt x="693950" y="597963"/>
                  </a:lnTo>
                  <a:lnTo>
                    <a:pt x="712324" y="553757"/>
                  </a:lnTo>
                  <a:lnTo>
                    <a:pt x="725877" y="506898"/>
                  </a:lnTo>
                  <a:lnTo>
                    <a:pt x="734261" y="457766"/>
                  </a:lnTo>
                  <a:lnTo>
                    <a:pt x="737133" y="406742"/>
                  </a:lnTo>
                  <a:lnTo>
                    <a:pt x="734261" y="355721"/>
                  </a:lnTo>
                  <a:lnTo>
                    <a:pt x="725877" y="306592"/>
                  </a:lnTo>
                  <a:lnTo>
                    <a:pt x="712324" y="259734"/>
                  </a:lnTo>
                  <a:lnTo>
                    <a:pt x="693950" y="215531"/>
                  </a:lnTo>
                  <a:lnTo>
                    <a:pt x="671099" y="174362"/>
                  </a:lnTo>
                  <a:lnTo>
                    <a:pt x="644116" y="136608"/>
                  </a:lnTo>
                  <a:lnTo>
                    <a:pt x="613347" y="102652"/>
                  </a:lnTo>
                  <a:lnTo>
                    <a:pt x="579137" y="72874"/>
                  </a:lnTo>
                  <a:lnTo>
                    <a:pt x="541832" y="47656"/>
                  </a:lnTo>
                  <a:lnTo>
                    <a:pt x="501777" y="27378"/>
                  </a:lnTo>
                  <a:lnTo>
                    <a:pt x="459318" y="12422"/>
                  </a:lnTo>
                  <a:lnTo>
                    <a:pt x="414799" y="3169"/>
                  </a:lnTo>
                  <a:lnTo>
                    <a:pt x="368566" y="0"/>
                  </a:lnTo>
                  <a:close/>
                </a:path>
              </a:pathLst>
            </a:custGeom>
            <a:solidFill>
              <a:srgbClr val="4472C4"/>
            </a:solidFill>
          </p:spPr>
          <p:txBody>
            <a:bodyPr wrap="square" lIns="0" tIns="0" rIns="0" bIns="0" rtlCol="0"/>
            <a:lstStyle/>
            <a:p/>
          </p:txBody>
        </p:sp>
        <p:sp>
          <p:nvSpPr>
            <p:cNvPr id="21" name="object 21"/>
            <p:cNvSpPr/>
            <p:nvPr/>
          </p:nvSpPr>
          <p:spPr>
            <a:xfrm>
              <a:off x="7729829" y="3809555"/>
              <a:ext cx="737235" cy="814069"/>
            </a:xfrm>
            <a:custGeom>
              <a:avLst/>
              <a:gdLst/>
              <a:ahLst/>
              <a:cxnLst/>
              <a:rect l="l" t="t" r="r" b="b"/>
              <a:pathLst>
                <a:path w="737234" h="814070">
                  <a:moveTo>
                    <a:pt x="0" y="0"/>
                  </a:moveTo>
                  <a:lnTo>
                    <a:pt x="368565" y="0"/>
                  </a:lnTo>
                  <a:lnTo>
                    <a:pt x="414797" y="3169"/>
                  </a:lnTo>
                  <a:lnTo>
                    <a:pt x="459316" y="12422"/>
                  </a:lnTo>
                  <a:lnTo>
                    <a:pt x="501775" y="27378"/>
                  </a:lnTo>
                  <a:lnTo>
                    <a:pt x="541830" y="47657"/>
                  </a:lnTo>
                  <a:lnTo>
                    <a:pt x="579135" y="72875"/>
                  </a:lnTo>
                  <a:lnTo>
                    <a:pt x="613344" y="102654"/>
                  </a:lnTo>
                  <a:lnTo>
                    <a:pt x="644113" y="136610"/>
                  </a:lnTo>
                  <a:lnTo>
                    <a:pt x="671096" y="174364"/>
                  </a:lnTo>
                  <a:lnTo>
                    <a:pt x="693948" y="215534"/>
                  </a:lnTo>
                  <a:lnTo>
                    <a:pt x="712322" y="259738"/>
                  </a:lnTo>
                  <a:lnTo>
                    <a:pt x="725875" y="306597"/>
                  </a:lnTo>
                  <a:lnTo>
                    <a:pt x="734259" y="355727"/>
                  </a:lnTo>
                  <a:lnTo>
                    <a:pt x="737131" y="406749"/>
                  </a:lnTo>
                  <a:lnTo>
                    <a:pt x="734259" y="457771"/>
                  </a:lnTo>
                  <a:lnTo>
                    <a:pt x="725875" y="506901"/>
                  </a:lnTo>
                  <a:lnTo>
                    <a:pt x="712322" y="553760"/>
                  </a:lnTo>
                  <a:lnTo>
                    <a:pt x="693948" y="597964"/>
                  </a:lnTo>
                  <a:lnTo>
                    <a:pt x="671096" y="639134"/>
                  </a:lnTo>
                  <a:lnTo>
                    <a:pt x="644113" y="676888"/>
                  </a:lnTo>
                  <a:lnTo>
                    <a:pt x="613344" y="710845"/>
                  </a:lnTo>
                  <a:lnTo>
                    <a:pt x="579135" y="740623"/>
                  </a:lnTo>
                  <a:lnTo>
                    <a:pt x="541830" y="765842"/>
                  </a:lnTo>
                  <a:lnTo>
                    <a:pt x="501775" y="786120"/>
                  </a:lnTo>
                  <a:lnTo>
                    <a:pt x="459316" y="801076"/>
                  </a:lnTo>
                  <a:lnTo>
                    <a:pt x="414797" y="810330"/>
                  </a:lnTo>
                  <a:lnTo>
                    <a:pt x="368565" y="813499"/>
                  </a:lnTo>
                  <a:lnTo>
                    <a:pt x="0" y="813499"/>
                  </a:lnTo>
                  <a:lnTo>
                    <a:pt x="0" y="0"/>
                  </a:lnTo>
                  <a:close/>
                </a:path>
              </a:pathLst>
            </a:custGeom>
            <a:ln w="12700">
              <a:solidFill>
                <a:srgbClr val="2F528F"/>
              </a:solidFill>
            </a:ln>
          </p:spPr>
          <p:txBody>
            <a:bodyPr wrap="square" lIns="0" tIns="0" rIns="0" bIns="0" rtlCol="0"/>
            <a:lstStyle/>
            <a:p/>
          </p:txBody>
        </p:sp>
      </p:grpSp>
      <p:sp>
        <p:nvSpPr>
          <p:cNvPr id="22" name="object 22"/>
          <p:cNvSpPr txBox="1"/>
          <p:nvPr/>
        </p:nvSpPr>
        <p:spPr>
          <a:xfrm>
            <a:off x="7818208" y="4081779"/>
            <a:ext cx="452755" cy="269240"/>
          </a:xfrm>
          <a:prstGeom prst="rect">
            <a:avLst/>
          </a:prstGeom>
        </p:spPr>
        <p:txBody>
          <a:bodyPr vert="horz" wrap="square" lIns="0" tIns="12700" rIns="0" bIns="0" rtlCol="0">
            <a:spAutoFit/>
          </a:bodyPr>
          <a:lstStyle/>
          <a:p>
            <a:pPr marL="12700">
              <a:lnSpc>
                <a:spcPct val="100000"/>
              </a:lnSpc>
              <a:spcBef>
                <a:spcPts val="100"/>
              </a:spcBef>
            </a:pPr>
            <a:r>
              <a:rPr sz="1600" spc="-25" dirty="0">
                <a:solidFill>
                  <a:srgbClr val="FFFFFF"/>
                </a:solidFill>
                <a:latin typeface="Arial" panose="020B0604020202020204"/>
                <a:cs typeface="Arial" panose="020B0604020202020204"/>
              </a:rPr>
              <a:t>AND</a:t>
            </a:r>
            <a:endParaRPr sz="1600">
              <a:latin typeface="Arial" panose="020B0604020202020204"/>
              <a:cs typeface="Arial" panose="020B0604020202020204"/>
            </a:endParaRPr>
          </a:p>
        </p:txBody>
      </p:sp>
      <p:grpSp>
        <p:nvGrpSpPr>
          <p:cNvPr id="23" name="object 23"/>
          <p:cNvGrpSpPr/>
          <p:nvPr/>
        </p:nvGrpSpPr>
        <p:grpSpPr>
          <a:xfrm>
            <a:off x="7354600" y="4031069"/>
            <a:ext cx="2343785" cy="1639570"/>
            <a:chOff x="7354600" y="4031069"/>
            <a:chExt cx="2343785" cy="1639570"/>
          </a:xfrm>
        </p:grpSpPr>
        <p:sp>
          <p:nvSpPr>
            <p:cNvPr id="24" name="object 24"/>
            <p:cNvSpPr/>
            <p:nvPr/>
          </p:nvSpPr>
          <p:spPr>
            <a:xfrm>
              <a:off x="7729829" y="4992890"/>
              <a:ext cx="730250" cy="671195"/>
            </a:xfrm>
            <a:custGeom>
              <a:avLst/>
              <a:gdLst/>
              <a:ahLst/>
              <a:cxnLst/>
              <a:rect l="l" t="t" r="r" b="b"/>
              <a:pathLst>
                <a:path w="730250" h="671195">
                  <a:moveTo>
                    <a:pt x="608291" y="0"/>
                  </a:moveTo>
                  <a:lnTo>
                    <a:pt x="0" y="0"/>
                  </a:lnTo>
                  <a:lnTo>
                    <a:pt x="24520" y="6817"/>
                  </a:lnTo>
                  <a:lnTo>
                    <a:pt x="47358" y="26368"/>
                  </a:lnTo>
                  <a:lnTo>
                    <a:pt x="86031" y="98280"/>
                  </a:lnTo>
                  <a:lnTo>
                    <a:pt x="100887" y="147941"/>
                  </a:lnTo>
                  <a:lnTo>
                    <a:pt x="112105" y="204941"/>
                  </a:lnTo>
                  <a:lnTo>
                    <a:pt x="119194" y="267930"/>
                  </a:lnTo>
                  <a:lnTo>
                    <a:pt x="121665" y="335559"/>
                  </a:lnTo>
                  <a:lnTo>
                    <a:pt x="119194" y="403184"/>
                  </a:lnTo>
                  <a:lnTo>
                    <a:pt x="112105" y="466170"/>
                  </a:lnTo>
                  <a:lnTo>
                    <a:pt x="100887" y="523169"/>
                  </a:lnTo>
                  <a:lnTo>
                    <a:pt x="86031" y="572830"/>
                  </a:lnTo>
                  <a:lnTo>
                    <a:pt x="68025" y="613804"/>
                  </a:lnTo>
                  <a:lnTo>
                    <a:pt x="24520" y="664295"/>
                  </a:lnTo>
                  <a:lnTo>
                    <a:pt x="0" y="671112"/>
                  </a:lnTo>
                  <a:lnTo>
                    <a:pt x="608291" y="671112"/>
                  </a:lnTo>
                  <a:lnTo>
                    <a:pt x="655643" y="644742"/>
                  </a:lnTo>
                  <a:lnTo>
                    <a:pt x="694312" y="572830"/>
                  </a:lnTo>
                  <a:lnTo>
                    <a:pt x="709167" y="523169"/>
                  </a:lnTo>
                  <a:lnTo>
                    <a:pt x="720384" y="466170"/>
                  </a:lnTo>
                  <a:lnTo>
                    <a:pt x="727473" y="403184"/>
                  </a:lnTo>
                  <a:lnTo>
                    <a:pt x="729945" y="335559"/>
                  </a:lnTo>
                  <a:lnTo>
                    <a:pt x="727473" y="267930"/>
                  </a:lnTo>
                  <a:lnTo>
                    <a:pt x="720384" y="204941"/>
                  </a:lnTo>
                  <a:lnTo>
                    <a:pt x="709167" y="147941"/>
                  </a:lnTo>
                  <a:lnTo>
                    <a:pt x="694312" y="98280"/>
                  </a:lnTo>
                  <a:lnTo>
                    <a:pt x="676307" y="57306"/>
                  </a:lnTo>
                  <a:lnTo>
                    <a:pt x="632808" y="6817"/>
                  </a:lnTo>
                  <a:lnTo>
                    <a:pt x="608291" y="0"/>
                  </a:lnTo>
                  <a:close/>
                </a:path>
              </a:pathLst>
            </a:custGeom>
            <a:solidFill>
              <a:srgbClr val="4472C4"/>
            </a:solidFill>
          </p:spPr>
          <p:txBody>
            <a:bodyPr wrap="square" lIns="0" tIns="0" rIns="0" bIns="0" rtlCol="0"/>
            <a:lstStyle/>
            <a:p/>
          </p:txBody>
        </p:sp>
        <p:sp>
          <p:nvSpPr>
            <p:cNvPr id="25" name="object 25"/>
            <p:cNvSpPr/>
            <p:nvPr/>
          </p:nvSpPr>
          <p:spPr>
            <a:xfrm>
              <a:off x="7729834" y="4992890"/>
              <a:ext cx="730250" cy="671195"/>
            </a:xfrm>
            <a:custGeom>
              <a:avLst/>
              <a:gdLst/>
              <a:ahLst/>
              <a:cxnLst/>
              <a:rect l="l" t="t" r="r" b="b"/>
              <a:pathLst>
                <a:path w="730250" h="671195">
                  <a:moveTo>
                    <a:pt x="608283" y="671112"/>
                  </a:moveTo>
                  <a:lnTo>
                    <a:pt x="0" y="671112"/>
                  </a:lnTo>
                  <a:lnTo>
                    <a:pt x="24518" y="664295"/>
                  </a:lnTo>
                  <a:lnTo>
                    <a:pt x="47354" y="644742"/>
                  </a:lnTo>
                  <a:lnTo>
                    <a:pt x="86024" y="572830"/>
                  </a:lnTo>
                  <a:lnTo>
                    <a:pt x="100879" y="523168"/>
                  </a:lnTo>
                  <a:lnTo>
                    <a:pt x="112096" y="466169"/>
                  </a:lnTo>
                  <a:lnTo>
                    <a:pt x="119185" y="403182"/>
                  </a:lnTo>
                  <a:lnTo>
                    <a:pt x="121657" y="335556"/>
                  </a:lnTo>
                  <a:lnTo>
                    <a:pt x="119185" y="267930"/>
                  </a:lnTo>
                  <a:lnTo>
                    <a:pt x="112096" y="204942"/>
                  </a:lnTo>
                  <a:lnTo>
                    <a:pt x="100879" y="147943"/>
                  </a:lnTo>
                  <a:lnTo>
                    <a:pt x="86024" y="98282"/>
                  </a:lnTo>
                  <a:lnTo>
                    <a:pt x="68019" y="57307"/>
                  </a:lnTo>
                  <a:lnTo>
                    <a:pt x="24518" y="6817"/>
                  </a:lnTo>
                  <a:lnTo>
                    <a:pt x="0" y="0"/>
                  </a:lnTo>
                  <a:lnTo>
                    <a:pt x="608283" y="0"/>
                  </a:lnTo>
                  <a:lnTo>
                    <a:pt x="655637" y="26369"/>
                  </a:lnTo>
                  <a:lnTo>
                    <a:pt x="694307" y="98282"/>
                  </a:lnTo>
                  <a:lnTo>
                    <a:pt x="709163" y="147943"/>
                  </a:lnTo>
                  <a:lnTo>
                    <a:pt x="720380" y="204942"/>
                  </a:lnTo>
                  <a:lnTo>
                    <a:pt x="727468" y="267930"/>
                  </a:lnTo>
                  <a:lnTo>
                    <a:pt x="729940" y="335556"/>
                  </a:lnTo>
                  <a:lnTo>
                    <a:pt x="727468" y="403182"/>
                  </a:lnTo>
                  <a:lnTo>
                    <a:pt x="720380" y="466169"/>
                  </a:lnTo>
                  <a:lnTo>
                    <a:pt x="709163" y="523168"/>
                  </a:lnTo>
                  <a:lnTo>
                    <a:pt x="694307" y="572830"/>
                  </a:lnTo>
                  <a:lnTo>
                    <a:pt x="676303" y="613804"/>
                  </a:lnTo>
                  <a:lnTo>
                    <a:pt x="632801" y="664295"/>
                  </a:lnTo>
                  <a:lnTo>
                    <a:pt x="608283" y="671112"/>
                  </a:lnTo>
                  <a:close/>
                </a:path>
              </a:pathLst>
            </a:custGeom>
            <a:ln w="12700">
              <a:solidFill>
                <a:srgbClr val="2F528F"/>
              </a:solidFill>
            </a:ln>
          </p:spPr>
          <p:txBody>
            <a:bodyPr wrap="square" lIns="0" tIns="0" rIns="0" bIns="0" rtlCol="0"/>
            <a:lstStyle/>
            <a:p/>
          </p:txBody>
        </p:sp>
        <p:sp>
          <p:nvSpPr>
            <p:cNvPr id="26" name="object 26"/>
            <p:cNvSpPr/>
            <p:nvPr/>
          </p:nvSpPr>
          <p:spPr>
            <a:xfrm>
              <a:off x="8466963" y="4224451"/>
              <a:ext cx="391795" cy="0"/>
            </a:xfrm>
            <a:custGeom>
              <a:avLst/>
              <a:gdLst/>
              <a:ahLst/>
              <a:cxnLst/>
              <a:rect l="l" t="t" r="r" b="b"/>
              <a:pathLst>
                <a:path w="391795">
                  <a:moveTo>
                    <a:pt x="391743" y="0"/>
                  </a:moveTo>
                  <a:lnTo>
                    <a:pt x="0" y="1"/>
                  </a:lnTo>
                </a:path>
              </a:pathLst>
            </a:custGeom>
            <a:ln w="19050">
              <a:solidFill>
                <a:srgbClr val="4472C4"/>
              </a:solidFill>
            </a:ln>
          </p:spPr>
          <p:txBody>
            <a:bodyPr wrap="square" lIns="0" tIns="0" rIns="0" bIns="0" rtlCol="0"/>
            <a:lstStyle/>
            <a:p/>
          </p:txBody>
        </p:sp>
        <p:sp>
          <p:nvSpPr>
            <p:cNvPr id="27" name="object 27"/>
            <p:cNvSpPr/>
            <p:nvPr/>
          </p:nvSpPr>
          <p:spPr>
            <a:xfrm>
              <a:off x="8466387" y="5316944"/>
              <a:ext cx="397510" cy="0"/>
            </a:xfrm>
            <a:custGeom>
              <a:avLst/>
              <a:gdLst/>
              <a:ahLst/>
              <a:cxnLst/>
              <a:rect l="l" t="t" r="r" b="b"/>
              <a:pathLst>
                <a:path w="397509">
                  <a:moveTo>
                    <a:pt x="397107" y="0"/>
                  </a:moveTo>
                  <a:lnTo>
                    <a:pt x="0" y="1"/>
                  </a:lnTo>
                </a:path>
              </a:pathLst>
            </a:custGeom>
            <a:ln w="19050">
              <a:solidFill>
                <a:srgbClr val="4472C4"/>
              </a:solidFill>
            </a:ln>
          </p:spPr>
          <p:txBody>
            <a:bodyPr wrap="square" lIns="0" tIns="0" rIns="0" bIns="0" rtlCol="0"/>
            <a:lstStyle/>
            <a:p/>
          </p:txBody>
        </p:sp>
        <p:sp>
          <p:nvSpPr>
            <p:cNvPr id="28" name="object 28"/>
            <p:cNvSpPr/>
            <p:nvPr/>
          </p:nvSpPr>
          <p:spPr>
            <a:xfrm>
              <a:off x="8858059" y="4214162"/>
              <a:ext cx="0" cy="324485"/>
            </a:xfrm>
            <a:custGeom>
              <a:avLst/>
              <a:gdLst/>
              <a:ahLst/>
              <a:cxnLst/>
              <a:rect l="l" t="t" r="r" b="b"/>
              <a:pathLst>
                <a:path h="324485">
                  <a:moveTo>
                    <a:pt x="0" y="324322"/>
                  </a:moveTo>
                  <a:lnTo>
                    <a:pt x="1" y="0"/>
                  </a:lnTo>
                </a:path>
              </a:pathLst>
            </a:custGeom>
            <a:ln w="19050">
              <a:solidFill>
                <a:srgbClr val="4472C4"/>
              </a:solidFill>
            </a:ln>
          </p:spPr>
          <p:txBody>
            <a:bodyPr wrap="square" lIns="0" tIns="0" rIns="0" bIns="0" rtlCol="0"/>
            <a:lstStyle/>
            <a:p/>
          </p:txBody>
        </p:sp>
        <p:sp>
          <p:nvSpPr>
            <p:cNvPr id="29" name="object 29"/>
            <p:cNvSpPr/>
            <p:nvPr/>
          </p:nvSpPr>
          <p:spPr>
            <a:xfrm>
              <a:off x="8858714" y="4538484"/>
              <a:ext cx="829944" cy="0"/>
            </a:xfrm>
            <a:custGeom>
              <a:avLst/>
              <a:gdLst/>
              <a:ahLst/>
              <a:cxnLst/>
              <a:rect l="l" t="t" r="r" b="b"/>
              <a:pathLst>
                <a:path w="829945">
                  <a:moveTo>
                    <a:pt x="829874" y="0"/>
                  </a:moveTo>
                  <a:lnTo>
                    <a:pt x="0" y="1"/>
                  </a:lnTo>
                </a:path>
              </a:pathLst>
            </a:custGeom>
            <a:ln w="19050">
              <a:solidFill>
                <a:srgbClr val="4472C4"/>
              </a:solidFill>
            </a:ln>
          </p:spPr>
          <p:txBody>
            <a:bodyPr wrap="square" lIns="0" tIns="0" rIns="0" bIns="0" rtlCol="0"/>
            <a:lstStyle/>
            <a:p/>
          </p:txBody>
        </p:sp>
        <p:sp>
          <p:nvSpPr>
            <p:cNvPr id="30" name="object 30"/>
            <p:cNvSpPr/>
            <p:nvPr/>
          </p:nvSpPr>
          <p:spPr>
            <a:xfrm>
              <a:off x="8858714" y="4992890"/>
              <a:ext cx="829944" cy="0"/>
            </a:xfrm>
            <a:custGeom>
              <a:avLst/>
              <a:gdLst/>
              <a:ahLst/>
              <a:cxnLst/>
              <a:rect l="l" t="t" r="r" b="b"/>
              <a:pathLst>
                <a:path w="829945">
                  <a:moveTo>
                    <a:pt x="829874" y="0"/>
                  </a:moveTo>
                  <a:lnTo>
                    <a:pt x="0" y="1"/>
                  </a:lnTo>
                </a:path>
              </a:pathLst>
            </a:custGeom>
            <a:ln w="19050">
              <a:solidFill>
                <a:srgbClr val="4472C4"/>
              </a:solidFill>
            </a:ln>
          </p:spPr>
          <p:txBody>
            <a:bodyPr wrap="square" lIns="0" tIns="0" rIns="0" bIns="0" rtlCol="0"/>
            <a:lstStyle/>
            <a:p/>
          </p:txBody>
        </p:sp>
        <p:sp>
          <p:nvSpPr>
            <p:cNvPr id="31" name="object 31"/>
            <p:cNvSpPr/>
            <p:nvPr/>
          </p:nvSpPr>
          <p:spPr>
            <a:xfrm>
              <a:off x="8858707" y="4985205"/>
              <a:ext cx="0" cy="324485"/>
            </a:xfrm>
            <a:custGeom>
              <a:avLst/>
              <a:gdLst/>
              <a:ahLst/>
              <a:cxnLst/>
              <a:rect l="l" t="t" r="r" b="b"/>
              <a:pathLst>
                <a:path h="324485">
                  <a:moveTo>
                    <a:pt x="0" y="324322"/>
                  </a:moveTo>
                  <a:lnTo>
                    <a:pt x="1" y="0"/>
                  </a:lnTo>
                </a:path>
              </a:pathLst>
            </a:custGeom>
            <a:ln w="19050">
              <a:solidFill>
                <a:srgbClr val="4472C4"/>
              </a:solidFill>
            </a:ln>
          </p:spPr>
          <p:txBody>
            <a:bodyPr wrap="square" lIns="0" tIns="0" rIns="0" bIns="0" rtlCol="0"/>
            <a:lstStyle/>
            <a:p/>
          </p:txBody>
        </p:sp>
        <p:sp>
          <p:nvSpPr>
            <p:cNvPr id="32" name="object 32"/>
            <p:cNvSpPr/>
            <p:nvPr/>
          </p:nvSpPr>
          <p:spPr>
            <a:xfrm>
              <a:off x="7369493" y="4040594"/>
              <a:ext cx="391795" cy="0"/>
            </a:xfrm>
            <a:custGeom>
              <a:avLst/>
              <a:gdLst/>
              <a:ahLst/>
              <a:cxnLst/>
              <a:rect l="l" t="t" r="r" b="b"/>
              <a:pathLst>
                <a:path w="391795">
                  <a:moveTo>
                    <a:pt x="391743" y="0"/>
                  </a:moveTo>
                  <a:lnTo>
                    <a:pt x="0" y="1"/>
                  </a:lnTo>
                </a:path>
              </a:pathLst>
            </a:custGeom>
            <a:ln w="19050">
              <a:solidFill>
                <a:srgbClr val="4472C4"/>
              </a:solidFill>
            </a:ln>
          </p:spPr>
          <p:txBody>
            <a:bodyPr wrap="square" lIns="0" tIns="0" rIns="0" bIns="0" rtlCol="0"/>
            <a:lstStyle/>
            <a:p/>
          </p:txBody>
        </p:sp>
        <p:sp>
          <p:nvSpPr>
            <p:cNvPr id="33" name="object 33"/>
            <p:cNvSpPr/>
            <p:nvPr/>
          </p:nvSpPr>
          <p:spPr>
            <a:xfrm>
              <a:off x="7368917" y="5133086"/>
              <a:ext cx="495934" cy="0"/>
            </a:xfrm>
            <a:custGeom>
              <a:avLst/>
              <a:gdLst/>
              <a:ahLst/>
              <a:cxnLst/>
              <a:rect l="l" t="t" r="r" b="b"/>
              <a:pathLst>
                <a:path w="495934">
                  <a:moveTo>
                    <a:pt x="495684" y="0"/>
                  </a:moveTo>
                  <a:lnTo>
                    <a:pt x="0" y="1"/>
                  </a:lnTo>
                </a:path>
              </a:pathLst>
            </a:custGeom>
            <a:ln w="19050">
              <a:solidFill>
                <a:srgbClr val="4472C4"/>
              </a:solidFill>
            </a:ln>
          </p:spPr>
          <p:txBody>
            <a:bodyPr wrap="square" lIns="0" tIns="0" rIns="0" bIns="0" rtlCol="0"/>
            <a:lstStyle/>
            <a:p/>
          </p:txBody>
        </p:sp>
        <p:sp>
          <p:nvSpPr>
            <p:cNvPr id="34" name="object 34"/>
            <p:cNvSpPr/>
            <p:nvPr/>
          </p:nvSpPr>
          <p:spPr>
            <a:xfrm>
              <a:off x="7364705" y="4461941"/>
              <a:ext cx="391795" cy="0"/>
            </a:xfrm>
            <a:custGeom>
              <a:avLst/>
              <a:gdLst/>
              <a:ahLst/>
              <a:cxnLst/>
              <a:rect l="l" t="t" r="r" b="b"/>
              <a:pathLst>
                <a:path w="391795">
                  <a:moveTo>
                    <a:pt x="391743" y="0"/>
                  </a:moveTo>
                  <a:lnTo>
                    <a:pt x="0" y="1"/>
                  </a:lnTo>
                </a:path>
              </a:pathLst>
            </a:custGeom>
            <a:ln w="19050">
              <a:solidFill>
                <a:srgbClr val="4472C4"/>
              </a:solidFill>
            </a:ln>
          </p:spPr>
          <p:txBody>
            <a:bodyPr wrap="square" lIns="0" tIns="0" rIns="0" bIns="0" rtlCol="0"/>
            <a:lstStyle/>
            <a:p/>
          </p:txBody>
        </p:sp>
        <p:sp>
          <p:nvSpPr>
            <p:cNvPr id="35" name="object 35"/>
            <p:cNvSpPr/>
            <p:nvPr/>
          </p:nvSpPr>
          <p:spPr>
            <a:xfrm>
              <a:off x="7364125" y="5554421"/>
              <a:ext cx="501015" cy="0"/>
            </a:xfrm>
            <a:custGeom>
              <a:avLst/>
              <a:gdLst/>
              <a:ahLst/>
              <a:cxnLst/>
              <a:rect l="l" t="t" r="r" b="b"/>
              <a:pathLst>
                <a:path w="501015">
                  <a:moveTo>
                    <a:pt x="500476" y="0"/>
                  </a:moveTo>
                  <a:lnTo>
                    <a:pt x="0" y="1"/>
                  </a:lnTo>
                </a:path>
              </a:pathLst>
            </a:custGeom>
            <a:ln w="19050">
              <a:solidFill>
                <a:srgbClr val="4472C4"/>
              </a:solidFill>
            </a:ln>
          </p:spPr>
          <p:txBody>
            <a:bodyPr wrap="square" lIns="0" tIns="0" rIns="0" bIns="0" rtlCol="0"/>
            <a:lstStyle/>
            <a:p/>
          </p:txBody>
        </p:sp>
      </p:grpSp>
      <p:sp>
        <p:nvSpPr>
          <p:cNvPr id="36" name="object 36"/>
          <p:cNvSpPr txBox="1"/>
          <p:nvPr/>
        </p:nvSpPr>
        <p:spPr>
          <a:xfrm>
            <a:off x="7092480" y="3782059"/>
            <a:ext cx="146050" cy="836294"/>
          </a:xfrm>
          <a:prstGeom prst="rect">
            <a:avLst/>
          </a:prstGeom>
        </p:spPr>
        <p:txBody>
          <a:bodyPr vert="horz" wrap="square" lIns="0" tIns="143510" rIns="0" bIns="0" rtlCol="0">
            <a:spAutoFit/>
          </a:bodyPr>
          <a:lstStyle/>
          <a:p>
            <a:pPr marL="5715">
              <a:lnSpc>
                <a:spcPct val="100000"/>
              </a:lnSpc>
              <a:spcBef>
                <a:spcPts val="1130"/>
              </a:spcBef>
            </a:pPr>
            <a:r>
              <a:rPr sz="1800" spc="-50" dirty="0">
                <a:latin typeface="Arial" panose="020B0604020202020204"/>
                <a:cs typeface="Arial" panose="020B0604020202020204"/>
              </a:rPr>
              <a:t>1</a:t>
            </a:r>
            <a:endParaRPr sz="1800">
              <a:latin typeface="Arial" panose="020B0604020202020204"/>
              <a:cs typeface="Arial" panose="020B0604020202020204"/>
            </a:endParaRPr>
          </a:p>
          <a:p>
            <a:pPr>
              <a:lnSpc>
                <a:spcPct val="100000"/>
              </a:lnSpc>
              <a:spcBef>
                <a:spcPts val="1030"/>
              </a:spcBef>
            </a:pPr>
            <a:r>
              <a:rPr sz="1800" spc="-50" dirty="0">
                <a:latin typeface="Arial" panose="020B0604020202020204"/>
                <a:cs typeface="Arial" panose="020B0604020202020204"/>
              </a:rPr>
              <a:t>1</a:t>
            </a:r>
            <a:endParaRPr sz="1800">
              <a:latin typeface="Arial" panose="020B0604020202020204"/>
              <a:cs typeface="Arial" panose="020B0604020202020204"/>
            </a:endParaRPr>
          </a:p>
        </p:txBody>
      </p:sp>
      <p:sp>
        <p:nvSpPr>
          <p:cNvPr id="37" name="object 37"/>
          <p:cNvSpPr txBox="1"/>
          <p:nvPr/>
        </p:nvSpPr>
        <p:spPr>
          <a:xfrm>
            <a:off x="7099300" y="4870196"/>
            <a:ext cx="142875" cy="817880"/>
          </a:xfrm>
          <a:prstGeom prst="rect">
            <a:avLst/>
          </a:prstGeom>
        </p:spPr>
        <p:txBody>
          <a:bodyPr vert="horz" wrap="square" lIns="0" tIns="134620" rIns="0" bIns="0" rtlCol="0">
            <a:spAutoFit/>
          </a:bodyPr>
          <a:lstStyle/>
          <a:p>
            <a:pPr marL="2540">
              <a:lnSpc>
                <a:spcPct val="100000"/>
              </a:lnSpc>
              <a:spcBef>
                <a:spcPts val="1060"/>
              </a:spcBef>
            </a:pPr>
            <a:r>
              <a:rPr sz="1800" spc="-50" dirty="0">
                <a:latin typeface="Arial" panose="020B0604020202020204"/>
                <a:cs typeface="Arial" panose="020B0604020202020204"/>
              </a:rPr>
              <a:t>1</a:t>
            </a:r>
            <a:endParaRPr sz="1800">
              <a:latin typeface="Arial" panose="020B0604020202020204"/>
              <a:cs typeface="Arial" panose="020B0604020202020204"/>
            </a:endParaRPr>
          </a:p>
          <a:p>
            <a:pPr>
              <a:lnSpc>
                <a:spcPct val="100000"/>
              </a:lnSpc>
              <a:spcBef>
                <a:spcPts val="960"/>
              </a:spcBef>
            </a:pPr>
            <a:r>
              <a:rPr sz="1800" spc="-50" dirty="0">
                <a:latin typeface="Arial" panose="020B0604020202020204"/>
                <a:cs typeface="Arial" panose="020B0604020202020204"/>
              </a:rPr>
              <a:t>1</a:t>
            </a:r>
            <a:endParaRPr sz="1800">
              <a:latin typeface="Arial" panose="020B0604020202020204"/>
              <a:cs typeface="Arial" panose="020B0604020202020204"/>
            </a:endParaRPr>
          </a:p>
        </p:txBody>
      </p:sp>
      <p:sp>
        <p:nvSpPr>
          <p:cNvPr id="38" name="object 38"/>
          <p:cNvSpPr txBox="1"/>
          <p:nvPr/>
        </p:nvSpPr>
        <p:spPr>
          <a:xfrm>
            <a:off x="7943342" y="5162803"/>
            <a:ext cx="368300" cy="299720"/>
          </a:xfrm>
          <a:prstGeom prst="rect">
            <a:avLst/>
          </a:prstGeom>
        </p:spPr>
        <p:txBody>
          <a:bodyPr vert="horz" wrap="square" lIns="0" tIns="12700" rIns="0" bIns="0" rtlCol="0">
            <a:spAutoFit/>
          </a:bodyPr>
          <a:lstStyle/>
          <a:p>
            <a:pPr marL="12700">
              <a:lnSpc>
                <a:spcPct val="100000"/>
              </a:lnSpc>
              <a:spcBef>
                <a:spcPts val="100"/>
              </a:spcBef>
            </a:pPr>
            <a:r>
              <a:rPr sz="1800" spc="-25" dirty="0">
                <a:solidFill>
                  <a:srgbClr val="FFFFFF"/>
                </a:solidFill>
                <a:latin typeface="Arial" panose="020B0604020202020204"/>
                <a:cs typeface="Arial" panose="020B0604020202020204"/>
              </a:rPr>
              <a:t>OR</a:t>
            </a:r>
            <a:endParaRPr sz="1800">
              <a:latin typeface="Arial" panose="020B0604020202020204"/>
              <a:cs typeface="Arial" panose="020B0604020202020204"/>
            </a:endParaRPr>
          </a:p>
        </p:txBody>
      </p:sp>
      <p:sp>
        <p:nvSpPr>
          <p:cNvPr id="39" name="object 39"/>
          <p:cNvSpPr txBox="1"/>
          <p:nvPr/>
        </p:nvSpPr>
        <p:spPr>
          <a:xfrm>
            <a:off x="8867279" y="4224020"/>
            <a:ext cx="343535"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panose="020B0604020202020204"/>
                <a:cs typeface="Arial" panose="020B0604020202020204"/>
              </a:rPr>
              <a:t>1/</a:t>
            </a:r>
            <a:r>
              <a:rPr sz="1800" spc="-25" dirty="0">
                <a:solidFill>
                  <a:srgbClr val="FF0000"/>
                </a:solidFill>
                <a:latin typeface="Arial" panose="020B0604020202020204"/>
                <a:cs typeface="Arial" panose="020B0604020202020204"/>
              </a:rPr>
              <a:t>0</a:t>
            </a:r>
            <a:endParaRPr sz="1800">
              <a:latin typeface="Arial" panose="020B0604020202020204"/>
              <a:cs typeface="Arial" panose="020B0604020202020204"/>
            </a:endParaRPr>
          </a:p>
        </p:txBody>
      </p:sp>
      <p:sp>
        <p:nvSpPr>
          <p:cNvPr id="40" name="object 40"/>
          <p:cNvSpPr txBox="1"/>
          <p:nvPr/>
        </p:nvSpPr>
        <p:spPr>
          <a:xfrm>
            <a:off x="10393400" y="4449571"/>
            <a:ext cx="343535"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panose="020B0604020202020204"/>
                <a:cs typeface="Arial" panose="020B0604020202020204"/>
              </a:rPr>
              <a:t>1/</a:t>
            </a:r>
            <a:r>
              <a:rPr sz="1800" spc="-25" dirty="0">
                <a:solidFill>
                  <a:srgbClr val="FF0000"/>
                </a:solidFill>
                <a:latin typeface="Arial" panose="020B0604020202020204"/>
                <a:cs typeface="Arial" panose="020B0604020202020204"/>
              </a:rPr>
              <a:t>0</a:t>
            </a:r>
            <a:endParaRPr sz="1800">
              <a:latin typeface="Arial" panose="020B0604020202020204"/>
              <a:cs typeface="Arial" panose="020B0604020202020204"/>
            </a:endParaRPr>
          </a:p>
        </p:txBody>
      </p:sp>
      <p:sp>
        <p:nvSpPr>
          <p:cNvPr id="41" name="object 41"/>
          <p:cNvSpPr/>
          <p:nvPr/>
        </p:nvSpPr>
        <p:spPr>
          <a:xfrm>
            <a:off x="10287844" y="4783073"/>
            <a:ext cx="829944" cy="0"/>
          </a:xfrm>
          <a:custGeom>
            <a:avLst/>
            <a:gdLst/>
            <a:ahLst/>
            <a:cxnLst/>
            <a:rect l="l" t="t" r="r" b="b"/>
            <a:pathLst>
              <a:path w="829945">
                <a:moveTo>
                  <a:pt x="829874" y="0"/>
                </a:moveTo>
                <a:lnTo>
                  <a:pt x="0" y="1"/>
                </a:lnTo>
              </a:path>
            </a:pathLst>
          </a:custGeom>
          <a:ln w="19050">
            <a:solidFill>
              <a:srgbClr val="4472C4"/>
            </a:solidFill>
          </a:ln>
        </p:spPr>
        <p:txBody>
          <a:bodyPr wrap="square" lIns="0" tIns="0" rIns="0" bIns="0" rtlCol="0"/>
          <a:lstStyle/>
          <a:p/>
        </p:txBody>
      </p:sp>
      <p:sp>
        <p:nvSpPr>
          <p:cNvPr id="42" name="object 42"/>
          <p:cNvSpPr txBox="1"/>
          <p:nvPr/>
        </p:nvSpPr>
        <p:spPr>
          <a:xfrm>
            <a:off x="8527008" y="3916171"/>
            <a:ext cx="91440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宋体" panose="02010600030101010101" pitchFamily="2" charset="-122"/>
                <a:cs typeface="宋体" panose="02010600030101010101" pitchFamily="2" charset="-122"/>
              </a:rPr>
              <a:t>固定接</a:t>
            </a:r>
            <a:r>
              <a:rPr sz="1200" dirty="0">
                <a:latin typeface="Arial" panose="020B0604020202020204"/>
                <a:cs typeface="Arial" panose="020B0604020202020204"/>
              </a:rPr>
              <a:t>0</a:t>
            </a:r>
            <a:r>
              <a:rPr sz="1200" spc="-5" dirty="0">
                <a:latin typeface="Arial" panose="020B0604020202020204"/>
                <a:cs typeface="Arial" panose="020B0604020202020204"/>
              </a:rPr>
              <a:t> </a:t>
            </a:r>
            <a:r>
              <a:rPr sz="1200" spc="-25" dirty="0">
                <a:latin typeface="宋体" panose="02010600030101010101" pitchFamily="2" charset="-122"/>
                <a:cs typeface="宋体" panose="02010600030101010101" pitchFamily="2" charset="-122"/>
              </a:rPr>
              <a:t>故障</a:t>
            </a:r>
            <a:endParaRPr sz="1200">
              <a:latin typeface="宋体" panose="02010600030101010101" pitchFamily="2" charset="-122"/>
              <a:cs typeface="宋体" panose="02010600030101010101" pitchFamily="2" charset="-122"/>
            </a:endParaRPr>
          </a:p>
        </p:txBody>
      </p:sp>
      <p:grpSp>
        <p:nvGrpSpPr>
          <p:cNvPr id="43" name="object 43"/>
          <p:cNvGrpSpPr/>
          <p:nvPr/>
        </p:nvGrpSpPr>
        <p:grpSpPr>
          <a:xfrm>
            <a:off x="8606091" y="4144900"/>
            <a:ext cx="180975" cy="153670"/>
            <a:chOff x="8606091" y="4144900"/>
            <a:chExt cx="180975" cy="153670"/>
          </a:xfrm>
        </p:grpSpPr>
        <p:sp>
          <p:nvSpPr>
            <p:cNvPr id="44" name="object 44"/>
            <p:cNvSpPr/>
            <p:nvPr/>
          </p:nvSpPr>
          <p:spPr>
            <a:xfrm>
              <a:off x="8615616" y="4155033"/>
              <a:ext cx="161925" cy="133985"/>
            </a:xfrm>
            <a:custGeom>
              <a:avLst/>
              <a:gdLst/>
              <a:ahLst/>
              <a:cxnLst/>
              <a:rect l="l" t="t" r="r" b="b"/>
              <a:pathLst>
                <a:path w="161925" h="133985">
                  <a:moveTo>
                    <a:pt x="0" y="0"/>
                  </a:moveTo>
                  <a:lnTo>
                    <a:pt x="161633" y="133602"/>
                  </a:lnTo>
                </a:path>
              </a:pathLst>
            </a:custGeom>
            <a:ln w="19050">
              <a:solidFill>
                <a:srgbClr val="FF0000"/>
              </a:solidFill>
            </a:ln>
          </p:spPr>
          <p:txBody>
            <a:bodyPr wrap="square" lIns="0" tIns="0" rIns="0" bIns="0" rtlCol="0"/>
            <a:lstStyle/>
            <a:p/>
          </p:txBody>
        </p:sp>
        <p:sp>
          <p:nvSpPr>
            <p:cNvPr id="45" name="object 45"/>
            <p:cNvSpPr/>
            <p:nvPr/>
          </p:nvSpPr>
          <p:spPr>
            <a:xfrm>
              <a:off x="8615616" y="4154425"/>
              <a:ext cx="161925" cy="133985"/>
            </a:xfrm>
            <a:custGeom>
              <a:avLst/>
              <a:gdLst/>
              <a:ahLst/>
              <a:cxnLst/>
              <a:rect l="l" t="t" r="r" b="b"/>
              <a:pathLst>
                <a:path w="161925" h="133985">
                  <a:moveTo>
                    <a:pt x="0" y="133602"/>
                  </a:moveTo>
                  <a:lnTo>
                    <a:pt x="161633" y="0"/>
                  </a:lnTo>
                </a:path>
              </a:pathLst>
            </a:custGeom>
            <a:ln w="19050">
              <a:solidFill>
                <a:srgbClr val="FF0000"/>
              </a:solidFill>
            </a:ln>
          </p:spPr>
          <p:txBody>
            <a:bodyPr wrap="square" lIns="0" tIns="0" rIns="0" bIns="0" rtlCol="0"/>
            <a:lstStyle/>
            <a:p/>
          </p:txBody>
        </p:sp>
      </p:grpSp>
      <p:sp>
        <p:nvSpPr>
          <p:cNvPr id="47" name="object 47"/>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缺陷，故障和失效</a:t>
            </a:r>
            <a:endParaRPr spc="-10" dirty="0"/>
          </a:p>
        </p:txBody>
      </p:sp>
      <p:sp>
        <p:nvSpPr>
          <p:cNvPr id="3" name="object 3"/>
          <p:cNvSpPr txBox="1">
            <a:spLocks noGrp="1"/>
          </p:cNvSpPr>
          <p:nvPr>
            <p:ph sz="half" idx="2"/>
          </p:nvPr>
        </p:nvSpPr>
        <p:spPr>
          <a:prstGeom prst="rect">
            <a:avLst/>
          </a:prstGeom>
        </p:spPr>
        <p:txBody>
          <a:bodyPr vert="horz" wrap="square" lIns="0" tIns="12700" rIns="0" bIns="0" rtlCol="0">
            <a:spAutoFit/>
          </a:bodyPr>
          <a:lstStyle/>
          <a:p>
            <a:pPr marL="469265" indent="-456565">
              <a:lnSpc>
                <a:spcPct val="100000"/>
              </a:lnSpc>
              <a:spcBef>
                <a:spcPts val="100"/>
              </a:spcBef>
              <a:buAutoNum type="arabicPeriod" startAt="2"/>
              <a:tabLst>
                <a:tab pos="469265" algn="l"/>
              </a:tabLst>
            </a:pPr>
            <a:r>
              <a:rPr spc="-5" dirty="0"/>
              <a:t>故障 </a:t>
            </a:r>
            <a:r>
              <a:rPr spc="-10" dirty="0"/>
              <a:t>（Fault）</a:t>
            </a:r>
            <a:endParaRPr spc="-10" dirty="0"/>
          </a:p>
          <a:p>
            <a:pPr marL="697230" lvl="1" indent="-227965">
              <a:lnSpc>
                <a:spcPct val="100000"/>
              </a:lnSpc>
              <a:spcBef>
                <a:spcPts val="3200"/>
              </a:spcBef>
              <a:buSzPct val="95000"/>
              <a:buFont typeface="Wingdings" panose="05000000000000000000"/>
              <a:buChar char=""/>
              <a:tabLst>
                <a:tab pos="697230" algn="l"/>
              </a:tabLst>
            </a:pPr>
            <a:r>
              <a:rPr sz="2200" spc="-10" dirty="0">
                <a:solidFill>
                  <a:srgbClr val="009FE8"/>
                </a:solidFill>
                <a:latin typeface="微软雅黑" panose="020B0503020204020204" charset="-122"/>
                <a:cs typeface="微软雅黑" panose="020B0503020204020204" charset="-122"/>
              </a:rPr>
              <a:t>跳变和路径延时故障</a:t>
            </a:r>
            <a:endParaRPr sz="2200">
              <a:latin typeface="微软雅黑" panose="020B0503020204020204" charset="-122"/>
              <a:cs typeface="微软雅黑" panose="020B0503020204020204" charset="-122"/>
            </a:endParaRPr>
          </a:p>
          <a:p>
            <a:pPr marL="1155065" lvl="2" indent="-228600">
              <a:lnSpc>
                <a:spcPct val="100000"/>
              </a:lnSpc>
              <a:spcBef>
                <a:spcPts val="2960"/>
              </a:spcBef>
              <a:buFont typeface="Arial" panose="020B0604020202020204"/>
              <a:buChar char="•"/>
              <a:tabLst>
                <a:tab pos="1155065" algn="l"/>
              </a:tabLst>
            </a:pPr>
            <a:r>
              <a:rPr sz="1900" spc="-10" dirty="0">
                <a:solidFill>
                  <a:srgbClr val="009FE8"/>
                </a:solidFill>
                <a:latin typeface="微软雅黑" panose="020B0503020204020204" charset="-122"/>
                <a:cs typeface="微软雅黑" panose="020B0503020204020204" charset="-122"/>
              </a:rPr>
              <a:t>跳变延时故障：</a:t>
            </a:r>
            <a:endParaRPr sz="1900">
              <a:latin typeface="微软雅黑" panose="020B0503020204020204" charset="-122"/>
              <a:cs typeface="微软雅黑" panose="020B0503020204020204" charset="-122"/>
            </a:endParaRPr>
          </a:p>
          <a:p>
            <a:pPr marL="1155065">
              <a:lnSpc>
                <a:spcPct val="100000"/>
              </a:lnSpc>
              <a:spcBef>
                <a:spcPts val="2235"/>
              </a:spcBef>
            </a:pPr>
            <a:r>
              <a:rPr sz="1900" b="0" dirty="0">
                <a:latin typeface="微软雅黑" panose="020B0503020204020204" charset="-122"/>
                <a:cs typeface="微软雅黑" panose="020B0503020204020204" charset="-122"/>
              </a:rPr>
              <a:t>门级端口从</a:t>
            </a:r>
            <a:r>
              <a:rPr sz="1900" b="0" spc="-10" dirty="0">
                <a:latin typeface="微软雅黑" panose="020B0503020204020204" charset="-122"/>
                <a:cs typeface="微软雅黑" panose="020B0503020204020204" charset="-122"/>
              </a:rPr>
              <a:t>0</a:t>
            </a:r>
            <a:r>
              <a:rPr sz="1900" b="0" spc="-20" dirty="0">
                <a:latin typeface="微软雅黑" panose="020B0503020204020204" charset="-122"/>
                <a:cs typeface="微软雅黑" panose="020B0503020204020204" charset="-122"/>
              </a:rPr>
              <a:t>-&gt;</a:t>
            </a:r>
            <a:r>
              <a:rPr sz="1900" b="0" spc="-25" dirty="0">
                <a:latin typeface="微软雅黑" panose="020B0503020204020204" charset="-122"/>
                <a:cs typeface="微软雅黑" panose="020B0503020204020204" charset="-122"/>
              </a:rPr>
              <a:t>1</a:t>
            </a:r>
            <a:r>
              <a:rPr sz="1900" b="0" dirty="0">
                <a:latin typeface="微软雅黑" panose="020B0503020204020204" charset="-122"/>
                <a:cs typeface="微软雅黑" panose="020B0503020204020204" charset="-122"/>
              </a:rPr>
              <a:t>的慢升或</a:t>
            </a:r>
            <a:r>
              <a:rPr sz="1900" b="0" spc="-10" dirty="0">
                <a:latin typeface="微软雅黑" panose="020B0503020204020204" charset="-122"/>
                <a:cs typeface="微软雅黑" panose="020B0503020204020204" charset="-122"/>
              </a:rPr>
              <a:t>1</a:t>
            </a:r>
            <a:r>
              <a:rPr sz="1900" b="0" spc="-20" dirty="0">
                <a:latin typeface="微软雅黑" panose="020B0503020204020204" charset="-122"/>
                <a:cs typeface="微软雅黑" panose="020B0503020204020204" charset="-122"/>
              </a:rPr>
              <a:t>-&gt;</a:t>
            </a:r>
            <a:r>
              <a:rPr sz="1900" b="0" spc="-25" dirty="0">
                <a:latin typeface="微软雅黑" panose="020B0503020204020204" charset="-122"/>
                <a:cs typeface="微软雅黑" panose="020B0503020204020204" charset="-122"/>
              </a:rPr>
              <a:t>0</a:t>
            </a:r>
            <a:r>
              <a:rPr sz="1900" b="0" spc="-15" dirty="0">
                <a:latin typeface="微软雅黑" panose="020B0503020204020204" charset="-122"/>
                <a:cs typeface="微软雅黑" panose="020B0503020204020204" charset="-122"/>
              </a:rPr>
              <a:t>的慢降。</a:t>
            </a:r>
            <a:endParaRPr sz="1900">
              <a:latin typeface="微软雅黑" panose="020B0503020204020204" charset="-122"/>
              <a:cs typeface="微软雅黑" panose="020B0503020204020204" charset="-122"/>
            </a:endParaRPr>
          </a:p>
          <a:p>
            <a:pPr marL="1155065" lvl="2" indent="-228600">
              <a:lnSpc>
                <a:spcPct val="100000"/>
              </a:lnSpc>
              <a:spcBef>
                <a:spcPts val="2805"/>
              </a:spcBef>
              <a:buFont typeface="Arial" panose="020B0604020202020204"/>
              <a:buChar char="•"/>
              <a:tabLst>
                <a:tab pos="1155065" algn="l"/>
              </a:tabLst>
            </a:pPr>
            <a:r>
              <a:rPr sz="1900" spc="-10" dirty="0">
                <a:solidFill>
                  <a:srgbClr val="009FE8"/>
                </a:solidFill>
                <a:latin typeface="微软雅黑" panose="020B0503020204020204" charset="-122"/>
                <a:cs typeface="微软雅黑" panose="020B0503020204020204" charset="-122"/>
              </a:rPr>
              <a:t>路径延时故障：</a:t>
            </a:r>
            <a:endParaRPr sz="1900">
              <a:latin typeface="微软雅黑" panose="020B0503020204020204" charset="-122"/>
              <a:cs typeface="微软雅黑" panose="020B0503020204020204" charset="-122"/>
            </a:endParaRPr>
          </a:p>
          <a:p>
            <a:pPr marL="1155065" marR="173990">
              <a:lnSpc>
                <a:spcPts val="4580"/>
              </a:lnSpc>
              <a:spcBef>
                <a:spcPts val="270"/>
              </a:spcBef>
            </a:pPr>
            <a:r>
              <a:rPr sz="1900" b="0" spc="-5" dirty="0">
                <a:latin typeface="微软雅黑" panose="020B0503020204020204" charset="-122"/>
                <a:cs typeface="微软雅黑" panose="020B0503020204020204" charset="-122"/>
              </a:rPr>
              <a:t>关键时序路径上跳变延时之和超过设计</a:t>
            </a:r>
            <a:r>
              <a:rPr sz="1900" b="0" spc="-10" dirty="0">
                <a:latin typeface="微软雅黑" panose="020B0503020204020204" charset="-122"/>
                <a:cs typeface="微软雅黑" panose="020B0503020204020204" charset="-122"/>
              </a:rPr>
              <a:t>允许的错误。</a:t>
            </a:r>
            <a:endParaRPr sz="1900">
              <a:latin typeface="微软雅黑" panose="020B0503020204020204" charset="-122"/>
              <a:cs typeface="微软雅黑" panose="020B0503020204020204" charset="-122"/>
            </a:endParaRPr>
          </a:p>
        </p:txBody>
      </p:sp>
      <p:grpSp>
        <p:nvGrpSpPr>
          <p:cNvPr id="4" name="object 4"/>
          <p:cNvGrpSpPr/>
          <p:nvPr/>
        </p:nvGrpSpPr>
        <p:grpSpPr>
          <a:xfrm>
            <a:off x="7674419" y="2720289"/>
            <a:ext cx="1575435" cy="474345"/>
            <a:chOff x="7674419" y="2720289"/>
            <a:chExt cx="1575435" cy="474345"/>
          </a:xfrm>
        </p:grpSpPr>
        <p:sp>
          <p:nvSpPr>
            <p:cNvPr id="5" name="object 5"/>
            <p:cNvSpPr/>
            <p:nvPr/>
          </p:nvSpPr>
          <p:spPr>
            <a:xfrm>
              <a:off x="7674419" y="3187687"/>
              <a:ext cx="622935" cy="0"/>
            </a:xfrm>
            <a:custGeom>
              <a:avLst/>
              <a:gdLst/>
              <a:ahLst/>
              <a:cxnLst/>
              <a:rect l="l" t="t" r="r" b="b"/>
              <a:pathLst>
                <a:path w="622934">
                  <a:moveTo>
                    <a:pt x="0" y="0"/>
                  </a:moveTo>
                  <a:lnTo>
                    <a:pt x="622406" y="1"/>
                  </a:lnTo>
                </a:path>
              </a:pathLst>
            </a:custGeom>
            <a:ln w="12700">
              <a:solidFill>
                <a:srgbClr val="4472C4"/>
              </a:solidFill>
            </a:ln>
          </p:spPr>
          <p:txBody>
            <a:bodyPr wrap="square" lIns="0" tIns="0" rIns="0" bIns="0" rtlCol="0"/>
            <a:lstStyle/>
            <a:p/>
          </p:txBody>
        </p:sp>
        <p:sp>
          <p:nvSpPr>
            <p:cNvPr id="6" name="object 6"/>
            <p:cNvSpPr/>
            <p:nvPr/>
          </p:nvSpPr>
          <p:spPr>
            <a:xfrm>
              <a:off x="8296820" y="2726645"/>
              <a:ext cx="191135" cy="461645"/>
            </a:xfrm>
            <a:custGeom>
              <a:avLst/>
              <a:gdLst/>
              <a:ahLst/>
              <a:cxnLst/>
              <a:rect l="l" t="t" r="r" b="b"/>
              <a:pathLst>
                <a:path w="191134" h="461644">
                  <a:moveTo>
                    <a:pt x="0" y="461042"/>
                  </a:moveTo>
                  <a:lnTo>
                    <a:pt x="190769" y="0"/>
                  </a:lnTo>
                </a:path>
              </a:pathLst>
            </a:custGeom>
            <a:ln w="12700">
              <a:solidFill>
                <a:srgbClr val="4472C4"/>
              </a:solidFill>
            </a:ln>
          </p:spPr>
          <p:txBody>
            <a:bodyPr wrap="square" lIns="0" tIns="0" rIns="0" bIns="0" rtlCol="0"/>
            <a:lstStyle/>
            <a:p/>
          </p:txBody>
        </p:sp>
        <p:sp>
          <p:nvSpPr>
            <p:cNvPr id="7" name="object 7"/>
            <p:cNvSpPr/>
            <p:nvPr/>
          </p:nvSpPr>
          <p:spPr>
            <a:xfrm>
              <a:off x="8487587" y="2726639"/>
              <a:ext cx="762635" cy="0"/>
            </a:xfrm>
            <a:custGeom>
              <a:avLst/>
              <a:gdLst/>
              <a:ahLst/>
              <a:cxnLst/>
              <a:rect l="l" t="t" r="r" b="b"/>
              <a:pathLst>
                <a:path w="762634">
                  <a:moveTo>
                    <a:pt x="0" y="0"/>
                  </a:moveTo>
                  <a:lnTo>
                    <a:pt x="762052" y="1"/>
                  </a:lnTo>
                </a:path>
              </a:pathLst>
            </a:custGeom>
            <a:ln w="12700">
              <a:solidFill>
                <a:srgbClr val="4472C4"/>
              </a:solidFill>
            </a:ln>
          </p:spPr>
          <p:txBody>
            <a:bodyPr wrap="square" lIns="0" tIns="0" rIns="0" bIns="0" rtlCol="0"/>
            <a:lstStyle/>
            <a:p/>
          </p:txBody>
        </p:sp>
        <p:sp>
          <p:nvSpPr>
            <p:cNvPr id="8" name="object 8"/>
            <p:cNvSpPr/>
            <p:nvPr/>
          </p:nvSpPr>
          <p:spPr>
            <a:xfrm>
              <a:off x="8296820" y="2726645"/>
              <a:ext cx="487045" cy="461645"/>
            </a:xfrm>
            <a:custGeom>
              <a:avLst/>
              <a:gdLst/>
              <a:ahLst/>
              <a:cxnLst/>
              <a:rect l="l" t="t" r="r" b="b"/>
              <a:pathLst>
                <a:path w="487045" h="461644">
                  <a:moveTo>
                    <a:pt x="0" y="461042"/>
                  </a:moveTo>
                  <a:lnTo>
                    <a:pt x="486757" y="0"/>
                  </a:lnTo>
                </a:path>
              </a:pathLst>
            </a:custGeom>
            <a:ln w="12700">
              <a:solidFill>
                <a:srgbClr val="FF0000"/>
              </a:solidFill>
            </a:ln>
          </p:spPr>
          <p:txBody>
            <a:bodyPr wrap="square" lIns="0" tIns="0" rIns="0" bIns="0" rtlCol="0"/>
            <a:lstStyle/>
            <a:p/>
          </p:txBody>
        </p:sp>
      </p:grpSp>
      <p:grpSp>
        <p:nvGrpSpPr>
          <p:cNvPr id="9" name="object 9"/>
          <p:cNvGrpSpPr/>
          <p:nvPr/>
        </p:nvGrpSpPr>
        <p:grpSpPr>
          <a:xfrm>
            <a:off x="9382962" y="2720288"/>
            <a:ext cx="1575435" cy="474345"/>
            <a:chOff x="9382962" y="2720288"/>
            <a:chExt cx="1575435" cy="474345"/>
          </a:xfrm>
        </p:grpSpPr>
        <p:sp>
          <p:nvSpPr>
            <p:cNvPr id="10" name="object 10"/>
            <p:cNvSpPr/>
            <p:nvPr/>
          </p:nvSpPr>
          <p:spPr>
            <a:xfrm>
              <a:off x="9382962" y="2726638"/>
              <a:ext cx="622935" cy="0"/>
            </a:xfrm>
            <a:custGeom>
              <a:avLst/>
              <a:gdLst/>
              <a:ahLst/>
              <a:cxnLst/>
              <a:rect l="l" t="t" r="r" b="b"/>
              <a:pathLst>
                <a:path w="622934">
                  <a:moveTo>
                    <a:pt x="0" y="1"/>
                  </a:moveTo>
                  <a:lnTo>
                    <a:pt x="622406" y="0"/>
                  </a:lnTo>
                </a:path>
              </a:pathLst>
            </a:custGeom>
            <a:ln w="12700">
              <a:solidFill>
                <a:srgbClr val="4472C4"/>
              </a:solidFill>
            </a:ln>
          </p:spPr>
          <p:txBody>
            <a:bodyPr wrap="square" lIns="0" tIns="0" rIns="0" bIns="0" rtlCol="0"/>
            <a:lstStyle/>
            <a:p/>
          </p:txBody>
        </p:sp>
        <p:sp>
          <p:nvSpPr>
            <p:cNvPr id="11" name="object 11"/>
            <p:cNvSpPr/>
            <p:nvPr/>
          </p:nvSpPr>
          <p:spPr>
            <a:xfrm>
              <a:off x="10005377" y="2726639"/>
              <a:ext cx="191135" cy="461645"/>
            </a:xfrm>
            <a:custGeom>
              <a:avLst/>
              <a:gdLst/>
              <a:ahLst/>
              <a:cxnLst/>
              <a:rect l="l" t="t" r="r" b="b"/>
              <a:pathLst>
                <a:path w="191134" h="461644">
                  <a:moveTo>
                    <a:pt x="0" y="0"/>
                  </a:moveTo>
                  <a:lnTo>
                    <a:pt x="190769" y="461042"/>
                  </a:lnTo>
                </a:path>
              </a:pathLst>
            </a:custGeom>
            <a:ln w="12700">
              <a:solidFill>
                <a:srgbClr val="4472C4"/>
              </a:solidFill>
            </a:ln>
          </p:spPr>
          <p:txBody>
            <a:bodyPr wrap="square" lIns="0" tIns="0" rIns="0" bIns="0" rtlCol="0"/>
            <a:lstStyle/>
            <a:p/>
          </p:txBody>
        </p:sp>
        <p:sp>
          <p:nvSpPr>
            <p:cNvPr id="12" name="object 12"/>
            <p:cNvSpPr/>
            <p:nvPr/>
          </p:nvSpPr>
          <p:spPr>
            <a:xfrm>
              <a:off x="10196143" y="3187686"/>
              <a:ext cx="762635" cy="0"/>
            </a:xfrm>
            <a:custGeom>
              <a:avLst/>
              <a:gdLst/>
              <a:ahLst/>
              <a:cxnLst/>
              <a:rect l="l" t="t" r="r" b="b"/>
              <a:pathLst>
                <a:path w="762634">
                  <a:moveTo>
                    <a:pt x="0" y="1"/>
                  </a:moveTo>
                  <a:lnTo>
                    <a:pt x="762052" y="0"/>
                  </a:lnTo>
                </a:path>
              </a:pathLst>
            </a:custGeom>
            <a:ln w="12700">
              <a:solidFill>
                <a:srgbClr val="4472C4"/>
              </a:solidFill>
            </a:ln>
          </p:spPr>
          <p:txBody>
            <a:bodyPr wrap="square" lIns="0" tIns="0" rIns="0" bIns="0" rtlCol="0"/>
            <a:lstStyle/>
            <a:p/>
          </p:txBody>
        </p:sp>
        <p:sp>
          <p:nvSpPr>
            <p:cNvPr id="13" name="object 13"/>
            <p:cNvSpPr/>
            <p:nvPr/>
          </p:nvSpPr>
          <p:spPr>
            <a:xfrm>
              <a:off x="10005377" y="2726639"/>
              <a:ext cx="487045" cy="461645"/>
            </a:xfrm>
            <a:custGeom>
              <a:avLst/>
              <a:gdLst/>
              <a:ahLst/>
              <a:cxnLst/>
              <a:rect l="l" t="t" r="r" b="b"/>
              <a:pathLst>
                <a:path w="487045" h="461644">
                  <a:moveTo>
                    <a:pt x="0" y="0"/>
                  </a:moveTo>
                  <a:lnTo>
                    <a:pt x="486757" y="461042"/>
                  </a:lnTo>
                </a:path>
              </a:pathLst>
            </a:custGeom>
            <a:ln w="12700">
              <a:solidFill>
                <a:srgbClr val="FF0000"/>
              </a:solidFill>
            </a:ln>
          </p:spPr>
          <p:txBody>
            <a:bodyPr wrap="square" lIns="0" tIns="0" rIns="0" bIns="0" rtlCol="0"/>
            <a:lstStyle/>
            <a:p/>
          </p:txBody>
        </p:sp>
      </p:grpSp>
      <p:grpSp>
        <p:nvGrpSpPr>
          <p:cNvPr id="14" name="object 14"/>
          <p:cNvGrpSpPr/>
          <p:nvPr/>
        </p:nvGrpSpPr>
        <p:grpSpPr>
          <a:xfrm>
            <a:off x="8476108" y="1752003"/>
            <a:ext cx="692785" cy="585470"/>
            <a:chOff x="8476108" y="1752003"/>
            <a:chExt cx="692785" cy="585470"/>
          </a:xfrm>
        </p:grpSpPr>
        <p:sp>
          <p:nvSpPr>
            <p:cNvPr id="15" name="object 15"/>
            <p:cNvSpPr/>
            <p:nvPr/>
          </p:nvSpPr>
          <p:spPr>
            <a:xfrm>
              <a:off x="8482457" y="1758353"/>
              <a:ext cx="522605" cy="572770"/>
            </a:xfrm>
            <a:custGeom>
              <a:avLst/>
              <a:gdLst/>
              <a:ahLst/>
              <a:cxnLst/>
              <a:rect l="l" t="t" r="r" b="b"/>
              <a:pathLst>
                <a:path w="522604" h="572769">
                  <a:moveTo>
                    <a:pt x="0" y="0"/>
                  </a:moveTo>
                  <a:lnTo>
                    <a:pt x="0" y="572465"/>
                  </a:lnTo>
                  <a:lnTo>
                    <a:pt x="522516" y="286232"/>
                  </a:lnTo>
                  <a:lnTo>
                    <a:pt x="0" y="0"/>
                  </a:lnTo>
                  <a:close/>
                </a:path>
              </a:pathLst>
            </a:custGeom>
            <a:solidFill>
              <a:srgbClr val="4472C4"/>
            </a:solidFill>
          </p:spPr>
          <p:txBody>
            <a:bodyPr wrap="square" lIns="0" tIns="0" rIns="0" bIns="0" rtlCol="0"/>
            <a:lstStyle/>
            <a:p/>
          </p:txBody>
        </p:sp>
        <p:sp>
          <p:nvSpPr>
            <p:cNvPr id="16" name="object 16"/>
            <p:cNvSpPr/>
            <p:nvPr/>
          </p:nvSpPr>
          <p:spPr>
            <a:xfrm>
              <a:off x="8482458" y="1758353"/>
              <a:ext cx="522605" cy="572770"/>
            </a:xfrm>
            <a:custGeom>
              <a:avLst/>
              <a:gdLst/>
              <a:ahLst/>
              <a:cxnLst/>
              <a:rect l="l" t="t" r="r" b="b"/>
              <a:pathLst>
                <a:path w="522604" h="572769">
                  <a:moveTo>
                    <a:pt x="0" y="0"/>
                  </a:moveTo>
                  <a:lnTo>
                    <a:pt x="522514" y="286230"/>
                  </a:lnTo>
                  <a:lnTo>
                    <a:pt x="0" y="572461"/>
                  </a:lnTo>
                  <a:lnTo>
                    <a:pt x="0" y="0"/>
                  </a:lnTo>
                  <a:close/>
                </a:path>
              </a:pathLst>
            </a:custGeom>
            <a:ln w="12700">
              <a:solidFill>
                <a:srgbClr val="2F528F"/>
              </a:solidFill>
            </a:ln>
          </p:spPr>
          <p:txBody>
            <a:bodyPr wrap="square" lIns="0" tIns="0" rIns="0" bIns="0" rtlCol="0"/>
            <a:lstStyle/>
            <a:p/>
          </p:txBody>
        </p:sp>
        <p:pic>
          <p:nvPicPr>
            <p:cNvPr id="17" name="object 17"/>
            <p:cNvPicPr/>
            <p:nvPr/>
          </p:nvPicPr>
          <p:blipFill>
            <a:blip r:embed="rId1" cstate="print"/>
            <a:stretch>
              <a:fillRect/>
            </a:stretch>
          </p:blipFill>
          <p:spPr>
            <a:xfrm>
              <a:off x="8998623" y="1967153"/>
              <a:ext cx="170223" cy="170223"/>
            </a:xfrm>
            <a:prstGeom prst="rect">
              <a:avLst/>
            </a:prstGeom>
          </p:spPr>
        </p:pic>
      </p:grpSp>
      <p:sp>
        <p:nvSpPr>
          <p:cNvPr id="18" name="object 18"/>
          <p:cNvSpPr txBox="1"/>
          <p:nvPr/>
        </p:nvSpPr>
        <p:spPr>
          <a:xfrm>
            <a:off x="9149794" y="1764284"/>
            <a:ext cx="1821180" cy="299720"/>
          </a:xfrm>
          <a:prstGeom prst="rect">
            <a:avLst/>
          </a:prstGeom>
        </p:spPr>
        <p:txBody>
          <a:bodyPr vert="horz" wrap="square" lIns="0" tIns="12700" rIns="0" bIns="0" rtlCol="0">
            <a:spAutoFit/>
          </a:bodyPr>
          <a:lstStyle/>
          <a:p>
            <a:pPr marL="12700">
              <a:lnSpc>
                <a:spcPct val="100000"/>
              </a:lnSpc>
              <a:spcBef>
                <a:spcPts val="100"/>
              </a:spcBef>
              <a:tabLst>
                <a:tab pos="1807845" algn="l"/>
              </a:tabLst>
            </a:pPr>
            <a:r>
              <a:rPr sz="1800" u="heavy" spc="150" dirty="0">
                <a:uFill>
                  <a:solidFill>
                    <a:srgbClr val="4472C4"/>
                  </a:solidFill>
                </a:uFill>
                <a:latin typeface="Arial" panose="020B0604020202020204"/>
                <a:cs typeface="Arial" panose="020B0604020202020204"/>
              </a:rPr>
              <a:t> </a:t>
            </a:r>
            <a:r>
              <a:rPr sz="1800" u="heavy" spc="-50" dirty="0">
                <a:uFill>
                  <a:solidFill>
                    <a:srgbClr val="4472C4"/>
                  </a:solidFill>
                </a:uFill>
                <a:latin typeface="Arial" panose="020B0604020202020204"/>
                <a:cs typeface="Arial" panose="020B0604020202020204"/>
              </a:rPr>
              <a:t>Y</a:t>
            </a:r>
            <a:r>
              <a:rPr sz="1800" u="heavy" dirty="0">
                <a:uFill>
                  <a:solidFill>
                    <a:srgbClr val="4472C4"/>
                  </a:solidFill>
                </a:uFill>
                <a:latin typeface="Arial" panose="020B0604020202020204"/>
                <a:cs typeface="Arial" panose="020B0604020202020204"/>
              </a:rPr>
              <a:t>	</a:t>
            </a:r>
            <a:endParaRPr sz="1800">
              <a:latin typeface="Arial" panose="020B0604020202020204"/>
              <a:cs typeface="Arial" panose="020B0604020202020204"/>
            </a:endParaRPr>
          </a:p>
        </p:txBody>
      </p:sp>
      <p:sp>
        <p:nvSpPr>
          <p:cNvPr id="19" name="object 19"/>
          <p:cNvSpPr txBox="1"/>
          <p:nvPr/>
        </p:nvSpPr>
        <p:spPr>
          <a:xfrm>
            <a:off x="7636309" y="1883155"/>
            <a:ext cx="1254760" cy="299720"/>
          </a:xfrm>
          <a:prstGeom prst="rect">
            <a:avLst/>
          </a:prstGeom>
        </p:spPr>
        <p:txBody>
          <a:bodyPr vert="horz" wrap="square" lIns="0" tIns="12700" rIns="0" bIns="0" rtlCol="0">
            <a:spAutoFit/>
          </a:bodyPr>
          <a:lstStyle/>
          <a:p>
            <a:pPr marL="38100">
              <a:lnSpc>
                <a:spcPct val="100000"/>
              </a:lnSpc>
              <a:spcBef>
                <a:spcPts val="100"/>
              </a:spcBef>
              <a:tabLst>
                <a:tab pos="514350" algn="l"/>
                <a:tab pos="845185" algn="l"/>
              </a:tabLst>
            </a:pPr>
            <a:r>
              <a:rPr sz="2700" u="heavy" baseline="28000" dirty="0">
                <a:uFill>
                  <a:solidFill>
                    <a:srgbClr val="4472C4"/>
                  </a:solidFill>
                </a:uFill>
                <a:latin typeface="Arial" panose="020B0604020202020204"/>
                <a:cs typeface="Arial" panose="020B0604020202020204"/>
              </a:rPr>
              <a:t>	</a:t>
            </a:r>
            <a:r>
              <a:rPr sz="2700" u="heavy" spc="-75" baseline="28000" dirty="0">
                <a:uFill>
                  <a:solidFill>
                    <a:srgbClr val="4472C4"/>
                  </a:solidFill>
                </a:uFill>
                <a:latin typeface="Arial" panose="020B0604020202020204"/>
                <a:cs typeface="Arial" panose="020B0604020202020204"/>
              </a:rPr>
              <a:t>A</a:t>
            </a:r>
            <a:r>
              <a:rPr sz="2700" u="heavy" baseline="28000" dirty="0">
                <a:uFill>
                  <a:solidFill>
                    <a:srgbClr val="4472C4"/>
                  </a:solidFill>
                </a:uFill>
                <a:latin typeface="Arial" panose="020B0604020202020204"/>
                <a:cs typeface="Arial" panose="020B0604020202020204"/>
              </a:rPr>
              <a:t>	</a:t>
            </a:r>
            <a:r>
              <a:rPr sz="2700" spc="-307" baseline="28000" dirty="0">
                <a:latin typeface="Arial" panose="020B0604020202020204"/>
                <a:cs typeface="Arial" panose="020B0604020202020204"/>
              </a:rPr>
              <a:t> </a:t>
            </a:r>
            <a:r>
              <a:rPr sz="1600" dirty="0">
                <a:solidFill>
                  <a:srgbClr val="FFFFFF"/>
                </a:solidFill>
                <a:latin typeface="Arial" panose="020B0604020202020204"/>
                <a:cs typeface="Arial" panose="020B0604020202020204"/>
              </a:rPr>
              <a:t>INV</a:t>
            </a:r>
            <a:endParaRPr sz="1600">
              <a:latin typeface="Arial" panose="020B0604020202020204"/>
              <a:cs typeface="Arial" panose="020B0604020202020204"/>
            </a:endParaRPr>
          </a:p>
        </p:txBody>
      </p:sp>
      <p:sp>
        <p:nvSpPr>
          <p:cNvPr id="20" name="object 20"/>
          <p:cNvSpPr/>
          <p:nvPr/>
        </p:nvSpPr>
        <p:spPr>
          <a:xfrm>
            <a:off x="8570265" y="2127694"/>
            <a:ext cx="1428115" cy="485775"/>
          </a:xfrm>
          <a:custGeom>
            <a:avLst/>
            <a:gdLst/>
            <a:ahLst/>
            <a:cxnLst/>
            <a:rect l="l" t="t" r="r" b="b"/>
            <a:pathLst>
              <a:path w="1428115" h="485775">
                <a:moveTo>
                  <a:pt x="1427899" y="485292"/>
                </a:moveTo>
                <a:lnTo>
                  <a:pt x="1409242" y="452869"/>
                </a:lnTo>
                <a:lnTo>
                  <a:pt x="1385430" y="411441"/>
                </a:lnTo>
                <a:lnTo>
                  <a:pt x="1366126" y="440563"/>
                </a:lnTo>
                <a:lnTo>
                  <a:pt x="707301" y="3924"/>
                </a:lnTo>
                <a:lnTo>
                  <a:pt x="705205" y="660"/>
                </a:lnTo>
                <a:lnTo>
                  <a:pt x="703783" y="1587"/>
                </a:lnTo>
                <a:lnTo>
                  <a:pt x="701408" y="0"/>
                </a:lnTo>
                <a:lnTo>
                  <a:pt x="697903" y="5295"/>
                </a:lnTo>
                <a:lnTo>
                  <a:pt x="62280" y="416026"/>
                </a:lnTo>
                <a:lnTo>
                  <a:pt x="43332" y="386689"/>
                </a:lnTo>
                <a:lnTo>
                  <a:pt x="0" y="460044"/>
                </a:lnTo>
                <a:lnTo>
                  <a:pt x="84683" y="450697"/>
                </a:lnTo>
                <a:lnTo>
                  <a:pt x="70167" y="428244"/>
                </a:lnTo>
                <a:lnTo>
                  <a:pt x="65722" y="421360"/>
                </a:lnTo>
                <a:lnTo>
                  <a:pt x="703745" y="9169"/>
                </a:lnTo>
                <a:lnTo>
                  <a:pt x="1362621" y="445858"/>
                </a:lnTo>
                <a:lnTo>
                  <a:pt x="1343329" y="474954"/>
                </a:lnTo>
                <a:lnTo>
                  <a:pt x="1427899" y="485292"/>
                </a:lnTo>
                <a:close/>
              </a:path>
            </a:pathLst>
          </a:custGeom>
          <a:solidFill>
            <a:srgbClr val="4472C4"/>
          </a:solidFill>
        </p:spPr>
        <p:txBody>
          <a:bodyPr wrap="square" lIns="0" tIns="0" rIns="0" bIns="0" rtlCol="0"/>
          <a:lstStyle/>
          <a:p/>
        </p:txBody>
      </p:sp>
      <p:sp>
        <p:nvSpPr>
          <p:cNvPr id="21" name="object 21"/>
          <p:cNvSpPr txBox="1"/>
          <p:nvPr/>
        </p:nvSpPr>
        <p:spPr>
          <a:xfrm>
            <a:off x="7708937" y="3388867"/>
            <a:ext cx="146685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rial" panose="020B0604020202020204"/>
                <a:cs typeface="Arial" panose="020B0604020202020204"/>
              </a:rPr>
              <a:t>0</a:t>
            </a:r>
            <a:r>
              <a:rPr sz="1800" spc="-5" dirty="0">
                <a:latin typeface="Arial" panose="020B0604020202020204"/>
                <a:cs typeface="Arial" panose="020B0604020202020204"/>
              </a:rPr>
              <a:t>-&gt;</a:t>
            </a:r>
            <a:r>
              <a:rPr sz="1800" dirty="0">
                <a:latin typeface="Arial" panose="020B0604020202020204"/>
                <a:cs typeface="Arial" panose="020B0604020202020204"/>
              </a:rPr>
              <a:t>1</a:t>
            </a:r>
            <a:r>
              <a:rPr sz="1800" spc="-5" dirty="0">
                <a:latin typeface="Arial" panose="020B0604020202020204"/>
                <a:cs typeface="Arial" panose="020B0604020202020204"/>
              </a:rPr>
              <a:t> </a:t>
            </a:r>
            <a:r>
              <a:rPr sz="1800" spc="-15" dirty="0">
                <a:latin typeface="宋体" panose="02010600030101010101" pitchFamily="2" charset="-122"/>
                <a:cs typeface="宋体" panose="02010600030101010101" pitchFamily="2" charset="-122"/>
              </a:rPr>
              <a:t>跳变故障</a:t>
            </a:r>
            <a:endParaRPr sz="1800">
              <a:latin typeface="宋体" panose="02010600030101010101" pitchFamily="2" charset="-122"/>
              <a:cs typeface="宋体" panose="02010600030101010101" pitchFamily="2" charset="-122"/>
            </a:endParaRPr>
          </a:p>
        </p:txBody>
      </p:sp>
      <p:sp>
        <p:nvSpPr>
          <p:cNvPr id="22" name="object 22"/>
          <p:cNvSpPr txBox="1"/>
          <p:nvPr/>
        </p:nvSpPr>
        <p:spPr>
          <a:xfrm>
            <a:off x="9430791" y="3382771"/>
            <a:ext cx="146685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Arial" panose="020B0604020202020204"/>
                <a:cs typeface="Arial" panose="020B0604020202020204"/>
              </a:rPr>
              <a:t>1</a:t>
            </a:r>
            <a:r>
              <a:rPr sz="1800" spc="-5" dirty="0">
                <a:latin typeface="Arial" panose="020B0604020202020204"/>
                <a:cs typeface="Arial" panose="020B0604020202020204"/>
              </a:rPr>
              <a:t>-&gt;</a:t>
            </a:r>
            <a:r>
              <a:rPr sz="1800" dirty="0">
                <a:latin typeface="Arial" panose="020B0604020202020204"/>
                <a:cs typeface="Arial" panose="020B0604020202020204"/>
              </a:rPr>
              <a:t>0</a:t>
            </a:r>
            <a:r>
              <a:rPr sz="1800" spc="-5" dirty="0">
                <a:latin typeface="Arial" panose="020B0604020202020204"/>
                <a:cs typeface="Arial" panose="020B0604020202020204"/>
              </a:rPr>
              <a:t> </a:t>
            </a:r>
            <a:r>
              <a:rPr sz="1800" spc="-15" dirty="0">
                <a:latin typeface="宋体" panose="02010600030101010101" pitchFamily="2" charset="-122"/>
                <a:cs typeface="宋体" panose="02010600030101010101" pitchFamily="2" charset="-122"/>
              </a:rPr>
              <a:t>跳变故障</a:t>
            </a:r>
            <a:endParaRPr sz="1800">
              <a:latin typeface="宋体" panose="02010600030101010101" pitchFamily="2" charset="-122"/>
              <a:cs typeface="宋体" panose="02010600030101010101" pitchFamily="2" charset="-122"/>
            </a:endParaRPr>
          </a:p>
        </p:txBody>
      </p:sp>
      <p:sp>
        <p:nvSpPr>
          <p:cNvPr id="23" name="object 23"/>
          <p:cNvSpPr txBox="1"/>
          <p:nvPr/>
        </p:nvSpPr>
        <p:spPr>
          <a:xfrm>
            <a:off x="8064360" y="2797555"/>
            <a:ext cx="3302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宋体" panose="02010600030101010101" pitchFamily="2" charset="-122"/>
                <a:cs typeface="宋体" panose="02010600030101010101" pitchFamily="2" charset="-122"/>
              </a:rPr>
              <a:t>期望</a:t>
            </a:r>
            <a:endParaRPr sz="1200">
              <a:latin typeface="宋体" panose="02010600030101010101" pitchFamily="2" charset="-122"/>
              <a:cs typeface="宋体" panose="02010600030101010101" pitchFamily="2" charset="-122"/>
            </a:endParaRPr>
          </a:p>
        </p:txBody>
      </p:sp>
      <p:sp>
        <p:nvSpPr>
          <p:cNvPr id="24" name="object 24"/>
          <p:cNvSpPr txBox="1"/>
          <p:nvPr/>
        </p:nvSpPr>
        <p:spPr>
          <a:xfrm>
            <a:off x="8606549" y="2879852"/>
            <a:ext cx="33020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宋体" panose="02010600030101010101" pitchFamily="2" charset="-122"/>
                <a:cs typeface="宋体" panose="02010600030101010101" pitchFamily="2" charset="-122"/>
              </a:rPr>
              <a:t>实际</a:t>
            </a:r>
            <a:endParaRPr sz="1200">
              <a:latin typeface="宋体" panose="02010600030101010101" pitchFamily="2" charset="-122"/>
              <a:cs typeface="宋体" panose="02010600030101010101" pitchFamily="2" charset="-122"/>
            </a:endParaRPr>
          </a:p>
        </p:txBody>
      </p:sp>
      <p:grpSp>
        <p:nvGrpSpPr>
          <p:cNvPr id="25" name="object 25"/>
          <p:cNvGrpSpPr/>
          <p:nvPr/>
        </p:nvGrpSpPr>
        <p:grpSpPr>
          <a:xfrm>
            <a:off x="7646898" y="4388827"/>
            <a:ext cx="632460" cy="904240"/>
            <a:chOff x="7646898" y="4388827"/>
            <a:chExt cx="632460" cy="904240"/>
          </a:xfrm>
        </p:grpSpPr>
        <p:sp>
          <p:nvSpPr>
            <p:cNvPr id="26" name="object 26"/>
            <p:cNvSpPr/>
            <p:nvPr/>
          </p:nvSpPr>
          <p:spPr>
            <a:xfrm>
              <a:off x="7653248" y="4395177"/>
              <a:ext cx="619760" cy="891540"/>
            </a:xfrm>
            <a:custGeom>
              <a:avLst/>
              <a:gdLst/>
              <a:ahLst/>
              <a:cxnLst/>
              <a:rect l="l" t="t" r="r" b="b"/>
              <a:pathLst>
                <a:path w="619759" h="891539">
                  <a:moveTo>
                    <a:pt x="619163" y="0"/>
                  </a:moveTo>
                  <a:lnTo>
                    <a:pt x="0" y="0"/>
                  </a:lnTo>
                  <a:lnTo>
                    <a:pt x="0" y="891349"/>
                  </a:lnTo>
                  <a:lnTo>
                    <a:pt x="619163" y="891349"/>
                  </a:lnTo>
                  <a:lnTo>
                    <a:pt x="619163" y="0"/>
                  </a:lnTo>
                  <a:close/>
                </a:path>
              </a:pathLst>
            </a:custGeom>
            <a:solidFill>
              <a:srgbClr val="4472C4"/>
            </a:solidFill>
          </p:spPr>
          <p:txBody>
            <a:bodyPr wrap="square" lIns="0" tIns="0" rIns="0" bIns="0" rtlCol="0"/>
            <a:lstStyle/>
            <a:p/>
          </p:txBody>
        </p:sp>
        <p:sp>
          <p:nvSpPr>
            <p:cNvPr id="27" name="object 27"/>
            <p:cNvSpPr/>
            <p:nvPr/>
          </p:nvSpPr>
          <p:spPr>
            <a:xfrm>
              <a:off x="7653248" y="4395177"/>
              <a:ext cx="619760" cy="891540"/>
            </a:xfrm>
            <a:custGeom>
              <a:avLst/>
              <a:gdLst/>
              <a:ahLst/>
              <a:cxnLst/>
              <a:rect l="l" t="t" r="r" b="b"/>
              <a:pathLst>
                <a:path w="619759" h="891539">
                  <a:moveTo>
                    <a:pt x="0" y="0"/>
                  </a:moveTo>
                  <a:lnTo>
                    <a:pt x="619169" y="0"/>
                  </a:lnTo>
                  <a:lnTo>
                    <a:pt x="619169" y="891348"/>
                  </a:lnTo>
                  <a:lnTo>
                    <a:pt x="0" y="891348"/>
                  </a:lnTo>
                  <a:lnTo>
                    <a:pt x="0" y="0"/>
                  </a:lnTo>
                  <a:close/>
                </a:path>
              </a:pathLst>
            </a:custGeom>
            <a:ln w="12700">
              <a:solidFill>
                <a:srgbClr val="2F528F"/>
              </a:solidFill>
            </a:ln>
          </p:spPr>
          <p:txBody>
            <a:bodyPr wrap="square" lIns="0" tIns="0" rIns="0" bIns="0" rtlCol="0"/>
            <a:lstStyle/>
            <a:p/>
          </p:txBody>
        </p:sp>
      </p:grpSp>
      <p:sp>
        <p:nvSpPr>
          <p:cNvPr id="28" name="object 28"/>
          <p:cNvSpPr txBox="1"/>
          <p:nvPr/>
        </p:nvSpPr>
        <p:spPr>
          <a:xfrm>
            <a:off x="10471467" y="4395177"/>
            <a:ext cx="619760" cy="891540"/>
          </a:xfrm>
          <a:prstGeom prst="rect">
            <a:avLst/>
          </a:prstGeom>
          <a:solidFill>
            <a:srgbClr val="4472C4"/>
          </a:solidFill>
          <a:ln w="12700">
            <a:solidFill>
              <a:srgbClr val="2F528F"/>
            </a:solidFill>
          </a:ln>
        </p:spPr>
        <p:txBody>
          <a:bodyPr vert="horz" wrap="square" lIns="0" tIns="90170" rIns="0" bIns="0" rtlCol="0">
            <a:spAutoFit/>
          </a:bodyPr>
          <a:lstStyle/>
          <a:p>
            <a:pPr>
              <a:lnSpc>
                <a:spcPct val="100000"/>
              </a:lnSpc>
              <a:spcBef>
                <a:spcPts val="710"/>
              </a:spcBef>
            </a:pPr>
            <a:endParaRPr sz="1600">
              <a:latin typeface="Times New Roman" panose="02020603050405020304"/>
              <a:cs typeface="Times New Roman" panose="02020603050405020304"/>
            </a:endParaRPr>
          </a:p>
          <a:p>
            <a:pPr marL="112395">
              <a:lnSpc>
                <a:spcPct val="100000"/>
              </a:lnSpc>
            </a:pPr>
            <a:r>
              <a:rPr sz="1600" spc="-25" dirty="0">
                <a:solidFill>
                  <a:srgbClr val="FFFFFF"/>
                </a:solidFill>
                <a:latin typeface="Arial" panose="020B0604020202020204"/>
                <a:cs typeface="Arial" panose="020B0604020202020204"/>
              </a:rPr>
              <a:t>DFF</a:t>
            </a:r>
            <a:endParaRPr sz="1600">
              <a:latin typeface="Arial" panose="020B0604020202020204"/>
              <a:cs typeface="Arial" panose="020B0604020202020204"/>
            </a:endParaRPr>
          </a:p>
        </p:txBody>
      </p:sp>
      <p:grpSp>
        <p:nvGrpSpPr>
          <p:cNvPr id="29" name="object 29"/>
          <p:cNvGrpSpPr/>
          <p:nvPr/>
        </p:nvGrpSpPr>
        <p:grpSpPr>
          <a:xfrm>
            <a:off x="8261655" y="4464545"/>
            <a:ext cx="2219960" cy="520700"/>
            <a:chOff x="8261655" y="4464545"/>
            <a:chExt cx="2219960" cy="520700"/>
          </a:xfrm>
        </p:grpSpPr>
        <p:sp>
          <p:nvSpPr>
            <p:cNvPr id="30" name="object 30"/>
            <p:cNvSpPr/>
            <p:nvPr/>
          </p:nvSpPr>
          <p:spPr>
            <a:xfrm>
              <a:off x="8545220" y="4475683"/>
              <a:ext cx="260350" cy="301625"/>
            </a:xfrm>
            <a:custGeom>
              <a:avLst/>
              <a:gdLst/>
              <a:ahLst/>
              <a:cxnLst/>
              <a:rect l="l" t="t" r="r" b="b"/>
              <a:pathLst>
                <a:path w="260350" h="301625">
                  <a:moveTo>
                    <a:pt x="0" y="0"/>
                  </a:moveTo>
                  <a:lnTo>
                    <a:pt x="0" y="301574"/>
                  </a:lnTo>
                  <a:lnTo>
                    <a:pt x="259969" y="150787"/>
                  </a:lnTo>
                  <a:lnTo>
                    <a:pt x="0" y="0"/>
                  </a:lnTo>
                  <a:close/>
                </a:path>
              </a:pathLst>
            </a:custGeom>
            <a:solidFill>
              <a:srgbClr val="4472C4"/>
            </a:solidFill>
          </p:spPr>
          <p:txBody>
            <a:bodyPr wrap="square" lIns="0" tIns="0" rIns="0" bIns="0" rtlCol="0"/>
            <a:lstStyle/>
            <a:p/>
          </p:txBody>
        </p:sp>
        <p:sp>
          <p:nvSpPr>
            <p:cNvPr id="31" name="object 31"/>
            <p:cNvSpPr/>
            <p:nvPr/>
          </p:nvSpPr>
          <p:spPr>
            <a:xfrm>
              <a:off x="8545213" y="4475683"/>
              <a:ext cx="260350" cy="301625"/>
            </a:xfrm>
            <a:custGeom>
              <a:avLst/>
              <a:gdLst/>
              <a:ahLst/>
              <a:cxnLst/>
              <a:rect l="l" t="t" r="r" b="b"/>
              <a:pathLst>
                <a:path w="260350" h="301625">
                  <a:moveTo>
                    <a:pt x="0" y="0"/>
                  </a:moveTo>
                  <a:lnTo>
                    <a:pt x="259976" y="150786"/>
                  </a:lnTo>
                  <a:lnTo>
                    <a:pt x="0" y="301572"/>
                  </a:lnTo>
                  <a:lnTo>
                    <a:pt x="0" y="0"/>
                  </a:lnTo>
                  <a:close/>
                </a:path>
              </a:pathLst>
            </a:custGeom>
            <a:ln w="12700">
              <a:solidFill>
                <a:srgbClr val="2F528F"/>
              </a:solidFill>
            </a:ln>
          </p:spPr>
          <p:txBody>
            <a:bodyPr wrap="square" lIns="0" tIns="0" rIns="0" bIns="0" rtlCol="0"/>
            <a:lstStyle/>
            <a:p/>
          </p:txBody>
        </p:sp>
        <p:sp>
          <p:nvSpPr>
            <p:cNvPr id="32" name="object 32"/>
            <p:cNvSpPr/>
            <p:nvPr/>
          </p:nvSpPr>
          <p:spPr>
            <a:xfrm>
              <a:off x="9024569" y="4470895"/>
              <a:ext cx="260350" cy="301625"/>
            </a:xfrm>
            <a:custGeom>
              <a:avLst/>
              <a:gdLst/>
              <a:ahLst/>
              <a:cxnLst/>
              <a:rect l="l" t="t" r="r" b="b"/>
              <a:pathLst>
                <a:path w="260350" h="301625">
                  <a:moveTo>
                    <a:pt x="0" y="0"/>
                  </a:moveTo>
                  <a:lnTo>
                    <a:pt x="0" y="301574"/>
                  </a:lnTo>
                  <a:lnTo>
                    <a:pt x="259981" y="150787"/>
                  </a:lnTo>
                  <a:lnTo>
                    <a:pt x="0" y="0"/>
                  </a:lnTo>
                  <a:close/>
                </a:path>
              </a:pathLst>
            </a:custGeom>
            <a:solidFill>
              <a:srgbClr val="4472C4"/>
            </a:solidFill>
          </p:spPr>
          <p:txBody>
            <a:bodyPr wrap="square" lIns="0" tIns="0" rIns="0" bIns="0" rtlCol="0"/>
            <a:lstStyle/>
            <a:p/>
          </p:txBody>
        </p:sp>
        <p:sp>
          <p:nvSpPr>
            <p:cNvPr id="33" name="object 33"/>
            <p:cNvSpPr/>
            <p:nvPr/>
          </p:nvSpPr>
          <p:spPr>
            <a:xfrm>
              <a:off x="9024574" y="4470895"/>
              <a:ext cx="260350" cy="301625"/>
            </a:xfrm>
            <a:custGeom>
              <a:avLst/>
              <a:gdLst/>
              <a:ahLst/>
              <a:cxnLst/>
              <a:rect l="l" t="t" r="r" b="b"/>
              <a:pathLst>
                <a:path w="260350" h="301625">
                  <a:moveTo>
                    <a:pt x="0" y="0"/>
                  </a:moveTo>
                  <a:lnTo>
                    <a:pt x="259976" y="150786"/>
                  </a:lnTo>
                  <a:lnTo>
                    <a:pt x="0" y="301572"/>
                  </a:lnTo>
                  <a:lnTo>
                    <a:pt x="0" y="0"/>
                  </a:lnTo>
                  <a:close/>
                </a:path>
              </a:pathLst>
            </a:custGeom>
            <a:ln w="12700">
              <a:solidFill>
                <a:srgbClr val="2F528F"/>
              </a:solidFill>
            </a:ln>
          </p:spPr>
          <p:txBody>
            <a:bodyPr wrap="square" lIns="0" tIns="0" rIns="0" bIns="0" rtlCol="0"/>
            <a:lstStyle/>
            <a:p/>
          </p:txBody>
        </p:sp>
        <p:sp>
          <p:nvSpPr>
            <p:cNvPr id="34" name="object 34"/>
            <p:cNvSpPr/>
            <p:nvPr/>
          </p:nvSpPr>
          <p:spPr>
            <a:xfrm>
              <a:off x="9441434" y="4523740"/>
              <a:ext cx="299720" cy="323215"/>
            </a:xfrm>
            <a:custGeom>
              <a:avLst/>
              <a:gdLst/>
              <a:ahLst/>
              <a:cxnLst/>
              <a:rect l="l" t="t" r="r" b="b"/>
              <a:pathLst>
                <a:path w="299720" h="323214">
                  <a:moveTo>
                    <a:pt x="149618" y="0"/>
                  </a:moveTo>
                  <a:lnTo>
                    <a:pt x="0" y="0"/>
                  </a:lnTo>
                  <a:lnTo>
                    <a:pt x="0" y="322973"/>
                  </a:lnTo>
                  <a:lnTo>
                    <a:pt x="149618" y="322973"/>
                  </a:lnTo>
                  <a:lnTo>
                    <a:pt x="196912" y="314740"/>
                  </a:lnTo>
                  <a:lnTo>
                    <a:pt x="237984" y="291815"/>
                  </a:lnTo>
                  <a:lnTo>
                    <a:pt x="270371" y="256857"/>
                  </a:lnTo>
                  <a:lnTo>
                    <a:pt x="291610" y="212525"/>
                  </a:lnTo>
                  <a:lnTo>
                    <a:pt x="299237" y="161480"/>
                  </a:lnTo>
                  <a:lnTo>
                    <a:pt x="291610" y="110441"/>
                  </a:lnTo>
                  <a:lnTo>
                    <a:pt x="270371" y="66113"/>
                  </a:lnTo>
                  <a:lnTo>
                    <a:pt x="237984" y="31157"/>
                  </a:lnTo>
                  <a:lnTo>
                    <a:pt x="196912" y="8232"/>
                  </a:lnTo>
                  <a:lnTo>
                    <a:pt x="149618" y="0"/>
                  </a:lnTo>
                  <a:close/>
                </a:path>
              </a:pathLst>
            </a:custGeom>
            <a:solidFill>
              <a:srgbClr val="4472C4"/>
            </a:solidFill>
          </p:spPr>
          <p:txBody>
            <a:bodyPr wrap="square" lIns="0" tIns="0" rIns="0" bIns="0" rtlCol="0"/>
            <a:lstStyle/>
            <a:p/>
          </p:txBody>
        </p:sp>
        <p:sp>
          <p:nvSpPr>
            <p:cNvPr id="35" name="object 35"/>
            <p:cNvSpPr/>
            <p:nvPr/>
          </p:nvSpPr>
          <p:spPr>
            <a:xfrm>
              <a:off x="9441434" y="4523740"/>
              <a:ext cx="299720" cy="323215"/>
            </a:xfrm>
            <a:custGeom>
              <a:avLst/>
              <a:gdLst/>
              <a:ahLst/>
              <a:cxnLst/>
              <a:rect l="l" t="t" r="r" b="b"/>
              <a:pathLst>
                <a:path w="299720" h="323214">
                  <a:moveTo>
                    <a:pt x="0" y="0"/>
                  </a:moveTo>
                  <a:lnTo>
                    <a:pt x="149617" y="0"/>
                  </a:lnTo>
                  <a:lnTo>
                    <a:pt x="196907" y="8232"/>
                  </a:lnTo>
                  <a:lnTo>
                    <a:pt x="237978" y="31157"/>
                  </a:lnTo>
                  <a:lnTo>
                    <a:pt x="270366" y="66113"/>
                  </a:lnTo>
                  <a:lnTo>
                    <a:pt x="291606" y="110442"/>
                  </a:lnTo>
                  <a:lnTo>
                    <a:pt x="299234" y="161484"/>
                  </a:lnTo>
                  <a:lnTo>
                    <a:pt x="291606" y="212525"/>
                  </a:lnTo>
                  <a:lnTo>
                    <a:pt x="270366" y="256854"/>
                  </a:lnTo>
                  <a:lnTo>
                    <a:pt x="237978" y="291811"/>
                  </a:lnTo>
                  <a:lnTo>
                    <a:pt x="196907" y="314735"/>
                  </a:lnTo>
                  <a:lnTo>
                    <a:pt x="149617" y="322968"/>
                  </a:lnTo>
                  <a:lnTo>
                    <a:pt x="0" y="322968"/>
                  </a:lnTo>
                  <a:lnTo>
                    <a:pt x="0" y="0"/>
                  </a:lnTo>
                  <a:close/>
                </a:path>
              </a:pathLst>
            </a:custGeom>
            <a:ln w="12700">
              <a:solidFill>
                <a:srgbClr val="2F528F"/>
              </a:solidFill>
            </a:ln>
          </p:spPr>
          <p:txBody>
            <a:bodyPr wrap="square" lIns="0" tIns="0" rIns="0" bIns="0" rtlCol="0"/>
            <a:lstStyle/>
            <a:p/>
          </p:txBody>
        </p:sp>
        <p:sp>
          <p:nvSpPr>
            <p:cNvPr id="36" name="object 36"/>
            <p:cNvSpPr/>
            <p:nvPr/>
          </p:nvSpPr>
          <p:spPr>
            <a:xfrm>
              <a:off x="9883444" y="4515370"/>
              <a:ext cx="169545" cy="463550"/>
            </a:xfrm>
            <a:custGeom>
              <a:avLst/>
              <a:gdLst/>
              <a:ahLst/>
              <a:cxnLst/>
              <a:rect l="l" t="t" r="r" b="b"/>
              <a:pathLst>
                <a:path w="169545" h="463550">
                  <a:moveTo>
                    <a:pt x="0" y="0"/>
                  </a:moveTo>
                  <a:lnTo>
                    <a:pt x="0" y="463029"/>
                  </a:lnTo>
                  <a:lnTo>
                    <a:pt x="169036" y="370420"/>
                  </a:lnTo>
                  <a:lnTo>
                    <a:pt x="169036" y="92608"/>
                  </a:lnTo>
                  <a:lnTo>
                    <a:pt x="0" y="0"/>
                  </a:lnTo>
                  <a:close/>
                </a:path>
              </a:pathLst>
            </a:custGeom>
            <a:solidFill>
              <a:srgbClr val="4472C4"/>
            </a:solidFill>
          </p:spPr>
          <p:txBody>
            <a:bodyPr wrap="square" lIns="0" tIns="0" rIns="0" bIns="0" rtlCol="0"/>
            <a:lstStyle/>
            <a:p/>
          </p:txBody>
        </p:sp>
        <p:sp>
          <p:nvSpPr>
            <p:cNvPr id="37" name="object 37"/>
            <p:cNvSpPr/>
            <p:nvPr/>
          </p:nvSpPr>
          <p:spPr>
            <a:xfrm>
              <a:off x="9883444" y="4515370"/>
              <a:ext cx="169545" cy="463550"/>
            </a:xfrm>
            <a:custGeom>
              <a:avLst/>
              <a:gdLst/>
              <a:ahLst/>
              <a:cxnLst/>
              <a:rect l="l" t="t" r="r" b="b"/>
              <a:pathLst>
                <a:path w="169545" h="463550">
                  <a:moveTo>
                    <a:pt x="0" y="463029"/>
                  </a:moveTo>
                  <a:lnTo>
                    <a:pt x="0" y="0"/>
                  </a:lnTo>
                  <a:lnTo>
                    <a:pt x="169049" y="92606"/>
                  </a:lnTo>
                  <a:lnTo>
                    <a:pt x="169049" y="370423"/>
                  </a:lnTo>
                  <a:lnTo>
                    <a:pt x="0" y="463029"/>
                  </a:lnTo>
                  <a:close/>
                </a:path>
              </a:pathLst>
            </a:custGeom>
            <a:ln w="12700">
              <a:solidFill>
                <a:srgbClr val="2F528F"/>
              </a:solidFill>
            </a:ln>
          </p:spPr>
          <p:txBody>
            <a:bodyPr wrap="square" lIns="0" tIns="0" rIns="0" bIns="0" rtlCol="0"/>
            <a:lstStyle/>
            <a:p/>
          </p:txBody>
        </p:sp>
        <p:sp>
          <p:nvSpPr>
            <p:cNvPr id="38" name="object 38"/>
            <p:cNvSpPr/>
            <p:nvPr/>
          </p:nvSpPr>
          <p:spPr>
            <a:xfrm>
              <a:off x="8271180" y="4621682"/>
              <a:ext cx="1013460" cy="2540"/>
            </a:xfrm>
            <a:custGeom>
              <a:avLst/>
              <a:gdLst/>
              <a:ahLst/>
              <a:cxnLst/>
              <a:rect l="l" t="t" r="r" b="b"/>
              <a:pathLst>
                <a:path w="1013459" h="2539">
                  <a:moveTo>
                    <a:pt x="1013370" y="0"/>
                  </a:moveTo>
                  <a:lnTo>
                    <a:pt x="0" y="2071"/>
                  </a:lnTo>
                </a:path>
              </a:pathLst>
            </a:custGeom>
            <a:ln w="19050">
              <a:solidFill>
                <a:srgbClr val="4472C4"/>
              </a:solidFill>
            </a:ln>
          </p:spPr>
          <p:txBody>
            <a:bodyPr wrap="square" lIns="0" tIns="0" rIns="0" bIns="0" rtlCol="0"/>
            <a:lstStyle/>
            <a:p/>
          </p:txBody>
        </p:sp>
        <p:sp>
          <p:nvSpPr>
            <p:cNvPr id="39" name="object 39"/>
            <p:cNvSpPr/>
            <p:nvPr/>
          </p:nvSpPr>
          <p:spPr>
            <a:xfrm>
              <a:off x="9286942" y="4621682"/>
              <a:ext cx="192405" cy="0"/>
            </a:xfrm>
            <a:custGeom>
              <a:avLst/>
              <a:gdLst/>
              <a:ahLst/>
              <a:cxnLst/>
              <a:rect l="l" t="t" r="r" b="b"/>
              <a:pathLst>
                <a:path w="192404">
                  <a:moveTo>
                    <a:pt x="192045" y="0"/>
                  </a:moveTo>
                  <a:lnTo>
                    <a:pt x="0" y="1"/>
                  </a:lnTo>
                </a:path>
              </a:pathLst>
            </a:custGeom>
            <a:ln w="19050">
              <a:solidFill>
                <a:srgbClr val="4472C4"/>
              </a:solidFill>
            </a:ln>
          </p:spPr>
          <p:txBody>
            <a:bodyPr wrap="square" lIns="0" tIns="0" rIns="0" bIns="0" rtlCol="0"/>
            <a:lstStyle/>
            <a:p/>
          </p:txBody>
        </p:sp>
        <p:sp>
          <p:nvSpPr>
            <p:cNvPr id="40" name="object 40"/>
            <p:cNvSpPr/>
            <p:nvPr/>
          </p:nvSpPr>
          <p:spPr>
            <a:xfrm>
              <a:off x="9739024" y="4689551"/>
              <a:ext cx="192405" cy="0"/>
            </a:xfrm>
            <a:custGeom>
              <a:avLst/>
              <a:gdLst/>
              <a:ahLst/>
              <a:cxnLst/>
              <a:rect l="l" t="t" r="r" b="b"/>
              <a:pathLst>
                <a:path w="192404">
                  <a:moveTo>
                    <a:pt x="192045" y="0"/>
                  </a:moveTo>
                  <a:lnTo>
                    <a:pt x="0" y="1"/>
                  </a:lnTo>
                </a:path>
              </a:pathLst>
            </a:custGeom>
            <a:ln w="19050">
              <a:solidFill>
                <a:srgbClr val="4472C4"/>
              </a:solidFill>
            </a:ln>
          </p:spPr>
          <p:txBody>
            <a:bodyPr wrap="square" lIns="0" tIns="0" rIns="0" bIns="0" rtlCol="0"/>
            <a:lstStyle/>
            <a:p/>
          </p:txBody>
        </p:sp>
        <p:sp>
          <p:nvSpPr>
            <p:cNvPr id="41" name="object 41"/>
            <p:cNvSpPr/>
            <p:nvPr/>
          </p:nvSpPr>
          <p:spPr>
            <a:xfrm>
              <a:off x="10052484" y="4741583"/>
              <a:ext cx="419100" cy="0"/>
            </a:xfrm>
            <a:custGeom>
              <a:avLst/>
              <a:gdLst/>
              <a:ahLst/>
              <a:cxnLst/>
              <a:rect l="l" t="t" r="r" b="b"/>
              <a:pathLst>
                <a:path w="419100">
                  <a:moveTo>
                    <a:pt x="418983" y="0"/>
                  </a:moveTo>
                  <a:lnTo>
                    <a:pt x="0" y="1"/>
                  </a:lnTo>
                </a:path>
              </a:pathLst>
            </a:custGeom>
            <a:ln w="19050">
              <a:solidFill>
                <a:srgbClr val="4472C4"/>
              </a:solidFill>
            </a:ln>
          </p:spPr>
          <p:txBody>
            <a:bodyPr wrap="square" lIns="0" tIns="0" rIns="0" bIns="0" rtlCol="0"/>
            <a:lstStyle/>
            <a:p/>
          </p:txBody>
        </p:sp>
      </p:grpSp>
      <p:sp>
        <p:nvSpPr>
          <p:cNvPr id="42" name="object 42"/>
          <p:cNvSpPr txBox="1"/>
          <p:nvPr/>
        </p:nvSpPr>
        <p:spPr>
          <a:xfrm>
            <a:off x="8414029" y="4227067"/>
            <a:ext cx="364490"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Arial" panose="020B0604020202020204"/>
                <a:cs typeface="Arial" panose="020B0604020202020204"/>
              </a:rPr>
              <a:t>1/</a:t>
            </a:r>
            <a:r>
              <a:rPr sz="1200" spc="-10" dirty="0">
                <a:solidFill>
                  <a:srgbClr val="FF0000"/>
                </a:solidFill>
                <a:latin typeface="Arial" panose="020B0604020202020204"/>
                <a:cs typeface="Arial" panose="020B0604020202020204"/>
              </a:rPr>
              <a:t>1.5</a:t>
            </a:r>
            <a:endParaRPr sz="1200">
              <a:latin typeface="Arial" panose="020B0604020202020204"/>
              <a:cs typeface="Arial" panose="020B0604020202020204"/>
            </a:endParaRPr>
          </a:p>
        </p:txBody>
      </p:sp>
      <p:sp>
        <p:nvSpPr>
          <p:cNvPr id="43" name="object 43"/>
          <p:cNvSpPr txBox="1"/>
          <p:nvPr/>
        </p:nvSpPr>
        <p:spPr>
          <a:xfrm>
            <a:off x="8912834" y="4251452"/>
            <a:ext cx="1142365" cy="208279"/>
          </a:xfrm>
          <a:prstGeom prst="rect">
            <a:avLst/>
          </a:prstGeom>
        </p:spPr>
        <p:txBody>
          <a:bodyPr vert="horz" wrap="square" lIns="0" tIns="12700" rIns="0" bIns="0" rtlCol="0">
            <a:spAutoFit/>
          </a:bodyPr>
          <a:lstStyle/>
          <a:p>
            <a:pPr marL="12700">
              <a:lnSpc>
                <a:spcPct val="100000"/>
              </a:lnSpc>
              <a:spcBef>
                <a:spcPts val="100"/>
              </a:spcBef>
              <a:tabLst>
                <a:tab pos="563245" algn="l"/>
                <a:tab pos="916940" algn="l"/>
              </a:tabLst>
            </a:pPr>
            <a:r>
              <a:rPr sz="1800" spc="-15" baseline="2000" dirty="0">
                <a:latin typeface="Arial" panose="020B0604020202020204"/>
                <a:cs typeface="Arial" panose="020B0604020202020204"/>
              </a:rPr>
              <a:t>1/</a:t>
            </a:r>
            <a:r>
              <a:rPr sz="1800" spc="-15" baseline="2000" dirty="0">
                <a:solidFill>
                  <a:srgbClr val="FF0000"/>
                </a:solidFill>
                <a:latin typeface="Arial" panose="020B0604020202020204"/>
                <a:cs typeface="Arial" panose="020B0604020202020204"/>
              </a:rPr>
              <a:t>1.5</a:t>
            </a:r>
            <a:r>
              <a:rPr sz="1800" baseline="2000" dirty="0">
                <a:solidFill>
                  <a:srgbClr val="FF0000"/>
                </a:solidFill>
                <a:latin typeface="Arial" panose="020B0604020202020204"/>
                <a:cs typeface="Arial" panose="020B0604020202020204"/>
              </a:rPr>
              <a:t>	</a:t>
            </a:r>
            <a:r>
              <a:rPr sz="1800" spc="-37" baseline="2000" dirty="0">
                <a:latin typeface="Arial" panose="020B0604020202020204"/>
                <a:cs typeface="Arial" panose="020B0604020202020204"/>
              </a:rPr>
              <a:t>2/</a:t>
            </a:r>
            <a:r>
              <a:rPr sz="1800" spc="-37" baseline="2000" dirty="0">
                <a:solidFill>
                  <a:srgbClr val="FF0000"/>
                </a:solidFill>
                <a:latin typeface="Arial" panose="020B0604020202020204"/>
                <a:cs typeface="Arial" panose="020B0604020202020204"/>
              </a:rPr>
              <a:t>2</a:t>
            </a:r>
            <a:r>
              <a:rPr sz="1800" baseline="2000" dirty="0">
                <a:solidFill>
                  <a:srgbClr val="FF0000"/>
                </a:solidFill>
                <a:latin typeface="Arial" panose="020B0604020202020204"/>
                <a:cs typeface="Arial" panose="020B0604020202020204"/>
              </a:rPr>
              <a:t>	</a:t>
            </a:r>
            <a:r>
              <a:rPr sz="1200" spc="-25" dirty="0">
                <a:latin typeface="Arial" panose="020B0604020202020204"/>
                <a:cs typeface="Arial" panose="020B0604020202020204"/>
              </a:rPr>
              <a:t>1/</a:t>
            </a:r>
            <a:r>
              <a:rPr sz="1200" spc="-25" dirty="0">
                <a:solidFill>
                  <a:srgbClr val="FF0000"/>
                </a:solidFill>
                <a:latin typeface="Arial" panose="020B0604020202020204"/>
                <a:cs typeface="Arial" panose="020B0604020202020204"/>
              </a:rPr>
              <a:t>1</a:t>
            </a:r>
            <a:endParaRPr sz="1200">
              <a:latin typeface="Arial" panose="020B0604020202020204"/>
              <a:cs typeface="Arial" panose="020B0604020202020204"/>
            </a:endParaRPr>
          </a:p>
        </p:txBody>
      </p:sp>
      <p:sp>
        <p:nvSpPr>
          <p:cNvPr id="44" name="object 44"/>
          <p:cNvSpPr txBox="1"/>
          <p:nvPr/>
        </p:nvSpPr>
        <p:spPr>
          <a:xfrm>
            <a:off x="7659598" y="4581990"/>
            <a:ext cx="607060" cy="670560"/>
          </a:xfrm>
          <a:prstGeom prst="rect">
            <a:avLst/>
          </a:prstGeom>
        </p:spPr>
        <p:txBody>
          <a:bodyPr vert="horz" wrap="square" lIns="0" tIns="137160" rIns="0" bIns="0" rtlCol="0">
            <a:spAutoFit/>
          </a:bodyPr>
          <a:lstStyle/>
          <a:p>
            <a:pPr marL="106045">
              <a:lnSpc>
                <a:spcPct val="100000"/>
              </a:lnSpc>
              <a:spcBef>
                <a:spcPts val="1080"/>
              </a:spcBef>
            </a:pPr>
            <a:r>
              <a:rPr sz="1600" spc="-25" dirty="0">
                <a:solidFill>
                  <a:srgbClr val="FFFFFF"/>
                </a:solidFill>
                <a:latin typeface="Arial" panose="020B0604020202020204"/>
                <a:cs typeface="Arial" panose="020B0604020202020204"/>
              </a:rPr>
              <a:t>DFF</a:t>
            </a:r>
            <a:endParaRPr sz="1600">
              <a:latin typeface="Arial" panose="020B0604020202020204"/>
              <a:cs typeface="Arial" panose="020B0604020202020204"/>
            </a:endParaRPr>
          </a:p>
          <a:p>
            <a:pPr marL="106045">
              <a:lnSpc>
                <a:spcPct val="100000"/>
              </a:lnSpc>
              <a:spcBef>
                <a:spcPts val="735"/>
              </a:spcBef>
            </a:pPr>
            <a:r>
              <a:rPr sz="1200" spc="-10" dirty="0">
                <a:latin typeface="Arial" panose="020B0604020202020204"/>
                <a:cs typeface="Arial" panose="020B0604020202020204"/>
              </a:rPr>
              <a:t>3/</a:t>
            </a:r>
            <a:r>
              <a:rPr sz="1200" spc="-10" dirty="0">
                <a:solidFill>
                  <a:srgbClr val="FF0000"/>
                </a:solidFill>
                <a:latin typeface="Arial" panose="020B0604020202020204"/>
                <a:cs typeface="Arial" panose="020B0604020202020204"/>
              </a:rPr>
              <a:t>3.3</a:t>
            </a:r>
            <a:endParaRPr sz="1200">
              <a:latin typeface="Arial" panose="020B0604020202020204"/>
              <a:cs typeface="Arial" panose="020B0604020202020204"/>
            </a:endParaRPr>
          </a:p>
        </p:txBody>
      </p:sp>
      <p:sp>
        <p:nvSpPr>
          <p:cNvPr id="45" name="object 45"/>
          <p:cNvSpPr/>
          <p:nvPr/>
        </p:nvSpPr>
        <p:spPr>
          <a:xfrm>
            <a:off x="7672197" y="4577969"/>
            <a:ext cx="2790190" cy="572770"/>
          </a:xfrm>
          <a:custGeom>
            <a:avLst/>
            <a:gdLst/>
            <a:ahLst/>
            <a:cxnLst/>
            <a:rect l="l" t="t" r="r" b="b"/>
            <a:pathLst>
              <a:path w="2790190" h="572770">
                <a:moveTo>
                  <a:pt x="2789923" y="189344"/>
                </a:moveTo>
                <a:lnTo>
                  <a:pt x="2777528" y="179578"/>
                </a:lnTo>
                <a:lnTo>
                  <a:pt x="2723032" y="136588"/>
                </a:lnTo>
                <a:lnTo>
                  <a:pt x="2715945" y="170802"/>
                </a:lnTo>
                <a:lnTo>
                  <a:pt x="2063978" y="35864"/>
                </a:lnTo>
                <a:lnTo>
                  <a:pt x="2062124" y="34925"/>
                </a:lnTo>
                <a:lnTo>
                  <a:pt x="1992274" y="0"/>
                </a:lnTo>
                <a:lnTo>
                  <a:pt x="1992274" y="34925"/>
                </a:lnTo>
                <a:lnTo>
                  <a:pt x="505244" y="34925"/>
                </a:lnTo>
                <a:lnTo>
                  <a:pt x="505244" y="41275"/>
                </a:lnTo>
                <a:lnTo>
                  <a:pt x="533844" y="41275"/>
                </a:lnTo>
                <a:lnTo>
                  <a:pt x="468807" y="62039"/>
                </a:lnTo>
                <a:lnTo>
                  <a:pt x="493179" y="87045"/>
                </a:lnTo>
                <a:lnTo>
                  <a:pt x="0" y="567778"/>
                </a:lnTo>
                <a:lnTo>
                  <a:pt x="4432" y="572325"/>
                </a:lnTo>
                <a:lnTo>
                  <a:pt x="497611" y="91592"/>
                </a:lnTo>
                <a:lnTo>
                  <a:pt x="521995" y="116598"/>
                </a:lnTo>
                <a:lnTo>
                  <a:pt x="535343" y="78181"/>
                </a:lnTo>
                <a:lnTo>
                  <a:pt x="548170" y="41275"/>
                </a:lnTo>
                <a:lnTo>
                  <a:pt x="1992274" y="41275"/>
                </a:lnTo>
                <a:lnTo>
                  <a:pt x="1992274" y="76200"/>
                </a:lnTo>
                <a:lnTo>
                  <a:pt x="2061146" y="41770"/>
                </a:lnTo>
                <a:lnTo>
                  <a:pt x="2714663" y="177012"/>
                </a:lnTo>
                <a:lnTo>
                  <a:pt x="2707589" y="211213"/>
                </a:lnTo>
                <a:lnTo>
                  <a:pt x="2789923" y="189344"/>
                </a:lnTo>
                <a:close/>
              </a:path>
            </a:pathLst>
          </a:custGeom>
          <a:solidFill>
            <a:srgbClr val="FF0000"/>
          </a:solidFill>
        </p:spPr>
        <p:txBody>
          <a:bodyPr wrap="square" lIns="0" tIns="0" rIns="0" bIns="0" rtlCol="0"/>
          <a:lstStyle/>
          <a:p/>
        </p:txBody>
      </p:sp>
      <p:sp>
        <p:nvSpPr>
          <p:cNvPr id="46" name="object 46"/>
          <p:cNvSpPr txBox="1"/>
          <p:nvPr/>
        </p:nvSpPr>
        <p:spPr>
          <a:xfrm>
            <a:off x="7708937" y="5379211"/>
            <a:ext cx="3805554" cy="930910"/>
          </a:xfrm>
          <a:prstGeom prst="rect">
            <a:avLst/>
          </a:prstGeom>
        </p:spPr>
        <p:txBody>
          <a:bodyPr vert="horz" wrap="square" lIns="0" tIns="23495" rIns="0" bIns="0" rtlCol="0">
            <a:spAutoFit/>
          </a:bodyPr>
          <a:lstStyle/>
          <a:p>
            <a:pPr marL="12700" marR="2689225">
              <a:lnSpc>
                <a:spcPts val="1390"/>
              </a:lnSpc>
              <a:spcBef>
                <a:spcPts val="185"/>
              </a:spcBef>
            </a:pPr>
            <a:r>
              <a:rPr sz="1200" spc="-55" dirty="0">
                <a:latin typeface="宋体" panose="02010600030101010101" pitchFamily="2" charset="-122"/>
                <a:cs typeface="宋体" panose="02010600030101010101" pitchFamily="2" charset="-122"/>
              </a:rPr>
              <a:t>时钟周期 </a:t>
            </a:r>
            <a:r>
              <a:rPr sz="1200" dirty="0">
                <a:latin typeface="Arial" panose="020B0604020202020204"/>
                <a:cs typeface="Arial" panose="020B0604020202020204"/>
              </a:rPr>
              <a:t>= </a:t>
            </a:r>
            <a:r>
              <a:rPr sz="1200" spc="-50" dirty="0">
                <a:latin typeface="Arial" panose="020B0604020202020204"/>
                <a:cs typeface="Arial" panose="020B0604020202020204"/>
              </a:rPr>
              <a:t>9 </a:t>
            </a:r>
            <a:r>
              <a:rPr sz="1200" dirty="0">
                <a:latin typeface="Arial" panose="020B0604020202020204"/>
                <a:cs typeface="Arial" panose="020B0604020202020204"/>
              </a:rPr>
              <a:t>SETUP</a:t>
            </a:r>
            <a:r>
              <a:rPr sz="1200" spc="-40" dirty="0">
                <a:latin typeface="Arial" panose="020B0604020202020204"/>
                <a:cs typeface="Arial" panose="020B0604020202020204"/>
              </a:rPr>
              <a:t> </a:t>
            </a:r>
            <a:r>
              <a:rPr sz="1200" dirty="0">
                <a:latin typeface="Arial" panose="020B0604020202020204"/>
                <a:cs typeface="Arial" panose="020B0604020202020204"/>
              </a:rPr>
              <a:t>time</a:t>
            </a:r>
            <a:r>
              <a:rPr sz="1200" spc="-20" dirty="0">
                <a:latin typeface="Arial" panose="020B0604020202020204"/>
                <a:cs typeface="Arial" panose="020B0604020202020204"/>
              </a:rPr>
              <a:t> = </a:t>
            </a:r>
            <a:r>
              <a:rPr sz="1200" spc="-50" dirty="0">
                <a:latin typeface="Arial" panose="020B0604020202020204"/>
                <a:cs typeface="Arial" panose="020B0604020202020204"/>
              </a:rPr>
              <a:t>1</a:t>
            </a:r>
            <a:endParaRPr sz="1200">
              <a:latin typeface="Arial" panose="020B0604020202020204"/>
              <a:cs typeface="Arial" panose="020B0604020202020204"/>
            </a:endParaRPr>
          </a:p>
          <a:p>
            <a:pPr marL="12700">
              <a:lnSpc>
                <a:spcPts val="1415"/>
              </a:lnSpc>
              <a:spcBef>
                <a:spcPts val="40"/>
              </a:spcBef>
            </a:pPr>
            <a:r>
              <a:rPr sz="1200" spc="-40" dirty="0">
                <a:latin typeface="宋体" panose="02010600030101010101" pitchFamily="2" charset="-122"/>
                <a:cs typeface="宋体" panose="02010600030101010101" pitchFamily="2" charset="-122"/>
              </a:rPr>
              <a:t>期望路径延迟 </a:t>
            </a:r>
            <a:r>
              <a:rPr sz="1200" dirty="0">
                <a:latin typeface="Arial" panose="020B0604020202020204"/>
                <a:cs typeface="Arial" panose="020B0604020202020204"/>
              </a:rPr>
              <a:t>= 3</a:t>
            </a:r>
            <a:r>
              <a:rPr sz="1200" spc="-5" dirty="0">
                <a:latin typeface="Arial" panose="020B0604020202020204"/>
                <a:cs typeface="Arial" panose="020B0604020202020204"/>
              </a:rPr>
              <a:t> + </a:t>
            </a:r>
            <a:r>
              <a:rPr sz="1200" dirty="0">
                <a:latin typeface="Arial" panose="020B0604020202020204"/>
                <a:cs typeface="Arial" panose="020B0604020202020204"/>
              </a:rPr>
              <a:t>1</a:t>
            </a:r>
            <a:r>
              <a:rPr sz="1200" spc="-5" dirty="0">
                <a:latin typeface="Arial" panose="020B0604020202020204"/>
                <a:cs typeface="Arial" panose="020B0604020202020204"/>
              </a:rPr>
              <a:t> + </a:t>
            </a:r>
            <a:r>
              <a:rPr sz="1200" dirty="0">
                <a:latin typeface="Arial" panose="020B0604020202020204"/>
                <a:cs typeface="Arial" panose="020B0604020202020204"/>
              </a:rPr>
              <a:t>1</a:t>
            </a:r>
            <a:r>
              <a:rPr sz="1200" spc="-5" dirty="0">
                <a:latin typeface="Arial" panose="020B0604020202020204"/>
                <a:cs typeface="Arial" panose="020B0604020202020204"/>
              </a:rPr>
              <a:t> + </a:t>
            </a:r>
            <a:r>
              <a:rPr sz="1200" dirty="0">
                <a:latin typeface="Arial" panose="020B0604020202020204"/>
                <a:cs typeface="Arial" panose="020B0604020202020204"/>
              </a:rPr>
              <a:t>2</a:t>
            </a:r>
            <a:r>
              <a:rPr sz="1200" spc="-5" dirty="0">
                <a:latin typeface="Arial" panose="020B0604020202020204"/>
                <a:cs typeface="Arial" panose="020B0604020202020204"/>
              </a:rPr>
              <a:t> + </a:t>
            </a:r>
            <a:r>
              <a:rPr sz="1200" dirty="0">
                <a:latin typeface="Arial" panose="020B0604020202020204"/>
                <a:cs typeface="Arial" panose="020B0604020202020204"/>
              </a:rPr>
              <a:t>1</a:t>
            </a:r>
            <a:r>
              <a:rPr sz="1200" spc="-5" dirty="0">
                <a:latin typeface="Arial" panose="020B0604020202020204"/>
                <a:cs typeface="Arial" panose="020B0604020202020204"/>
              </a:rPr>
              <a:t> = </a:t>
            </a:r>
            <a:r>
              <a:rPr sz="1200" dirty="0">
                <a:latin typeface="Arial" panose="020B0604020202020204"/>
                <a:cs typeface="Arial" panose="020B0604020202020204"/>
              </a:rPr>
              <a:t>8</a:t>
            </a:r>
            <a:r>
              <a:rPr sz="1200" spc="-5" dirty="0">
                <a:latin typeface="Arial" panose="020B0604020202020204"/>
                <a:cs typeface="Arial" panose="020B0604020202020204"/>
              </a:rPr>
              <a:t> </a:t>
            </a:r>
            <a:r>
              <a:rPr sz="1200" spc="-10" dirty="0">
                <a:latin typeface="宋体" panose="02010600030101010101" pitchFamily="2" charset="-122"/>
                <a:cs typeface="宋体" panose="02010600030101010101" pitchFamily="2" charset="-122"/>
              </a:rPr>
              <a:t>（</a:t>
            </a:r>
            <a:r>
              <a:rPr sz="1200" spc="-10" dirty="0">
                <a:latin typeface="Arial" panose="020B0604020202020204"/>
                <a:cs typeface="Arial" panose="020B0604020202020204"/>
              </a:rPr>
              <a:t>SETUP</a:t>
            </a:r>
            <a:r>
              <a:rPr sz="1200" dirty="0">
                <a:latin typeface="宋体" panose="02010600030101010101" pitchFamily="2" charset="-122"/>
                <a:cs typeface="宋体" panose="02010600030101010101" pitchFamily="2" charset="-122"/>
              </a:rPr>
              <a:t>未违例</a:t>
            </a:r>
            <a:r>
              <a:rPr sz="1200" spc="-50" dirty="0">
                <a:latin typeface="宋体" panose="02010600030101010101" pitchFamily="2" charset="-122"/>
                <a:cs typeface="宋体" panose="02010600030101010101" pitchFamily="2" charset="-122"/>
              </a:rPr>
              <a:t>）</a:t>
            </a:r>
            <a:endParaRPr sz="1200">
              <a:latin typeface="宋体" panose="02010600030101010101" pitchFamily="2" charset="-122"/>
              <a:cs typeface="宋体" panose="02010600030101010101" pitchFamily="2" charset="-122"/>
            </a:endParaRPr>
          </a:p>
          <a:p>
            <a:pPr marL="12700">
              <a:lnSpc>
                <a:spcPts val="1390"/>
              </a:lnSpc>
            </a:pPr>
            <a:r>
              <a:rPr sz="1200" spc="-40" dirty="0">
                <a:latin typeface="宋体" panose="02010600030101010101" pitchFamily="2" charset="-122"/>
                <a:cs typeface="宋体" panose="02010600030101010101" pitchFamily="2" charset="-122"/>
              </a:rPr>
              <a:t>实际路径延迟 </a:t>
            </a:r>
            <a:r>
              <a:rPr sz="1200" spc="-5" dirty="0">
                <a:latin typeface="Arial" panose="020B0604020202020204"/>
                <a:cs typeface="Arial" panose="020B0604020202020204"/>
              </a:rPr>
              <a:t>= </a:t>
            </a:r>
            <a:r>
              <a:rPr sz="1200" dirty="0">
                <a:solidFill>
                  <a:srgbClr val="FF0000"/>
                </a:solidFill>
                <a:latin typeface="Arial" panose="020B0604020202020204"/>
                <a:cs typeface="Arial" panose="020B0604020202020204"/>
              </a:rPr>
              <a:t>3.3</a:t>
            </a:r>
            <a:r>
              <a:rPr sz="1200" spc="-5" dirty="0">
                <a:solidFill>
                  <a:srgbClr val="FF0000"/>
                </a:solidFill>
                <a:latin typeface="Arial" panose="020B0604020202020204"/>
                <a:cs typeface="Arial" panose="020B0604020202020204"/>
              </a:rPr>
              <a:t> + </a:t>
            </a:r>
            <a:r>
              <a:rPr sz="1200" dirty="0">
                <a:solidFill>
                  <a:srgbClr val="FF0000"/>
                </a:solidFill>
                <a:latin typeface="Arial" panose="020B0604020202020204"/>
                <a:cs typeface="Arial" panose="020B0604020202020204"/>
              </a:rPr>
              <a:t>1.5</a:t>
            </a:r>
            <a:r>
              <a:rPr sz="1200" spc="-5" dirty="0">
                <a:solidFill>
                  <a:srgbClr val="FF0000"/>
                </a:solidFill>
                <a:latin typeface="Arial" panose="020B0604020202020204"/>
                <a:cs typeface="Arial" panose="020B0604020202020204"/>
              </a:rPr>
              <a:t> + </a:t>
            </a:r>
            <a:r>
              <a:rPr sz="1200" dirty="0">
                <a:solidFill>
                  <a:srgbClr val="FF0000"/>
                </a:solidFill>
                <a:latin typeface="Arial" panose="020B0604020202020204"/>
                <a:cs typeface="Arial" panose="020B0604020202020204"/>
              </a:rPr>
              <a:t>1.5</a:t>
            </a:r>
            <a:r>
              <a:rPr sz="1200" spc="-5" dirty="0">
                <a:solidFill>
                  <a:srgbClr val="FF0000"/>
                </a:solidFill>
                <a:latin typeface="Arial" panose="020B0604020202020204"/>
                <a:cs typeface="Arial" panose="020B0604020202020204"/>
              </a:rPr>
              <a:t> + </a:t>
            </a:r>
            <a:r>
              <a:rPr sz="1200" dirty="0">
                <a:solidFill>
                  <a:srgbClr val="FF0000"/>
                </a:solidFill>
                <a:latin typeface="Arial" panose="020B0604020202020204"/>
                <a:cs typeface="Arial" panose="020B0604020202020204"/>
              </a:rPr>
              <a:t>2</a:t>
            </a:r>
            <a:r>
              <a:rPr sz="1200" spc="-5" dirty="0">
                <a:solidFill>
                  <a:srgbClr val="FF0000"/>
                </a:solidFill>
                <a:latin typeface="Arial" panose="020B0604020202020204"/>
                <a:cs typeface="Arial" panose="020B0604020202020204"/>
              </a:rPr>
              <a:t> + </a:t>
            </a:r>
            <a:r>
              <a:rPr sz="1200" dirty="0">
                <a:solidFill>
                  <a:srgbClr val="FF0000"/>
                </a:solidFill>
                <a:latin typeface="Arial" panose="020B0604020202020204"/>
                <a:cs typeface="Arial" panose="020B0604020202020204"/>
              </a:rPr>
              <a:t>1</a:t>
            </a:r>
            <a:r>
              <a:rPr sz="1200" spc="-5" dirty="0">
                <a:solidFill>
                  <a:srgbClr val="FF0000"/>
                </a:solidFill>
                <a:latin typeface="Arial" panose="020B0604020202020204"/>
                <a:cs typeface="Arial" panose="020B0604020202020204"/>
              </a:rPr>
              <a:t> = </a:t>
            </a:r>
            <a:r>
              <a:rPr sz="1200" dirty="0">
                <a:solidFill>
                  <a:srgbClr val="FF0000"/>
                </a:solidFill>
                <a:latin typeface="Arial" panose="020B0604020202020204"/>
                <a:cs typeface="Arial" panose="020B0604020202020204"/>
              </a:rPr>
              <a:t>9.3 </a:t>
            </a:r>
            <a:r>
              <a:rPr sz="1200" spc="-10" dirty="0">
                <a:solidFill>
                  <a:srgbClr val="FF0000"/>
                </a:solidFill>
                <a:latin typeface="宋体" panose="02010600030101010101" pitchFamily="2" charset="-122"/>
                <a:cs typeface="宋体" panose="02010600030101010101" pitchFamily="2" charset="-122"/>
              </a:rPr>
              <a:t>（</a:t>
            </a:r>
            <a:r>
              <a:rPr sz="1200" spc="-10" dirty="0">
                <a:solidFill>
                  <a:srgbClr val="FF0000"/>
                </a:solidFill>
                <a:latin typeface="Arial" panose="020B0604020202020204"/>
                <a:cs typeface="Arial" panose="020B0604020202020204"/>
              </a:rPr>
              <a:t>SETUP</a:t>
            </a:r>
            <a:endParaRPr sz="1200">
              <a:latin typeface="Arial" panose="020B0604020202020204"/>
              <a:cs typeface="Arial" panose="020B0604020202020204"/>
            </a:endParaRPr>
          </a:p>
          <a:p>
            <a:pPr marL="12700">
              <a:lnSpc>
                <a:spcPts val="1415"/>
              </a:lnSpc>
            </a:pPr>
            <a:r>
              <a:rPr sz="1200" dirty="0">
                <a:solidFill>
                  <a:srgbClr val="FF0000"/>
                </a:solidFill>
                <a:latin typeface="宋体" panose="02010600030101010101" pitchFamily="2" charset="-122"/>
                <a:cs typeface="宋体" panose="02010600030101010101" pitchFamily="2" charset="-122"/>
              </a:rPr>
              <a:t>违例！捕获错误数据</a:t>
            </a:r>
            <a:r>
              <a:rPr sz="1200" spc="-25" dirty="0">
                <a:solidFill>
                  <a:srgbClr val="FF0000"/>
                </a:solidFill>
                <a:latin typeface="宋体" panose="02010600030101010101" pitchFamily="2" charset="-122"/>
                <a:cs typeface="宋体" panose="02010600030101010101" pitchFamily="2" charset="-122"/>
              </a:rPr>
              <a:t>！）</a:t>
            </a:r>
            <a:endParaRPr sz="1200">
              <a:latin typeface="宋体" panose="02010600030101010101" pitchFamily="2" charset="-122"/>
              <a:cs typeface="宋体" panose="02010600030101010101" pitchFamily="2" charset="-122"/>
            </a:endParaRPr>
          </a:p>
        </p:txBody>
      </p:sp>
      <p:sp>
        <p:nvSpPr>
          <p:cNvPr id="48" name="object 48"/>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缺陷，故障和失效</a:t>
            </a:r>
            <a:endParaRPr spc="-10" dirty="0"/>
          </a:p>
        </p:txBody>
      </p:sp>
      <p:sp>
        <p:nvSpPr>
          <p:cNvPr id="3" name="object 3"/>
          <p:cNvSpPr txBox="1"/>
          <p:nvPr/>
        </p:nvSpPr>
        <p:spPr>
          <a:xfrm>
            <a:off x="963931" y="1578355"/>
            <a:ext cx="5029200" cy="1798955"/>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2"/>
              <a:tabLst>
                <a:tab pos="469265" algn="l"/>
              </a:tabLst>
            </a:pPr>
            <a:r>
              <a:rPr sz="2400" b="1" spc="-5" dirty="0">
                <a:solidFill>
                  <a:srgbClr val="009FE8"/>
                </a:solidFill>
                <a:latin typeface="微软雅黑" panose="020B0503020204020204" charset="-122"/>
                <a:cs typeface="微软雅黑" panose="020B0503020204020204" charset="-122"/>
              </a:rPr>
              <a:t>故障 </a:t>
            </a:r>
            <a:r>
              <a:rPr sz="2400" b="1" spc="-10" dirty="0">
                <a:solidFill>
                  <a:srgbClr val="009FE8"/>
                </a:solidFill>
                <a:latin typeface="微软雅黑" panose="020B0503020204020204" charset="-122"/>
                <a:cs typeface="微软雅黑" panose="020B0503020204020204" charset="-122"/>
              </a:rPr>
              <a:t>（Fault）</a:t>
            </a:r>
            <a:endParaRPr sz="2400">
              <a:latin typeface="微软雅黑" panose="020B0503020204020204" charset="-122"/>
              <a:cs typeface="微软雅黑" panose="020B0503020204020204" charset="-122"/>
            </a:endParaRPr>
          </a:p>
          <a:p>
            <a:pPr marL="697230" lvl="1" indent="-227965">
              <a:lnSpc>
                <a:spcPct val="100000"/>
              </a:lnSpc>
              <a:spcBef>
                <a:spcPts val="3200"/>
              </a:spcBef>
              <a:buSzPct val="95000"/>
              <a:buFont typeface="Wingdings" panose="05000000000000000000"/>
              <a:buChar char=""/>
              <a:tabLst>
                <a:tab pos="697230" algn="l"/>
              </a:tabLst>
            </a:pPr>
            <a:r>
              <a:rPr sz="2200" spc="-10" dirty="0">
                <a:solidFill>
                  <a:srgbClr val="009FE8"/>
                </a:solidFill>
                <a:latin typeface="微软雅黑" panose="020B0503020204020204" charset="-122"/>
                <a:cs typeface="微软雅黑" panose="020B0503020204020204" charset="-122"/>
              </a:rPr>
              <a:t>静态电流型故障</a:t>
            </a:r>
            <a:endParaRPr sz="2200">
              <a:latin typeface="微软雅黑" panose="020B0503020204020204" charset="-122"/>
              <a:cs typeface="微软雅黑" panose="020B0503020204020204" charset="-122"/>
            </a:endParaRPr>
          </a:p>
          <a:p>
            <a:pPr marL="1155065" lvl="2" indent="-228600">
              <a:lnSpc>
                <a:spcPct val="100000"/>
              </a:lnSpc>
              <a:spcBef>
                <a:spcPts val="2960"/>
              </a:spcBef>
              <a:buFont typeface="Arial" panose="020B0604020202020204"/>
              <a:buChar char="•"/>
              <a:tabLst>
                <a:tab pos="1155065" algn="l"/>
              </a:tabLst>
            </a:pPr>
            <a:r>
              <a:rPr sz="1900" spc="-5" dirty="0">
                <a:solidFill>
                  <a:srgbClr val="009FE8"/>
                </a:solidFill>
                <a:latin typeface="微软雅黑" panose="020B0503020204020204" charset="-122"/>
                <a:cs typeface="微软雅黑" panose="020B0503020204020204" charset="-122"/>
              </a:rPr>
              <a:t>导致非常高的静态电流泄露的故障。</a:t>
            </a:r>
            <a:endParaRPr sz="1900">
              <a:latin typeface="微软雅黑" panose="020B0503020204020204" charset="-122"/>
              <a:cs typeface="微软雅黑" panose="020B0503020204020204" charset="-122"/>
            </a:endParaRPr>
          </a:p>
        </p:txBody>
      </p:sp>
      <p:sp>
        <p:nvSpPr>
          <p:cNvPr id="4" name="object 4"/>
          <p:cNvSpPr txBox="1"/>
          <p:nvPr/>
        </p:nvSpPr>
        <p:spPr>
          <a:xfrm>
            <a:off x="1878329" y="3699255"/>
            <a:ext cx="4356100" cy="1470660"/>
          </a:xfrm>
          <a:prstGeom prst="rect">
            <a:avLst/>
          </a:prstGeom>
        </p:spPr>
        <p:txBody>
          <a:bodyPr vert="horz" wrap="square" lIns="0" tIns="12700" rIns="0" bIns="0" rtlCol="0">
            <a:spAutoFit/>
          </a:bodyPr>
          <a:lstStyle/>
          <a:p>
            <a:pPr marL="240665" indent="-227965">
              <a:lnSpc>
                <a:spcPct val="100000"/>
              </a:lnSpc>
              <a:spcBef>
                <a:spcPts val="100"/>
              </a:spcBef>
              <a:buFont typeface="Arial" panose="020B0604020202020204"/>
              <a:buChar char="•"/>
              <a:tabLst>
                <a:tab pos="240665" algn="l"/>
              </a:tabLst>
            </a:pPr>
            <a:r>
              <a:rPr sz="1900" spc="-5" dirty="0">
                <a:solidFill>
                  <a:srgbClr val="009FE8"/>
                </a:solidFill>
                <a:latin typeface="微软雅黑" panose="020B0503020204020204" charset="-122"/>
                <a:cs typeface="微软雅黑" panose="020B0503020204020204" charset="-122"/>
              </a:rPr>
              <a:t>数字电路的器件在静态非翻转时泄露电</a:t>
            </a:r>
            <a:endParaRPr sz="1900">
              <a:latin typeface="微软雅黑" panose="020B0503020204020204" charset="-122"/>
              <a:cs typeface="微软雅黑" panose="020B0503020204020204" charset="-122"/>
            </a:endParaRPr>
          </a:p>
          <a:p>
            <a:pPr marL="241300" marR="5080">
              <a:lnSpc>
                <a:spcPct val="198000"/>
              </a:lnSpc>
              <a:spcBef>
                <a:spcPts val="70"/>
              </a:spcBef>
            </a:pPr>
            <a:r>
              <a:rPr sz="1900" spc="-5" dirty="0">
                <a:solidFill>
                  <a:srgbClr val="009FE8"/>
                </a:solidFill>
                <a:latin typeface="微软雅黑" panose="020B0503020204020204" charset="-122"/>
                <a:cs typeface="微软雅黑" panose="020B0503020204020204" charset="-122"/>
              </a:rPr>
              <a:t>流很小，一些细小的短开路、桥接缺陷会引起静态电流的激增。</a:t>
            </a:r>
            <a:endParaRPr sz="1900">
              <a:latin typeface="微软雅黑" panose="020B0503020204020204" charset="-122"/>
              <a:cs typeface="微软雅黑" panose="020B0503020204020204" charset="-122"/>
            </a:endParaRPr>
          </a:p>
        </p:txBody>
      </p:sp>
      <p:grpSp>
        <p:nvGrpSpPr>
          <p:cNvPr id="5" name="object 5"/>
          <p:cNvGrpSpPr/>
          <p:nvPr/>
        </p:nvGrpSpPr>
        <p:grpSpPr>
          <a:xfrm>
            <a:off x="8314097" y="3118954"/>
            <a:ext cx="1134110" cy="1270635"/>
            <a:chOff x="8176937" y="3546944"/>
            <a:chExt cx="1134110" cy="1270635"/>
          </a:xfrm>
        </p:grpSpPr>
        <p:sp>
          <p:nvSpPr>
            <p:cNvPr id="6" name="object 6"/>
            <p:cNvSpPr/>
            <p:nvPr/>
          </p:nvSpPr>
          <p:spPr>
            <a:xfrm>
              <a:off x="8545233" y="3741927"/>
              <a:ext cx="0" cy="860425"/>
            </a:xfrm>
            <a:custGeom>
              <a:avLst/>
              <a:gdLst/>
              <a:ahLst/>
              <a:cxnLst/>
              <a:rect l="l" t="t" r="r" b="b"/>
              <a:pathLst>
                <a:path h="860425">
                  <a:moveTo>
                    <a:pt x="0" y="0"/>
                  </a:moveTo>
                  <a:lnTo>
                    <a:pt x="1" y="859889"/>
                  </a:lnTo>
                </a:path>
              </a:pathLst>
            </a:custGeom>
            <a:ln w="19050">
              <a:solidFill>
                <a:srgbClr val="4472C4"/>
              </a:solidFill>
            </a:ln>
          </p:spPr>
          <p:txBody>
            <a:bodyPr wrap="square" lIns="0" tIns="0" rIns="0" bIns="0" rtlCol="0"/>
            <a:lstStyle/>
            <a:p/>
          </p:txBody>
        </p:sp>
        <p:sp>
          <p:nvSpPr>
            <p:cNvPr id="7" name="object 7"/>
            <p:cNvSpPr/>
            <p:nvPr/>
          </p:nvSpPr>
          <p:spPr>
            <a:xfrm>
              <a:off x="8536746" y="3757078"/>
              <a:ext cx="605155" cy="0"/>
            </a:xfrm>
            <a:custGeom>
              <a:avLst/>
              <a:gdLst/>
              <a:ahLst/>
              <a:cxnLst/>
              <a:rect l="l" t="t" r="r" b="b"/>
              <a:pathLst>
                <a:path w="605154">
                  <a:moveTo>
                    <a:pt x="604878" y="0"/>
                  </a:moveTo>
                  <a:lnTo>
                    <a:pt x="0" y="1"/>
                  </a:lnTo>
                </a:path>
              </a:pathLst>
            </a:custGeom>
            <a:ln w="19050">
              <a:solidFill>
                <a:srgbClr val="4472C4"/>
              </a:solidFill>
            </a:ln>
          </p:spPr>
          <p:txBody>
            <a:bodyPr wrap="square" lIns="0" tIns="0" rIns="0" bIns="0" rtlCol="0"/>
            <a:lstStyle/>
            <a:p/>
          </p:txBody>
        </p:sp>
        <p:sp>
          <p:nvSpPr>
            <p:cNvPr id="8" name="object 8"/>
            <p:cNvSpPr/>
            <p:nvPr/>
          </p:nvSpPr>
          <p:spPr>
            <a:xfrm>
              <a:off x="8542406" y="4595139"/>
              <a:ext cx="758825" cy="0"/>
            </a:xfrm>
            <a:custGeom>
              <a:avLst/>
              <a:gdLst/>
              <a:ahLst/>
              <a:cxnLst/>
              <a:rect l="l" t="t" r="r" b="b"/>
              <a:pathLst>
                <a:path w="758825">
                  <a:moveTo>
                    <a:pt x="758641" y="0"/>
                  </a:moveTo>
                  <a:lnTo>
                    <a:pt x="0" y="1"/>
                  </a:lnTo>
                </a:path>
              </a:pathLst>
            </a:custGeom>
            <a:ln w="19050">
              <a:solidFill>
                <a:srgbClr val="4472C4"/>
              </a:solidFill>
            </a:ln>
          </p:spPr>
          <p:txBody>
            <a:bodyPr wrap="square" lIns="0" tIns="0" rIns="0" bIns="0" rtlCol="0"/>
            <a:lstStyle/>
            <a:p/>
          </p:txBody>
        </p:sp>
        <p:pic>
          <p:nvPicPr>
            <p:cNvPr id="9" name="object 9"/>
            <p:cNvPicPr/>
            <p:nvPr/>
          </p:nvPicPr>
          <p:blipFill>
            <a:blip r:embed="rId1" cstate="print"/>
            <a:stretch>
              <a:fillRect/>
            </a:stretch>
          </p:blipFill>
          <p:spPr>
            <a:xfrm>
              <a:off x="9143758" y="3652253"/>
              <a:ext cx="155157" cy="192683"/>
            </a:xfrm>
            <a:prstGeom prst="rect">
              <a:avLst/>
            </a:prstGeom>
          </p:spPr>
        </p:pic>
        <p:sp>
          <p:nvSpPr>
            <p:cNvPr id="10" name="object 10"/>
            <p:cNvSpPr/>
            <p:nvPr/>
          </p:nvSpPr>
          <p:spPr>
            <a:xfrm>
              <a:off x="9301048" y="3546944"/>
              <a:ext cx="0" cy="423545"/>
            </a:xfrm>
            <a:custGeom>
              <a:avLst/>
              <a:gdLst/>
              <a:ahLst/>
              <a:cxnLst/>
              <a:rect l="l" t="t" r="r" b="b"/>
              <a:pathLst>
                <a:path h="423545">
                  <a:moveTo>
                    <a:pt x="0" y="0"/>
                  </a:moveTo>
                  <a:lnTo>
                    <a:pt x="1" y="423278"/>
                  </a:lnTo>
                </a:path>
              </a:pathLst>
            </a:custGeom>
            <a:ln w="19050">
              <a:solidFill>
                <a:srgbClr val="4472C4"/>
              </a:solidFill>
            </a:ln>
          </p:spPr>
          <p:txBody>
            <a:bodyPr wrap="square" lIns="0" tIns="0" rIns="0" bIns="0" rtlCol="0"/>
            <a:lstStyle/>
            <a:p/>
          </p:txBody>
        </p:sp>
        <p:sp>
          <p:nvSpPr>
            <p:cNvPr id="11" name="object 11"/>
            <p:cNvSpPr/>
            <p:nvPr/>
          </p:nvSpPr>
          <p:spPr>
            <a:xfrm>
              <a:off x="9289732" y="4394301"/>
              <a:ext cx="0" cy="423545"/>
            </a:xfrm>
            <a:custGeom>
              <a:avLst/>
              <a:gdLst/>
              <a:ahLst/>
              <a:cxnLst/>
              <a:rect l="l" t="t" r="r" b="b"/>
              <a:pathLst>
                <a:path h="423545">
                  <a:moveTo>
                    <a:pt x="0" y="0"/>
                  </a:moveTo>
                  <a:lnTo>
                    <a:pt x="1" y="423278"/>
                  </a:lnTo>
                </a:path>
              </a:pathLst>
            </a:custGeom>
            <a:ln w="19050">
              <a:solidFill>
                <a:srgbClr val="4472C4"/>
              </a:solidFill>
            </a:ln>
          </p:spPr>
          <p:txBody>
            <a:bodyPr wrap="square" lIns="0" tIns="0" rIns="0" bIns="0" rtlCol="0"/>
            <a:lstStyle/>
            <a:p/>
          </p:txBody>
        </p:sp>
        <p:sp>
          <p:nvSpPr>
            <p:cNvPr id="12" name="object 12"/>
            <p:cNvSpPr/>
            <p:nvPr/>
          </p:nvSpPr>
          <p:spPr>
            <a:xfrm>
              <a:off x="8176937" y="4167492"/>
              <a:ext cx="360045" cy="0"/>
            </a:xfrm>
            <a:custGeom>
              <a:avLst/>
              <a:gdLst/>
              <a:ahLst/>
              <a:cxnLst/>
              <a:rect l="l" t="t" r="r" b="b"/>
              <a:pathLst>
                <a:path w="360045">
                  <a:moveTo>
                    <a:pt x="359812" y="0"/>
                  </a:moveTo>
                  <a:lnTo>
                    <a:pt x="0" y="1"/>
                  </a:lnTo>
                </a:path>
              </a:pathLst>
            </a:custGeom>
            <a:ln w="19050">
              <a:solidFill>
                <a:srgbClr val="4472C4"/>
              </a:solidFill>
            </a:ln>
          </p:spPr>
          <p:txBody>
            <a:bodyPr wrap="square" lIns="0" tIns="0" rIns="0" bIns="0" rtlCol="0"/>
            <a:lstStyle/>
            <a:p/>
          </p:txBody>
        </p:sp>
        <p:sp>
          <p:nvSpPr>
            <p:cNvPr id="13" name="object 13"/>
            <p:cNvSpPr/>
            <p:nvPr/>
          </p:nvSpPr>
          <p:spPr>
            <a:xfrm>
              <a:off x="8296643" y="4104766"/>
              <a:ext cx="147320" cy="127000"/>
            </a:xfrm>
            <a:custGeom>
              <a:avLst/>
              <a:gdLst/>
              <a:ahLst/>
              <a:cxnLst/>
              <a:rect l="l" t="t" r="r" b="b"/>
              <a:pathLst>
                <a:path w="147320" h="127000">
                  <a:moveTo>
                    <a:pt x="0" y="0"/>
                  </a:moveTo>
                  <a:lnTo>
                    <a:pt x="146772" y="126605"/>
                  </a:lnTo>
                </a:path>
              </a:pathLst>
            </a:custGeom>
            <a:ln w="19050">
              <a:solidFill>
                <a:srgbClr val="FF0000"/>
              </a:solidFill>
            </a:ln>
          </p:spPr>
          <p:txBody>
            <a:bodyPr wrap="square" lIns="0" tIns="0" rIns="0" bIns="0" rtlCol="0"/>
            <a:lstStyle/>
            <a:p/>
          </p:txBody>
        </p:sp>
        <p:sp>
          <p:nvSpPr>
            <p:cNvPr id="14" name="object 14"/>
            <p:cNvSpPr/>
            <p:nvPr/>
          </p:nvSpPr>
          <p:spPr>
            <a:xfrm>
              <a:off x="8296643" y="4104183"/>
              <a:ext cx="147320" cy="127000"/>
            </a:xfrm>
            <a:custGeom>
              <a:avLst/>
              <a:gdLst/>
              <a:ahLst/>
              <a:cxnLst/>
              <a:rect l="l" t="t" r="r" b="b"/>
              <a:pathLst>
                <a:path w="147320" h="127000">
                  <a:moveTo>
                    <a:pt x="0" y="126605"/>
                  </a:moveTo>
                  <a:lnTo>
                    <a:pt x="146772" y="0"/>
                  </a:lnTo>
                </a:path>
              </a:pathLst>
            </a:custGeom>
            <a:ln w="19050">
              <a:solidFill>
                <a:srgbClr val="FF0000"/>
              </a:solidFill>
            </a:ln>
          </p:spPr>
          <p:txBody>
            <a:bodyPr wrap="square" lIns="0" tIns="0" rIns="0" bIns="0" rtlCol="0"/>
            <a:lstStyle/>
            <a:p/>
          </p:txBody>
        </p:sp>
      </p:grpSp>
      <p:grpSp>
        <p:nvGrpSpPr>
          <p:cNvPr id="15" name="object 15"/>
          <p:cNvGrpSpPr/>
          <p:nvPr/>
        </p:nvGrpSpPr>
        <p:grpSpPr>
          <a:xfrm>
            <a:off x="9524778" y="2590799"/>
            <a:ext cx="413384" cy="2299335"/>
            <a:chOff x="9387618" y="3018789"/>
            <a:chExt cx="413384" cy="2299335"/>
          </a:xfrm>
        </p:grpSpPr>
        <p:sp>
          <p:nvSpPr>
            <p:cNvPr id="16" name="object 16"/>
            <p:cNvSpPr/>
            <p:nvPr/>
          </p:nvSpPr>
          <p:spPr>
            <a:xfrm>
              <a:off x="9416935" y="3550284"/>
              <a:ext cx="0" cy="423545"/>
            </a:xfrm>
            <a:custGeom>
              <a:avLst/>
              <a:gdLst/>
              <a:ahLst/>
              <a:cxnLst/>
              <a:rect l="l" t="t" r="r" b="b"/>
              <a:pathLst>
                <a:path h="423545">
                  <a:moveTo>
                    <a:pt x="0" y="0"/>
                  </a:moveTo>
                  <a:lnTo>
                    <a:pt x="1" y="423278"/>
                  </a:lnTo>
                </a:path>
              </a:pathLst>
            </a:custGeom>
            <a:ln w="19050">
              <a:solidFill>
                <a:srgbClr val="4472C4"/>
              </a:solidFill>
            </a:ln>
          </p:spPr>
          <p:txBody>
            <a:bodyPr wrap="square" lIns="0" tIns="0" rIns="0" bIns="0" rtlCol="0"/>
            <a:lstStyle/>
            <a:p/>
          </p:txBody>
        </p:sp>
        <p:sp>
          <p:nvSpPr>
            <p:cNvPr id="17" name="object 17"/>
            <p:cNvSpPr/>
            <p:nvPr/>
          </p:nvSpPr>
          <p:spPr>
            <a:xfrm>
              <a:off x="9408459" y="3565428"/>
              <a:ext cx="273050" cy="3810"/>
            </a:xfrm>
            <a:custGeom>
              <a:avLst/>
              <a:gdLst/>
              <a:ahLst/>
              <a:cxnLst/>
              <a:rect l="l" t="t" r="r" b="b"/>
              <a:pathLst>
                <a:path w="273050" h="3810">
                  <a:moveTo>
                    <a:pt x="273043" y="3335"/>
                  </a:moveTo>
                  <a:lnTo>
                    <a:pt x="0" y="0"/>
                  </a:lnTo>
                </a:path>
              </a:pathLst>
            </a:custGeom>
            <a:ln w="19050">
              <a:solidFill>
                <a:srgbClr val="4472C4"/>
              </a:solidFill>
            </a:ln>
          </p:spPr>
          <p:txBody>
            <a:bodyPr wrap="square" lIns="0" tIns="0" rIns="0" bIns="0" rtlCol="0"/>
            <a:lstStyle/>
            <a:p/>
          </p:txBody>
        </p:sp>
        <p:sp>
          <p:nvSpPr>
            <p:cNvPr id="18" name="object 18"/>
            <p:cNvSpPr/>
            <p:nvPr/>
          </p:nvSpPr>
          <p:spPr>
            <a:xfrm>
              <a:off x="9408459" y="3973555"/>
              <a:ext cx="273050" cy="3810"/>
            </a:xfrm>
            <a:custGeom>
              <a:avLst/>
              <a:gdLst/>
              <a:ahLst/>
              <a:cxnLst/>
              <a:rect l="l" t="t" r="r" b="b"/>
              <a:pathLst>
                <a:path w="273050" h="3810">
                  <a:moveTo>
                    <a:pt x="273043" y="3335"/>
                  </a:moveTo>
                  <a:lnTo>
                    <a:pt x="0" y="0"/>
                  </a:lnTo>
                </a:path>
              </a:pathLst>
            </a:custGeom>
            <a:ln w="19050">
              <a:solidFill>
                <a:srgbClr val="4472C4"/>
              </a:solidFill>
            </a:ln>
          </p:spPr>
          <p:txBody>
            <a:bodyPr wrap="square" lIns="0" tIns="0" rIns="0" bIns="0" rtlCol="0"/>
            <a:lstStyle/>
            <a:p/>
          </p:txBody>
        </p:sp>
        <p:sp>
          <p:nvSpPr>
            <p:cNvPr id="19" name="object 19"/>
            <p:cNvSpPr/>
            <p:nvPr/>
          </p:nvSpPr>
          <p:spPr>
            <a:xfrm>
              <a:off x="9681502" y="3265258"/>
              <a:ext cx="0" cy="318770"/>
            </a:xfrm>
            <a:custGeom>
              <a:avLst/>
              <a:gdLst/>
              <a:ahLst/>
              <a:cxnLst/>
              <a:rect l="l" t="t" r="r" b="b"/>
              <a:pathLst>
                <a:path h="318770">
                  <a:moveTo>
                    <a:pt x="0" y="0"/>
                  </a:moveTo>
                  <a:lnTo>
                    <a:pt x="1" y="318291"/>
                  </a:lnTo>
                </a:path>
              </a:pathLst>
            </a:custGeom>
            <a:ln w="19050">
              <a:solidFill>
                <a:srgbClr val="4472C4"/>
              </a:solidFill>
            </a:ln>
          </p:spPr>
          <p:txBody>
            <a:bodyPr wrap="square" lIns="0" tIns="0" rIns="0" bIns="0" rtlCol="0"/>
            <a:lstStyle/>
            <a:p/>
          </p:txBody>
        </p:sp>
        <p:sp>
          <p:nvSpPr>
            <p:cNvPr id="20" name="object 20"/>
            <p:cNvSpPr/>
            <p:nvPr/>
          </p:nvSpPr>
          <p:spPr>
            <a:xfrm>
              <a:off x="9568383" y="3025139"/>
              <a:ext cx="226695" cy="230504"/>
            </a:xfrm>
            <a:custGeom>
              <a:avLst/>
              <a:gdLst/>
              <a:ahLst/>
              <a:cxnLst/>
              <a:rect l="l" t="t" r="r" b="b"/>
              <a:pathLst>
                <a:path w="226695" h="230504">
                  <a:moveTo>
                    <a:pt x="0" y="229970"/>
                  </a:moveTo>
                  <a:lnTo>
                    <a:pt x="113118" y="0"/>
                  </a:lnTo>
                  <a:lnTo>
                    <a:pt x="226236" y="229970"/>
                  </a:lnTo>
                  <a:lnTo>
                    <a:pt x="0" y="229970"/>
                  </a:lnTo>
                  <a:close/>
                </a:path>
              </a:pathLst>
            </a:custGeom>
            <a:ln w="12700">
              <a:solidFill>
                <a:srgbClr val="2F528F"/>
              </a:solidFill>
            </a:ln>
          </p:spPr>
          <p:txBody>
            <a:bodyPr wrap="square" lIns="0" tIns="0" rIns="0" bIns="0" rtlCol="0"/>
            <a:lstStyle/>
            <a:p/>
          </p:txBody>
        </p:sp>
        <p:sp>
          <p:nvSpPr>
            <p:cNvPr id="21" name="object 21"/>
            <p:cNvSpPr/>
            <p:nvPr/>
          </p:nvSpPr>
          <p:spPr>
            <a:xfrm>
              <a:off x="9405632" y="4375454"/>
              <a:ext cx="0" cy="423545"/>
            </a:xfrm>
            <a:custGeom>
              <a:avLst/>
              <a:gdLst/>
              <a:ahLst/>
              <a:cxnLst/>
              <a:rect l="l" t="t" r="r" b="b"/>
              <a:pathLst>
                <a:path h="423545">
                  <a:moveTo>
                    <a:pt x="0" y="0"/>
                  </a:moveTo>
                  <a:lnTo>
                    <a:pt x="1" y="423278"/>
                  </a:lnTo>
                </a:path>
              </a:pathLst>
            </a:custGeom>
            <a:ln w="19050">
              <a:solidFill>
                <a:srgbClr val="4472C4"/>
              </a:solidFill>
            </a:ln>
          </p:spPr>
          <p:txBody>
            <a:bodyPr wrap="square" lIns="0" tIns="0" rIns="0" bIns="0" rtlCol="0"/>
            <a:lstStyle/>
            <a:p/>
          </p:txBody>
        </p:sp>
        <p:sp>
          <p:nvSpPr>
            <p:cNvPr id="22" name="object 22"/>
            <p:cNvSpPr/>
            <p:nvPr/>
          </p:nvSpPr>
          <p:spPr>
            <a:xfrm>
              <a:off x="9406554" y="4390598"/>
              <a:ext cx="273050" cy="3810"/>
            </a:xfrm>
            <a:custGeom>
              <a:avLst/>
              <a:gdLst/>
              <a:ahLst/>
              <a:cxnLst/>
              <a:rect l="l" t="t" r="r" b="b"/>
              <a:pathLst>
                <a:path w="273050" h="3810">
                  <a:moveTo>
                    <a:pt x="273043" y="3335"/>
                  </a:moveTo>
                  <a:lnTo>
                    <a:pt x="0" y="0"/>
                  </a:lnTo>
                </a:path>
              </a:pathLst>
            </a:custGeom>
            <a:ln w="19050">
              <a:solidFill>
                <a:srgbClr val="4472C4"/>
              </a:solidFill>
            </a:ln>
          </p:spPr>
          <p:txBody>
            <a:bodyPr wrap="square" lIns="0" tIns="0" rIns="0" bIns="0" rtlCol="0"/>
            <a:lstStyle/>
            <a:p/>
          </p:txBody>
        </p:sp>
        <p:sp>
          <p:nvSpPr>
            <p:cNvPr id="23" name="object 23"/>
            <p:cNvSpPr/>
            <p:nvPr/>
          </p:nvSpPr>
          <p:spPr>
            <a:xfrm>
              <a:off x="9397143" y="4795029"/>
              <a:ext cx="273050" cy="3810"/>
            </a:xfrm>
            <a:custGeom>
              <a:avLst/>
              <a:gdLst/>
              <a:ahLst/>
              <a:cxnLst/>
              <a:rect l="l" t="t" r="r" b="b"/>
              <a:pathLst>
                <a:path w="273050" h="3810">
                  <a:moveTo>
                    <a:pt x="273043" y="3335"/>
                  </a:moveTo>
                  <a:lnTo>
                    <a:pt x="0" y="0"/>
                  </a:lnTo>
                </a:path>
              </a:pathLst>
            </a:custGeom>
            <a:ln w="19050">
              <a:solidFill>
                <a:srgbClr val="4472C4"/>
              </a:solidFill>
            </a:ln>
          </p:spPr>
          <p:txBody>
            <a:bodyPr wrap="square" lIns="0" tIns="0" rIns="0" bIns="0" rtlCol="0"/>
            <a:lstStyle/>
            <a:p/>
          </p:txBody>
        </p:sp>
        <p:sp>
          <p:nvSpPr>
            <p:cNvPr id="24" name="object 24"/>
            <p:cNvSpPr/>
            <p:nvPr/>
          </p:nvSpPr>
          <p:spPr>
            <a:xfrm>
              <a:off x="9670186" y="3986898"/>
              <a:ext cx="0" cy="421005"/>
            </a:xfrm>
            <a:custGeom>
              <a:avLst/>
              <a:gdLst/>
              <a:ahLst/>
              <a:cxnLst/>
              <a:rect l="l" t="t" r="r" b="b"/>
              <a:pathLst>
                <a:path h="421004">
                  <a:moveTo>
                    <a:pt x="0" y="0"/>
                  </a:moveTo>
                  <a:lnTo>
                    <a:pt x="1" y="420742"/>
                  </a:lnTo>
                </a:path>
              </a:pathLst>
            </a:custGeom>
            <a:ln w="19050">
              <a:solidFill>
                <a:srgbClr val="4472C4"/>
              </a:solidFill>
            </a:ln>
          </p:spPr>
          <p:txBody>
            <a:bodyPr wrap="square" lIns="0" tIns="0" rIns="0" bIns="0" rtlCol="0"/>
            <a:lstStyle/>
            <a:p/>
          </p:txBody>
        </p:sp>
        <p:sp>
          <p:nvSpPr>
            <p:cNvPr id="25" name="object 25"/>
            <p:cNvSpPr/>
            <p:nvPr/>
          </p:nvSpPr>
          <p:spPr>
            <a:xfrm>
              <a:off x="9670186" y="4788369"/>
              <a:ext cx="0" cy="421005"/>
            </a:xfrm>
            <a:custGeom>
              <a:avLst/>
              <a:gdLst/>
              <a:ahLst/>
              <a:cxnLst/>
              <a:rect l="l" t="t" r="r" b="b"/>
              <a:pathLst>
                <a:path h="421004">
                  <a:moveTo>
                    <a:pt x="0" y="0"/>
                  </a:moveTo>
                  <a:lnTo>
                    <a:pt x="1" y="420742"/>
                  </a:lnTo>
                </a:path>
              </a:pathLst>
            </a:custGeom>
            <a:ln w="19050">
              <a:solidFill>
                <a:srgbClr val="4472C4"/>
              </a:solidFill>
            </a:ln>
          </p:spPr>
          <p:txBody>
            <a:bodyPr wrap="square" lIns="0" tIns="0" rIns="0" bIns="0" rtlCol="0"/>
            <a:lstStyle/>
            <a:p/>
          </p:txBody>
        </p:sp>
        <p:sp>
          <p:nvSpPr>
            <p:cNvPr id="26" name="object 26"/>
            <p:cNvSpPr/>
            <p:nvPr/>
          </p:nvSpPr>
          <p:spPr>
            <a:xfrm>
              <a:off x="9584862" y="5219255"/>
              <a:ext cx="163830" cy="0"/>
            </a:xfrm>
            <a:custGeom>
              <a:avLst/>
              <a:gdLst/>
              <a:ahLst/>
              <a:cxnLst/>
              <a:rect l="l" t="t" r="r" b="b"/>
              <a:pathLst>
                <a:path w="163829">
                  <a:moveTo>
                    <a:pt x="163759" y="0"/>
                  </a:moveTo>
                  <a:lnTo>
                    <a:pt x="0" y="1"/>
                  </a:lnTo>
                </a:path>
              </a:pathLst>
            </a:custGeom>
            <a:ln w="19050">
              <a:solidFill>
                <a:srgbClr val="4472C4"/>
              </a:solidFill>
            </a:ln>
          </p:spPr>
          <p:txBody>
            <a:bodyPr wrap="square" lIns="0" tIns="0" rIns="0" bIns="0" rtlCol="0"/>
            <a:lstStyle/>
            <a:p/>
          </p:txBody>
        </p:sp>
        <p:sp>
          <p:nvSpPr>
            <p:cNvPr id="27" name="object 27"/>
            <p:cNvSpPr/>
            <p:nvPr/>
          </p:nvSpPr>
          <p:spPr>
            <a:xfrm>
              <a:off x="9620018" y="5263616"/>
              <a:ext cx="97155" cy="0"/>
            </a:xfrm>
            <a:custGeom>
              <a:avLst/>
              <a:gdLst/>
              <a:ahLst/>
              <a:cxnLst/>
              <a:rect l="l" t="t" r="r" b="b"/>
              <a:pathLst>
                <a:path w="97154">
                  <a:moveTo>
                    <a:pt x="96866" y="0"/>
                  </a:moveTo>
                  <a:lnTo>
                    <a:pt x="0" y="1"/>
                  </a:lnTo>
                </a:path>
              </a:pathLst>
            </a:custGeom>
            <a:ln w="19050">
              <a:solidFill>
                <a:srgbClr val="4472C4"/>
              </a:solidFill>
            </a:ln>
          </p:spPr>
          <p:txBody>
            <a:bodyPr wrap="square" lIns="0" tIns="0" rIns="0" bIns="0" rtlCol="0"/>
            <a:lstStyle/>
            <a:p/>
          </p:txBody>
        </p:sp>
        <p:sp>
          <p:nvSpPr>
            <p:cNvPr id="28" name="object 28"/>
            <p:cNvSpPr/>
            <p:nvPr/>
          </p:nvSpPr>
          <p:spPr>
            <a:xfrm>
              <a:off x="9639220" y="5307990"/>
              <a:ext cx="52705" cy="0"/>
            </a:xfrm>
            <a:custGeom>
              <a:avLst/>
              <a:gdLst/>
              <a:ahLst/>
              <a:cxnLst/>
              <a:rect l="l" t="t" r="r" b="b"/>
              <a:pathLst>
                <a:path w="52704">
                  <a:moveTo>
                    <a:pt x="52581" y="0"/>
                  </a:moveTo>
                  <a:lnTo>
                    <a:pt x="0" y="1"/>
                  </a:lnTo>
                </a:path>
              </a:pathLst>
            </a:custGeom>
            <a:ln w="19050">
              <a:solidFill>
                <a:srgbClr val="4472C4"/>
              </a:solidFill>
            </a:ln>
          </p:spPr>
          <p:txBody>
            <a:bodyPr wrap="square" lIns="0" tIns="0" rIns="0" bIns="0" rtlCol="0"/>
            <a:lstStyle/>
            <a:p/>
          </p:txBody>
        </p:sp>
      </p:grpSp>
      <p:sp>
        <p:nvSpPr>
          <p:cNvPr id="29" name="object 29"/>
          <p:cNvSpPr txBox="1"/>
          <p:nvPr/>
        </p:nvSpPr>
        <p:spPr>
          <a:xfrm>
            <a:off x="8069338" y="3360165"/>
            <a:ext cx="254000" cy="553085"/>
          </a:xfrm>
          <a:prstGeom prst="rect">
            <a:avLst/>
          </a:prstGeom>
        </p:spPr>
        <p:txBody>
          <a:bodyPr vert="horz" wrap="square" lIns="0" tIns="38735" rIns="0" bIns="0" rtlCol="0">
            <a:spAutoFit/>
          </a:bodyPr>
          <a:lstStyle/>
          <a:p>
            <a:pPr marL="12700" marR="5080">
              <a:lnSpc>
                <a:spcPts val="1990"/>
              </a:lnSpc>
              <a:spcBef>
                <a:spcPts val="305"/>
              </a:spcBef>
            </a:pPr>
            <a:r>
              <a:rPr sz="1800" spc="-50" dirty="0">
                <a:solidFill>
                  <a:srgbClr val="FF0000"/>
                </a:solidFill>
                <a:latin typeface="宋体" panose="02010600030101010101" pitchFamily="2" charset="-122"/>
                <a:cs typeface="宋体" panose="02010600030101010101" pitchFamily="2" charset="-122"/>
              </a:rPr>
              <a:t>开路</a:t>
            </a:r>
            <a:endParaRPr sz="1800">
              <a:latin typeface="宋体" panose="02010600030101010101" pitchFamily="2" charset="-122"/>
              <a:cs typeface="宋体" panose="02010600030101010101" pitchFamily="2" charset="-122"/>
            </a:endParaRPr>
          </a:p>
        </p:txBody>
      </p:sp>
      <p:sp>
        <p:nvSpPr>
          <p:cNvPr id="30" name="object 30"/>
          <p:cNvSpPr/>
          <p:nvPr/>
        </p:nvSpPr>
        <p:spPr>
          <a:xfrm>
            <a:off x="10042156" y="2853220"/>
            <a:ext cx="76200" cy="1900555"/>
          </a:xfrm>
          <a:custGeom>
            <a:avLst/>
            <a:gdLst/>
            <a:ahLst/>
            <a:cxnLst/>
            <a:rect l="l" t="t" r="r" b="b"/>
            <a:pathLst>
              <a:path w="76200" h="1900554">
                <a:moveTo>
                  <a:pt x="28575" y="1824113"/>
                </a:moveTo>
                <a:lnTo>
                  <a:pt x="0" y="1824113"/>
                </a:lnTo>
                <a:lnTo>
                  <a:pt x="38100" y="1900313"/>
                </a:lnTo>
                <a:lnTo>
                  <a:pt x="69850" y="1836813"/>
                </a:lnTo>
                <a:lnTo>
                  <a:pt x="28575" y="1836813"/>
                </a:lnTo>
                <a:lnTo>
                  <a:pt x="28575" y="1824113"/>
                </a:lnTo>
                <a:close/>
              </a:path>
              <a:path w="76200" h="1900554">
                <a:moveTo>
                  <a:pt x="47625" y="0"/>
                </a:moveTo>
                <a:lnTo>
                  <a:pt x="28575" y="0"/>
                </a:lnTo>
                <a:lnTo>
                  <a:pt x="28575" y="1836813"/>
                </a:lnTo>
                <a:lnTo>
                  <a:pt x="47625" y="1836813"/>
                </a:lnTo>
                <a:lnTo>
                  <a:pt x="47625" y="0"/>
                </a:lnTo>
                <a:close/>
              </a:path>
              <a:path w="76200" h="1900554">
                <a:moveTo>
                  <a:pt x="76200" y="1824113"/>
                </a:moveTo>
                <a:lnTo>
                  <a:pt x="47625" y="1824113"/>
                </a:lnTo>
                <a:lnTo>
                  <a:pt x="47625" y="1836813"/>
                </a:lnTo>
                <a:lnTo>
                  <a:pt x="69850" y="1836813"/>
                </a:lnTo>
                <a:lnTo>
                  <a:pt x="76200" y="1824113"/>
                </a:lnTo>
                <a:close/>
              </a:path>
            </a:pathLst>
          </a:custGeom>
          <a:solidFill>
            <a:srgbClr val="FF0000"/>
          </a:solidFill>
        </p:spPr>
        <p:txBody>
          <a:bodyPr wrap="square" lIns="0" tIns="0" rIns="0" bIns="0" rtlCol="0"/>
          <a:lstStyle/>
          <a:p/>
        </p:txBody>
      </p:sp>
      <p:sp>
        <p:nvSpPr>
          <p:cNvPr id="31" name="object 31"/>
          <p:cNvSpPr txBox="1"/>
          <p:nvPr/>
        </p:nvSpPr>
        <p:spPr>
          <a:xfrm>
            <a:off x="10174833" y="3521710"/>
            <a:ext cx="1168400" cy="845819"/>
          </a:xfrm>
          <a:prstGeom prst="rect">
            <a:avLst/>
          </a:prstGeom>
        </p:spPr>
        <p:txBody>
          <a:bodyPr vert="horz" wrap="square" lIns="0" tIns="13970" rIns="0" bIns="0" rtlCol="0">
            <a:spAutoFit/>
          </a:bodyPr>
          <a:lstStyle/>
          <a:p>
            <a:pPr marL="12700" marR="5080" algn="just">
              <a:lnSpc>
                <a:spcPct val="99000"/>
              </a:lnSpc>
              <a:spcBef>
                <a:spcPts val="110"/>
              </a:spcBef>
            </a:pPr>
            <a:r>
              <a:rPr sz="1800" spc="-10" dirty="0">
                <a:solidFill>
                  <a:srgbClr val="FF0000"/>
                </a:solidFill>
                <a:latin typeface="宋体" panose="02010600030101010101" pitchFamily="2" charset="-122"/>
                <a:cs typeface="宋体" panose="02010600030101010101" pitchFamily="2" charset="-122"/>
              </a:rPr>
              <a:t>某种条件下导致泄露电</a:t>
            </a:r>
            <a:r>
              <a:rPr sz="1800" spc="-20" dirty="0">
                <a:solidFill>
                  <a:srgbClr val="FF0000"/>
                </a:solidFill>
                <a:latin typeface="宋体" panose="02010600030101010101" pitchFamily="2" charset="-122"/>
                <a:cs typeface="宋体" panose="02010600030101010101" pitchFamily="2" charset="-122"/>
              </a:rPr>
              <a:t>流过大</a:t>
            </a:r>
            <a:endParaRPr sz="1800">
              <a:latin typeface="宋体" panose="02010600030101010101" pitchFamily="2" charset="-122"/>
              <a:cs typeface="宋体" panose="02010600030101010101" pitchFamily="2" charset="-122"/>
            </a:endParaRPr>
          </a:p>
        </p:txBody>
      </p:sp>
      <p:sp>
        <p:nvSpPr>
          <p:cNvPr id="33" name="object 33"/>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缺陷，故障和失效</a:t>
            </a:r>
            <a:endParaRPr spc="-1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469265" indent="-456565">
              <a:lnSpc>
                <a:spcPct val="100000"/>
              </a:lnSpc>
              <a:spcBef>
                <a:spcPts val="100"/>
              </a:spcBef>
              <a:buAutoNum type="arabicPeriod" startAt="3"/>
              <a:tabLst>
                <a:tab pos="469265" algn="l"/>
              </a:tabLst>
            </a:pPr>
            <a:r>
              <a:rPr spc="-5" dirty="0"/>
              <a:t>失效 </a:t>
            </a:r>
            <a:r>
              <a:rPr spc="-10" dirty="0"/>
              <a:t>（Failure）</a:t>
            </a:r>
            <a:endParaRPr spc="-10" dirty="0"/>
          </a:p>
          <a:p>
            <a:pPr marL="927100" marR="5080" lvl="1" indent="-457200">
              <a:lnSpc>
                <a:spcPct val="200000"/>
              </a:lnSpc>
              <a:spcBef>
                <a:spcPts val="710"/>
              </a:spcBef>
              <a:buAutoNum type="arabicPeriod"/>
              <a:tabLst>
                <a:tab pos="927100" algn="l"/>
              </a:tabLst>
            </a:pPr>
            <a:r>
              <a:rPr sz="2000" spc="-5" dirty="0">
                <a:solidFill>
                  <a:srgbClr val="009FE8"/>
                </a:solidFill>
                <a:latin typeface="微软雅黑" panose="020B0503020204020204" charset="-122"/>
                <a:cs typeface="微软雅黑" panose="020B0503020204020204" charset="-122"/>
              </a:rPr>
              <a:t>如果门级故障可以向后传播并被观测到，导致芯片行为不符合预期，这种现象称之</a:t>
            </a:r>
            <a:r>
              <a:rPr sz="2000" spc="-15" dirty="0">
                <a:solidFill>
                  <a:srgbClr val="009FE8"/>
                </a:solidFill>
                <a:latin typeface="微软雅黑" panose="020B0503020204020204" charset="-122"/>
                <a:cs typeface="微软雅黑" panose="020B0503020204020204" charset="-122"/>
              </a:rPr>
              <a:t>为失效。</a:t>
            </a:r>
            <a:endParaRPr sz="2000">
              <a:latin typeface="微软雅黑" panose="020B0503020204020204" charset="-122"/>
              <a:cs typeface="微软雅黑" panose="020B0503020204020204" charset="-122"/>
            </a:endParaRPr>
          </a:p>
          <a:p>
            <a:pPr marL="927100" marR="5080" lvl="1" indent="-457200">
              <a:lnSpc>
                <a:spcPct val="200000"/>
              </a:lnSpc>
              <a:spcBef>
                <a:spcPts val="505"/>
              </a:spcBef>
              <a:buAutoNum type="arabicPeriod"/>
              <a:tabLst>
                <a:tab pos="927100" algn="l"/>
              </a:tabLst>
            </a:pPr>
            <a:r>
              <a:rPr sz="2000" spc="-5" dirty="0">
                <a:solidFill>
                  <a:srgbClr val="009FE8"/>
                </a:solidFill>
                <a:latin typeface="微软雅黑" panose="020B0503020204020204" charset="-122"/>
                <a:cs typeface="微软雅黑" panose="020B0503020204020204" charset="-122"/>
              </a:rPr>
              <a:t>门级故障并不一定导致失效，例如，时序路径上的较小延迟的增加并不一定导致时序违例；冗余逻辑门的输出端有固定故障，却不会传播到下游。</a:t>
            </a:r>
            <a:endParaRPr sz="2000">
              <a:latin typeface="微软雅黑" panose="020B0503020204020204" charset="-122"/>
              <a:cs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可测性设计的概念</a:t>
            </a:r>
            <a:endParaRPr spc="-10" dirty="0"/>
          </a:p>
        </p:txBody>
      </p:sp>
      <p:grpSp>
        <p:nvGrpSpPr>
          <p:cNvPr id="3" name="object 3"/>
          <p:cNvGrpSpPr/>
          <p:nvPr/>
        </p:nvGrpSpPr>
        <p:grpSpPr>
          <a:xfrm>
            <a:off x="1896326" y="3528817"/>
            <a:ext cx="4501515" cy="2787015"/>
            <a:chOff x="1896326" y="3528817"/>
            <a:chExt cx="4501515" cy="2787015"/>
          </a:xfrm>
        </p:grpSpPr>
        <p:sp>
          <p:nvSpPr>
            <p:cNvPr id="4" name="object 4"/>
            <p:cNvSpPr/>
            <p:nvPr/>
          </p:nvSpPr>
          <p:spPr>
            <a:xfrm>
              <a:off x="1904898" y="3537389"/>
              <a:ext cx="4484370" cy="2769870"/>
            </a:xfrm>
            <a:custGeom>
              <a:avLst/>
              <a:gdLst/>
              <a:ahLst/>
              <a:cxnLst/>
              <a:rect l="l" t="t" r="r" b="b"/>
              <a:pathLst>
                <a:path w="4484370" h="2769870">
                  <a:moveTo>
                    <a:pt x="0" y="2769668"/>
                  </a:moveTo>
                  <a:lnTo>
                    <a:pt x="4483981" y="2769668"/>
                  </a:lnTo>
                  <a:lnTo>
                    <a:pt x="4483981" y="0"/>
                  </a:lnTo>
                  <a:lnTo>
                    <a:pt x="0" y="0"/>
                  </a:lnTo>
                  <a:lnTo>
                    <a:pt x="0" y="2769668"/>
                  </a:lnTo>
                  <a:close/>
                </a:path>
              </a:pathLst>
            </a:custGeom>
            <a:ln w="16748">
              <a:solidFill>
                <a:srgbClr val="41719C"/>
              </a:solidFill>
            </a:ln>
          </p:spPr>
          <p:txBody>
            <a:bodyPr wrap="square" lIns="0" tIns="0" rIns="0" bIns="0" rtlCol="0"/>
            <a:lstStyle/>
            <a:p/>
          </p:txBody>
        </p:sp>
        <p:pic>
          <p:nvPicPr>
            <p:cNvPr id="5" name="object 5"/>
            <p:cNvPicPr/>
            <p:nvPr/>
          </p:nvPicPr>
          <p:blipFill>
            <a:blip r:embed="rId1" cstate="print"/>
            <a:stretch>
              <a:fillRect/>
            </a:stretch>
          </p:blipFill>
          <p:spPr>
            <a:xfrm>
              <a:off x="2085055" y="3616490"/>
              <a:ext cx="379713" cy="189941"/>
            </a:xfrm>
            <a:prstGeom prst="rect">
              <a:avLst/>
            </a:prstGeom>
          </p:spPr>
        </p:pic>
        <p:sp>
          <p:nvSpPr>
            <p:cNvPr id="6" name="object 6"/>
            <p:cNvSpPr/>
            <p:nvPr/>
          </p:nvSpPr>
          <p:spPr>
            <a:xfrm>
              <a:off x="2151507" y="3616488"/>
              <a:ext cx="247015" cy="190500"/>
            </a:xfrm>
            <a:custGeom>
              <a:avLst/>
              <a:gdLst/>
              <a:ahLst/>
              <a:cxnLst/>
              <a:rect l="l" t="t" r="r" b="b"/>
              <a:pathLst>
                <a:path w="247014" h="190500">
                  <a:moveTo>
                    <a:pt x="246809" y="95028"/>
                  </a:moveTo>
                  <a:lnTo>
                    <a:pt x="218494" y="127744"/>
                  </a:lnTo>
                  <a:lnTo>
                    <a:pt x="179016" y="155174"/>
                  </a:lnTo>
                  <a:lnTo>
                    <a:pt x="130243" y="176260"/>
                  </a:lnTo>
                  <a:lnTo>
                    <a:pt x="74042" y="189944"/>
                  </a:lnTo>
                  <a:lnTo>
                    <a:pt x="0" y="189944"/>
                  </a:lnTo>
                  <a:lnTo>
                    <a:pt x="25788" y="143338"/>
                  </a:lnTo>
                  <a:lnTo>
                    <a:pt x="34384" y="94972"/>
                  </a:lnTo>
                  <a:lnTo>
                    <a:pt x="25788" y="46606"/>
                  </a:lnTo>
                  <a:lnTo>
                    <a:pt x="0" y="0"/>
                  </a:lnTo>
                  <a:lnTo>
                    <a:pt x="74042" y="0"/>
                  </a:lnTo>
                  <a:lnTo>
                    <a:pt x="130433" y="13560"/>
                  </a:lnTo>
                  <a:lnTo>
                    <a:pt x="179305" y="34616"/>
                  </a:lnTo>
                  <a:lnTo>
                    <a:pt x="218737" y="62121"/>
                  </a:lnTo>
                  <a:lnTo>
                    <a:pt x="246809" y="95028"/>
                  </a:lnTo>
                  <a:close/>
                </a:path>
              </a:pathLst>
            </a:custGeom>
            <a:ln w="13956">
              <a:solidFill>
                <a:srgbClr val="4A80B1"/>
              </a:solidFill>
            </a:ln>
          </p:spPr>
          <p:txBody>
            <a:bodyPr wrap="square" lIns="0" tIns="0" rIns="0" bIns="0" rtlCol="0"/>
            <a:lstStyle/>
            <a:p/>
          </p:txBody>
        </p:sp>
        <p:pic>
          <p:nvPicPr>
            <p:cNvPr id="7" name="object 7"/>
            <p:cNvPicPr/>
            <p:nvPr/>
          </p:nvPicPr>
          <p:blipFill>
            <a:blip r:embed="rId2" cstate="print"/>
            <a:stretch>
              <a:fillRect/>
            </a:stretch>
          </p:blipFill>
          <p:spPr>
            <a:xfrm>
              <a:off x="2151506" y="3616490"/>
              <a:ext cx="246799" cy="189941"/>
            </a:xfrm>
            <a:prstGeom prst="rect">
              <a:avLst/>
            </a:prstGeom>
          </p:spPr>
        </p:pic>
        <p:sp>
          <p:nvSpPr>
            <p:cNvPr id="8" name="object 8"/>
            <p:cNvSpPr/>
            <p:nvPr/>
          </p:nvSpPr>
          <p:spPr>
            <a:xfrm>
              <a:off x="2151507" y="3616488"/>
              <a:ext cx="247015" cy="190500"/>
            </a:xfrm>
            <a:custGeom>
              <a:avLst/>
              <a:gdLst/>
              <a:ahLst/>
              <a:cxnLst/>
              <a:rect l="l" t="t" r="r" b="b"/>
              <a:pathLst>
                <a:path w="247014" h="190500">
                  <a:moveTo>
                    <a:pt x="151880" y="189944"/>
                  </a:moveTo>
                  <a:lnTo>
                    <a:pt x="0" y="189944"/>
                  </a:lnTo>
                  <a:lnTo>
                    <a:pt x="0" y="0"/>
                  </a:lnTo>
                  <a:lnTo>
                    <a:pt x="151880" y="0"/>
                  </a:lnTo>
                  <a:lnTo>
                    <a:pt x="188828" y="7467"/>
                  </a:lnTo>
                  <a:lnTo>
                    <a:pt x="219002" y="27832"/>
                  </a:lnTo>
                  <a:lnTo>
                    <a:pt x="239348" y="58038"/>
                  </a:lnTo>
                  <a:lnTo>
                    <a:pt x="246809" y="95028"/>
                  </a:lnTo>
                  <a:lnTo>
                    <a:pt x="239348" y="131953"/>
                  </a:lnTo>
                  <a:lnTo>
                    <a:pt x="219002" y="162126"/>
                  </a:lnTo>
                  <a:lnTo>
                    <a:pt x="188828" y="182479"/>
                  </a:lnTo>
                  <a:lnTo>
                    <a:pt x="151880" y="189944"/>
                  </a:lnTo>
                  <a:close/>
                </a:path>
              </a:pathLst>
            </a:custGeom>
            <a:ln w="13956">
              <a:solidFill>
                <a:srgbClr val="4A80B1"/>
              </a:solidFill>
            </a:ln>
          </p:spPr>
          <p:txBody>
            <a:bodyPr wrap="square" lIns="0" tIns="0" rIns="0" bIns="0" rtlCol="0"/>
            <a:lstStyle/>
            <a:p/>
          </p:txBody>
        </p:sp>
        <p:pic>
          <p:nvPicPr>
            <p:cNvPr id="9" name="object 9"/>
            <p:cNvPicPr/>
            <p:nvPr/>
          </p:nvPicPr>
          <p:blipFill>
            <a:blip r:embed="rId3" cstate="print"/>
            <a:stretch>
              <a:fillRect/>
            </a:stretch>
          </p:blipFill>
          <p:spPr>
            <a:xfrm>
              <a:off x="2670443" y="3797719"/>
              <a:ext cx="379702" cy="189839"/>
            </a:xfrm>
            <a:prstGeom prst="rect">
              <a:avLst/>
            </a:prstGeom>
          </p:spPr>
        </p:pic>
        <p:sp>
          <p:nvSpPr>
            <p:cNvPr id="10" name="object 10"/>
            <p:cNvSpPr/>
            <p:nvPr/>
          </p:nvSpPr>
          <p:spPr>
            <a:xfrm>
              <a:off x="2736895" y="3797723"/>
              <a:ext cx="247015" cy="189865"/>
            </a:xfrm>
            <a:custGeom>
              <a:avLst/>
              <a:gdLst/>
              <a:ahLst/>
              <a:cxnLst/>
              <a:rect l="l" t="t" r="r" b="b"/>
              <a:pathLst>
                <a:path w="247014" h="189864">
                  <a:moveTo>
                    <a:pt x="246809" y="94916"/>
                  </a:moveTo>
                  <a:lnTo>
                    <a:pt x="218494" y="127680"/>
                  </a:lnTo>
                  <a:lnTo>
                    <a:pt x="179016" y="155104"/>
                  </a:lnTo>
                  <a:lnTo>
                    <a:pt x="130243" y="176164"/>
                  </a:lnTo>
                  <a:lnTo>
                    <a:pt x="74042" y="189833"/>
                  </a:lnTo>
                  <a:lnTo>
                    <a:pt x="0" y="189833"/>
                  </a:lnTo>
                  <a:lnTo>
                    <a:pt x="25788" y="143243"/>
                  </a:lnTo>
                  <a:lnTo>
                    <a:pt x="34384" y="94916"/>
                  </a:lnTo>
                  <a:lnTo>
                    <a:pt x="25788" y="46589"/>
                  </a:lnTo>
                  <a:lnTo>
                    <a:pt x="0" y="0"/>
                  </a:lnTo>
                  <a:lnTo>
                    <a:pt x="74042" y="0"/>
                  </a:lnTo>
                  <a:lnTo>
                    <a:pt x="130433" y="13495"/>
                  </a:lnTo>
                  <a:lnTo>
                    <a:pt x="179305" y="34518"/>
                  </a:lnTo>
                  <a:lnTo>
                    <a:pt x="218737" y="62011"/>
                  </a:lnTo>
                  <a:lnTo>
                    <a:pt x="246809" y="94916"/>
                  </a:lnTo>
                  <a:close/>
                </a:path>
              </a:pathLst>
            </a:custGeom>
            <a:ln w="13956">
              <a:solidFill>
                <a:srgbClr val="4A80B1"/>
              </a:solidFill>
            </a:ln>
          </p:spPr>
          <p:txBody>
            <a:bodyPr wrap="square" lIns="0" tIns="0" rIns="0" bIns="0" rtlCol="0"/>
            <a:lstStyle/>
            <a:p/>
          </p:txBody>
        </p:sp>
        <p:pic>
          <p:nvPicPr>
            <p:cNvPr id="11" name="object 11"/>
            <p:cNvPicPr/>
            <p:nvPr/>
          </p:nvPicPr>
          <p:blipFill>
            <a:blip r:embed="rId4" cstate="print"/>
            <a:stretch>
              <a:fillRect/>
            </a:stretch>
          </p:blipFill>
          <p:spPr>
            <a:xfrm>
              <a:off x="2736888" y="3797719"/>
              <a:ext cx="246811" cy="189839"/>
            </a:xfrm>
            <a:prstGeom prst="rect">
              <a:avLst/>
            </a:prstGeom>
          </p:spPr>
        </p:pic>
        <p:sp>
          <p:nvSpPr>
            <p:cNvPr id="12" name="object 12"/>
            <p:cNvSpPr/>
            <p:nvPr/>
          </p:nvSpPr>
          <p:spPr>
            <a:xfrm>
              <a:off x="2736895" y="3797723"/>
              <a:ext cx="247015" cy="189865"/>
            </a:xfrm>
            <a:custGeom>
              <a:avLst/>
              <a:gdLst/>
              <a:ahLst/>
              <a:cxnLst/>
              <a:rect l="l" t="t" r="r" b="b"/>
              <a:pathLst>
                <a:path w="247014" h="189864">
                  <a:moveTo>
                    <a:pt x="151880" y="189833"/>
                  </a:moveTo>
                  <a:lnTo>
                    <a:pt x="0" y="189833"/>
                  </a:lnTo>
                  <a:lnTo>
                    <a:pt x="0" y="0"/>
                  </a:lnTo>
                  <a:lnTo>
                    <a:pt x="151880" y="0"/>
                  </a:lnTo>
                  <a:lnTo>
                    <a:pt x="188828" y="7450"/>
                  </a:lnTo>
                  <a:lnTo>
                    <a:pt x="219002" y="27777"/>
                  </a:lnTo>
                  <a:lnTo>
                    <a:pt x="239348" y="57944"/>
                  </a:lnTo>
                  <a:lnTo>
                    <a:pt x="246809" y="94916"/>
                  </a:lnTo>
                  <a:lnTo>
                    <a:pt x="239348" y="131888"/>
                  </a:lnTo>
                  <a:lnTo>
                    <a:pt x="219002" y="162056"/>
                  </a:lnTo>
                  <a:lnTo>
                    <a:pt x="188828" y="182383"/>
                  </a:lnTo>
                  <a:lnTo>
                    <a:pt x="151880" y="189833"/>
                  </a:lnTo>
                  <a:close/>
                </a:path>
              </a:pathLst>
            </a:custGeom>
            <a:ln w="13956">
              <a:solidFill>
                <a:srgbClr val="4A80B1"/>
              </a:solidFill>
            </a:ln>
          </p:spPr>
          <p:txBody>
            <a:bodyPr wrap="square" lIns="0" tIns="0" rIns="0" bIns="0" rtlCol="0"/>
            <a:lstStyle/>
            <a:p/>
          </p:txBody>
        </p:sp>
        <p:pic>
          <p:nvPicPr>
            <p:cNvPr id="13" name="object 13"/>
            <p:cNvPicPr/>
            <p:nvPr/>
          </p:nvPicPr>
          <p:blipFill>
            <a:blip r:embed="rId5" cstate="print"/>
            <a:stretch>
              <a:fillRect/>
            </a:stretch>
          </p:blipFill>
          <p:spPr>
            <a:xfrm>
              <a:off x="2089219" y="3983875"/>
              <a:ext cx="379713" cy="189941"/>
            </a:xfrm>
            <a:prstGeom prst="rect">
              <a:avLst/>
            </a:prstGeom>
          </p:spPr>
        </p:pic>
        <p:sp>
          <p:nvSpPr>
            <p:cNvPr id="14" name="object 14"/>
            <p:cNvSpPr/>
            <p:nvPr/>
          </p:nvSpPr>
          <p:spPr>
            <a:xfrm>
              <a:off x="2130990" y="3983872"/>
              <a:ext cx="271780" cy="190500"/>
            </a:xfrm>
            <a:custGeom>
              <a:avLst/>
              <a:gdLst/>
              <a:ahLst/>
              <a:cxnLst/>
              <a:rect l="l" t="t" r="r" b="b"/>
              <a:pathLst>
                <a:path w="271780" h="190500">
                  <a:moveTo>
                    <a:pt x="271490" y="94916"/>
                  </a:moveTo>
                  <a:lnTo>
                    <a:pt x="243175" y="127682"/>
                  </a:lnTo>
                  <a:lnTo>
                    <a:pt x="203697" y="155118"/>
                  </a:lnTo>
                  <a:lnTo>
                    <a:pt x="154924" y="176211"/>
                  </a:lnTo>
                  <a:lnTo>
                    <a:pt x="98723" y="189944"/>
                  </a:lnTo>
                  <a:lnTo>
                    <a:pt x="24680" y="189944"/>
                  </a:lnTo>
                  <a:lnTo>
                    <a:pt x="50469" y="143338"/>
                  </a:lnTo>
                  <a:lnTo>
                    <a:pt x="59065" y="94972"/>
                  </a:lnTo>
                  <a:lnTo>
                    <a:pt x="50469" y="46606"/>
                  </a:lnTo>
                  <a:lnTo>
                    <a:pt x="24680" y="0"/>
                  </a:lnTo>
                  <a:lnTo>
                    <a:pt x="98723" y="0"/>
                  </a:lnTo>
                  <a:lnTo>
                    <a:pt x="155113" y="13511"/>
                  </a:lnTo>
                  <a:lnTo>
                    <a:pt x="203986" y="34560"/>
                  </a:lnTo>
                  <a:lnTo>
                    <a:pt x="243418" y="62058"/>
                  </a:lnTo>
                  <a:lnTo>
                    <a:pt x="271490" y="94916"/>
                  </a:lnTo>
                  <a:close/>
                </a:path>
                <a:path w="271780" h="190500">
                  <a:moveTo>
                    <a:pt x="0" y="189944"/>
                  </a:moveTo>
                  <a:lnTo>
                    <a:pt x="25788" y="143338"/>
                  </a:lnTo>
                  <a:lnTo>
                    <a:pt x="34384" y="94972"/>
                  </a:lnTo>
                  <a:lnTo>
                    <a:pt x="25788" y="46606"/>
                  </a:lnTo>
                  <a:lnTo>
                    <a:pt x="0" y="0"/>
                  </a:lnTo>
                </a:path>
              </a:pathLst>
            </a:custGeom>
            <a:ln w="13955">
              <a:solidFill>
                <a:srgbClr val="4A80B1"/>
              </a:solidFill>
            </a:ln>
          </p:spPr>
          <p:txBody>
            <a:bodyPr wrap="square" lIns="0" tIns="0" rIns="0" bIns="0" rtlCol="0"/>
            <a:lstStyle/>
            <a:p/>
          </p:txBody>
        </p:sp>
        <p:sp>
          <p:nvSpPr>
            <p:cNvPr id="15" name="object 15"/>
            <p:cNvSpPr/>
            <p:nvPr/>
          </p:nvSpPr>
          <p:spPr>
            <a:xfrm>
              <a:off x="2464768" y="3940098"/>
              <a:ext cx="205740" cy="139065"/>
            </a:xfrm>
            <a:custGeom>
              <a:avLst/>
              <a:gdLst/>
              <a:ahLst/>
              <a:cxnLst/>
              <a:rect l="l" t="t" r="r" b="b"/>
              <a:pathLst>
                <a:path w="205739" h="139064">
                  <a:moveTo>
                    <a:pt x="0" y="2568"/>
                  </a:moveTo>
                  <a:lnTo>
                    <a:pt x="0" y="138689"/>
                  </a:lnTo>
                </a:path>
                <a:path w="205739" h="139064">
                  <a:moveTo>
                    <a:pt x="205674" y="0"/>
                  </a:moveTo>
                  <a:lnTo>
                    <a:pt x="0" y="0"/>
                  </a:lnTo>
                </a:path>
              </a:pathLst>
            </a:custGeom>
            <a:ln w="11164">
              <a:solidFill>
                <a:srgbClr val="5B9BD5"/>
              </a:solidFill>
            </a:ln>
          </p:spPr>
          <p:txBody>
            <a:bodyPr wrap="square" lIns="0" tIns="0" rIns="0" bIns="0" rtlCol="0"/>
            <a:lstStyle/>
            <a:p/>
          </p:txBody>
        </p:sp>
        <p:pic>
          <p:nvPicPr>
            <p:cNvPr id="16" name="object 16"/>
            <p:cNvPicPr/>
            <p:nvPr/>
          </p:nvPicPr>
          <p:blipFill>
            <a:blip r:embed="rId6" cstate="print"/>
            <a:stretch>
              <a:fillRect/>
            </a:stretch>
          </p:blipFill>
          <p:spPr>
            <a:xfrm>
              <a:off x="3256657" y="4157180"/>
              <a:ext cx="379758" cy="189941"/>
            </a:xfrm>
            <a:prstGeom prst="rect">
              <a:avLst/>
            </a:prstGeom>
          </p:spPr>
        </p:pic>
        <p:sp>
          <p:nvSpPr>
            <p:cNvPr id="17" name="object 17"/>
            <p:cNvSpPr/>
            <p:nvPr/>
          </p:nvSpPr>
          <p:spPr>
            <a:xfrm>
              <a:off x="3323075" y="4157178"/>
              <a:ext cx="247015" cy="190500"/>
            </a:xfrm>
            <a:custGeom>
              <a:avLst/>
              <a:gdLst/>
              <a:ahLst/>
              <a:cxnLst/>
              <a:rect l="l" t="t" r="r" b="b"/>
              <a:pathLst>
                <a:path w="247014" h="190500">
                  <a:moveTo>
                    <a:pt x="246809" y="95028"/>
                  </a:moveTo>
                  <a:lnTo>
                    <a:pt x="218508" y="127792"/>
                  </a:lnTo>
                  <a:lnTo>
                    <a:pt x="179051" y="155216"/>
                  </a:lnTo>
                  <a:lnTo>
                    <a:pt x="130301" y="176276"/>
                  </a:lnTo>
                  <a:lnTo>
                    <a:pt x="74120" y="189944"/>
                  </a:lnTo>
                  <a:lnTo>
                    <a:pt x="0" y="189944"/>
                  </a:lnTo>
                  <a:lnTo>
                    <a:pt x="25806" y="143338"/>
                  </a:lnTo>
                  <a:lnTo>
                    <a:pt x="34409" y="94972"/>
                  </a:lnTo>
                  <a:lnTo>
                    <a:pt x="25806" y="46606"/>
                  </a:lnTo>
                  <a:lnTo>
                    <a:pt x="0" y="0"/>
                  </a:lnTo>
                  <a:lnTo>
                    <a:pt x="74120" y="0"/>
                  </a:lnTo>
                  <a:lnTo>
                    <a:pt x="130473" y="13560"/>
                  </a:lnTo>
                  <a:lnTo>
                    <a:pt x="179344" y="34616"/>
                  </a:lnTo>
                  <a:lnTo>
                    <a:pt x="218775" y="62121"/>
                  </a:lnTo>
                  <a:lnTo>
                    <a:pt x="246809" y="95028"/>
                  </a:lnTo>
                  <a:close/>
                </a:path>
              </a:pathLst>
            </a:custGeom>
            <a:ln w="13956">
              <a:solidFill>
                <a:srgbClr val="4A80B1"/>
              </a:solidFill>
            </a:ln>
          </p:spPr>
          <p:txBody>
            <a:bodyPr wrap="square" lIns="0" tIns="0" rIns="0" bIns="0" rtlCol="0"/>
            <a:lstStyle/>
            <a:p/>
          </p:txBody>
        </p:sp>
        <p:pic>
          <p:nvPicPr>
            <p:cNvPr id="18" name="object 18"/>
            <p:cNvPicPr/>
            <p:nvPr/>
          </p:nvPicPr>
          <p:blipFill>
            <a:blip r:embed="rId7" cstate="print"/>
            <a:stretch>
              <a:fillRect/>
            </a:stretch>
          </p:blipFill>
          <p:spPr>
            <a:xfrm>
              <a:off x="3323069" y="4157180"/>
              <a:ext cx="246811" cy="189941"/>
            </a:xfrm>
            <a:prstGeom prst="rect">
              <a:avLst/>
            </a:prstGeom>
          </p:spPr>
        </p:pic>
        <p:sp>
          <p:nvSpPr>
            <p:cNvPr id="19" name="object 19"/>
            <p:cNvSpPr/>
            <p:nvPr/>
          </p:nvSpPr>
          <p:spPr>
            <a:xfrm>
              <a:off x="3323075" y="4157178"/>
              <a:ext cx="247015" cy="190500"/>
            </a:xfrm>
            <a:custGeom>
              <a:avLst/>
              <a:gdLst/>
              <a:ahLst/>
              <a:cxnLst/>
              <a:rect l="l" t="t" r="r" b="b"/>
              <a:pathLst>
                <a:path w="247014" h="190500">
                  <a:moveTo>
                    <a:pt x="151925" y="189944"/>
                  </a:moveTo>
                  <a:lnTo>
                    <a:pt x="0" y="189944"/>
                  </a:lnTo>
                  <a:lnTo>
                    <a:pt x="0" y="0"/>
                  </a:lnTo>
                  <a:lnTo>
                    <a:pt x="151925" y="0"/>
                  </a:lnTo>
                  <a:lnTo>
                    <a:pt x="188884" y="7467"/>
                  </a:lnTo>
                  <a:lnTo>
                    <a:pt x="219041" y="27832"/>
                  </a:lnTo>
                  <a:lnTo>
                    <a:pt x="239361" y="58038"/>
                  </a:lnTo>
                  <a:lnTo>
                    <a:pt x="246809" y="95028"/>
                  </a:lnTo>
                  <a:lnTo>
                    <a:pt x="239361" y="131953"/>
                  </a:lnTo>
                  <a:lnTo>
                    <a:pt x="219041" y="162126"/>
                  </a:lnTo>
                  <a:lnTo>
                    <a:pt x="188884" y="182479"/>
                  </a:lnTo>
                  <a:lnTo>
                    <a:pt x="151925" y="189944"/>
                  </a:lnTo>
                  <a:close/>
                </a:path>
              </a:pathLst>
            </a:custGeom>
            <a:ln w="13956">
              <a:solidFill>
                <a:srgbClr val="4A80B1"/>
              </a:solidFill>
            </a:ln>
          </p:spPr>
          <p:txBody>
            <a:bodyPr wrap="square" lIns="0" tIns="0" rIns="0" bIns="0" rtlCol="0"/>
            <a:lstStyle/>
            <a:p/>
          </p:txBody>
        </p:sp>
        <p:sp>
          <p:nvSpPr>
            <p:cNvPr id="20" name="object 20"/>
            <p:cNvSpPr/>
            <p:nvPr/>
          </p:nvSpPr>
          <p:spPr>
            <a:xfrm>
              <a:off x="2460605" y="3707273"/>
              <a:ext cx="798830" cy="918844"/>
            </a:xfrm>
            <a:custGeom>
              <a:avLst/>
              <a:gdLst/>
              <a:ahLst/>
              <a:cxnLst/>
              <a:rect l="l" t="t" r="r" b="b"/>
              <a:pathLst>
                <a:path w="798829" h="918845">
                  <a:moveTo>
                    <a:pt x="0" y="0"/>
                  </a:moveTo>
                  <a:lnTo>
                    <a:pt x="0" y="136233"/>
                  </a:lnTo>
                </a:path>
                <a:path w="798829" h="918845">
                  <a:moveTo>
                    <a:pt x="209838" y="137908"/>
                  </a:moveTo>
                  <a:lnTo>
                    <a:pt x="4163" y="137908"/>
                  </a:lnTo>
                </a:path>
                <a:path w="798829" h="918845">
                  <a:moveTo>
                    <a:pt x="588870" y="182574"/>
                  </a:moveTo>
                  <a:lnTo>
                    <a:pt x="588870" y="494459"/>
                  </a:lnTo>
                </a:path>
                <a:path w="798829" h="918845">
                  <a:moveTo>
                    <a:pt x="798731" y="496023"/>
                  </a:moveTo>
                  <a:lnTo>
                    <a:pt x="593112" y="496023"/>
                  </a:lnTo>
                </a:path>
                <a:path w="798829" h="918845">
                  <a:moveTo>
                    <a:pt x="588647" y="593061"/>
                  </a:moveTo>
                  <a:lnTo>
                    <a:pt x="589540" y="918793"/>
                  </a:lnTo>
                </a:path>
                <a:path w="798829" h="918845">
                  <a:moveTo>
                    <a:pt x="794266" y="590604"/>
                  </a:moveTo>
                  <a:lnTo>
                    <a:pt x="588647" y="590604"/>
                  </a:lnTo>
                </a:path>
              </a:pathLst>
            </a:custGeom>
            <a:ln w="11164">
              <a:solidFill>
                <a:srgbClr val="5B9BD5"/>
              </a:solidFill>
            </a:ln>
          </p:spPr>
          <p:txBody>
            <a:bodyPr wrap="square" lIns="0" tIns="0" rIns="0" bIns="0" rtlCol="0"/>
            <a:lstStyle/>
            <a:p/>
          </p:txBody>
        </p:sp>
        <p:pic>
          <p:nvPicPr>
            <p:cNvPr id="21" name="object 21"/>
            <p:cNvPicPr/>
            <p:nvPr/>
          </p:nvPicPr>
          <p:blipFill>
            <a:blip r:embed="rId8" cstate="print"/>
            <a:stretch>
              <a:fillRect/>
            </a:stretch>
          </p:blipFill>
          <p:spPr>
            <a:xfrm>
              <a:off x="2670443" y="4531156"/>
              <a:ext cx="379702" cy="189941"/>
            </a:xfrm>
            <a:prstGeom prst="rect">
              <a:avLst/>
            </a:prstGeom>
          </p:spPr>
        </p:pic>
        <p:sp>
          <p:nvSpPr>
            <p:cNvPr id="22" name="object 22"/>
            <p:cNvSpPr/>
            <p:nvPr/>
          </p:nvSpPr>
          <p:spPr>
            <a:xfrm>
              <a:off x="2736895" y="4531150"/>
              <a:ext cx="247015" cy="190500"/>
            </a:xfrm>
            <a:custGeom>
              <a:avLst/>
              <a:gdLst/>
              <a:ahLst/>
              <a:cxnLst/>
              <a:rect l="l" t="t" r="r" b="b"/>
              <a:pathLst>
                <a:path w="247014" h="190500">
                  <a:moveTo>
                    <a:pt x="246809" y="94916"/>
                  </a:moveTo>
                  <a:lnTo>
                    <a:pt x="218494" y="127682"/>
                  </a:lnTo>
                  <a:lnTo>
                    <a:pt x="179016" y="155118"/>
                  </a:lnTo>
                  <a:lnTo>
                    <a:pt x="130243" y="176211"/>
                  </a:lnTo>
                  <a:lnTo>
                    <a:pt x="74042" y="189944"/>
                  </a:lnTo>
                  <a:lnTo>
                    <a:pt x="0" y="189944"/>
                  </a:lnTo>
                  <a:lnTo>
                    <a:pt x="25788" y="143338"/>
                  </a:lnTo>
                  <a:lnTo>
                    <a:pt x="34384" y="94972"/>
                  </a:lnTo>
                  <a:lnTo>
                    <a:pt x="25788" y="46606"/>
                  </a:lnTo>
                  <a:lnTo>
                    <a:pt x="0" y="0"/>
                  </a:lnTo>
                  <a:lnTo>
                    <a:pt x="74042" y="0"/>
                  </a:lnTo>
                  <a:lnTo>
                    <a:pt x="130433" y="13511"/>
                  </a:lnTo>
                  <a:lnTo>
                    <a:pt x="179305" y="34560"/>
                  </a:lnTo>
                  <a:lnTo>
                    <a:pt x="218737" y="62058"/>
                  </a:lnTo>
                  <a:lnTo>
                    <a:pt x="246809" y="94916"/>
                  </a:lnTo>
                  <a:close/>
                </a:path>
              </a:pathLst>
            </a:custGeom>
            <a:ln w="13956">
              <a:solidFill>
                <a:srgbClr val="4A80B1"/>
              </a:solidFill>
            </a:ln>
          </p:spPr>
          <p:txBody>
            <a:bodyPr wrap="square" lIns="0" tIns="0" rIns="0" bIns="0" rtlCol="0"/>
            <a:lstStyle/>
            <a:p/>
          </p:txBody>
        </p:sp>
        <p:pic>
          <p:nvPicPr>
            <p:cNvPr id="23" name="object 23"/>
            <p:cNvPicPr/>
            <p:nvPr/>
          </p:nvPicPr>
          <p:blipFill>
            <a:blip r:embed="rId9" cstate="print"/>
            <a:stretch>
              <a:fillRect/>
            </a:stretch>
          </p:blipFill>
          <p:spPr>
            <a:xfrm>
              <a:off x="2093382" y="4349585"/>
              <a:ext cx="379713" cy="189826"/>
            </a:xfrm>
            <a:prstGeom prst="rect">
              <a:avLst/>
            </a:prstGeom>
          </p:spPr>
        </p:pic>
        <p:sp>
          <p:nvSpPr>
            <p:cNvPr id="24" name="object 24"/>
            <p:cNvSpPr/>
            <p:nvPr/>
          </p:nvSpPr>
          <p:spPr>
            <a:xfrm>
              <a:off x="2159834" y="4349580"/>
              <a:ext cx="247015" cy="189865"/>
            </a:xfrm>
            <a:custGeom>
              <a:avLst/>
              <a:gdLst/>
              <a:ahLst/>
              <a:cxnLst/>
              <a:rect l="l" t="t" r="r" b="b"/>
              <a:pathLst>
                <a:path w="247014" h="189864">
                  <a:moveTo>
                    <a:pt x="246809" y="94916"/>
                  </a:moveTo>
                  <a:lnTo>
                    <a:pt x="218494" y="127680"/>
                  </a:lnTo>
                  <a:lnTo>
                    <a:pt x="179016" y="155104"/>
                  </a:lnTo>
                  <a:lnTo>
                    <a:pt x="130243" y="176164"/>
                  </a:lnTo>
                  <a:lnTo>
                    <a:pt x="74042" y="189833"/>
                  </a:lnTo>
                  <a:lnTo>
                    <a:pt x="0" y="189833"/>
                  </a:lnTo>
                  <a:lnTo>
                    <a:pt x="25788" y="143243"/>
                  </a:lnTo>
                  <a:lnTo>
                    <a:pt x="34384" y="94916"/>
                  </a:lnTo>
                  <a:lnTo>
                    <a:pt x="25788" y="46589"/>
                  </a:lnTo>
                  <a:lnTo>
                    <a:pt x="0" y="0"/>
                  </a:lnTo>
                  <a:lnTo>
                    <a:pt x="74042" y="0"/>
                  </a:lnTo>
                  <a:lnTo>
                    <a:pt x="130433" y="13495"/>
                  </a:lnTo>
                  <a:lnTo>
                    <a:pt x="179305" y="34518"/>
                  </a:lnTo>
                  <a:lnTo>
                    <a:pt x="218737" y="62011"/>
                  </a:lnTo>
                  <a:lnTo>
                    <a:pt x="246809" y="94916"/>
                  </a:lnTo>
                  <a:close/>
                </a:path>
              </a:pathLst>
            </a:custGeom>
            <a:ln w="13956">
              <a:solidFill>
                <a:srgbClr val="4A80B1"/>
              </a:solidFill>
            </a:ln>
          </p:spPr>
          <p:txBody>
            <a:bodyPr wrap="square" lIns="0" tIns="0" rIns="0" bIns="0" rtlCol="0"/>
            <a:lstStyle/>
            <a:p/>
          </p:txBody>
        </p:sp>
        <p:pic>
          <p:nvPicPr>
            <p:cNvPr id="25" name="object 25"/>
            <p:cNvPicPr/>
            <p:nvPr/>
          </p:nvPicPr>
          <p:blipFill>
            <a:blip r:embed="rId10" cstate="print"/>
            <a:stretch>
              <a:fillRect/>
            </a:stretch>
          </p:blipFill>
          <p:spPr>
            <a:xfrm>
              <a:off x="2159825" y="4349585"/>
              <a:ext cx="246811" cy="189826"/>
            </a:xfrm>
            <a:prstGeom prst="rect">
              <a:avLst/>
            </a:prstGeom>
          </p:spPr>
        </p:pic>
        <p:sp>
          <p:nvSpPr>
            <p:cNvPr id="26" name="object 26"/>
            <p:cNvSpPr/>
            <p:nvPr/>
          </p:nvSpPr>
          <p:spPr>
            <a:xfrm>
              <a:off x="2159834" y="4349580"/>
              <a:ext cx="247015" cy="189865"/>
            </a:xfrm>
            <a:custGeom>
              <a:avLst/>
              <a:gdLst/>
              <a:ahLst/>
              <a:cxnLst/>
              <a:rect l="l" t="t" r="r" b="b"/>
              <a:pathLst>
                <a:path w="247014" h="189864">
                  <a:moveTo>
                    <a:pt x="151880" y="189833"/>
                  </a:moveTo>
                  <a:lnTo>
                    <a:pt x="0" y="189833"/>
                  </a:lnTo>
                  <a:lnTo>
                    <a:pt x="0" y="0"/>
                  </a:lnTo>
                  <a:lnTo>
                    <a:pt x="151880" y="0"/>
                  </a:lnTo>
                  <a:lnTo>
                    <a:pt x="188828" y="7450"/>
                  </a:lnTo>
                  <a:lnTo>
                    <a:pt x="219002" y="27777"/>
                  </a:lnTo>
                  <a:lnTo>
                    <a:pt x="239348" y="57944"/>
                  </a:lnTo>
                  <a:lnTo>
                    <a:pt x="246809" y="94916"/>
                  </a:lnTo>
                  <a:lnTo>
                    <a:pt x="239348" y="131888"/>
                  </a:lnTo>
                  <a:lnTo>
                    <a:pt x="219002" y="162056"/>
                  </a:lnTo>
                  <a:lnTo>
                    <a:pt x="188828" y="182383"/>
                  </a:lnTo>
                  <a:lnTo>
                    <a:pt x="151880" y="189833"/>
                  </a:lnTo>
                  <a:close/>
                </a:path>
              </a:pathLst>
            </a:custGeom>
            <a:ln w="13956">
              <a:solidFill>
                <a:srgbClr val="4A80B1"/>
              </a:solidFill>
            </a:ln>
          </p:spPr>
          <p:txBody>
            <a:bodyPr wrap="square" lIns="0" tIns="0" rIns="0" bIns="0" rtlCol="0"/>
            <a:lstStyle/>
            <a:p/>
          </p:txBody>
        </p:sp>
        <p:pic>
          <p:nvPicPr>
            <p:cNvPr id="27" name="object 27"/>
            <p:cNvPicPr/>
            <p:nvPr/>
          </p:nvPicPr>
          <p:blipFill>
            <a:blip r:embed="rId11" cstate="print"/>
            <a:stretch>
              <a:fillRect/>
            </a:stretch>
          </p:blipFill>
          <p:spPr>
            <a:xfrm>
              <a:off x="2097546" y="4716856"/>
              <a:ext cx="379713" cy="189941"/>
            </a:xfrm>
            <a:prstGeom prst="rect">
              <a:avLst/>
            </a:prstGeom>
          </p:spPr>
        </p:pic>
        <p:sp>
          <p:nvSpPr>
            <p:cNvPr id="28" name="object 28"/>
            <p:cNvSpPr/>
            <p:nvPr/>
          </p:nvSpPr>
          <p:spPr>
            <a:xfrm>
              <a:off x="2139317" y="4716852"/>
              <a:ext cx="271780" cy="190500"/>
            </a:xfrm>
            <a:custGeom>
              <a:avLst/>
              <a:gdLst/>
              <a:ahLst/>
              <a:cxnLst/>
              <a:rect l="l" t="t" r="r" b="b"/>
              <a:pathLst>
                <a:path w="271780" h="190500">
                  <a:moveTo>
                    <a:pt x="271490" y="95028"/>
                  </a:moveTo>
                  <a:lnTo>
                    <a:pt x="243175" y="127792"/>
                  </a:lnTo>
                  <a:lnTo>
                    <a:pt x="203697" y="155216"/>
                  </a:lnTo>
                  <a:lnTo>
                    <a:pt x="154924" y="176276"/>
                  </a:lnTo>
                  <a:lnTo>
                    <a:pt x="98723" y="189944"/>
                  </a:lnTo>
                  <a:lnTo>
                    <a:pt x="24680" y="189944"/>
                  </a:lnTo>
                  <a:lnTo>
                    <a:pt x="50469" y="143338"/>
                  </a:lnTo>
                  <a:lnTo>
                    <a:pt x="59065" y="94972"/>
                  </a:lnTo>
                  <a:lnTo>
                    <a:pt x="50469" y="46606"/>
                  </a:lnTo>
                  <a:lnTo>
                    <a:pt x="24680" y="0"/>
                  </a:lnTo>
                  <a:lnTo>
                    <a:pt x="98723" y="0"/>
                  </a:lnTo>
                  <a:lnTo>
                    <a:pt x="155113" y="13560"/>
                  </a:lnTo>
                  <a:lnTo>
                    <a:pt x="203986" y="34616"/>
                  </a:lnTo>
                  <a:lnTo>
                    <a:pt x="243418" y="62121"/>
                  </a:lnTo>
                  <a:lnTo>
                    <a:pt x="271490" y="95028"/>
                  </a:lnTo>
                  <a:close/>
                </a:path>
                <a:path w="271780" h="190500">
                  <a:moveTo>
                    <a:pt x="0" y="189944"/>
                  </a:moveTo>
                  <a:lnTo>
                    <a:pt x="25788" y="143338"/>
                  </a:lnTo>
                  <a:lnTo>
                    <a:pt x="34384" y="94972"/>
                  </a:lnTo>
                  <a:lnTo>
                    <a:pt x="25788" y="46606"/>
                  </a:lnTo>
                  <a:lnTo>
                    <a:pt x="0" y="0"/>
                  </a:lnTo>
                </a:path>
              </a:pathLst>
            </a:custGeom>
            <a:ln w="13955">
              <a:solidFill>
                <a:srgbClr val="4A80B1"/>
              </a:solidFill>
            </a:ln>
          </p:spPr>
          <p:txBody>
            <a:bodyPr wrap="square" lIns="0" tIns="0" rIns="0" bIns="0" rtlCol="0"/>
            <a:lstStyle/>
            <a:p/>
          </p:txBody>
        </p:sp>
        <p:sp>
          <p:nvSpPr>
            <p:cNvPr id="29" name="object 29"/>
            <p:cNvSpPr/>
            <p:nvPr/>
          </p:nvSpPr>
          <p:spPr>
            <a:xfrm>
              <a:off x="2468932" y="4440365"/>
              <a:ext cx="210185" cy="372110"/>
            </a:xfrm>
            <a:custGeom>
              <a:avLst/>
              <a:gdLst/>
              <a:ahLst/>
              <a:cxnLst/>
              <a:rect l="l" t="t" r="r" b="b"/>
              <a:pathLst>
                <a:path w="210185" h="372110">
                  <a:moveTo>
                    <a:pt x="4163" y="235281"/>
                  </a:moveTo>
                  <a:lnTo>
                    <a:pt x="4163" y="371514"/>
                  </a:lnTo>
                </a:path>
                <a:path w="210185" h="372110">
                  <a:moveTo>
                    <a:pt x="209838" y="232824"/>
                  </a:moveTo>
                  <a:lnTo>
                    <a:pt x="4163" y="232824"/>
                  </a:lnTo>
                </a:path>
                <a:path w="210185" h="372110">
                  <a:moveTo>
                    <a:pt x="0" y="0"/>
                  </a:moveTo>
                  <a:lnTo>
                    <a:pt x="0" y="136121"/>
                  </a:lnTo>
                </a:path>
                <a:path w="210185" h="372110">
                  <a:moveTo>
                    <a:pt x="209838" y="137796"/>
                  </a:moveTo>
                  <a:lnTo>
                    <a:pt x="4163" y="137796"/>
                  </a:lnTo>
                </a:path>
              </a:pathLst>
            </a:custGeom>
            <a:ln w="11164">
              <a:solidFill>
                <a:srgbClr val="5B9BD5"/>
              </a:solidFill>
            </a:ln>
          </p:spPr>
          <p:txBody>
            <a:bodyPr wrap="square" lIns="0" tIns="0" rIns="0" bIns="0" rtlCol="0"/>
            <a:lstStyle/>
            <a:p/>
          </p:txBody>
        </p:sp>
        <p:sp>
          <p:nvSpPr>
            <p:cNvPr id="30" name="object 30"/>
            <p:cNvSpPr/>
            <p:nvPr/>
          </p:nvSpPr>
          <p:spPr>
            <a:xfrm>
              <a:off x="3630832" y="4248075"/>
              <a:ext cx="321945" cy="0"/>
            </a:xfrm>
            <a:custGeom>
              <a:avLst/>
              <a:gdLst/>
              <a:ahLst/>
              <a:cxnLst/>
              <a:rect l="l" t="t" r="r" b="b"/>
              <a:pathLst>
                <a:path w="321945">
                  <a:moveTo>
                    <a:pt x="0" y="0"/>
                  </a:moveTo>
                  <a:lnTo>
                    <a:pt x="321928" y="0"/>
                  </a:lnTo>
                </a:path>
              </a:pathLst>
            </a:custGeom>
            <a:ln w="11389">
              <a:solidFill>
                <a:srgbClr val="2E75B5"/>
              </a:solidFill>
            </a:ln>
          </p:spPr>
          <p:txBody>
            <a:bodyPr wrap="square" lIns="0" tIns="0" rIns="0" bIns="0" rtlCol="0"/>
            <a:lstStyle/>
            <a:p/>
          </p:txBody>
        </p:sp>
        <p:pic>
          <p:nvPicPr>
            <p:cNvPr id="31" name="object 31"/>
            <p:cNvPicPr/>
            <p:nvPr/>
          </p:nvPicPr>
          <p:blipFill>
            <a:blip r:embed="rId12" cstate="print"/>
            <a:stretch>
              <a:fillRect/>
            </a:stretch>
          </p:blipFill>
          <p:spPr>
            <a:xfrm>
              <a:off x="2085055" y="4961737"/>
              <a:ext cx="379713" cy="189941"/>
            </a:xfrm>
            <a:prstGeom prst="rect">
              <a:avLst/>
            </a:prstGeom>
          </p:spPr>
        </p:pic>
        <p:sp>
          <p:nvSpPr>
            <p:cNvPr id="32" name="object 32"/>
            <p:cNvSpPr/>
            <p:nvPr/>
          </p:nvSpPr>
          <p:spPr>
            <a:xfrm>
              <a:off x="2151507" y="4961736"/>
              <a:ext cx="247015" cy="190500"/>
            </a:xfrm>
            <a:custGeom>
              <a:avLst/>
              <a:gdLst/>
              <a:ahLst/>
              <a:cxnLst/>
              <a:rect l="l" t="t" r="r" b="b"/>
              <a:pathLst>
                <a:path w="247014" h="190500">
                  <a:moveTo>
                    <a:pt x="246809" y="95028"/>
                  </a:moveTo>
                  <a:lnTo>
                    <a:pt x="218494" y="127792"/>
                  </a:lnTo>
                  <a:lnTo>
                    <a:pt x="179016" y="155216"/>
                  </a:lnTo>
                  <a:lnTo>
                    <a:pt x="130243" y="176276"/>
                  </a:lnTo>
                  <a:lnTo>
                    <a:pt x="74042" y="189944"/>
                  </a:lnTo>
                  <a:lnTo>
                    <a:pt x="0" y="189944"/>
                  </a:lnTo>
                  <a:lnTo>
                    <a:pt x="25788" y="143338"/>
                  </a:lnTo>
                  <a:lnTo>
                    <a:pt x="34384" y="94972"/>
                  </a:lnTo>
                  <a:lnTo>
                    <a:pt x="25788" y="46606"/>
                  </a:lnTo>
                  <a:lnTo>
                    <a:pt x="0" y="0"/>
                  </a:lnTo>
                  <a:lnTo>
                    <a:pt x="74042" y="0"/>
                  </a:lnTo>
                  <a:lnTo>
                    <a:pt x="130433" y="13560"/>
                  </a:lnTo>
                  <a:lnTo>
                    <a:pt x="179305" y="34616"/>
                  </a:lnTo>
                  <a:lnTo>
                    <a:pt x="218737" y="62121"/>
                  </a:lnTo>
                  <a:lnTo>
                    <a:pt x="246809" y="95028"/>
                  </a:lnTo>
                  <a:close/>
                </a:path>
              </a:pathLst>
            </a:custGeom>
            <a:ln w="13956">
              <a:solidFill>
                <a:srgbClr val="4A80B1"/>
              </a:solidFill>
            </a:ln>
          </p:spPr>
          <p:txBody>
            <a:bodyPr wrap="square" lIns="0" tIns="0" rIns="0" bIns="0" rtlCol="0"/>
            <a:lstStyle/>
            <a:p/>
          </p:txBody>
        </p:sp>
        <p:pic>
          <p:nvPicPr>
            <p:cNvPr id="33" name="object 33"/>
            <p:cNvPicPr/>
            <p:nvPr/>
          </p:nvPicPr>
          <p:blipFill>
            <a:blip r:embed="rId13" cstate="print"/>
            <a:stretch>
              <a:fillRect/>
            </a:stretch>
          </p:blipFill>
          <p:spPr>
            <a:xfrm>
              <a:off x="2151506" y="4961737"/>
              <a:ext cx="246799" cy="189941"/>
            </a:xfrm>
            <a:prstGeom prst="rect">
              <a:avLst/>
            </a:prstGeom>
          </p:spPr>
        </p:pic>
        <p:sp>
          <p:nvSpPr>
            <p:cNvPr id="34" name="object 34"/>
            <p:cNvSpPr/>
            <p:nvPr/>
          </p:nvSpPr>
          <p:spPr>
            <a:xfrm>
              <a:off x="2151507" y="4961736"/>
              <a:ext cx="247015" cy="190500"/>
            </a:xfrm>
            <a:custGeom>
              <a:avLst/>
              <a:gdLst/>
              <a:ahLst/>
              <a:cxnLst/>
              <a:rect l="l" t="t" r="r" b="b"/>
              <a:pathLst>
                <a:path w="247014" h="190500">
                  <a:moveTo>
                    <a:pt x="151880" y="189944"/>
                  </a:moveTo>
                  <a:lnTo>
                    <a:pt x="0" y="189944"/>
                  </a:lnTo>
                  <a:lnTo>
                    <a:pt x="0" y="0"/>
                  </a:lnTo>
                  <a:lnTo>
                    <a:pt x="151880" y="0"/>
                  </a:lnTo>
                  <a:lnTo>
                    <a:pt x="188828" y="7467"/>
                  </a:lnTo>
                  <a:lnTo>
                    <a:pt x="219002" y="27832"/>
                  </a:lnTo>
                  <a:lnTo>
                    <a:pt x="239348" y="58038"/>
                  </a:lnTo>
                  <a:lnTo>
                    <a:pt x="246809" y="95028"/>
                  </a:lnTo>
                  <a:lnTo>
                    <a:pt x="239348" y="131953"/>
                  </a:lnTo>
                  <a:lnTo>
                    <a:pt x="219002" y="162126"/>
                  </a:lnTo>
                  <a:lnTo>
                    <a:pt x="188828" y="182479"/>
                  </a:lnTo>
                  <a:lnTo>
                    <a:pt x="151880" y="189944"/>
                  </a:lnTo>
                  <a:close/>
                </a:path>
              </a:pathLst>
            </a:custGeom>
            <a:ln w="13956">
              <a:solidFill>
                <a:srgbClr val="4A80B1"/>
              </a:solidFill>
            </a:ln>
          </p:spPr>
          <p:txBody>
            <a:bodyPr wrap="square" lIns="0" tIns="0" rIns="0" bIns="0" rtlCol="0"/>
            <a:lstStyle/>
            <a:p/>
          </p:txBody>
        </p:sp>
        <p:pic>
          <p:nvPicPr>
            <p:cNvPr id="35" name="object 35"/>
            <p:cNvPicPr/>
            <p:nvPr/>
          </p:nvPicPr>
          <p:blipFill>
            <a:blip r:embed="rId14" cstate="print"/>
            <a:stretch>
              <a:fillRect/>
            </a:stretch>
          </p:blipFill>
          <p:spPr>
            <a:xfrm>
              <a:off x="2670443" y="5142966"/>
              <a:ext cx="379702" cy="189915"/>
            </a:xfrm>
            <a:prstGeom prst="rect">
              <a:avLst/>
            </a:prstGeom>
          </p:spPr>
        </p:pic>
        <p:sp>
          <p:nvSpPr>
            <p:cNvPr id="36" name="object 36"/>
            <p:cNvSpPr/>
            <p:nvPr/>
          </p:nvSpPr>
          <p:spPr>
            <a:xfrm>
              <a:off x="2736895" y="5142971"/>
              <a:ext cx="247015" cy="190500"/>
            </a:xfrm>
            <a:custGeom>
              <a:avLst/>
              <a:gdLst/>
              <a:ahLst/>
              <a:cxnLst/>
              <a:rect l="l" t="t" r="r" b="b"/>
              <a:pathLst>
                <a:path w="247014" h="190500">
                  <a:moveTo>
                    <a:pt x="246809" y="94950"/>
                  </a:moveTo>
                  <a:lnTo>
                    <a:pt x="218494" y="127709"/>
                  </a:lnTo>
                  <a:lnTo>
                    <a:pt x="179016" y="155139"/>
                  </a:lnTo>
                  <a:lnTo>
                    <a:pt x="130243" y="176215"/>
                  </a:lnTo>
                  <a:lnTo>
                    <a:pt x="74042" y="189911"/>
                  </a:lnTo>
                  <a:lnTo>
                    <a:pt x="0" y="189911"/>
                  </a:lnTo>
                  <a:lnTo>
                    <a:pt x="25788" y="143305"/>
                  </a:lnTo>
                  <a:lnTo>
                    <a:pt x="34384" y="94951"/>
                  </a:lnTo>
                  <a:lnTo>
                    <a:pt x="25788" y="46600"/>
                  </a:lnTo>
                  <a:lnTo>
                    <a:pt x="0" y="0"/>
                  </a:lnTo>
                  <a:lnTo>
                    <a:pt x="74042" y="0"/>
                  </a:lnTo>
                  <a:lnTo>
                    <a:pt x="130433" y="13512"/>
                  </a:lnTo>
                  <a:lnTo>
                    <a:pt x="179305" y="34565"/>
                  </a:lnTo>
                  <a:lnTo>
                    <a:pt x="218737" y="62072"/>
                  </a:lnTo>
                  <a:lnTo>
                    <a:pt x="246809" y="94950"/>
                  </a:lnTo>
                  <a:close/>
                </a:path>
              </a:pathLst>
            </a:custGeom>
            <a:ln w="13956">
              <a:solidFill>
                <a:srgbClr val="4A80B1"/>
              </a:solidFill>
            </a:ln>
          </p:spPr>
          <p:txBody>
            <a:bodyPr wrap="square" lIns="0" tIns="0" rIns="0" bIns="0" rtlCol="0"/>
            <a:lstStyle/>
            <a:p/>
          </p:txBody>
        </p:sp>
        <p:sp>
          <p:nvSpPr>
            <p:cNvPr id="37" name="object 37"/>
            <p:cNvSpPr/>
            <p:nvPr/>
          </p:nvSpPr>
          <p:spPr>
            <a:xfrm>
              <a:off x="2982963" y="5223700"/>
              <a:ext cx="28575" cy="28575"/>
            </a:xfrm>
            <a:custGeom>
              <a:avLst/>
              <a:gdLst/>
              <a:ahLst/>
              <a:cxnLst/>
              <a:rect l="l" t="t" r="r" b="b"/>
              <a:pathLst>
                <a:path w="28575" h="28575">
                  <a:moveTo>
                    <a:pt x="22085" y="0"/>
                  </a:moveTo>
                  <a:lnTo>
                    <a:pt x="6362" y="0"/>
                  </a:lnTo>
                  <a:lnTo>
                    <a:pt x="0" y="6362"/>
                  </a:lnTo>
                  <a:lnTo>
                    <a:pt x="0" y="22072"/>
                  </a:lnTo>
                  <a:lnTo>
                    <a:pt x="6362" y="28435"/>
                  </a:lnTo>
                  <a:lnTo>
                    <a:pt x="22085" y="28435"/>
                  </a:lnTo>
                  <a:lnTo>
                    <a:pt x="28448" y="22072"/>
                  </a:lnTo>
                  <a:lnTo>
                    <a:pt x="28448" y="14224"/>
                  </a:lnTo>
                  <a:lnTo>
                    <a:pt x="28448" y="6362"/>
                  </a:lnTo>
                  <a:lnTo>
                    <a:pt x="22085" y="0"/>
                  </a:lnTo>
                  <a:close/>
                </a:path>
              </a:pathLst>
            </a:custGeom>
            <a:solidFill>
              <a:srgbClr val="D8D8D8"/>
            </a:solidFill>
          </p:spPr>
          <p:txBody>
            <a:bodyPr wrap="square" lIns="0" tIns="0" rIns="0" bIns="0" rtlCol="0"/>
            <a:lstStyle/>
            <a:p/>
          </p:txBody>
        </p:sp>
        <p:sp>
          <p:nvSpPr>
            <p:cNvPr id="38" name="object 38"/>
            <p:cNvSpPr/>
            <p:nvPr/>
          </p:nvSpPr>
          <p:spPr>
            <a:xfrm>
              <a:off x="2982968" y="5223695"/>
              <a:ext cx="28575" cy="28575"/>
            </a:xfrm>
            <a:custGeom>
              <a:avLst/>
              <a:gdLst/>
              <a:ahLst/>
              <a:cxnLst/>
              <a:rect l="l" t="t" r="r" b="b"/>
              <a:pathLst>
                <a:path w="28575" h="28575">
                  <a:moveTo>
                    <a:pt x="28442" y="14226"/>
                  </a:moveTo>
                  <a:lnTo>
                    <a:pt x="28442" y="6364"/>
                  </a:lnTo>
                  <a:lnTo>
                    <a:pt x="22080" y="0"/>
                  </a:lnTo>
                  <a:lnTo>
                    <a:pt x="14210" y="0"/>
                  </a:lnTo>
                  <a:lnTo>
                    <a:pt x="6362" y="0"/>
                  </a:lnTo>
                  <a:lnTo>
                    <a:pt x="0" y="6364"/>
                  </a:lnTo>
                  <a:lnTo>
                    <a:pt x="0" y="14226"/>
                  </a:lnTo>
                  <a:lnTo>
                    <a:pt x="0" y="22076"/>
                  </a:lnTo>
                  <a:lnTo>
                    <a:pt x="6362" y="28441"/>
                  </a:lnTo>
                  <a:lnTo>
                    <a:pt x="14210" y="28441"/>
                  </a:lnTo>
                  <a:lnTo>
                    <a:pt x="22080" y="28441"/>
                  </a:lnTo>
                  <a:lnTo>
                    <a:pt x="28442" y="22076"/>
                  </a:lnTo>
                  <a:lnTo>
                    <a:pt x="28442" y="14226"/>
                  </a:lnTo>
                  <a:close/>
                </a:path>
              </a:pathLst>
            </a:custGeom>
            <a:ln w="13955">
              <a:solidFill>
                <a:srgbClr val="4A80B1"/>
              </a:solidFill>
            </a:ln>
          </p:spPr>
          <p:txBody>
            <a:bodyPr wrap="square" lIns="0" tIns="0" rIns="0" bIns="0" rtlCol="0"/>
            <a:lstStyle/>
            <a:p/>
          </p:txBody>
        </p:sp>
        <p:pic>
          <p:nvPicPr>
            <p:cNvPr id="39" name="object 39"/>
            <p:cNvPicPr/>
            <p:nvPr/>
          </p:nvPicPr>
          <p:blipFill>
            <a:blip r:embed="rId15" cstate="print"/>
            <a:stretch>
              <a:fillRect/>
            </a:stretch>
          </p:blipFill>
          <p:spPr>
            <a:xfrm>
              <a:off x="2089219" y="5329136"/>
              <a:ext cx="379713" cy="189915"/>
            </a:xfrm>
            <a:prstGeom prst="rect">
              <a:avLst/>
            </a:prstGeom>
          </p:spPr>
        </p:pic>
        <p:sp>
          <p:nvSpPr>
            <p:cNvPr id="40" name="object 40"/>
            <p:cNvSpPr/>
            <p:nvPr/>
          </p:nvSpPr>
          <p:spPr>
            <a:xfrm>
              <a:off x="2155671" y="5329131"/>
              <a:ext cx="247015" cy="190500"/>
            </a:xfrm>
            <a:custGeom>
              <a:avLst/>
              <a:gdLst/>
              <a:ahLst/>
              <a:cxnLst/>
              <a:rect l="l" t="t" r="r" b="b"/>
              <a:pathLst>
                <a:path w="247014" h="190500">
                  <a:moveTo>
                    <a:pt x="246809" y="94972"/>
                  </a:moveTo>
                  <a:lnTo>
                    <a:pt x="218494" y="127725"/>
                  </a:lnTo>
                  <a:lnTo>
                    <a:pt x="179016" y="155152"/>
                  </a:lnTo>
                  <a:lnTo>
                    <a:pt x="130243" y="176226"/>
                  </a:lnTo>
                  <a:lnTo>
                    <a:pt x="74042" y="189922"/>
                  </a:lnTo>
                  <a:lnTo>
                    <a:pt x="0" y="189922"/>
                  </a:lnTo>
                  <a:lnTo>
                    <a:pt x="25788" y="143319"/>
                  </a:lnTo>
                  <a:lnTo>
                    <a:pt x="34384" y="94961"/>
                  </a:lnTo>
                  <a:lnTo>
                    <a:pt x="25788" y="46603"/>
                  </a:lnTo>
                  <a:lnTo>
                    <a:pt x="0" y="0"/>
                  </a:lnTo>
                  <a:lnTo>
                    <a:pt x="74042" y="0"/>
                  </a:lnTo>
                  <a:lnTo>
                    <a:pt x="130433" y="13537"/>
                  </a:lnTo>
                  <a:lnTo>
                    <a:pt x="179305" y="34584"/>
                  </a:lnTo>
                  <a:lnTo>
                    <a:pt x="218737" y="62082"/>
                  </a:lnTo>
                  <a:lnTo>
                    <a:pt x="246809" y="94972"/>
                  </a:lnTo>
                  <a:close/>
                </a:path>
              </a:pathLst>
            </a:custGeom>
            <a:ln w="13956">
              <a:solidFill>
                <a:srgbClr val="4A80B1"/>
              </a:solidFill>
            </a:ln>
          </p:spPr>
          <p:txBody>
            <a:bodyPr wrap="square" lIns="0" tIns="0" rIns="0" bIns="0" rtlCol="0"/>
            <a:lstStyle/>
            <a:p/>
          </p:txBody>
        </p:sp>
        <p:sp>
          <p:nvSpPr>
            <p:cNvPr id="41" name="object 41"/>
            <p:cNvSpPr/>
            <p:nvPr/>
          </p:nvSpPr>
          <p:spPr>
            <a:xfrm>
              <a:off x="2464768" y="5285402"/>
              <a:ext cx="205740" cy="139065"/>
            </a:xfrm>
            <a:custGeom>
              <a:avLst/>
              <a:gdLst/>
              <a:ahLst/>
              <a:cxnLst/>
              <a:rect l="l" t="t" r="r" b="b"/>
              <a:pathLst>
                <a:path w="205739" h="139064">
                  <a:moveTo>
                    <a:pt x="0" y="2490"/>
                  </a:moveTo>
                  <a:lnTo>
                    <a:pt x="0" y="138689"/>
                  </a:lnTo>
                </a:path>
                <a:path w="205739" h="139064">
                  <a:moveTo>
                    <a:pt x="205674" y="0"/>
                  </a:moveTo>
                  <a:lnTo>
                    <a:pt x="0" y="0"/>
                  </a:lnTo>
                </a:path>
              </a:pathLst>
            </a:custGeom>
            <a:ln w="11164">
              <a:solidFill>
                <a:srgbClr val="5B9BD5"/>
              </a:solidFill>
            </a:ln>
          </p:spPr>
          <p:txBody>
            <a:bodyPr wrap="square" lIns="0" tIns="0" rIns="0" bIns="0" rtlCol="0"/>
            <a:lstStyle/>
            <a:p/>
          </p:txBody>
        </p:sp>
        <p:pic>
          <p:nvPicPr>
            <p:cNvPr id="42" name="object 42"/>
            <p:cNvPicPr/>
            <p:nvPr/>
          </p:nvPicPr>
          <p:blipFill>
            <a:blip r:embed="rId16" cstate="print"/>
            <a:stretch>
              <a:fillRect/>
            </a:stretch>
          </p:blipFill>
          <p:spPr>
            <a:xfrm>
              <a:off x="3256657" y="5502478"/>
              <a:ext cx="379758" cy="189927"/>
            </a:xfrm>
            <a:prstGeom prst="rect">
              <a:avLst/>
            </a:prstGeom>
          </p:spPr>
        </p:pic>
        <p:sp>
          <p:nvSpPr>
            <p:cNvPr id="43" name="object 43"/>
            <p:cNvSpPr/>
            <p:nvPr/>
          </p:nvSpPr>
          <p:spPr>
            <a:xfrm>
              <a:off x="3298406" y="5502482"/>
              <a:ext cx="271780" cy="190500"/>
            </a:xfrm>
            <a:custGeom>
              <a:avLst/>
              <a:gdLst/>
              <a:ahLst/>
              <a:cxnLst/>
              <a:rect l="l" t="t" r="r" b="b"/>
              <a:pathLst>
                <a:path w="271779" h="190500">
                  <a:moveTo>
                    <a:pt x="271479" y="94961"/>
                  </a:moveTo>
                  <a:lnTo>
                    <a:pt x="243177" y="127721"/>
                  </a:lnTo>
                  <a:lnTo>
                    <a:pt x="203720" y="155151"/>
                  </a:lnTo>
                  <a:lnTo>
                    <a:pt x="154970" y="176226"/>
                  </a:lnTo>
                  <a:lnTo>
                    <a:pt x="98790" y="189922"/>
                  </a:lnTo>
                  <a:lnTo>
                    <a:pt x="24669" y="189922"/>
                  </a:lnTo>
                  <a:lnTo>
                    <a:pt x="50476" y="143314"/>
                  </a:lnTo>
                  <a:lnTo>
                    <a:pt x="59079" y="94957"/>
                  </a:lnTo>
                  <a:lnTo>
                    <a:pt x="50476" y="46601"/>
                  </a:lnTo>
                  <a:lnTo>
                    <a:pt x="24669" y="0"/>
                  </a:lnTo>
                  <a:lnTo>
                    <a:pt x="98790" y="0"/>
                  </a:lnTo>
                  <a:lnTo>
                    <a:pt x="155143" y="13535"/>
                  </a:lnTo>
                  <a:lnTo>
                    <a:pt x="204013" y="34578"/>
                  </a:lnTo>
                  <a:lnTo>
                    <a:pt x="243444" y="62072"/>
                  </a:lnTo>
                  <a:lnTo>
                    <a:pt x="271479" y="94961"/>
                  </a:lnTo>
                  <a:close/>
                </a:path>
                <a:path w="271779" h="190500">
                  <a:moveTo>
                    <a:pt x="0" y="189922"/>
                  </a:moveTo>
                  <a:lnTo>
                    <a:pt x="25806" y="143314"/>
                  </a:lnTo>
                  <a:lnTo>
                    <a:pt x="34409" y="94957"/>
                  </a:lnTo>
                  <a:lnTo>
                    <a:pt x="25806" y="46601"/>
                  </a:lnTo>
                  <a:lnTo>
                    <a:pt x="0" y="0"/>
                  </a:lnTo>
                </a:path>
              </a:pathLst>
            </a:custGeom>
            <a:ln w="13955">
              <a:solidFill>
                <a:srgbClr val="4A80B1"/>
              </a:solidFill>
            </a:ln>
          </p:spPr>
          <p:txBody>
            <a:bodyPr wrap="square" lIns="0" tIns="0" rIns="0" bIns="0" rtlCol="0"/>
            <a:lstStyle/>
            <a:p/>
          </p:txBody>
        </p:sp>
        <p:sp>
          <p:nvSpPr>
            <p:cNvPr id="44" name="object 44"/>
            <p:cNvSpPr/>
            <p:nvPr/>
          </p:nvSpPr>
          <p:spPr>
            <a:xfrm>
              <a:off x="3569207" y="5583212"/>
              <a:ext cx="28575" cy="28575"/>
            </a:xfrm>
            <a:custGeom>
              <a:avLst/>
              <a:gdLst/>
              <a:ahLst/>
              <a:cxnLst/>
              <a:rect l="l" t="t" r="r" b="b"/>
              <a:pathLst>
                <a:path w="28575" h="28575">
                  <a:moveTo>
                    <a:pt x="21996" y="0"/>
                  </a:moveTo>
                  <a:lnTo>
                    <a:pt x="6362" y="0"/>
                  </a:lnTo>
                  <a:lnTo>
                    <a:pt x="0" y="6370"/>
                  </a:lnTo>
                  <a:lnTo>
                    <a:pt x="0" y="22081"/>
                  </a:lnTo>
                  <a:lnTo>
                    <a:pt x="6362" y="28446"/>
                  </a:lnTo>
                  <a:lnTo>
                    <a:pt x="21996" y="28446"/>
                  </a:lnTo>
                  <a:lnTo>
                    <a:pt x="28359" y="22081"/>
                  </a:lnTo>
                  <a:lnTo>
                    <a:pt x="28359" y="14231"/>
                  </a:lnTo>
                  <a:lnTo>
                    <a:pt x="28359" y="6370"/>
                  </a:lnTo>
                  <a:lnTo>
                    <a:pt x="21996" y="0"/>
                  </a:lnTo>
                  <a:close/>
                </a:path>
              </a:pathLst>
            </a:custGeom>
            <a:solidFill>
              <a:srgbClr val="D8D8D8"/>
            </a:solidFill>
          </p:spPr>
          <p:txBody>
            <a:bodyPr wrap="square" lIns="0" tIns="0" rIns="0" bIns="0" rtlCol="0"/>
            <a:lstStyle/>
            <a:p/>
          </p:txBody>
        </p:sp>
        <p:sp>
          <p:nvSpPr>
            <p:cNvPr id="45" name="object 45"/>
            <p:cNvSpPr/>
            <p:nvPr/>
          </p:nvSpPr>
          <p:spPr>
            <a:xfrm>
              <a:off x="3569215" y="5583217"/>
              <a:ext cx="28575" cy="28575"/>
            </a:xfrm>
            <a:custGeom>
              <a:avLst/>
              <a:gdLst/>
              <a:ahLst/>
              <a:cxnLst/>
              <a:rect l="l" t="t" r="r" b="b"/>
              <a:pathLst>
                <a:path w="28575" h="28575">
                  <a:moveTo>
                    <a:pt x="28353" y="14226"/>
                  </a:moveTo>
                  <a:lnTo>
                    <a:pt x="28353" y="6364"/>
                  </a:lnTo>
                  <a:lnTo>
                    <a:pt x="21990" y="0"/>
                  </a:lnTo>
                  <a:lnTo>
                    <a:pt x="14176" y="0"/>
                  </a:lnTo>
                  <a:lnTo>
                    <a:pt x="6362" y="0"/>
                  </a:lnTo>
                  <a:lnTo>
                    <a:pt x="0" y="6364"/>
                  </a:lnTo>
                  <a:lnTo>
                    <a:pt x="0" y="14226"/>
                  </a:lnTo>
                  <a:lnTo>
                    <a:pt x="0" y="22076"/>
                  </a:lnTo>
                  <a:lnTo>
                    <a:pt x="6362" y="28441"/>
                  </a:lnTo>
                  <a:lnTo>
                    <a:pt x="14176" y="28441"/>
                  </a:lnTo>
                  <a:lnTo>
                    <a:pt x="21990" y="28441"/>
                  </a:lnTo>
                  <a:lnTo>
                    <a:pt x="28353" y="22076"/>
                  </a:lnTo>
                  <a:lnTo>
                    <a:pt x="28353" y="14226"/>
                  </a:lnTo>
                  <a:close/>
                </a:path>
              </a:pathLst>
            </a:custGeom>
            <a:ln w="13955">
              <a:solidFill>
                <a:srgbClr val="4A80B1"/>
              </a:solidFill>
            </a:ln>
          </p:spPr>
          <p:txBody>
            <a:bodyPr wrap="square" lIns="0" tIns="0" rIns="0" bIns="0" rtlCol="0"/>
            <a:lstStyle/>
            <a:p/>
          </p:txBody>
        </p:sp>
        <p:sp>
          <p:nvSpPr>
            <p:cNvPr id="46" name="object 46"/>
            <p:cNvSpPr/>
            <p:nvPr/>
          </p:nvSpPr>
          <p:spPr>
            <a:xfrm>
              <a:off x="2460605" y="5052633"/>
              <a:ext cx="798830" cy="918844"/>
            </a:xfrm>
            <a:custGeom>
              <a:avLst/>
              <a:gdLst/>
              <a:ahLst/>
              <a:cxnLst/>
              <a:rect l="l" t="t" r="r" b="b"/>
              <a:pathLst>
                <a:path w="798829" h="918845">
                  <a:moveTo>
                    <a:pt x="0" y="0"/>
                  </a:moveTo>
                  <a:lnTo>
                    <a:pt x="0" y="136121"/>
                  </a:lnTo>
                </a:path>
                <a:path w="798829" h="918845">
                  <a:moveTo>
                    <a:pt x="209838" y="137796"/>
                  </a:moveTo>
                  <a:lnTo>
                    <a:pt x="4163" y="137796"/>
                  </a:lnTo>
                </a:path>
                <a:path w="798829" h="918845">
                  <a:moveTo>
                    <a:pt x="588870" y="182463"/>
                  </a:moveTo>
                  <a:lnTo>
                    <a:pt x="588870" y="494325"/>
                  </a:lnTo>
                </a:path>
                <a:path w="798829" h="918845">
                  <a:moveTo>
                    <a:pt x="798731" y="495989"/>
                  </a:moveTo>
                  <a:lnTo>
                    <a:pt x="593112" y="495989"/>
                  </a:lnTo>
                </a:path>
                <a:path w="798829" h="918845">
                  <a:moveTo>
                    <a:pt x="588647" y="593028"/>
                  </a:moveTo>
                  <a:lnTo>
                    <a:pt x="589540" y="918726"/>
                  </a:lnTo>
                </a:path>
                <a:path w="798829" h="918845">
                  <a:moveTo>
                    <a:pt x="794266" y="590537"/>
                  </a:moveTo>
                  <a:lnTo>
                    <a:pt x="588647" y="590537"/>
                  </a:lnTo>
                </a:path>
              </a:pathLst>
            </a:custGeom>
            <a:ln w="11164">
              <a:solidFill>
                <a:srgbClr val="5B9BD5"/>
              </a:solidFill>
            </a:ln>
          </p:spPr>
          <p:txBody>
            <a:bodyPr wrap="square" lIns="0" tIns="0" rIns="0" bIns="0" rtlCol="0"/>
            <a:lstStyle/>
            <a:p/>
          </p:txBody>
        </p:sp>
        <p:pic>
          <p:nvPicPr>
            <p:cNvPr id="47" name="object 47"/>
            <p:cNvPicPr/>
            <p:nvPr/>
          </p:nvPicPr>
          <p:blipFill>
            <a:blip r:embed="rId17" cstate="print"/>
            <a:stretch>
              <a:fillRect/>
            </a:stretch>
          </p:blipFill>
          <p:spPr>
            <a:xfrm>
              <a:off x="2670443" y="5876398"/>
              <a:ext cx="379702" cy="189923"/>
            </a:xfrm>
            <a:prstGeom prst="rect">
              <a:avLst/>
            </a:prstGeom>
          </p:spPr>
        </p:pic>
        <p:sp>
          <p:nvSpPr>
            <p:cNvPr id="48" name="object 48"/>
            <p:cNvSpPr/>
            <p:nvPr/>
          </p:nvSpPr>
          <p:spPr>
            <a:xfrm>
              <a:off x="2736895" y="5876398"/>
              <a:ext cx="247015" cy="190500"/>
            </a:xfrm>
            <a:custGeom>
              <a:avLst/>
              <a:gdLst/>
              <a:ahLst/>
              <a:cxnLst/>
              <a:rect l="l" t="t" r="r" b="b"/>
              <a:pathLst>
                <a:path w="247014" h="190500">
                  <a:moveTo>
                    <a:pt x="246809" y="94972"/>
                  </a:moveTo>
                  <a:lnTo>
                    <a:pt x="218494" y="127725"/>
                  </a:lnTo>
                  <a:lnTo>
                    <a:pt x="179016" y="155152"/>
                  </a:lnTo>
                  <a:lnTo>
                    <a:pt x="130243" y="176226"/>
                  </a:lnTo>
                  <a:lnTo>
                    <a:pt x="74042" y="189922"/>
                  </a:lnTo>
                  <a:lnTo>
                    <a:pt x="0" y="189922"/>
                  </a:lnTo>
                  <a:lnTo>
                    <a:pt x="25788" y="143319"/>
                  </a:lnTo>
                  <a:lnTo>
                    <a:pt x="34384" y="94961"/>
                  </a:lnTo>
                  <a:lnTo>
                    <a:pt x="25788" y="46603"/>
                  </a:lnTo>
                  <a:lnTo>
                    <a:pt x="0" y="0"/>
                  </a:lnTo>
                  <a:lnTo>
                    <a:pt x="74042" y="0"/>
                  </a:lnTo>
                  <a:lnTo>
                    <a:pt x="130433" y="13537"/>
                  </a:lnTo>
                  <a:lnTo>
                    <a:pt x="179305" y="34584"/>
                  </a:lnTo>
                  <a:lnTo>
                    <a:pt x="218737" y="62082"/>
                  </a:lnTo>
                  <a:lnTo>
                    <a:pt x="246809" y="94972"/>
                  </a:lnTo>
                  <a:close/>
                </a:path>
              </a:pathLst>
            </a:custGeom>
            <a:ln w="13956">
              <a:solidFill>
                <a:srgbClr val="4A80B1"/>
              </a:solidFill>
            </a:ln>
          </p:spPr>
          <p:txBody>
            <a:bodyPr wrap="square" lIns="0" tIns="0" rIns="0" bIns="0" rtlCol="0"/>
            <a:lstStyle/>
            <a:p/>
          </p:txBody>
        </p:sp>
        <p:pic>
          <p:nvPicPr>
            <p:cNvPr id="49" name="object 49"/>
            <p:cNvPicPr/>
            <p:nvPr/>
          </p:nvPicPr>
          <p:blipFill>
            <a:blip r:embed="rId18" cstate="print"/>
            <a:stretch>
              <a:fillRect/>
            </a:stretch>
          </p:blipFill>
          <p:spPr>
            <a:xfrm>
              <a:off x="2093382" y="5694805"/>
              <a:ext cx="379713" cy="189923"/>
            </a:xfrm>
            <a:prstGeom prst="rect">
              <a:avLst/>
            </a:prstGeom>
          </p:spPr>
        </p:pic>
        <p:sp>
          <p:nvSpPr>
            <p:cNvPr id="50" name="object 50"/>
            <p:cNvSpPr/>
            <p:nvPr/>
          </p:nvSpPr>
          <p:spPr>
            <a:xfrm>
              <a:off x="2159834" y="5694806"/>
              <a:ext cx="247015" cy="190500"/>
            </a:xfrm>
            <a:custGeom>
              <a:avLst/>
              <a:gdLst/>
              <a:ahLst/>
              <a:cxnLst/>
              <a:rect l="l" t="t" r="r" b="b"/>
              <a:pathLst>
                <a:path w="247014" h="190500">
                  <a:moveTo>
                    <a:pt x="246809" y="94972"/>
                  </a:moveTo>
                  <a:lnTo>
                    <a:pt x="218494" y="127730"/>
                  </a:lnTo>
                  <a:lnTo>
                    <a:pt x="179016" y="155156"/>
                  </a:lnTo>
                  <a:lnTo>
                    <a:pt x="130243" y="176228"/>
                  </a:lnTo>
                  <a:lnTo>
                    <a:pt x="74042" y="189922"/>
                  </a:lnTo>
                  <a:lnTo>
                    <a:pt x="0" y="189922"/>
                  </a:lnTo>
                  <a:lnTo>
                    <a:pt x="25788" y="143320"/>
                  </a:lnTo>
                  <a:lnTo>
                    <a:pt x="34384" y="94965"/>
                  </a:lnTo>
                  <a:lnTo>
                    <a:pt x="25788" y="46608"/>
                  </a:lnTo>
                  <a:lnTo>
                    <a:pt x="0" y="0"/>
                  </a:lnTo>
                  <a:lnTo>
                    <a:pt x="74042" y="0"/>
                  </a:lnTo>
                  <a:lnTo>
                    <a:pt x="130433" y="13542"/>
                  </a:lnTo>
                  <a:lnTo>
                    <a:pt x="179305" y="34588"/>
                  </a:lnTo>
                  <a:lnTo>
                    <a:pt x="218737" y="62083"/>
                  </a:lnTo>
                  <a:lnTo>
                    <a:pt x="246809" y="94972"/>
                  </a:lnTo>
                  <a:close/>
                </a:path>
              </a:pathLst>
            </a:custGeom>
            <a:ln w="13956">
              <a:solidFill>
                <a:srgbClr val="4A80B1"/>
              </a:solidFill>
            </a:ln>
          </p:spPr>
          <p:txBody>
            <a:bodyPr wrap="square" lIns="0" tIns="0" rIns="0" bIns="0" rtlCol="0"/>
            <a:lstStyle/>
            <a:p/>
          </p:txBody>
        </p:sp>
        <p:pic>
          <p:nvPicPr>
            <p:cNvPr id="51" name="object 51"/>
            <p:cNvPicPr/>
            <p:nvPr/>
          </p:nvPicPr>
          <p:blipFill>
            <a:blip r:embed="rId19" cstate="print"/>
            <a:stretch>
              <a:fillRect/>
            </a:stretch>
          </p:blipFill>
          <p:spPr>
            <a:xfrm>
              <a:off x="2159825" y="5694805"/>
              <a:ext cx="246811" cy="189923"/>
            </a:xfrm>
            <a:prstGeom prst="rect">
              <a:avLst/>
            </a:prstGeom>
          </p:spPr>
        </p:pic>
        <p:sp>
          <p:nvSpPr>
            <p:cNvPr id="52" name="object 52"/>
            <p:cNvSpPr/>
            <p:nvPr/>
          </p:nvSpPr>
          <p:spPr>
            <a:xfrm>
              <a:off x="2159834" y="5694806"/>
              <a:ext cx="247015" cy="190500"/>
            </a:xfrm>
            <a:custGeom>
              <a:avLst/>
              <a:gdLst/>
              <a:ahLst/>
              <a:cxnLst/>
              <a:rect l="l" t="t" r="r" b="b"/>
              <a:pathLst>
                <a:path w="247014" h="190500">
                  <a:moveTo>
                    <a:pt x="151880" y="189922"/>
                  </a:moveTo>
                  <a:lnTo>
                    <a:pt x="0" y="189922"/>
                  </a:lnTo>
                  <a:lnTo>
                    <a:pt x="0" y="0"/>
                  </a:lnTo>
                  <a:lnTo>
                    <a:pt x="151880" y="0"/>
                  </a:lnTo>
                  <a:lnTo>
                    <a:pt x="188828" y="7463"/>
                  </a:lnTo>
                  <a:lnTo>
                    <a:pt x="219002" y="27816"/>
                  </a:lnTo>
                  <a:lnTo>
                    <a:pt x="239348" y="58001"/>
                  </a:lnTo>
                  <a:lnTo>
                    <a:pt x="246809" y="94961"/>
                  </a:lnTo>
                  <a:lnTo>
                    <a:pt x="239348" y="131926"/>
                  </a:lnTo>
                  <a:lnTo>
                    <a:pt x="219002" y="162110"/>
                  </a:lnTo>
                  <a:lnTo>
                    <a:pt x="188828" y="182460"/>
                  </a:lnTo>
                  <a:lnTo>
                    <a:pt x="151880" y="189922"/>
                  </a:lnTo>
                  <a:close/>
                </a:path>
              </a:pathLst>
            </a:custGeom>
            <a:ln w="13956">
              <a:solidFill>
                <a:srgbClr val="4A80B1"/>
              </a:solidFill>
            </a:ln>
          </p:spPr>
          <p:txBody>
            <a:bodyPr wrap="square" lIns="0" tIns="0" rIns="0" bIns="0" rtlCol="0"/>
            <a:lstStyle/>
            <a:p/>
          </p:txBody>
        </p:sp>
        <p:pic>
          <p:nvPicPr>
            <p:cNvPr id="53" name="object 53"/>
            <p:cNvPicPr/>
            <p:nvPr/>
          </p:nvPicPr>
          <p:blipFill>
            <a:blip r:embed="rId20" cstate="print"/>
            <a:stretch>
              <a:fillRect/>
            </a:stretch>
          </p:blipFill>
          <p:spPr>
            <a:xfrm>
              <a:off x="2097546" y="6062155"/>
              <a:ext cx="379713" cy="189924"/>
            </a:xfrm>
            <a:prstGeom prst="rect">
              <a:avLst/>
            </a:prstGeom>
          </p:spPr>
        </p:pic>
        <p:sp>
          <p:nvSpPr>
            <p:cNvPr id="54" name="object 54"/>
            <p:cNvSpPr/>
            <p:nvPr/>
          </p:nvSpPr>
          <p:spPr>
            <a:xfrm>
              <a:off x="2139317" y="6062155"/>
              <a:ext cx="271780" cy="190500"/>
            </a:xfrm>
            <a:custGeom>
              <a:avLst/>
              <a:gdLst/>
              <a:ahLst/>
              <a:cxnLst/>
              <a:rect l="l" t="t" r="r" b="b"/>
              <a:pathLst>
                <a:path w="271780" h="190500">
                  <a:moveTo>
                    <a:pt x="271490" y="94972"/>
                  </a:moveTo>
                  <a:lnTo>
                    <a:pt x="243175" y="127726"/>
                  </a:lnTo>
                  <a:lnTo>
                    <a:pt x="203697" y="155153"/>
                  </a:lnTo>
                  <a:lnTo>
                    <a:pt x="154924" y="176229"/>
                  </a:lnTo>
                  <a:lnTo>
                    <a:pt x="98723" y="189924"/>
                  </a:lnTo>
                  <a:lnTo>
                    <a:pt x="24680" y="189924"/>
                  </a:lnTo>
                  <a:lnTo>
                    <a:pt x="50469" y="143320"/>
                  </a:lnTo>
                  <a:lnTo>
                    <a:pt x="59065" y="94961"/>
                  </a:lnTo>
                  <a:lnTo>
                    <a:pt x="50469" y="46603"/>
                  </a:lnTo>
                  <a:lnTo>
                    <a:pt x="24680" y="0"/>
                  </a:lnTo>
                  <a:lnTo>
                    <a:pt x="98723" y="0"/>
                  </a:lnTo>
                  <a:lnTo>
                    <a:pt x="155113" y="13537"/>
                  </a:lnTo>
                  <a:lnTo>
                    <a:pt x="203986" y="34584"/>
                  </a:lnTo>
                  <a:lnTo>
                    <a:pt x="243418" y="62082"/>
                  </a:lnTo>
                  <a:lnTo>
                    <a:pt x="271490" y="94972"/>
                  </a:lnTo>
                  <a:close/>
                </a:path>
                <a:path w="271780" h="190500">
                  <a:moveTo>
                    <a:pt x="0" y="189924"/>
                  </a:moveTo>
                  <a:lnTo>
                    <a:pt x="25788" y="143320"/>
                  </a:lnTo>
                  <a:lnTo>
                    <a:pt x="34384" y="94961"/>
                  </a:lnTo>
                  <a:lnTo>
                    <a:pt x="25788" y="46603"/>
                  </a:lnTo>
                  <a:lnTo>
                    <a:pt x="0" y="0"/>
                  </a:lnTo>
                </a:path>
              </a:pathLst>
            </a:custGeom>
            <a:ln w="13955">
              <a:solidFill>
                <a:srgbClr val="4A80B1"/>
              </a:solidFill>
            </a:ln>
          </p:spPr>
          <p:txBody>
            <a:bodyPr wrap="square" lIns="0" tIns="0" rIns="0" bIns="0" rtlCol="0"/>
            <a:lstStyle/>
            <a:p/>
          </p:txBody>
        </p:sp>
        <p:sp>
          <p:nvSpPr>
            <p:cNvPr id="55" name="object 55"/>
            <p:cNvSpPr/>
            <p:nvPr/>
          </p:nvSpPr>
          <p:spPr>
            <a:xfrm>
              <a:off x="2468932" y="5785602"/>
              <a:ext cx="210185" cy="372110"/>
            </a:xfrm>
            <a:custGeom>
              <a:avLst/>
              <a:gdLst/>
              <a:ahLst/>
              <a:cxnLst/>
              <a:rect l="l" t="t" r="r" b="b"/>
              <a:pathLst>
                <a:path w="210185" h="372110">
                  <a:moveTo>
                    <a:pt x="4163" y="235326"/>
                  </a:moveTo>
                  <a:lnTo>
                    <a:pt x="4163" y="371514"/>
                  </a:lnTo>
                </a:path>
                <a:path w="210185" h="372110">
                  <a:moveTo>
                    <a:pt x="209838" y="232824"/>
                  </a:moveTo>
                  <a:lnTo>
                    <a:pt x="4163" y="232824"/>
                  </a:lnTo>
                </a:path>
                <a:path w="210185" h="372110">
                  <a:moveTo>
                    <a:pt x="0" y="0"/>
                  </a:moveTo>
                  <a:lnTo>
                    <a:pt x="0" y="136199"/>
                  </a:lnTo>
                </a:path>
                <a:path w="210185" h="372110">
                  <a:moveTo>
                    <a:pt x="209838" y="137863"/>
                  </a:moveTo>
                  <a:lnTo>
                    <a:pt x="4163" y="137863"/>
                  </a:lnTo>
                </a:path>
              </a:pathLst>
            </a:custGeom>
            <a:ln w="11164">
              <a:solidFill>
                <a:srgbClr val="5B9BD5"/>
              </a:solidFill>
            </a:ln>
          </p:spPr>
          <p:txBody>
            <a:bodyPr wrap="square" lIns="0" tIns="0" rIns="0" bIns="0" rtlCol="0"/>
            <a:lstStyle/>
            <a:p/>
          </p:txBody>
        </p:sp>
        <p:sp>
          <p:nvSpPr>
            <p:cNvPr id="56" name="object 56"/>
            <p:cNvSpPr/>
            <p:nvPr/>
          </p:nvSpPr>
          <p:spPr>
            <a:xfrm>
              <a:off x="3630832" y="5593373"/>
              <a:ext cx="321945" cy="0"/>
            </a:xfrm>
            <a:custGeom>
              <a:avLst/>
              <a:gdLst/>
              <a:ahLst/>
              <a:cxnLst/>
              <a:rect l="l" t="t" r="r" b="b"/>
              <a:pathLst>
                <a:path w="321945">
                  <a:moveTo>
                    <a:pt x="0" y="0"/>
                  </a:moveTo>
                  <a:lnTo>
                    <a:pt x="321928" y="0"/>
                  </a:lnTo>
                </a:path>
              </a:pathLst>
            </a:custGeom>
            <a:ln w="11356">
              <a:solidFill>
                <a:srgbClr val="2E75B5"/>
              </a:solidFill>
            </a:ln>
          </p:spPr>
          <p:txBody>
            <a:bodyPr wrap="square" lIns="0" tIns="0" rIns="0" bIns="0" rtlCol="0"/>
            <a:lstStyle/>
            <a:p/>
          </p:txBody>
        </p:sp>
        <p:pic>
          <p:nvPicPr>
            <p:cNvPr id="57" name="object 57"/>
            <p:cNvPicPr/>
            <p:nvPr/>
          </p:nvPicPr>
          <p:blipFill>
            <a:blip r:embed="rId21" cstate="print"/>
            <a:stretch>
              <a:fillRect/>
            </a:stretch>
          </p:blipFill>
          <p:spPr>
            <a:xfrm>
              <a:off x="4616843" y="4930140"/>
              <a:ext cx="379758" cy="189941"/>
            </a:xfrm>
            <a:prstGeom prst="rect">
              <a:avLst/>
            </a:prstGeom>
          </p:spPr>
        </p:pic>
        <p:sp>
          <p:nvSpPr>
            <p:cNvPr id="58" name="object 58"/>
            <p:cNvSpPr/>
            <p:nvPr/>
          </p:nvSpPr>
          <p:spPr>
            <a:xfrm>
              <a:off x="4683373" y="4930135"/>
              <a:ext cx="247015" cy="190500"/>
            </a:xfrm>
            <a:custGeom>
              <a:avLst/>
              <a:gdLst/>
              <a:ahLst/>
              <a:cxnLst/>
              <a:rect l="l" t="t" r="r" b="b"/>
              <a:pathLst>
                <a:path w="247014" h="190500">
                  <a:moveTo>
                    <a:pt x="246809" y="94916"/>
                  </a:moveTo>
                  <a:lnTo>
                    <a:pt x="218443" y="127682"/>
                  </a:lnTo>
                  <a:lnTo>
                    <a:pt x="178953" y="155118"/>
                  </a:lnTo>
                  <a:lnTo>
                    <a:pt x="130191" y="176211"/>
                  </a:lnTo>
                  <a:lnTo>
                    <a:pt x="74009" y="189944"/>
                  </a:lnTo>
                  <a:lnTo>
                    <a:pt x="0" y="189944"/>
                  </a:lnTo>
                  <a:lnTo>
                    <a:pt x="25744" y="143338"/>
                  </a:lnTo>
                  <a:lnTo>
                    <a:pt x="34325" y="94972"/>
                  </a:lnTo>
                  <a:lnTo>
                    <a:pt x="25744" y="46606"/>
                  </a:lnTo>
                  <a:lnTo>
                    <a:pt x="0" y="0"/>
                  </a:lnTo>
                  <a:lnTo>
                    <a:pt x="74009" y="0"/>
                  </a:lnTo>
                  <a:lnTo>
                    <a:pt x="130411" y="13558"/>
                  </a:lnTo>
                  <a:lnTo>
                    <a:pt x="179288" y="34602"/>
                  </a:lnTo>
                  <a:lnTo>
                    <a:pt x="218726" y="62074"/>
                  </a:lnTo>
                  <a:lnTo>
                    <a:pt x="246809" y="94916"/>
                  </a:lnTo>
                  <a:close/>
                </a:path>
              </a:pathLst>
            </a:custGeom>
            <a:ln w="13956">
              <a:solidFill>
                <a:srgbClr val="4A80B1"/>
              </a:solidFill>
            </a:ln>
          </p:spPr>
          <p:txBody>
            <a:bodyPr wrap="square" lIns="0" tIns="0" rIns="0" bIns="0" rtlCol="0"/>
            <a:lstStyle/>
            <a:p/>
          </p:txBody>
        </p:sp>
        <p:pic>
          <p:nvPicPr>
            <p:cNvPr id="59" name="object 59"/>
            <p:cNvPicPr/>
            <p:nvPr/>
          </p:nvPicPr>
          <p:blipFill>
            <a:blip r:embed="rId22" cstate="print"/>
            <a:stretch>
              <a:fillRect/>
            </a:stretch>
          </p:blipFill>
          <p:spPr>
            <a:xfrm>
              <a:off x="4683366" y="4930140"/>
              <a:ext cx="246811" cy="189941"/>
            </a:xfrm>
            <a:prstGeom prst="rect">
              <a:avLst/>
            </a:prstGeom>
          </p:spPr>
        </p:pic>
        <p:sp>
          <p:nvSpPr>
            <p:cNvPr id="60" name="object 60"/>
            <p:cNvSpPr/>
            <p:nvPr/>
          </p:nvSpPr>
          <p:spPr>
            <a:xfrm>
              <a:off x="4683373" y="4930135"/>
              <a:ext cx="247015" cy="190500"/>
            </a:xfrm>
            <a:custGeom>
              <a:avLst/>
              <a:gdLst/>
              <a:ahLst/>
              <a:cxnLst/>
              <a:rect l="l" t="t" r="r" b="b"/>
              <a:pathLst>
                <a:path w="247014" h="190500">
                  <a:moveTo>
                    <a:pt x="151813" y="189944"/>
                  </a:moveTo>
                  <a:lnTo>
                    <a:pt x="0" y="189944"/>
                  </a:lnTo>
                  <a:lnTo>
                    <a:pt x="0" y="0"/>
                  </a:lnTo>
                  <a:lnTo>
                    <a:pt x="151813" y="0"/>
                  </a:lnTo>
                  <a:lnTo>
                    <a:pt x="188790" y="7465"/>
                  </a:lnTo>
                  <a:lnTo>
                    <a:pt x="218986" y="27818"/>
                  </a:lnTo>
                  <a:lnTo>
                    <a:pt x="239344" y="57991"/>
                  </a:lnTo>
                  <a:lnTo>
                    <a:pt x="246809" y="94916"/>
                  </a:lnTo>
                  <a:lnTo>
                    <a:pt x="239344" y="131906"/>
                  </a:lnTo>
                  <a:lnTo>
                    <a:pt x="218986" y="162112"/>
                  </a:lnTo>
                  <a:lnTo>
                    <a:pt x="188790" y="182477"/>
                  </a:lnTo>
                  <a:lnTo>
                    <a:pt x="151813" y="189944"/>
                  </a:lnTo>
                  <a:close/>
                </a:path>
              </a:pathLst>
            </a:custGeom>
            <a:ln w="13956">
              <a:solidFill>
                <a:srgbClr val="4A80B1"/>
              </a:solidFill>
            </a:ln>
          </p:spPr>
          <p:txBody>
            <a:bodyPr wrap="square" lIns="0" tIns="0" rIns="0" bIns="0" rtlCol="0"/>
            <a:lstStyle/>
            <a:p/>
          </p:txBody>
        </p:sp>
        <p:sp>
          <p:nvSpPr>
            <p:cNvPr id="61" name="object 61"/>
            <p:cNvSpPr/>
            <p:nvPr/>
          </p:nvSpPr>
          <p:spPr>
            <a:xfrm>
              <a:off x="4205899" y="4250252"/>
              <a:ext cx="415290" cy="0"/>
            </a:xfrm>
            <a:custGeom>
              <a:avLst/>
              <a:gdLst/>
              <a:ahLst/>
              <a:cxnLst/>
              <a:rect l="l" t="t" r="r" b="b"/>
              <a:pathLst>
                <a:path w="415289">
                  <a:moveTo>
                    <a:pt x="0" y="0"/>
                  </a:moveTo>
                  <a:lnTo>
                    <a:pt x="414852" y="0"/>
                  </a:lnTo>
                </a:path>
              </a:pathLst>
            </a:custGeom>
            <a:ln w="15298">
              <a:solidFill>
                <a:srgbClr val="5B9BD5"/>
              </a:solidFill>
            </a:ln>
          </p:spPr>
          <p:txBody>
            <a:bodyPr wrap="square" lIns="0" tIns="0" rIns="0" bIns="0" rtlCol="0"/>
            <a:lstStyle/>
            <a:p/>
          </p:txBody>
        </p:sp>
        <p:sp>
          <p:nvSpPr>
            <p:cNvPr id="62" name="object 62"/>
            <p:cNvSpPr/>
            <p:nvPr/>
          </p:nvSpPr>
          <p:spPr>
            <a:xfrm>
              <a:off x="4205941" y="4249526"/>
              <a:ext cx="411480" cy="1350010"/>
            </a:xfrm>
            <a:custGeom>
              <a:avLst/>
              <a:gdLst/>
              <a:ahLst/>
              <a:cxnLst/>
              <a:rect l="l" t="t" r="r" b="b"/>
              <a:pathLst>
                <a:path w="411479" h="1350010">
                  <a:moveTo>
                    <a:pt x="410902" y="728066"/>
                  </a:moveTo>
                  <a:lnTo>
                    <a:pt x="410902" y="0"/>
                  </a:lnTo>
                </a:path>
                <a:path w="411479" h="1350010">
                  <a:moveTo>
                    <a:pt x="0" y="1348106"/>
                  </a:moveTo>
                  <a:lnTo>
                    <a:pt x="409227" y="1348106"/>
                  </a:lnTo>
                </a:path>
                <a:path w="411479" h="1350010">
                  <a:moveTo>
                    <a:pt x="410902" y="823094"/>
                  </a:moveTo>
                  <a:lnTo>
                    <a:pt x="410902" y="1349491"/>
                  </a:lnTo>
                </a:path>
              </a:pathLst>
            </a:custGeom>
            <a:ln w="11164">
              <a:solidFill>
                <a:srgbClr val="5B9BD5"/>
              </a:solidFill>
            </a:ln>
          </p:spPr>
          <p:txBody>
            <a:bodyPr wrap="square" lIns="0" tIns="0" rIns="0" bIns="0" rtlCol="0"/>
            <a:lstStyle/>
            <a:p/>
          </p:txBody>
        </p:sp>
        <p:sp>
          <p:nvSpPr>
            <p:cNvPr id="63" name="object 63"/>
            <p:cNvSpPr/>
            <p:nvPr/>
          </p:nvSpPr>
          <p:spPr>
            <a:xfrm>
              <a:off x="5313057" y="4972525"/>
              <a:ext cx="253365" cy="316865"/>
            </a:xfrm>
            <a:custGeom>
              <a:avLst/>
              <a:gdLst/>
              <a:ahLst/>
              <a:cxnLst/>
              <a:rect l="l" t="t" r="r" b="b"/>
              <a:pathLst>
                <a:path w="253364" h="316864">
                  <a:moveTo>
                    <a:pt x="253138" y="0"/>
                  </a:moveTo>
                  <a:lnTo>
                    <a:pt x="0" y="0"/>
                  </a:lnTo>
                  <a:lnTo>
                    <a:pt x="0" y="316529"/>
                  </a:lnTo>
                  <a:lnTo>
                    <a:pt x="253138" y="316529"/>
                  </a:lnTo>
                  <a:lnTo>
                    <a:pt x="253138" y="0"/>
                  </a:lnTo>
                  <a:close/>
                </a:path>
              </a:pathLst>
            </a:custGeom>
            <a:solidFill>
              <a:srgbClr val="7CAADA"/>
            </a:solidFill>
          </p:spPr>
          <p:txBody>
            <a:bodyPr wrap="square" lIns="0" tIns="0" rIns="0" bIns="0" rtlCol="0"/>
            <a:lstStyle/>
            <a:p/>
          </p:txBody>
        </p:sp>
        <p:sp>
          <p:nvSpPr>
            <p:cNvPr id="64" name="object 64"/>
            <p:cNvSpPr/>
            <p:nvPr/>
          </p:nvSpPr>
          <p:spPr>
            <a:xfrm>
              <a:off x="5313066" y="5102995"/>
              <a:ext cx="229870" cy="100965"/>
            </a:xfrm>
            <a:custGeom>
              <a:avLst/>
              <a:gdLst/>
              <a:ahLst/>
              <a:cxnLst/>
              <a:rect l="l" t="t" r="r" b="b"/>
              <a:pathLst>
                <a:path w="229870" h="100964">
                  <a:moveTo>
                    <a:pt x="181841" y="100388"/>
                  </a:moveTo>
                  <a:lnTo>
                    <a:pt x="229395" y="100388"/>
                  </a:lnTo>
                </a:path>
                <a:path w="229870" h="100964">
                  <a:moveTo>
                    <a:pt x="0" y="0"/>
                  </a:moveTo>
                  <a:lnTo>
                    <a:pt x="47441" y="26353"/>
                  </a:lnTo>
                  <a:lnTo>
                    <a:pt x="0" y="55609"/>
                  </a:lnTo>
                </a:path>
              </a:pathLst>
            </a:custGeom>
            <a:ln w="13955">
              <a:solidFill>
                <a:srgbClr val="4A80B1"/>
              </a:solidFill>
            </a:ln>
          </p:spPr>
          <p:txBody>
            <a:bodyPr wrap="square" lIns="0" tIns="0" rIns="0" bIns="0" rtlCol="0"/>
            <a:lstStyle/>
            <a:p/>
          </p:txBody>
        </p:sp>
      </p:grpSp>
      <p:sp>
        <p:nvSpPr>
          <p:cNvPr id="65" name="object 65"/>
          <p:cNvSpPr txBox="1"/>
          <p:nvPr/>
        </p:nvSpPr>
        <p:spPr>
          <a:xfrm>
            <a:off x="5313066" y="4972568"/>
            <a:ext cx="253365" cy="316865"/>
          </a:xfrm>
          <a:prstGeom prst="rect">
            <a:avLst/>
          </a:prstGeom>
          <a:ln w="13955">
            <a:solidFill>
              <a:srgbClr val="4A80B1"/>
            </a:solidFill>
          </a:ln>
        </p:spPr>
        <p:txBody>
          <a:bodyPr vert="horz" wrap="square" lIns="0" tIns="0" rIns="0" bIns="0" rtlCol="0">
            <a:spAutoFit/>
          </a:bodyPr>
          <a:lstStyle/>
          <a:p>
            <a:pPr marL="35560">
              <a:lnSpc>
                <a:spcPts val="420"/>
              </a:lnSpc>
            </a:pPr>
            <a:r>
              <a:rPr sz="675" baseline="-31000" dirty="0">
                <a:solidFill>
                  <a:srgbClr val="FEFFFF"/>
                </a:solidFill>
                <a:latin typeface="Calibri" panose="020F0502020204030204"/>
                <a:cs typeface="Calibri" panose="020F0502020204030204"/>
              </a:rPr>
              <a:t>D</a:t>
            </a:r>
            <a:r>
              <a:rPr sz="675" spc="322" baseline="-31000" dirty="0">
                <a:solidFill>
                  <a:srgbClr val="FEFFFF"/>
                </a:solidFill>
                <a:latin typeface="Calibri" panose="020F0502020204030204"/>
                <a:cs typeface="Calibri" panose="020F0502020204030204"/>
              </a:rPr>
              <a:t> </a:t>
            </a:r>
            <a:r>
              <a:rPr sz="200" dirty="0">
                <a:solidFill>
                  <a:srgbClr val="FEFFFF"/>
                </a:solidFill>
                <a:latin typeface="Calibri" panose="020F0502020204030204"/>
                <a:cs typeface="Calibri" panose="020F0502020204030204"/>
              </a:rPr>
              <a:t>SET</a:t>
            </a:r>
            <a:r>
              <a:rPr sz="200" spc="330" dirty="0">
                <a:solidFill>
                  <a:srgbClr val="FEFFFF"/>
                </a:solidFill>
                <a:latin typeface="Calibri" panose="020F0502020204030204"/>
                <a:cs typeface="Calibri" panose="020F0502020204030204"/>
              </a:rPr>
              <a:t> </a:t>
            </a:r>
            <a:r>
              <a:rPr sz="675" i="1" spc="-75" baseline="-31000" dirty="0">
                <a:solidFill>
                  <a:srgbClr val="FEFFFF"/>
                </a:solidFill>
                <a:latin typeface="Calibri" panose="020F0502020204030204"/>
                <a:cs typeface="Calibri" panose="020F0502020204030204"/>
              </a:rPr>
              <a:t>Q</a:t>
            </a:r>
            <a:endParaRPr sz="675" baseline="-31000">
              <a:latin typeface="Calibri" panose="020F0502020204030204"/>
              <a:cs typeface="Calibri" panose="020F0502020204030204"/>
            </a:endParaRPr>
          </a:p>
          <a:p>
            <a:pPr>
              <a:lnSpc>
                <a:spcPct val="100000"/>
              </a:lnSpc>
            </a:pPr>
            <a:endParaRPr sz="200">
              <a:latin typeface="Calibri" panose="020F0502020204030204"/>
              <a:cs typeface="Calibri" panose="020F0502020204030204"/>
            </a:endParaRPr>
          </a:p>
          <a:p>
            <a:pPr>
              <a:lnSpc>
                <a:spcPct val="100000"/>
              </a:lnSpc>
            </a:pPr>
            <a:endParaRPr sz="200">
              <a:latin typeface="Calibri" panose="020F0502020204030204"/>
              <a:cs typeface="Calibri" panose="020F0502020204030204"/>
            </a:endParaRPr>
          </a:p>
          <a:p>
            <a:pPr>
              <a:lnSpc>
                <a:spcPct val="100000"/>
              </a:lnSpc>
            </a:pPr>
            <a:endParaRPr sz="200">
              <a:latin typeface="Calibri" panose="020F0502020204030204"/>
              <a:cs typeface="Calibri" panose="020F0502020204030204"/>
            </a:endParaRPr>
          </a:p>
          <a:p>
            <a:pPr>
              <a:lnSpc>
                <a:spcPct val="100000"/>
              </a:lnSpc>
            </a:pPr>
            <a:endParaRPr sz="200">
              <a:latin typeface="Calibri" panose="020F0502020204030204"/>
              <a:cs typeface="Calibri" panose="020F0502020204030204"/>
            </a:endParaRPr>
          </a:p>
          <a:p>
            <a:pPr>
              <a:lnSpc>
                <a:spcPct val="100000"/>
              </a:lnSpc>
              <a:spcBef>
                <a:spcPts val="155"/>
              </a:spcBef>
            </a:pPr>
            <a:endParaRPr sz="200">
              <a:latin typeface="Calibri" panose="020F0502020204030204"/>
              <a:cs typeface="Calibri" panose="020F0502020204030204"/>
            </a:endParaRPr>
          </a:p>
          <a:p>
            <a:pPr marL="111760">
              <a:lnSpc>
                <a:spcPct val="100000"/>
              </a:lnSpc>
            </a:pPr>
            <a:r>
              <a:rPr sz="200" dirty="0">
                <a:solidFill>
                  <a:srgbClr val="FEFFFF"/>
                </a:solidFill>
                <a:latin typeface="Calibri" panose="020F0502020204030204"/>
                <a:cs typeface="Calibri" panose="020F0502020204030204"/>
              </a:rPr>
              <a:t>CLR</a:t>
            </a:r>
            <a:r>
              <a:rPr sz="200" spc="305" dirty="0">
                <a:solidFill>
                  <a:srgbClr val="FEFFFF"/>
                </a:solidFill>
                <a:latin typeface="Calibri" panose="020F0502020204030204"/>
                <a:cs typeface="Calibri" panose="020F0502020204030204"/>
              </a:rPr>
              <a:t> </a:t>
            </a:r>
            <a:r>
              <a:rPr sz="450" i="1" spc="-50" dirty="0">
                <a:solidFill>
                  <a:srgbClr val="FEFFFF"/>
                </a:solidFill>
                <a:latin typeface="Calibri" panose="020F0502020204030204"/>
                <a:cs typeface="Calibri" panose="020F0502020204030204"/>
              </a:rPr>
              <a:t>Q</a:t>
            </a:r>
            <a:endParaRPr sz="450">
              <a:latin typeface="Calibri" panose="020F0502020204030204"/>
              <a:cs typeface="Calibri" panose="020F0502020204030204"/>
            </a:endParaRPr>
          </a:p>
        </p:txBody>
      </p:sp>
      <p:grpSp>
        <p:nvGrpSpPr>
          <p:cNvPr id="66" name="object 66"/>
          <p:cNvGrpSpPr/>
          <p:nvPr/>
        </p:nvGrpSpPr>
        <p:grpSpPr>
          <a:xfrm>
            <a:off x="3945783" y="5018519"/>
            <a:ext cx="2316480" cy="845819"/>
            <a:chOff x="3945783" y="5018519"/>
            <a:chExt cx="2316480" cy="845819"/>
          </a:xfrm>
        </p:grpSpPr>
        <p:sp>
          <p:nvSpPr>
            <p:cNvPr id="67" name="object 67"/>
            <p:cNvSpPr/>
            <p:nvPr/>
          </p:nvSpPr>
          <p:spPr>
            <a:xfrm>
              <a:off x="4996601" y="5025051"/>
              <a:ext cx="316865" cy="635"/>
            </a:xfrm>
            <a:custGeom>
              <a:avLst/>
              <a:gdLst/>
              <a:ahLst/>
              <a:cxnLst/>
              <a:rect l="l" t="t" r="r" b="b"/>
              <a:pathLst>
                <a:path w="316864" h="635">
                  <a:moveTo>
                    <a:pt x="0" y="0"/>
                  </a:moveTo>
                  <a:lnTo>
                    <a:pt x="316465" y="223"/>
                  </a:lnTo>
                </a:path>
              </a:pathLst>
            </a:custGeom>
            <a:ln w="11166">
              <a:solidFill>
                <a:srgbClr val="2E75B5"/>
              </a:solidFill>
            </a:ln>
          </p:spPr>
          <p:txBody>
            <a:bodyPr wrap="square" lIns="0" tIns="0" rIns="0" bIns="0" rtlCol="0"/>
            <a:lstStyle/>
            <a:p/>
          </p:txBody>
        </p:sp>
        <p:pic>
          <p:nvPicPr>
            <p:cNvPr id="68" name="object 68"/>
            <p:cNvPicPr/>
            <p:nvPr/>
          </p:nvPicPr>
          <p:blipFill>
            <a:blip r:embed="rId23" cstate="print"/>
            <a:stretch>
              <a:fillRect/>
            </a:stretch>
          </p:blipFill>
          <p:spPr>
            <a:xfrm>
              <a:off x="5882592" y="5057101"/>
              <a:ext cx="379646" cy="189941"/>
            </a:xfrm>
            <a:prstGeom prst="rect">
              <a:avLst/>
            </a:prstGeom>
          </p:spPr>
        </p:pic>
        <p:sp>
          <p:nvSpPr>
            <p:cNvPr id="69" name="object 69"/>
            <p:cNvSpPr/>
            <p:nvPr/>
          </p:nvSpPr>
          <p:spPr>
            <a:xfrm>
              <a:off x="5949011" y="5057100"/>
              <a:ext cx="247015" cy="190500"/>
            </a:xfrm>
            <a:custGeom>
              <a:avLst/>
              <a:gdLst/>
              <a:ahLst/>
              <a:cxnLst/>
              <a:rect l="l" t="t" r="r" b="b"/>
              <a:pathLst>
                <a:path w="247014" h="190500">
                  <a:moveTo>
                    <a:pt x="246809" y="95028"/>
                  </a:moveTo>
                  <a:lnTo>
                    <a:pt x="218506" y="127785"/>
                  </a:lnTo>
                  <a:lnTo>
                    <a:pt x="179037" y="155199"/>
                  </a:lnTo>
                  <a:lnTo>
                    <a:pt x="130254" y="176257"/>
                  </a:lnTo>
                  <a:lnTo>
                    <a:pt x="74009" y="189944"/>
                  </a:lnTo>
                  <a:lnTo>
                    <a:pt x="0" y="189944"/>
                  </a:lnTo>
                  <a:lnTo>
                    <a:pt x="25806" y="143338"/>
                  </a:lnTo>
                  <a:lnTo>
                    <a:pt x="34409" y="94972"/>
                  </a:lnTo>
                  <a:lnTo>
                    <a:pt x="25806" y="46606"/>
                  </a:lnTo>
                  <a:lnTo>
                    <a:pt x="0" y="0"/>
                  </a:lnTo>
                  <a:lnTo>
                    <a:pt x="74009" y="0"/>
                  </a:lnTo>
                  <a:lnTo>
                    <a:pt x="130411" y="13560"/>
                  </a:lnTo>
                  <a:lnTo>
                    <a:pt x="179288" y="34616"/>
                  </a:lnTo>
                  <a:lnTo>
                    <a:pt x="218726" y="62121"/>
                  </a:lnTo>
                  <a:lnTo>
                    <a:pt x="246809" y="95028"/>
                  </a:lnTo>
                  <a:close/>
                </a:path>
              </a:pathLst>
            </a:custGeom>
            <a:ln w="13956">
              <a:solidFill>
                <a:srgbClr val="4A80B1"/>
              </a:solidFill>
            </a:ln>
          </p:spPr>
          <p:txBody>
            <a:bodyPr wrap="square" lIns="0" tIns="0" rIns="0" bIns="0" rtlCol="0"/>
            <a:lstStyle/>
            <a:p/>
          </p:txBody>
        </p:sp>
        <p:pic>
          <p:nvPicPr>
            <p:cNvPr id="70" name="object 70"/>
            <p:cNvPicPr/>
            <p:nvPr/>
          </p:nvPicPr>
          <p:blipFill>
            <a:blip r:embed="rId24" cstate="print"/>
            <a:stretch>
              <a:fillRect/>
            </a:stretch>
          </p:blipFill>
          <p:spPr>
            <a:xfrm>
              <a:off x="5875613" y="5018519"/>
              <a:ext cx="90113" cy="267161"/>
            </a:xfrm>
            <a:prstGeom prst="rect">
              <a:avLst/>
            </a:prstGeom>
          </p:spPr>
        </p:pic>
        <p:sp>
          <p:nvSpPr>
            <p:cNvPr id="71" name="object 71"/>
            <p:cNvSpPr/>
            <p:nvPr/>
          </p:nvSpPr>
          <p:spPr>
            <a:xfrm>
              <a:off x="5566127" y="5025275"/>
              <a:ext cx="316865" cy="635"/>
            </a:xfrm>
            <a:custGeom>
              <a:avLst/>
              <a:gdLst/>
              <a:ahLst/>
              <a:cxnLst/>
              <a:rect l="l" t="t" r="r" b="b"/>
              <a:pathLst>
                <a:path w="316864" h="635">
                  <a:moveTo>
                    <a:pt x="0" y="0"/>
                  </a:moveTo>
                  <a:lnTo>
                    <a:pt x="316465" y="223"/>
                  </a:lnTo>
                </a:path>
              </a:pathLst>
            </a:custGeom>
            <a:ln w="11166">
              <a:solidFill>
                <a:srgbClr val="2E75B5"/>
              </a:solidFill>
            </a:ln>
          </p:spPr>
          <p:txBody>
            <a:bodyPr wrap="square" lIns="0" tIns="0" rIns="0" bIns="0" rtlCol="0"/>
            <a:lstStyle/>
            <a:p/>
          </p:txBody>
        </p:sp>
        <p:sp>
          <p:nvSpPr>
            <p:cNvPr id="72" name="object 72"/>
            <p:cNvSpPr/>
            <p:nvPr/>
          </p:nvSpPr>
          <p:spPr>
            <a:xfrm>
              <a:off x="3952760" y="5540717"/>
              <a:ext cx="253365" cy="316865"/>
            </a:xfrm>
            <a:custGeom>
              <a:avLst/>
              <a:gdLst/>
              <a:ahLst/>
              <a:cxnLst/>
              <a:rect l="l" t="t" r="r" b="b"/>
              <a:pathLst>
                <a:path w="253364" h="316864">
                  <a:moveTo>
                    <a:pt x="253138" y="0"/>
                  </a:moveTo>
                  <a:lnTo>
                    <a:pt x="0" y="0"/>
                  </a:lnTo>
                  <a:lnTo>
                    <a:pt x="0" y="316529"/>
                  </a:lnTo>
                  <a:lnTo>
                    <a:pt x="253138" y="316529"/>
                  </a:lnTo>
                  <a:lnTo>
                    <a:pt x="253138" y="0"/>
                  </a:lnTo>
                  <a:close/>
                </a:path>
              </a:pathLst>
            </a:custGeom>
            <a:solidFill>
              <a:srgbClr val="7CAADA"/>
            </a:solidFill>
          </p:spPr>
          <p:txBody>
            <a:bodyPr wrap="square" lIns="0" tIns="0" rIns="0" bIns="0" rtlCol="0"/>
            <a:lstStyle/>
            <a:p/>
          </p:txBody>
        </p:sp>
        <p:sp>
          <p:nvSpPr>
            <p:cNvPr id="73" name="object 73"/>
            <p:cNvSpPr/>
            <p:nvPr/>
          </p:nvSpPr>
          <p:spPr>
            <a:xfrm>
              <a:off x="3952768" y="5540705"/>
              <a:ext cx="253365" cy="316865"/>
            </a:xfrm>
            <a:custGeom>
              <a:avLst/>
              <a:gdLst/>
              <a:ahLst/>
              <a:cxnLst/>
              <a:rect l="l" t="t" r="r" b="b"/>
              <a:pathLst>
                <a:path w="253364" h="316864">
                  <a:moveTo>
                    <a:pt x="181953" y="230814"/>
                  </a:moveTo>
                  <a:lnTo>
                    <a:pt x="229395" y="230814"/>
                  </a:lnTo>
                </a:path>
                <a:path w="253364" h="316864">
                  <a:moveTo>
                    <a:pt x="0" y="130448"/>
                  </a:moveTo>
                  <a:lnTo>
                    <a:pt x="47441" y="156824"/>
                  </a:lnTo>
                  <a:lnTo>
                    <a:pt x="0" y="186092"/>
                  </a:lnTo>
                </a:path>
                <a:path w="253364" h="316864">
                  <a:moveTo>
                    <a:pt x="0" y="316541"/>
                  </a:moveTo>
                  <a:lnTo>
                    <a:pt x="253172" y="316541"/>
                  </a:lnTo>
                  <a:lnTo>
                    <a:pt x="253172" y="0"/>
                  </a:lnTo>
                  <a:lnTo>
                    <a:pt x="0" y="0"/>
                  </a:lnTo>
                  <a:lnTo>
                    <a:pt x="0" y="316541"/>
                  </a:lnTo>
                  <a:close/>
                </a:path>
              </a:pathLst>
            </a:custGeom>
            <a:ln w="13955">
              <a:solidFill>
                <a:srgbClr val="4A80B1"/>
              </a:solidFill>
            </a:ln>
          </p:spPr>
          <p:txBody>
            <a:bodyPr wrap="square" lIns="0" tIns="0" rIns="0" bIns="0" rtlCol="0"/>
            <a:lstStyle/>
            <a:p/>
          </p:txBody>
        </p:sp>
      </p:grpSp>
      <p:sp>
        <p:nvSpPr>
          <p:cNvPr id="74" name="object 74"/>
          <p:cNvSpPr txBox="1"/>
          <p:nvPr/>
        </p:nvSpPr>
        <p:spPr>
          <a:xfrm>
            <a:off x="4049687" y="5756609"/>
            <a:ext cx="146685" cy="96520"/>
          </a:xfrm>
          <a:prstGeom prst="rect">
            <a:avLst/>
          </a:prstGeom>
        </p:spPr>
        <p:txBody>
          <a:bodyPr vert="horz" wrap="square" lIns="0" tIns="13970" rIns="0" bIns="0" rtlCol="0">
            <a:spAutoFit/>
          </a:bodyPr>
          <a:lstStyle/>
          <a:p>
            <a:pPr marL="12700">
              <a:lnSpc>
                <a:spcPct val="100000"/>
              </a:lnSpc>
              <a:spcBef>
                <a:spcPts val="110"/>
              </a:spcBef>
            </a:pPr>
            <a:r>
              <a:rPr sz="200" dirty="0">
                <a:solidFill>
                  <a:srgbClr val="FEFFFF"/>
                </a:solidFill>
                <a:latin typeface="Calibri" panose="020F0502020204030204"/>
                <a:cs typeface="Calibri" panose="020F0502020204030204"/>
              </a:rPr>
              <a:t>CLR</a:t>
            </a:r>
            <a:r>
              <a:rPr sz="200" spc="310" dirty="0">
                <a:solidFill>
                  <a:srgbClr val="FEFFFF"/>
                </a:solidFill>
                <a:latin typeface="Calibri" panose="020F0502020204030204"/>
                <a:cs typeface="Calibri" panose="020F0502020204030204"/>
              </a:rPr>
              <a:t> </a:t>
            </a:r>
            <a:r>
              <a:rPr sz="450" i="1" spc="-50" dirty="0">
                <a:solidFill>
                  <a:srgbClr val="FEFFFF"/>
                </a:solidFill>
                <a:latin typeface="Calibri" panose="020F0502020204030204"/>
                <a:cs typeface="Calibri" panose="020F0502020204030204"/>
              </a:rPr>
              <a:t>Q</a:t>
            </a:r>
            <a:endParaRPr sz="450">
              <a:latin typeface="Calibri" panose="020F0502020204030204"/>
              <a:cs typeface="Calibri" panose="020F0502020204030204"/>
            </a:endParaRPr>
          </a:p>
        </p:txBody>
      </p:sp>
      <p:sp>
        <p:nvSpPr>
          <p:cNvPr id="75" name="object 75"/>
          <p:cNvSpPr txBox="1"/>
          <p:nvPr/>
        </p:nvSpPr>
        <p:spPr>
          <a:xfrm>
            <a:off x="3948157" y="5512897"/>
            <a:ext cx="273685" cy="95885"/>
          </a:xfrm>
          <a:prstGeom prst="rect">
            <a:avLst/>
          </a:prstGeom>
        </p:spPr>
        <p:txBody>
          <a:bodyPr vert="horz" wrap="square" lIns="0" tIns="13970" rIns="0" bIns="0" rtlCol="0">
            <a:spAutoFit/>
          </a:bodyPr>
          <a:lstStyle/>
          <a:p>
            <a:pPr marL="38100">
              <a:lnSpc>
                <a:spcPct val="100000"/>
              </a:lnSpc>
              <a:spcBef>
                <a:spcPts val="110"/>
              </a:spcBef>
            </a:pPr>
            <a:r>
              <a:rPr sz="675" baseline="-31000" dirty="0">
                <a:solidFill>
                  <a:srgbClr val="FEFFFF"/>
                </a:solidFill>
                <a:latin typeface="Calibri" panose="020F0502020204030204"/>
                <a:cs typeface="Calibri" panose="020F0502020204030204"/>
              </a:rPr>
              <a:t>D</a:t>
            </a:r>
            <a:r>
              <a:rPr sz="675" spc="322" baseline="-31000" dirty="0">
                <a:solidFill>
                  <a:srgbClr val="FEFFFF"/>
                </a:solidFill>
                <a:latin typeface="Calibri" panose="020F0502020204030204"/>
                <a:cs typeface="Calibri" panose="020F0502020204030204"/>
              </a:rPr>
              <a:t> </a:t>
            </a:r>
            <a:r>
              <a:rPr sz="200" dirty="0">
                <a:solidFill>
                  <a:srgbClr val="FEFFFF"/>
                </a:solidFill>
                <a:latin typeface="Calibri" panose="020F0502020204030204"/>
                <a:cs typeface="Calibri" panose="020F0502020204030204"/>
              </a:rPr>
              <a:t>SET</a:t>
            </a:r>
            <a:r>
              <a:rPr sz="200" spc="330" dirty="0">
                <a:solidFill>
                  <a:srgbClr val="FEFFFF"/>
                </a:solidFill>
                <a:latin typeface="Calibri" panose="020F0502020204030204"/>
                <a:cs typeface="Calibri" panose="020F0502020204030204"/>
              </a:rPr>
              <a:t> </a:t>
            </a:r>
            <a:r>
              <a:rPr sz="675" i="1" spc="-75" baseline="-31000" dirty="0">
                <a:solidFill>
                  <a:srgbClr val="FEFFFF"/>
                </a:solidFill>
                <a:latin typeface="Calibri" panose="020F0502020204030204"/>
                <a:cs typeface="Calibri" panose="020F0502020204030204"/>
              </a:rPr>
              <a:t>Q</a:t>
            </a:r>
            <a:endParaRPr sz="675" baseline="-31000">
              <a:latin typeface="Calibri" panose="020F0502020204030204"/>
              <a:cs typeface="Calibri" panose="020F0502020204030204"/>
            </a:endParaRPr>
          </a:p>
        </p:txBody>
      </p:sp>
      <p:grpSp>
        <p:nvGrpSpPr>
          <p:cNvPr id="76" name="object 76"/>
          <p:cNvGrpSpPr/>
          <p:nvPr/>
        </p:nvGrpSpPr>
        <p:grpSpPr>
          <a:xfrm>
            <a:off x="3945783" y="4188495"/>
            <a:ext cx="267335" cy="330835"/>
            <a:chOff x="3945783" y="4188495"/>
            <a:chExt cx="267335" cy="330835"/>
          </a:xfrm>
        </p:grpSpPr>
        <p:sp>
          <p:nvSpPr>
            <p:cNvPr id="77" name="object 77"/>
            <p:cNvSpPr/>
            <p:nvPr/>
          </p:nvSpPr>
          <p:spPr>
            <a:xfrm>
              <a:off x="3952760" y="4195410"/>
              <a:ext cx="253365" cy="316865"/>
            </a:xfrm>
            <a:custGeom>
              <a:avLst/>
              <a:gdLst/>
              <a:ahLst/>
              <a:cxnLst/>
              <a:rect l="l" t="t" r="r" b="b"/>
              <a:pathLst>
                <a:path w="253364" h="316864">
                  <a:moveTo>
                    <a:pt x="253138" y="0"/>
                  </a:moveTo>
                  <a:lnTo>
                    <a:pt x="0" y="0"/>
                  </a:lnTo>
                  <a:lnTo>
                    <a:pt x="0" y="316530"/>
                  </a:lnTo>
                  <a:lnTo>
                    <a:pt x="253138" y="316530"/>
                  </a:lnTo>
                  <a:lnTo>
                    <a:pt x="253138" y="0"/>
                  </a:lnTo>
                  <a:close/>
                </a:path>
              </a:pathLst>
            </a:custGeom>
            <a:solidFill>
              <a:srgbClr val="7CAADA"/>
            </a:solidFill>
          </p:spPr>
          <p:txBody>
            <a:bodyPr wrap="square" lIns="0" tIns="0" rIns="0" bIns="0" rtlCol="0"/>
            <a:lstStyle/>
            <a:p/>
          </p:txBody>
        </p:sp>
        <p:sp>
          <p:nvSpPr>
            <p:cNvPr id="78" name="object 78"/>
            <p:cNvSpPr/>
            <p:nvPr/>
          </p:nvSpPr>
          <p:spPr>
            <a:xfrm>
              <a:off x="3952768" y="4195480"/>
              <a:ext cx="253365" cy="316865"/>
            </a:xfrm>
            <a:custGeom>
              <a:avLst/>
              <a:gdLst/>
              <a:ahLst/>
              <a:cxnLst/>
              <a:rect l="l" t="t" r="r" b="b"/>
              <a:pathLst>
                <a:path w="253364" h="316864">
                  <a:moveTo>
                    <a:pt x="181953" y="230814"/>
                  </a:moveTo>
                  <a:lnTo>
                    <a:pt x="229395" y="230814"/>
                  </a:lnTo>
                </a:path>
                <a:path w="253364" h="316864">
                  <a:moveTo>
                    <a:pt x="0" y="130426"/>
                  </a:moveTo>
                  <a:lnTo>
                    <a:pt x="47441" y="156779"/>
                  </a:lnTo>
                  <a:lnTo>
                    <a:pt x="0" y="186036"/>
                  </a:lnTo>
                </a:path>
                <a:path w="253364" h="316864">
                  <a:moveTo>
                    <a:pt x="0" y="316463"/>
                  </a:moveTo>
                  <a:lnTo>
                    <a:pt x="253172" y="316463"/>
                  </a:lnTo>
                  <a:lnTo>
                    <a:pt x="253172" y="0"/>
                  </a:lnTo>
                  <a:lnTo>
                    <a:pt x="0" y="0"/>
                  </a:lnTo>
                  <a:lnTo>
                    <a:pt x="0" y="316463"/>
                  </a:lnTo>
                  <a:close/>
                </a:path>
              </a:pathLst>
            </a:custGeom>
            <a:ln w="13955">
              <a:solidFill>
                <a:srgbClr val="4A80B1"/>
              </a:solidFill>
            </a:ln>
          </p:spPr>
          <p:txBody>
            <a:bodyPr wrap="square" lIns="0" tIns="0" rIns="0" bIns="0" rtlCol="0"/>
            <a:lstStyle/>
            <a:p/>
          </p:txBody>
        </p:sp>
      </p:grpSp>
      <p:sp>
        <p:nvSpPr>
          <p:cNvPr id="79" name="object 79"/>
          <p:cNvSpPr txBox="1"/>
          <p:nvPr/>
        </p:nvSpPr>
        <p:spPr>
          <a:xfrm>
            <a:off x="4049687" y="4407062"/>
            <a:ext cx="146685" cy="96520"/>
          </a:xfrm>
          <a:prstGeom prst="rect">
            <a:avLst/>
          </a:prstGeom>
        </p:spPr>
        <p:txBody>
          <a:bodyPr vert="horz" wrap="square" lIns="0" tIns="13970" rIns="0" bIns="0" rtlCol="0">
            <a:spAutoFit/>
          </a:bodyPr>
          <a:lstStyle/>
          <a:p>
            <a:pPr marL="12700">
              <a:lnSpc>
                <a:spcPct val="100000"/>
              </a:lnSpc>
              <a:spcBef>
                <a:spcPts val="110"/>
              </a:spcBef>
            </a:pPr>
            <a:r>
              <a:rPr sz="200" dirty="0">
                <a:solidFill>
                  <a:srgbClr val="FEFFFF"/>
                </a:solidFill>
                <a:latin typeface="Calibri" panose="020F0502020204030204"/>
                <a:cs typeface="Calibri" panose="020F0502020204030204"/>
              </a:rPr>
              <a:t>CLR</a:t>
            </a:r>
            <a:r>
              <a:rPr sz="200" spc="310" dirty="0">
                <a:solidFill>
                  <a:srgbClr val="FEFFFF"/>
                </a:solidFill>
                <a:latin typeface="Calibri" panose="020F0502020204030204"/>
                <a:cs typeface="Calibri" panose="020F0502020204030204"/>
              </a:rPr>
              <a:t> </a:t>
            </a:r>
            <a:r>
              <a:rPr sz="450" i="1" spc="-50" dirty="0">
                <a:solidFill>
                  <a:srgbClr val="FEFFFF"/>
                </a:solidFill>
                <a:latin typeface="Calibri" panose="020F0502020204030204"/>
                <a:cs typeface="Calibri" panose="020F0502020204030204"/>
              </a:rPr>
              <a:t>Q</a:t>
            </a:r>
            <a:endParaRPr sz="450">
              <a:latin typeface="Calibri" panose="020F0502020204030204"/>
              <a:cs typeface="Calibri" panose="020F0502020204030204"/>
            </a:endParaRPr>
          </a:p>
        </p:txBody>
      </p:sp>
      <p:sp>
        <p:nvSpPr>
          <p:cNvPr id="80" name="object 80"/>
          <p:cNvSpPr txBox="1"/>
          <p:nvPr/>
        </p:nvSpPr>
        <p:spPr>
          <a:xfrm>
            <a:off x="3948157" y="4163405"/>
            <a:ext cx="273685" cy="96520"/>
          </a:xfrm>
          <a:prstGeom prst="rect">
            <a:avLst/>
          </a:prstGeom>
        </p:spPr>
        <p:txBody>
          <a:bodyPr vert="horz" wrap="square" lIns="0" tIns="13970" rIns="0" bIns="0" rtlCol="0">
            <a:spAutoFit/>
          </a:bodyPr>
          <a:lstStyle/>
          <a:p>
            <a:pPr marL="38100">
              <a:lnSpc>
                <a:spcPct val="100000"/>
              </a:lnSpc>
              <a:spcBef>
                <a:spcPts val="110"/>
              </a:spcBef>
            </a:pPr>
            <a:r>
              <a:rPr sz="675" baseline="-31000" dirty="0">
                <a:solidFill>
                  <a:srgbClr val="FEFFFF"/>
                </a:solidFill>
                <a:latin typeface="Calibri" panose="020F0502020204030204"/>
                <a:cs typeface="Calibri" panose="020F0502020204030204"/>
              </a:rPr>
              <a:t>D</a:t>
            </a:r>
            <a:r>
              <a:rPr sz="675" spc="322" baseline="-31000" dirty="0">
                <a:solidFill>
                  <a:srgbClr val="FEFFFF"/>
                </a:solidFill>
                <a:latin typeface="Calibri" panose="020F0502020204030204"/>
                <a:cs typeface="Calibri" panose="020F0502020204030204"/>
              </a:rPr>
              <a:t> </a:t>
            </a:r>
            <a:r>
              <a:rPr sz="200" dirty="0">
                <a:solidFill>
                  <a:srgbClr val="FEFFFF"/>
                </a:solidFill>
                <a:latin typeface="Calibri" panose="020F0502020204030204"/>
                <a:cs typeface="Calibri" panose="020F0502020204030204"/>
              </a:rPr>
              <a:t>SET</a:t>
            </a:r>
            <a:r>
              <a:rPr sz="200" spc="330" dirty="0">
                <a:solidFill>
                  <a:srgbClr val="FEFFFF"/>
                </a:solidFill>
                <a:latin typeface="Calibri" panose="020F0502020204030204"/>
                <a:cs typeface="Calibri" panose="020F0502020204030204"/>
              </a:rPr>
              <a:t> </a:t>
            </a:r>
            <a:r>
              <a:rPr sz="675" i="1" spc="-75" baseline="-31000" dirty="0">
                <a:solidFill>
                  <a:srgbClr val="FEFFFF"/>
                </a:solidFill>
                <a:latin typeface="Calibri" panose="020F0502020204030204"/>
                <a:cs typeface="Calibri" panose="020F0502020204030204"/>
              </a:rPr>
              <a:t>Q</a:t>
            </a:r>
            <a:endParaRPr sz="675" baseline="-31000">
              <a:latin typeface="Calibri" panose="020F0502020204030204"/>
              <a:cs typeface="Calibri" panose="020F0502020204030204"/>
            </a:endParaRPr>
          </a:p>
        </p:txBody>
      </p:sp>
      <p:grpSp>
        <p:nvGrpSpPr>
          <p:cNvPr id="81" name="object 81"/>
          <p:cNvGrpSpPr/>
          <p:nvPr/>
        </p:nvGrpSpPr>
        <p:grpSpPr>
          <a:xfrm>
            <a:off x="4929863" y="4519135"/>
            <a:ext cx="1583690" cy="485775"/>
            <a:chOff x="4929863" y="4519135"/>
            <a:chExt cx="1583690" cy="485775"/>
          </a:xfrm>
        </p:grpSpPr>
        <p:pic>
          <p:nvPicPr>
            <p:cNvPr id="82" name="object 82"/>
            <p:cNvPicPr/>
            <p:nvPr/>
          </p:nvPicPr>
          <p:blipFill>
            <a:blip r:embed="rId25" cstate="print"/>
            <a:stretch>
              <a:fillRect/>
            </a:stretch>
          </p:blipFill>
          <p:spPr>
            <a:xfrm>
              <a:off x="4936210" y="4928044"/>
              <a:ext cx="70358" cy="70345"/>
            </a:xfrm>
            <a:prstGeom prst="rect">
              <a:avLst/>
            </a:prstGeom>
          </p:spPr>
        </p:pic>
        <p:pic>
          <p:nvPicPr>
            <p:cNvPr id="83" name="object 83"/>
            <p:cNvPicPr/>
            <p:nvPr/>
          </p:nvPicPr>
          <p:blipFill>
            <a:blip r:embed="rId26" cstate="print"/>
            <a:stretch>
              <a:fillRect/>
            </a:stretch>
          </p:blipFill>
          <p:spPr>
            <a:xfrm>
              <a:off x="5581776" y="4734725"/>
              <a:ext cx="140690" cy="140690"/>
            </a:xfrm>
            <a:prstGeom prst="rect">
              <a:avLst/>
            </a:prstGeom>
          </p:spPr>
        </p:pic>
        <p:pic>
          <p:nvPicPr>
            <p:cNvPr id="84" name="object 84"/>
            <p:cNvPicPr/>
            <p:nvPr/>
          </p:nvPicPr>
          <p:blipFill>
            <a:blip r:embed="rId27" cstate="print"/>
            <a:stretch>
              <a:fillRect/>
            </a:stretch>
          </p:blipFill>
          <p:spPr>
            <a:xfrm>
              <a:off x="6295847" y="4525492"/>
              <a:ext cx="211035" cy="211035"/>
            </a:xfrm>
            <a:prstGeom prst="rect">
              <a:avLst/>
            </a:prstGeom>
          </p:spPr>
        </p:pic>
        <p:pic>
          <p:nvPicPr>
            <p:cNvPr id="85" name="object 85"/>
            <p:cNvPicPr/>
            <p:nvPr/>
          </p:nvPicPr>
          <p:blipFill>
            <a:blip r:embed="rId28" cstate="print"/>
            <a:stretch>
              <a:fillRect/>
            </a:stretch>
          </p:blipFill>
          <p:spPr>
            <a:xfrm>
              <a:off x="4929863" y="4921691"/>
              <a:ext cx="83040" cy="83050"/>
            </a:xfrm>
            <a:prstGeom prst="rect">
              <a:avLst/>
            </a:prstGeom>
          </p:spPr>
        </p:pic>
        <p:pic>
          <p:nvPicPr>
            <p:cNvPr id="86" name="object 86"/>
            <p:cNvPicPr/>
            <p:nvPr/>
          </p:nvPicPr>
          <p:blipFill>
            <a:blip r:embed="rId29" cstate="print"/>
            <a:stretch>
              <a:fillRect/>
            </a:stretch>
          </p:blipFill>
          <p:spPr>
            <a:xfrm>
              <a:off x="5575413" y="4728380"/>
              <a:ext cx="153390" cy="153380"/>
            </a:xfrm>
            <a:prstGeom prst="rect">
              <a:avLst/>
            </a:prstGeom>
          </p:spPr>
        </p:pic>
        <p:pic>
          <p:nvPicPr>
            <p:cNvPr id="87" name="object 87"/>
            <p:cNvPicPr/>
            <p:nvPr/>
          </p:nvPicPr>
          <p:blipFill>
            <a:blip r:embed="rId30" cstate="print"/>
            <a:stretch>
              <a:fillRect/>
            </a:stretch>
          </p:blipFill>
          <p:spPr>
            <a:xfrm>
              <a:off x="6289493" y="4519135"/>
              <a:ext cx="223737" cy="223735"/>
            </a:xfrm>
            <a:prstGeom prst="rect">
              <a:avLst/>
            </a:prstGeom>
          </p:spPr>
        </p:pic>
      </p:grpSp>
      <p:grpSp>
        <p:nvGrpSpPr>
          <p:cNvPr id="88" name="object 88"/>
          <p:cNvGrpSpPr/>
          <p:nvPr/>
        </p:nvGrpSpPr>
        <p:grpSpPr>
          <a:xfrm>
            <a:off x="6997375" y="3603133"/>
            <a:ext cx="2186940" cy="1280160"/>
            <a:chOff x="6997375" y="3603133"/>
            <a:chExt cx="2186940" cy="1280160"/>
          </a:xfrm>
        </p:grpSpPr>
        <p:sp>
          <p:nvSpPr>
            <p:cNvPr id="89" name="object 89"/>
            <p:cNvSpPr/>
            <p:nvPr/>
          </p:nvSpPr>
          <p:spPr>
            <a:xfrm>
              <a:off x="7003735" y="3609482"/>
              <a:ext cx="2174240" cy="1267460"/>
            </a:xfrm>
            <a:custGeom>
              <a:avLst/>
              <a:gdLst/>
              <a:ahLst/>
              <a:cxnLst/>
              <a:rect l="l" t="t" r="r" b="b"/>
              <a:pathLst>
                <a:path w="2174240" h="1267460">
                  <a:moveTo>
                    <a:pt x="1328118" y="0"/>
                  </a:moveTo>
                  <a:lnTo>
                    <a:pt x="1280095" y="3964"/>
                  </a:lnTo>
                  <a:lnTo>
                    <a:pt x="1234517" y="16065"/>
                  </a:lnTo>
                  <a:lnTo>
                    <a:pt x="1193150" y="35835"/>
                  </a:lnTo>
                  <a:lnTo>
                    <a:pt x="1157762" y="62805"/>
                  </a:lnTo>
                  <a:lnTo>
                    <a:pt x="1130119" y="96504"/>
                  </a:lnTo>
                  <a:lnTo>
                    <a:pt x="1115815" y="86102"/>
                  </a:lnTo>
                  <a:lnTo>
                    <a:pt x="1067812" y="60195"/>
                  </a:lnTo>
                  <a:lnTo>
                    <a:pt x="1023228" y="45266"/>
                  </a:lnTo>
                  <a:lnTo>
                    <a:pt x="977331" y="37100"/>
                  </a:lnTo>
                  <a:lnTo>
                    <a:pt x="931145" y="35448"/>
                  </a:lnTo>
                  <a:lnTo>
                    <a:pt x="885693" y="40061"/>
                  </a:lnTo>
                  <a:lnTo>
                    <a:pt x="842000" y="50690"/>
                  </a:lnTo>
                  <a:lnTo>
                    <a:pt x="801090" y="67086"/>
                  </a:lnTo>
                  <a:lnTo>
                    <a:pt x="763986" y="88999"/>
                  </a:lnTo>
                  <a:lnTo>
                    <a:pt x="731711" y="116182"/>
                  </a:lnTo>
                  <a:lnTo>
                    <a:pt x="705291" y="148384"/>
                  </a:lnTo>
                  <a:lnTo>
                    <a:pt x="654255" y="128998"/>
                  </a:lnTo>
                  <a:lnTo>
                    <a:pt x="600248" y="116664"/>
                  </a:lnTo>
                  <a:lnTo>
                    <a:pt x="544419" y="111567"/>
                  </a:lnTo>
                  <a:lnTo>
                    <a:pt x="487918" y="113890"/>
                  </a:lnTo>
                  <a:lnTo>
                    <a:pt x="433954" y="123273"/>
                  </a:lnTo>
                  <a:lnTo>
                    <a:pt x="383929" y="138974"/>
                  </a:lnTo>
                  <a:lnTo>
                    <a:pt x="338439" y="160368"/>
                  </a:lnTo>
                  <a:lnTo>
                    <a:pt x="298083" y="186830"/>
                  </a:lnTo>
                  <a:lnTo>
                    <a:pt x="263461" y="217738"/>
                  </a:lnTo>
                  <a:lnTo>
                    <a:pt x="235170" y="252467"/>
                  </a:lnTo>
                  <a:lnTo>
                    <a:pt x="213809" y="290392"/>
                  </a:lnTo>
                  <a:lnTo>
                    <a:pt x="199977" y="330889"/>
                  </a:lnTo>
                  <a:lnTo>
                    <a:pt x="194271" y="373334"/>
                  </a:lnTo>
                  <a:lnTo>
                    <a:pt x="197291" y="417103"/>
                  </a:lnTo>
                  <a:lnTo>
                    <a:pt x="195462" y="421053"/>
                  </a:lnTo>
                  <a:lnTo>
                    <a:pt x="145252" y="430040"/>
                  </a:lnTo>
                  <a:lnTo>
                    <a:pt x="99650" y="447858"/>
                  </a:lnTo>
                  <a:lnTo>
                    <a:pt x="60435" y="473593"/>
                  </a:lnTo>
                  <a:lnTo>
                    <a:pt x="29384" y="506333"/>
                  </a:lnTo>
                  <a:lnTo>
                    <a:pt x="9053" y="543132"/>
                  </a:lnTo>
                  <a:lnTo>
                    <a:pt x="0" y="581405"/>
                  </a:lnTo>
                  <a:lnTo>
                    <a:pt x="1754" y="619718"/>
                  </a:lnTo>
                  <a:lnTo>
                    <a:pt x="13849" y="656642"/>
                  </a:lnTo>
                  <a:lnTo>
                    <a:pt x="35816" y="690743"/>
                  </a:lnTo>
                  <a:lnTo>
                    <a:pt x="67185" y="720589"/>
                  </a:lnTo>
                  <a:lnTo>
                    <a:pt x="107489" y="744750"/>
                  </a:lnTo>
                  <a:lnTo>
                    <a:pt x="78819" y="775029"/>
                  </a:lnTo>
                  <a:lnTo>
                    <a:pt x="59299" y="809092"/>
                  </a:lnTo>
                  <a:lnTo>
                    <a:pt x="49457" y="845674"/>
                  </a:lnTo>
                  <a:lnTo>
                    <a:pt x="49819" y="883510"/>
                  </a:lnTo>
                  <a:lnTo>
                    <a:pt x="61426" y="922479"/>
                  </a:lnTo>
                  <a:lnTo>
                    <a:pt x="83180" y="957219"/>
                  </a:lnTo>
                  <a:lnTo>
                    <a:pt x="113621" y="986819"/>
                  </a:lnTo>
                  <a:lnTo>
                    <a:pt x="151289" y="1010366"/>
                  </a:lnTo>
                  <a:lnTo>
                    <a:pt x="194723" y="1026948"/>
                  </a:lnTo>
                  <a:lnTo>
                    <a:pt x="242463" y="1035653"/>
                  </a:lnTo>
                  <a:lnTo>
                    <a:pt x="293049" y="1035568"/>
                  </a:lnTo>
                  <a:lnTo>
                    <a:pt x="297151" y="1041130"/>
                  </a:lnTo>
                  <a:lnTo>
                    <a:pt x="327319" y="1075617"/>
                  </a:lnTo>
                  <a:lnTo>
                    <a:pt x="362186" y="1105853"/>
                  </a:lnTo>
                  <a:lnTo>
                    <a:pt x="401118" y="1131713"/>
                  </a:lnTo>
                  <a:lnTo>
                    <a:pt x="443481" y="1153072"/>
                  </a:lnTo>
                  <a:lnTo>
                    <a:pt x="488639" y="1169803"/>
                  </a:lnTo>
                  <a:lnTo>
                    <a:pt x="535959" y="1181781"/>
                  </a:lnTo>
                  <a:lnTo>
                    <a:pt x="584805" y="1188880"/>
                  </a:lnTo>
                  <a:lnTo>
                    <a:pt x="634543" y="1190973"/>
                  </a:lnTo>
                  <a:lnTo>
                    <a:pt x="684539" y="1187936"/>
                  </a:lnTo>
                  <a:lnTo>
                    <a:pt x="734157" y="1179642"/>
                  </a:lnTo>
                  <a:lnTo>
                    <a:pt x="782765" y="1165966"/>
                  </a:lnTo>
                  <a:lnTo>
                    <a:pt x="829726" y="1146781"/>
                  </a:lnTo>
                  <a:lnTo>
                    <a:pt x="866293" y="1183095"/>
                  </a:lnTo>
                  <a:lnTo>
                    <a:pt x="909810" y="1213676"/>
                  </a:lnTo>
                  <a:lnTo>
                    <a:pt x="959240" y="1237907"/>
                  </a:lnTo>
                  <a:lnTo>
                    <a:pt x="1013545" y="1255176"/>
                  </a:lnTo>
                  <a:lnTo>
                    <a:pt x="1062617" y="1263940"/>
                  </a:lnTo>
                  <a:lnTo>
                    <a:pt x="1111533" y="1266838"/>
                  </a:lnTo>
                  <a:lnTo>
                    <a:pt x="1159639" y="1264148"/>
                  </a:lnTo>
                  <a:lnTo>
                    <a:pt x="1206281" y="1256150"/>
                  </a:lnTo>
                  <a:lnTo>
                    <a:pt x="1250803" y="1243122"/>
                  </a:lnTo>
                  <a:lnTo>
                    <a:pt x="1292552" y="1225342"/>
                  </a:lnTo>
                  <a:lnTo>
                    <a:pt x="1330872" y="1203091"/>
                  </a:lnTo>
                  <a:lnTo>
                    <a:pt x="1365108" y="1176645"/>
                  </a:lnTo>
                  <a:lnTo>
                    <a:pt x="1394607" y="1146286"/>
                  </a:lnTo>
                  <a:lnTo>
                    <a:pt x="1418714" y="1112290"/>
                  </a:lnTo>
                  <a:lnTo>
                    <a:pt x="1436773" y="1074938"/>
                  </a:lnTo>
                  <a:lnTo>
                    <a:pt x="1472127" y="1089859"/>
                  </a:lnTo>
                  <a:lnTo>
                    <a:pt x="1509552" y="1100746"/>
                  </a:lnTo>
                  <a:lnTo>
                    <a:pt x="1548503" y="1107472"/>
                  </a:lnTo>
                  <a:lnTo>
                    <a:pt x="1588436" y="1109913"/>
                  </a:lnTo>
                  <a:lnTo>
                    <a:pt x="1640749" y="1106533"/>
                  </a:lnTo>
                  <a:lnTo>
                    <a:pt x="1690059" y="1096136"/>
                  </a:lnTo>
                  <a:lnTo>
                    <a:pt x="1735536" y="1079369"/>
                  </a:lnTo>
                  <a:lnTo>
                    <a:pt x="1776354" y="1056879"/>
                  </a:lnTo>
                  <a:lnTo>
                    <a:pt x="1811685" y="1029311"/>
                  </a:lnTo>
                  <a:lnTo>
                    <a:pt x="1840701" y="997311"/>
                  </a:lnTo>
                  <a:lnTo>
                    <a:pt x="1862573" y="961527"/>
                  </a:lnTo>
                  <a:lnTo>
                    <a:pt x="1876475" y="922603"/>
                  </a:lnTo>
                  <a:lnTo>
                    <a:pt x="1881578" y="881186"/>
                  </a:lnTo>
                  <a:lnTo>
                    <a:pt x="1924384" y="874078"/>
                  </a:lnTo>
                  <a:lnTo>
                    <a:pt x="1965526" y="862730"/>
                  </a:lnTo>
                  <a:lnTo>
                    <a:pt x="2004509" y="847311"/>
                  </a:lnTo>
                  <a:lnTo>
                    <a:pt x="2040836" y="827986"/>
                  </a:lnTo>
                  <a:lnTo>
                    <a:pt x="2081932" y="798478"/>
                  </a:lnTo>
                  <a:lnTo>
                    <a:pt x="2115632" y="765027"/>
                  </a:lnTo>
                  <a:lnTo>
                    <a:pt x="2141807" y="728412"/>
                  </a:lnTo>
                  <a:lnTo>
                    <a:pt x="2160327" y="689414"/>
                  </a:lnTo>
                  <a:lnTo>
                    <a:pt x="2171063" y="648811"/>
                  </a:lnTo>
                  <a:lnTo>
                    <a:pt x="2173887" y="607385"/>
                  </a:lnTo>
                  <a:lnTo>
                    <a:pt x="2168670" y="565915"/>
                  </a:lnTo>
                  <a:lnTo>
                    <a:pt x="2155284" y="525182"/>
                  </a:lnTo>
                  <a:lnTo>
                    <a:pt x="2133598" y="485965"/>
                  </a:lnTo>
                  <a:lnTo>
                    <a:pt x="2103485" y="449043"/>
                  </a:lnTo>
                  <a:lnTo>
                    <a:pt x="2107011" y="442175"/>
                  </a:lnTo>
                  <a:lnTo>
                    <a:pt x="2110233" y="435213"/>
                  </a:lnTo>
                  <a:lnTo>
                    <a:pt x="2113148" y="428166"/>
                  </a:lnTo>
                  <a:lnTo>
                    <a:pt x="2115753" y="421040"/>
                  </a:lnTo>
                  <a:lnTo>
                    <a:pt x="2124693" y="378448"/>
                  </a:lnTo>
                  <a:lnTo>
                    <a:pt x="2122842" y="336575"/>
                  </a:lnTo>
                  <a:lnTo>
                    <a:pt x="2110956" y="296472"/>
                  </a:lnTo>
                  <a:lnTo>
                    <a:pt x="2089794" y="259193"/>
                  </a:lnTo>
                  <a:lnTo>
                    <a:pt x="2060112" y="225788"/>
                  </a:lnTo>
                  <a:lnTo>
                    <a:pt x="2022666" y="197310"/>
                  </a:lnTo>
                  <a:lnTo>
                    <a:pt x="1978215" y="174811"/>
                  </a:lnTo>
                  <a:lnTo>
                    <a:pt x="1927514" y="159344"/>
                  </a:lnTo>
                  <a:lnTo>
                    <a:pt x="1916478" y="127109"/>
                  </a:lnTo>
                  <a:lnTo>
                    <a:pt x="1874800" y="69874"/>
                  </a:lnTo>
                  <a:lnTo>
                    <a:pt x="1804349" y="23965"/>
                  </a:lnTo>
                  <a:lnTo>
                    <a:pt x="1760189" y="9093"/>
                  </a:lnTo>
                  <a:lnTo>
                    <a:pt x="1713996" y="1456"/>
                  </a:lnTo>
                  <a:lnTo>
                    <a:pt x="1667152" y="964"/>
                  </a:lnTo>
                  <a:lnTo>
                    <a:pt x="1621043" y="7525"/>
                  </a:lnTo>
                  <a:lnTo>
                    <a:pt x="1577052" y="21049"/>
                  </a:lnTo>
                  <a:lnTo>
                    <a:pt x="1536562" y="41447"/>
                  </a:lnTo>
                  <a:lnTo>
                    <a:pt x="1500959" y="68628"/>
                  </a:lnTo>
                  <a:lnTo>
                    <a:pt x="1484643" y="53508"/>
                  </a:lnTo>
                  <a:lnTo>
                    <a:pt x="1466323" y="40008"/>
                  </a:lnTo>
                  <a:lnTo>
                    <a:pt x="1446188" y="28251"/>
                  </a:lnTo>
                  <a:lnTo>
                    <a:pt x="1424428" y="18361"/>
                  </a:lnTo>
                  <a:lnTo>
                    <a:pt x="1376818" y="4642"/>
                  </a:lnTo>
                  <a:lnTo>
                    <a:pt x="1328118" y="0"/>
                  </a:lnTo>
                  <a:close/>
                </a:path>
              </a:pathLst>
            </a:custGeom>
            <a:solidFill>
              <a:srgbClr val="4472C4"/>
            </a:solidFill>
          </p:spPr>
          <p:txBody>
            <a:bodyPr wrap="square" lIns="0" tIns="0" rIns="0" bIns="0" rtlCol="0"/>
            <a:lstStyle/>
            <a:p/>
          </p:txBody>
        </p:sp>
        <p:sp>
          <p:nvSpPr>
            <p:cNvPr id="90" name="object 90"/>
            <p:cNvSpPr/>
            <p:nvPr/>
          </p:nvSpPr>
          <p:spPr>
            <a:xfrm>
              <a:off x="7003725" y="3609483"/>
              <a:ext cx="2174240" cy="1267460"/>
            </a:xfrm>
            <a:custGeom>
              <a:avLst/>
              <a:gdLst/>
              <a:ahLst/>
              <a:cxnLst/>
              <a:rect l="l" t="t" r="r" b="b"/>
              <a:pathLst>
                <a:path w="2174240" h="1267460">
                  <a:moveTo>
                    <a:pt x="197295" y="417104"/>
                  </a:moveTo>
                  <a:lnTo>
                    <a:pt x="194276" y="373335"/>
                  </a:lnTo>
                  <a:lnTo>
                    <a:pt x="199981" y="330889"/>
                  </a:lnTo>
                  <a:lnTo>
                    <a:pt x="213814" y="290392"/>
                  </a:lnTo>
                  <a:lnTo>
                    <a:pt x="235174" y="252466"/>
                  </a:lnTo>
                  <a:lnTo>
                    <a:pt x="263464" y="217737"/>
                  </a:lnTo>
                  <a:lnTo>
                    <a:pt x="298086" y="186829"/>
                  </a:lnTo>
                  <a:lnTo>
                    <a:pt x="338441" y="160365"/>
                  </a:lnTo>
                  <a:lnTo>
                    <a:pt x="383930" y="138971"/>
                  </a:lnTo>
                  <a:lnTo>
                    <a:pt x="433956" y="123271"/>
                  </a:lnTo>
                  <a:lnTo>
                    <a:pt x="487920" y="113889"/>
                  </a:lnTo>
                  <a:lnTo>
                    <a:pt x="544424" y="111565"/>
                  </a:lnTo>
                  <a:lnTo>
                    <a:pt x="600253" y="116662"/>
                  </a:lnTo>
                  <a:lnTo>
                    <a:pt x="654257" y="128995"/>
                  </a:lnTo>
                  <a:lnTo>
                    <a:pt x="705289" y="148384"/>
                  </a:lnTo>
                  <a:lnTo>
                    <a:pt x="731710" y="116180"/>
                  </a:lnTo>
                  <a:lnTo>
                    <a:pt x="763985" y="88997"/>
                  </a:lnTo>
                  <a:lnTo>
                    <a:pt x="801090" y="67083"/>
                  </a:lnTo>
                  <a:lnTo>
                    <a:pt x="842002" y="50686"/>
                  </a:lnTo>
                  <a:lnTo>
                    <a:pt x="885696" y="40057"/>
                  </a:lnTo>
                  <a:lnTo>
                    <a:pt x="931148" y="35444"/>
                  </a:lnTo>
                  <a:lnTo>
                    <a:pt x="977336" y="37097"/>
                  </a:lnTo>
                  <a:lnTo>
                    <a:pt x="1023234" y="45264"/>
                  </a:lnTo>
                  <a:lnTo>
                    <a:pt x="1067819" y="60194"/>
                  </a:lnTo>
                  <a:lnTo>
                    <a:pt x="1115817" y="86100"/>
                  </a:lnTo>
                  <a:lnTo>
                    <a:pt x="1130119" y="96504"/>
                  </a:lnTo>
                  <a:lnTo>
                    <a:pt x="1157765" y="62805"/>
                  </a:lnTo>
                  <a:lnTo>
                    <a:pt x="1193154" y="35836"/>
                  </a:lnTo>
                  <a:lnTo>
                    <a:pt x="1234521" y="16066"/>
                  </a:lnTo>
                  <a:lnTo>
                    <a:pt x="1280097" y="3964"/>
                  </a:lnTo>
                  <a:lnTo>
                    <a:pt x="1328119" y="0"/>
                  </a:lnTo>
                  <a:lnTo>
                    <a:pt x="1376818" y="4641"/>
                  </a:lnTo>
                  <a:lnTo>
                    <a:pt x="1424429" y="18358"/>
                  </a:lnTo>
                  <a:lnTo>
                    <a:pt x="1466326" y="40007"/>
                  </a:lnTo>
                  <a:lnTo>
                    <a:pt x="1500969" y="68623"/>
                  </a:lnTo>
                  <a:lnTo>
                    <a:pt x="1536570" y="41444"/>
                  </a:lnTo>
                  <a:lnTo>
                    <a:pt x="1577057" y="21048"/>
                  </a:lnTo>
                  <a:lnTo>
                    <a:pt x="1621046" y="7524"/>
                  </a:lnTo>
                  <a:lnTo>
                    <a:pt x="1667154" y="962"/>
                  </a:lnTo>
                  <a:lnTo>
                    <a:pt x="1713998" y="1455"/>
                  </a:lnTo>
                  <a:lnTo>
                    <a:pt x="1760192" y="9090"/>
                  </a:lnTo>
                  <a:lnTo>
                    <a:pt x="1804354" y="23960"/>
                  </a:lnTo>
                  <a:lnTo>
                    <a:pt x="1845100" y="46154"/>
                  </a:lnTo>
                  <a:lnTo>
                    <a:pt x="1898756" y="97069"/>
                  </a:lnTo>
                  <a:lnTo>
                    <a:pt x="1927520" y="159344"/>
                  </a:lnTo>
                  <a:lnTo>
                    <a:pt x="1978220" y="174810"/>
                  </a:lnTo>
                  <a:lnTo>
                    <a:pt x="2022672" y="197309"/>
                  </a:lnTo>
                  <a:lnTo>
                    <a:pt x="2060117" y="225787"/>
                  </a:lnTo>
                  <a:lnTo>
                    <a:pt x="2089800" y="259192"/>
                  </a:lnTo>
                  <a:lnTo>
                    <a:pt x="2110962" y="296473"/>
                  </a:lnTo>
                  <a:lnTo>
                    <a:pt x="2122848" y="336576"/>
                  </a:lnTo>
                  <a:lnTo>
                    <a:pt x="2124699" y="378449"/>
                  </a:lnTo>
                  <a:lnTo>
                    <a:pt x="2115760" y="421041"/>
                  </a:lnTo>
                  <a:lnTo>
                    <a:pt x="2113152" y="428166"/>
                  </a:lnTo>
                  <a:lnTo>
                    <a:pt x="2110235" y="435213"/>
                  </a:lnTo>
                  <a:lnTo>
                    <a:pt x="2107010" y="442175"/>
                  </a:lnTo>
                  <a:lnTo>
                    <a:pt x="2103480" y="449045"/>
                  </a:lnTo>
                  <a:lnTo>
                    <a:pt x="2133596" y="485964"/>
                  </a:lnTo>
                  <a:lnTo>
                    <a:pt x="2155284" y="525181"/>
                  </a:lnTo>
                  <a:lnTo>
                    <a:pt x="2168672" y="565914"/>
                  </a:lnTo>
                  <a:lnTo>
                    <a:pt x="2173890" y="607384"/>
                  </a:lnTo>
                  <a:lnTo>
                    <a:pt x="2171066" y="648811"/>
                  </a:lnTo>
                  <a:lnTo>
                    <a:pt x="2160330" y="689414"/>
                  </a:lnTo>
                  <a:lnTo>
                    <a:pt x="2141810" y="728413"/>
                  </a:lnTo>
                  <a:lnTo>
                    <a:pt x="2115635" y="765028"/>
                  </a:lnTo>
                  <a:lnTo>
                    <a:pt x="2081936" y="798479"/>
                  </a:lnTo>
                  <a:lnTo>
                    <a:pt x="2040840" y="827985"/>
                  </a:lnTo>
                  <a:lnTo>
                    <a:pt x="2004516" y="847312"/>
                  </a:lnTo>
                  <a:lnTo>
                    <a:pt x="1965535" y="862731"/>
                  </a:lnTo>
                  <a:lnTo>
                    <a:pt x="1924394" y="874078"/>
                  </a:lnTo>
                  <a:lnTo>
                    <a:pt x="1881590" y="881185"/>
                  </a:lnTo>
                  <a:lnTo>
                    <a:pt x="1876485" y="922601"/>
                  </a:lnTo>
                  <a:lnTo>
                    <a:pt x="1862581" y="961525"/>
                  </a:lnTo>
                  <a:lnTo>
                    <a:pt x="1840708" y="997309"/>
                  </a:lnTo>
                  <a:lnTo>
                    <a:pt x="1811692" y="1029309"/>
                  </a:lnTo>
                  <a:lnTo>
                    <a:pt x="1776362" y="1056877"/>
                  </a:lnTo>
                  <a:lnTo>
                    <a:pt x="1735544" y="1079368"/>
                  </a:lnTo>
                  <a:lnTo>
                    <a:pt x="1690068" y="1096136"/>
                  </a:lnTo>
                  <a:lnTo>
                    <a:pt x="1640760" y="1106534"/>
                  </a:lnTo>
                  <a:lnTo>
                    <a:pt x="1588449" y="1109917"/>
                  </a:lnTo>
                  <a:lnTo>
                    <a:pt x="1548513" y="1107477"/>
                  </a:lnTo>
                  <a:lnTo>
                    <a:pt x="1509557" y="1100749"/>
                  </a:lnTo>
                  <a:lnTo>
                    <a:pt x="1472127" y="1089860"/>
                  </a:lnTo>
                  <a:lnTo>
                    <a:pt x="1436769" y="1074937"/>
                  </a:lnTo>
                  <a:lnTo>
                    <a:pt x="1418713" y="1112289"/>
                  </a:lnTo>
                  <a:lnTo>
                    <a:pt x="1394609" y="1146284"/>
                  </a:lnTo>
                  <a:lnTo>
                    <a:pt x="1365112" y="1176644"/>
                  </a:lnTo>
                  <a:lnTo>
                    <a:pt x="1330877" y="1203089"/>
                  </a:lnTo>
                  <a:lnTo>
                    <a:pt x="1292558" y="1225341"/>
                  </a:lnTo>
                  <a:lnTo>
                    <a:pt x="1250810" y="1243121"/>
                  </a:lnTo>
                  <a:lnTo>
                    <a:pt x="1206288" y="1256150"/>
                  </a:lnTo>
                  <a:lnTo>
                    <a:pt x="1159646" y="1264148"/>
                  </a:lnTo>
                  <a:lnTo>
                    <a:pt x="1111539" y="1266839"/>
                  </a:lnTo>
                  <a:lnTo>
                    <a:pt x="1062622" y="1263941"/>
                  </a:lnTo>
                  <a:lnTo>
                    <a:pt x="1013549" y="1255177"/>
                  </a:lnTo>
                  <a:lnTo>
                    <a:pt x="959244" y="1237904"/>
                  </a:lnTo>
                  <a:lnTo>
                    <a:pt x="909813" y="1213671"/>
                  </a:lnTo>
                  <a:lnTo>
                    <a:pt x="866294" y="1183092"/>
                  </a:lnTo>
                  <a:lnTo>
                    <a:pt x="829726" y="1146777"/>
                  </a:lnTo>
                  <a:lnTo>
                    <a:pt x="782766" y="1165964"/>
                  </a:lnTo>
                  <a:lnTo>
                    <a:pt x="734160" y="1179641"/>
                  </a:lnTo>
                  <a:lnTo>
                    <a:pt x="684542" y="1187936"/>
                  </a:lnTo>
                  <a:lnTo>
                    <a:pt x="634548" y="1190973"/>
                  </a:lnTo>
                  <a:lnTo>
                    <a:pt x="584810" y="1188880"/>
                  </a:lnTo>
                  <a:lnTo>
                    <a:pt x="535965" y="1181781"/>
                  </a:lnTo>
                  <a:lnTo>
                    <a:pt x="488646" y="1169803"/>
                  </a:lnTo>
                  <a:lnTo>
                    <a:pt x="443489" y="1153071"/>
                  </a:lnTo>
                  <a:lnTo>
                    <a:pt x="401127" y="1131712"/>
                  </a:lnTo>
                  <a:lnTo>
                    <a:pt x="362195" y="1105851"/>
                  </a:lnTo>
                  <a:lnTo>
                    <a:pt x="327328" y="1075614"/>
                  </a:lnTo>
                  <a:lnTo>
                    <a:pt x="297160" y="1041127"/>
                  </a:lnTo>
                  <a:lnTo>
                    <a:pt x="293058" y="1035567"/>
                  </a:lnTo>
                  <a:lnTo>
                    <a:pt x="242469" y="1035651"/>
                  </a:lnTo>
                  <a:lnTo>
                    <a:pt x="194728" y="1026945"/>
                  </a:lnTo>
                  <a:lnTo>
                    <a:pt x="151293" y="1010362"/>
                  </a:lnTo>
                  <a:lnTo>
                    <a:pt x="113625" y="986814"/>
                  </a:lnTo>
                  <a:lnTo>
                    <a:pt x="83183" y="957214"/>
                  </a:lnTo>
                  <a:lnTo>
                    <a:pt x="61429" y="922474"/>
                  </a:lnTo>
                  <a:lnTo>
                    <a:pt x="49821" y="883506"/>
                  </a:lnTo>
                  <a:lnTo>
                    <a:pt x="49458" y="845672"/>
                  </a:lnTo>
                  <a:lnTo>
                    <a:pt x="59300" y="809089"/>
                  </a:lnTo>
                  <a:lnTo>
                    <a:pt x="78819" y="775025"/>
                  </a:lnTo>
                  <a:lnTo>
                    <a:pt x="107489" y="744748"/>
                  </a:lnTo>
                  <a:lnTo>
                    <a:pt x="67186" y="720586"/>
                  </a:lnTo>
                  <a:lnTo>
                    <a:pt x="35817" y="690739"/>
                  </a:lnTo>
                  <a:lnTo>
                    <a:pt x="13850" y="656639"/>
                  </a:lnTo>
                  <a:lnTo>
                    <a:pt x="1755" y="619716"/>
                  </a:lnTo>
                  <a:lnTo>
                    <a:pt x="0" y="581402"/>
                  </a:lnTo>
                  <a:lnTo>
                    <a:pt x="9053" y="543127"/>
                  </a:lnTo>
                  <a:lnTo>
                    <a:pt x="29384" y="506324"/>
                  </a:lnTo>
                  <a:lnTo>
                    <a:pt x="60437" y="473589"/>
                  </a:lnTo>
                  <a:lnTo>
                    <a:pt x="99653" y="447856"/>
                  </a:lnTo>
                  <a:lnTo>
                    <a:pt x="145256" y="430038"/>
                  </a:lnTo>
                  <a:lnTo>
                    <a:pt x="195466" y="421048"/>
                  </a:lnTo>
                  <a:lnTo>
                    <a:pt x="197295" y="417104"/>
                  </a:lnTo>
                  <a:close/>
                </a:path>
                <a:path w="2174240" h="1267460">
                  <a:moveTo>
                    <a:pt x="237160" y="763178"/>
                  </a:moveTo>
                  <a:lnTo>
                    <a:pt x="203923" y="763220"/>
                  </a:lnTo>
                  <a:lnTo>
                    <a:pt x="171248" y="759272"/>
                  </a:lnTo>
                  <a:lnTo>
                    <a:pt x="139693" y="751437"/>
                  </a:lnTo>
                  <a:lnTo>
                    <a:pt x="109818" y="739817"/>
                  </a:lnTo>
                </a:path>
                <a:path w="2174240" h="1267460">
                  <a:moveTo>
                    <a:pt x="349515" y="1018827"/>
                  </a:moveTo>
                  <a:lnTo>
                    <a:pt x="335958" y="1022709"/>
                  </a:lnTo>
                  <a:lnTo>
                    <a:pt x="322123" y="1025872"/>
                  </a:lnTo>
                  <a:lnTo>
                    <a:pt x="308055" y="1028308"/>
                  </a:lnTo>
                  <a:lnTo>
                    <a:pt x="293801" y="1030007"/>
                  </a:lnTo>
                </a:path>
                <a:path w="2174240" h="1267460">
                  <a:moveTo>
                    <a:pt x="829602" y="1141667"/>
                  </a:moveTo>
                  <a:lnTo>
                    <a:pt x="819934" y="1129466"/>
                  </a:lnTo>
                  <a:lnTo>
                    <a:pt x="811104" y="1116880"/>
                  </a:lnTo>
                  <a:lnTo>
                    <a:pt x="803131" y="1103938"/>
                  </a:lnTo>
                  <a:lnTo>
                    <a:pt x="796032" y="1090667"/>
                  </a:lnTo>
                </a:path>
                <a:path w="2174240" h="1267460">
                  <a:moveTo>
                    <a:pt x="1450399" y="1014487"/>
                  </a:moveTo>
                  <a:lnTo>
                    <a:pt x="1448445" y="1028676"/>
                  </a:lnTo>
                  <a:lnTo>
                    <a:pt x="1445554" y="1042754"/>
                  </a:lnTo>
                  <a:lnTo>
                    <a:pt x="1441734" y="1056690"/>
                  </a:lnTo>
                  <a:lnTo>
                    <a:pt x="1436989" y="1070457"/>
                  </a:lnTo>
                </a:path>
              </a:pathLst>
            </a:custGeom>
            <a:ln w="12700">
              <a:solidFill>
                <a:srgbClr val="2F528F"/>
              </a:solidFill>
            </a:ln>
          </p:spPr>
          <p:txBody>
            <a:bodyPr wrap="square" lIns="0" tIns="0" rIns="0" bIns="0" rtlCol="0"/>
            <a:lstStyle/>
            <a:p/>
          </p:txBody>
        </p:sp>
        <p:pic>
          <p:nvPicPr>
            <p:cNvPr id="91" name="object 91"/>
            <p:cNvPicPr/>
            <p:nvPr/>
          </p:nvPicPr>
          <p:blipFill>
            <a:blip r:embed="rId31" cstate="print"/>
            <a:stretch>
              <a:fillRect/>
            </a:stretch>
          </p:blipFill>
          <p:spPr>
            <a:xfrm>
              <a:off x="8714305" y="4271842"/>
              <a:ext cx="176160" cy="221852"/>
            </a:xfrm>
            <a:prstGeom prst="rect">
              <a:avLst/>
            </a:prstGeom>
          </p:spPr>
        </p:pic>
        <p:sp>
          <p:nvSpPr>
            <p:cNvPr id="92" name="object 92"/>
            <p:cNvSpPr/>
            <p:nvPr/>
          </p:nvSpPr>
          <p:spPr>
            <a:xfrm>
              <a:off x="7201028" y="3673991"/>
              <a:ext cx="1905635" cy="460375"/>
            </a:xfrm>
            <a:custGeom>
              <a:avLst/>
              <a:gdLst/>
              <a:ahLst/>
              <a:cxnLst/>
              <a:rect l="l" t="t" r="r" b="b"/>
              <a:pathLst>
                <a:path w="1905634" h="460375">
                  <a:moveTo>
                    <a:pt x="1905157" y="381438"/>
                  </a:moveTo>
                  <a:lnTo>
                    <a:pt x="1891336" y="403460"/>
                  </a:lnTo>
                  <a:lnTo>
                    <a:pt x="1874478" y="424004"/>
                  </a:lnTo>
                  <a:lnTo>
                    <a:pt x="1854764" y="442871"/>
                  </a:lnTo>
                  <a:lnTo>
                    <a:pt x="1832377" y="459865"/>
                  </a:lnTo>
                </a:path>
                <a:path w="1905634" h="460375">
                  <a:moveTo>
                    <a:pt x="1730516" y="90440"/>
                  </a:moveTo>
                  <a:lnTo>
                    <a:pt x="1732322" y="99637"/>
                  </a:lnTo>
                  <a:lnTo>
                    <a:pt x="1733565" y="108886"/>
                  </a:lnTo>
                  <a:lnTo>
                    <a:pt x="1734244" y="118172"/>
                  </a:lnTo>
                  <a:lnTo>
                    <a:pt x="1734356" y="127479"/>
                  </a:lnTo>
                </a:path>
                <a:path w="1905634" h="460375">
                  <a:moveTo>
                    <a:pt x="1265716" y="47236"/>
                  </a:moveTo>
                  <a:lnTo>
                    <a:pt x="1273397" y="34648"/>
                  </a:lnTo>
                  <a:lnTo>
                    <a:pt x="1282196" y="22549"/>
                  </a:lnTo>
                  <a:lnTo>
                    <a:pt x="1292075" y="10984"/>
                  </a:lnTo>
                  <a:lnTo>
                    <a:pt x="1302996" y="0"/>
                  </a:lnTo>
                </a:path>
                <a:path w="1905634" h="460375">
                  <a:moveTo>
                    <a:pt x="916986" y="69746"/>
                  </a:moveTo>
                  <a:lnTo>
                    <a:pt x="920297" y="59242"/>
                  </a:lnTo>
                  <a:lnTo>
                    <a:pt x="924419" y="48931"/>
                  </a:lnTo>
                  <a:lnTo>
                    <a:pt x="929339" y="38844"/>
                  </a:lnTo>
                  <a:lnTo>
                    <a:pt x="935046" y="29009"/>
                  </a:lnTo>
                </a:path>
                <a:path w="1905634" h="460375">
                  <a:moveTo>
                    <a:pt x="507728" y="83581"/>
                  </a:moveTo>
                  <a:lnTo>
                    <a:pt x="525176" y="92267"/>
                  </a:lnTo>
                  <a:lnTo>
                    <a:pt x="541913" y="101768"/>
                  </a:lnTo>
                  <a:lnTo>
                    <a:pt x="557893" y="112055"/>
                  </a:lnTo>
                  <a:lnTo>
                    <a:pt x="573073" y="123103"/>
                  </a:lnTo>
                </a:path>
                <a:path w="1905634" h="460375">
                  <a:moveTo>
                    <a:pt x="11404" y="394188"/>
                  </a:moveTo>
                  <a:lnTo>
                    <a:pt x="7776" y="383933"/>
                  </a:lnTo>
                  <a:lnTo>
                    <a:pt x="4665" y="373576"/>
                  </a:lnTo>
                  <a:lnTo>
                    <a:pt x="2071" y="363130"/>
                  </a:lnTo>
                  <a:lnTo>
                    <a:pt x="0" y="352606"/>
                  </a:lnTo>
                </a:path>
              </a:pathLst>
            </a:custGeom>
            <a:ln w="12700">
              <a:solidFill>
                <a:srgbClr val="2F528F"/>
              </a:solidFill>
            </a:ln>
          </p:spPr>
          <p:txBody>
            <a:bodyPr wrap="square" lIns="0" tIns="0" rIns="0" bIns="0" rtlCol="0"/>
            <a:lstStyle/>
            <a:p/>
          </p:txBody>
        </p:sp>
      </p:grpSp>
      <p:sp>
        <p:nvSpPr>
          <p:cNvPr id="93" name="object 93"/>
          <p:cNvSpPr txBox="1"/>
          <p:nvPr/>
        </p:nvSpPr>
        <p:spPr>
          <a:xfrm>
            <a:off x="963930" y="1578355"/>
            <a:ext cx="8141334" cy="3134360"/>
          </a:xfrm>
          <a:prstGeom prst="rect">
            <a:avLst/>
          </a:prstGeom>
        </p:spPr>
        <p:txBody>
          <a:bodyPr vert="horz" wrap="square" lIns="0" tIns="12700" rIns="0" bIns="0" rtlCol="0">
            <a:spAutoFit/>
          </a:bodyPr>
          <a:lstStyle/>
          <a:p>
            <a:pPr marL="469265" indent="-456565">
              <a:lnSpc>
                <a:spcPct val="100000"/>
              </a:lnSpc>
              <a:spcBef>
                <a:spcPts val="100"/>
              </a:spcBef>
              <a:buAutoNum type="arabicPeriod"/>
              <a:tabLst>
                <a:tab pos="469265" algn="l"/>
              </a:tabLst>
            </a:pPr>
            <a:r>
              <a:rPr sz="2400" b="1" spc="-10" dirty="0">
                <a:solidFill>
                  <a:srgbClr val="009FE8"/>
                </a:solidFill>
                <a:latin typeface="微软雅黑" panose="020B0503020204020204" charset="-122"/>
                <a:cs typeface="微软雅黑" panose="020B0503020204020204" charset="-122"/>
              </a:rPr>
              <a:t>测试面临的难题：</a:t>
            </a:r>
            <a:endParaRPr sz="2400">
              <a:latin typeface="微软雅黑" panose="020B0503020204020204" charset="-122"/>
              <a:cs typeface="微软雅黑" panose="020B0503020204020204" charset="-122"/>
            </a:endParaRPr>
          </a:p>
          <a:p>
            <a:pPr marL="926465" lvl="1" indent="-456565">
              <a:lnSpc>
                <a:spcPct val="100000"/>
              </a:lnSpc>
              <a:spcBef>
                <a:spcPts val="3200"/>
              </a:spcBef>
              <a:buAutoNum type="arabicPeriod"/>
              <a:tabLst>
                <a:tab pos="926465" algn="l"/>
              </a:tabLst>
            </a:pPr>
            <a:r>
              <a:rPr sz="2200" spc="-5" dirty="0">
                <a:solidFill>
                  <a:srgbClr val="009FE8"/>
                </a:solidFill>
                <a:latin typeface="微软雅黑" panose="020B0503020204020204" charset="-122"/>
                <a:cs typeface="微软雅黑" panose="020B0503020204020204" charset="-122"/>
              </a:rPr>
              <a:t>集成的逻辑门数量和复杂度的增加。</a:t>
            </a:r>
            <a:endParaRPr sz="2200">
              <a:latin typeface="微软雅黑" panose="020B0503020204020204" charset="-122"/>
              <a:cs typeface="微软雅黑" panose="020B0503020204020204" charset="-122"/>
            </a:endParaRPr>
          </a:p>
          <a:p>
            <a:pPr marL="926465" lvl="1" indent="-456565">
              <a:lnSpc>
                <a:spcPct val="100000"/>
              </a:lnSpc>
              <a:spcBef>
                <a:spcPts val="3165"/>
              </a:spcBef>
              <a:buAutoNum type="arabicPeriod"/>
              <a:tabLst>
                <a:tab pos="926465" algn="l"/>
              </a:tabLst>
            </a:pPr>
            <a:r>
              <a:rPr sz="2200" spc="-5" dirty="0">
                <a:solidFill>
                  <a:srgbClr val="009FE8"/>
                </a:solidFill>
                <a:latin typeface="微软雅黑" panose="020B0503020204020204" charset="-122"/>
                <a:cs typeface="微软雅黑" panose="020B0503020204020204" charset="-122"/>
              </a:rPr>
              <a:t>可用于控制的输入和用于观测的输出引脚数量的有限性。</a:t>
            </a:r>
            <a:endParaRPr sz="2200">
              <a:latin typeface="微软雅黑" panose="020B0503020204020204" charset="-122"/>
              <a:cs typeface="微软雅黑" panose="020B0503020204020204" charset="-122"/>
            </a:endParaRPr>
          </a:p>
          <a:p>
            <a:pPr marL="6299835" marR="5080">
              <a:lnSpc>
                <a:spcPct val="97000"/>
              </a:lnSpc>
              <a:spcBef>
                <a:spcPts val="3655"/>
              </a:spcBef>
            </a:pPr>
            <a:r>
              <a:rPr sz="1800" spc="-10" dirty="0">
                <a:solidFill>
                  <a:srgbClr val="FFFFFF"/>
                </a:solidFill>
                <a:latin typeface="宋体" panose="02010600030101010101" pitchFamily="2" charset="-122"/>
                <a:cs typeface="宋体" panose="02010600030101010101" pitchFamily="2" charset="-122"/>
              </a:rPr>
              <a:t>怎么测试与门的输</a:t>
            </a:r>
            <a:r>
              <a:rPr sz="1800" dirty="0">
                <a:solidFill>
                  <a:srgbClr val="FFFFFF"/>
                </a:solidFill>
                <a:latin typeface="宋体" panose="02010600030101010101" pitchFamily="2" charset="-122"/>
                <a:cs typeface="宋体" panose="02010600030101010101" pitchFamily="2" charset="-122"/>
              </a:rPr>
              <a:t>出是否有固定接</a:t>
            </a:r>
            <a:r>
              <a:rPr sz="1800" spc="-50" dirty="0">
                <a:solidFill>
                  <a:srgbClr val="FFFFFF"/>
                </a:solidFill>
                <a:latin typeface="Arial" panose="020B0604020202020204"/>
                <a:cs typeface="Arial" panose="020B0604020202020204"/>
              </a:rPr>
              <a:t>0</a:t>
            </a:r>
            <a:r>
              <a:rPr sz="1800" spc="-15" dirty="0">
                <a:solidFill>
                  <a:srgbClr val="FFFFFF"/>
                </a:solidFill>
                <a:latin typeface="宋体" panose="02010600030101010101" pitchFamily="2" charset="-122"/>
                <a:cs typeface="宋体" panose="02010600030101010101" pitchFamily="2" charset="-122"/>
              </a:rPr>
              <a:t>的故障？</a:t>
            </a:r>
            <a:endParaRPr sz="1800">
              <a:latin typeface="宋体" panose="02010600030101010101" pitchFamily="2" charset="-122"/>
              <a:cs typeface="宋体" panose="02010600030101010101" pitchFamily="2" charset="-122"/>
            </a:endParaRPr>
          </a:p>
        </p:txBody>
      </p:sp>
      <p:pic>
        <p:nvPicPr>
          <p:cNvPr id="94" name="object 94"/>
          <p:cNvPicPr/>
          <p:nvPr/>
        </p:nvPicPr>
        <p:blipFill>
          <a:blip r:embed="rId32" cstate="print"/>
          <a:stretch>
            <a:fillRect/>
          </a:stretch>
        </p:blipFill>
        <p:spPr>
          <a:xfrm>
            <a:off x="7585402" y="4946898"/>
            <a:ext cx="858912" cy="1458203"/>
          </a:xfrm>
          <a:prstGeom prst="rect">
            <a:avLst/>
          </a:prstGeom>
        </p:spPr>
      </p:pic>
      <p:sp>
        <p:nvSpPr>
          <p:cNvPr id="96" name="object 96"/>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可测性设计的概念</a:t>
            </a:r>
            <a:endParaRPr spc="-1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
        <p:nvSpPr>
          <p:cNvPr id="3" name="object 3"/>
          <p:cNvSpPr txBox="1"/>
          <p:nvPr/>
        </p:nvSpPr>
        <p:spPr>
          <a:xfrm>
            <a:off x="963930" y="1578355"/>
            <a:ext cx="7142480" cy="2885440"/>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2"/>
              <a:tabLst>
                <a:tab pos="469265" algn="l"/>
              </a:tabLst>
            </a:pPr>
            <a:r>
              <a:rPr sz="2400" b="1" spc="-5" dirty="0">
                <a:solidFill>
                  <a:srgbClr val="009FE8"/>
                </a:solidFill>
                <a:latin typeface="微软雅黑" panose="020B0503020204020204" charset="-122"/>
                <a:cs typeface="微软雅黑" panose="020B0503020204020204" charset="-122"/>
              </a:rPr>
              <a:t>怎样使得设计具有可测性：</a:t>
            </a:r>
            <a:endParaRPr sz="2400">
              <a:latin typeface="微软雅黑" panose="020B0503020204020204" charset="-122"/>
              <a:cs typeface="微软雅黑" panose="020B0503020204020204" charset="-122"/>
            </a:endParaRPr>
          </a:p>
          <a:p>
            <a:pPr marL="926465" lvl="1" indent="-456565">
              <a:lnSpc>
                <a:spcPct val="100000"/>
              </a:lnSpc>
              <a:spcBef>
                <a:spcPts val="3110"/>
              </a:spcBef>
              <a:buAutoNum type="arabicPeriod"/>
              <a:tabLst>
                <a:tab pos="926465" algn="l"/>
              </a:tabLst>
            </a:pPr>
            <a:r>
              <a:rPr sz="2000" dirty="0">
                <a:solidFill>
                  <a:srgbClr val="009FE8"/>
                </a:solidFill>
                <a:latin typeface="微软雅黑" panose="020B0503020204020204" charset="-122"/>
                <a:cs typeface="微软雅黑" panose="020B0503020204020204" charset="-122"/>
              </a:rPr>
              <a:t>可控性</a:t>
            </a:r>
            <a:r>
              <a:rPr sz="2000" spc="-10" dirty="0">
                <a:solidFill>
                  <a:srgbClr val="009FE8"/>
                </a:solidFill>
                <a:latin typeface="微软雅黑" panose="020B0503020204020204" charset="-122"/>
                <a:cs typeface="微软雅黑" panose="020B0503020204020204" charset="-122"/>
              </a:rPr>
              <a:t>（Controllable）</a:t>
            </a:r>
            <a:endParaRPr sz="2000">
              <a:latin typeface="微软雅黑" panose="020B0503020204020204" charset="-122"/>
              <a:cs typeface="微软雅黑" panose="020B0503020204020204" charset="-122"/>
            </a:endParaRPr>
          </a:p>
          <a:p>
            <a:pPr marL="927100">
              <a:lnSpc>
                <a:spcPct val="100000"/>
              </a:lnSpc>
              <a:spcBef>
                <a:spcPts val="2490"/>
              </a:spcBef>
            </a:pPr>
            <a:r>
              <a:rPr sz="1600" spc="-15" dirty="0">
                <a:solidFill>
                  <a:srgbClr val="009FE8"/>
                </a:solidFill>
                <a:latin typeface="微软雅黑" panose="020B0503020204020204" charset="-122"/>
                <a:cs typeface="微软雅黑" panose="020B0503020204020204" charset="-122"/>
              </a:rPr>
              <a:t>&gt;&gt;&gt; 在测试时是否很容易将需要的激励施加在需要测试的逻辑门上。</a:t>
            </a:r>
            <a:endParaRPr sz="1600">
              <a:latin typeface="微软雅黑" panose="020B0503020204020204" charset="-122"/>
              <a:cs typeface="微软雅黑" panose="020B0503020204020204" charset="-122"/>
            </a:endParaRPr>
          </a:p>
          <a:p>
            <a:pPr marL="926465" lvl="1" indent="-456565">
              <a:lnSpc>
                <a:spcPct val="100000"/>
              </a:lnSpc>
              <a:spcBef>
                <a:spcPts val="2790"/>
              </a:spcBef>
              <a:buAutoNum type="arabicPeriod" startAt="2"/>
              <a:tabLst>
                <a:tab pos="926465" algn="l"/>
              </a:tabLst>
            </a:pPr>
            <a:r>
              <a:rPr sz="2000" dirty="0">
                <a:solidFill>
                  <a:srgbClr val="009FE8"/>
                </a:solidFill>
                <a:latin typeface="微软雅黑" panose="020B0503020204020204" charset="-122"/>
                <a:cs typeface="微软雅黑" panose="020B0503020204020204" charset="-122"/>
              </a:rPr>
              <a:t>可观测性</a:t>
            </a:r>
            <a:r>
              <a:rPr sz="2000" spc="-10" dirty="0">
                <a:solidFill>
                  <a:srgbClr val="009FE8"/>
                </a:solidFill>
                <a:latin typeface="微软雅黑" panose="020B0503020204020204" charset="-122"/>
                <a:cs typeface="微软雅黑" panose="020B0503020204020204" charset="-122"/>
              </a:rPr>
              <a:t>（Observable）</a:t>
            </a:r>
            <a:endParaRPr sz="2000">
              <a:latin typeface="微软雅黑" panose="020B0503020204020204" charset="-122"/>
              <a:cs typeface="微软雅黑" panose="020B0503020204020204" charset="-122"/>
            </a:endParaRPr>
          </a:p>
          <a:p>
            <a:pPr marL="927100">
              <a:lnSpc>
                <a:spcPct val="100000"/>
              </a:lnSpc>
              <a:spcBef>
                <a:spcPts val="2610"/>
              </a:spcBef>
            </a:pPr>
            <a:r>
              <a:rPr sz="1600" spc="-15" dirty="0">
                <a:solidFill>
                  <a:srgbClr val="009FE8"/>
                </a:solidFill>
                <a:latin typeface="微软雅黑" panose="020B0503020204020204" charset="-122"/>
                <a:cs typeface="微软雅黑" panose="020B0503020204020204" charset="-122"/>
              </a:rPr>
              <a:t>&gt;&gt;&gt; 逻辑门的测试响应是否很容易被观测到。</a:t>
            </a:r>
            <a:endParaRPr sz="1600">
              <a:latin typeface="微软雅黑" panose="020B0503020204020204" charset="-122"/>
              <a:cs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可测性设计的概念</a:t>
            </a:r>
            <a:endParaRPr spc="-10" dirty="0"/>
          </a:p>
        </p:txBody>
      </p:sp>
      <p:sp>
        <p:nvSpPr>
          <p:cNvPr id="3" name="object 3"/>
          <p:cNvSpPr txBox="1"/>
          <p:nvPr/>
        </p:nvSpPr>
        <p:spPr>
          <a:xfrm>
            <a:off x="963930" y="1578355"/>
            <a:ext cx="4140200" cy="391160"/>
          </a:xfrm>
          <a:prstGeom prst="rect">
            <a:avLst/>
          </a:prstGeom>
        </p:spPr>
        <p:txBody>
          <a:bodyPr vert="horz" wrap="square" lIns="0" tIns="12700" rIns="0" bIns="0" rtlCol="0">
            <a:spAutoFit/>
          </a:bodyPr>
          <a:lstStyle/>
          <a:p>
            <a:pPr marL="12700">
              <a:lnSpc>
                <a:spcPct val="100000"/>
              </a:lnSpc>
              <a:spcBef>
                <a:spcPts val="100"/>
              </a:spcBef>
              <a:tabLst>
                <a:tab pos="469265" algn="l"/>
              </a:tabLst>
            </a:pPr>
            <a:r>
              <a:rPr sz="2400" b="1" spc="-25" dirty="0">
                <a:solidFill>
                  <a:srgbClr val="009FE8"/>
                </a:solidFill>
                <a:latin typeface="微软雅黑" panose="020B0503020204020204" charset="-122"/>
                <a:cs typeface="微软雅黑" panose="020B0503020204020204" charset="-122"/>
              </a:rPr>
              <a:t>2.</a:t>
            </a:r>
            <a:r>
              <a:rPr sz="2400" b="1" dirty="0">
                <a:solidFill>
                  <a:srgbClr val="009FE8"/>
                </a:solidFill>
                <a:latin typeface="微软雅黑" panose="020B0503020204020204" charset="-122"/>
                <a:cs typeface="微软雅黑" panose="020B0503020204020204" charset="-122"/>
              </a:rPr>
              <a:t>	</a:t>
            </a:r>
            <a:r>
              <a:rPr sz="2400" b="1" spc="-5" dirty="0">
                <a:solidFill>
                  <a:srgbClr val="009FE8"/>
                </a:solidFill>
                <a:latin typeface="微软雅黑" panose="020B0503020204020204" charset="-122"/>
                <a:cs typeface="微软雅黑" panose="020B0503020204020204" charset="-122"/>
              </a:rPr>
              <a:t>怎样使得设计具有可测性：</a:t>
            </a:r>
            <a:endParaRPr sz="2400">
              <a:latin typeface="微软雅黑" panose="020B0503020204020204" charset="-122"/>
              <a:cs typeface="微软雅黑" panose="020B0503020204020204" charset="-122"/>
            </a:endParaRPr>
          </a:p>
        </p:txBody>
      </p:sp>
      <p:grpSp>
        <p:nvGrpSpPr>
          <p:cNvPr id="4" name="object 4"/>
          <p:cNvGrpSpPr/>
          <p:nvPr/>
        </p:nvGrpSpPr>
        <p:grpSpPr>
          <a:xfrm>
            <a:off x="2629045" y="2045251"/>
            <a:ext cx="6892290" cy="4267200"/>
            <a:chOff x="2629045" y="2045251"/>
            <a:chExt cx="6892290" cy="4267200"/>
          </a:xfrm>
        </p:grpSpPr>
        <p:sp>
          <p:nvSpPr>
            <p:cNvPr id="5" name="object 5"/>
            <p:cNvSpPr/>
            <p:nvPr/>
          </p:nvSpPr>
          <p:spPr>
            <a:xfrm>
              <a:off x="2642062" y="2058269"/>
              <a:ext cx="6866255" cy="4241165"/>
            </a:xfrm>
            <a:custGeom>
              <a:avLst/>
              <a:gdLst/>
              <a:ahLst/>
              <a:cxnLst/>
              <a:rect l="l" t="t" r="r" b="b"/>
              <a:pathLst>
                <a:path w="6866255" h="4241165">
                  <a:moveTo>
                    <a:pt x="0" y="4240819"/>
                  </a:moveTo>
                  <a:lnTo>
                    <a:pt x="6865701" y="4240819"/>
                  </a:lnTo>
                  <a:lnTo>
                    <a:pt x="6865701" y="0"/>
                  </a:lnTo>
                  <a:lnTo>
                    <a:pt x="0" y="0"/>
                  </a:lnTo>
                  <a:lnTo>
                    <a:pt x="0" y="4240819"/>
                  </a:lnTo>
                  <a:close/>
                </a:path>
              </a:pathLst>
            </a:custGeom>
            <a:ln w="25644">
              <a:solidFill>
                <a:srgbClr val="41719C"/>
              </a:solidFill>
            </a:ln>
          </p:spPr>
          <p:txBody>
            <a:bodyPr wrap="square" lIns="0" tIns="0" rIns="0" bIns="0" rtlCol="0"/>
            <a:lstStyle/>
            <a:p/>
          </p:txBody>
        </p:sp>
        <p:sp>
          <p:nvSpPr>
            <p:cNvPr id="6" name="object 6"/>
            <p:cNvSpPr/>
            <p:nvPr/>
          </p:nvSpPr>
          <p:spPr>
            <a:xfrm>
              <a:off x="2917911" y="2252049"/>
              <a:ext cx="581660" cy="146050"/>
            </a:xfrm>
            <a:custGeom>
              <a:avLst/>
              <a:gdLst/>
              <a:ahLst/>
              <a:cxnLst/>
              <a:rect l="l" t="t" r="r" b="b"/>
              <a:pathLst>
                <a:path w="581660" h="146050">
                  <a:moveTo>
                    <a:pt x="0" y="0"/>
                  </a:moveTo>
                  <a:lnTo>
                    <a:pt x="290701" y="0"/>
                  </a:lnTo>
                </a:path>
                <a:path w="581660" h="146050">
                  <a:moveTo>
                    <a:pt x="0" y="145504"/>
                  </a:moveTo>
                  <a:lnTo>
                    <a:pt x="290701" y="145504"/>
                  </a:lnTo>
                </a:path>
                <a:path w="581660" h="146050">
                  <a:moveTo>
                    <a:pt x="581402" y="72837"/>
                  </a:moveTo>
                  <a:lnTo>
                    <a:pt x="290701" y="72837"/>
                  </a:lnTo>
                </a:path>
              </a:pathLst>
            </a:custGeom>
            <a:ln w="21368">
              <a:solidFill>
                <a:srgbClr val="4A80B1"/>
              </a:solidFill>
            </a:ln>
          </p:spPr>
          <p:txBody>
            <a:bodyPr wrap="square" lIns="0" tIns="0" rIns="0" bIns="0" rtlCol="0"/>
            <a:lstStyle/>
            <a:p/>
          </p:txBody>
        </p:sp>
        <p:sp>
          <p:nvSpPr>
            <p:cNvPr id="7" name="object 7"/>
            <p:cNvSpPr/>
            <p:nvPr/>
          </p:nvSpPr>
          <p:spPr>
            <a:xfrm>
              <a:off x="3019666" y="2179383"/>
              <a:ext cx="378460" cy="291465"/>
            </a:xfrm>
            <a:custGeom>
              <a:avLst/>
              <a:gdLst/>
              <a:ahLst/>
              <a:cxnLst/>
              <a:rect l="l" t="t" r="r" b="b"/>
              <a:pathLst>
                <a:path w="378460" h="291464">
                  <a:moveTo>
                    <a:pt x="113360" y="0"/>
                  </a:moveTo>
                  <a:lnTo>
                    <a:pt x="0" y="0"/>
                  </a:lnTo>
                  <a:lnTo>
                    <a:pt x="25785" y="40293"/>
                  </a:lnTo>
                  <a:lnTo>
                    <a:pt x="42975" y="81842"/>
                  </a:lnTo>
                  <a:lnTo>
                    <a:pt x="51570" y="124144"/>
                  </a:lnTo>
                  <a:lnTo>
                    <a:pt x="51570" y="166697"/>
                  </a:lnTo>
                  <a:lnTo>
                    <a:pt x="42975" y="208999"/>
                  </a:lnTo>
                  <a:lnTo>
                    <a:pt x="25785" y="250548"/>
                  </a:lnTo>
                  <a:lnTo>
                    <a:pt x="0" y="290842"/>
                  </a:lnTo>
                  <a:lnTo>
                    <a:pt x="113360" y="290842"/>
                  </a:lnTo>
                  <a:lnTo>
                    <a:pt x="171854" y="278209"/>
                  </a:lnTo>
                  <a:lnTo>
                    <a:pt x="225717" y="260302"/>
                  </a:lnTo>
                  <a:lnTo>
                    <a:pt x="274100" y="237599"/>
                  </a:lnTo>
                  <a:lnTo>
                    <a:pt x="316157" y="210579"/>
                  </a:lnTo>
                  <a:lnTo>
                    <a:pt x="351040" y="179721"/>
                  </a:lnTo>
                  <a:lnTo>
                    <a:pt x="377901" y="145503"/>
                  </a:lnTo>
                  <a:lnTo>
                    <a:pt x="351322" y="111072"/>
                  </a:lnTo>
                  <a:lnTo>
                    <a:pt x="316578" y="80080"/>
                  </a:lnTo>
                  <a:lnTo>
                    <a:pt x="274539" y="53001"/>
                  </a:lnTo>
                  <a:lnTo>
                    <a:pt x="226075" y="30312"/>
                  </a:lnTo>
                  <a:lnTo>
                    <a:pt x="172059" y="12486"/>
                  </a:lnTo>
                  <a:lnTo>
                    <a:pt x="113360" y="0"/>
                  </a:lnTo>
                  <a:close/>
                </a:path>
              </a:pathLst>
            </a:custGeom>
            <a:solidFill>
              <a:srgbClr val="D8D8D8"/>
            </a:solidFill>
          </p:spPr>
          <p:txBody>
            <a:bodyPr wrap="square" lIns="0" tIns="0" rIns="0" bIns="0" rtlCol="0"/>
            <a:lstStyle/>
            <a:p/>
          </p:txBody>
        </p:sp>
        <p:sp>
          <p:nvSpPr>
            <p:cNvPr id="8" name="object 8"/>
            <p:cNvSpPr/>
            <p:nvPr/>
          </p:nvSpPr>
          <p:spPr>
            <a:xfrm>
              <a:off x="3019660" y="2179383"/>
              <a:ext cx="378460" cy="291465"/>
            </a:xfrm>
            <a:custGeom>
              <a:avLst/>
              <a:gdLst/>
              <a:ahLst/>
              <a:cxnLst/>
              <a:rect l="l" t="t" r="r" b="b"/>
              <a:pathLst>
                <a:path w="378460" h="291464">
                  <a:moveTo>
                    <a:pt x="377905" y="145504"/>
                  </a:moveTo>
                  <a:lnTo>
                    <a:pt x="351042" y="179719"/>
                  </a:lnTo>
                  <a:lnTo>
                    <a:pt x="316159" y="210577"/>
                  </a:lnTo>
                  <a:lnTo>
                    <a:pt x="274102" y="237598"/>
                  </a:lnTo>
                  <a:lnTo>
                    <a:pt x="225721" y="260301"/>
                  </a:lnTo>
                  <a:lnTo>
                    <a:pt x="171861" y="278207"/>
                  </a:lnTo>
                  <a:lnTo>
                    <a:pt x="113371" y="290837"/>
                  </a:lnTo>
                  <a:lnTo>
                    <a:pt x="0" y="290837"/>
                  </a:lnTo>
                  <a:lnTo>
                    <a:pt x="25786" y="250545"/>
                  </a:lnTo>
                  <a:lnTo>
                    <a:pt x="42977" y="208997"/>
                  </a:lnTo>
                  <a:lnTo>
                    <a:pt x="51573" y="166695"/>
                  </a:lnTo>
                  <a:lnTo>
                    <a:pt x="51573" y="124142"/>
                  </a:lnTo>
                  <a:lnTo>
                    <a:pt x="42977" y="81840"/>
                  </a:lnTo>
                  <a:lnTo>
                    <a:pt x="25786" y="40291"/>
                  </a:lnTo>
                  <a:lnTo>
                    <a:pt x="0" y="0"/>
                  </a:lnTo>
                  <a:lnTo>
                    <a:pt x="113371" y="0"/>
                  </a:lnTo>
                  <a:lnTo>
                    <a:pt x="172066" y="12487"/>
                  </a:lnTo>
                  <a:lnTo>
                    <a:pt x="226082" y="30314"/>
                  </a:lnTo>
                  <a:lnTo>
                    <a:pt x="274545" y="53003"/>
                  </a:lnTo>
                  <a:lnTo>
                    <a:pt x="316584" y="80082"/>
                  </a:lnTo>
                  <a:lnTo>
                    <a:pt x="351328" y="111073"/>
                  </a:lnTo>
                  <a:lnTo>
                    <a:pt x="377905" y="145504"/>
                  </a:lnTo>
                  <a:close/>
                </a:path>
              </a:pathLst>
            </a:custGeom>
            <a:ln w="21369">
              <a:solidFill>
                <a:srgbClr val="4A80B1"/>
              </a:solidFill>
            </a:ln>
          </p:spPr>
          <p:txBody>
            <a:bodyPr wrap="square" lIns="0" tIns="0" rIns="0" bIns="0" rtlCol="0"/>
            <a:lstStyle/>
            <a:p/>
          </p:txBody>
        </p:sp>
        <p:sp>
          <p:nvSpPr>
            <p:cNvPr id="9" name="object 9"/>
            <p:cNvSpPr/>
            <p:nvPr/>
          </p:nvSpPr>
          <p:spPr>
            <a:xfrm>
              <a:off x="3019666" y="2179383"/>
              <a:ext cx="378460" cy="291465"/>
            </a:xfrm>
            <a:custGeom>
              <a:avLst/>
              <a:gdLst/>
              <a:ahLst/>
              <a:cxnLst/>
              <a:rect l="l" t="t" r="r" b="b"/>
              <a:pathLst>
                <a:path w="378460" h="291464">
                  <a:moveTo>
                    <a:pt x="232549" y="0"/>
                  </a:moveTo>
                  <a:lnTo>
                    <a:pt x="0" y="0"/>
                  </a:lnTo>
                  <a:lnTo>
                    <a:pt x="0" y="290842"/>
                  </a:lnTo>
                  <a:lnTo>
                    <a:pt x="232549" y="290842"/>
                  </a:lnTo>
                  <a:lnTo>
                    <a:pt x="278487" y="283425"/>
                  </a:lnTo>
                  <a:lnTo>
                    <a:pt x="318387" y="262777"/>
                  </a:lnTo>
                  <a:lnTo>
                    <a:pt x="349853" y="231304"/>
                  </a:lnTo>
                  <a:lnTo>
                    <a:pt x="370489" y="191411"/>
                  </a:lnTo>
                  <a:lnTo>
                    <a:pt x="377901" y="145503"/>
                  </a:lnTo>
                  <a:lnTo>
                    <a:pt x="370489" y="99515"/>
                  </a:lnTo>
                  <a:lnTo>
                    <a:pt x="349853" y="59574"/>
                  </a:lnTo>
                  <a:lnTo>
                    <a:pt x="318387" y="28075"/>
                  </a:lnTo>
                  <a:lnTo>
                    <a:pt x="278487" y="7418"/>
                  </a:lnTo>
                  <a:lnTo>
                    <a:pt x="232549" y="0"/>
                  </a:lnTo>
                  <a:close/>
                </a:path>
              </a:pathLst>
            </a:custGeom>
            <a:solidFill>
              <a:srgbClr val="D8D8D8"/>
            </a:solidFill>
          </p:spPr>
          <p:txBody>
            <a:bodyPr wrap="square" lIns="0" tIns="0" rIns="0" bIns="0" rtlCol="0"/>
            <a:lstStyle/>
            <a:p/>
          </p:txBody>
        </p:sp>
        <p:sp>
          <p:nvSpPr>
            <p:cNvPr id="10" name="object 10"/>
            <p:cNvSpPr/>
            <p:nvPr/>
          </p:nvSpPr>
          <p:spPr>
            <a:xfrm>
              <a:off x="3019660" y="2179383"/>
              <a:ext cx="1376045" cy="495934"/>
            </a:xfrm>
            <a:custGeom>
              <a:avLst/>
              <a:gdLst/>
              <a:ahLst/>
              <a:cxnLst/>
              <a:rect l="l" t="t" r="r" b="b"/>
              <a:pathLst>
                <a:path w="1376045" h="495935">
                  <a:moveTo>
                    <a:pt x="232554" y="290837"/>
                  </a:moveTo>
                  <a:lnTo>
                    <a:pt x="0" y="290837"/>
                  </a:lnTo>
                  <a:lnTo>
                    <a:pt x="0" y="0"/>
                  </a:lnTo>
                  <a:lnTo>
                    <a:pt x="232554" y="0"/>
                  </a:lnTo>
                  <a:lnTo>
                    <a:pt x="278492" y="7417"/>
                  </a:lnTo>
                  <a:lnTo>
                    <a:pt x="318391" y="28073"/>
                  </a:lnTo>
                  <a:lnTo>
                    <a:pt x="349857" y="59570"/>
                  </a:lnTo>
                  <a:lnTo>
                    <a:pt x="370493" y="99513"/>
                  </a:lnTo>
                  <a:lnTo>
                    <a:pt x="377905" y="145504"/>
                  </a:lnTo>
                  <a:lnTo>
                    <a:pt x="370493" y="191411"/>
                  </a:lnTo>
                  <a:lnTo>
                    <a:pt x="349857" y="231303"/>
                  </a:lnTo>
                  <a:lnTo>
                    <a:pt x="318391" y="262774"/>
                  </a:lnTo>
                  <a:lnTo>
                    <a:pt x="278492" y="283420"/>
                  </a:lnTo>
                  <a:lnTo>
                    <a:pt x="232554" y="290837"/>
                  </a:lnTo>
                  <a:close/>
                </a:path>
                <a:path w="1376045" h="495935">
                  <a:moveTo>
                    <a:pt x="794574" y="350167"/>
                  </a:moveTo>
                  <a:lnTo>
                    <a:pt x="1085276" y="350167"/>
                  </a:lnTo>
                </a:path>
                <a:path w="1376045" h="495935">
                  <a:moveTo>
                    <a:pt x="794574" y="495500"/>
                  </a:moveTo>
                  <a:lnTo>
                    <a:pt x="1085276" y="495500"/>
                  </a:lnTo>
                </a:path>
                <a:path w="1376045" h="495935">
                  <a:moveTo>
                    <a:pt x="1375960" y="422833"/>
                  </a:moveTo>
                  <a:lnTo>
                    <a:pt x="1085276" y="422833"/>
                  </a:lnTo>
                </a:path>
              </a:pathLst>
            </a:custGeom>
            <a:ln w="21368">
              <a:solidFill>
                <a:srgbClr val="4A80B1"/>
              </a:solidFill>
            </a:ln>
          </p:spPr>
          <p:txBody>
            <a:bodyPr wrap="square" lIns="0" tIns="0" rIns="0" bIns="0" rtlCol="0"/>
            <a:lstStyle/>
            <a:p/>
          </p:txBody>
        </p:sp>
        <p:sp>
          <p:nvSpPr>
            <p:cNvPr id="11" name="object 11"/>
            <p:cNvSpPr/>
            <p:nvPr/>
          </p:nvSpPr>
          <p:spPr>
            <a:xfrm>
              <a:off x="3915981" y="2456891"/>
              <a:ext cx="378460" cy="290830"/>
            </a:xfrm>
            <a:custGeom>
              <a:avLst/>
              <a:gdLst/>
              <a:ahLst/>
              <a:cxnLst/>
              <a:rect l="l" t="t" r="r" b="b"/>
              <a:pathLst>
                <a:path w="378460" h="290830">
                  <a:moveTo>
                    <a:pt x="113372" y="0"/>
                  </a:moveTo>
                  <a:lnTo>
                    <a:pt x="0" y="0"/>
                  </a:lnTo>
                  <a:lnTo>
                    <a:pt x="25789" y="40279"/>
                  </a:lnTo>
                  <a:lnTo>
                    <a:pt x="42983" y="81801"/>
                  </a:lnTo>
                  <a:lnTo>
                    <a:pt x="51579" y="124069"/>
                  </a:lnTo>
                  <a:lnTo>
                    <a:pt x="51579" y="166586"/>
                  </a:lnTo>
                  <a:lnTo>
                    <a:pt x="42983" y="208855"/>
                  </a:lnTo>
                  <a:lnTo>
                    <a:pt x="25789" y="250380"/>
                  </a:lnTo>
                  <a:lnTo>
                    <a:pt x="0" y="290664"/>
                  </a:lnTo>
                  <a:lnTo>
                    <a:pt x="113372" y="290664"/>
                  </a:lnTo>
                  <a:lnTo>
                    <a:pt x="171862" y="278043"/>
                  </a:lnTo>
                  <a:lnTo>
                    <a:pt x="225721" y="260161"/>
                  </a:lnTo>
                  <a:lnTo>
                    <a:pt x="274104" y="237483"/>
                  </a:lnTo>
                  <a:lnTo>
                    <a:pt x="316161" y="210475"/>
                  </a:lnTo>
                  <a:lnTo>
                    <a:pt x="351047" y="179601"/>
                  </a:lnTo>
                  <a:lnTo>
                    <a:pt x="377913" y="145326"/>
                  </a:lnTo>
                  <a:lnTo>
                    <a:pt x="351334" y="110895"/>
                  </a:lnTo>
                  <a:lnTo>
                    <a:pt x="316587" y="79909"/>
                  </a:lnTo>
                  <a:lnTo>
                    <a:pt x="274547" y="52846"/>
                  </a:lnTo>
                  <a:lnTo>
                    <a:pt x="226083" y="30186"/>
                  </a:lnTo>
                  <a:lnTo>
                    <a:pt x="172067" y="12411"/>
                  </a:lnTo>
                  <a:lnTo>
                    <a:pt x="113372" y="0"/>
                  </a:lnTo>
                  <a:close/>
                </a:path>
              </a:pathLst>
            </a:custGeom>
            <a:solidFill>
              <a:srgbClr val="D8D8D8"/>
            </a:solidFill>
          </p:spPr>
          <p:txBody>
            <a:bodyPr wrap="square" lIns="0" tIns="0" rIns="0" bIns="0" rtlCol="0"/>
            <a:lstStyle/>
            <a:p/>
          </p:txBody>
        </p:sp>
        <p:sp>
          <p:nvSpPr>
            <p:cNvPr id="12" name="object 12"/>
            <p:cNvSpPr/>
            <p:nvPr/>
          </p:nvSpPr>
          <p:spPr>
            <a:xfrm>
              <a:off x="3915983" y="2456883"/>
              <a:ext cx="378460" cy="290830"/>
            </a:xfrm>
            <a:custGeom>
              <a:avLst/>
              <a:gdLst/>
              <a:ahLst/>
              <a:cxnLst/>
              <a:rect l="l" t="t" r="r" b="b"/>
              <a:pathLst>
                <a:path w="378460" h="290830">
                  <a:moveTo>
                    <a:pt x="377905" y="145333"/>
                  </a:moveTo>
                  <a:lnTo>
                    <a:pt x="351042" y="179608"/>
                  </a:lnTo>
                  <a:lnTo>
                    <a:pt x="316159" y="210482"/>
                  </a:lnTo>
                  <a:lnTo>
                    <a:pt x="274102" y="237491"/>
                  </a:lnTo>
                  <a:lnTo>
                    <a:pt x="225721" y="260168"/>
                  </a:lnTo>
                  <a:lnTo>
                    <a:pt x="171861" y="278048"/>
                  </a:lnTo>
                  <a:lnTo>
                    <a:pt x="113371" y="290666"/>
                  </a:lnTo>
                  <a:lnTo>
                    <a:pt x="0" y="290666"/>
                  </a:lnTo>
                  <a:lnTo>
                    <a:pt x="25786" y="250383"/>
                  </a:lnTo>
                  <a:lnTo>
                    <a:pt x="42977" y="208859"/>
                  </a:lnTo>
                  <a:lnTo>
                    <a:pt x="51573" y="166591"/>
                  </a:lnTo>
                  <a:lnTo>
                    <a:pt x="51573" y="124074"/>
                  </a:lnTo>
                  <a:lnTo>
                    <a:pt x="42977" y="81806"/>
                  </a:lnTo>
                  <a:lnTo>
                    <a:pt x="25786" y="40282"/>
                  </a:lnTo>
                  <a:lnTo>
                    <a:pt x="0" y="0"/>
                  </a:lnTo>
                  <a:lnTo>
                    <a:pt x="113371" y="0"/>
                  </a:lnTo>
                  <a:lnTo>
                    <a:pt x="172066" y="12415"/>
                  </a:lnTo>
                  <a:lnTo>
                    <a:pt x="226082" y="30193"/>
                  </a:lnTo>
                  <a:lnTo>
                    <a:pt x="274545" y="52854"/>
                  </a:lnTo>
                  <a:lnTo>
                    <a:pt x="316584" y="79917"/>
                  </a:lnTo>
                  <a:lnTo>
                    <a:pt x="351328" y="110903"/>
                  </a:lnTo>
                  <a:lnTo>
                    <a:pt x="377905" y="145333"/>
                  </a:lnTo>
                  <a:close/>
                </a:path>
              </a:pathLst>
            </a:custGeom>
            <a:ln w="21369">
              <a:solidFill>
                <a:srgbClr val="4A80B1"/>
              </a:solidFill>
            </a:ln>
          </p:spPr>
          <p:txBody>
            <a:bodyPr wrap="square" lIns="0" tIns="0" rIns="0" bIns="0" rtlCol="0"/>
            <a:lstStyle/>
            <a:p/>
          </p:txBody>
        </p:sp>
        <p:sp>
          <p:nvSpPr>
            <p:cNvPr id="13" name="object 13"/>
            <p:cNvSpPr/>
            <p:nvPr/>
          </p:nvSpPr>
          <p:spPr>
            <a:xfrm>
              <a:off x="3915981" y="2456891"/>
              <a:ext cx="378460" cy="290830"/>
            </a:xfrm>
            <a:custGeom>
              <a:avLst/>
              <a:gdLst/>
              <a:ahLst/>
              <a:cxnLst/>
              <a:rect l="l" t="t" r="r" b="b"/>
              <a:pathLst>
                <a:path w="378460" h="290830">
                  <a:moveTo>
                    <a:pt x="232562" y="0"/>
                  </a:moveTo>
                  <a:lnTo>
                    <a:pt x="0" y="0"/>
                  </a:lnTo>
                  <a:lnTo>
                    <a:pt x="0" y="290664"/>
                  </a:lnTo>
                  <a:lnTo>
                    <a:pt x="232562" y="290664"/>
                  </a:lnTo>
                  <a:lnTo>
                    <a:pt x="278500" y="283264"/>
                  </a:lnTo>
                  <a:lnTo>
                    <a:pt x="318400" y="262650"/>
                  </a:lnTo>
                  <a:lnTo>
                    <a:pt x="349866" y="231203"/>
                  </a:lnTo>
                  <a:lnTo>
                    <a:pt x="370502" y="191301"/>
                  </a:lnTo>
                  <a:lnTo>
                    <a:pt x="377913" y="145326"/>
                  </a:lnTo>
                  <a:lnTo>
                    <a:pt x="370502" y="99356"/>
                  </a:lnTo>
                  <a:lnTo>
                    <a:pt x="349866" y="59458"/>
                  </a:lnTo>
                  <a:lnTo>
                    <a:pt x="318400" y="28013"/>
                  </a:lnTo>
                  <a:lnTo>
                    <a:pt x="278500" y="7400"/>
                  </a:lnTo>
                  <a:lnTo>
                    <a:pt x="232562" y="0"/>
                  </a:lnTo>
                  <a:close/>
                </a:path>
              </a:pathLst>
            </a:custGeom>
            <a:solidFill>
              <a:srgbClr val="D8D8D8"/>
            </a:solidFill>
          </p:spPr>
          <p:txBody>
            <a:bodyPr wrap="square" lIns="0" tIns="0" rIns="0" bIns="0" rtlCol="0"/>
            <a:lstStyle/>
            <a:p/>
          </p:txBody>
        </p:sp>
        <p:sp>
          <p:nvSpPr>
            <p:cNvPr id="14" name="object 14"/>
            <p:cNvSpPr/>
            <p:nvPr/>
          </p:nvSpPr>
          <p:spPr>
            <a:xfrm>
              <a:off x="2924286" y="2456883"/>
              <a:ext cx="1369695" cy="503555"/>
            </a:xfrm>
            <a:custGeom>
              <a:avLst/>
              <a:gdLst/>
              <a:ahLst/>
              <a:cxnLst/>
              <a:rect l="l" t="t" r="r" b="b"/>
              <a:pathLst>
                <a:path w="1369695" h="503555">
                  <a:moveTo>
                    <a:pt x="1224251" y="290666"/>
                  </a:moveTo>
                  <a:lnTo>
                    <a:pt x="991697" y="290666"/>
                  </a:lnTo>
                  <a:lnTo>
                    <a:pt x="991697" y="0"/>
                  </a:lnTo>
                  <a:lnTo>
                    <a:pt x="1224251" y="0"/>
                  </a:lnTo>
                  <a:lnTo>
                    <a:pt x="1270189" y="7400"/>
                  </a:lnTo>
                  <a:lnTo>
                    <a:pt x="1310089" y="28013"/>
                  </a:lnTo>
                  <a:lnTo>
                    <a:pt x="1341554" y="59460"/>
                  </a:lnTo>
                  <a:lnTo>
                    <a:pt x="1362191" y="99359"/>
                  </a:lnTo>
                  <a:lnTo>
                    <a:pt x="1369602" y="145333"/>
                  </a:lnTo>
                  <a:lnTo>
                    <a:pt x="1362191" y="191306"/>
                  </a:lnTo>
                  <a:lnTo>
                    <a:pt x="1341554" y="231206"/>
                  </a:lnTo>
                  <a:lnTo>
                    <a:pt x="1310089" y="262652"/>
                  </a:lnTo>
                  <a:lnTo>
                    <a:pt x="1270189" y="283266"/>
                  </a:lnTo>
                  <a:lnTo>
                    <a:pt x="1224251" y="290666"/>
                  </a:lnTo>
                  <a:close/>
                </a:path>
                <a:path w="1369695" h="503555">
                  <a:moveTo>
                    <a:pt x="0" y="357690"/>
                  </a:moveTo>
                  <a:lnTo>
                    <a:pt x="290701" y="357690"/>
                  </a:lnTo>
                </a:path>
                <a:path w="1369695" h="503555">
                  <a:moveTo>
                    <a:pt x="0" y="503023"/>
                  </a:moveTo>
                  <a:lnTo>
                    <a:pt x="290701" y="503023"/>
                  </a:lnTo>
                </a:path>
                <a:path w="1369695" h="503555">
                  <a:moveTo>
                    <a:pt x="581402" y="430356"/>
                  </a:moveTo>
                  <a:lnTo>
                    <a:pt x="290701" y="430356"/>
                  </a:lnTo>
                </a:path>
              </a:pathLst>
            </a:custGeom>
            <a:ln w="21368">
              <a:solidFill>
                <a:srgbClr val="4A80B1"/>
              </a:solidFill>
            </a:ln>
          </p:spPr>
          <p:txBody>
            <a:bodyPr wrap="square" lIns="0" tIns="0" rIns="0" bIns="0" rtlCol="0"/>
            <a:lstStyle/>
            <a:p/>
          </p:txBody>
        </p:sp>
        <p:sp>
          <p:nvSpPr>
            <p:cNvPr id="15" name="object 15"/>
            <p:cNvSpPr/>
            <p:nvPr/>
          </p:nvSpPr>
          <p:spPr>
            <a:xfrm>
              <a:off x="3026041" y="2741904"/>
              <a:ext cx="378460" cy="291465"/>
            </a:xfrm>
            <a:custGeom>
              <a:avLst/>
              <a:gdLst/>
              <a:ahLst/>
              <a:cxnLst/>
              <a:rect l="l" t="t" r="r" b="b"/>
              <a:pathLst>
                <a:path w="378460" h="291464">
                  <a:moveTo>
                    <a:pt x="113360" y="0"/>
                  </a:moveTo>
                  <a:lnTo>
                    <a:pt x="0" y="0"/>
                  </a:lnTo>
                  <a:lnTo>
                    <a:pt x="25785" y="40293"/>
                  </a:lnTo>
                  <a:lnTo>
                    <a:pt x="42975" y="81842"/>
                  </a:lnTo>
                  <a:lnTo>
                    <a:pt x="51570" y="124144"/>
                  </a:lnTo>
                  <a:lnTo>
                    <a:pt x="51570" y="166697"/>
                  </a:lnTo>
                  <a:lnTo>
                    <a:pt x="42975" y="208999"/>
                  </a:lnTo>
                  <a:lnTo>
                    <a:pt x="25785" y="250548"/>
                  </a:lnTo>
                  <a:lnTo>
                    <a:pt x="0" y="290842"/>
                  </a:lnTo>
                  <a:lnTo>
                    <a:pt x="113360" y="290842"/>
                  </a:lnTo>
                  <a:lnTo>
                    <a:pt x="171854" y="278151"/>
                  </a:lnTo>
                  <a:lnTo>
                    <a:pt x="225717" y="260222"/>
                  </a:lnTo>
                  <a:lnTo>
                    <a:pt x="274100" y="237516"/>
                  </a:lnTo>
                  <a:lnTo>
                    <a:pt x="316157" y="210494"/>
                  </a:lnTo>
                  <a:lnTo>
                    <a:pt x="351040" y="179614"/>
                  </a:lnTo>
                  <a:lnTo>
                    <a:pt x="377901" y="145338"/>
                  </a:lnTo>
                  <a:lnTo>
                    <a:pt x="351322" y="110970"/>
                  </a:lnTo>
                  <a:lnTo>
                    <a:pt x="316578" y="80000"/>
                  </a:lnTo>
                  <a:lnTo>
                    <a:pt x="274539" y="52924"/>
                  </a:lnTo>
                  <a:lnTo>
                    <a:pt x="226075" y="30235"/>
                  </a:lnTo>
                  <a:lnTo>
                    <a:pt x="172059" y="12429"/>
                  </a:lnTo>
                  <a:lnTo>
                    <a:pt x="113360" y="0"/>
                  </a:lnTo>
                  <a:close/>
                </a:path>
              </a:pathLst>
            </a:custGeom>
            <a:solidFill>
              <a:srgbClr val="D8D8D8"/>
            </a:solidFill>
          </p:spPr>
          <p:txBody>
            <a:bodyPr wrap="square" lIns="0" tIns="0" rIns="0" bIns="0" rtlCol="0"/>
            <a:lstStyle/>
            <a:p/>
          </p:txBody>
        </p:sp>
        <p:sp>
          <p:nvSpPr>
            <p:cNvPr id="16" name="object 16"/>
            <p:cNvSpPr/>
            <p:nvPr/>
          </p:nvSpPr>
          <p:spPr>
            <a:xfrm>
              <a:off x="2988244" y="2741907"/>
              <a:ext cx="415925" cy="291465"/>
            </a:xfrm>
            <a:custGeom>
              <a:avLst/>
              <a:gdLst/>
              <a:ahLst/>
              <a:cxnLst/>
              <a:rect l="l" t="t" r="r" b="b"/>
              <a:pathLst>
                <a:path w="415925" h="291464">
                  <a:moveTo>
                    <a:pt x="415695" y="145333"/>
                  </a:moveTo>
                  <a:lnTo>
                    <a:pt x="388832" y="179609"/>
                  </a:lnTo>
                  <a:lnTo>
                    <a:pt x="353949" y="210489"/>
                  </a:lnTo>
                  <a:lnTo>
                    <a:pt x="311893" y="237512"/>
                  </a:lnTo>
                  <a:lnTo>
                    <a:pt x="263511" y="260219"/>
                  </a:lnTo>
                  <a:lnTo>
                    <a:pt x="209652" y="278147"/>
                  </a:lnTo>
                  <a:lnTo>
                    <a:pt x="151162" y="290837"/>
                  </a:lnTo>
                  <a:lnTo>
                    <a:pt x="37790" y="290837"/>
                  </a:lnTo>
                  <a:lnTo>
                    <a:pt x="63577" y="250545"/>
                  </a:lnTo>
                  <a:lnTo>
                    <a:pt x="80768" y="208997"/>
                  </a:lnTo>
                  <a:lnTo>
                    <a:pt x="89363" y="166695"/>
                  </a:lnTo>
                  <a:lnTo>
                    <a:pt x="89363" y="124142"/>
                  </a:lnTo>
                  <a:lnTo>
                    <a:pt x="80768" y="81840"/>
                  </a:lnTo>
                  <a:lnTo>
                    <a:pt x="63577" y="40291"/>
                  </a:lnTo>
                  <a:lnTo>
                    <a:pt x="37790" y="0"/>
                  </a:lnTo>
                  <a:lnTo>
                    <a:pt x="151162" y="0"/>
                  </a:lnTo>
                  <a:lnTo>
                    <a:pt x="209857" y="12427"/>
                  </a:lnTo>
                  <a:lnTo>
                    <a:pt x="263872" y="30231"/>
                  </a:lnTo>
                  <a:lnTo>
                    <a:pt x="312335" y="52918"/>
                  </a:lnTo>
                  <a:lnTo>
                    <a:pt x="354374" y="79993"/>
                  </a:lnTo>
                  <a:lnTo>
                    <a:pt x="389118" y="110962"/>
                  </a:lnTo>
                  <a:lnTo>
                    <a:pt x="415695" y="145333"/>
                  </a:lnTo>
                  <a:close/>
                </a:path>
                <a:path w="415925" h="291464">
                  <a:moveTo>
                    <a:pt x="0" y="290837"/>
                  </a:moveTo>
                  <a:lnTo>
                    <a:pt x="25786" y="250545"/>
                  </a:lnTo>
                  <a:lnTo>
                    <a:pt x="42977" y="208997"/>
                  </a:lnTo>
                  <a:lnTo>
                    <a:pt x="51573" y="166695"/>
                  </a:lnTo>
                  <a:lnTo>
                    <a:pt x="51573" y="124142"/>
                  </a:lnTo>
                  <a:lnTo>
                    <a:pt x="42977" y="81840"/>
                  </a:lnTo>
                  <a:lnTo>
                    <a:pt x="25786" y="40291"/>
                  </a:lnTo>
                  <a:lnTo>
                    <a:pt x="0" y="0"/>
                  </a:lnTo>
                </a:path>
              </a:pathLst>
            </a:custGeom>
            <a:ln w="21368">
              <a:solidFill>
                <a:srgbClr val="4A80B1"/>
              </a:solidFill>
            </a:ln>
          </p:spPr>
          <p:txBody>
            <a:bodyPr wrap="square" lIns="0" tIns="0" rIns="0" bIns="0" rtlCol="0"/>
            <a:lstStyle/>
            <a:p/>
          </p:txBody>
        </p:sp>
        <p:sp>
          <p:nvSpPr>
            <p:cNvPr id="17" name="object 17"/>
            <p:cNvSpPr/>
            <p:nvPr/>
          </p:nvSpPr>
          <p:spPr>
            <a:xfrm>
              <a:off x="3499313" y="2674883"/>
              <a:ext cx="314960" cy="212725"/>
            </a:xfrm>
            <a:custGeom>
              <a:avLst/>
              <a:gdLst/>
              <a:ahLst/>
              <a:cxnLst/>
              <a:rect l="l" t="t" r="r" b="b"/>
              <a:pathLst>
                <a:path w="314960" h="212725">
                  <a:moveTo>
                    <a:pt x="0" y="3932"/>
                  </a:moveTo>
                  <a:lnTo>
                    <a:pt x="0" y="212357"/>
                  </a:lnTo>
                </a:path>
                <a:path w="314960" h="212725">
                  <a:moveTo>
                    <a:pt x="314920" y="0"/>
                  </a:moveTo>
                  <a:lnTo>
                    <a:pt x="0" y="0"/>
                  </a:lnTo>
                </a:path>
              </a:pathLst>
            </a:custGeom>
            <a:ln w="17095">
              <a:solidFill>
                <a:srgbClr val="5B9BD5"/>
              </a:solidFill>
            </a:ln>
          </p:spPr>
          <p:txBody>
            <a:bodyPr wrap="square" lIns="0" tIns="0" rIns="0" bIns="0" rtlCol="0"/>
            <a:lstStyle/>
            <a:p/>
          </p:txBody>
        </p:sp>
        <p:sp>
          <p:nvSpPr>
            <p:cNvPr id="18" name="object 18"/>
            <p:cNvSpPr/>
            <p:nvPr/>
          </p:nvSpPr>
          <p:spPr>
            <a:xfrm>
              <a:off x="4711823" y="3079935"/>
              <a:ext cx="581660" cy="146050"/>
            </a:xfrm>
            <a:custGeom>
              <a:avLst/>
              <a:gdLst/>
              <a:ahLst/>
              <a:cxnLst/>
              <a:rect l="l" t="t" r="r" b="b"/>
              <a:pathLst>
                <a:path w="581660" h="146050">
                  <a:moveTo>
                    <a:pt x="0" y="0"/>
                  </a:moveTo>
                  <a:lnTo>
                    <a:pt x="290735" y="0"/>
                  </a:lnTo>
                </a:path>
                <a:path w="581660" h="146050">
                  <a:moveTo>
                    <a:pt x="0" y="145504"/>
                  </a:moveTo>
                  <a:lnTo>
                    <a:pt x="290735" y="145504"/>
                  </a:lnTo>
                </a:path>
                <a:path w="581660" h="146050">
                  <a:moveTo>
                    <a:pt x="581471" y="72837"/>
                  </a:moveTo>
                  <a:lnTo>
                    <a:pt x="290735" y="72837"/>
                  </a:lnTo>
                </a:path>
              </a:pathLst>
            </a:custGeom>
            <a:ln w="21368">
              <a:solidFill>
                <a:srgbClr val="4A80B1"/>
              </a:solidFill>
            </a:ln>
          </p:spPr>
          <p:txBody>
            <a:bodyPr wrap="square" lIns="0" tIns="0" rIns="0" bIns="0" rtlCol="0"/>
            <a:lstStyle/>
            <a:p/>
          </p:txBody>
        </p:sp>
        <p:sp>
          <p:nvSpPr>
            <p:cNvPr id="19" name="object 19"/>
            <p:cNvSpPr/>
            <p:nvPr/>
          </p:nvSpPr>
          <p:spPr>
            <a:xfrm>
              <a:off x="4813528" y="3007271"/>
              <a:ext cx="378460" cy="291465"/>
            </a:xfrm>
            <a:custGeom>
              <a:avLst/>
              <a:gdLst/>
              <a:ahLst/>
              <a:cxnLst/>
              <a:rect l="l" t="t" r="r" b="b"/>
              <a:pathLst>
                <a:path w="378460" h="291464">
                  <a:moveTo>
                    <a:pt x="113487" y="0"/>
                  </a:moveTo>
                  <a:lnTo>
                    <a:pt x="0" y="0"/>
                  </a:lnTo>
                  <a:lnTo>
                    <a:pt x="25803" y="40293"/>
                  </a:lnTo>
                  <a:lnTo>
                    <a:pt x="43006" y="81842"/>
                  </a:lnTo>
                  <a:lnTo>
                    <a:pt x="51607" y="124144"/>
                  </a:lnTo>
                  <a:lnTo>
                    <a:pt x="51607" y="166697"/>
                  </a:lnTo>
                  <a:lnTo>
                    <a:pt x="43006" y="208999"/>
                  </a:lnTo>
                  <a:lnTo>
                    <a:pt x="25803" y="250548"/>
                  </a:lnTo>
                  <a:lnTo>
                    <a:pt x="0" y="290842"/>
                  </a:lnTo>
                  <a:lnTo>
                    <a:pt x="113487" y="290842"/>
                  </a:lnTo>
                  <a:lnTo>
                    <a:pt x="171960" y="278221"/>
                  </a:lnTo>
                  <a:lnTo>
                    <a:pt x="225797" y="260339"/>
                  </a:lnTo>
                  <a:lnTo>
                    <a:pt x="274154" y="237661"/>
                  </a:lnTo>
                  <a:lnTo>
                    <a:pt x="316187" y="210653"/>
                  </a:lnTo>
                  <a:lnTo>
                    <a:pt x="351051" y="179778"/>
                  </a:lnTo>
                  <a:lnTo>
                    <a:pt x="377901" y="145503"/>
                  </a:lnTo>
                  <a:lnTo>
                    <a:pt x="351369" y="111072"/>
                  </a:lnTo>
                  <a:lnTo>
                    <a:pt x="316639" y="80080"/>
                  </a:lnTo>
                  <a:lnTo>
                    <a:pt x="274597" y="53001"/>
                  </a:lnTo>
                  <a:lnTo>
                    <a:pt x="226133" y="30312"/>
                  </a:lnTo>
                  <a:lnTo>
                    <a:pt x="172133" y="12486"/>
                  </a:lnTo>
                  <a:lnTo>
                    <a:pt x="113487" y="0"/>
                  </a:lnTo>
                  <a:close/>
                </a:path>
              </a:pathLst>
            </a:custGeom>
            <a:solidFill>
              <a:srgbClr val="D8D8D8"/>
            </a:solidFill>
          </p:spPr>
          <p:txBody>
            <a:bodyPr wrap="square" lIns="0" tIns="0" rIns="0" bIns="0" rtlCol="0"/>
            <a:lstStyle/>
            <a:p/>
          </p:txBody>
        </p:sp>
        <p:sp>
          <p:nvSpPr>
            <p:cNvPr id="20" name="object 20"/>
            <p:cNvSpPr/>
            <p:nvPr/>
          </p:nvSpPr>
          <p:spPr>
            <a:xfrm>
              <a:off x="4813520" y="3007268"/>
              <a:ext cx="378460" cy="291465"/>
            </a:xfrm>
            <a:custGeom>
              <a:avLst/>
              <a:gdLst/>
              <a:ahLst/>
              <a:cxnLst/>
              <a:rect l="l" t="t" r="r" b="b"/>
              <a:pathLst>
                <a:path w="378460" h="291464">
                  <a:moveTo>
                    <a:pt x="377905" y="145504"/>
                  </a:moveTo>
                  <a:lnTo>
                    <a:pt x="351054" y="179779"/>
                  </a:lnTo>
                  <a:lnTo>
                    <a:pt x="316190" y="210653"/>
                  </a:lnTo>
                  <a:lnTo>
                    <a:pt x="274156" y="237662"/>
                  </a:lnTo>
                  <a:lnTo>
                    <a:pt x="225798" y="260339"/>
                  </a:lnTo>
                  <a:lnTo>
                    <a:pt x="171961" y="278219"/>
                  </a:lnTo>
                  <a:lnTo>
                    <a:pt x="113491" y="290837"/>
                  </a:lnTo>
                  <a:lnTo>
                    <a:pt x="0" y="290837"/>
                  </a:lnTo>
                  <a:lnTo>
                    <a:pt x="25805" y="250545"/>
                  </a:lnTo>
                  <a:lnTo>
                    <a:pt x="43009" y="208997"/>
                  </a:lnTo>
                  <a:lnTo>
                    <a:pt x="51610" y="166695"/>
                  </a:lnTo>
                  <a:lnTo>
                    <a:pt x="51610" y="124142"/>
                  </a:lnTo>
                  <a:lnTo>
                    <a:pt x="43009" y="81840"/>
                  </a:lnTo>
                  <a:lnTo>
                    <a:pt x="25805" y="40291"/>
                  </a:lnTo>
                  <a:lnTo>
                    <a:pt x="0" y="0"/>
                  </a:lnTo>
                  <a:lnTo>
                    <a:pt x="113491" y="0"/>
                  </a:lnTo>
                  <a:lnTo>
                    <a:pt x="172139" y="12487"/>
                  </a:lnTo>
                  <a:lnTo>
                    <a:pt x="226140" y="30314"/>
                  </a:lnTo>
                  <a:lnTo>
                    <a:pt x="274604" y="53003"/>
                  </a:lnTo>
                  <a:lnTo>
                    <a:pt x="316645" y="80082"/>
                  </a:lnTo>
                  <a:lnTo>
                    <a:pt x="351375" y="111073"/>
                  </a:lnTo>
                  <a:lnTo>
                    <a:pt x="377905" y="145504"/>
                  </a:lnTo>
                  <a:close/>
                </a:path>
              </a:pathLst>
            </a:custGeom>
            <a:ln w="21369">
              <a:solidFill>
                <a:srgbClr val="4A80B1"/>
              </a:solidFill>
            </a:ln>
          </p:spPr>
          <p:txBody>
            <a:bodyPr wrap="square" lIns="0" tIns="0" rIns="0" bIns="0" rtlCol="0"/>
            <a:lstStyle/>
            <a:p/>
          </p:txBody>
        </p:sp>
        <p:sp>
          <p:nvSpPr>
            <p:cNvPr id="21" name="object 21"/>
            <p:cNvSpPr/>
            <p:nvPr/>
          </p:nvSpPr>
          <p:spPr>
            <a:xfrm>
              <a:off x="4813528" y="3007271"/>
              <a:ext cx="378460" cy="291465"/>
            </a:xfrm>
            <a:custGeom>
              <a:avLst/>
              <a:gdLst/>
              <a:ahLst/>
              <a:cxnLst/>
              <a:rect l="l" t="t" r="r" b="b"/>
              <a:pathLst>
                <a:path w="378460" h="291464">
                  <a:moveTo>
                    <a:pt x="232613" y="0"/>
                  </a:moveTo>
                  <a:lnTo>
                    <a:pt x="0" y="0"/>
                  </a:lnTo>
                  <a:lnTo>
                    <a:pt x="0" y="290842"/>
                  </a:lnTo>
                  <a:lnTo>
                    <a:pt x="232613" y="290842"/>
                  </a:lnTo>
                  <a:lnTo>
                    <a:pt x="278573" y="283425"/>
                  </a:lnTo>
                  <a:lnTo>
                    <a:pt x="318461" y="262777"/>
                  </a:lnTo>
                  <a:lnTo>
                    <a:pt x="349897" y="231304"/>
                  </a:lnTo>
                  <a:lnTo>
                    <a:pt x="370503" y="191411"/>
                  </a:lnTo>
                  <a:lnTo>
                    <a:pt x="377901" y="145503"/>
                  </a:lnTo>
                  <a:lnTo>
                    <a:pt x="370503" y="99511"/>
                  </a:lnTo>
                  <a:lnTo>
                    <a:pt x="349897" y="59568"/>
                  </a:lnTo>
                  <a:lnTo>
                    <a:pt x="318461" y="28072"/>
                  </a:lnTo>
                  <a:lnTo>
                    <a:pt x="278573" y="7417"/>
                  </a:lnTo>
                  <a:lnTo>
                    <a:pt x="232613" y="0"/>
                  </a:lnTo>
                  <a:close/>
                </a:path>
              </a:pathLst>
            </a:custGeom>
            <a:solidFill>
              <a:srgbClr val="D8D8D8"/>
            </a:solidFill>
          </p:spPr>
          <p:txBody>
            <a:bodyPr wrap="square" lIns="0" tIns="0" rIns="0" bIns="0" rtlCol="0"/>
            <a:lstStyle/>
            <a:p/>
          </p:txBody>
        </p:sp>
        <p:sp>
          <p:nvSpPr>
            <p:cNvPr id="22" name="object 22"/>
            <p:cNvSpPr/>
            <p:nvPr/>
          </p:nvSpPr>
          <p:spPr>
            <a:xfrm>
              <a:off x="4813520" y="3007268"/>
              <a:ext cx="378460" cy="291465"/>
            </a:xfrm>
            <a:custGeom>
              <a:avLst/>
              <a:gdLst/>
              <a:ahLst/>
              <a:cxnLst/>
              <a:rect l="l" t="t" r="r" b="b"/>
              <a:pathLst>
                <a:path w="378460" h="291464">
                  <a:moveTo>
                    <a:pt x="232622" y="290837"/>
                  </a:moveTo>
                  <a:lnTo>
                    <a:pt x="0" y="290837"/>
                  </a:lnTo>
                  <a:lnTo>
                    <a:pt x="0" y="0"/>
                  </a:lnTo>
                  <a:lnTo>
                    <a:pt x="232622" y="0"/>
                  </a:lnTo>
                  <a:lnTo>
                    <a:pt x="278579" y="7417"/>
                  </a:lnTo>
                  <a:lnTo>
                    <a:pt x="318465" y="28073"/>
                  </a:lnTo>
                  <a:lnTo>
                    <a:pt x="349901" y="59570"/>
                  </a:lnTo>
                  <a:lnTo>
                    <a:pt x="370507" y="99513"/>
                  </a:lnTo>
                  <a:lnTo>
                    <a:pt x="377905" y="145504"/>
                  </a:lnTo>
                  <a:lnTo>
                    <a:pt x="370507" y="191411"/>
                  </a:lnTo>
                  <a:lnTo>
                    <a:pt x="349901" y="231303"/>
                  </a:lnTo>
                  <a:lnTo>
                    <a:pt x="318465" y="262774"/>
                  </a:lnTo>
                  <a:lnTo>
                    <a:pt x="278579" y="283420"/>
                  </a:lnTo>
                  <a:lnTo>
                    <a:pt x="232622" y="290837"/>
                  </a:lnTo>
                  <a:close/>
                </a:path>
              </a:pathLst>
            </a:custGeom>
            <a:ln w="21369">
              <a:solidFill>
                <a:srgbClr val="4A80B1"/>
              </a:solidFill>
            </a:ln>
          </p:spPr>
          <p:txBody>
            <a:bodyPr wrap="square" lIns="0" tIns="0" rIns="0" bIns="0" rtlCol="0"/>
            <a:lstStyle/>
            <a:p/>
          </p:txBody>
        </p:sp>
        <p:sp>
          <p:nvSpPr>
            <p:cNvPr id="23" name="object 23"/>
            <p:cNvSpPr/>
            <p:nvPr/>
          </p:nvSpPr>
          <p:spPr>
            <a:xfrm>
              <a:off x="3492938" y="2318389"/>
              <a:ext cx="1223010" cy="1407160"/>
            </a:xfrm>
            <a:custGeom>
              <a:avLst/>
              <a:gdLst/>
              <a:ahLst/>
              <a:cxnLst/>
              <a:rect l="l" t="t" r="r" b="b"/>
              <a:pathLst>
                <a:path w="1223010" h="1407160">
                  <a:moveTo>
                    <a:pt x="0" y="0"/>
                  </a:moveTo>
                  <a:lnTo>
                    <a:pt x="0" y="208595"/>
                  </a:lnTo>
                </a:path>
                <a:path w="1223010" h="1407160">
                  <a:moveTo>
                    <a:pt x="321296" y="211160"/>
                  </a:moveTo>
                  <a:lnTo>
                    <a:pt x="6375" y="211160"/>
                  </a:lnTo>
                </a:path>
                <a:path w="1223010" h="1407160">
                  <a:moveTo>
                    <a:pt x="901656" y="279552"/>
                  </a:moveTo>
                  <a:lnTo>
                    <a:pt x="901656" y="757099"/>
                  </a:lnTo>
                </a:path>
                <a:path w="1223010" h="1407160">
                  <a:moveTo>
                    <a:pt x="1222986" y="759493"/>
                  </a:moveTo>
                  <a:lnTo>
                    <a:pt x="908151" y="759493"/>
                  </a:lnTo>
                </a:path>
                <a:path w="1223010" h="1407160">
                  <a:moveTo>
                    <a:pt x="901314" y="908075"/>
                  </a:moveTo>
                  <a:lnTo>
                    <a:pt x="902681" y="1406824"/>
                  </a:lnTo>
                </a:path>
                <a:path w="1223010" h="1407160">
                  <a:moveTo>
                    <a:pt x="1216149" y="904313"/>
                  </a:moveTo>
                  <a:lnTo>
                    <a:pt x="901314" y="904313"/>
                  </a:lnTo>
                </a:path>
              </a:pathLst>
            </a:custGeom>
            <a:ln w="17095">
              <a:solidFill>
                <a:srgbClr val="5B9BD5"/>
              </a:solidFill>
            </a:ln>
          </p:spPr>
          <p:txBody>
            <a:bodyPr wrap="square" lIns="0" tIns="0" rIns="0" bIns="0" rtlCol="0"/>
            <a:lstStyle/>
            <a:p/>
          </p:txBody>
        </p:sp>
        <p:sp>
          <p:nvSpPr>
            <p:cNvPr id="24" name="object 24"/>
            <p:cNvSpPr/>
            <p:nvPr/>
          </p:nvSpPr>
          <p:spPr>
            <a:xfrm>
              <a:off x="3814234" y="3652547"/>
              <a:ext cx="581660" cy="145415"/>
            </a:xfrm>
            <a:custGeom>
              <a:avLst/>
              <a:gdLst/>
              <a:ahLst/>
              <a:cxnLst/>
              <a:rect l="l" t="t" r="r" b="b"/>
              <a:pathLst>
                <a:path w="581660" h="145414">
                  <a:moveTo>
                    <a:pt x="0" y="0"/>
                  </a:moveTo>
                  <a:lnTo>
                    <a:pt x="290701" y="0"/>
                  </a:lnTo>
                </a:path>
                <a:path w="581660" h="145414">
                  <a:moveTo>
                    <a:pt x="0" y="145333"/>
                  </a:moveTo>
                  <a:lnTo>
                    <a:pt x="290701" y="145333"/>
                  </a:lnTo>
                </a:path>
                <a:path w="581660" h="145414">
                  <a:moveTo>
                    <a:pt x="581385" y="72666"/>
                  </a:moveTo>
                  <a:lnTo>
                    <a:pt x="290701" y="72666"/>
                  </a:lnTo>
                </a:path>
              </a:pathLst>
            </a:custGeom>
            <a:ln w="21368">
              <a:solidFill>
                <a:srgbClr val="4A80B1"/>
              </a:solidFill>
            </a:ln>
          </p:spPr>
          <p:txBody>
            <a:bodyPr wrap="square" lIns="0" tIns="0" rIns="0" bIns="0" rtlCol="0"/>
            <a:lstStyle/>
            <a:p/>
          </p:txBody>
        </p:sp>
        <p:sp>
          <p:nvSpPr>
            <p:cNvPr id="25" name="object 25"/>
            <p:cNvSpPr/>
            <p:nvPr/>
          </p:nvSpPr>
          <p:spPr>
            <a:xfrm>
              <a:off x="3915981" y="3579888"/>
              <a:ext cx="378460" cy="290830"/>
            </a:xfrm>
            <a:custGeom>
              <a:avLst/>
              <a:gdLst/>
              <a:ahLst/>
              <a:cxnLst/>
              <a:rect l="l" t="t" r="r" b="b"/>
              <a:pathLst>
                <a:path w="378460" h="290829">
                  <a:moveTo>
                    <a:pt x="113372" y="0"/>
                  </a:moveTo>
                  <a:lnTo>
                    <a:pt x="0" y="0"/>
                  </a:lnTo>
                  <a:lnTo>
                    <a:pt x="25789" y="40289"/>
                  </a:lnTo>
                  <a:lnTo>
                    <a:pt x="42983" y="81836"/>
                  </a:lnTo>
                  <a:lnTo>
                    <a:pt x="51579" y="124138"/>
                  </a:lnTo>
                  <a:lnTo>
                    <a:pt x="51579" y="166691"/>
                  </a:lnTo>
                  <a:lnTo>
                    <a:pt x="42983" y="208993"/>
                  </a:lnTo>
                  <a:lnTo>
                    <a:pt x="25789" y="250540"/>
                  </a:lnTo>
                  <a:lnTo>
                    <a:pt x="0" y="290830"/>
                  </a:lnTo>
                  <a:lnTo>
                    <a:pt x="113372" y="290830"/>
                  </a:lnTo>
                  <a:lnTo>
                    <a:pt x="171862" y="278138"/>
                  </a:lnTo>
                  <a:lnTo>
                    <a:pt x="225721" y="260210"/>
                  </a:lnTo>
                  <a:lnTo>
                    <a:pt x="274104" y="237504"/>
                  </a:lnTo>
                  <a:lnTo>
                    <a:pt x="316161" y="210481"/>
                  </a:lnTo>
                  <a:lnTo>
                    <a:pt x="351047" y="179601"/>
                  </a:lnTo>
                  <a:lnTo>
                    <a:pt x="377913" y="145326"/>
                  </a:lnTo>
                  <a:lnTo>
                    <a:pt x="351334" y="110957"/>
                  </a:lnTo>
                  <a:lnTo>
                    <a:pt x="316587" y="79988"/>
                  </a:lnTo>
                  <a:lnTo>
                    <a:pt x="274547" y="52912"/>
                  </a:lnTo>
                  <a:lnTo>
                    <a:pt x="226083" y="30226"/>
                  </a:lnTo>
                  <a:lnTo>
                    <a:pt x="172067" y="12423"/>
                  </a:lnTo>
                  <a:lnTo>
                    <a:pt x="113372" y="0"/>
                  </a:lnTo>
                  <a:close/>
                </a:path>
              </a:pathLst>
            </a:custGeom>
            <a:solidFill>
              <a:srgbClr val="D8D8D8"/>
            </a:solidFill>
          </p:spPr>
          <p:txBody>
            <a:bodyPr wrap="square" lIns="0" tIns="0" rIns="0" bIns="0" rtlCol="0"/>
            <a:lstStyle/>
            <a:p/>
          </p:txBody>
        </p:sp>
        <p:sp>
          <p:nvSpPr>
            <p:cNvPr id="26" name="object 26"/>
            <p:cNvSpPr/>
            <p:nvPr/>
          </p:nvSpPr>
          <p:spPr>
            <a:xfrm>
              <a:off x="2930661" y="3374534"/>
              <a:ext cx="1363345" cy="496570"/>
            </a:xfrm>
            <a:custGeom>
              <a:avLst/>
              <a:gdLst/>
              <a:ahLst/>
              <a:cxnLst/>
              <a:rect l="l" t="t" r="r" b="b"/>
              <a:pathLst>
                <a:path w="1363345" h="496570">
                  <a:moveTo>
                    <a:pt x="1363226" y="350680"/>
                  </a:moveTo>
                  <a:lnTo>
                    <a:pt x="1336364" y="384956"/>
                  </a:lnTo>
                  <a:lnTo>
                    <a:pt x="1301481" y="415836"/>
                  </a:lnTo>
                  <a:lnTo>
                    <a:pt x="1259424" y="442859"/>
                  </a:lnTo>
                  <a:lnTo>
                    <a:pt x="1211043" y="465566"/>
                  </a:lnTo>
                  <a:lnTo>
                    <a:pt x="1157183" y="483494"/>
                  </a:lnTo>
                  <a:lnTo>
                    <a:pt x="1098693" y="496184"/>
                  </a:lnTo>
                  <a:lnTo>
                    <a:pt x="985321" y="496184"/>
                  </a:lnTo>
                  <a:lnTo>
                    <a:pt x="1011108" y="455892"/>
                  </a:lnTo>
                  <a:lnTo>
                    <a:pt x="1028299" y="414344"/>
                  </a:lnTo>
                  <a:lnTo>
                    <a:pt x="1036895" y="372042"/>
                  </a:lnTo>
                  <a:lnTo>
                    <a:pt x="1036895" y="329489"/>
                  </a:lnTo>
                  <a:lnTo>
                    <a:pt x="1028299" y="287187"/>
                  </a:lnTo>
                  <a:lnTo>
                    <a:pt x="1011108" y="245639"/>
                  </a:lnTo>
                  <a:lnTo>
                    <a:pt x="985321" y="205347"/>
                  </a:lnTo>
                  <a:lnTo>
                    <a:pt x="1098693" y="205347"/>
                  </a:lnTo>
                  <a:lnTo>
                    <a:pt x="1157388" y="217774"/>
                  </a:lnTo>
                  <a:lnTo>
                    <a:pt x="1211404" y="235578"/>
                  </a:lnTo>
                  <a:lnTo>
                    <a:pt x="1259867" y="258265"/>
                  </a:lnTo>
                  <a:lnTo>
                    <a:pt x="1301906" y="285340"/>
                  </a:lnTo>
                  <a:lnTo>
                    <a:pt x="1336650" y="316310"/>
                  </a:lnTo>
                  <a:lnTo>
                    <a:pt x="1363226" y="350680"/>
                  </a:lnTo>
                  <a:close/>
                </a:path>
                <a:path w="1363345" h="496570">
                  <a:moveTo>
                    <a:pt x="0" y="0"/>
                  </a:moveTo>
                  <a:lnTo>
                    <a:pt x="290701" y="0"/>
                  </a:lnTo>
                </a:path>
                <a:path w="1363345" h="496570">
                  <a:moveTo>
                    <a:pt x="0" y="145333"/>
                  </a:moveTo>
                  <a:lnTo>
                    <a:pt x="290701" y="145333"/>
                  </a:lnTo>
                </a:path>
                <a:path w="1363345" h="496570">
                  <a:moveTo>
                    <a:pt x="581402" y="72666"/>
                  </a:moveTo>
                  <a:lnTo>
                    <a:pt x="290701" y="72666"/>
                  </a:lnTo>
                </a:path>
              </a:pathLst>
            </a:custGeom>
            <a:ln w="21368">
              <a:solidFill>
                <a:srgbClr val="4A80B1"/>
              </a:solidFill>
            </a:ln>
          </p:spPr>
          <p:txBody>
            <a:bodyPr wrap="square" lIns="0" tIns="0" rIns="0" bIns="0" rtlCol="0"/>
            <a:lstStyle/>
            <a:p/>
          </p:txBody>
        </p:sp>
        <p:sp>
          <p:nvSpPr>
            <p:cNvPr id="27" name="object 27"/>
            <p:cNvSpPr/>
            <p:nvPr/>
          </p:nvSpPr>
          <p:spPr>
            <a:xfrm>
              <a:off x="3032417" y="3301872"/>
              <a:ext cx="378460" cy="290830"/>
            </a:xfrm>
            <a:custGeom>
              <a:avLst/>
              <a:gdLst/>
              <a:ahLst/>
              <a:cxnLst/>
              <a:rect l="l" t="t" r="r" b="b"/>
              <a:pathLst>
                <a:path w="378460" h="290829">
                  <a:moveTo>
                    <a:pt x="113360" y="0"/>
                  </a:moveTo>
                  <a:lnTo>
                    <a:pt x="0" y="0"/>
                  </a:lnTo>
                  <a:lnTo>
                    <a:pt x="25785" y="40279"/>
                  </a:lnTo>
                  <a:lnTo>
                    <a:pt x="42975" y="81801"/>
                  </a:lnTo>
                  <a:lnTo>
                    <a:pt x="51570" y="124069"/>
                  </a:lnTo>
                  <a:lnTo>
                    <a:pt x="51570" y="166586"/>
                  </a:lnTo>
                  <a:lnTo>
                    <a:pt x="42975" y="208855"/>
                  </a:lnTo>
                  <a:lnTo>
                    <a:pt x="25785" y="250380"/>
                  </a:lnTo>
                  <a:lnTo>
                    <a:pt x="0" y="290664"/>
                  </a:lnTo>
                  <a:lnTo>
                    <a:pt x="113360" y="290664"/>
                  </a:lnTo>
                  <a:lnTo>
                    <a:pt x="171854" y="278047"/>
                  </a:lnTo>
                  <a:lnTo>
                    <a:pt x="225717" y="260167"/>
                  </a:lnTo>
                  <a:lnTo>
                    <a:pt x="274100" y="237488"/>
                  </a:lnTo>
                  <a:lnTo>
                    <a:pt x="316157" y="210478"/>
                  </a:lnTo>
                  <a:lnTo>
                    <a:pt x="351040" y="179601"/>
                  </a:lnTo>
                  <a:lnTo>
                    <a:pt x="377901" y="145326"/>
                  </a:lnTo>
                  <a:lnTo>
                    <a:pt x="351322" y="110896"/>
                  </a:lnTo>
                  <a:lnTo>
                    <a:pt x="316578" y="79912"/>
                  </a:lnTo>
                  <a:lnTo>
                    <a:pt x="274539" y="52851"/>
                  </a:lnTo>
                  <a:lnTo>
                    <a:pt x="226075" y="30192"/>
                  </a:lnTo>
                  <a:lnTo>
                    <a:pt x="172059" y="12415"/>
                  </a:lnTo>
                  <a:lnTo>
                    <a:pt x="113360" y="0"/>
                  </a:lnTo>
                  <a:close/>
                </a:path>
              </a:pathLst>
            </a:custGeom>
            <a:solidFill>
              <a:srgbClr val="D8D8D8"/>
            </a:solidFill>
          </p:spPr>
          <p:txBody>
            <a:bodyPr wrap="square" lIns="0" tIns="0" rIns="0" bIns="0" rtlCol="0"/>
            <a:lstStyle/>
            <a:p/>
          </p:txBody>
        </p:sp>
        <p:sp>
          <p:nvSpPr>
            <p:cNvPr id="28" name="object 28"/>
            <p:cNvSpPr/>
            <p:nvPr/>
          </p:nvSpPr>
          <p:spPr>
            <a:xfrm>
              <a:off x="3032410" y="3301867"/>
              <a:ext cx="378460" cy="290830"/>
            </a:xfrm>
            <a:custGeom>
              <a:avLst/>
              <a:gdLst/>
              <a:ahLst/>
              <a:cxnLst/>
              <a:rect l="l" t="t" r="r" b="b"/>
              <a:pathLst>
                <a:path w="378460" h="290829">
                  <a:moveTo>
                    <a:pt x="377905" y="145333"/>
                  </a:moveTo>
                  <a:lnTo>
                    <a:pt x="351042" y="179608"/>
                  </a:lnTo>
                  <a:lnTo>
                    <a:pt x="316159" y="210482"/>
                  </a:lnTo>
                  <a:lnTo>
                    <a:pt x="274102" y="237491"/>
                  </a:lnTo>
                  <a:lnTo>
                    <a:pt x="225721" y="260168"/>
                  </a:lnTo>
                  <a:lnTo>
                    <a:pt x="171861" y="278048"/>
                  </a:lnTo>
                  <a:lnTo>
                    <a:pt x="113371" y="290666"/>
                  </a:lnTo>
                  <a:lnTo>
                    <a:pt x="0" y="290666"/>
                  </a:lnTo>
                  <a:lnTo>
                    <a:pt x="25786" y="250383"/>
                  </a:lnTo>
                  <a:lnTo>
                    <a:pt x="42977" y="208859"/>
                  </a:lnTo>
                  <a:lnTo>
                    <a:pt x="51573" y="166591"/>
                  </a:lnTo>
                  <a:lnTo>
                    <a:pt x="51573" y="124074"/>
                  </a:lnTo>
                  <a:lnTo>
                    <a:pt x="42977" y="81806"/>
                  </a:lnTo>
                  <a:lnTo>
                    <a:pt x="25786" y="40282"/>
                  </a:lnTo>
                  <a:lnTo>
                    <a:pt x="0" y="0"/>
                  </a:lnTo>
                  <a:lnTo>
                    <a:pt x="113371" y="0"/>
                  </a:lnTo>
                  <a:lnTo>
                    <a:pt x="172066" y="12415"/>
                  </a:lnTo>
                  <a:lnTo>
                    <a:pt x="226082" y="30193"/>
                  </a:lnTo>
                  <a:lnTo>
                    <a:pt x="274545" y="52854"/>
                  </a:lnTo>
                  <a:lnTo>
                    <a:pt x="316584" y="79917"/>
                  </a:lnTo>
                  <a:lnTo>
                    <a:pt x="351328" y="110903"/>
                  </a:lnTo>
                  <a:lnTo>
                    <a:pt x="377905" y="145333"/>
                  </a:lnTo>
                  <a:close/>
                </a:path>
              </a:pathLst>
            </a:custGeom>
            <a:ln w="21369">
              <a:solidFill>
                <a:srgbClr val="4A80B1"/>
              </a:solidFill>
            </a:ln>
          </p:spPr>
          <p:txBody>
            <a:bodyPr wrap="square" lIns="0" tIns="0" rIns="0" bIns="0" rtlCol="0"/>
            <a:lstStyle/>
            <a:p/>
          </p:txBody>
        </p:sp>
        <p:sp>
          <p:nvSpPr>
            <p:cNvPr id="29" name="object 29"/>
            <p:cNvSpPr/>
            <p:nvPr/>
          </p:nvSpPr>
          <p:spPr>
            <a:xfrm>
              <a:off x="3032417" y="3301872"/>
              <a:ext cx="378460" cy="290830"/>
            </a:xfrm>
            <a:custGeom>
              <a:avLst/>
              <a:gdLst/>
              <a:ahLst/>
              <a:cxnLst/>
              <a:rect l="l" t="t" r="r" b="b"/>
              <a:pathLst>
                <a:path w="378460" h="290829">
                  <a:moveTo>
                    <a:pt x="232549" y="0"/>
                  </a:moveTo>
                  <a:lnTo>
                    <a:pt x="0" y="0"/>
                  </a:lnTo>
                  <a:lnTo>
                    <a:pt x="0" y="290664"/>
                  </a:lnTo>
                  <a:lnTo>
                    <a:pt x="232549" y="290664"/>
                  </a:lnTo>
                  <a:lnTo>
                    <a:pt x="278487" y="283264"/>
                  </a:lnTo>
                  <a:lnTo>
                    <a:pt x="318387" y="262650"/>
                  </a:lnTo>
                  <a:lnTo>
                    <a:pt x="349853" y="231203"/>
                  </a:lnTo>
                  <a:lnTo>
                    <a:pt x="370489" y="191301"/>
                  </a:lnTo>
                  <a:lnTo>
                    <a:pt x="377901" y="145326"/>
                  </a:lnTo>
                  <a:lnTo>
                    <a:pt x="370489" y="99356"/>
                  </a:lnTo>
                  <a:lnTo>
                    <a:pt x="349853" y="59458"/>
                  </a:lnTo>
                  <a:lnTo>
                    <a:pt x="318387" y="28013"/>
                  </a:lnTo>
                  <a:lnTo>
                    <a:pt x="278487" y="7400"/>
                  </a:lnTo>
                  <a:lnTo>
                    <a:pt x="232549" y="0"/>
                  </a:lnTo>
                  <a:close/>
                </a:path>
              </a:pathLst>
            </a:custGeom>
            <a:solidFill>
              <a:srgbClr val="D8D8D8"/>
            </a:solidFill>
          </p:spPr>
          <p:txBody>
            <a:bodyPr wrap="square" lIns="0" tIns="0" rIns="0" bIns="0" rtlCol="0"/>
            <a:lstStyle/>
            <a:p/>
          </p:txBody>
        </p:sp>
        <p:sp>
          <p:nvSpPr>
            <p:cNvPr id="30" name="object 30"/>
            <p:cNvSpPr/>
            <p:nvPr/>
          </p:nvSpPr>
          <p:spPr>
            <a:xfrm>
              <a:off x="2937037" y="3301867"/>
              <a:ext cx="581660" cy="781050"/>
            </a:xfrm>
            <a:custGeom>
              <a:avLst/>
              <a:gdLst/>
              <a:ahLst/>
              <a:cxnLst/>
              <a:rect l="l" t="t" r="r" b="b"/>
              <a:pathLst>
                <a:path w="581660" h="781050">
                  <a:moveTo>
                    <a:pt x="327927" y="290666"/>
                  </a:moveTo>
                  <a:lnTo>
                    <a:pt x="95373" y="290666"/>
                  </a:lnTo>
                  <a:lnTo>
                    <a:pt x="95373" y="0"/>
                  </a:lnTo>
                  <a:lnTo>
                    <a:pt x="327927" y="0"/>
                  </a:lnTo>
                  <a:lnTo>
                    <a:pt x="373865" y="7400"/>
                  </a:lnTo>
                  <a:lnTo>
                    <a:pt x="413765" y="28013"/>
                  </a:lnTo>
                  <a:lnTo>
                    <a:pt x="445231" y="59460"/>
                  </a:lnTo>
                  <a:lnTo>
                    <a:pt x="465867" y="99359"/>
                  </a:lnTo>
                  <a:lnTo>
                    <a:pt x="473278" y="145333"/>
                  </a:lnTo>
                  <a:lnTo>
                    <a:pt x="465867" y="191306"/>
                  </a:lnTo>
                  <a:lnTo>
                    <a:pt x="445231" y="231206"/>
                  </a:lnTo>
                  <a:lnTo>
                    <a:pt x="413765" y="262652"/>
                  </a:lnTo>
                  <a:lnTo>
                    <a:pt x="373865" y="283266"/>
                  </a:lnTo>
                  <a:lnTo>
                    <a:pt x="327927" y="290666"/>
                  </a:lnTo>
                  <a:close/>
                </a:path>
                <a:path w="581660" h="781050">
                  <a:moveTo>
                    <a:pt x="0" y="635020"/>
                  </a:moveTo>
                  <a:lnTo>
                    <a:pt x="290701" y="635020"/>
                  </a:lnTo>
                </a:path>
                <a:path w="581660" h="781050">
                  <a:moveTo>
                    <a:pt x="0" y="780524"/>
                  </a:moveTo>
                  <a:lnTo>
                    <a:pt x="290701" y="780524"/>
                  </a:lnTo>
                </a:path>
                <a:path w="581660" h="781050">
                  <a:moveTo>
                    <a:pt x="581402" y="707857"/>
                  </a:moveTo>
                  <a:lnTo>
                    <a:pt x="290701" y="707857"/>
                  </a:lnTo>
                </a:path>
              </a:pathLst>
            </a:custGeom>
            <a:ln w="21368">
              <a:solidFill>
                <a:srgbClr val="4A80B1"/>
              </a:solidFill>
            </a:ln>
          </p:spPr>
          <p:txBody>
            <a:bodyPr wrap="square" lIns="0" tIns="0" rIns="0" bIns="0" rtlCol="0"/>
            <a:lstStyle/>
            <a:p/>
          </p:txBody>
        </p:sp>
        <p:sp>
          <p:nvSpPr>
            <p:cNvPr id="31" name="object 31"/>
            <p:cNvSpPr/>
            <p:nvPr/>
          </p:nvSpPr>
          <p:spPr>
            <a:xfrm>
              <a:off x="3038792" y="3864229"/>
              <a:ext cx="378460" cy="290830"/>
            </a:xfrm>
            <a:custGeom>
              <a:avLst/>
              <a:gdLst/>
              <a:ahLst/>
              <a:cxnLst/>
              <a:rect l="l" t="t" r="r" b="b"/>
              <a:pathLst>
                <a:path w="378460" h="290829">
                  <a:moveTo>
                    <a:pt x="113360" y="0"/>
                  </a:moveTo>
                  <a:lnTo>
                    <a:pt x="0" y="0"/>
                  </a:lnTo>
                  <a:lnTo>
                    <a:pt x="25785" y="40289"/>
                  </a:lnTo>
                  <a:lnTo>
                    <a:pt x="42975" y="81836"/>
                  </a:lnTo>
                  <a:lnTo>
                    <a:pt x="51570" y="124138"/>
                  </a:lnTo>
                  <a:lnTo>
                    <a:pt x="51570" y="166691"/>
                  </a:lnTo>
                  <a:lnTo>
                    <a:pt x="42975" y="208993"/>
                  </a:lnTo>
                  <a:lnTo>
                    <a:pt x="25785" y="250540"/>
                  </a:lnTo>
                  <a:lnTo>
                    <a:pt x="0" y="290830"/>
                  </a:lnTo>
                  <a:lnTo>
                    <a:pt x="113360" y="290830"/>
                  </a:lnTo>
                  <a:lnTo>
                    <a:pt x="171854" y="278213"/>
                  </a:lnTo>
                  <a:lnTo>
                    <a:pt x="225717" y="260335"/>
                  </a:lnTo>
                  <a:lnTo>
                    <a:pt x="274100" y="237659"/>
                  </a:lnTo>
                  <a:lnTo>
                    <a:pt x="316157" y="210652"/>
                  </a:lnTo>
                  <a:lnTo>
                    <a:pt x="351040" y="179778"/>
                  </a:lnTo>
                  <a:lnTo>
                    <a:pt x="377901" y="145503"/>
                  </a:lnTo>
                  <a:lnTo>
                    <a:pt x="351322" y="111072"/>
                  </a:lnTo>
                  <a:lnTo>
                    <a:pt x="316578" y="80080"/>
                  </a:lnTo>
                  <a:lnTo>
                    <a:pt x="274539" y="53001"/>
                  </a:lnTo>
                  <a:lnTo>
                    <a:pt x="226075" y="30312"/>
                  </a:lnTo>
                  <a:lnTo>
                    <a:pt x="172059" y="12486"/>
                  </a:lnTo>
                  <a:lnTo>
                    <a:pt x="113360" y="0"/>
                  </a:lnTo>
                  <a:close/>
                </a:path>
              </a:pathLst>
            </a:custGeom>
            <a:solidFill>
              <a:srgbClr val="D8D8D8"/>
            </a:solidFill>
          </p:spPr>
          <p:txBody>
            <a:bodyPr wrap="square" lIns="0" tIns="0" rIns="0" bIns="0" rtlCol="0"/>
            <a:lstStyle/>
            <a:p/>
          </p:txBody>
        </p:sp>
        <p:sp>
          <p:nvSpPr>
            <p:cNvPr id="32" name="object 32"/>
            <p:cNvSpPr/>
            <p:nvPr/>
          </p:nvSpPr>
          <p:spPr>
            <a:xfrm>
              <a:off x="3000995" y="3864221"/>
              <a:ext cx="415925" cy="291465"/>
            </a:xfrm>
            <a:custGeom>
              <a:avLst/>
              <a:gdLst/>
              <a:ahLst/>
              <a:cxnLst/>
              <a:rect l="l" t="t" r="r" b="b"/>
              <a:pathLst>
                <a:path w="415925" h="291464">
                  <a:moveTo>
                    <a:pt x="415695" y="145504"/>
                  </a:moveTo>
                  <a:lnTo>
                    <a:pt x="388832" y="179779"/>
                  </a:lnTo>
                  <a:lnTo>
                    <a:pt x="353949" y="210653"/>
                  </a:lnTo>
                  <a:lnTo>
                    <a:pt x="311893" y="237662"/>
                  </a:lnTo>
                  <a:lnTo>
                    <a:pt x="263511" y="260339"/>
                  </a:lnTo>
                  <a:lnTo>
                    <a:pt x="209652" y="278219"/>
                  </a:lnTo>
                  <a:lnTo>
                    <a:pt x="151162" y="290837"/>
                  </a:lnTo>
                  <a:lnTo>
                    <a:pt x="37790" y="290837"/>
                  </a:lnTo>
                  <a:lnTo>
                    <a:pt x="63577" y="250545"/>
                  </a:lnTo>
                  <a:lnTo>
                    <a:pt x="80768" y="208997"/>
                  </a:lnTo>
                  <a:lnTo>
                    <a:pt x="89363" y="166695"/>
                  </a:lnTo>
                  <a:lnTo>
                    <a:pt x="89363" y="124142"/>
                  </a:lnTo>
                  <a:lnTo>
                    <a:pt x="80768" y="81840"/>
                  </a:lnTo>
                  <a:lnTo>
                    <a:pt x="63577" y="40291"/>
                  </a:lnTo>
                  <a:lnTo>
                    <a:pt x="37790" y="0"/>
                  </a:lnTo>
                  <a:lnTo>
                    <a:pt x="151162" y="0"/>
                  </a:lnTo>
                  <a:lnTo>
                    <a:pt x="209857" y="12487"/>
                  </a:lnTo>
                  <a:lnTo>
                    <a:pt x="263872" y="30314"/>
                  </a:lnTo>
                  <a:lnTo>
                    <a:pt x="312335" y="53003"/>
                  </a:lnTo>
                  <a:lnTo>
                    <a:pt x="354374" y="80082"/>
                  </a:lnTo>
                  <a:lnTo>
                    <a:pt x="389118" y="111073"/>
                  </a:lnTo>
                  <a:lnTo>
                    <a:pt x="415695" y="145504"/>
                  </a:lnTo>
                  <a:close/>
                </a:path>
                <a:path w="415925" h="291464">
                  <a:moveTo>
                    <a:pt x="0" y="290837"/>
                  </a:moveTo>
                  <a:lnTo>
                    <a:pt x="25786" y="250545"/>
                  </a:lnTo>
                  <a:lnTo>
                    <a:pt x="42977" y="208997"/>
                  </a:lnTo>
                  <a:lnTo>
                    <a:pt x="51573" y="166695"/>
                  </a:lnTo>
                  <a:lnTo>
                    <a:pt x="51573" y="124142"/>
                  </a:lnTo>
                  <a:lnTo>
                    <a:pt x="42977" y="81840"/>
                  </a:lnTo>
                  <a:lnTo>
                    <a:pt x="25786" y="40291"/>
                  </a:lnTo>
                  <a:lnTo>
                    <a:pt x="0" y="0"/>
                  </a:lnTo>
                </a:path>
              </a:pathLst>
            </a:custGeom>
            <a:ln w="21368">
              <a:solidFill>
                <a:srgbClr val="4A80B1"/>
              </a:solidFill>
            </a:ln>
          </p:spPr>
          <p:txBody>
            <a:bodyPr wrap="square" lIns="0" tIns="0" rIns="0" bIns="0" rtlCol="0"/>
            <a:lstStyle/>
            <a:p/>
          </p:txBody>
        </p:sp>
        <p:sp>
          <p:nvSpPr>
            <p:cNvPr id="33" name="object 33"/>
            <p:cNvSpPr/>
            <p:nvPr/>
          </p:nvSpPr>
          <p:spPr>
            <a:xfrm>
              <a:off x="3505689" y="3440874"/>
              <a:ext cx="321310" cy="568960"/>
            </a:xfrm>
            <a:custGeom>
              <a:avLst/>
              <a:gdLst/>
              <a:ahLst/>
              <a:cxnLst/>
              <a:rect l="l" t="t" r="r" b="b"/>
              <a:pathLst>
                <a:path w="321310" h="568960">
                  <a:moveTo>
                    <a:pt x="6375" y="360255"/>
                  </a:moveTo>
                  <a:lnTo>
                    <a:pt x="6375" y="568850"/>
                  </a:lnTo>
                </a:path>
                <a:path w="321310" h="568960">
                  <a:moveTo>
                    <a:pt x="321296" y="356493"/>
                  </a:moveTo>
                  <a:lnTo>
                    <a:pt x="6375" y="356493"/>
                  </a:lnTo>
                </a:path>
                <a:path w="321310" h="568960">
                  <a:moveTo>
                    <a:pt x="0" y="0"/>
                  </a:moveTo>
                  <a:lnTo>
                    <a:pt x="0" y="208424"/>
                  </a:lnTo>
                </a:path>
                <a:path w="321310" h="568960">
                  <a:moveTo>
                    <a:pt x="321296" y="210989"/>
                  </a:moveTo>
                  <a:lnTo>
                    <a:pt x="6375" y="210989"/>
                  </a:lnTo>
                </a:path>
              </a:pathLst>
            </a:custGeom>
            <a:ln w="17095">
              <a:solidFill>
                <a:srgbClr val="5B9BD5"/>
              </a:solidFill>
            </a:ln>
          </p:spPr>
          <p:txBody>
            <a:bodyPr wrap="square" lIns="0" tIns="0" rIns="0" bIns="0" rtlCol="0"/>
            <a:lstStyle/>
            <a:p/>
          </p:txBody>
        </p:sp>
        <p:sp>
          <p:nvSpPr>
            <p:cNvPr id="34" name="object 34"/>
            <p:cNvSpPr/>
            <p:nvPr/>
          </p:nvSpPr>
          <p:spPr>
            <a:xfrm>
              <a:off x="5293294" y="3146275"/>
              <a:ext cx="484505" cy="635"/>
            </a:xfrm>
            <a:custGeom>
              <a:avLst/>
              <a:gdLst/>
              <a:ahLst/>
              <a:cxnLst/>
              <a:rect l="l" t="t" r="r" b="b"/>
              <a:pathLst>
                <a:path w="484504" h="635">
                  <a:moveTo>
                    <a:pt x="0" y="0"/>
                  </a:moveTo>
                  <a:lnTo>
                    <a:pt x="484388" y="341"/>
                  </a:lnTo>
                </a:path>
              </a:pathLst>
            </a:custGeom>
            <a:ln w="17098">
              <a:solidFill>
                <a:srgbClr val="2E75B5"/>
              </a:solidFill>
            </a:ln>
          </p:spPr>
          <p:txBody>
            <a:bodyPr wrap="square" lIns="0" tIns="0" rIns="0" bIns="0" rtlCol="0"/>
            <a:lstStyle/>
            <a:p/>
          </p:txBody>
        </p:sp>
        <p:sp>
          <p:nvSpPr>
            <p:cNvPr id="35" name="object 35"/>
            <p:cNvSpPr/>
            <p:nvPr/>
          </p:nvSpPr>
          <p:spPr>
            <a:xfrm>
              <a:off x="2917911" y="4312018"/>
              <a:ext cx="581660" cy="145415"/>
            </a:xfrm>
            <a:custGeom>
              <a:avLst/>
              <a:gdLst/>
              <a:ahLst/>
              <a:cxnLst/>
              <a:rect l="l" t="t" r="r" b="b"/>
              <a:pathLst>
                <a:path w="581660" h="145414">
                  <a:moveTo>
                    <a:pt x="0" y="0"/>
                  </a:moveTo>
                  <a:lnTo>
                    <a:pt x="290701" y="0"/>
                  </a:lnTo>
                </a:path>
                <a:path w="581660" h="145414">
                  <a:moveTo>
                    <a:pt x="0" y="145333"/>
                  </a:moveTo>
                  <a:lnTo>
                    <a:pt x="290701" y="145333"/>
                  </a:lnTo>
                </a:path>
                <a:path w="581660" h="145414">
                  <a:moveTo>
                    <a:pt x="581402" y="72666"/>
                  </a:moveTo>
                  <a:lnTo>
                    <a:pt x="290701" y="72666"/>
                  </a:lnTo>
                </a:path>
              </a:pathLst>
            </a:custGeom>
            <a:ln w="21368">
              <a:solidFill>
                <a:srgbClr val="4A80B1"/>
              </a:solidFill>
            </a:ln>
          </p:spPr>
          <p:txBody>
            <a:bodyPr wrap="square" lIns="0" tIns="0" rIns="0" bIns="0" rtlCol="0"/>
            <a:lstStyle/>
            <a:p/>
          </p:txBody>
        </p:sp>
        <p:sp>
          <p:nvSpPr>
            <p:cNvPr id="36" name="object 36"/>
            <p:cNvSpPr/>
            <p:nvPr/>
          </p:nvSpPr>
          <p:spPr>
            <a:xfrm>
              <a:off x="3019666" y="4239183"/>
              <a:ext cx="378460" cy="290830"/>
            </a:xfrm>
            <a:custGeom>
              <a:avLst/>
              <a:gdLst/>
              <a:ahLst/>
              <a:cxnLst/>
              <a:rect l="l" t="t" r="r" b="b"/>
              <a:pathLst>
                <a:path w="378460" h="290829">
                  <a:moveTo>
                    <a:pt x="113360" y="0"/>
                  </a:moveTo>
                  <a:lnTo>
                    <a:pt x="0" y="0"/>
                  </a:lnTo>
                  <a:lnTo>
                    <a:pt x="25785" y="40289"/>
                  </a:lnTo>
                  <a:lnTo>
                    <a:pt x="42975" y="81836"/>
                  </a:lnTo>
                  <a:lnTo>
                    <a:pt x="51570" y="124138"/>
                  </a:lnTo>
                  <a:lnTo>
                    <a:pt x="51570" y="166691"/>
                  </a:lnTo>
                  <a:lnTo>
                    <a:pt x="42975" y="208993"/>
                  </a:lnTo>
                  <a:lnTo>
                    <a:pt x="25785" y="250540"/>
                  </a:lnTo>
                  <a:lnTo>
                    <a:pt x="0" y="290830"/>
                  </a:lnTo>
                  <a:lnTo>
                    <a:pt x="113360" y="290830"/>
                  </a:lnTo>
                  <a:lnTo>
                    <a:pt x="171854" y="278213"/>
                  </a:lnTo>
                  <a:lnTo>
                    <a:pt x="225717" y="260335"/>
                  </a:lnTo>
                  <a:lnTo>
                    <a:pt x="274100" y="237659"/>
                  </a:lnTo>
                  <a:lnTo>
                    <a:pt x="316157" y="210652"/>
                  </a:lnTo>
                  <a:lnTo>
                    <a:pt x="351040" y="179778"/>
                  </a:lnTo>
                  <a:lnTo>
                    <a:pt x="377901" y="145503"/>
                  </a:lnTo>
                  <a:lnTo>
                    <a:pt x="351322" y="111072"/>
                  </a:lnTo>
                  <a:lnTo>
                    <a:pt x="316578" y="80080"/>
                  </a:lnTo>
                  <a:lnTo>
                    <a:pt x="274539" y="53001"/>
                  </a:lnTo>
                  <a:lnTo>
                    <a:pt x="226075" y="30312"/>
                  </a:lnTo>
                  <a:lnTo>
                    <a:pt x="172059" y="12486"/>
                  </a:lnTo>
                  <a:lnTo>
                    <a:pt x="113360" y="0"/>
                  </a:lnTo>
                  <a:close/>
                </a:path>
              </a:pathLst>
            </a:custGeom>
            <a:solidFill>
              <a:srgbClr val="D8D8D8"/>
            </a:solidFill>
          </p:spPr>
          <p:txBody>
            <a:bodyPr wrap="square" lIns="0" tIns="0" rIns="0" bIns="0" rtlCol="0"/>
            <a:lstStyle/>
            <a:p/>
          </p:txBody>
        </p:sp>
        <p:sp>
          <p:nvSpPr>
            <p:cNvPr id="37" name="object 37"/>
            <p:cNvSpPr/>
            <p:nvPr/>
          </p:nvSpPr>
          <p:spPr>
            <a:xfrm>
              <a:off x="3019660" y="4239180"/>
              <a:ext cx="378460" cy="291465"/>
            </a:xfrm>
            <a:custGeom>
              <a:avLst/>
              <a:gdLst/>
              <a:ahLst/>
              <a:cxnLst/>
              <a:rect l="l" t="t" r="r" b="b"/>
              <a:pathLst>
                <a:path w="378460" h="291464">
                  <a:moveTo>
                    <a:pt x="377905" y="145504"/>
                  </a:moveTo>
                  <a:lnTo>
                    <a:pt x="351042" y="179779"/>
                  </a:lnTo>
                  <a:lnTo>
                    <a:pt x="316159" y="210653"/>
                  </a:lnTo>
                  <a:lnTo>
                    <a:pt x="274102" y="237662"/>
                  </a:lnTo>
                  <a:lnTo>
                    <a:pt x="225721" y="260339"/>
                  </a:lnTo>
                  <a:lnTo>
                    <a:pt x="171861" y="278219"/>
                  </a:lnTo>
                  <a:lnTo>
                    <a:pt x="113371" y="290837"/>
                  </a:lnTo>
                  <a:lnTo>
                    <a:pt x="0" y="290837"/>
                  </a:lnTo>
                  <a:lnTo>
                    <a:pt x="25786" y="250545"/>
                  </a:lnTo>
                  <a:lnTo>
                    <a:pt x="42977" y="208997"/>
                  </a:lnTo>
                  <a:lnTo>
                    <a:pt x="51573" y="166695"/>
                  </a:lnTo>
                  <a:lnTo>
                    <a:pt x="51573" y="124142"/>
                  </a:lnTo>
                  <a:lnTo>
                    <a:pt x="42977" y="81840"/>
                  </a:lnTo>
                  <a:lnTo>
                    <a:pt x="25786" y="40291"/>
                  </a:lnTo>
                  <a:lnTo>
                    <a:pt x="0" y="0"/>
                  </a:lnTo>
                  <a:lnTo>
                    <a:pt x="113371" y="0"/>
                  </a:lnTo>
                  <a:lnTo>
                    <a:pt x="172066" y="12487"/>
                  </a:lnTo>
                  <a:lnTo>
                    <a:pt x="226082" y="30314"/>
                  </a:lnTo>
                  <a:lnTo>
                    <a:pt x="274545" y="53003"/>
                  </a:lnTo>
                  <a:lnTo>
                    <a:pt x="316584" y="80082"/>
                  </a:lnTo>
                  <a:lnTo>
                    <a:pt x="351328" y="111073"/>
                  </a:lnTo>
                  <a:lnTo>
                    <a:pt x="377905" y="145504"/>
                  </a:lnTo>
                  <a:close/>
                </a:path>
              </a:pathLst>
            </a:custGeom>
            <a:ln w="21369">
              <a:solidFill>
                <a:srgbClr val="4A80B1"/>
              </a:solidFill>
            </a:ln>
          </p:spPr>
          <p:txBody>
            <a:bodyPr wrap="square" lIns="0" tIns="0" rIns="0" bIns="0" rtlCol="0"/>
            <a:lstStyle/>
            <a:p/>
          </p:txBody>
        </p:sp>
        <p:sp>
          <p:nvSpPr>
            <p:cNvPr id="38" name="object 38"/>
            <p:cNvSpPr/>
            <p:nvPr/>
          </p:nvSpPr>
          <p:spPr>
            <a:xfrm>
              <a:off x="3019666" y="4239183"/>
              <a:ext cx="378460" cy="290830"/>
            </a:xfrm>
            <a:custGeom>
              <a:avLst/>
              <a:gdLst/>
              <a:ahLst/>
              <a:cxnLst/>
              <a:rect l="l" t="t" r="r" b="b"/>
              <a:pathLst>
                <a:path w="378460" h="290829">
                  <a:moveTo>
                    <a:pt x="232549" y="0"/>
                  </a:moveTo>
                  <a:lnTo>
                    <a:pt x="0" y="0"/>
                  </a:lnTo>
                  <a:lnTo>
                    <a:pt x="0" y="290830"/>
                  </a:lnTo>
                  <a:lnTo>
                    <a:pt x="232549" y="290830"/>
                  </a:lnTo>
                  <a:lnTo>
                    <a:pt x="278487" y="283414"/>
                  </a:lnTo>
                  <a:lnTo>
                    <a:pt x="318387" y="262769"/>
                  </a:lnTo>
                  <a:lnTo>
                    <a:pt x="349853" y="231299"/>
                  </a:lnTo>
                  <a:lnTo>
                    <a:pt x="370489" y="191409"/>
                  </a:lnTo>
                  <a:lnTo>
                    <a:pt x="377901" y="145503"/>
                  </a:lnTo>
                  <a:lnTo>
                    <a:pt x="370489" y="99511"/>
                  </a:lnTo>
                  <a:lnTo>
                    <a:pt x="349853" y="59568"/>
                  </a:lnTo>
                  <a:lnTo>
                    <a:pt x="318387" y="28072"/>
                  </a:lnTo>
                  <a:lnTo>
                    <a:pt x="278487" y="7417"/>
                  </a:lnTo>
                  <a:lnTo>
                    <a:pt x="232549" y="0"/>
                  </a:lnTo>
                  <a:close/>
                </a:path>
              </a:pathLst>
            </a:custGeom>
            <a:solidFill>
              <a:srgbClr val="D8D8D8"/>
            </a:solidFill>
          </p:spPr>
          <p:txBody>
            <a:bodyPr wrap="square" lIns="0" tIns="0" rIns="0" bIns="0" rtlCol="0"/>
            <a:lstStyle/>
            <a:p/>
          </p:txBody>
        </p:sp>
        <p:sp>
          <p:nvSpPr>
            <p:cNvPr id="39" name="object 39"/>
            <p:cNvSpPr/>
            <p:nvPr/>
          </p:nvSpPr>
          <p:spPr>
            <a:xfrm>
              <a:off x="3019660" y="4239180"/>
              <a:ext cx="1376045" cy="495934"/>
            </a:xfrm>
            <a:custGeom>
              <a:avLst/>
              <a:gdLst/>
              <a:ahLst/>
              <a:cxnLst/>
              <a:rect l="l" t="t" r="r" b="b"/>
              <a:pathLst>
                <a:path w="1376045" h="495935">
                  <a:moveTo>
                    <a:pt x="232554" y="290837"/>
                  </a:moveTo>
                  <a:lnTo>
                    <a:pt x="0" y="290837"/>
                  </a:lnTo>
                  <a:lnTo>
                    <a:pt x="0" y="0"/>
                  </a:lnTo>
                  <a:lnTo>
                    <a:pt x="232554" y="0"/>
                  </a:lnTo>
                  <a:lnTo>
                    <a:pt x="278492" y="7417"/>
                  </a:lnTo>
                  <a:lnTo>
                    <a:pt x="318391" y="28073"/>
                  </a:lnTo>
                  <a:lnTo>
                    <a:pt x="349857" y="59570"/>
                  </a:lnTo>
                  <a:lnTo>
                    <a:pt x="370493" y="99513"/>
                  </a:lnTo>
                  <a:lnTo>
                    <a:pt x="377905" y="145504"/>
                  </a:lnTo>
                  <a:lnTo>
                    <a:pt x="370493" y="191411"/>
                  </a:lnTo>
                  <a:lnTo>
                    <a:pt x="349857" y="231303"/>
                  </a:lnTo>
                  <a:lnTo>
                    <a:pt x="318391" y="262774"/>
                  </a:lnTo>
                  <a:lnTo>
                    <a:pt x="278492" y="283420"/>
                  </a:lnTo>
                  <a:lnTo>
                    <a:pt x="232554" y="290837"/>
                  </a:lnTo>
                  <a:close/>
                </a:path>
                <a:path w="1376045" h="495935">
                  <a:moveTo>
                    <a:pt x="794574" y="350167"/>
                  </a:moveTo>
                  <a:lnTo>
                    <a:pt x="1085276" y="350167"/>
                  </a:lnTo>
                </a:path>
                <a:path w="1376045" h="495935">
                  <a:moveTo>
                    <a:pt x="794574" y="495585"/>
                  </a:moveTo>
                  <a:lnTo>
                    <a:pt x="1085276" y="495585"/>
                  </a:lnTo>
                </a:path>
                <a:path w="1376045" h="495935">
                  <a:moveTo>
                    <a:pt x="1375960" y="422885"/>
                  </a:moveTo>
                  <a:lnTo>
                    <a:pt x="1085276" y="422885"/>
                  </a:lnTo>
                </a:path>
              </a:pathLst>
            </a:custGeom>
            <a:ln w="21368">
              <a:solidFill>
                <a:srgbClr val="4A80B1"/>
              </a:solidFill>
            </a:ln>
          </p:spPr>
          <p:txBody>
            <a:bodyPr wrap="square" lIns="0" tIns="0" rIns="0" bIns="0" rtlCol="0"/>
            <a:lstStyle/>
            <a:p/>
          </p:txBody>
        </p:sp>
        <p:sp>
          <p:nvSpPr>
            <p:cNvPr id="40" name="object 40"/>
            <p:cNvSpPr/>
            <p:nvPr/>
          </p:nvSpPr>
          <p:spPr>
            <a:xfrm>
              <a:off x="3915981" y="4516678"/>
              <a:ext cx="378460" cy="290830"/>
            </a:xfrm>
            <a:custGeom>
              <a:avLst/>
              <a:gdLst/>
              <a:ahLst/>
              <a:cxnLst/>
              <a:rect l="l" t="t" r="r" b="b"/>
              <a:pathLst>
                <a:path w="378460" h="290829">
                  <a:moveTo>
                    <a:pt x="113372" y="0"/>
                  </a:moveTo>
                  <a:lnTo>
                    <a:pt x="0" y="0"/>
                  </a:lnTo>
                  <a:lnTo>
                    <a:pt x="25789" y="40290"/>
                  </a:lnTo>
                  <a:lnTo>
                    <a:pt x="42983" y="81830"/>
                  </a:lnTo>
                  <a:lnTo>
                    <a:pt x="51579" y="124120"/>
                  </a:lnTo>
                  <a:lnTo>
                    <a:pt x="51579" y="166661"/>
                  </a:lnTo>
                  <a:lnTo>
                    <a:pt x="42983" y="208953"/>
                  </a:lnTo>
                  <a:lnTo>
                    <a:pt x="25789" y="250496"/>
                  </a:lnTo>
                  <a:lnTo>
                    <a:pt x="0" y="290791"/>
                  </a:lnTo>
                  <a:lnTo>
                    <a:pt x="113372" y="290791"/>
                  </a:lnTo>
                  <a:lnTo>
                    <a:pt x="171862" y="278141"/>
                  </a:lnTo>
                  <a:lnTo>
                    <a:pt x="225721" y="260238"/>
                  </a:lnTo>
                  <a:lnTo>
                    <a:pt x="274104" y="237545"/>
                  </a:lnTo>
                  <a:lnTo>
                    <a:pt x="316161" y="210529"/>
                  </a:lnTo>
                  <a:lnTo>
                    <a:pt x="351047" y="179656"/>
                  </a:lnTo>
                  <a:lnTo>
                    <a:pt x="377913" y="145389"/>
                  </a:lnTo>
                  <a:lnTo>
                    <a:pt x="351334" y="110995"/>
                  </a:lnTo>
                  <a:lnTo>
                    <a:pt x="316587" y="80009"/>
                  </a:lnTo>
                  <a:lnTo>
                    <a:pt x="274547" y="52925"/>
                  </a:lnTo>
                  <a:lnTo>
                    <a:pt x="226083" y="30234"/>
                  </a:lnTo>
                  <a:lnTo>
                    <a:pt x="172067" y="12428"/>
                  </a:lnTo>
                  <a:lnTo>
                    <a:pt x="113372" y="0"/>
                  </a:lnTo>
                  <a:close/>
                </a:path>
              </a:pathLst>
            </a:custGeom>
            <a:solidFill>
              <a:srgbClr val="D8D8D8"/>
            </a:solidFill>
          </p:spPr>
          <p:txBody>
            <a:bodyPr wrap="square" lIns="0" tIns="0" rIns="0" bIns="0" rtlCol="0"/>
            <a:lstStyle/>
            <a:p/>
          </p:txBody>
        </p:sp>
        <p:sp>
          <p:nvSpPr>
            <p:cNvPr id="41" name="object 41"/>
            <p:cNvSpPr/>
            <p:nvPr/>
          </p:nvSpPr>
          <p:spPr>
            <a:xfrm>
              <a:off x="3915983" y="4516681"/>
              <a:ext cx="378460" cy="290830"/>
            </a:xfrm>
            <a:custGeom>
              <a:avLst/>
              <a:gdLst/>
              <a:ahLst/>
              <a:cxnLst/>
              <a:rect l="l" t="t" r="r" b="b"/>
              <a:pathLst>
                <a:path w="378460" h="290829">
                  <a:moveTo>
                    <a:pt x="377905" y="145384"/>
                  </a:moveTo>
                  <a:lnTo>
                    <a:pt x="351042" y="179653"/>
                  </a:lnTo>
                  <a:lnTo>
                    <a:pt x="316159" y="210529"/>
                  </a:lnTo>
                  <a:lnTo>
                    <a:pt x="274102" y="237544"/>
                  </a:lnTo>
                  <a:lnTo>
                    <a:pt x="225721" y="260236"/>
                  </a:lnTo>
                  <a:lnTo>
                    <a:pt x="171861" y="278138"/>
                  </a:lnTo>
                  <a:lnTo>
                    <a:pt x="113371" y="290785"/>
                  </a:lnTo>
                  <a:lnTo>
                    <a:pt x="0" y="290785"/>
                  </a:lnTo>
                  <a:lnTo>
                    <a:pt x="25786" y="250491"/>
                  </a:lnTo>
                  <a:lnTo>
                    <a:pt x="42977" y="208948"/>
                  </a:lnTo>
                  <a:lnTo>
                    <a:pt x="51573" y="166656"/>
                  </a:lnTo>
                  <a:lnTo>
                    <a:pt x="51573" y="124116"/>
                  </a:lnTo>
                  <a:lnTo>
                    <a:pt x="42977" y="81826"/>
                  </a:lnTo>
                  <a:lnTo>
                    <a:pt x="25786" y="40288"/>
                  </a:lnTo>
                  <a:lnTo>
                    <a:pt x="0" y="0"/>
                  </a:lnTo>
                  <a:lnTo>
                    <a:pt x="113371" y="0"/>
                  </a:lnTo>
                  <a:lnTo>
                    <a:pt x="172066" y="12427"/>
                  </a:lnTo>
                  <a:lnTo>
                    <a:pt x="226082" y="30233"/>
                  </a:lnTo>
                  <a:lnTo>
                    <a:pt x="274545" y="52924"/>
                  </a:lnTo>
                  <a:lnTo>
                    <a:pt x="316584" y="80008"/>
                  </a:lnTo>
                  <a:lnTo>
                    <a:pt x="351328" y="110992"/>
                  </a:lnTo>
                  <a:lnTo>
                    <a:pt x="377905" y="145384"/>
                  </a:lnTo>
                  <a:close/>
                </a:path>
              </a:pathLst>
            </a:custGeom>
            <a:ln w="21369">
              <a:solidFill>
                <a:srgbClr val="4A80B1"/>
              </a:solidFill>
            </a:ln>
          </p:spPr>
          <p:txBody>
            <a:bodyPr wrap="square" lIns="0" tIns="0" rIns="0" bIns="0" rtlCol="0"/>
            <a:lstStyle/>
            <a:p/>
          </p:txBody>
        </p:sp>
        <p:pic>
          <p:nvPicPr>
            <p:cNvPr id="42" name="object 42"/>
            <p:cNvPicPr/>
            <p:nvPr/>
          </p:nvPicPr>
          <p:blipFill>
            <a:blip r:embed="rId1" cstate="print"/>
            <a:stretch>
              <a:fillRect/>
            </a:stretch>
          </p:blipFill>
          <p:spPr>
            <a:xfrm>
              <a:off x="4282076" y="4629598"/>
              <a:ext cx="64919" cy="64917"/>
            </a:xfrm>
            <a:prstGeom prst="rect">
              <a:avLst/>
            </a:prstGeom>
          </p:spPr>
        </p:pic>
        <p:sp>
          <p:nvSpPr>
            <p:cNvPr id="43" name="object 43"/>
            <p:cNvSpPr/>
            <p:nvPr/>
          </p:nvSpPr>
          <p:spPr>
            <a:xfrm>
              <a:off x="2924286" y="4874422"/>
              <a:ext cx="581660" cy="145415"/>
            </a:xfrm>
            <a:custGeom>
              <a:avLst/>
              <a:gdLst/>
              <a:ahLst/>
              <a:cxnLst/>
              <a:rect l="l" t="t" r="r" b="b"/>
              <a:pathLst>
                <a:path w="581660" h="145414">
                  <a:moveTo>
                    <a:pt x="0" y="0"/>
                  </a:moveTo>
                  <a:lnTo>
                    <a:pt x="290701" y="0"/>
                  </a:lnTo>
                </a:path>
                <a:path w="581660" h="145414">
                  <a:moveTo>
                    <a:pt x="0" y="72700"/>
                  </a:moveTo>
                  <a:lnTo>
                    <a:pt x="290701" y="72700"/>
                  </a:lnTo>
                </a:path>
                <a:path w="581660" h="145414">
                  <a:moveTo>
                    <a:pt x="0" y="145401"/>
                  </a:moveTo>
                  <a:lnTo>
                    <a:pt x="290701" y="145401"/>
                  </a:lnTo>
                </a:path>
                <a:path w="581660" h="145414">
                  <a:moveTo>
                    <a:pt x="581402" y="72700"/>
                  </a:moveTo>
                  <a:lnTo>
                    <a:pt x="290701" y="72700"/>
                  </a:lnTo>
                </a:path>
              </a:pathLst>
            </a:custGeom>
            <a:ln w="21368">
              <a:solidFill>
                <a:srgbClr val="4A80B1"/>
              </a:solidFill>
            </a:ln>
          </p:spPr>
          <p:txBody>
            <a:bodyPr wrap="square" lIns="0" tIns="0" rIns="0" bIns="0" rtlCol="0"/>
            <a:lstStyle/>
            <a:p/>
          </p:txBody>
        </p:sp>
        <p:sp>
          <p:nvSpPr>
            <p:cNvPr id="44" name="object 44"/>
            <p:cNvSpPr/>
            <p:nvPr/>
          </p:nvSpPr>
          <p:spPr>
            <a:xfrm>
              <a:off x="3026041" y="4801717"/>
              <a:ext cx="378460" cy="290830"/>
            </a:xfrm>
            <a:custGeom>
              <a:avLst/>
              <a:gdLst/>
              <a:ahLst/>
              <a:cxnLst/>
              <a:rect l="l" t="t" r="r" b="b"/>
              <a:pathLst>
                <a:path w="378460" h="290829">
                  <a:moveTo>
                    <a:pt x="113360" y="0"/>
                  </a:moveTo>
                  <a:lnTo>
                    <a:pt x="0" y="0"/>
                  </a:lnTo>
                  <a:lnTo>
                    <a:pt x="25785" y="40292"/>
                  </a:lnTo>
                  <a:lnTo>
                    <a:pt x="42975" y="81837"/>
                  </a:lnTo>
                  <a:lnTo>
                    <a:pt x="51570" y="124133"/>
                  </a:lnTo>
                  <a:lnTo>
                    <a:pt x="51570" y="166680"/>
                  </a:lnTo>
                  <a:lnTo>
                    <a:pt x="42975" y="208974"/>
                  </a:lnTo>
                  <a:lnTo>
                    <a:pt x="25785" y="250516"/>
                  </a:lnTo>
                  <a:lnTo>
                    <a:pt x="0" y="290804"/>
                  </a:lnTo>
                  <a:lnTo>
                    <a:pt x="113360" y="290804"/>
                  </a:lnTo>
                  <a:lnTo>
                    <a:pt x="171854" y="278160"/>
                  </a:lnTo>
                  <a:lnTo>
                    <a:pt x="225717" y="260260"/>
                  </a:lnTo>
                  <a:lnTo>
                    <a:pt x="274100" y="237570"/>
                  </a:lnTo>
                  <a:lnTo>
                    <a:pt x="316157" y="210558"/>
                  </a:lnTo>
                  <a:lnTo>
                    <a:pt x="351040" y="179688"/>
                  </a:lnTo>
                  <a:lnTo>
                    <a:pt x="377901" y="145427"/>
                  </a:lnTo>
                  <a:lnTo>
                    <a:pt x="351322" y="111015"/>
                  </a:lnTo>
                  <a:lnTo>
                    <a:pt x="316578" y="80032"/>
                  </a:lnTo>
                  <a:lnTo>
                    <a:pt x="274539" y="52959"/>
                  </a:lnTo>
                  <a:lnTo>
                    <a:pt x="226075" y="30275"/>
                  </a:lnTo>
                  <a:lnTo>
                    <a:pt x="172059" y="12462"/>
                  </a:lnTo>
                  <a:lnTo>
                    <a:pt x="113360" y="0"/>
                  </a:lnTo>
                  <a:close/>
                </a:path>
              </a:pathLst>
            </a:custGeom>
            <a:solidFill>
              <a:srgbClr val="D8D8D8"/>
            </a:solidFill>
          </p:spPr>
          <p:txBody>
            <a:bodyPr wrap="square" lIns="0" tIns="0" rIns="0" bIns="0" rtlCol="0"/>
            <a:lstStyle/>
            <a:p/>
          </p:txBody>
        </p:sp>
        <p:sp>
          <p:nvSpPr>
            <p:cNvPr id="45" name="object 45"/>
            <p:cNvSpPr/>
            <p:nvPr/>
          </p:nvSpPr>
          <p:spPr>
            <a:xfrm>
              <a:off x="3026035" y="4801722"/>
              <a:ext cx="378460" cy="290830"/>
            </a:xfrm>
            <a:custGeom>
              <a:avLst/>
              <a:gdLst/>
              <a:ahLst/>
              <a:cxnLst/>
              <a:rect l="l" t="t" r="r" b="b"/>
              <a:pathLst>
                <a:path w="378460" h="290829">
                  <a:moveTo>
                    <a:pt x="377905" y="145418"/>
                  </a:moveTo>
                  <a:lnTo>
                    <a:pt x="351042" y="179680"/>
                  </a:lnTo>
                  <a:lnTo>
                    <a:pt x="316159" y="210551"/>
                  </a:lnTo>
                  <a:lnTo>
                    <a:pt x="274102" y="237564"/>
                  </a:lnTo>
                  <a:lnTo>
                    <a:pt x="225721" y="260253"/>
                  </a:lnTo>
                  <a:lnTo>
                    <a:pt x="171861" y="278155"/>
                  </a:lnTo>
                  <a:lnTo>
                    <a:pt x="113371" y="290802"/>
                  </a:lnTo>
                  <a:lnTo>
                    <a:pt x="0" y="290802"/>
                  </a:lnTo>
                  <a:lnTo>
                    <a:pt x="25786" y="250512"/>
                  </a:lnTo>
                  <a:lnTo>
                    <a:pt x="42977" y="208969"/>
                  </a:lnTo>
                  <a:lnTo>
                    <a:pt x="51573" y="166674"/>
                  </a:lnTo>
                  <a:lnTo>
                    <a:pt x="51573" y="124128"/>
                  </a:lnTo>
                  <a:lnTo>
                    <a:pt x="42977" y="81833"/>
                  </a:lnTo>
                  <a:lnTo>
                    <a:pt x="25786" y="40290"/>
                  </a:lnTo>
                  <a:lnTo>
                    <a:pt x="0" y="0"/>
                  </a:lnTo>
                  <a:lnTo>
                    <a:pt x="113371" y="0"/>
                  </a:lnTo>
                  <a:lnTo>
                    <a:pt x="172066" y="12461"/>
                  </a:lnTo>
                  <a:lnTo>
                    <a:pt x="226082" y="30272"/>
                  </a:lnTo>
                  <a:lnTo>
                    <a:pt x="274545" y="52954"/>
                  </a:lnTo>
                  <a:lnTo>
                    <a:pt x="316584" y="80026"/>
                  </a:lnTo>
                  <a:lnTo>
                    <a:pt x="351328" y="111007"/>
                  </a:lnTo>
                  <a:lnTo>
                    <a:pt x="377905" y="145418"/>
                  </a:lnTo>
                  <a:close/>
                </a:path>
              </a:pathLst>
            </a:custGeom>
            <a:ln w="21369">
              <a:solidFill>
                <a:srgbClr val="4A80B1"/>
              </a:solidFill>
            </a:ln>
          </p:spPr>
          <p:txBody>
            <a:bodyPr wrap="square" lIns="0" tIns="0" rIns="0" bIns="0" rtlCol="0"/>
            <a:lstStyle/>
            <a:p/>
          </p:txBody>
        </p:sp>
        <p:sp>
          <p:nvSpPr>
            <p:cNvPr id="46" name="object 46"/>
            <p:cNvSpPr/>
            <p:nvPr/>
          </p:nvSpPr>
          <p:spPr>
            <a:xfrm>
              <a:off x="3499313" y="4734766"/>
              <a:ext cx="314960" cy="212725"/>
            </a:xfrm>
            <a:custGeom>
              <a:avLst/>
              <a:gdLst/>
              <a:ahLst/>
              <a:cxnLst/>
              <a:rect l="l" t="t" r="r" b="b"/>
              <a:pathLst>
                <a:path w="314960" h="212725">
                  <a:moveTo>
                    <a:pt x="0" y="3812"/>
                  </a:moveTo>
                  <a:lnTo>
                    <a:pt x="0" y="212357"/>
                  </a:lnTo>
                </a:path>
                <a:path w="314960" h="212725">
                  <a:moveTo>
                    <a:pt x="314920" y="0"/>
                  </a:moveTo>
                  <a:lnTo>
                    <a:pt x="0" y="0"/>
                  </a:lnTo>
                </a:path>
              </a:pathLst>
            </a:custGeom>
            <a:ln w="17095">
              <a:solidFill>
                <a:srgbClr val="5B9BD5"/>
              </a:solidFill>
            </a:ln>
          </p:spPr>
          <p:txBody>
            <a:bodyPr wrap="square" lIns="0" tIns="0" rIns="0" bIns="0" rtlCol="0"/>
            <a:lstStyle/>
            <a:p/>
          </p:txBody>
        </p:sp>
        <p:sp>
          <p:nvSpPr>
            <p:cNvPr id="47" name="object 47"/>
            <p:cNvSpPr/>
            <p:nvPr/>
          </p:nvSpPr>
          <p:spPr>
            <a:xfrm>
              <a:off x="4711823" y="5139852"/>
              <a:ext cx="581660" cy="145415"/>
            </a:xfrm>
            <a:custGeom>
              <a:avLst/>
              <a:gdLst/>
              <a:ahLst/>
              <a:cxnLst/>
              <a:rect l="l" t="t" r="r" b="b"/>
              <a:pathLst>
                <a:path w="581660" h="145414">
                  <a:moveTo>
                    <a:pt x="0" y="0"/>
                  </a:moveTo>
                  <a:lnTo>
                    <a:pt x="290735" y="0"/>
                  </a:lnTo>
                </a:path>
                <a:path w="581660" h="145414">
                  <a:moveTo>
                    <a:pt x="0" y="145401"/>
                  </a:moveTo>
                  <a:lnTo>
                    <a:pt x="290735" y="145401"/>
                  </a:lnTo>
                </a:path>
                <a:path w="581660" h="145414">
                  <a:moveTo>
                    <a:pt x="581471" y="72700"/>
                  </a:moveTo>
                  <a:lnTo>
                    <a:pt x="290735" y="72700"/>
                  </a:lnTo>
                </a:path>
              </a:pathLst>
            </a:custGeom>
            <a:ln w="21368">
              <a:solidFill>
                <a:srgbClr val="4A80B1"/>
              </a:solidFill>
            </a:ln>
          </p:spPr>
          <p:txBody>
            <a:bodyPr wrap="square" lIns="0" tIns="0" rIns="0" bIns="0" rtlCol="0"/>
            <a:lstStyle/>
            <a:p/>
          </p:txBody>
        </p:sp>
        <p:sp>
          <p:nvSpPr>
            <p:cNvPr id="48" name="object 48"/>
            <p:cNvSpPr/>
            <p:nvPr/>
          </p:nvSpPr>
          <p:spPr>
            <a:xfrm>
              <a:off x="4813528" y="5067147"/>
              <a:ext cx="378460" cy="290830"/>
            </a:xfrm>
            <a:custGeom>
              <a:avLst/>
              <a:gdLst/>
              <a:ahLst/>
              <a:cxnLst/>
              <a:rect l="l" t="t" r="r" b="b"/>
              <a:pathLst>
                <a:path w="378460" h="290829">
                  <a:moveTo>
                    <a:pt x="113487" y="0"/>
                  </a:moveTo>
                  <a:lnTo>
                    <a:pt x="0" y="0"/>
                  </a:lnTo>
                  <a:lnTo>
                    <a:pt x="25803" y="40290"/>
                  </a:lnTo>
                  <a:lnTo>
                    <a:pt x="43006" y="81832"/>
                  </a:lnTo>
                  <a:lnTo>
                    <a:pt x="51607" y="124125"/>
                  </a:lnTo>
                  <a:lnTo>
                    <a:pt x="51607" y="166669"/>
                  </a:lnTo>
                  <a:lnTo>
                    <a:pt x="43006" y="208963"/>
                  </a:lnTo>
                  <a:lnTo>
                    <a:pt x="25803" y="250508"/>
                  </a:lnTo>
                  <a:lnTo>
                    <a:pt x="0" y="290804"/>
                  </a:lnTo>
                  <a:lnTo>
                    <a:pt x="113487" y="290804"/>
                  </a:lnTo>
                  <a:lnTo>
                    <a:pt x="171960" y="278159"/>
                  </a:lnTo>
                  <a:lnTo>
                    <a:pt x="225797" y="260259"/>
                  </a:lnTo>
                  <a:lnTo>
                    <a:pt x="274154" y="237567"/>
                  </a:lnTo>
                  <a:lnTo>
                    <a:pt x="316187" y="210550"/>
                  </a:lnTo>
                  <a:lnTo>
                    <a:pt x="351051" y="179674"/>
                  </a:lnTo>
                  <a:lnTo>
                    <a:pt x="377901" y="145402"/>
                  </a:lnTo>
                  <a:lnTo>
                    <a:pt x="351369" y="110992"/>
                  </a:lnTo>
                  <a:lnTo>
                    <a:pt x="316639" y="80013"/>
                  </a:lnTo>
                  <a:lnTo>
                    <a:pt x="274597" y="52946"/>
                  </a:lnTo>
                  <a:lnTo>
                    <a:pt x="226133" y="30268"/>
                  </a:lnTo>
                  <a:lnTo>
                    <a:pt x="172133" y="12460"/>
                  </a:lnTo>
                  <a:lnTo>
                    <a:pt x="113487" y="0"/>
                  </a:lnTo>
                  <a:close/>
                </a:path>
              </a:pathLst>
            </a:custGeom>
            <a:solidFill>
              <a:srgbClr val="D8D8D8"/>
            </a:solidFill>
          </p:spPr>
          <p:txBody>
            <a:bodyPr wrap="square" lIns="0" tIns="0" rIns="0" bIns="0" rtlCol="0"/>
            <a:lstStyle/>
            <a:p/>
          </p:txBody>
        </p:sp>
        <p:sp>
          <p:nvSpPr>
            <p:cNvPr id="49" name="object 49"/>
            <p:cNvSpPr/>
            <p:nvPr/>
          </p:nvSpPr>
          <p:spPr>
            <a:xfrm>
              <a:off x="4775747" y="5067151"/>
              <a:ext cx="415925" cy="290830"/>
            </a:xfrm>
            <a:custGeom>
              <a:avLst/>
              <a:gdLst/>
              <a:ahLst/>
              <a:cxnLst/>
              <a:rect l="l" t="t" r="r" b="b"/>
              <a:pathLst>
                <a:path w="415925" h="290829">
                  <a:moveTo>
                    <a:pt x="415678" y="145401"/>
                  </a:moveTo>
                  <a:lnTo>
                    <a:pt x="388828" y="179671"/>
                  </a:lnTo>
                  <a:lnTo>
                    <a:pt x="353963" y="210546"/>
                  </a:lnTo>
                  <a:lnTo>
                    <a:pt x="311929" y="237561"/>
                  </a:lnTo>
                  <a:lnTo>
                    <a:pt x="263571" y="260253"/>
                  </a:lnTo>
                  <a:lnTo>
                    <a:pt x="209735" y="278155"/>
                  </a:lnTo>
                  <a:lnTo>
                    <a:pt x="151264" y="290802"/>
                  </a:lnTo>
                  <a:lnTo>
                    <a:pt x="37773" y="290802"/>
                  </a:lnTo>
                  <a:lnTo>
                    <a:pt x="63578" y="250507"/>
                  </a:lnTo>
                  <a:lnTo>
                    <a:pt x="80782" y="208962"/>
                  </a:lnTo>
                  <a:lnTo>
                    <a:pt x="89384" y="166667"/>
                  </a:lnTo>
                  <a:lnTo>
                    <a:pt x="89384" y="124123"/>
                  </a:lnTo>
                  <a:lnTo>
                    <a:pt x="80782" y="81830"/>
                  </a:lnTo>
                  <a:lnTo>
                    <a:pt x="63578" y="40289"/>
                  </a:lnTo>
                  <a:lnTo>
                    <a:pt x="37773" y="0"/>
                  </a:lnTo>
                  <a:lnTo>
                    <a:pt x="151264" y="0"/>
                  </a:lnTo>
                  <a:lnTo>
                    <a:pt x="209913" y="12460"/>
                  </a:lnTo>
                  <a:lnTo>
                    <a:pt x="263913" y="30268"/>
                  </a:lnTo>
                  <a:lnTo>
                    <a:pt x="312378" y="52946"/>
                  </a:lnTo>
                  <a:lnTo>
                    <a:pt x="354419" y="80013"/>
                  </a:lnTo>
                  <a:lnTo>
                    <a:pt x="389148" y="110991"/>
                  </a:lnTo>
                  <a:lnTo>
                    <a:pt x="415678" y="145401"/>
                  </a:lnTo>
                  <a:close/>
                </a:path>
                <a:path w="415925" h="290829">
                  <a:moveTo>
                    <a:pt x="0" y="290802"/>
                  </a:moveTo>
                  <a:lnTo>
                    <a:pt x="25805" y="250507"/>
                  </a:lnTo>
                  <a:lnTo>
                    <a:pt x="43009" y="208962"/>
                  </a:lnTo>
                  <a:lnTo>
                    <a:pt x="51610" y="166667"/>
                  </a:lnTo>
                  <a:lnTo>
                    <a:pt x="51610" y="124123"/>
                  </a:lnTo>
                  <a:lnTo>
                    <a:pt x="43009" y="81830"/>
                  </a:lnTo>
                  <a:lnTo>
                    <a:pt x="25805" y="40289"/>
                  </a:lnTo>
                  <a:lnTo>
                    <a:pt x="0" y="0"/>
                  </a:lnTo>
                </a:path>
              </a:pathLst>
            </a:custGeom>
            <a:ln w="21368">
              <a:solidFill>
                <a:srgbClr val="4A80B1"/>
              </a:solidFill>
            </a:ln>
          </p:spPr>
          <p:txBody>
            <a:bodyPr wrap="square" lIns="0" tIns="0" rIns="0" bIns="0" rtlCol="0"/>
            <a:lstStyle/>
            <a:p/>
          </p:txBody>
        </p:sp>
        <p:pic>
          <p:nvPicPr>
            <p:cNvPr id="50" name="object 50"/>
            <p:cNvPicPr/>
            <p:nvPr/>
          </p:nvPicPr>
          <p:blipFill>
            <a:blip r:embed="rId2" cstate="print"/>
            <a:stretch>
              <a:fillRect/>
            </a:stretch>
          </p:blipFill>
          <p:spPr>
            <a:xfrm>
              <a:off x="5179716" y="5180085"/>
              <a:ext cx="64782" cy="64917"/>
            </a:xfrm>
            <a:prstGeom prst="rect">
              <a:avLst/>
            </a:prstGeom>
          </p:spPr>
        </p:pic>
        <p:sp>
          <p:nvSpPr>
            <p:cNvPr id="51" name="object 51"/>
            <p:cNvSpPr/>
            <p:nvPr/>
          </p:nvSpPr>
          <p:spPr>
            <a:xfrm>
              <a:off x="3492938" y="4378358"/>
              <a:ext cx="1223010" cy="1407160"/>
            </a:xfrm>
            <a:custGeom>
              <a:avLst/>
              <a:gdLst/>
              <a:ahLst/>
              <a:cxnLst/>
              <a:rect l="l" t="t" r="r" b="b"/>
              <a:pathLst>
                <a:path w="1223010" h="1407160">
                  <a:moveTo>
                    <a:pt x="0" y="0"/>
                  </a:moveTo>
                  <a:lnTo>
                    <a:pt x="0" y="208424"/>
                  </a:lnTo>
                </a:path>
                <a:path w="1223010" h="1407160">
                  <a:moveTo>
                    <a:pt x="321296" y="210989"/>
                  </a:moveTo>
                  <a:lnTo>
                    <a:pt x="6375" y="210989"/>
                  </a:lnTo>
                </a:path>
                <a:path w="1223010" h="1407160">
                  <a:moveTo>
                    <a:pt x="901656" y="279381"/>
                  </a:moveTo>
                  <a:lnTo>
                    <a:pt x="901656" y="756894"/>
                  </a:lnTo>
                </a:path>
                <a:path w="1223010" h="1407160">
                  <a:moveTo>
                    <a:pt x="1222986" y="759442"/>
                  </a:moveTo>
                  <a:lnTo>
                    <a:pt x="908151" y="759442"/>
                  </a:lnTo>
                </a:path>
                <a:path w="1223010" h="1407160">
                  <a:moveTo>
                    <a:pt x="901314" y="908024"/>
                  </a:moveTo>
                  <a:lnTo>
                    <a:pt x="902681" y="1406721"/>
                  </a:lnTo>
                </a:path>
                <a:path w="1223010" h="1407160">
                  <a:moveTo>
                    <a:pt x="1216149" y="904211"/>
                  </a:moveTo>
                  <a:lnTo>
                    <a:pt x="901314" y="904211"/>
                  </a:lnTo>
                </a:path>
              </a:pathLst>
            </a:custGeom>
            <a:ln w="17095">
              <a:solidFill>
                <a:srgbClr val="5B9BD5"/>
              </a:solidFill>
            </a:ln>
          </p:spPr>
          <p:txBody>
            <a:bodyPr wrap="square" lIns="0" tIns="0" rIns="0" bIns="0" rtlCol="0"/>
            <a:lstStyle/>
            <a:p/>
          </p:txBody>
        </p:sp>
        <p:sp>
          <p:nvSpPr>
            <p:cNvPr id="52" name="object 52"/>
            <p:cNvSpPr/>
            <p:nvPr/>
          </p:nvSpPr>
          <p:spPr>
            <a:xfrm>
              <a:off x="3814234" y="5712379"/>
              <a:ext cx="581660" cy="145415"/>
            </a:xfrm>
            <a:custGeom>
              <a:avLst/>
              <a:gdLst/>
              <a:ahLst/>
              <a:cxnLst/>
              <a:rect l="l" t="t" r="r" b="b"/>
              <a:pathLst>
                <a:path w="581660" h="145414">
                  <a:moveTo>
                    <a:pt x="0" y="0"/>
                  </a:moveTo>
                  <a:lnTo>
                    <a:pt x="290701" y="0"/>
                  </a:lnTo>
                </a:path>
                <a:path w="581660" h="145414">
                  <a:moveTo>
                    <a:pt x="0" y="145401"/>
                  </a:moveTo>
                  <a:lnTo>
                    <a:pt x="290701" y="145401"/>
                  </a:lnTo>
                </a:path>
                <a:path w="581660" h="145414">
                  <a:moveTo>
                    <a:pt x="581385" y="72700"/>
                  </a:moveTo>
                  <a:lnTo>
                    <a:pt x="290701" y="72700"/>
                  </a:lnTo>
                </a:path>
              </a:pathLst>
            </a:custGeom>
            <a:ln w="21368">
              <a:solidFill>
                <a:srgbClr val="4A80B1"/>
              </a:solidFill>
            </a:ln>
          </p:spPr>
          <p:txBody>
            <a:bodyPr wrap="square" lIns="0" tIns="0" rIns="0" bIns="0" rtlCol="0"/>
            <a:lstStyle/>
            <a:p/>
          </p:txBody>
        </p:sp>
        <p:sp>
          <p:nvSpPr>
            <p:cNvPr id="53" name="object 53"/>
            <p:cNvSpPr/>
            <p:nvPr/>
          </p:nvSpPr>
          <p:spPr>
            <a:xfrm>
              <a:off x="3915981" y="5639679"/>
              <a:ext cx="378460" cy="290830"/>
            </a:xfrm>
            <a:custGeom>
              <a:avLst/>
              <a:gdLst/>
              <a:ahLst/>
              <a:cxnLst/>
              <a:rect l="l" t="t" r="r" b="b"/>
              <a:pathLst>
                <a:path w="378460" h="290829">
                  <a:moveTo>
                    <a:pt x="113372" y="0"/>
                  </a:moveTo>
                  <a:lnTo>
                    <a:pt x="0" y="0"/>
                  </a:lnTo>
                  <a:lnTo>
                    <a:pt x="25789" y="40289"/>
                  </a:lnTo>
                  <a:lnTo>
                    <a:pt x="42983" y="81833"/>
                  </a:lnTo>
                  <a:lnTo>
                    <a:pt x="51579" y="124128"/>
                  </a:lnTo>
                  <a:lnTo>
                    <a:pt x="51579" y="166673"/>
                  </a:lnTo>
                  <a:lnTo>
                    <a:pt x="42983" y="208969"/>
                  </a:lnTo>
                  <a:lnTo>
                    <a:pt x="25789" y="250512"/>
                  </a:lnTo>
                  <a:lnTo>
                    <a:pt x="0" y="290802"/>
                  </a:lnTo>
                  <a:lnTo>
                    <a:pt x="113372" y="290802"/>
                  </a:lnTo>
                  <a:lnTo>
                    <a:pt x="171862" y="278154"/>
                  </a:lnTo>
                  <a:lnTo>
                    <a:pt x="225721" y="260253"/>
                  </a:lnTo>
                  <a:lnTo>
                    <a:pt x="274104" y="237563"/>
                  </a:lnTo>
                  <a:lnTo>
                    <a:pt x="316161" y="210551"/>
                  </a:lnTo>
                  <a:lnTo>
                    <a:pt x="351047" y="179681"/>
                  </a:lnTo>
                  <a:lnTo>
                    <a:pt x="377913" y="145418"/>
                  </a:lnTo>
                  <a:lnTo>
                    <a:pt x="351334" y="111007"/>
                  </a:lnTo>
                  <a:lnTo>
                    <a:pt x="316587" y="80026"/>
                  </a:lnTo>
                  <a:lnTo>
                    <a:pt x="274547" y="52954"/>
                  </a:lnTo>
                  <a:lnTo>
                    <a:pt x="226083" y="30272"/>
                  </a:lnTo>
                  <a:lnTo>
                    <a:pt x="172067" y="12461"/>
                  </a:lnTo>
                  <a:lnTo>
                    <a:pt x="113372" y="0"/>
                  </a:lnTo>
                  <a:close/>
                </a:path>
              </a:pathLst>
            </a:custGeom>
            <a:solidFill>
              <a:srgbClr val="D8D8D8"/>
            </a:solidFill>
          </p:spPr>
          <p:txBody>
            <a:bodyPr wrap="square" lIns="0" tIns="0" rIns="0" bIns="0" rtlCol="0"/>
            <a:lstStyle/>
            <a:p/>
          </p:txBody>
        </p:sp>
        <p:sp>
          <p:nvSpPr>
            <p:cNvPr id="54" name="object 54"/>
            <p:cNvSpPr/>
            <p:nvPr/>
          </p:nvSpPr>
          <p:spPr>
            <a:xfrm>
              <a:off x="2930661" y="5434331"/>
              <a:ext cx="1363345" cy="496570"/>
            </a:xfrm>
            <a:custGeom>
              <a:avLst/>
              <a:gdLst/>
              <a:ahLst/>
              <a:cxnLst/>
              <a:rect l="l" t="t" r="r" b="b"/>
              <a:pathLst>
                <a:path w="1363345" h="496570">
                  <a:moveTo>
                    <a:pt x="1363226" y="350765"/>
                  </a:moveTo>
                  <a:lnTo>
                    <a:pt x="1336364" y="385028"/>
                  </a:lnTo>
                  <a:lnTo>
                    <a:pt x="1301481" y="415898"/>
                  </a:lnTo>
                  <a:lnTo>
                    <a:pt x="1259424" y="442911"/>
                  </a:lnTo>
                  <a:lnTo>
                    <a:pt x="1211043" y="465600"/>
                  </a:lnTo>
                  <a:lnTo>
                    <a:pt x="1157183" y="483502"/>
                  </a:lnTo>
                  <a:lnTo>
                    <a:pt x="1098693" y="496150"/>
                  </a:lnTo>
                  <a:lnTo>
                    <a:pt x="985321" y="496150"/>
                  </a:lnTo>
                  <a:lnTo>
                    <a:pt x="1011108" y="455859"/>
                  </a:lnTo>
                  <a:lnTo>
                    <a:pt x="1028299" y="414316"/>
                  </a:lnTo>
                  <a:lnTo>
                    <a:pt x="1036895" y="372021"/>
                  </a:lnTo>
                  <a:lnTo>
                    <a:pt x="1036895" y="329475"/>
                  </a:lnTo>
                  <a:lnTo>
                    <a:pt x="1028299" y="287180"/>
                  </a:lnTo>
                  <a:lnTo>
                    <a:pt x="1011108" y="245637"/>
                  </a:lnTo>
                  <a:lnTo>
                    <a:pt x="985321" y="205347"/>
                  </a:lnTo>
                  <a:lnTo>
                    <a:pt x="1098693" y="205347"/>
                  </a:lnTo>
                  <a:lnTo>
                    <a:pt x="1157388" y="217808"/>
                  </a:lnTo>
                  <a:lnTo>
                    <a:pt x="1211404" y="235620"/>
                  </a:lnTo>
                  <a:lnTo>
                    <a:pt x="1259867" y="258301"/>
                  </a:lnTo>
                  <a:lnTo>
                    <a:pt x="1301906" y="285373"/>
                  </a:lnTo>
                  <a:lnTo>
                    <a:pt x="1336650" y="316354"/>
                  </a:lnTo>
                  <a:lnTo>
                    <a:pt x="1363226" y="350765"/>
                  </a:lnTo>
                  <a:close/>
                </a:path>
                <a:path w="1363345" h="496570">
                  <a:moveTo>
                    <a:pt x="0" y="0"/>
                  </a:moveTo>
                  <a:lnTo>
                    <a:pt x="290701" y="0"/>
                  </a:lnTo>
                </a:path>
                <a:path w="1363345" h="496570">
                  <a:moveTo>
                    <a:pt x="0" y="145401"/>
                  </a:moveTo>
                  <a:lnTo>
                    <a:pt x="290701" y="145401"/>
                  </a:lnTo>
                </a:path>
                <a:path w="1363345" h="496570">
                  <a:moveTo>
                    <a:pt x="581402" y="72700"/>
                  </a:moveTo>
                  <a:lnTo>
                    <a:pt x="290701" y="72700"/>
                  </a:lnTo>
                </a:path>
              </a:pathLst>
            </a:custGeom>
            <a:ln w="21368">
              <a:solidFill>
                <a:srgbClr val="4A80B1"/>
              </a:solidFill>
            </a:ln>
          </p:spPr>
          <p:txBody>
            <a:bodyPr wrap="square" lIns="0" tIns="0" rIns="0" bIns="0" rtlCol="0"/>
            <a:lstStyle/>
            <a:p/>
          </p:txBody>
        </p:sp>
        <p:sp>
          <p:nvSpPr>
            <p:cNvPr id="55" name="object 55"/>
            <p:cNvSpPr/>
            <p:nvPr/>
          </p:nvSpPr>
          <p:spPr>
            <a:xfrm>
              <a:off x="3032417" y="5361635"/>
              <a:ext cx="378460" cy="290830"/>
            </a:xfrm>
            <a:custGeom>
              <a:avLst/>
              <a:gdLst/>
              <a:ahLst/>
              <a:cxnLst/>
              <a:rect l="l" t="t" r="r" b="b"/>
              <a:pathLst>
                <a:path w="378460" h="290829">
                  <a:moveTo>
                    <a:pt x="113360" y="0"/>
                  </a:moveTo>
                  <a:lnTo>
                    <a:pt x="0" y="0"/>
                  </a:lnTo>
                  <a:lnTo>
                    <a:pt x="25785" y="40295"/>
                  </a:lnTo>
                  <a:lnTo>
                    <a:pt x="42975" y="81840"/>
                  </a:lnTo>
                  <a:lnTo>
                    <a:pt x="51570" y="124134"/>
                  </a:lnTo>
                  <a:lnTo>
                    <a:pt x="51570" y="166677"/>
                  </a:lnTo>
                  <a:lnTo>
                    <a:pt x="42975" y="208969"/>
                  </a:lnTo>
                  <a:lnTo>
                    <a:pt x="25785" y="250509"/>
                  </a:lnTo>
                  <a:lnTo>
                    <a:pt x="0" y="290798"/>
                  </a:lnTo>
                  <a:lnTo>
                    <a:pt x="113360" y="290798"/>
                  </a:lnTo>
                  <a:lnTo>
                    <a:pt x="171854" y="278152"/>
                  </a:lnTo>
                  <a:lnTo>
                    <a:pt x="225717" y="260254"/>
                  </a:lnTo>
                  <a:lnTo>
                    <a:pt x="274100" y="237568"/>
                  </a:lnTo>
                  <a:lnTo>
                    <a:pt x="316157" y="210557"/>
                  </a:lnTo>
                  <a:lnTo>
                    <a:pt x="351040" y="179684"/>
                  </a:lnTo>
                  <a:lnTo>
                    <a:pt x="377901" y="145415"/>
                  </a:lnTo>
                  <a:lnTo>
                    <a:pt x="351322" y="111004"/>
                  </a:lnTo>
                  <a:lnTo>
                    <a:pt x="316578" y="80025"/>
                  </a:lnTo>
                  <a:lnTo>
                    <a:pt x="274539" y="52957"/>
                  </a:lnTo>
                  <a:lnTo>
                    <a:pt x="226075" y="30277"/>
                  </a:lnTo>
                  <a:lnTo>
                    <a:pt x="172059" y="12465"/>
                  </a:lnTo>
                  <a:lnTo>
                    <a:pt x="113360" y="0"/>
                  </a:lnTo>
                  <a:close/>
                </a:path>
              </a:pathLst>
            </a:custGeom>
            <a:solidFill>
              <a:srgbClr val="D8D8D8"/>
            </a:solidFill>
          </p:spPr>
          <p:txBody>
            <a:bodyPr wrap="square" lIns="0" tIns="0" rIns="0" bIns="0" rtlCol="0"/>
            <a:lstStyle/>
            <a:p/>
          </p:txBody>
        </p:sp>
        <p:sp>
          <p:nvSpPr>
            <p:cNvPr id="56" name="object 56"/>
            <p:cNvSpPr/>
            <p:nvPr/>
          </p:nvSpPr>
          <p:spPr>
            <a:xfrm>
              <a:off x="3032410" y="5361630"/>
              <a:ext cx="378460" cy="290830"/>
            </a:xfrm>
            <a:custGeom>
              <a:avLst/>
              <a:gdLst/>
              <a:ahLst/>
              <a:cxnLst/>
              <a:rect l="l" t="t" r="r" b="b"/>
              <a:pathLst>
                <a:path w="378460" h="290829">
                  <a:moveTo>
                    <a:pt x="377905" y="145418"/>
                  </a:moveTo>
                  <a:lnTo>
                    <a:pt x="351042" y="179686"/>
                  </a:lnTo>
                  <a:lnTo>
                    <a:pt x="316159" y="210558"/>
                  </a:lnTo>
                  <a:lnTo>
                    <a:pt x="274102" y="237570"/>
                  </a:lnTo>
                  <a:lnTo>
                    <a:pt x="225721" y="260257"/>
                  </a:lnTo>
                  <a:lnTo>
                    <a:pt x="171861" y="278156"/>
                  </a:lnTo>
                  <a:lnTo>
                    <a:pt x="113371" y="290802"/>
                  </a:lnTo>
                  <a:lnTo>
                    <a:pt x="0" y="290802"/>
                  </a:lnTo>
                  <a:lnTo>
                    <a:pt x="25786" y="250513"/>
                  </a:lnTo>
                  <a:lnTo>
                    <a:pt x="42977" y="208972"/>
                  </a:lnTo>
                  <a:lnTo>
                    <a:pt x="51573" y="166679"/>
                  </a:lnTo>
                  <a:lnTo>
                    <a:pt x="51573" y="124135"/>
                  </a:lnTo>
                  <a:lnTo>
                    <a:pt x="42977" y="81840"/>
                  </a:lnTo>
                  <a:lnTo>
                    <a:pt x="25786" y="40295"/>
                  </a:lnTo>
                  <a:lnTo>
                    <a:pt x="0" y="0"/>
                  </a:lnTo>
                  <a:lnTo>
                    <a:pt x="113371" y="0"/>
                  </a:lnTo>
                  <a:lnTo>
                    <a:pt x="172066" y="12467"/>
                  </a:lnTo>
                  <a:lnTo>
                    <a:pt x="226082" y="30280"/>
                  </a:lnTo>
                  <a:lnTo>
                    <a:pt x="274545" y="52961"/>
                  </a:lnTo>
                  <a:lnTo>
                    <a:pt x="316584" y="80030"/>
                  </a:lnTo>
                  <a:lnTo>
                    <a:pt x="351328" y="111008"/>
                  </a:lnTo>
                  <a:lnTo>
                    <a:pt x="377905" y="145418"/>
                  </a:lnTo>
                  <a:close/>
                </a:path>
              </a:pathLst>
            </a:custGeom>
            <a:ln w="21369">
              <a:solidFill>
                <a:srgbClr val="4A80B1"/>
              </a:solidFill>
            </a:ln>
          </p:spPr>
          <p:txBody>
            <a:bodyPr wrap="square" lIns="0" tIns="0" rIns="0" bIns="0" rtlCol="0"/>
            <a:lstStyle/>
            <a:p/>
          </p:txBody>
        </p:sp>
        <p:sp>
          <p:nvSpPr>
            <p:cNvPr id="57" name="object 57"/>
            <p:cNvSpPr/>
            <p:nvPr/>
          </p:nvSpPr>
          <p:spPr>
            <a:xfrm>
              <a:off x="3032417" y="5361635"/>
              <a:ext cx="378460" cy="290830"/>
            </a:xfrm>
            <a:custGeom>
              <a:avLst/>
              <a:gdLst/>
              <a:ahLst/>
              <a:cxnLst/>
              <a:rect l="l" t="t" r="r" b="b"/>
              <a:pathLst>
                <a:path w="378460" h="290829">
                  <a:moveTo>
                    <a:pt x="232549" y="0"/>
                  </a:moveTo>
                  <a:lnTo>
                    <a:pt x="0" y="0"/>
                  </a:lnTo>
                  <a:lnTo>
                    <a:pt x="0" y="290798"/>
                  </a:lnTo>
                  <a:lnTo>
                    <a:pt x="232549" y="290798"/>
                  </a:lnTo>
                  <a:lnTo>
                    <a:pt x="278487" y="283386"/>
                  </a:lnTo>
                  <a:lnTo>
                    <a:pt x="318387" y="262745"/>
                  </a:lnTo>
                  <a:lnTo>
                    <a:pt x="349853" y="231272"/>
                  </a:lnTo>
                  <a:lnTo>
                    <a:pt x="370489" y="191359"/>
                  </a:lnTo>
                  <a:lnTo>
                    <a:pt x="377901" y="145402"/>
                  </a:lnTo>
                  <a:lnTo>
                    <a:pt x="370489" y="99444"/>
                  </a:lnTo>
                  <a:lnTo>
                    <a:pt x="349853" y="59530"/>
                  </a:lnTo>
                  <a:lnTo>
                    <a:pt x="318387" y="28054"/>
                  </a:lnTo>
                  <a:lnTo>
                    <a:pt x="278487" y="7412"/>
                  </a:lnTo>
                  <a:lnTo>
                    <a:pt x="232549" y="0"/>
                  </a:lnTo>
                  <a:close/>
                </a:path>
              </a:pathLst>
            </a:custGeom>
            <a:solidFill>
              <a:srgbClr val="D8D8D8"/>
            </a:solidFill>
          </p:spPr>
          <p:txBody>
            <a:bodyPr wrap="square" lIns="0" tIns="0" rIns="0" bIns="0" rtlCol="0"/>
            <a:lstStyle/>
            <a:p/>
          </p:txBody>
        </p:sp>
        <p:sp>
          <p:nvSpPr>
            <p:cNvPr id="58" name="object 58"/>
            <p:cNvSpPr/>
            <p:nvPr/>
          </p:nvSpPr>
          <p:spPr>
            <a:xfrm>
              <a:off x="2937037" y="5361630"/>
              <a:ext cx="581660" cy="781050"/>
            </a:xfrm>
            <a:custGeom>
              <a:avLst/>
              <a:gdLst/>
              <a:ahLst/>
              <a:cxnLst/>
              <a:rect l="l" t="t" r="r" b="b"/>
              <a:pathLst>
                <a:path w="581660" h="781050">
                  <a:moveTo>
                    <a:pt x="327927" y="290802"/>
                  </a:moveTo>
                  <a:lnTo>
                    <a:pt x="95373" y="290802"/>
                  </a:lnTo>
                  <a:lnTo>
                    <a:pt x="95373" y="0"/>
                  </a:lnTo>
                  <a:lnTo>
                    <a:pt x="327927" y="0"/>
                  </a:lnTo>
                  <a:lnTo>
                    <a:pt x="373865" y="7413"/>
                  </a:lnTo>
                  <a:lnTo>
                    <a:pt x="413765" y="28057"/>
                  </a:lnTo>
                  <a:lnTo>
                    <a:pt x="445231" y="59533"/>
                  </a:lnTo>
                  <a:lnTo>
                    <a:pt x="465867" y="99447"/>
                  </a:lnTo>
                  <a:lnTo>
                    <a:pt x="473278" y="145401"/>
                  </a:lnTo>
                  <a:lnTo>
                    <a:pt x="465867" y="191362"/>
                  </a:lnTo>
                  <a:lnTo>
                    <a:pt x="445231" y="231276"/>
                  </a:lnTo>
                  <a:lnTo>
                    <a:pt x="413765" y="262750"/>
                  </a:lnTo>
                  <a:lnTo>
                    <a:pt x="373865" y="283390"/>
                  </a:lnTo>
                  <a:lnTo>
                    <a:pt x="327927" y="290802"/>
                  </a:lnTo>
                  <a:close/>
                </a:path>
                <a:path w="581660" h="781050">
                  <a:moveTo>
                    <a:pt x="0" y="635173"/>
                  </a:moveTo>
                  <a:lnTo>
                    <a:pt x="290701" y="635173"/>
                  </a:lnTo>
                </a:path>
                <a:path w="581660" h="781050">
                  <a:moveTo>
                    <a:pt x="0" y="780575"/>
                  </a:moveTo>
                  <a:lnTo>
                    <a:pt x="290701" y="780575"/>
                  </a:lnTo>
                </a:path>
                <a:path w="581660" h="781050">
                  <a:moveTo>
                    <a:pt x="581402" y="707874"/>
                  </a:moveTo>
                  <a:lnTo>
                    <a:pt x="290701" y="707874"/>
                  </a:lnTo>
                </a:path>
              </a:pathLst>
            </a:custGeom>
            <a:ln w="21368">
              <a:solidFill>
                <a:srgbClr val="4A80B1"/>
              </a:solidFill>
            </a:ln>
          </p:spPr>
          <p:txBody>
            <a:bodyPr wrap="square" lIns="0" tIns="0" rIns="0" bIns="0" rtlCol="0"/>
            <a:lstStyle/>
            <a:p/>
          </p:txBody>
        </p:sp>
        <p:sp>
          <p:nvSpPr>
            <p:cNvPr id="59" name="object 59"/>
            <p:cNvSpPr/>
            <p:nvPr/>
          </p:nvSpPr>
          <p:spPr>
            <a:xfrm>
              <a:off x="3038792" y="5924104"/>
              <a:ext cx="378460" cy="290830"/>
            </a:xfrm>
            <a:custGeom>
              <a:avLst/>
              <a:gdLst/>
              <a:ahLst/>
              <a:cxnLst/>
              <a:rect l="l" t="t" r="r" b="b"/>
              <a:pathLst>
                <a:path w="378460" h="290829">
                  <a:moveTo>
                    <a:pt x="113360" y="0"/>
                  </a:moveTo>
                  <a:lnTo>
                    <a:pt x="0" y="0"/>
                  </a:lnTo>
                  <a:lnTo>
                    <a:pt x="25785" y="40289"/>
                  </a:lnTo>
                  <a:lnTo>
                    <a:pt x="42975" y="81833"/>
                  </a:lnTo>
                  <a:lnTo>
                    <a:pt x="51570" y="124128"/>
                  </a:lnTo>
                  <a:lnTo>
                    <a:pt x="51570" y="166674"/>
                  </a:lnTo>
                  <a:lnTo>
                    <a:pt x="42975" y="208970"/>
                  </a:lnTo>
                  <a:lnTo>
                    <a:pt x="25785" y="250514"/>
                  </a:lnTo>
                  <a:lnTo>
                    <a:pt x="0" y="290805"/>
                  </a:lnTo>
                  <a:lnTo>
                    <a:pt x="113360" y="290805"/>
                  </a:lnTo>
                  <a:lnTo>
                    <a:pt x="171854" y="278158"/>
                  </a:lnTo>
                  <a:lnTo>
                    <a:pt x="225717" y="260256"/>
                  </a:lnTo>
                  <a:lnTo>
                    <a:pt x="274100" y="237566"/>
                  </a:lnTo>
                  <a:lnTo>
                    <a:pt x="316157" y="210552"/>
                  </a:lnTo>
                  <a:lnTo>
                    <a:pt x="351040" y="179681"/>
                  </a:lnTo>
                  <a:lnTo>
                    <a:pt x="377901" y="145418"/>
                  </a:lnTo>
                  <a:lnTo>
                    <a:pt x="351322" y="111007"/>
                  </a:lnTo>
                  <a:lnTo>
                    <a:pt x="316578" y="80026"/>
                  </a:lnTo>
                  <a:lnTo>
                    <a:pt x="274539" y="52954"/>
                  </a:lnTo>
                  <a:lnTo>
                    <a:pt x="226075" y="30272"/>
                  </a:lnTo>
                  <a:lnTo>
                    <a:pt x="172059" y="12461"/>
                  </a:lnTo>
                  <a:lnTo>
                    <a:pt x="113360" y="0"/>
                  </a:lnTo>
                  <a:close/>
                </a:path>
              </a:pathLst>
            </a:custGeom>
            <a:solidFill>
              <a:srgbClr val="D8D8D8"/>
            </a:solidFill>
          </p:spPr>
          <p:txBody>
            <a:bodyPr wrap="square" lIns="0" tIns="0" rIns="0" bIns="0" rtlCol="0"/>
            <a:lstStyle/>
            <a:p/>
          </p:txBody>
        </p:sp>
        <p:sp>
          <p:nvSpPr>
            <p:cNvPr id="60" name="object 60"/>
            <p:cNvSpPr/>
            <p:nvPr/>
          </p:nvSpPr>
          <p:spPr>
            <a:xfrm>
              <a:off x="3000995" y="5924103"/>
              <a:ext cx="415925" cy="290830"/>
            </a:xfrm>
            <a:custGeom>
              <a:avLst/>
              <a:gdLst/>
              <a:ahLst/>
              <a:cxnLst/>
              <a:rect l="l" t="t" r="r" b="b"/>
              <a:pathLst>
                <a:path w="415925" h="290829">
                  <a:moveTo>
                    <a:pt x="415695" y="145418"/>
                  </a:moveTo>
                  <a:lnTo>
                    <a:pt x="388832" y="179681"/>
                  </a:lnTo>
                  <a:lnTo>
                    <a:pt x="353949" y="210552"/>
                  </a:lnTo>
                  <a:lnTo>
                    <a:pt x="311893" y="237566"/>
                  </a:lnTo>
                  <a:lnTo>
                    <a:pt x="263511" y="260257"/>
                  </a:lnTo>
                  <a:lnTo>
                    <a:pt x="209652" y="278159"/>
                  </a:lnTo>
                  <a:lnTo>
                    <a:pt x="151162" y="290806"/>
                  </a:lnTo>
                  <a:lnTo>
                    <a:pt x="37790" y="290806"/>
                  </a:lnTo>
                  <a:lnTo>
                    <a:pt x="63577" y="250515"/>
                  </a:lnTo>
                  <a:lnTo>
                    <a:pt x="80768" y="208970"/>
                  </a:lnTo>
                  <a:lnTo>
                    <a:pt x="89363" y="166675"/>
                  </a:lnTo>
                  <a:lnTo>
                    <a:pt x="89363" y="124128"/>
                  </a:lnTo>
                  <a:lnTo>
                    <a:pt x="80768" y="81833"/>
                  </a:lnTo>
                  <a:lnTo>
                    <a:pt x="63577" y="40290"/>
                  </a:lnTo>
                  <a:lnTo>
                    <a:pt x="37790" y="0"/>
                  </a:lnTo>
                  <a:lnTo>
                    <a:pt x="151162" y="0"/>
                  </a:lnTo>
                  <a:lnTo>
                    <a:pt x="209857" y="12461"/>
                  </a:lnTo>
                  <a:lnTo>
                    <a:pt x="263872" y="30272"/>
                  </a:lnTo>
                  <a:lnTo>
                    <a:pt x="312335" y="52954"/>
                  </a:lnTo>
                  <a:lnTo>
                    <a:pt x="354374" y="80026"/>
                  </a:lnTo>
                  <a:lnTo>
                    <a:pt x="389118" y="111007"/>
                  </a:lnTo>
                  <a:lnTo>
                    <a:pt x="415695" y="145418"/>
                  </a:lnTo>
                  <a:close/>
                </a:path>
                <a:path w="415925" h="290829">
                  <a:moveTo>
                    <a:pt x="0" y="290806"/>
                  </a:moveTo>
                  <a:lnTo>
                    <a:pt x="25786" y="250515"/>
                  </a:lnTo>
                  <a:lnTo>
                    <a:pt x="42977" y="208970"/>
                  </a:lnTo>
                  <a:lnTo>
                    <a:pt x="51573" y="166675"/>
                  </a:lnTo>
                  <a:lnTo>
                    <a:pt x="51573" y="124128"/>
                  </a:lnTo>
                  <a:lnTo>
                    <a:pt x="42977" y="81833"/>
                  </a:lnTo>
                  <a:lnTo>
                    <a:pt x="25786" y="40290"/>
                  </a:lnTo>
                  <a:lnTo>
                    <a:pt x="0" y="0"/>
                  </a:lnTo>
                </a:path>
              </a:pathLst>
            </a:custGeom>
            <a:ln w="21368">
              <a:solidFill>
                <a:srgbClr val="4A80B1"/>
              </a:solidFill>
            </a:ln>
          </p:spPr>
          <p:txBody>
            <a:bodyPr wrap="square" lIns="0" tIns="0" rIns="0" bIns="0" rtlCol="0"/>
            <a:lstStyle/>
            <a:p/>
          </p:txBody>
        </p:sp>
        <p:sp>
          <p:nvSpPr>
            <p:cNvPr id="61" name="object 61"/>
            <p:cNvSpPr/>
            <p:nvPr/>
          </p:nvSpPr>
          <p:spPr>
            <a:xfrm>
              <a:off x="3505689" y="5500654"/>
              <a:ext cx="321310" cy="568960"/>
            </a:xfrm>
            <a:custGeom>
              <a:avLst/>
              <a:gdLst/>
              <a:ahLst/>
              <a:cxnLst/>
              <a:rect l="l" t="t" r="r" b="b"/>
              <a:pathLst>
                <a:path w="321310" h="568960">
                  <a:moveTo>
                    <a:pt x="6375" y="360323"/>
                  </a:moveTo>
                  <a:lnTo>
                    <a:pt x="6375" y="568850"/>
                  </a:lnTo>
                </a:path>
                <a:path w="321310" h="568960">
                  <a:moveTo>
                    <a:pt x="321296" y="356493"/>
                  </a:moveTo>
                  <a:lnTo>
                    <a:pt x="6375" y="356493"/>
                  </a:lnTo>
                </a:path>
                <a:path w="321310" h="568960">
                  <a:moveTo>
                    <a:pt x="0" y="0"/>
                  </a:moveTo>
                  <a:lnTo>
                    <a:pt x="0" y="208544"/>
                  </a:lnTo>
                </a:path>
                <a:path w="321310" h="568960">
                  <a:moveTo>
                    <a:pt x="321296" y="211092"/>
                  </a:moveTo>
                  <a:lnTo>
                    <a:pt x="6375" y="211092"/>
                  </a:lnTo>
                </a:path>
              </a:pathLst>
            </a:custGeom>
            <a:ln w="17095">
              <a:solidFill>
                <a:srgbClr val="5B9BD5"/>
              </a:solidFill>
            </a:ln>
          </p:spPr>
          <p:txBody>
            <a:bodyPr wrap="square" lIns="0" tIns="0" rIns="0" bIns="0" rtlCol="0"/>
            <a:lstStyle/>
            <a:p/>
          </p:txBody>
        </p:sp>
        <p:sp>
          <p:nvSpPr>
            <p:cNvPr id="62" name="object 62"/>
            <p:cNvSpPr/>
            <p:nvPr/>
          </p:nvSpPr>
          <p:spPr>
            <a:xfrm>
              <a:off x="5293294" y="5206175"/>
              <a:ext cx="484505" cy="635"/>
            </a:xfrm>
            <a:custGeom>
              <a:avLst/>
              <a:gdLst/>
              <a:ahLst/>
              <a:cxnLst/>
              <a:rect l="l" t="t" r="r" b="b"/>
              <a:pathLst>
                <a:path w="484504" h="635">
                  <a:moveTo>
                    <a:pt x="0" y="0"/>
                  </a:moveTo>
                  <a:lnTo>
                    <a:pt x="484388" y="290"/>
                  </a:lnTo>
                </a:path>
              </a:pathLst>
            </a:custGeom>
            <a:ln w="17098">
              <a:solidFill>
                <a:srgbClr val="2E75B5"/>
              </a:solidFill>
            </a:ln>
          </p:spPr>
          <p:txBody>
            <a:bodyPr wrap="square" lIns="0" tIns="0" rIns="0" bIns="0" rtlCol="0"/>
            <a:lstStyle/>
            <a:p/>
          </p:txBody>
        </p:sp>
        <p:sp>
          <p:nvSpPr>
            <p:cNvPr id="63" name="object 63"/>
            <p:cNvSpPr/>
            <p:nvPr/>
          </p:nvSpPr>
          <p:spPr>
            <a:xfrm>
              <a:off x="6794488" y="4263459"/>
              <a:ext cx="581660" cy="146050"/>
            </a:xfrm>
            <a:custGeom>
              <a:avLst/>
              <a:gdLst/>
              <a:ahLst/>
              <a:cxnLst/>
              <a:rect l="l" t="t" r="r" b="b"/>
              <a:pathLst>
                <a:path w="581659" h="146050">
                  <a:moveTo>
                    <a:pt x="0" y="0"/>
                  </a:moveTo>
                  <a:lnTo>
                    <a:pt x="290735" y="0"/>
                  </a:lnTo>
                </a:path>
                <a:path w="581659" h="146050">
                  <a:moveTo>
                    <a:pt x="0" y="145504"/>
                  </a:moveTo>
                  <a:lnTo>
                    <a:pt x="290735" y="145504"/>
                  </a:lnTo>
                </a:path>
                <a:path w="581659" h="146050">
                  <a:moveTo>
                    <a:pt x="581471" y="72666"/>
                  </a:moveTo>
                  <a:lnTo>
                    <a:pt x="290735" y="72666"/>
                  </a:lnTo>
                </a:path>
              </a:pathLst>
            </a:custGeom>
            <a:ln w="21368">
              <a:solidFill>
                <a:srgbClr val="4A80B1"/>
              </a:solidFill>
            </a:ln>
          </p:spPr>
          <p:txBody>
            <a:bodyPr wrap="square" lIns="0" tIns="0" rIns="0" bIns="0" rtlCol="0"/>
            <a:lstStyle/>
            <a:p/>
          </p:txBody>
        </p:sp>
        <p:sp>
          <p:nvSpPr>
            <p:cNvPr id="64" name="object 64"/>
            <p:cNvSpPr/>
            <p:nvPr/>
          </p:nvSpPr>
          <p:spPr>
            <a:xfrm>
              <a:off x="6896366" y="4190796"/>
              <a:ext cx="378460" cy="290830"/>
            </a:xfrm>
            <a:custGeom>
              <a:avLst/>
              <a:gdLst/>
              <a:ahLst/>
              <a:cxnLst/>
              <a:rect l="l" t="t" r="r" b="b"/>
              <a:pathLst>
                <a:path w="378459" h="290829">
                  <a:moveTo>
                    <a:pt x="113322" y="0"/>
                  </a:moveTo>
                  <a:lnTo>
                    <a:pt x="0" y="0"/>
                  </a:lnTo>
                  <a:lnTo>
                    <a:pt x="25743" y="40289"/>
                  </a:lnTo>
                  <a:lnTo>
                    <a:pt x="42905" y="81836"/>
                  </a:lnTo>
                  <a:lnTo>
                    <a:pt x="51486" y="124138"/>
                  </a:lnTo>
                  <a:lnTo>
                    <a:pt x="51486" y="166691"/>
                  </a:lnTo>
                  <a:lnTo>
                    <a:pt x="42905" y="208993"/>
                  </a:lnTo>
                  <a:lnTo>
                    <a:pt x="25743" y="250540"/>
                  </a:lnTo>
                  <a:lnTo>
                    <a:pt x="0" y="290829"/>
                  </a:lnTo>
                  <a:lnTo>
                    <a:pt x="113322" y="290829"/>
                  </a:lnTo>
                  <a:lnTo>
                    <a:pt x="171791" y="278143"/>
                  </a:lnTo>
                  <a:lnTo>
                    <a:pt x="225632" y="260215"/>
                  </a:lnTo>
                  <a:lnTo>
                    <a:pt x="274005" y="237509"/>
                  </a:lnTo>
                  <a:lnTo>
                    <a:pt x="316068" y="210484"/>
                  </a:lnTo>
                  <a:lnTo>
                    <a:pt x="350980" y="179602"/>
                  </a:lnTo>
                  <a:lnTo>
                    <a:pt x="377901" y="145326"/>
                  </a:lnTo>
                  <a:lnTo>
                    <a:pt x="351312" y="110970"/>
                  </a:lnTo>
                  <a:lnTo>
                    <a:pt x="316562" y="80027"/>
                  </a:lnTo>
                  <a:lnTo>
                    <a:pt x="274520" y="52979"/>
                  </a:lnTo>
                  <a:lnTo>
                    <a:pt x="226053" y="30305"/>
                  </a:lnTo>
                  <a:lnTo>
                    <a:pt x="172031" y="12485"/>
                  </a:lnTo>
                  <a:lnTo>
                    <a:pt x="113322" y="0"/>
                  </a:lnTo>
                  <a:close/>
                </a:path>
              </a:pathLst>
            </a:custGeom>
            <a:solidFill>
              <a:srgbClr val="7CAADA"/>
            </a:solidFill>
          </p:spPr>
          <p:txBody>
            <a:bodyPr wrap="square" lIns="0" tIns="0" rIns="0" bIns="0" rtlCol="0"/>
            <a:lstStyle/>
            <a:p/>
          </p:txBody>
        </p:sp>
        <p:sp>
          <p:nvSpPr>
            <p:cNvPr id="65" name="object 65"/>
            <p:cNvSpPr/>
            <p:nvPr/>
          </p:nvSpPr>
          <p:spPr>
            <a:xfrm>
              <a:off x="6896357" y="4190793"/>
              <a:ext cx="378460" cy="291465"/>
            </a:xfrm>
            <a:custGeom>
              <a:avLst/>
              <a:gdLst/>
              <a:ahLst/>
              <a:cxnLst/>
              <a:rect l="l" t="t" r="r" b="b"/>
              <a:pathLst>
                <a:path w="378459" h="291464">
                  <a:moveTo>
                    <a:pt x="377905" y="145333"/>
                  </a:moveTo>
                  <a:lnTo>
                    <a:pt x="350982" y="179609"/>
                  </a:lnTo>
                  <a:lnTo>
                    <a:pt x="316069" y="210489"/>
                  </a:lnTo>
                  <a:lnTo>
                    <a:pt x="274006" y="237512"/>
                  </a:lnTo>
                  <a:lnTo>
                    <a:pt x="225633" y="260219"/>
                  </a:lnTo>
                  <a:lnTo>
                    <a:pt x="171791" y="278147"/>
                  </a:lnTo>
                  <a:lnTo>
                    <a:pt x="113320" y="290837"/>
                  </a:lnTo>
                  <a:lnTo>
                    <a:pt x="0" y="290837"/>
                  </a:lnTo>
                  <a:lnTo>
                    <a:pt x="25742" y="250545"/>
                  </a:lnTo>
                  <a:lnTo>
                    <a:pt x="42904" y="208997"/>
                  </a:lnTo>
                  <a:lnTo>
                    <a:pt x="51485" y="166695"/>
                  </a:lnTo>
                  <a:lnTo>
                    <a:pt x="51485" y="124142"/>
                  </a:lnTo>
                  <a:lnTo>
                    <a:pt x="42904" y="81840"/>
                  </a:lnTo>
                  <a:lnTo>
                    <a:pt x="25742" y="40291"/>
                  </a:lnTo>
                  <a:lnTo>
                    <a:pt x="0" y="0"/>
                  </a:lnTo>
                  <a:lnTo>
                    <a:pt x="113320" y="0"/>
                  </a:lnTo>
                  <a:lnTo>
                    <a:pt x="172029" y="12487"/>
                  </a:lnTo>
                  <a:lnTo>
                    <a:pt x="226051" y="30307"/>
                  </a:lnTo>
                  <a:lnTo>
                    <a:pt x="274519" y="52982"/>
                  </a:lnTo>
                  <a:lnTo>
                    <a:pt x="316563" y="80031"/>
                  </a:lnTo>
                  <a:lnTo>
                    <a:pt x="351315" y="110974"/>
                  </a:lnTo>
                  <a:lnTo>
                    <a:pt x="377905" y="145333"/>
                  </a:lnTo>
                  <a:close/>
                </a:path>
              </a:pathLst>
            </a:custGeom>
            <a:ln w="21369">
              <a:solidFill>
                <a:srgbClr val="4A80B1"/>
              </a:solidFill>
            </a:ln>
          </p:spPr>
          <p:txBody>
            <a:bodyPr wrap="square" lIns="0" tIns="0" rIns="0" bIns="0" rtlCol="0"/>
            <a:lstStyle/>
            <a:p/>
          </p:txBody>
        </p:sp>
        <p:sp>
          <p:nvSpPr>
            <p:cNvPr id="66" name="object 66"/>
            <p:cNvSpPr/>
            <p:nvPr/>
          </p:nvSpPr>
          <p:spPr>
            <a:xfrm>
              <a:off x="6896366" y="4190796"/>
              <a:ext cx="378460" cy="290830"/>
            </a:xfrm>
            <a:custGeom>
              <a:avLst/>
              <a:gdLst/>
              <a:ahLst/>
              <a:cxnLst/>
              <a:rect l="l" t="t" r="r" b="b"/>
              <a:pathLst>
                <a:path w="378459" h="290829">
                  <a:moveTo>
                    <a:pt x="232448" y="0"/>
                  </a:moveTo>
                  <a:lnTo>
                    <a:pt x="0" y="0"/>
                  </a:lnTo>
                  <a:lnTo>
                    <a:pt x="0" y="290829"/>
                  </a:lnTo>
                  <a:lnTo>
                    <a:pt x="232448" y="290829"/>
                  </a:lnTo>
                  <a:lnTo>
                    <a:pt x="278425" y="283412"/>
                  </a:lnTo>
                  <a:lnTo>
                    <a:pt x="318354" y="262757"/>
                  </a:lnTo>
                  <a:lnTo>
                    <a:pt x="349839" y="231261"/>
                  </a:lnTo>
                  <a:lnTo>
                    <a:pt x="370486" y="191318"/>
                  </a:lnTo>
                  <a:lnTo>
                    <a:pt x="377901" y="145326"/>
                  </a:lnTo>
                  <a:lnTo>
                    <a:pt x="370486" y="99420"/>
                  </a:lnTo>
                  <a:lnTo>
                    <a:pt x="349839" y="59530"/>
                  </a:lnTo>
                  <a:lnTo>
                    <a:pt x="318354" y="28060"/>
                  </a:lnTo>
                  <a:lnTo>
                    <a:pt x="278425" y="7415"/>
                  </a:lnTo>
                  <a:lnTo>
                    <a:pt x="232448" y="0"/>
                  </a:lnTo>
                  <a:close/>
                </a:path>
              </a:pathLst>
            </a:custGeom>
            <a:solidFill>
              <a:srgbClr val="7CAADA"/>
            </a:solidFill>
          </p:spPr>
          <p:txBody>
            <a:bodyPr wrap="square" lIns="0" tIns="0" rIns="0" bIns="0" rtlCol="0"/>
            <a:lstStyle/>
            <a:p/>
          </p:txBody>
        </p:sp>
        <p:sp>
          <p:nvSpPr>
            <p:cNvPr id="67" name="object 67"/>
            <p:cNvSpPr/>
            <p:nvPr/>
          </p:nvSpPr>
          <p:spPr>
            <a:xfrm>
              <a:off x="6896357" y="4190793"/>
              <a:ext cx="378460" cy="291465"/>
            </a:xfrm>
            <a:custGeom>
              <a:avLst/>
              <a:gdLst/>
              <a:ahLst/>
              <a:cxnLst/>
              <a:rect l="l" t="t" r="r" b="b"/>
              <a:pathLst>
                <a:path w="378459" h="291464">
                  <a:moveTo>
                    <a:pt x="232451" y="290837"/>
                  </a:moveTo>
                  <a:lnTo>
                    <a:pt x="0" y="290837"/>
                  </a:lnTo>
                  <a:lnTo>
                    <a:pt x="0" y="0"/>
                  </a:lnTo>
                  <a:lnTo>
                    <a:pt x="232451" y="0"/>
                  </a:lnTo>
                  <a:lnTo>
                    <a:pt x="278426" y="7416"/>
                  </a:lnTo>
                  <a:lnTo>
                    <a:pt x="318354" y="28062"/>
                  </a:lnTo>
                  <a:lnTo>
                    <a:pt x="349841" y="59533"/>
                  </a:lnTo>
                  <a:lnTo>
                    <a:pt x="370489" y="99425"/>
                  </a:lnTo>
                  <a:lnTo>
                    <a:pt x="377905" y="145333"/>
                  </a:lnTo>
                  <a:lnTo>
                    <a:pt x="370489" y="191323"/>
                  </a:lnTo>
                  <a:lnTo>
                    <a:pt x="349841" y="231266"/>
                  </a:lnTo>
                  <a:lnTo>
                    <a:pt x="318354" y="262763"/>
                  </a:lnTo>
                  <a:lnTo>
                    <a:pt x="278426" y="283419"/>
                  </a:lnTo>
                  <a:lnTo>
                    <a:pt x="232451" y="290837"/>
                  </a:lnTo>
                  <a:close/>
                </a:path>
              </a:pathLst>
            </a:custGeom>
            <a:ln w="21369">
              <a:solidFill>
                <a:srgbClr val="4A80B1"/>
              </a:solidFill>
            </a:ln>
          </p:spPr>
          <p:txBody>
            <a:bodyPr wrap="square" lIns="0" tIns="0" rIns="0" bIns="0" rtlCol="0"/>
            <a:lstStyle/>
            <a:p/>
          </p:txBody>
        </p:sp>
        <p:sp>
          <p:nvSpPr>
            <p:cNvPr id="68" name="object 68"/>
            <p:cNvSpPr/>
            <p:nvPr/>
          </p:nvSpPr>
          <p:spPr>
            <a:xfrm>
              <a:off x="6165330" y="3146617"/>
              <a:ext cx="629285" cy="2068830"/>
            </a:xfrm>
            <a:custGeom>
              <a:avLst/>
              <a:gdLst/>
              <a:ahLst/>
              <a:cxnLst/>
              <a:rect l="l" t="t" r="r" b="b"/>
              <a:pathLst>
                <a:path w="629284" h="2068829">
                  <a:moveTo>
                    <a:pt x="0" y="0"/>
                  </a:moveTo>
                  <a:lnTo>
                    <a:pt x="626594" y="6326"/>
                  </a:lnTo>
                </a:path>
                <a:path w="629284" h="2068829">
                  <a:moveTo>
                    <a:pt x="629158" y="1116842"/>
                  </a:moveTo>
                  <a:lnTo>
                    <a:pt x="629158" y="2051"/>
                  </a:lnTo>
                </a:path>
                <a:path w="629284" h="2068829">
                  <a:moveTo>
                    <a:pt x="0" y="2066226"/>
                  </a:moveTo>
                  <a:lnTo>
                    <a:pt x="626594" y="2066226"/>
                  </a:lnTo>
                </a:path>
                <a:path w="629284" h="2068829">
                  <a:moveTo>
                    <a:pt x="629158" y="1262346"/>
                  </a:moveTo>
                  <a:lnTo>
                    <a:pt x="629158" y="2068346"/>
                  </a:lnTo>
                </a:path>
              </a:pathLst>
            </a:custGeom>
            <a:ln w="17095">
              <a:solidFill>
                <a:srgbClr val="5B9BD5"/>
              </a:solidFill>
            </a:ln>
          </p:spPr>
          <p:txBody>
            <a:bodyPr wrap="square" lIns="0" tIns="0" rIns="0" bIns="0" rtlCol="0"/>
            <a:lstStyle/>
            <a:p/>
          </p:txBody>
        </p:sp>
        <p:sp>
          <p:nvSpPr>
            <p:cNvPr id="69" name="object 69"/>
            <p:cNvSpPr/>
            <p:nvPr/>
          </p:nvSpPr>
          <p:spPr>
            <a:xfrm>
              <a:off x="7375959" y="4336126"/>
              <a:ext cx="485140" cy="635"/>
            </a:xfrm>
            <a:custGeom>
              <a:avLst/>
              <a:gdLst/>
              <a:ahLst/>
              <a:cxnLst/>
              <a:rect l="l" t="t" r="r" b="b"/>
              <a:pathLst>
                <a:path w="485140" h="635">
                  <a:moveTo>
                    <a:pt x="0" y="0"/>
                  </a:moveTo>
                  <a:lnTo>
                    <a:pt x="484559" y="341"/>
                  </a:lnTo>
                </a:path>
              </a:pathLst>
            </a:custGeom>
            <a:ln w="17098">
              <a:solidFill>
                <a:srgbClr val="2E75B5"/>
              </a:solidFill>
            </a:ln>
          </p:spPr>
          <p:txBody>
            <a:bodyPr wrap="square" lIns="0" tIns="0" rIns="0" bIns="0" rtlCol="0"/>
            <a:lstStyle/>
            <a:p/>
          </p:txBody>
        </p:sp>
        <p:sp>
          <p:nvSpPr>
            <p:cNvPr id="70" name="object 70"/>
            <p:cNvSpPr/>
            <p:nvPr/>
          </p:nvSpPr>
          <p:spPr>
            <a:xfrm>
              <a:off x="8732554" y="4457863"/>
              <a:ext cx="581660" cy="146050"/>
            </a:xfrm>
            <a:custGeom>
              <a:avLst/>
              <a:gdLst/>
              <a:ahLst/>
              <a:cxnLst/>
              <a:rect l="l" t="t" r="r" b="b"/>
              <a:pathLst>
                <a:path w="581659" h="146050">
                  <a:moveTo>
                    <a:pt x="0" y="0"/>
                  </a:moveTo>
                  <a:lnTo>
                    <a:pt x="290735" y="0"/>
                  </a:lnTo>
                </a:path>
                <a:path w="581659" h="146050">
                  <a:moveTo>
                    <a:pt x="0" y="145504"/>
                  </a:moveTo>
                  <a:lnTo>
                    <a:pt x="290735" y="145504"/>
                  </a:lnTo>
                </a:path>
                <a:path w="581659" h="146050">
                  <a:moveTo>
                    <a:pt x="581300" y="72837"/>
                  </a:moveTo>
                  <a:lnTo>
                    <a:pt x="290735" y="72837"/>
                  </a:lnTo>
                </a:path>
              </a:pathLst>
            </a:custGeom>
            <a:ln w="21368">
              <a:solidFill>
                <a:srgbClr val="4A80B1"/>
              </a:solidFill>
            </a:ln>
          </p:spPr>
          <p:txBody>
            <a:bodyPr wrap="square" lIns="0" tIns="0" rIns="0" bIns="0" rtlCol="0"/>
            <a:lstStyle/>
            <a:p/>
          </p:txBody>
        </p:sp>
        <p:sp>
          <p:nvSpPr>
            <p:cNvPr id="71" name="object 71"/>
            <p:cNvSpPr/>
            <p:nvPr/>
          </p:nvSpPr>
          <p:spPr>
            <a:xfrm>
              <a:off x="8834259" y="4385195"/>
              <a:ext cx="378460" cy="291465"/>
            </a:xfrm>
            <a:custGeom>
              <a:avLst/>
              <a:gdLst/>
              <a:ahLst/>
              <a:cxnLst/>
              <a:rect l="l" t="t" r="r" b="b"/>
              <a:pathLst>
                <a:path w="378459" h="291464">
                  <a:moveTo>
                    <a:pt x="113322" y="0"/>
                  </a:moveTo>
                  <a:lnTo>
                    <a:pt x="0" y="0"/>
                  </a:lnTo>
                  <a:lnTo>
                    <a:pt x="25808" y="40293"/>
                  </a:lnTo>
                  <a:lnTo>
                    <a:pt x="43014" y="81842"/>
                  </a:lnTo>
                  <a:lnTo>
                    <a:pt x="51616" y="124144"/>
                  </a:lnTo>
                  <a:lnTo>
                    <a:pt x="51616" y="166697"/>
                  </a:lnTo>
                  <a:lnTo>
                    <a:pt x="43014" y="208999"/>
                  </a:lnTo>
                  <a:lnTo>
                    <a:pt x="25808" y="250548"/>
                  </a:lnTo>
                  <a:lnTo>
                    <a:pt x="0" y="290842"/>
                  </a:lnTo>
                  <a:lnTo>
                    <a:pt x="113322" y="290842"/>
                  </a:lnTo>
                  <a:lnTo>
                    <a:pt x="171865" y="278199"/>
                  </a:lnTo>
                  <a:lnTo>
                    <a:pt x="225751" y="260310"/>
                  </a:lnTo>
                  <a:lnTo>
                    <a:pt x="274140" y="237637"/>
                  </a:lnTo>
                  <a:lnTo>
                    <a:pt x="316190" y="210638"/>
                  </a:lnTo>
                  <a:lnTo>
                    <a:pt x="351062" y="179774"/>
                  </a:lnTo>
                  <a:lnTo>
                    <a:pt x="377913" y="145503"/>
                  </a:lnTo>
                  <a:lnTo>
                    <a:pt x="351319" y="111073"/>
                  </a:lnTo>
                  <a:lnTo>
                    <a:pt x="316566" y="80083"/>
                  </a:lnTo>
                  <a:lnTo>
                    <a:pt x="274521" y="53006"/>
                  </a:lnTo>
                  <a:lnTo>
                    <a:pt x="226053" y="30317"/>
                  </a:lnTo>
                  <a:lnTo>
                    <a:pt x="172031" y="12490"/>
                  </a:lnTo>
                  <a:lnTo>
                    <a:pt x="113322" y="0"/>
                  </a:lnTo>
                  <a:close/>
                </a:path>
              </a:pathLst>
            </a:custGeom>
            <a:solidFill>
              <a:srgbClr val="D8D8D8"/>
            </a:solidFill>
          </p:spPr>
          <p:txBody>
            <a:bodyPr wrap="square" lIns="0" tIns="0" rIns="0" bIns="0" rtlCol="0"/>
            <a:lstStyle/>
            <a:p/>
          </p:txBody>
        </p:sp>
        <p:sp>
          <p:nvSpPr>
            <p:cNvPr id="72" name="object 72"/>
            <p:cNvSpPr/>
            <p:nvPr/>
          </p:nvSpPr>
          <p:spPr>
            <a:xfrm>
              <a:off x="8732554" y="4336810"/>
              <a:ext cx="480059" cy="387985"/>
            </a:xfrm>
            <a:custGeom>
              <a:avLst/>
              <a:gdLst/>
              <a:ahLst/>
              <a:cxnLst/>
              <a:rect l="l" t="t" r="r" b="b"/>
              <a:pathLst>
                <a:path w="480059" h="387985">
                  <a:moveTo>
                    <a:pt x="479602" y="193891"/>
                  </a:moveTo>
                  <a:lnTo>
                    <a:pt x="452751" y="228161"/>
                  </a:lnTo>
                  <a:lnTo>
                    <a:pt x="417881" y="259025"/>
                  </a:lnTo>
                  <a:lnTo>
                    <a:pt x="375832" y="286024"/>
                  </a:lnTo>
                  <a:lnTo>
                    <a:pt x="327445" y="308696"/>
                  </a:lnTo>
                  <a:lnTo>
                    <a:pt x="273560" y="326583"/>
                  </a:lnTo>
                  <a:lnTo>
                    <a:pt x="215017" y="339224"/>
                  </a:lnTo>
                  <a:lnTo>
                    <a:pt x="101697" y="339224"/>
                  </a:lnTo>
                  <a:lnTo>
                    <a:pt x="127503" y="298932"/>
                  </a:lnTo>
                  <a:lnTo>
                    <a:pt x="144706" y="257384"/>
                  </a:lnTo>
                  <a:lnTo>
                    <a:pt x="153308" y="215082"/>
                  </a:lnTo>
                  <a:lnTo>
                    <a:pt x="153308" y="172529"/>
                  </a:lnTo>
                  <a:lnTo>
                    <a:pt x="144706" y="130227"/>
                  </a:lnTo>
                  <a:lnTo>
                    <a:pt x="127503" y="88679"/>
                  </a:lnTo>
                  <a:lnTo>
                    <a:pt x="101697" y="48387"/>
                  </a:lnTo>
                  <a:lnTo>
                    <a:pt x="215017" y="48387"/>
                  </a:lnTo>
                  <a:lnTo>
                    <a:pt x="273726" y="60875"/>
                  </a:lnTo>
                  <a:lnTo>
                    <a:pt x="327749" y="78701"/>
                  </a:lnTo>
                  <a:lnTo>
                    <a:pt x="376217" y="101391"/>
                  </a:lnTo>
                  <a:lnTo>
                    <a:pt x="418261" y="128469"/>
                  </a:lnTo>
                  <a:lnTo>
                    <a:pt x="453012" y="159461"/>
                  </a:lnTo>
                  <a:lnTo>
                    <a:pt x="479602" y="193891"/>
                  </a:lnTo>
                  <a:close/>
                </a:path>
                <a:path w="480059" h="387985">
                  <a:moveTo>
                    <a:pt x="63924" y="339224"/>
                  </a:moveTo>
                  <a:lnTo>
                    <a:pt x="89729" y="298932"/>
                  </a:lnTo>
                  <a:lnTo>
                    <a:pt x="106933" y="257384"/>
                  </a:lnTo>
                  <a:lnTo>
                    <a:pt x="115535" y="215082"/>
                  </a:lnTo>
                  <a:lnTo>
                    <a:pt x="115535" y="172529"/>
                  </a:lnTo>
                  <a:lnTo>
                    <a:pt x="106933" y="130227"/>
                  </a:lnTo>
                  <a:lnTo>
                    <a:pt x="89729" y="88679"/>
                  </a:lnTo>
                  <a:lnTo>
                    <a:pt x="63924" y="48387"/>
                  </a:lnTo>
                </a:path>
                <a:path w="480059" h="387985">
                  <a:moveTo>
                    <a:pt x="101697" y="339224"/>
                  </a:moveTo>
                  <a:lnTo>
                    <a:pt x="101697" y="387697"/>
                  </a:lnTo>
                  <a:lnTo>
                    <a:pt x="0" y="387697"/>
                  </a:lnTo>
                </a:path>
                <a:path w="480059" h="387985">
                  <a:moveTo>
                    <a:pt x="101697" y="48387"/>
                  </a:moveTo>
                  <a:lnTo>
                    <a:pt x="101697" y="0"/>
                  </a:lnTo>
                  <a:lnTo>
                    <a:pt x="0" y="0"/>
                  </a:lnTo>
                </a:path>
              </a:pathLst>
            </a:custGeom>
            <a:ln w="21368">
              <a:solidFill>
                <a:srgbClr val="4A80B1"/>
              </a:solidFill>
            </a:ln>
          </p:spPr>
          <p:txBody>
            <a:bodyPr wrap="square" lIns="0" tIns="0" rIns="0" bIns="0" rtlCol="0"/>
            <a:lstStyle/>
            <a:p/>
          </p:txBody>
        </p:sp>
        <p:sp>
          <p:nvSpPr>
            <p:cNvPr id="73" name="object 73"/>
            <p:cNvSpPr/>
            <p:nvPr/>
          </p:nvSpPr>
          <p:spPr>
            <a:xfrm>
              <a:off x="8247995" y="4336468"/>
              <a:ext cx="485140" cy="635"/>
            </a:xfrm>
            <a:custGeom>
              <a:avLst/>
              <a:gdLst/>
              <a:ahLst/>
              <a:cxnLst/>
              <a:rect l="l" t="t" r="r" b="b"/>
              <a:pathLst>
                <a:path w="485140" h="635">
                  <a:moveTo>
                    <a:pt x="0" y="0"/>
                  </a:moveTo>
                  <a:lnTo>
                    <a:pt x="484559" y="341"/>
                  </a:lnTo>
                </a:path>
              </a:pathLst>
            </a:custGeom>
            <a:ln w="17098">
              <a:solidFill>
                <a:srgbClr val="2E75B5"/>
              </a:solidFill>
            </a:ln>
          </p:spPr>
          <p:txBody>
            <a:bodyPr wrap="square" lIns="0" tIns="0" rIns="0" bIns="0" rtlCol="0"/>
            <a:lstStyle/>
            <a:p/>
          </p:txBody>
        </p:sp>
        <p:pic>
          <p:nvPicPr>
            <p:cNvPr id="74" name="object 74"/>
            <p:cNvPicPr/>
            <p:nvPr/>
          </p:nvPicPr>
          <p:blipFill>
            <a:blip r:embed="rId3" cstate="print"/>
            <a:stretch>
              <a:fillRect/>
            </a:stretch>
          </p:blipFill>
          <p:spPr>
            <a:xfrm>
              <a:off x="5712231" y="3000780"/>
              <a:ext cx="589676" cy="692468"/>
            </a:xfrm>
            <a:prstGeom prst="rect">
              <a:avLst/>
            </a:prstGeom>
          </p:spPr>
        </p:pic>
        <p:sp>
          <p:nvSpPr>
            <p:cNvPr id="75" name="object 75"/>
            <p:cNvSpPr/>
            <p:nvPr/>
          </p:nvSpPr>
          <p:spPr>
            <a:xfrm>
              <a:off x="5777687" y="3065815"/>
              <a:ext cx="387985" cy="485140"/>
            </a:xfrm>
            <a:custGeom>
              <a:avLst/>
              <a:gdLst/>
              <a:ahLst/>
              <a:cxnLst/>
              <a:rect l="l" t="t" r="r" b="b"/>
              <a:pathLst>
                <a:path w="387985" h="485139">
                  <a:moveTo>
                    <a:pt x="387596" y="0"/>
                  </a:moveTo>
                  <a:lnTo>
                    <a:pt x="0" y="0"/>
                  </a:lnTo>
                  <a:lnTo>
                    <a:pt x="0" y="484659"/>
                  </a:lnTo>
                  <a:lnTo>
                    <a:pt x="387596" y="484659"/>
                  </a:lnTo>
                  <a:lnTo>
                    <a:pt x="387596" y="0"/>
                  </a:lnTo>
                  <a:close/>
                </a:path>
              </a:pathLst>
            </a:custGeom>
            <a:solidFill>
              <a:srgbClr val="A8D08D"/>
            </a:solidFill>
          </p:spPr>
          <p:txBody>
            <a:bodyPr wrap="square" lIns="0" tIns="0" rIns="0" bIns="0" rtlCol="0"/>
            <a:lstStyle/>
            <a:p/>
          </p:txBody>
        </p:sp>
        <p:sp>
          <p:nvSpPr>
            <p:cNvPr id="76" name="object 76"/>
            <p:cNvSpPr/>
            <p:nvPr/>
          </p:nvSpPr>
          <p:spPr>
            <a:xfrm>
              <a:off x="5777682" y="3065914"/>
              <a:ext cx="387985" cy="485140"/>
            </a:xfrm>
            <a:custGeom>
              <a:avLst/>
              <a:gdLst/>
              <a:ahLst/>
              <a:cxnLst/>
              <a:rect l="l" t="t" r="r" b="b"/>
              <a:pathLst>
                <a:path w="387985" h="485139">
                  <a:moveTo>
                    <a:pt x="278600" y="353415"/>
                  </a:moveTo>
                  <a:lnTo>
                    <a:pt x="351241" y="353415"/>
                  </a:lnTo>
                </a:path>
                <a:path w="387985" h="485139">
                  <a:moveTo>
                    <a:pt x="0" y="199704"/>
                  </a:moveTo>
                  <a:lnTo>
                    <a:pt x="72641" y="240056"/>
                  </a:lnTo>
                  <a:lnTo>
                    <a:pt x="0" y="284852"/>
                  </a:lnTo>
                </a:path>
                <a:path w="387985" h="485139">
                  <a:moveTo>
                    <a:pt x="0" y="484557"/>
                  </a:moveTo>
                  <a:lnTo>
                    <a:pt x="387647" y="484557"/>
                  </a:lnTo>
                  <a:lnTo>
                    <a:pt x="387647" y="0"/>
                  </a:lnTo>
                  <a:lnTo>
                    <a:pt x="0" y="0"/>
                  </a:lnTo>
                  <a:lnTo>
                    <a:pt x="0" y="484557"/>
                  </a:lnTo>
                  <a:close/>
                </a:path>
              </a:pathLst>
            </a:custGeom>
            <a:ln w="21368">
              <a:solidFill>
                <a:srgbClr val="A8D08D"/>
              </a:solidFill>
            </a:ln>
          </p:spPr>
          <p:txBody>
            <a:bodyPr wrap="square" lIns="0" tIns="0" rIns="0" bIns="0" rtlCol="0"/>
            <a:lstStyle/>
            <a:p/>
          </p:txBody>
        </p:sp>
      </p:grpSp>
      <p:sp>
        <p:nvSpPr>
          <p:cNvPr id="77" name="object 77"/>
          <p:cNvSpPr txBox="1"/>
          <p:nvPr/>
        </p:nvSpPr>
        <p:spPr>
          <a:xfrm>
            <a:off x="5766998" y="3055230"/>
            <a:ext cx="409575" cy="506095"/>
          </a:xfrm>
          <a:prstGeom prst="rect">
            <a:avLst/>
          </a:prstGeom>
        </p:spPr>
        <p:txBody>
          <a:bodyPr vert="horz" wrap="square" lIns="0" tIns="0" rIns="0" bIns="0" rtlCol="0">
            <a:spAutoFit/>
          </a:bodyPr>
          <a:lstStyle/>
          <a:p>
            <a:pPr marL="61595">
              <a:lnSpc>
                <a:spcPts val="700"/>
              </a:lnSpc>
            </a:pPr>
            <a:r>
              <a:rPr sz="1050" baseline="-32000" dirty="0">
                <a:solidFill>
                  <a:srgbClr val="FEFFFF"/>
                </a:solidFill>
                <a:latin typeface="Calibri" panose="020F0502020204030204"/>
                <a:cs typeface="Calibri" panose="020F0502020204030204"/>
              </a:rPr>
              <a:t>D</a:t>
            </a:r>
            <a:r>
              <a:rPr sz="1050" spc="472" baseline="-32000" dirty="0">
                <a:solidFill>
                  <a:srgbClr val="FEFFFF"/>
                </a:solidFill>
                <a:latin typeface="Calibri" panose="020F0502020204030204"/>
                <a:cs typeface="Calibri" panose="020F0502020204030204"/>
              </a:rPr>
              <a:t> </a:t>
            </a:r>
            <a:r>
              <a:rPr sz="300" dirty="0">
                <a:solidFill>
                  <a:srgbClr val="FEFFFF"/>
                </a:solidFill>
                <a:latin typeface="Calibri" panose="020F0502020204030204"/>
                <a:cs typeface="Calibri" panose="020F0502020204030204"/>
              </a:rPr>
              <a:t>S</a:t>
            </a:r>
            <a:r>
              <a:rPr sz="300" spc="-10" dirty="0">
                <a:solidFill>
                  <a:srgbClr val="FEFFFF"/>
                </a:solidFill>
                <a:latin typeface="Calibri" panose="020F0502020204030204"/>
                <a:cs typeface="Calibri" panose="020F0502020204030204"/>
              </a:rPr>
              <a:t> </a:t>
            </a:r>
            <a:r>
              <a:rPr sz="300" dirty="0">
                <a:solidFill>
                  <a:srgbClr val="FEFFFF"/>
                </a:solidFill>
                <a:latin typeface="Calibri" panose="020F0502020204030204"/>
                <a:cs typeface="Calibri" panose="020F0502020204030204"/>
              </a:rPr>
              <a:t>ET</a:t>
            </a:r>
            <a:r>
              <a:rPr sz="300" spc="390" dirty="0">
                <a:solidFill>
                  <a:srgbClr val="FEFFFF"/>
                </a:solidFill>
                <a:latin typeface="Calibri" panose="020F0502020204030204"/>
                <a:cs typeface="Calibri" panose="020F0502020204030204"/>
              </a:rPr>
              <a:t> </a:t>
            </a:r>
            <a:r>
              <a:rPr sz="1050" i="1" spc="-75" baseline="-32000" dirty="0">
                <a:solidFill>
                  <a:srgbClr val="FEFFFF"/>
                </a:solidFill>
                <a:latin typeface="Calibri" panose="020F0502020204030204"/>
                <a:cs typeface="Calibri" panose="020F0502020204030204"/>
              </a:rPr>
              <a:t>Q</a:t>
            </a:r>
            <a:endParaRPr sz="1050" baseline="-32000">
              <a:latin typeface="Calibri" panose="020F0502020204030204"/>
              <a:cs typeface="Calibri" panose="020F0502020204030204"/>
            </a:endParaRPr>
          </a:p>
          <a:p>
            <a:pPr>
              <a:lnSpc>
                <a:spcPct val="100000"/>
              </a:lnSpc>
            </a:pPr>
            <a:endParaRPr sz="300">
              <a:latin typeface="Calibri" panose="020F0502020204030204"/>
              <a:cs typeface="Calibri" panose="020F0502020204030204"/>
            </a:endParaRPr>
          </a:p>
          <a:p>
            <a:pPr>
              <a:lnSpc>
                <a:spcPct val="100000"/>
              </a:lnSpc>
            </a:pPr>
            <a:endParaRPr sz="300">
              <a:latin typeface="Calibri" panose="020F0502020204030204"/>
              <a:cs typeface="Calibri" panose="020F0502020204030204"/>
            </a:endParaRPr>
          </a:p>
          <a:p>
            <a:pPr>
              <a:lnSpc>
                <a:spcPct val="100000"/>
              </a:lnSpc>
            </a:pPr>
            <a:endParaRPr sz="300">
              <a:latin typeface="Calibri" panose="020F0502020204030204"/>
              <a:cs typeface="Calibri" panose="020F0502020204030204"/>
            </a:endParaRPr>
          </a:p>
          <a:p>
            <a:pPr>
              <a:lnSpc>
                <a:spcPct val="100000"/>
              </a:lnSpc>
            </a:pPr>
            <a:endParaRPr sz="300">
              <a:latin typeface="Calibri" panose="020F0502020204030204"/>
              <a:cs typeface="Calibri" panose="020F0502020204030204"/>
            </a:endParaRPr>
          </a:p>
          <a:p>
            <a:pPr>
              <a:lnSpc>
                <a:spcPct val="100000"/>
              </a:lnSpc>
              <a:spcBef>
                <a:spcPts val="265"/>
              </a:spcBef>
            </a:pPr>
            <a:endParaRPr sz="300">
              <a:latin typeface="Calibri" panose="020F0502020204030204"/>
              <a:cs typeface="Calibri" panose="020F0502020204030204"/>
            </a:endParaRPr>
          </a:p>
          <a:p>
            <a:pPr marL="178435">
              <a:lnSpc>
                <a:spcPct val="100000"/>
              </a:lnSpc>
            </a:pPr>
            <a:r>
              <a:rPr sz="300" dirty="0">
                <a:solidFill>
                  <a:srgbClr val="FEFFFF"/>
                </a:solidFill>
                <a:latin typeface="Calibri" panose="020F0502020204030204"/>
                <a:cs typeface="Calibri" panose="020F0502020204030204"/>
              </a:rPr>
              <a:t>CLR</a:t>
            </a:r>
            <a:r>
              <a:rPr sz="300" spc="415" dirty="0">
                <a:solidFill>
                  <a:srgbClr val="FEFFFF"/>
                </a:solidFill>
                <a:latin typeface="Calibri" panose="020F0502020204030204"/>
                <a:cs typeface="Calibri" panose="020F0502020204030204"/>
              </a:rPr>
              <a:t> </a:t>
            </a:r>
            <a:r>
              <a:rPr sz="700" i="1" spc="-50" dirty="0">
                <a:solidFill>
                  <a:srgbClr val="FEFFFF"/>
                </a:solidFill>
                <a:latin typeface="Calibri" panose="020F0502020204030204"/>
                <a:cs typeface="Calibri" panose="020F0502020204030204"/>
              </a:rPr>
              <a:t>Q</a:t>
            </a:r>
            <a:endParaRPr sz="700">
              <a:latin typeface="Calibri" panose="020F0502020204030204"/>
              <a:cs typeface="Calibri" panose="020F0502020204030204"/>
            </a:endParaRPr>
          </a:p>
        </p:txBody>
      </p:sp>
      <p:grpSp>
        <p:nvGrpSpPr>
          <p:cNvPr id="78" name="object 78"/>
          <p:cNvGrpSpPr/>
          <p:nvPr/>
        </p:nvGrpSpPr>
        <p:grpSpPr>
          <a:xfrm>
            <a:off x="5712231" y="5065356"/>
            <a:ext cx="589915" cy="680085"/>
            <a:chOff x="5712231" y="5065356"/>
            <a:chExt cx="589915" cy="680085"/>
          </a:xfrm>
        </p:grpSpPr>
        <p:pic>
          <p:nvPicPr>
            <p:cNvPr id="79" name="object 79"/>
            <p:cNvPicPr/>
            <p:nvPr/>
          </p:nvPicPr>
          <p:blipFill>
            <a:blip r:embed="rId4" cstate="print"/>
            <a:stretch>
              <a:fillRect/>
            </a:stretch>
          </p:blipFill>
          <p:spPr>
            <a:xfrm>
              <a:off x="5712231" y="5065356"/>
              <a:ext cx="589676" cy="679645"/>
            </a:xfrm>
            <a:prstGeom prst="rect">
              <a:avLst/>
            </a:prstGeom>
          </p:spPr>
        </p:pic>
        <p:sp>
          <p:nvSpPr>
            <p:cNvPr id="80" name="object 80"/>
            <p:cNvSpPr/>
            <p:nvPr/>
          </p:nvSpPr>
          <p:spPr>
            <a:xfrm>
              <a:off x="5777687" y="5125695"/>
              <a:ext cx="387985" cy="485140"/>
            </a:xfrm>
            <a:custGeom>
              <a:avLst/>
              <a:gdLst/>
              <a:ahLst/>
              <a:cxnLst/>
              <a:rect l="l" t="t" r="r" b="b"/>
              <a:pathLst>
                <a:path w="387985" h="485139">
                  <a:moveTo>
                    <a:pt x="387596" y="0"/>
                  </a:moveTo>
                  <a:lnTo>
                    <a:pt x="0" y="0"/>
                  </a:lnTo>
                  <a:lnTo>
                    <a:pt x="0" y="484659"/>
                  </a:lnTo>
                  <a:lnTo>
                    <a:pt x="387596" y="484659"/>
                  </a:lnTo>
                  <a:lnTo>
                    <a:pt x="387596" y="0"/>
                  </a:lnTo>
                  <a:close/>
                </a:path>
              </a:pathLst>
            </a:custGeom>
            <a:solidFill>
              <a:srgbClr val="A8D08D"/>
            </a:solidFill>
          </p:spPr>
          <p:txBody>
            <a:bodyPr wrap="square" lIns="0" tIns="0" rIns="0" bIns="0" rtlCol="0"/>
            <a:lstStyle/>
            <a:p/>
          </p:txBody>
        </p:sp>
        <p:sp>
          <p:nvSpPr>
            <p:cNvPr id="81" name="object 81"/>
            <p:cNvSpPr/>
            <p:nvPr/>
          </p:nvSpPr>
          <p:spPr>
            <a:xfrm>
              <a:off x="5777683" y="5125677"/>
              <a:ext cx="387985" cy="485140"/>
            </a:xfrm>
            <a:custGeom>
              <a:avLst/>
              <a:gdLst/>
              <a:ahLst/>
              <a:cxnLst/>
              <a:rect l="l" t="t" r="r" b="b"/>
              <a:pathLst>
                <a:path w="387985" h="485139">
                  <a:moveTo>
                    <a:pt x="278600" y="353415"/>
                  </a:moveTo>
                  <a:lnTo>
                    <a:pt x="351241" y="353415"/>
                  </a:lnTo>
                </a:path>
                <a:path w="387985" h="485139">
                  <a:moveTo>
                    <a:pt x="0" y="199738"/>
                  </a:moveTo>
                  <a:lnTo>
                    <a:pt x="72641" y="240124"/>
                  </a:lnTo>
                  <a:lnTo>
                    <a:pt x="0" y="284938"/>
                  </a:lnTo>
                </a:path>
                <a:path w="387985" h="485139">
                  <a:moveTo>
                    <a:pt x="0" y="484677"/>
                  </a:moveTo>
                  <a:lnTo>
                    <a:pt x="387647" y="484677"/>
                  </a:lnTo>
                  <a:lnTo>
                    <a:pt x="387647" y="0"/>
                  </a:lnTo>
                  <a:lnTo>
                    <a:pt x="0" y="0"/>
                  </a:lnTo>
                  <a:lnTo>
                    <a:pt x="0" y="484677"/>
                  </a:lnTo>
                  <a:close/>
                </a:path>
              </a:pathLst>
            </a:custGeom>
            <a:ln w="21368">
              <a:solidFill>
                <a:srgbClr val="A8D08D"/>
              </a:solidFill>
            </a:ln>
          </p:spPr>
          <p:txBody>
            <a:bodyPr wrap="square" lIns="0" tIns="0" rIns="0" bIns="0" rtlCol="0"/>
            <a:lstStyle/>
            <a:p/>
          </p:txBody>
        </p:sp>
      </p:grpSp>
      <p:sp>
        <p:nvSpPr>
          <p:cNvPr id="82" name="object 82"/>
          <p:cNvSpPr txBox="1"/>
          <p:nvPr/>
        </p:nvSpPr>
        <p:spPr>
          <a:xfrm>
            <a:off x="5766998" y="5114993"/>
            <a:ext cx="409575" cy="506095"/>
          </a:xfrm>
          <a:prstGeom prst="rect">
            <a:avLst/>
          </a:prstGeom>
        </p:spPr>
        <p:txBody>
          <a:bodyPr vert="horz" wrap="square" lIns="0" tIns="0" rIns="0" bIns="0" rtlCol="0">
            <a:spAutoFit/>
          </a:bodyPr>
          <a:lstStyle/>
          <a:p>
            <a:pPr marL="61595">
              <a:lnSpc>
                <a:spcPts val="750"/>
              </a:lnSpc>
            </a:pPr>
            <a:r>
              <a:rPr sz="1050" baseline="-32000" dirty="0">
                <a:solidFill>
                  <a:srgbClr val="FEFFFF"/>
                </a:solidFill>
                <a:latin typeface="Calibri" panose="020F0502020204030204"/>
                <a:cs typeface="Calibri" panose="020F0502020204030204"/>
              </a:rPr>
              <a:t>D</a:t>
            </a:r>
            <a:r>
              <a:rPr sz="1050" spc="480" baseline="-32000" dirty="0">
                <a:solidFill>
                  <a:srgbClr val="FEFFFF"/>
                </a:solidFill>
                <a:latin typeface="Calibri" panose="020F0502020204030204"/>
                <a:cs typeface="Calibri" panose="020F0502020204030204"/>
              </a:rPr>
              <a:t> </a:t>
            </a:r>
            <a:r>
              <a:rPr sz="300" dirty="0">
                <a:solidFill>
                  <a:srgbClr val="FEFFFF"/>
                </a:solidFill>
                <a:latin typeface="Calibri" panose="020F0502020204030204"/>
                <a:cs typeface="Calibri" panose="020F0502020204030204"/>
              </a:rPr>
              <a:t>S</a:t>
            </a:r>
            <a:r>
              <a:rPr sz="300" spc="-10" dirty="0">
                <a:solidFill>
                  <a:srgbClr val="FEFFFF"/>
                </a:solidFill>
                <a:latin typeface="Calibri" panose="020F0502020204030204"/>
                <a:cs typeface="Calibri" panose="020F0502020204030204"/>
              </a:rPr>
              <a:t> </a:t>
            </a:r>
            <a:r>
              <a:rPr sz="300" dirty="0">
                <a:solidFill>
                  <a:srgbClr val="FEFFFF"/>
                </a:solidFill>
                <a:latin typeface="Calibri" panose="020F0502020204030204"/>
                <a:cs typeface="Calibri" panose="020F0502020204030204"/>
              </a:rPr>
              <a:t>ET</a:t>
            </a:r>
            <a:r>
              <a:rPr sz="300" spc="390" dirty="0">
                <a:solidFill>
                  <a:srgbClr val="FEFFFF"/>
                </a:solidFill>
                <a:latin typeface="Calibri" panose="020F0502020204030204"/>
                <a:cs typeface="Calibri" panose="020F0502020204030204"/>
              </a:rPr>
              <a:t> </a:t>
            </a:r>
            <a:r>
              <a:rPr sz="1050" i="1" spc="-75" baseline="-32000" dirty="0">
                <a:solidFill>
                  <a:srgbClr val="FEFFFF"/>
                </a:solidFill>
                <a:latin typeface="Calibri" panose="020F0502020204030204"/>
                <a:cs typeface="Calibri" panose="020F0502020204030204"/>
              </a:rPr>
              <a:t>Q</a:t>
            </a:r>
            <a:endParaRPr sz="1050" baseline="-32000">
              <a:latin typeface="Calibri" panose="020F0502020204030204"/>
              <a:cs typeface="Calibri" panose="020F0502020204030204"/>
            </a:endParaRPr>
          </a:p>
          <a:p>
            <a:pPr>
              <a:lnSpc>
                <a:spcPct val="100000"/>
              </a:lnSpc>
            </a:pPr>
            <a:endParaRPr sz="300">
              <a:latin typeface="Calibri" panose="020F0502020204030204"/>
              <a:cs typeface="Calibri" panose="020F0502020204030204"/>
            </a:endParaRPr>
          </a:p>
          <a:p>
            <a:pPr>
              <a:lnSpc>
                <a:spcPct val="100000"/>
              </a:lnSpc>
            </a:pPr>
            <a:endParaRPr sz="300">
              <a:latin typeface="Calibri" panose="020F0502020204030204"/>
              <a:cs typeface="Calibri" panose="020F0502020204030204"/>
            </a:endParaRPr>
          </a:p>
          <a:p>
            <a:pPr>
              <a:lnSpc>
                <a:spcPct val="100000"/>
              </a:lnSpc>
            </a:pPr>
            <a:endParaRPr sz="300">
              <a:latin typeface="Calibri" panose="020F0502020204030204"/>
              <a:cs typeface="Calibri" panose="020F0502020204030204"/>
            </a:endParaRPr>
          </a:p>
          <a:p>
            <a:pPr>
              <a:lnSpc>
                <a:spcPct val="100000"/>
              </a:lnSpc>
            </a:pPr>
            <a:endParaRPr sz="300">
              <a:latin typeface="Calibri" panose="020F0502020204030204"/>
              <a:cs typeface="Calibri" panose="020F0502020204030204"/>
            </a:endParaRPr>
          </a:p>
          <a:p>
            <a:pPr>
              <a:lnSpc>
                <a:spcPct val="100000"/>
              </a:lnSpc>
              <a:spcBef>
                <a:spcPts val="270"/>
              </a:spcBef>
            </a:pPr>
            <a:endParaRPr sz="300">
              <a:latin typeface="Calibri" panose="020F0502020204030204"/>
              <a:cs typeface="Calibri" panose="020F0502020204030204"/>
            </a:endParaRPr>
          </a:p>
          <a:p>
            <a:pPr marL="178435">
              <a:lnSpc>
                <a:spcPct val="100000"/>
              </a:lnSpc>
            </a:pPr>
            <a:r>
              <a:rPr sz="300" dirty="0">
                <a:solidFill>
                  <a:srgbClr val="FEFFFF"/>
                </a:solidFill>
                <a:latin typeface="Calibri" panose="020F0502020204030204"/>
                <a:cs typeface="Calibri" panose="020F0502020204030204"/>
              </a:rPr>
              <a:t>CLR</a:t>
            </a:r>
            <a:r>
              <a:rPr sz="300" spc="415" dirty="0">
                <a:solidFill>
                  <a:srgbClr val="FEFFFF"/>
                </a:solidFill>
                <a:latin typeface="Calibri" panose="020F0502020204030204"/>
                <a:cs typeface="Calibri" panose="020F0502020204030204"/>
              </a:rPr>
              <a:t> </a:t>
            </a:r>
            <a:r>
              <a:rPr sz="700" i="1" spc="-50" dirty="0">
                <a:solidFill>
                  <a:srgbClr val="FEFFFF"/>
                </a:solidFill>
                <a:latin typeface="Calibri" panose="020F0502020204030204"/>
                <a:cs typeface="Calibri" panose="020F0502020204030204"/>
              </a:rPr>
              <a:t>Q</a:t>
            </a:r>
            <a:endParaRPr sz="700">
              <a:latin typeface="Calibri" panose="020F0502020204030204"/>
              <a:cs typeface="Calibri" panose="020F0502020204030204"/>
            </a:endParaRPr>
          </a:p>
        </p:txBody>
      </p:sp>
      <p:grpSp>
        <p:nvGrpSpPr>
          <p:cNvPr id="83" name="object 83"/>
          <p:cNvGrpSpPr/>
          <p:nvPr/>
        </p:nvGrpSpPr>
        <p:grpSpPr>
          <a:xfrm>
            <a:off x="5161000" y="2346775"/>
            <a:ext cx="4448810" cy="3744595"/>
            <a:chOff x="5161000" y="2346775"/>
            <a:chExt cx="4448810" cy="3744595"/>
          </a:xfrm>
        </p:grpSpPr>
        <p:pic>
          <p:nvPicPr>
            <p:cNvPr id="84" name="object 84"/>
            <p:cNvPicPr/>
            <p:nvPr/>
          </p:nvPicPr>
          <p:blipFill>
            <a:blip r:embed="rId5" cstate="print"/>
            <a:stretch>
              <a:fillRect/>
            </a:stretch>
          </p:blipFill>
          <p:spPr>
            <a:xfrm>
              <a:off x="7801736" y="4193357"/>
              <a:ext cx="576856" cy="679645"/>
            </a:xfrm>
            <a:prstGeom prst="rect">
              <a:avLst/>
            </a:prstGeom>
          </p:spPr>
        </p:pic>
        <p:sp>
          <p:nvSpPr>
            <p:cNvPr id="85" name="object 85"/>
            <p:cNvSpPr/>
            <p:nvPr/>
          </p:nvSpPr>
          <p:spPr>
            <a:xfrm>
              <a:off x="7860525" y="4255703"/>
              <a:ext cx="387985" cy="485140"/>
            </a:xfrm>
            <a:custGeom>
              <a:avLst/>
              <a:gdLst/>
              <a:ahLst/>
              <a:cxnLst/>
              <a:rect l="l" t="t" r="r" b="b"/>
              <a:pathLst>
                <a:path w="387984" h="485139">
                  <a:moveTo>
                    <a:pt x="387596" y="0"/>
                  </a:moveTo>
                  <a:lnTo>
                    <a:pt x="0" y="0"/>
                  </a:lnTo>
                  <a:lnTo>
                    <a:pt x="0" y="484659"/>
                  </a:lnTo>
                  <a:lnTo>
                    <a:pt x="387596" y="484659"/>
                  </a:lnTo>
                  <a:lnTo>
                    <a:pt x="387596" y="0"/>
                  </a:lnTo>
                  <a:close/>
                </a:path>
              </a:pathLst>
            </a:custGeom>
            <a:solidFill>
              <a:srgbClr val="A8D08D"/>
            </a:solidFill>
          </p:spPr>
          <p:txBody>
            <a:bodyPr wrap="square" lIns="0" tIns="0" rIns="0" bIns="0" rtlCol="0"/>
            <a:lstStyle/>
            <a:p/>
          </p:txBody>
        </p:sp>
        <p:sp>
          <p:nvSpPr>
            <p:cNvPr id="86" name="object 86"/>
            <p:cNvSpPr/>
            <p:nvPr/>
          </p:nvSpPr>
          <p:spPr>
            <a:xfrm>
              <a:off x="7860518" y="4255765"/>
              <a:ext cx="387985" cy="485140"/>
            </a:xfrm>
            <a:custGeom>
              <a:avLst/>
              <a:gdLst/>
              <a:ahLst/>
              <a:cxnLst/>
              <a:rect l="l" t="t" r="r" b="b"/>
              <a:pathLst>
                <a:path w="387984" h="485139">
                  <a:moveTo>
                    <a:pt x="278429" y="353415"/>
                  </a:moveTo>
                  <a:lnTo>
                    <a:pt x="351241" y="353415"/>
                  </a:lnTo>
                </a:path>
                <a:path w="387984" h="485139">
                  <a:moveTo>
                    <a:pt x="0" y="199704"/>
                  </a:moveTo>
                  <a:lnTo>
                    <a:pt x="72641" y="240056"/>
                  </a:lnTo>
                  <a:lnTo>
                    <a:pt x="0" y="284852"/>
                  </a:lnTo>
                </a:path>
                <a:path w="387984" h="485139">
                  <a:moveTo>
                    <a:pt x="0" y="484591"/>
                  </a:moveTo>
                  <a:lnTo>
                    <a:pt x="387476" y="484591"/>
                  </a:lnTo>
                  <a:lnTo>
                    <a:pt x="387476" y="0"/>
                  </a:lnTo>
                  <a:lnTo>
                    <a:pt x="0" y="0"/>
                  </a:lnTo>
                  <a:lnTo>
                    <a:pt x="0" y="484591"/>
                  </a:lnTo>
                  <a:close/>
                </a:path>
              </a:pathLst>
            </a:custGeom>
            <a:ln w="21368">
              <a:solidFill>
                <a:srgbClr val="A8D08D"/>
              </a:solidFill>
            </a:ln>
          </p:spPr>
          <p:txBody>
            <a:bodyPr wrap="square" lIns="0" tIns="0" rIns="0" bIns="0" rtlCol="0"/>
            <a:lstStyle/>
            <a:p/>
          </p:txBody>
        </p:sp>
        <p:pic>
          <p:nvPicPr>
            <p:cNvPr id="87" name="object 87"/>
            <p:cNvPicPr/>
            <p:nvPr/>
          </p:nvPicPr>
          <p:blipFill>
            <a:blip r:embed="rId6" cstate="print"/>
            <a:stretch>
              <a:fillRect/>
            </a:stretch>
          </p:blipFill>
          <p:spPr>
            <a:xfrm>
              <a:off x="5430202" y="2846886"/>
              <a:ext cx="320475" cy="666822"/>
            </a:xfrm>
            <a:prstGeom prst="rect">
              <a:avLst/>
            </a:prstGeom>
          </p:spPr>
        </p:pic>
        <p:sp>
          <p:nvSpPr>
            <p:cNvPr id="88" name="object 88"/>
            <p:cNvSpPr/>
            <p:nvPr/>
          </p:nvSpPr>
          <p:spPr>
            <a:xfrm>
              <a:off x="5510542" y="2906395"/>
              <a:ext cx="155575" cy="485140"/>
            </a:xfrm>
            <a:custGeom>
              <a:avLst/>
              <a:gdLst/>
              <a:ahLst/>
              <a:cxnLst/>
              <a:rect l="l" t="t" r="r" b="b"/>
              <a:pathLst>
                <a:path w="155575" h="485139">
                  <a:moveTo>
                    <a:pt x="0" y="0"/>
                  </a:moveTo>
                  <a:lnTo>
                    <a:pt x="0" y="484720"/>
                  </a:lnTo>
                  <a:lnTo>
                    <a:pt x="155193" y="355295"/>
                  </a:lnTo>
                  <a:lnTo>
                    <a:pt x="155193" y="129425"/>
                  </a:lnTo>
                  <a:lnTo>
                    <a:pt x="0" y="0"/>
                  </a:lnTo>
                  <a:close/>
                </a:path>
              </a:pathLst>
            </a:custGeom>
            <a:solidFill>
              <a:srgbClr val="A8D08D"/>
            </a:solidFill>
          </p:spPr>
          <p:txBody>
            <a:bodyPr wrap="square" lIns="0" tIns="0" rIns="0" bIns="0" rtlCol="0"/>
            <a:lstStyle/>
            <a:p/>
          </p:txBody>
        </p:sp>
        <p:sp>
          <p:nvSpPr>
            <p:cNvPr id="89" name="object 89"/>
            <p:cNvSpPr/>
            <p:nvPr/>
          </p:nvSpPr>
          <p:spPr>
            <a:xfrm>
              <a:off x="5510534" y="2906390"/>
              <a:ext cx="155575" cy="485140"/>
            </a:xfrm>
            <a:custGeom>
              <a:avLst/>
              <a:gdLst/>
              <a:ahLst/>
              <a:cxnLst/>
              <a:rect l="l" t="t" r="r" b="b"/>
              <a:pathLst>
                <a:path w="155575" h="485139">
                  <a:moveTo>
                    <a:pt x="0" y="0"/>
                  </a:moveTo>
                  <a:lnTo>
                    <a:pt x="0" y="484728"/>
                  </a:lnTo>
                  <a:lnTo>
                    <a:pt x="155195" y="355296"/>
                  </a:lnTo>
                  <a:lnTo>
                    <a:pt x="155195" y="129431"/>
                  </a:lnTo>
                  <a:lnTo>
                    <a:pt x="0" y="0"/>
                  </a:lnTo>
                  <a:close/>
                </a:path>
              </a:pathLst>
            </a:custGeom>
            <a:ln w="12832">
              <a:solidFill>
                <a:srgbClr val="A8D08D"/>
              </a:solidFill>
            </a:ln>
          </p:spPr>
          <p:txBody>
            <a:bodyPr wrap="square" lIns="0" tIns="0" rIns="0" bIns="0" rtlCol="0"/>
            <a:lstStyle/>
            <a:p/>
          </p:txBody>
        </p:sp>
        <p:pic>
          <p:nvPicPr>
            <p:cNvPr id="90" name="object 90"/>
            <p:cNvPicPr/>
            <p:nvPr/>
          </p:nvPicPr>
          <p:blipFill>
            <a:blip r:embed="rId7" cstate="print"/>
            <a:stretch>
              <a:fillRect/>
            </a:stretch>
          </p:blipFill>
          <p:spPr>
            <a:xfrm>
              <a:off x="5430202" y="4911474"/>
              <a:ext cx="320475" cy="666822"/>
            </a:xfrm>
            <a:prstGeom prst="rect">
              <a:avLst/>
            </a:prstGeom>
          </p:spPr>
        </p:pic>
        <p:sp>
          <p:nvSpPr>
            <p:cNvPr id="91" name="object 91"/>
            <p:cNvSpPr/>
            <p:nvPr/>
          </p:nvSpPr>
          <p:spPr>
            <a:xfrm>
              <a:off x="5510542" y="4966258"/>
              <a:ext cx="155575" cy="485140"/>
            </a:xfrm>
            <a:custGeom>
              <a:avLst/>
              <a:gdLst/>
              <a:ahLst/>
              <a:cxnLst/>
              <a:rect l="l" t="t" r="r" b="b"/>
              <a:pathLst>
                <a:path w="155575" h="485139">
                  <a:moveTo>
                    <a:pt x="0" y="0"/>
                  </a:moveTo>
                  <a:lnTo>
                    <a:pt x="0" y="484657"/>
                  </a:lnTo>
                  <a:lnTo>
                    <a:pt x="155193" y="355231"/>
                  </a:lnTo>
                  <a:lnTo>
                    <a:pt x="155193" y="129425"/>
                  </a:lnTo>
                  <a:lnTo>
                    <a:pt x="0" y="0"/>
                  </a:lnTo>
                  <a:close/>
                </a:path>
              </a:pathLst>
            </a:custGeom>
            <a:solidFill>
              <a:srgbClr val="A8D08D"/>
            </a:solidFill>
          </p:spPr>
          <p:txBody>
            <a:bodyPr wrap="square" lIns="0" tIns="0" rIns="0" bIns="0" rtlCol="0"/>
            <a:lstStyle/>
            <a:p/>
          </p:txBody>
        </p:sp>
        <p:sp>
          <p:nvSpPr>
            <p:cNvPr id="92" name="object 92"/>
            <p:cNvSpPr/>
            <p:nvPr/>
          </p:nvSpPr>
          <p:spPr>
            <a:xfrm>
              <a:off x="5510534" y="4966256"/>
              <a:ext cx="155575" cy="485140"/>
            </a:xfrm>
            <a:custGeom>
              <a:avLst/>
              <a:gdLst/>
              <a:ahLst/>
              <a:cxnLst/>
              <a:rect l="l" t="t" r="r" b="b"/>
              <a:pathLst>
                <a:path w="155575" h="485139">
                  <a:moveTo>
                    <a:pt x="0" y="0"/>
                  </a:moveTo>
                  <a:lnTo>
                    <a:pt x="0" y="484660"/>
                  </a:lnTo>
                  <a:lnTo>
                    <a:pt x="155195" y="355228"/>
                  </a:lnTo>
                  <a:lnTo>
                    <a:pt x="155195" y="129431"/>
                  </a:lnTo>
                  <a:lnTo>
                    <a:pt x="0" y="0"/>
                  </a:lnTo>
                  <a:close/>
                </a:path>
              </a:pathLst>
            </a:custGeom>
            <a:ln w="12832">
              <a:solidFill>
                <a:srgbClr val="A8D08D"/>
              </a:solidFill>
            </a:ln>
          </p:spPr>
          <p:txBody>
            <a:bodyPr wrap="square" lIns="0" tIns="0" rIns="0" bIns="0" rtlCol="0"/>
            <a:lstStyle/>
            <a:p/>
          </p:txBody>
        </p:sp>
        <p:pic>
          <p:nvPicPr>
            <p:cNvPr id="93" name="object 93"/>
            <p:cNvPicPr/>
            <p:nvPr/>
          </p:nvPicPr>
          <p:blipFill>
            <a:blip r:embed="rId8" cstate="print"/>
            <a:stretch>
              <a:fillRect/>
            </a:stretch>
          </p:blipFill>
          <p:spPr>
            <a:xfrm>
              <a:off x="5161000" y="2577595"/>
              <a:ext cx="487123" cy="525763"/>
            </a:xfrm>
            <a:prstGeom prst="rect">
              <a:avLst/>
            </a:prstGeom>
          </p:spPr>
        </p:pic>
        <p:sp>
          <p:nvSpPr>
            <p:cNvPr id="94" name="object 94"/>
            <p:cNvSpPr/>
            <p:nvPr/>
          </p:nvSpPr>
          <p:spPr>
            <a:xfrm>
              <a:off x="5219969" y="2644962"/>
              <a:ext cx="290830" cy="319405"/>
            </a:xfrm>
            <a:custGeom>
              <a:avLst/>
              <a:gdLst/>
              <a:ahLst/>
              <a:cxnLst/>
              <a:rect l="l" t="t" r="r" b="b"/>
              <a:pathLst>
                <a:path w="290829" h="319405">
                  <a:moveTo>
                    <a:pt x="0" y="0"/>
                  </a:moveTo>
                  <a:lnTo>
                    <a:pt x="0" y="318877"/>
                  </a:lnTo>
                </a:path>
                <a:path w="290829" h="319405">
                  <a:moveTo>
                    <a:pt x="0" y="318877"/>
                  </a:moveTo>
                  <a:lnTo>
                    <a:pt x="290564" y="318877"/>
                  </a:lnTo>
                </a:path>
              </a:pathLst>
            </a:custGeom>
            <a:ln w="17095">
              <a:solidFill>
                <a:srgbClr val="A8D08D"/>
              </a:solidFill>
            </a:ln>
          </p:spPr>
          <p:txBody>
            <a:bodyPr wrap="square" lIns="0" tIns="0" rIns="0" bIns="0" rtlCol="0"/>
            <a:lstStyle/>
            <a:p/>
          </p:txBody>
        </p:sp>
        <p:pic>
          <p:nvPicPr>
            <p:cNvPr id="95" name="object 95"/>
            <p:cNvPicPr/>
            <p:nvPr/>
          </p:nvPicPr>
          <p:blipFill>
            <a:blip r:embed="rId9" cstate="print"/>
            <a:stretch>
              <a:fillRect/>
            </a:stretch>
          </p:blipFill>
          <p:spPr>
            <a:xfrm>
              <a:off x="5161000" y="5309002"/>
              <a:ext cx="487123" cy="512940"/>
            </a:xfrm>
            <a:prstGeom prst="rect">
              <a:avLst/>
            </a:prstGeom>
          </p:spPr>
        </p:pic>
        <p:sp>
          <p:nvSpPr>
            <p:cNvPr id="96" name="object 96"/>
            <p:cNvSpPr/>
            <p:nvPr/>
          </p:nvSpPr>
          <p:spPr>
            <a:xfrm>
              <a:off x="5219969" y="5374385"/>
              <a:ext cx="290830" cy="319405"/>
            </a:xfrm>
            <a:custGeom>
              <a:avLst/>
              <a:gdLst/>
              <a:ahLst/>
              <a:cxnLst/>
              <a:rect l="l" t="t" r="r" b="b"/>
              <a:pathLst>
                <a:path w="290829" h="319404">
                  <a:moveTo>
                    <a:pt x="0" y="318860"/>
                  </a:moveTo>
                  <a:lnTo>
                    <a:pt x="0" y="0"/>
                  </a:lnTo>
                </a:path>
                <a:path w="290829" h="319404">
                  <a:moveTo>
                    <a:pt x="0" y="0"/>
                  </a:moveTo>
                  <a:lnTo>
                    <a:pt x="290564" y="0"/>
                  </a:lnTo>
                </a:path>
              </a:pathLst>
            </a:custGeom>
            <a:ln w="17095">
              <a:solidFill>
                <a:srgbClr val="A8D08D"/>
              </a:solidFill>
            </a:ln>
          </p:spPr>
          <p:txBody>
            <a:bodyPr wrap="square" lIns="0" tIns="0" rIns="0" bIns="0" rtlCol="0"/>
            <a:lstStyle/>
            <a:p/>
          </p:txBody>
        </p:sp>
        <p:pic>
          <p:nvPicPr>
            <p:cNvPr id="97" name="object 97"/>
            <p:cNvPicPr/>
            <p:nvPr/>
          </p:nvPicPr>
          <p:blipFill>
            <a:blip r:embed="rId10" cstate="print"/>
            <a:stretch>
              <a:fillRect/>
            </a:stretch>
          </p:blipFill>
          <p:spPr>
            <a:xfrm>
              <a:off x="8365769" y="4270295"/>
              <a:ext cx="1243444" cy="1320825"/>
            </a:xfrm>
            <a:prstGeom prst="rect">
              <a:avLst/>
            </a:prstGeom>
          </p:spPr>
        </p:pic>
        <p:sp>
          <p:nvSpPr>
            <p:cNvPr id="98" name="object 98"/>
            <p:cNvSpPr/>
            <p:nvPr/>
          </p:nvSpPr>
          <p:spPr>
            <a:xfrm>
              <a:off x="8423018" y="4338519"/>
              <a:ext cx="1065530" cy="1112520"/>
            </a:xfrm>
            <a:custGeom>
              <a:avLst/>
              <a:gdLst/>
              <a:ahLst/>
              <a:cxnLst/>
              <a:rect l="l" t="t" r="r" b="b"/>
              <a:pathLst>
                <a:path w="1065529" h="1112520">
                  <a:moveTo>
                    <a:pt x="0" y="0"/>
                  </a:moveTo>
                  <a:lnTo>
                    <a:pt x="0" y="1112396"/>
                  </a:lnTo>
                </a:path>
                <a:path w="1065529" h="1112520">
                  <a:moveTo>
                    <a:pt x="0" y="1112396"/>
                  </a:moveTo>
                  <a:lnTo>
                    <a:pt x="1065517" y="1112396"/>
                  </a:lnTo>
                </a:path>
              </a:pathLst>
            </a:custGeom>
            <a:ln w="17095">
              <a:solidFill>
                <a:srgbClr val="A8D08D"/>
              </a:solidFill>
            </a:ln>
          </p:spPr>
          <p:txBody>
            <a:bodyPr wrap="square" lIns="0" tIns="0" rIns="0" bIns="0" rtlCol="0"/>
            <a:lstStyle/>
            <a:p/>
          </p:txBody>
        </p:sp>
        <p:pic>
          <p:nvPicPr>
            <p:cNvPr id="99" name="object 99"/>
            <p:cNvPicPr/>
            <p:nvPr/>
          </p:nvPicPr>
          <p:blipFill>
            <a:blip r:embed="rId11" cstate="print"/>
            <a:stretch>
              <a:fillRect/>
            </a:stretch>
          </p:blipFill>
          <p:spPr>
            <a:xfrm>
              <a:off x="5186641" y="2346775"/>
              <a:ext cx="487123" cy="487292"/>
            </a:xfrm>
            <a:prstGeom prst="rect">
              <a:avLst/>
            </a:prstGeom>
          </p:spPr>
        </p:pic>
        <p:sp>
          <p:nvSpPr>
            <p:cNvPr id="100" name="object 100"/>
            <p:cNvSpPr/>
            <p:nvPr/>
          </p:nvSpPr>
          <p:spPr>
            <a:xfrm>
              <a:off x="5268340" y="2397556"/>
              <a:ext cx="318770" cy="319405"/>
            </a:xfrm>
            <a:custGeom>
              <a:avLst/>
              <a:gdLst/>
              <a:ahLst/>
              <a:cxnLst/>
              <a:rect l="l" t="t" r="r" b="b"/>
              <a:pathLst>
                <a:path w="318770" h="319405">
                  <a:moveTo>
                    <a:pt x="159473" y="0"/>
                  </a:moveTo>
                  <a:lnTo>
                    <a:pt x="109087" y="8119"/>
                  </a:lnTo>
                  <a:lnTo>
                    <a:pt x="65312" y="30731"/>
                  </a:lnTo>
                  <a:lnTo>
                    <a:pt x="30783" y="65219"/>
                  </a:lnTo>
                  <a:lnTo>
                    <a:pt x="8135" y="108963"/>
                  </a:lnTo>
                  <a:lnTo>
                    <a:pt x="0" y="159346"/>
                  </a:lnTo>
                  <a:lnTo>
                    <a:pt x="8135" y="209753"/>
                  </a:lnTo>
                  <a:lnTo>
                    <a:pt x="30783" y="253542"/>
                  </a:lnTo>
                  <a:lnTo>
                    <a:pt x="65312" y="288080"/>
                  </a:lnTo>
                  <a:lnTo>
                    <a:pt x="109087" y="310734"/>
                  </a:lnTo>
                  <a:lnTo>
                    <a:pt x="159473" y="318871"/>
                  </a:lnTo>
                  <a:lnTo>
                    <a:pt x="209841" y="310734"/>
                  </a:lnTo>
                  <a:lnTo>
                    <a:pt x="253572" y="288080"/>
                  </a:lnTo>
                  <a:lnTo>
                    <a:pt x="288048" y="253542"/>
                  </a:lnTo>
                  <a:lnTo>
                    <a:pt x="310653" y="209753"/>
                  </a:lnTo>
                  <a:lnTo>
                    <a:pt x="318770" y="159346"/>
                  </a:lnTo>
                  <a:lnTo>
                    <a:pt x="310653" y="108963"/>
                  </a:lnTo>
                  <a:lnTo>
                    <a:pt x="288048" y="65219"/>
                  </a:lnTo>
                  <a:lnTo>
                    <a:pt x="253572" y="30731"/>
                  </a:lnTo>
                  <a:lnTo>
                    <a:pt x="209841" y="8119"/>
                  </a:lnTo>
                  <a:lnTo>
                    <a:pt x="159473" y="0"/>
                  </a:lnTo>
                  <a:close/>
                </a:path>
              </a:pathLst>
            </a:custGeom>
            <a:solidFill>
              <a:srgbClr val="A8D08D"/>
            </a:solidFill>
          </p:spPr>
          <p:txBody>
            <a:bodyPr wrap="square" lIns="0" tIns="0" rIns="0" bIns="0" rtlCol="0"/>
            <a:lstStyle/>
            <a:p/>
          </p:txBody>
        </p:sp>
        <p:sp>
          <p:nvSpPr>
            <p:cNvPr id="101" name="object 101"/>
            <p:cNvSpPr/>
            <p:nvPr/>
          </p:nvSpPr>
          <p:spPr>
            <a:xfrm>
              <a:off x="5268340" y="2397553"/>
              <a:ext cx="318770" cy="319405"/>
            </a:xfrm>
            <a:custGeom>
              <a:avLst/>
              <a:gdLst/>
              <a:ahLst/>
              <a:cxnLst/>
              <a:rect l="l" t="t" r="r" b="b"/>
              <a:pathLst>
                <a:path w="318770" h="319405">
                  <a:moveTo>
                    <a:pt x="0" y="159353"/>
                  </a:moveTo>
                  <a:lnTo>
                    <a:pt x="8134" y="108967"/>
                  </a:lnTo>
                  <a:lnTo>
                    <a:pt x="30782" y="65221"/>
                  </a:lnTo>
                  <a:lnTo>
                    <a:pt x="65309" y="30732"/>
                  </a:lnTo>
                  <a:lnTo>
                    <a:pt x="109082" y="8119"/>
                  </a:lnTo>
                  <a:lnTo>
                    <a:pt x="159468" y="0"/>
                  </a:lnTo>
                  <a:lnTo>
                    <a:pt x="209836" y="8119"/>
                  </a:lnTo>
                  <a:lnTo>
                    <a:pt x="253567" y="30732"/>
                  </a:lnTo>
                  <a:lnTo>
                    <a:pt x="288044" y="65221"/>
                  </a:lnTo>
                  <a:lnTo>
                    <a:pt x="310649" y="108967"/>
                  </a:lnTo>
                  <a:lnTo>
                    <a:pt x="318766" y="159353"/>
                  </a:lnTo>
                  <a:lnTo>
                    <a:pt x="310649" y="209757"/>
                  </a:lnTo>
                  <a:lnTo>
                    <a:pt x="288044" y="253545"/>
                  </a:lnTo>
                  <a:lnTo>
                    <a:pt x="253567" y="288085"/>
                  </a:lnTo>
                  <a:lnTo>
                    <a:pt x="209836" y="310740"/>
                  </a:lnTo>
                  <a:lnTo>
                    <a:pt x="159468" y="318877"/>
                  </a:lnTo>
                  <a:lnTo>
                    <a:pt x="109082" y="310740"/>
                  </a:lnTo>
                  <a:lnTo>
                    <a:pt x="65309" y="288085"/>
                  </a:lnTo>
                  <a:lnTo>
                    <a:pt x="30782" y="253545"/>
                  </a:lnTo>
                  <a:lnTo>
                    <a:pt x="8134" y="209757"/>
                  </a:lnTo>
                  <a:lnTo>
                    <a:pt x="0" y="159353"/>
                  </a:lnTo>
                  <a:close/>
                </a:path>
              </a:pathLst>
            </a:custGeom>
            <a:ln w="12834">
              <a:solidFill>
                <a:srgbClr val="A8D08D"/>
              </a:solidFill>
            </a:ln>
          </p:spPr>
          <p:txBody>
            <a:bodyPr wrap="square" lIns="0" tIns="0" rIns="0" bIns="0" rtlCol="0"/>
            <a:lstStyle/>
            <a:p/>
          </p:txBody>
        </p:sp>
        <p:pic>
          <p:nvPicPr>
            <p:cNvPr id="102" name="object 102"/>
            <p:cNvPicPr/>
            <p:nvPr/>
          </p:nvPicPr>
          <p:blipFill>
            <a:blip r:embed="rId12" cstate="print"/>
            <a:stretch>
              <a:fillRect/>
            </a:stretch>
          </p:blipFill>
          <p:spPr>
            <a:xfrm>
              <a:off x="5237924" y="5603944"/>
              <a:ext cx="487123" cy="487292"/>
            </a:xfrm>
            <a:prstGeom prst="rect">
              <a:avLst/>
            </a:prstGeom>
          </p:spPr>
        </p:pic>
        <p:sp>
          <p:nvSpPr>
            <p:cNvPr id="103" name="object 103"/>
            <p:cNvSpPr/>
            <p:nvPr/>
          </p:nvSpPr>
          <p:spPr>
            <a:xfrm>
              <a:off x="5312955" y="5654998"/>
              <a:ext cx="318770" cy="319405"/>
            </a:xfrm>
            <a:custGeom>
              <a:avLst/>
              <a:gdLst/>
              <a:ahLst/>
              <a:cxnLst/>
              <a:rect l="l" t="t" r="r" b="b"/>
              <a:pathLst>
                <a:path w="318770" h="319404">
                  <a:moveTo>
                    <a:pt x="159473" y="0"/>
                  </a:moveTo>
                  <a:lnTo>
                    <a:pt x="109082" y="8126"/>
                  </a:lnTo>
                  <a:lnTo>
                    <a:pt x="65307" y="30756"/>
                  </a:lnTo>
                  <a:lnTo>
                    <a:pt x="30780" y="65265"/>
                  </a:lnTo>
                  <a:lnTo>
                    <a:pt x="8133" y="109028"/>
                  </a:lnTo>
                  <a:lnTo>
                    <a:pt x="0" y="159421"/>
                  </a:lnTo>
                  <a:lnTo>
                    <a:pt x="8133" y="209816"/>
                  </a:lnTo>
                  <a:lnTo>
                    <a:pt x="30780" y="253583"/>
                  </a:lnTo>
                  <a:lnTo>
                    <a:pt x="65307" y="288097"/>
                  </a:lnTo>
                  <a:lnTo>
                    <a:pt x="109082" y="310731"/>
                  </a:lnTo>
                  <a:lnTo>
                    <a:pt x="159473" y="318860"/>
                  </a:lnTo>
                  <a:lnTo>
                    <a:pt x="209841" y="310731"/>
                  </a:lnTo>
                  <a:lnTo>
                    <a:pt x="253572" y="288097"/>
                  </a:lnTo>
                  <a:lnTo>
                    <a:pt x="288048" y="253583"/>
                  </a:lnTo>
                  <a:lnTo>
                    <a:pt x="310653" y="209816"/>
                  </a:lnTo>
                  <a:lnTo>
                    <a:pt x="318769" y="159421"/>
                  </a:lnTo>
                  <a:lnTo>
                    <a:pt x="310653" y="109028"/>
                  </a:lnTo>
                  <a:lnTo>
                    <a:pt x="288048" y="65265"/>
                  </a:lnTo>
                  <a:lnTo>
                    <a:pt x="253572" y="30756"/>
                  </a:lnTo>
                  <a:lnTo>
                    <a:pt x="209841" y="8126"/>
                  </a:lnTo>
                  <a:lnTo>
                    <a:pt x="159473" y="0"/>
                  </a:lnTo>
                  <a:close/>
                </a:path>
              </a:pathLst>
            </a:custGeom>
            <a:solidFill>
              <a:srgbClr val="A8D08D"/>
            </a:solidFill>
          </p:spPr>
          <p:txBody>
            <a:bodyPr wrap="square" lIns="0" tIns="0" rIns="0" bIns="0" rtlCol="0"/>
            <a:lstStyle/>
            <a:p/>
          </p:txBody>
        </p:sp>
        <p:sp>
          <p:nvSpPr>
            <p:cNvPr id="104" name="object 104"/>
            <p:cNvSpPr/>
            <p:nvPr/>
          </p:nvSpPr>
          <p:spPr>
            <a:xfrm>
              <a:off x="5312950" y="5654998"/>
              <a:ext cx="318770" cy="319405"/>
            </a:xfrm>
            <a:custGeom>
              <a:avLst/>
              <a:gdLst/>
              <a:ahLst/>
              <a:cxnLst/>
              <a:rect l="l" t="t" r="r" b="b"/>
              <a:pathLst>
                <a:path w="318770" h="319404">
                  <a:moveTo>
                    <a:pt x="0" y="159421"/>
                  </a:moveTo>
                  <a:lnTo>
                    <a:pt x="8134" y="109028"/>
                  </a:lnTo>
                  <a:lnTo>
                    <a:pt x="30782" y="65265"/>
                  </a:lnTo>
                  <a:lnTo>
                    <a:pt x="65309" y="30756"/>
                  </a:lnTo>
                  <a:lnTo>
                    <a:pt x="109082" y="8126"/>
                  </a:lnTo>
                  <a:lnTo>
                    <a:pt x="159468" y="0"/>
                  </a:lnTo>
                  <a:lnTo>
                    <a:pt x="209836" y="8126"/>
                  </a:lnTo>
                  <a:lnTo>
                    <a:pt x="253567" y="30756"/>
                  </a:lnTo>
                  <a:lnTo>
                    <a:pt x="288044" y="65265"/>
                  </a:lnTo>
                  <a:lnTo>
                    <a:pt x="310649" y="109028"/>
                  </a:lnTo>
                  <a:lnTo>
                    <a:pt x="318766" y="159421"/>
                  </a:lnTo>
                  <a:lnTo>
                    <a:pt x="310649" y="209816"/>
                  </a:lnTo>
                  <a:lnTo>
                    <a:pt x="288044" y="253584"/>
                  </a:lnTo>
                  <a:lnTo>
                    <a:pt x="253567" y="288098"/>
                  </a:lnTo>
                  <a:lnTo>
                    <a:pt x="209836" y="310732"/>
                  </a:lnTo>
                  <a:lnTo>
                    <a:pt x="159468" y="318860"/>
                  </a:lnTo>
                  <a:lnTo>
                    <a:pt x="109082" y="310732"/>
                  </a:lnTo>
                  <a:lnTo>
                    <a:pt x="65309" y="288098"/>
                  </a:lnTo>
                  <a:lnTo>
                    <a:pt x="30782" y="253584"/>
                  </a:lnTo>
                  <a:lnTo>
                    <a:pt x="8134" y="209816"/>
                  </a:lnTo>
                  <a:lnTo>
                    <a:pt x="0" y="159421"/>
                  </a:lnTo>
                  <a:close/>
                </a:path>
              </a:pathLst>
            </a:custGeom>
            <a:ln w="12834">
              <a:solidFill>
                <a:srgbClr val="A8D08D"/>
              </a:solidFill>
            </a:ln>
          </p:spPr>
          <p:txBody>
            <a:bodyPr wrap="square" lIns="0" tIns="0" rIns="0" bIns="0" rtlCol="0"/>
            <a:lstStyle/>
            <a:p/>
          </p:txBody>
        </p:sp>
      </p:grpSp>
      <p:sp>
        <p:nvSpPr>
          <p:cNvPr id="105" name="object 105"/>
          <p:cNvSpPr txBox="1"/>
          <p:nvPr/>
        </p:nvSpPr>
        <p:spPr>
          <a:xfrm>
            <a:off x="5434474" y="5696823"/>
            <a:ext cx="97790" cy="226695"/>
          </a:xfrm>
          <a:prstGeom prst="rect">
            <a:avLst/>
          </a:prstGeom>
        </p:spPr>
        <p:txBody>
          <a:bodyPr vert="horz" wrap="square" lIns="0" tIns="15240" rIns="0" bIns="0" rtlCol="0">
            <a:spAutoFit/>
          </a:bodyPr>
          <a:lstStyle/>
          <a:p>
            <a:pPr>
              <a:lnSpc>
                <a:spcPct val="100000"/>
              </a:lnSpc>
              <a:spcBef>
                <a:spcPts val="120"/>
              </a:spcBef>
            </a:pPr>
            <a:r>
              <a:rPr sz="1300" spc="-50" dirty="0">
                <a:solidFill>
                  <a:srgbClr val="FEFFFF"/>
                </a:solidFill>
                <a:latin typeface="Calibri" panose="020F0502020204030204"/>
                <a:cs typeface="Calibri" panose="020F0502020204030204"/>
              </a:rPr>
              <a:t>1</a:t>
            </a:r>
            <a:endParaRPr sz="1300">
              <a:latin typeface="Calibri" panose="020F0502020204030204"/>
              <a:cs typeface="Calibri" panose="020F0502020204030204"/>
            </a:endParaRPr>
          </a:p>
        </p:txBody>
      </p:sp>
      <p:grpSp>
        <p:nvGrpSpPr>
          <p:cNvPr id="106" name="object 106"/>
          <p:cNvGrpSpPr/>
          <p:nvPr/>
        </p:nvGrpSpPr>
        <p:grpSpPr>
          <a:xfrm>
            <a:off x="6724929" y="4513941"/>
            <a:ext cx="487680" cy="487680"/>
            <a:chOff x="6724929" y="4513941"/>
            <a:chExt cx="487680" cy="487680"/>
          </a:xfrm>
        </p:grpSpPr>
        <p:pic>
          <p:nvPicPr>
            <p:cNvPr id="107" name="object 107"/>
            <p:cNvPicPr/>
            <p:nvPr/>
          </p:nvPicPr>
          <p:blipFill>
            <a:blip r:embed="rId13" cstate="print"/>
            <a:stretch>
              <a:fillRect/>
            </a:stretch>
          </p:blipFill>
          <p:spPr>
            <a:xfrm>
              <a:off x="6724929" y="4513941"/>
              <a:ext cx="487123" cy="487292"/>
            </a:xfrm>
            <a:prstGeom prst="rect">
              <a:avLst/>
            </a:prstGeom>
          </p:spPr>
        </p:pic>
        <p:sp>
          <p:nvSpPr>
            <p:cNvPr id="108" name="object 108"/>
            <p:cNvSpPr/>
            <p:nvPr/>
          </p:nvSpPr>
          <p:spPr>
            <a:xfrm>
              <a:off x="6804748" y="4564557"/>
              <a:ext cx="318770" cy="319405"/>
            </a:xfrm>
            <a:custGeom>
              <a:avLst/>
              <a:gdLst/>
              <a:ahLst/>
              <a:cxnLst/>
              <a:rect l="l" t="t" r="r" b="b"/>
              <a:pathLst>
                <a:path w="318770" h="319404">
                  <a:moveTo>
                    <a:pt x="159296" y="0"/>
                  </a:moveTo>
                  <a:lnTo>
                    <a:pt x="108928" y="8120"/>
                  </a:lnTo>
                  <a:lnTo>
                    <a:pt x="65197" y="30737"/>
                  </a:lnTo>
                  <a:lnTo>
                    <a:pt x="30721" y="65230"/>
                  </a:lnTo>
                  <a:lnTo>
                    <a:pt x="8116" y="108981"/>
                  </a:lnTo>
                  <a:lnTo>
                    <a:pt x="0" y="159372"/>
                  </a:lnTo>
                  <a:lnTo>
                    <a:pt x="8116" y="209758"/>
                  </a:lnTo>
                  <a:lnTo>
                    <a:pt x="30721" y="253520"/>
                  </a:lnTo>
                  <a:lnTo>
                    <a:pt x="65197" y="288032"/>
                  </a:lnTo>
                  <a:lnTo>
                    <a:pt x="108928" y="310666"/>
                  </a:lnTo>
                  <a:lnTo>
                    <a:pt x="159296" y="318795"/>
                  </a:lnTo>
                  <a:lnTo>
                    <a:pt x="209682" y="310666"/>
                  </a:lnTo>
                  <a:lnTo>
                    <a:pt x="253457" y="288032"/>
                  </a:lnTo>
                  <a:lnTo>
                    <a:pt x="287986" y="253520"/>
                  </a:lnTo>
                  <a:lnTo>
                    <a:pt x="310634" y="209758"/>
                  </a:lnTo>
                  <a:lnTo>
                    <a:pt x="318770" y="159372"/>
                  </a:lnTo>
                  <a:lnTo>
                    <a:pt x="310634" y="108981"/>
                  </a:lnTo>
                  <a:lnTo>
                    <a:pt x="287986" y="65230"/>
                  </a:lnTo>
                  <a:lnTo>
                    <a:pt x="253457" y="30737"/>
                  </a:lnTo>
                  <a:lnTo>
                    <a:pt x="209682" y="8120"/>
                  </a:lnTo>
                  <a:lnTo>
                    <a:pt x="159296" y="0"/>
                  </a:lnTo>
                  <a:close/>
                </a:path>
              </a:pathLst>
            </a:custGeom>
            <a:solidFill>
              <a:srgbClr val="A8D08D"/>
            </a:solidFill>
          </p:spPr>
          <p:txBody>
            <a:bodyPr wrap="square" lIns="0" tIns="0" rIns="0" bIns="0" rtlCol="0"/>
            <a:lstStyle/>
            <a:p/>
          </p:txBody>
        </p:sp>
        <p:sp>
          <p:nvSpPr>
            <p:cNvPr id="109" name="object 109"/>
            <p:cNvSpPr/>
            <p:nvPr/>
          </p:nvSpPr>
          <p:spPr>
            <a:xfrm>
              <a:off x="6804743" y="4564555"/>
              <a:ext cx="318770" cy="319405"/>
            </a:xfrm>
            <a:custGeom>
              <a:avLst/>
              <a:gdLst/>
              <a:ahLst/>
              <a:cxnLst/>
              <a:rect l="l" t="t" r="r" b="b"/>
              <a:pathLst>
                <a:path w="318770" h="319404">
                  <a:moveTo>
                    <a:pt x="0" y="159370"/>
                  </a:moveTo>
                  <a:lnTo>
                    <a:pt x="8116" y="108982"/>
                  </a:lnTo>
                  <a:lnTo>
                    <a:pt x="30721" y="65232"/>
                  </a:lnTo>
                  <a:lnTo>
                    <a:pt x="65198" y="30738"/>
                  </a:lnTo>
                  <a:lnTo>
                    <a:pt x="108929" y="8121"/>
                  </a:lnTo>
                  <a:lnTo>
                    <a:pt x="159297" y="0"/>
                  </a:lnTo>
                  <a:lnTo>
                    <a:pt x="209683" y="8121"/>
                  </a:lnTo>
                  <a:lnTo>
                    <a:pt x="253457" y="30738"/>
                  </a:lnTo>
                  <a:lnTo>
                    <a:pt x="287984" y="65232"/>
                  </a:lnTo>
                  <a:lnTo>
                    <a:pt x="310632" y="108982"/>
                  </a:lnTo>
                  <a:lnTo>
                    <a:pt x="318766" y="159370"/>
                  </a:lnTo>
                  <a:lnTo>
                    <a:pt x="310632" y="209756"/>
                  </a:lnTo>
                  <a:lnTo>
                    <a:pt x="287984" y="253519"/>
                  </a:lnTo>
                  <a:lnTo>
                    <a:pt x="253457" y="288030"/>
                  </a:lnTo>
                  <a:lnTo>
                    <a:pt x="209683" y="310664"/>
                  </a:lnTo>
                  <a:lnTo>
                    <a:pt x="159297" y="318792"/>
                  </a:lnTo>
                  <a:lnTo>
                    <a:pt x="108929" y="310664"/>
                  </a:lnTo>
                  <a:lnTo>
                    <a:pt x="65198" y="288030"/>
                  </a:lnTo>
                  <a:lnTo>
                    <a:pt x="30721" y="253519"/>
                  </a:lnTo>
                  <a:lnTo>
                    <a:pt x="8116" y="209756"/>
                  </a:lnTo>
                  <a:lnTo>
                    <a:pt x="0" y="159370"/>
                  </a:lnTo>
                  <a:close/>
                </a:path>
              </a:pathLst>
            </a:custGeom>
            <a:ln w="12834">
              <a:solidFill>
                <a:srgbClr val="A8D08D"/>
              </a:solidFill>
            </a:ln>
          </p:spPr>
          <p:txBody>
            <a:bodyPr wrap="square" lIns="0" tIns="0" rIns="0" bIns="0" rtlCol="0"/>
            <a:lstStyle/>
            <a:p/>
          </p:txBody>
        </p:sp>
      </p:grpSp>
      <p:sp>
        <p:nvSpPr>
          <p:cNvPr id="110" name="object 110"/>
          <p:cNvSpPr txBox="1"/>
          <p:nvPr/>
        </p:nvSpPr>
        <p:spPr>
          <a:xfrm>
            <a:off x="6928832" y="4603833"/>
            <a:ext cx="97790" cy="226060"/>
          </a:xfrm>
          <a:prstGeom prst="rect">
            <a:avLst/>
          </a:prstGeom>
        </p:spPr>
        <p:txBody>
          <a:bodyPr vert="horz" wrap="square" lIns="0" tIns="14604" rIns="0" bIns="0" rtlCol="0">
            <a:spAutoFit/>
          </a:bodyPr>
          <a:lstStyle/>
          <a:p>
            <a:pPr>
              <a:lnSpc>
                <a:spcPct val="100000"/>
              </a:lnSpc>
              <a:spcBef>
                <a:spcPts val="115"/>
              </a:spcBef>
            </a:pPr>
            <a:r>
              <a:rPr sz="1300" spc="-50" dirty="0">
                <a:solidFill>
                  <a:srgbClr val="FEFFFF"/>
                </a:solidFill>
                <a:latin typeface="Calibri" panose="020F0502020204030204"/>
                <a:cs typeface="Calibri" panose="020F0502020204030204"/>
              </a:rPr>
              <a:t>1</a:t>
            </a:r>
            <a:endParaRPr sz="1300">
              <a:latin typeface="Calibri" panose="020F0502020204030204"/>
              <a:cs typeface="Calibri" panose="020F0502020204030204"/>
            </a:endParaRPr>
          </a:p>
        </p:txBody>
      </p:sp>
      <p:grpSp>
        <p:nvGrpSpPr>
          <p:cNvPr id="111" name="object 111"/>
          <p:cNvGrpSpPr/>
          <p:nvPr/>
        </p:nvGrpSpPr>
        <p:grpSpPr>
          <a:xfrm>
            <a:off x="6724929" y="3706069"/>
            <a:ext cx="487680" cy="487680"/>
            <a:chOff x="6724929" y="3706069"/>
            <a:chExt cx="487680" cy="487680"/>
          </a:xfrm>
        </p:grpSpPr>
        <p:pic>
          <p:nvPicPr>
            <p:cNvPr id="112" name="object 112"/>
            <p:cNvPicPr/>
            <p:nvPr/>
          </p:nvPicPr>
          <p:blipFill>
            <a:blip r:embed="rId14" cstate="print"/>
            <a:stretch>
              <a:fillRect/>
            </a:stretch>
          </p:blipFill>
          <p:spPr>
            <a:xfrm>
              <a:off x="6724929" y="3706069"/>
              <a:ext cx="487123" cy="487292"/>
            </a:xfrm>
            <a:prstGeom prst="rect">
              <a:avLst/>
            </a:prstGeom>
          </p:spPr>
        </p:pic>
        <p:sp>
          <p:nvSpPr>
            <p:cNvPr id="113" name="object 113"/>
            <p:cNvSpPr/>
            <p:nvPr/>
          </p:nvSpPr>
          <p:spPr>
            <a:xfrm>
              <a:off x="6804748" y="3754627"/>
              <a:ext cx="318770" cy="319405"/>
            </a:xfrm>
            <a:custGeom>
              <a:avLst/>
              <a:gdLst/>
              <a:ahLst/>
              <a:cxnLst/>
              <a:rect l="l" t="t" r="r" b="b"/>
              <a:pathLst>
                <a:path w="318770" h="319404">
                  <a:moveTo>
                    <a:pt x="159296" y="0"/>
                  </a:moveTo>
                  <a:lnTo>
                    <a:pt x="108928" y="8119"/>
                  </a:lnTo>
                  <a:lnTo>
                    <a:pt x="65197" y="30731"/>
                  </a:lnTo>
                  <a:lnTo>
                    <a:pt x="30721" y="65219"/>
                  </a:lnTo>
                  <a:lnTo>
                    <a:pt x="8116" y="108963"/>
                  </a:lnTo>
                  <a:lnTo>
                    <a:pt x="0" y="159346"/>
                  </a:lnTo>
                  <a:lnTo>
                    <a:pt x="8116" y="209753"/>
                  </a:lnTo>
                  <a:lnTo>
                    <a:pt x="30721" y="253542"/>
                  </a:lnTo>
                  <a:lnTo>
                    <a:pt x="65197" y="288080"/>
                  </a:lnTo>
                  <a:lnTo>
                    <a:pt x="108928" y="310734"/>
                  </a:lnTo>
                  <a:lnTo>
                    <a:pt x="159296" y="318871"/>
                  </a:lnTo>
                  <a:lnTo>
                    <a:pt x="209682" y="310734"/>
                  </a:lnTo>
                  <a:lnTo>
                    <a:pt x="253457" y="288080"/>
                  </a:lnTo>
                  <a:lnTo>
                    <a:pt x="287986" y="253542"/>
                  </a:lnTo>
                  <a:lnTo>
                    <a:pt x="310634" y="209753"/>
                  </a:lnTo>
                  <a:lnTo>
                    <a:pt x="318770" y="159346"/>
                  </a:lnTo>
                  <a:lnTo>
                    <a:pt x="310634" y="108963"/>
                  </a:lnTo>
                  <a:lnTo>
                    <a:pt x="287986" y="65219"/>
                  </a:lnTo>
                  <a:lnTo>
                    <a:pt x="253457" y="30731"/>
                  </a:lnTo>
                  <a:lnTo>
                    <a:pt x="209682" y="8119"/>
                  </a:lnTo>
                  <a:lnTo>
                    <a:pt x="159296" y="0"/>
                  </a:lnTo>
                  <a:close/>
                </a:path>
              </a:pathLst>
            </a:custGeom>
            <a:solidFill>
              <a:srgbClr val="A8D08D"/>
            </a:solidFill>
          </p:spPr>
          <p:txBody>
            <a:bodyPr wrap="square" lIns="0" tIns="0" rIns="0" bIns="0" rtlCol="0"/>
            <a:lstStyle/>
            <a:p/>
          </p:txBody>
        </p:sp>
        <p:sp>
          <p:nvSpPr>
            <p:cNvPr id="114" name="object 114"/>
            <p:cNvSpPr/>
            <p:nvPr/>
          </p:nvSpPr>
          <p:spPr>
            <a:xfrm>
              <a:off x="6804743" y="3754622"/>
              <a:ext cx="318770" cy="319405"/>
            </a:xfrm>
            <a:custGeom>
              <a:avLst/>
              <a:gdLst/>
              <a:ahLst/>
              <a:cxnLst/>
              <a:rect l="l" t="t" r="r" b="b"/>
              <a:pathLst>
                <a:path w="318770" h="319404">
                  <a:moveTo>
                    <a:pt x="0" y="159353"/>
                  </a:moveTo>
                  <a:lnTo>
                    <a:pt x="8116" y="108967"/>
                  </a:lnTo>
                  <a:lnTo>
                    <a:pt x="30721" y="65221"/>
                  </a:lnTo>
                  <a:lnTo>
                    <a:pt x="65198" y="30732"/>
                  </a:lnTo>
                  <a:lnTo>
                    <a:pt x="108929" y="8119"/>
                  </a:lnTo>
                  <a:lnTo>
                    <a:pt x="159297" y="0"/>
                  </a:lnTo>
                  <a:lnTo>
                    <a:pt x="209683" y="8119"/>
                  </a:lnTo>
                  <a:lnTo>
                    <a:pt x="253457" y="30732"/>
                  </a:lnTo>
                  <a:lnTo>
                    <a:pt x="287984" y="65221"/>
                  </a:lnTo>
                  <a:lnTo>
                    <a:pt x="310632" y="108967"/>
                  </a:lnTo>
                  <a:lnTo>
                    <a:pt x="318766" y="159353"/>
                  </a:lnTo>
                  <a:lnTo>
                    <a:pt x="310632" y="209757"/>
                  </a:lnTo>
                  <a:lnTo>
                    <a:pt x="287984" y="253545"/>
                  </a:lnTo>
                  <a:lnTo>
                    <a:pt x="253457" y="288085"/>
                  </a:lnTo>
                  <a:lnTo>
                    <a:pt x="209683" y="310740"/>
                  </a:lnTo>
                  <a:lnTo>
                    <a:pt x="159297" y="318877"/>
                  </a:lnTo>
                  <a:lnTo>
                    <a:pt x="108929" y="310740"/>
                  </a:lnTo>
                  <a:lnTo>
                    <a:pt x="65198" y="288085"/>
                  </a:lnTo>
                  <a:lnTo>
                    <a:pt x="30721" y="253545"/>
                  </a:lnTo>
                  <a:lnTo>
                    <a:pt x="8116" y="209757"/>
                  </a:lnTo>
                  <a:lnTo>
                    <a:pt x="0" y="159353"/>
                  </a:lnTo>
                  <a:close/>
                </a:path>
              </a:pathLst>
            </a:custGeom>
            <a:ln w="12834">
              <a:solidFill>
                <a:srgbClr val="A8D08D"/>
              </a:solidFill>
            </a:ln>
          </p:spPr>
          <p:txBody>
            <a:bodyPr wrap="square" lIns="0" tIns="0" rIns="0" bIns="0" rtlCol="0"/>
            <a:lstStyle/>
            <a:p/>
          </p:txBody>
        </p:sp>
      </p:grpSp>
      <p:sp>
        <p:nvSpPr>
          <p:cNvPr id="115" name="object 115"/>
          <p:cNvSpPr txBox="1"/>
          <p:nvPr/>
        </p:nvSpPr>
        <p:spPr>
          <a:xfrm>
            <a:off x="6928832" y="3791250"/>
            <a:ext cx="97790" cy="226060"/>
          </a:xfrm>
          <a:prstGeom prst="rect">
            <a:avLst/>
          </a:prstGeom>
        </p:spPr>
        <p:txBody>
          <a:bodyPr vert="horz" wrap="square" lIns="0" tIns="14604" rIns="0" bIns="0" rtlCol="0">
            <a:spAutoFit/>
          </a:bodyPr>
          <a:lstStyle/>
          <a:p>
            <a:pPr>
              <a:lnSpc>
                <a:spcPct val="100000"/>
              </a:lnSpc>
              <a:spcBef>
                <a:spcPts val="115"/>
              </a:spcBef>
            </a:pPr>
            <a:r>
              <a:rPr sz="1300" spc="-50" dirty="0">
                <a:solidFill>
                  <a:srgbClr val="FEFFFF"/>
                </a:solidFill>
                <a:latin typeface="Calibri" panose="020F0502020204030204"/>
                <a:cs typeface="Calibri" panose="020F0502020204030204"/>
              </a:rPr>
              <a:t>1</a:t>
            </a:r>
            <a:endParaRPr sz="1300">
              <a:latin typeface="Calibri" panose="020F0502020204030204"/>
              <a:cs typeface="Calibri" panose="020F0502020204030204"/>
            </a:endParaRPr>
          </a:p>
        </p:txBody>
      </p:sp>
      <p:grpSp>
        <p:nvGrpSpPr>
          <p:cNvPr id="116" name="object 116"/>
          <p:cNvGrpSpPr/>
          <p:nvPr/>
        </p:nvGrpSpPr>
        <p:grpSpPr>
          <a:xfrm>
            <a:off x="7609446" y="3821474"/>
            <a:ext cx="859155" cy="487680"/>
            <a:chOff x="7609446" y="3821474"/>
            <a:chExt cx="859155" cy="487680"/>
          </a:xfrm>
        </p:grpSpPr>
        <p:pic>
          <p:nvPicPr>
            <p:cNvPr id="117" name="object 117"/>
            <p:cNvPicPr/>
            <p:nvPr/>
          </p:nvPicPr>
          <p:blipFill>
            <a:blip r:embed="rId15" cstate="print"/>
            <a:stretch>
              <a:fillRect/>
            </a:stretch>
          </p:blipFill>
          <p:spPr>
            <a:xfrm>
              <a:off x="7609446" y="3821474"/>
              <a:ext cx="487123" cy="487292"/>
            </a:xfrm>
            <a:prstGeom prst="rect">
              <a:avLst/>
            </a:prstGeom>
          </p:spPr>
        </p:pic>
        <p:sp>
          <p:nvSpPr>
            <p:cNvPr id="118" name="object 118"/>
            <p:cNvSpPr/>
            <p:nvPr/>
          </p:nvSpPr>
          <p:spPr>
            <a:xfrm>
              <a:off x="7690802" y="3875684"/>
              <a:ext cx="318770" cy="319405"/>
            </a:xfrm>
            <a:custGeom>
              <a:avLst/>
              <a:gdLst/>
              <a:ahLst/>
              <a:cxnLst/>
              <a:rect l="l" t="t" r="r" b="b"/>
              <a:pathLst>
                <a:path w="318770" h="319404">
                  <a:moveTo>
                    <a:pt x="159473" y="0"/>
                  </a:moveTo>
                  <a:lnTo>
                    <a:pt x="109087" y="8136"/>
                  </a:lnTo>
                  <a:lnTo>
                    <a:pt x="65312" y="30790"/>
                  </a:lnTo>
                  <a:lnTo>
                    <a:pt x="30783" y="65329"/>
                  </a:lnTo>
                  <a:lnTo>
                    <a:pt x="8135" y="109118"/>
                  </a:lnTo>
                  <a:lnTo>
                    <a:pt x="0" y="159524"/>
                  </a:lnTo>
                  <a:lnTo>
                    <a:pt x="8135" y="209907"/>
                  </a:lnTo>
                  <a:lnTo>
                    <a:pt x="30783" y="253652"/>
                  </a:lnTo>
                  <a:lnTo>
                    <a:pt x="65312" y="288139"/>
                  </a:lnTo>
                  <a:lnTo>
                    <a:pt x="109087" y="310752"/>
                  </a:lnTo>
                  <a:lnTo>
                    <a:pt x="159473" y="318871"/>
                  </a:lnTo>
                  <a:lnTo>
                    <a:pt x="209841" y="310752"/>
                  </a:lnTo>
                  <a:lnTo>
                    <a:pt x="253572" y="288139"/>
                  </a:lnTo>
                  <a:lnTo>
                    <a:pt x="288048" y="253652"/>
                  </a:lnTo>
                  <a:lnTo>
                    <a:pt x="310653" y="209907"/>
                  </a:lnTo>
                  <a:lnTo>
                    <a:pt x="318769" y="159524"/>
                  </a:lnTo>
                  <a:lnTo>
                    <a:pt x="310653" y="109118"/>
                  </a:lnTo>
                  <a:lnTo>
                    <a:pt x="288048" y="65329"/>
                  </a:lnTo>
                  <a:lnTo>
                    <a:pt x="253572" y="30790"/>
                  </a:lnTo>
                  <a:lnTo>
                    <a:pt x="209841" y="8136"/>
                  </a:lnTo>
                  <a:lnTo>
                    <a:pt x="159473" y="0"/>
                  </a:lnTo>
                  <a:close/>
                </a:path>
              </a:pathLst>
            </a:custGeom>
            <a:solidFill>
              <a:srgbClr val="A8D08D"/>
            </a:solidFill>
          </p:spPr>
          <p:txBody>
            <a:bodyPr wrap="square" lIns="0" tIns="0" rIns="0" bIns="0" rtlCol="0"/>
            <a:lstStyle/>
            <a:p/>
          </p:txBody>
        </p:sp>
        <p:sp>
          <p:nvSpPr>
            <p:cNvPr id="119" name="object 119"/>
            <p:cNvSpPr/>
            <p:nvPr/>
          </p:nvSpPr>
          <p:spPr>
            <a:xfrm>
              <a:off x="7690795" y="3875676"/>
              <a:ext cx="318770" cy="319405"/>
            </a:xfrm>
            <a:custGeom>
              <a:avLst/>
              <a:gdLst/>
              <a:ahLst/>
              <a:cxnLst/>
              <a:rect l="l" t="t" r="r" b="b"/>
              <a:pathLst>
                <a:path w="318770" h="319404">
                  <a:moveTo>
                    <a:pt x="0" y="159524"/>
                  </a:moveTo>
                  <a:lnTo>
                    <a:pt x="8134" y="109120"/>
                  </a:lnTo>
                  <a:lnTo>
                    <a:pt x="30782" y="65332"/>
                  </a:lnTo>
                  <a:lnTo>
                    <a:pt x="65309" y="30792"/>
                  </a:lnTo>
                  <a:lnTo>
                    <a:pt x="109082" y="8137"/>
                  </a:lnTo>
                  <a:lnTo>
                    <a:pt x="159468" y="0"/>
                  </a:lnTo>
                  <a:lnTo>
                    <a:pt x="209836" y="8137"/>
                  </a:lnTo>
                  <a:lnTo>
                    <a:pt x="253567" y="30792"/>
                  </a:lnTo>
                  <a:lnTo>
                    <a:pt x="288044" y="65332"/>
                  </a:lnTo>
                  <a:lnTo>
                    <a:pt x="310649" y="109120"/>
                  </a:lnTo>
                  <a:lnTo>
                    <a:pt x="318766" y="159524"/>
                  </a:lnTo>
                  <a:lnTo>
                    <a:pt x="310649" y="209910"/>
                  </a:lnTo>
                  <a:lnTo>
                    <a:pt x="288044" y="253656"/>
                  </a:lnTo>
                  <a:lnTo>
                    <a:pt x="253567" y="288145"/>
                  </a:lnTo>
                  <a:lnTo>
                    <a:pt x="209836" y="310758"/>
                  </a:lnTo>
                  <a:lnTo>
                    <a:pt x="159468" y="318877"/>
                  </a:lnTo>
                  <a:lnTo>
                    <a:pt x="109082" y="310758"/>
                  </a:lnTo>
                  <a:lnTo>
                    <a:pt x="65309" y="288145"/>
                  </a:lnTo>
                  <a:lnTo>
                    <a:pt x="30782" y="253656"/>
                  </a:lnTo>
                  <a:lnTo>
                    <a:pt x="8134" y="209910"/>
                  </a:lnTo>
                  <a:lnTo>
                    <a:pt x="0" y="159524"/>
                  </a:lnTo>
                  <a:close/>
                </a:path>
              </a:pathLst>
            </a:custGeom>
            <a:ln w="12834">
              <a:solidFill>
                <a:srgbClr val="A8D08D"/>
              </a:solidFill>
            </a:ln>
          </p:spPr>
          <p:txBody>
            <a:bodyPr wrap="square" lIns="0" tIns="0" rIns="0" bIns="0" rtlCol="0"/>
            <a:lstStyle/>
            <a:p/>
          </p:txBody>
        </p:sp>
        <p:pic>
          <p:nvPicPr>
            <p:cNvPr id="120" name="object 120"/>
            <p:cNvPicPr/>
            <p:nvPr/>
          </p:nvPicPr>
          <p:blipFill>
            <a:blip r:embed="rId16" cstate="print"/>
            <a:stretch>
              <a:fillRect/>
            </a:stretch>
          </p:blipFill>
          <p:spPr>
            <a:xfrm>
              <a:off x="7981200" y="3821474"/>
              <a:ext cx="487123" cy="487292"/>
            </a:xfrm>
            <a:prstGeom prst="rect">
              <a:avLst/>
            </a:prstGeom>
          </p:spPr>
        </p:pic>
        <p:sp>
          <p:nvSpPr>
            <p:cNvPr id="121" name="object 121"/>
            <p:cNvSpPr/>
            <p:nvPr/>
          </p:nvSpPr>
          <p:spPr>
            <a:xfrm>
              <a:off x="8054175" y="3875684"/>
              <a:ext cx="318770" cy="319405"/>
            </a:xfrm>
            <a:custGeom>
              <a:avLst/>
              <a:gdLst/>
              <a:ahLst/>
              <a:cxnLst/>
              <a:rect l="l" t="t" r="r" b="b"/>
              <a:pathLst>
                <a:path w="318770" h="319404">
                  <a:moveTo>
                    <a:pt x="159473" y="0"/>
                  </a:moveTo>
                  <a:lnTo>
                    <a:pt x="109087" y="8136"/>
                  </a:lnTo>
                  <a:lnTo>
                    <a:pt x="65312" y="30790"/>
                  </a:lnTo>
                  <a:lnTo>
                    <a:pt x="30783" y="65329"/>
                  </a:lnTo>
                  <a:lnTo>
                    <a:pt x="8135" y="109118"/>
                  </a:lnTo>
                  <a:lnTo>
                    <a:pt x="0" y="159524"/>
                  </a:lnTo>
                  <a:lnTo>
                    <a:pt x="8135" y="209907"/>
                  </a:lnTo>
                  <a:lnTo>
                    <a:pt x="30783" y="253652"/>
                  </a:lnTo>
                  <a:lnTo>
                    <a:pt x="65312" y="288139"/>
                  </a:lnTo>
                  <a:lnTo>
                    <a:pt x="109087" y="310752"/>
                  </a:lnTo>
                  <a:lnTo>
                    <a:pt x="159473" y="318871"/>
                  </a:lnTo>
                  <a:lnTo>
                    <a:pt x="209841" y="310752"/>
                  </a:lnTo>
                  <a:lnTo>
                    <a:pt x="253572" y="288139"/>
                  </a:lnTo>
                  <a:lnTo>
                    <a:pt x="288048" y="253652"/>
                  </a:lnTo>
                  <a:lnTo>
                    <a:pt x="310653" y="209907"/>
                  </a:lnTo>
                  <a:lnTo>
                    <a:pt x="318770" y="159524"/>
                  </a:lnTo>
                  <a:lnTo>
                    <a:pt x="310653" y="109118"/>
                  </a:lnTo>
                  <a:lnTo>
                    <a:pt x="288048" y="65329"/>
                  </a:lnTo>
                  <a:lnTo>
                    <a:pt x="253572" y="30790"/>
                  </a:lnTo>
                  <a:lnTo>
                    <a:pt x="209841" y="8136"/>
                  </a:lnTo>
                  <a:lnTo>
                    <a:pt x="159473" y="0"/>
                  </a:lnTo>
                  <a:close/>
                </a:path>
              </a:pathLst>
            </a:custGeom>
            <a:solidFill>
              <a:srgbClr val="A8D08D"/>
            </a:solidFill>
          </p:spPr>
          <p:txBody>
            <a:bodyPr wrap="square" lIns="0" tIns="0" rIns="0" bIns="0" rtlCol="0"/>
            <a:lstStyle/>
            <a:p/>
          </p:txBody>
        </p:sp>
        <p:sp>
          <p:nvSpPr>
            <p:cNvPr id="122" name="object 122"/>
            <p:cNvSpPr/>
            <p:nvPr/>
          </p:nvSpPr>
          <p:spPr>
            <a:xfrm>
              <a:off x="8054171" y="3875676"/>
              <a:ext cx="318770" cy="319405"/>
            </a:xfrm>
            <a:custGeom>
              <a:avLst/>
              <a:gdLst/>
              <a:ahLst/>
              <a:cxnLst/>
              <a:rect l="l" t="t" r="r" b="b"/>
              <a:pathLst>
                <a:path w="318770" h="319404">
                  <a:moveTo>
                    <a:pt x="0" y="159524"/>
                  </a:moveTo>
                  <a:lnTo>
                    <a:pt x="8134" y="109120"/>
                  </a:lnTo>
                  <a:lnTo>
                    <a:pt x="30782" y="65332"/>
                  </a:lnTo>
                  <a:lnTo>
                    <a:pt x="65309" y="30792"/>
                  </a:lnTo>
                  <a:lnTo>
                    <a:pt x="109082" y="8137"/>
                  </a:lnTo>
                  <a:lnTo>
                    <a:pt x="159468" y="0"/>
                  </a:lnTo>
                  <a:lnTo>
                    <a:pt x="209836" y="8137"/>
                  </a:lnTo>
                  <a:lnTo>
                    <a:pt x="253567" y="30792"/>
                  </a:lnTo>
                  <a:lnTo>
                    <a:pt x="288044" y="65332"/>
                  </a:lnTo>
                  <a:lnTo>
                    <a:pt x="310649" y="109120"/>
                  </a:lnTo>
                  <a:lnTo>
                    <a:pt x="318766" y="159524"/>
                  </a:lnTo>
                  <a:lnTo>
                    <a:pt x="310649" y="209910"/>
                  </a:lnTo>
                  <a:lnTo>
                    <a:pt x="288044" y="253656"/>
                  </a:lnTo>
                  <a:lnTo>
                    <a:pt x="253567" y="288145"/>
                  </a:lnTo>
                  <a:lnTo>
                    <a:pt x="209836" y="310758"/>
                  </a:lnTo>
                  <a:lnTo>
                    <a:pt x="159468" y="318877"/>
                  </a:lnTo>
                  <a:lnTo>
                    <a:pt x="109082" y="310758"/>
                  </a:lnTo>
                  <a:lnTo>
                    <a:pt x="65309" y="288145"/>
                  </a:lnTo>
                  <a:lnTo>
                    <a:pt x="30782" y="253656"/>
                  </a:lnTo>
                  <a:lnTo>
                    <a:pt x="8134" y="209910"/>
                  </a:lnTo>
                  <a:lnTo>
                    <a:pt x="0" y="159524"/>
                  </a:lnTo>
                  <a:close/>
                </a:path>
              </a:pathLst>
            </a:custGeom>
            <a:ln w="12834">
              <a:solidFill>
                <a:srgbClr val="A8D08D"/>
              </a:solidFill>
            </a:ln>
          </p:spPr>
          <p:txBody>
            <a:bodyPr wrap="square" lIns="0" tIns="0" rIns="0" bIns="0" rtlCol="0"/>
            <a:lstStyle/>
            <a:p/>
          </p:txBody>
        </p:sp>
      </p:grpSp>
      <p:sp>
        <p:nvSpPr>
          <p:cNvPr id="123" name="object 123"/>
          <p:cNvSpPr txBox="1"/>
          <p:nvPr/>
        </p:nvSpPr>
        <p:spPr>
          <a:xfrm>
            <a:off x="7791363" y="3912218"/>
            <a:ext cx="513080" cy="438784"/>
          </a:xfrm>
          <a:prstGeom prst="rect">
            <a:avLst/>
          </a:prstGeom>
        </p:spPr>
        <p:txBody>
          <a:bodyPr vert="horz" wrap="square" lIns="0" tIns="15240" rIns="0" bIns="0" rtlCol="0">
            <a:spAutoFit/>
          </a:bodyPr>
          <a:lstStyle/>
          <a:p>
            <a:pPr marL="25400">
              <a:lnSpc>
                <a:spcPct val="100000"/>
              </a:lnSpc>
              <a:spcBef>
                <a:spcPts val="120"/>
              </a:spcBef>
              <a:tabLst>
                <a:tab pos="389255" algn="l"/>
              </a:tabLst>
            </a:pPr>
            <a:r>
              <a:rPr sz="1300" spc="-50" dirty="0">
                <a:solidFill>
                  <a:srgbClr val="FEFFFF"/>
                </a:solidFill>
                <a:latin typeface="Calibri" panose="020F0502020204030204"/>
                <a:cs typeface="Calibri" panose="020F0502020204030204"/>
              </a:rPr>
              <a:t>1</a:t>
            </a:r>
            <a:r>
              <a:rPr sz="1300" dirty="0">
                <a:solidFill>
                  <a:srgbClr val="FEFFFF"/>
                </a:solidFill>
                <a:latin typeface="Calibri" panose="020F0502020204030204"/>
                <a:cs typeface="Calibri" panose="020F0502020204030204"/>
              </a:rPr>
              <a:t>	</a:t>
            </a:r>
            <a:r>
              <a:rPr sz="1300" spc="-50" dirty="0">
                <a:solidFill>
                  <a:srgbClr val="FF0000"/>
                </a:solidFill>
                <a:latin typeface="Calibri" panose="020F0502020204030204"/>
                <a:cs typeface="Calibri" panose="020F0502020204030204"/>
              </a:rPr>
              <a:t>0</a:t>
            </a:r>
            <a:endParaRPr sz="1300">
              <a:latin typeface="Calibri" panose="020F0502020204030204"/>
              <a:cs typeface="Calibri" panose="020F0502020204030204"/>
            </a:endParaRPr>
          </a:p>
          <a:p>
            <a:pPr marL="123825">
              <a:lnSpc>
                <a:spcPct val="100000"/>
              </a:lnSpc>
              <a:spcBef>
                <a:spcPts val="830"/>
              </a:spcBef>
            </a:pPr>
            <a:r>
              <a:rPr sz="1050" baseline="-32000" dirty="0">
                <a:solidFill>
                  <a:srgbClr val="FEFFFF"/>
                </a:solidFill>
                <a:latin typeface="Calibri" panose="020F0502020204030204"/>
                <a:cs typeface="Calibri" panose="020F0502020204030204"/>
              </a:rPr>
              <a:t>D</a:t>
            </a:r>
            <a:r>
              <a:rPr sz="1050" spc="480" baseline="-32000" dirty="0">
                <a:solidFill>
                  <a:srgbClr val="FEFFFF"/>
                </a:solidFill>
                <a:latin typeface="Calibri" panose="020F0502020204030204"/>
                <a:cs typeface="Calibri" panose="020F0502020204030204"/>
              </a:rPr>
              <a:t> </a:t>
            </a:r>
            <a:r>
              <a:rPr sz="300" dirty="0">
                <a:solidFill>
                  <a:srgbClr val="FEFFFF"/>
                </a:solidFill>
                <a:latin typeface="Calibri" panose="020F0502020204030204"/>
                <a:cs typeface="Calibri" panose="020F0502020204030204"/>
              </a:rPr>
              <a:t>S</a:t>
            </a:r>
            <a:r>
              <a:rPr sz="300" spc="-10" dirty="0">
                <a:solidFill>
                  <a:srgbClr val="FEFFFF"/>
                </a:solidFill>
                <a:latin typeface="Calibri" panose="020F0502020204030204"/>
                <a:cs typeface="Calibri" panose="020F0502020204030204"/>
              </a:rPr>
              <a:t> </a:t>
            </a:r>
            <a:r>
              <a:rPr sz="300" dirty="0">
                <a:solidFill>
                  <a:srgbClr val="FEFFFF"/>
                </a:solidFill>
                <a:latin typeface="Calibri" panose="020F0502020204030204"/>
                <a:cs typeface="Calibri" panose="020F0502020204030204"/>
              </a:rPr>
              <a:t>ET</a:t>
            </a:r>
            <a:r>
              <a:rPr sz="300" spc="385" dirty="0">
                <a:solidFill>
                  <a:srgbClr val="FEFFFF"/>
                </a:solidFill>
                <a:latin typeface="Calibri" panose="020F0502020204030204"/>
                <a:cs typeface="Calibri" panose="020F0502020204030204"/>
              </a:rPr>
              <a:t> </a:t>
            </a:r>
            <a:r>
              <a:rPr sz="1050" i="1" spc="-75" baseline="-32000" dirty="0">
                <a:solidFill>
                  <a:srgbClr val="FEFFFF"/>
                </a:solidFill>
                <a:latin typeface="Calibri" panose="020F0502020204030204"/>
                <a:cs typeface="Calibri" panose="020F0502020204030204"/>
              </a:rPr>
              <a:t>Q</a:t>
            </a:r>
            <a:endParaRPr sz="1050" baseline="-32000">
              <a:latin typeface="Calibri" panose="020F0502020204030204"/>
              <a:cs typeface="Calibri" panose="020F0502020204030204"/>
            </a:endParaRPr>
          </a:p>
        </p:txBody>
      </p:sp>
      <p:grpSp>
        <p:nvGrpSpPr>
          <p:cNvPr id="124" name="object 124"/>
          <p:cNvGrpSpPr/>
          <p:nvPr/>
        </p:nvGrpSpPr>
        <p:grpSpPr>
          <a:xfrm>
            <a:off x="8724709" y="5488532"/>
            <a:ext cx="846455" cy="487680"/>
            <a:chOff x="8724709" y="5488532"/>
            <a:chExt cx="846455" cy="487680"/>
          </a:xfrm>
        </p:grpSpPr>
        <p:pic>
          <p:nvPicPr>
            <p:cNvPr id="125" name="object 125"/>
            <p:cNvPicPr/>
            <p:nvPr/>
          </p:nvPicPr>
          <p:blipFill>
            <a:blip r:embed="rId17" cstate="print"/>
            <a:stretch>
              <a:fillRect/>
            </a:stretch>
          </p:blipFill>
          <p:spPr>
            <a:xfrm>
              <a:off x="8724709" y="5488532"/>
              <a:ext cx="487123" cy="487292"/>
            </a:xfrm>
            <a:prstGeom prst="rect">
              <a:avLst/>
            </a:prstGeom>
          </p:spPr>
        </p:pic>
        <p:sp>
          <p:nvSpPr>
            <p:cNvPr id="126" name="object 126"/>
            <p:cNvSpPr/>
            <p:nvPr/>
          </p:nvSpPr>
          <p:spPr>
            <a:xfrm>
              <a:off x="8803322" y="5533821"/>
              <a:ext cx="318770" cy="319405"/>
            </a:xfrm>
            <a:custGeom>
              <a:avLst/>
              <a:gdLst/>
              <a:ahLst/>
              <a:cxnLst/>
              <a:rect l="l" t="t" r="r" b="b"/>
              <a:pathLst>
                <a:path w="318770" h="319404">
                  <a:moveTo>
                    <a:pt x="159308" y="0"/>
                  </a:moveTo>
                  <a:lnTo>
                    <a:pt x="108934" y="8128"/>
                  </a:lnTo>
                  <a:lnTo>
                    <a:pt x="65200" y="30762"/>
                  </a:lnTo>
                  <a:lnTo>
                    <a:pt x="30722" y="65274"/>
                  </a:lnTo>
                  <a:lnTo>
                    <a:pt x="8116" y="109037"/>
                  </a:lnTo>
                  <a:lnTo>
                    <a:pt x="0" y="159424"/>
                  </a:lnTo>
                  <a:lnTo>
                    <a:pt x="8116" y="209819"/>
                  </a:lnTo>
                  <a:lnTo>
                    <a:pt x="30722" y="253587"/>
                  </a:lnTo>
                  <a:lnTo>
                    <a:pt x="65200" y="288101"/>
                  </a:lnTo>
                  <a:lnTo>
                    <a:pt x="108934" y="310735"/>
                  </a:lnTo>
                  <a:lnTo>
                    <a:pt x="159308" y="318863"/>
                  </a:lnTo>
                  <a:lnTo>
                    <a:pt x="209693" y="310735"/>
                  </a:lnTo>
                  <a:lnTo>
                    <a:pt x="253465" y="288101"/>
                  </a:lnTo>
                  <a:lnTo>
                    <a:pt x="287990" y="253587"/>
                  </a:lnTo>
                  <a:lnTo>
                    <a:pt x="310636" y="209819"/>
                  </a:lnTo>
                  <a:lnTo>
                    <a:pt x="318770" y="159424"/>
                  </a:lnTo>
                  <a:lnTo>
                    <a:pt x="310636" y="109037"/>
                  </a:lnTo>
                  <a:lnTo>
                    <a:pt x="287990" y="65274"/>
                  </a:lnTo>
                  <a:lnTo>
                    <a:pt x="253465" y="30762"/>
                  </a:lnTo>
                  <a:lnTo>
                    <a:pt x="209693" y="8128"/>
                  </a:lnTo>
                  <a:lnTo>
                    <a:pt x="159308" y="0"/>
                  </a:lnTo>
                  <a:close/>
                </a:path>
              </a:pathLst>
            </a:custGeom>
            <a:solidFill>
              <a:srgbClr val="A8D08D"/>
            </a:solidFill>
          </p:spPr>
          <p:txBody>
            <a:bodyPr wrap="square" lIns="0" tIns="0" rIns="0" bIns="0" rtlCol="0"/>
            <a:lstStyle/>
            <a:p/>
          </p:txBody>
        </p:sp>
        <p:sp>
          <p:nvSpPr>
            <p:cNvPr id="127" name="object 127"/>
            <p:cNvSpPr/>
            <p:nvPr/>
          </p:nvSpPr>
          <p:spPr>
            <a:xfrm>
              <a:off x="8803315" y="5533824"/>
              <a:ext cx="318770" cy="319405"/>
            </a:xfrm>
            <a:custGeom>
              <a:avLst/>
              <a:gdLst/>
              <a:ahLst/>
              <a:cxnLst/>
              <a:rect l="l" t="t" r="r" b="b"/>
              <a:pathLst>
                <a:path w="318770" h="319404">
                  <a:moveTo>
                    <a:pt x="0" y="159421"/>
                  </a:moveTo>
                  <a:lnTo>
                    <a:pt x="8116" y="109035"/>
                  </a:lnTo>
                  <a:lnTo>
                    <a:pt x="30721" y="65273"/>
                  </a:lnTo>
                  <a:lnTo>
                    <a:pt x="65198" y="30761"/>
                  </a:lnTo>
                  <a:lnTo>
                    <a:pt x="108929" y="8128"/>
                  </a:lnTo>
                  <a:lnTo>
                    <a:pt x="159297" y="0"/>
                  </a:lnTo>
                  <a:lnTo>
                    <a:pt x="209683" y="8128"/>
                  </a:lnTo>
                  <a:lnTo>
                    <a:pt x="253457" y="30761"/>
                  </a:lnTo>
                  <a:lnTo>
                    <a:pt x="287984" y="65273"/>
                  </a:lnTo>
                  <a:lnTo>
                    <a:pt x="310632" y="109035"/>
                  </a:lnTo>
                  <a:lnTo>
                    <a:pt x="318766" y="159421"/>
                  </a:lnTo>
                  <a:lnTo>
                    <a:pt x="310632" y="209816"/>
                  </a:lnTo>
                  <a:lnTo>
                    <a:pt x="287984" y="253584"/>
                  </a:lnTo>
                  <a:lnTo>
                    <a:pt x="253457" y="288098"/>
                  </a:lnTo>
                  <a:lnTo>
                    <a:pt x="209683" y="310732"/>
                  </a:lnTo>
                  <a:lnTo>
                    <a:pt x="159297" y="318860"/>
                  </a:lnTo>
                  <a:lnTo>
                    <a:pt x="108929" y="310732"/>
                  </a:lnTo>
                  <a:lnTo>
                    <a:pt x="65198" y="288098"/>
                  </a:lnTo>
                  <a:lnTo>
                    <a:pt x="30721" y="253584"/>
                  </a:lnTo>
                  <a:lnTo>
                    <a:pt x="8116" y="209816"/>
                  </a:lnTo>
                  <a:lnTo>
                    <a:pt x="0" y="159421"/>
                  </a:lnTo>
                  <a:close/>
                </a:path>
              </a:pathLst>
            </a:custGeom>
            <a:ln w="12834">
              <a:solidFill>
                <a:srgbClr val="A8D08D"/>
              </a:solidFill>
            </a:ln>
          </p:spPr>
          <p:txBody>
            <a:bodyPr wrap="square" lIns="0" tIns="0" rIns="0" bIns="0" rtlCol="0"/>
            <a:lstStyle/>
            <a:p/>
          </p:txBody>
        </p:sp>
        <p:pic>
          <p:nvPicPr>
            <p:cNvPr id="128" name="object 128"/>
            <p:cNvPicPr/>
            <p:nvPr/>
          </p:nvPicPr>
          <p:blipFill>
            <a:blip r:embed="rId18" cstate="print"/>
            <a:stretch>
              <a:fillRect/>
            </a:stretch>
          </p:blipFill>
          <p:spPr>
            <a:xfrm>
              <a:off x="9083636" y="5488532"/>
              <a:ext cx="487123" cy="487292"/>
            </a:xfrm>
            <a:prstGeom prst="rect">
              <a:avLst/>
            </a:prstGeom>
          </p:spPr>
        </p:pic>
        <p:sp>
          <p:nvSpPr>
            <p:cNvPr id="129" name="object 129"/>
            <p:cNvSpPr/>
            <p:nvPr/>
          </p:nvSpPr>
          <p:spPr>
            <a:xfrm>
              <a:off x="9166707" y="5533821"/>
              <a:ext cx="318770" cy="319405"/>
            </a:xfrm>
            <a:custGeom>
              <a:avLst/>
              <a:gdLst/>
              <a:ahLst/>
              <a:cxnLst/>
              <a:rect l="l" t="t" r="r" b="b"/>
              <a:pathLst>
                <a:path w="318770" h="319404">
                  <a:moveTo>
                    <a:pt x="159296" y="0"/>
                  </a:moveTo>
                  <a:lnTo>
                    <a:pt x="108928" y="8128"/>
                  </a:lnTo>
                  <a:lnTo>
                    <a:pt x="65197" y="30762"/>
                  </a:lnTo>
                  <a:lnTo>
                    <a:pt x="30721" y="65274"/>
                  </a:lnTo>
                  <a:lnTo>
                    <a:pt x="8116" y="109037"/>
                  </a:lnTo>
                  <a:lnTo>
                    <a:pt x="0" y="159424"/>
                  </a:lnTo>
                  <a:lnTo>
                    <a:pt x="8116" y="209819"/>
                  </a:lnTo>
                  <a:lnTo>
                    <a:pt x="30721" y="253587"/>
                  </a:lnTo>
                  <a:lnTo>
                    <a:pt x="65197" y="288101"/>
                  </a:lnTo>
                  <a:lnTo>
                    <a:pt x="108928" y="310735"/>
                  </a:lnTo>
                  <a:lnTo>
                    <a:pt x="159296" y="318863"/>
                  </a:lnTo>
                  <a:lnTo>
                    <a:pt x="209681" y="310735"/>
                  </a:lnTo>
                  <a:lnTo>
                    <a:pt x="253452" y="288101"/>
                  </a:lnTo>
                  <a:lnTo>
                    <a:pt x="287977" y="253587"/>
                  </a:lnTo>
                  <a:lnTo>
                    <a:pt x="310623" y="209819"/>
                  </a:lnTo>
                  <a:lnTo>
                    <a:pt x="318757" y="159424"/>
                  </a:lnTo>
                  <a:lnTo>
                    <a:pt x="310623" y="109037"/>
                  </a:lnTo>
                  <a:lnTo>
                    <a:pt x="287977" y="65274"/>
                  </a:lnTo>
                  <a:lnTo>
                    <a:pt x="253452" y="30762"/>
                  </a:lnTo>
                  <a:lnTo>
                    <a:pt x="209681" y="8128"/>
                  </a:lnTo>
                  <a:lnTo>
                    <a:pt x="159296" y="0"/>
                  </a:lnTo>
                  <a:close/>
                </a:path>
              </a:pathLst>
            </a:custGeom>
            <a:solidFill>
              <a:srgbClr val="A8D08D"/>
            </a:solidFill>
          </p:spPr>
          <p:txBody>
            <a:bodyPr wrap="square" lIns="0" tIns="0" rIns="0" bIns="0" rtlCol="0"/>
            <a:lstStyle/>
            <a:p/>
          </p:txBody>
        </p:sp>
        <p:sp>
          <p:nvSpPr>
            <p:cNvPr id="130" name="object 130"/>
            <p:cNvSpPr/>
            <p:nvPr/>
          </p:nvSpPr>
          <p:spPr>
            <a:xfrm>
              <a:off x="9166692" y="5533824"/>
              <a:ext cx="318770" cy="319405"/>
            </a:xfrm>
            <a:custGeom>
              <a:avLst/>
              <a:gdLst/>
              <a:ahLst/>
              <a:cxnLst/>
              <a:rect l="l" t="t" r="r" b="b"/>
              <a:pathLst>
                <a:path w="318770" h="319404">
                  <a:moveTo>
                    <a:pt x="0" y="159421"/>
                  </a:moveTo>
                  <a:lnTo>
                    <a:pt x="8116" y="109035"/>
                  </a:lnTo>
                  <a:lnTo>
                    <a:pt x="30721" y="65273"/>
                  </a:lnTo>
                  <a:lnTo>
                    <a:pt x="65198" y="30761"/>
                  </a:lnTo>
                  <a:lnTo>
                    <a:pt x="108929" y="8128"/>
                  </a:lnTo>
                  <a:lnTo>
                    <a:pt x="159297" y="0"/>
                  </a:lnTo>
                  <a:lnTo>
                    <a:pt x="209683" y="8128"/>
                  </a:lnTo>
                  <a:lnTo>
                    <a:pt x="253457" y="30761"/>
                  </a:lnTo>
                  <a:lnTo>
                    <a:pt x="287984" y="65273"/>
                  </a:lnTo>
                  <a:lnTo>
                    <a:pt x="310632" y="109035"/>
                  </a:lnTo>
                  <a:lnTo>
                    <a:pt x="318766" y="159421"/>
                  </a:lnTo>
                  <a:lnTo>
                    <a:pt x="310632" y="209816"/>
                  </a:lnTo>
                  <a:lnTo>
                    <a:pt x="287984" y="253584"/>
                  </a:lnTo>
                  <a:lnTo>
                    <a:pt x="253457" y="288098"/>
                  </a:lnTo>
                  <a:lnTo>
                    <a:pt x="209683" y="310732"/>
                  </a:lnTo>
                  <a:lnTo>
                    <a:pt x="159297" y="318860"/>
                  </a:lnTo>
                  <a:lnTo>
                    <a:pt x="108929" y="310732"/>
                  </a:lnTo>
                  <a:lnTo>
                    <a:pt x="65198" y="288098"/>
                  </a:lnTo>
                  <a:lnTo>
                    <a:pt x="30721" y="253584"/>
                  </a:lnTo>
                  <a:lnTo>
                    <a:pt x="8116" y="209816"/>
                  </a:lnTo>
                  <a:lnTo>
                    <a:pt x="0" y="159421"/>
                  </a:lnTo>
                  <a:close/>
                </a:path>
              </a:pathLst>
            </a:custGeom>
            <a:ln w="12834">
              <a:solidFill>
                <a:srgbClr val="A8D08D"/>
              </a:solidFill>
            </a:ln>
          </p:spPr>
          <p:txBody>
            <a:bodyPr wrap="square" lIns="0" tIns="0" rIns="0" bIns="0" rtlCol="0"/>
            <a:lstStyle/>
            <a:p/>
          </p:txBody>
        </p:sp>
      </p:grpSp>
      <p:sp>
        <p:nvSpPr>
          <p:cNvPr id="131" name="object 131"/>
          <p:cNvSpPr txBox="1"/>
          <p:nvPr/>
        </p:nvSpPr>
        <p:spPr>
          <a:xfrm>
            <a:off x="8931164" y="5575855"/>
            <a:ext cx="461645" cy="226060"/>
          </a:xfrm>
          <a:prstGeom prst="rect">
            <a:avLst/>
          </a:prstGeom>
        </p:spPr>
        <p:txBody>
          <a:bodyPr vert="horz" wrap="square" lIns="0" tIns="14604" rIns="0" bIns="0" rtlCol="0">
            <a:spAutoFit/>
          </a:bodyPr>
          <a:lstStyle/>
          <a:p>
            <a:pPr>
              <a:lnSpc>
                <a:spcPct val="100000"/>
              </a:lnSpc>
              <a:spcBef>
                <a:spcPts val="115"/>
              </a:spcBef>
              <a:tabLst>
                <a:tab pos="363855" algn="l"/>
              </a:tabLst>
            </a:pPr>
            <a:r>
              <a:rPr sz="1300" spc="-50" dirty="0">
                <a:solidFill>
                  <a:srgbClr val="FEFFFF"/>
                </a:solidFill>
                <a:latin typeface="Calibri" panose="020F0502020204030204"/>
                <a:cs typeface="Calibri" panose="020F0502020204030204"/>
              </a:rPr>
              <a:t>1</a:t>
            </a:r>
            <a:r>
              <a:rPr sz="1300" dirty="0">
                <a:solidFill>
                  <a:srgbClr val="FEFFFF"/>
                </a:solidFill>
                <a:latin typeface="Calibri" panose="020F0502020204030204"/>
                <a:cs typeface="Calibri" panose="020F0502020204030204"/>
              </a:rPr>
              <a:t>	</a:t>
            </a:r>
            <a:r>
              <a:rPr sz="1300" spc="-50" dirty="0">
                <a:solidFill>
                  <a:srgbClr val="FF0000"/>
                </a:solidFill>
                <a:latin typeface="Calibri" panose="020F0502020204030204"/>
                <a:cs typeface="Calibri" panose="020F0502020204030204"/>
              </a:rPr>
              <a:t>0</a:t>
            </a:r>
            <a:endParaRPr sz="1300">
              <a:latin typeface="Calibri" panose="020F0502020204030204"/>
              <a:cs typeface="Calibri" panose="020F0502020204030204"/>
            </a:endParaRPr>
          </a:p>
        </p:txBody>
      </p:sp>
      <p:sp>
        <p:nvSpPr>
          <p:cNvPr id="136" name="object 136"/>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
        <p:nvSpPr>
          <p:cNvPr id="132" name="object 132"/>
          <p:cNvSpPr txBox="1"/>
          <p:nvPr/>
        </p:nvSpPr>
        <p:spPr>
          <a:xfrm>
            <a:off x="5389693" y="2381876"/>
            <a:ext cx="829944" cy="615315"/>
          </a:xfrm>
          <a:prstGeom prst="rect">
            <a:avLst/>
          </a:prstGeom>
        </p:spPr>
        <p:txBody>
          <a:bodyPr vert="horz" wrap="square" lIns="0" tIns="62865" rIns="0" bIns="0" rtlCol="0">
            <a:spAutoFit/>
          </a:bodyPr>
          <a:lstStyle/>
          <a:p>
            <a:pPr>
              <a:lnSpc>
                <a:spcPct val="100000"/>
              </a:lnSpc>
              <a:spcBef>
                <a:spcPts val="495"/>
              </a:spcBef>
            </a:pPr>
            <a:r>
              <a:rPr sz="1300" spc="-50" dirty="0">
                <a:solidFill>
                  <a:srgbClr val="FEFFFF"/>
                </a:solidFill>
                <a:latin typeface="Calibri" panose="020F0502020204030204"/>
                <a:cs typeface="Calibri" panose="020F0502020204030204"/>
              </a:rPr>
              <a:t>1</a:t>
            </a:r>
            <a:endParaRPr sz="1300">
              <a:latin typeface="Calibri" panose="020F0502020204030204"/>
              <a:cs typeface="Calibri" panose="020F0502020204030204"/>
            </a:endParaRPr>
          </a:p>
          <a:p>
            <a:pPr marL="359410">
              <a:lnSpc>
                <a:spcPct val="100000"/>
              </a:lnSpc>
              <a:spcBef>
                <a:spcPts val="525"/>
              </a:spcBef>
            </a:pPr>
            <a:r>
              <a:rPr sz="1800" spc="-25" dirty="0">
                <a:solidFill>
                  <a:srgbClr val="70AD47"/>
                </a:solidFill>
                <a:latin typeface="宋体" panose="02010600030101010101" pitchFamily="2" charset="-122"/>
                <a:cs typeface="宋体" panose="02010600030101010101" pitchFamily="2" charset="-122"/>
              </a:rPr>
              <a:t>可控</a:t>
            </a:r>
            <a:endParaRPr sz="1800">
              <a:latin typeface="宋体" panose="02010600030101010101" pitchFamily="2" charset="-122"/>
              <a:cs typeface="宋体" panose="02010600030101010101" pitchFamily="2" charset="-122"/>
            </a:endParaRPr>
          </a:p>
        </p:txBody>
      </p:sp>
      <p:sp>
        <p:nvSpPr>
          <p:cNvPr id="133" name="object 133"/>
          <p:cNvSpPr txBox="1"/>
          <p:nvPr/>
        </p:nvSpPr>
        <p:spPr>
          <a:xfrm>
            <a:off x="5758815" y="5653532"/>
            <a:ext cx="469900" cy="299720"/>
          </a:xfrm>
          <a:prstGeom prst="rect">
            <a:avLst/>
          </a:prstGeom>
        </p:spPr>
        <p:txBody>
          <a:bodyPr vert="horz" wrap="square" lIns="0" tIns="12700" rIns="0" bIns="0" rtlCol="0">
            <a:spAutoFit/>
          </a:bodyPr>
          <a:lstStyle/>
          <a:p>
            <a:pPr>
              <a:lnSpc>
                <a:spcPct val="100000"/>
              </a:lnSpc>
              <a:spcBef>
                <a:spcPts val="100"/>
              </a:spcBef>
            </a:pPr>
            <a:r>
              <a:rPr sz="1800" spc="-25" dirty="0">
                <a:solidFill>
                  <a:srgbClr val="70AD47"/>
                </a:solidFill>
                <a:latin typeface="宋体" panose="02010600030101010101" pitchFamily="2" charset="-122"/>
                <a:cs typeface="宋体" panose="02010600030101010101" pitchFamily="2" charset="-122"/>
              </a:rPr>
              <a:t>可控</a:t>
            </a:r>
            <a:endParaRPr sz="1800">
              <a:latin typeface="宋体" panose="02010600030101010101" pitchFamily="2" charset="-122"/>
              <a:cs typeface="宋体" panose="02010600030101010101" pitchFamily="2" charset="-122"/>
            </a:endParaRPr>
          </a:p>
        </p:txBody>
      </p:sp>
      <p:sp>
        <p:nvSpPr>
          <p:cNvPr id="134" name="object 134"/>
          <p:cNvSpPr txBox="1"/>
          <p:nvPr/>
        </p:nvSpPr>
        <p:spPr>
          <a:xfrm>
            <a:off x="7668590" y="4562053"/>
            <a:ext cx="698500" cy="507365"/>
          </a:xfrm>
          <a:prstGeom prst="rect">
            <a:avLst/>
          </a:prstGeom>
        </p:spPr>
        <p:txBody>
          <a:bodyPr vert="horz" wrap="square" lIns="0" tIns="41910" rIns="0" bIns="0" rtlCol="0">
            <a:spAutoFit/>
          </a:bodyPr>
          <a:lstStyle/>
          <a:p>
            <a:pPr marL="363855">
              <a:lnSpc>
                <a:spcPct val="100000"/>
              </a:lnSpc>
              <a:spcBef>
                <a:spcPts val="330"/>
              </a:spcBef>
            </a:pPr>
            <a:r>
              <a:rPr sz="300" dirty="0">
                <a:solidFill>
                  <a:srgbClr val="FEFFFF"/>
                </a:solidFill>
                <a:latin typeface="Calibri" panose="020F0502020204030204"/>
                <a:cs typeface="Calibri" panose="020F0502020204030204"/>
              </a:rPr>
              <a:t>CLR</a:t>
            </a:r>
            <a:r>
              <a:rPr sz="300" spc="415" dirty="0">
                <a:solidFill>
                  <a:srgbClr val="FEFFFF"/>
                </a:solidFill>
                <a:latin typeface="Calibri" panose="020F0502020204030204"/>
                <a:cs typeface="Calibri" panose="020F0502020204030204"/>
              </a:rPr>
              <a:t> </a:t>
            </a:r>
            <a:r>
              <a:rPr sz="700" i="1" spc="-50" dirty="0">
                <a:solidFill>
                  <a:srgbClr val="FEFFFF"/>
                </a:solidFill>
                <a:latin typeface="Calibri" panose="020F0502020204030204"/>
                <a:cs typeface="Calibri" panose="020F0502020204030204"/>
              </a:rPr>
              <a:t>Q</a:t>
            </a:r>
            <a:endParaRPr sz="700">
              <a:latin typeface="Calibri" panose="020F0502020204030204"/>
              <a:cs typeface="Calibri" panose="020F0502020204030204"/>
            </a:endParaRPr>
          </a:p>
          <a:p>
            <a:pPr>
              <a:lnSpc>
                <a:spcPct val="100000"/>
              </a:lnSpc>
              <a:spcBef>
                <a:spcPts val="195"/>
              </a:spcBef>
            </a:pPr>
            <a:endParaRPr sz="300">
              <a:latin typeface="Calibri" panose="020F0502020204030204"/>
              <a:cs typeface="Calibri" panose="020F0502020204030204"/>
            </a:endParaRPr>
          </a:p>
          <a:p>
            <a:pPr>
              <a:lnSpc>
                <a:spcPct val="100000"/>
              </a:lnSpc>
            </a:pPr>
            <a:r>
              <a:rPr sz="1800" spc="-20" dirty="0">
                <a:solidFill>
                  <a:srgbClr val="70AD47"/>
                </a:solidFill>
                <a:latin typeface="宋体" panose="02010600030101010101" pitchFamily="2" charset="-122"/>
                <a:cs typeface="宋体" panose="02010600030101010101" pitchFamily="2" charset="-122"/>
              </a:rPr>
              <a:t>可观测</a:t>
            </a:r>
            <a:endParaRPr sz="1800">
              <a:latin typeface="宋体" panose="02010600030101010101" pitchFamily="2" charset="-122"/>
              <a:cs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可测性设计的概念</a:t>
            </a:r>
            <a:endParaRPr spc="-10" dirty="0"/>
          </a:p>
        </p:txBody>
      </p:sp>
      <p:grpSp>
        <p:nvGrpSpPr>
          <p:cNvPr id="3" name="object 3"/>
          <p:cNvGrpSpPr/>
          <p:nvPr/>
        </p:nvGrpSpPr>
        <p:grpSpPr>
          <a:xfrm>
            <a:off x="4204958" y="2508392"/>
            <a:ext cx="3053080" cy="3209925"/>
            <a:chOff x="4204958" y="2508392"/>
            <a:chExt cx="3053080" cy="3209925"/>
          </a:xfrm>
        </p:grpSpPr>
        <p:sp>
          <p:nvSpPr>
            <p:cNvPr id="4" name="object 4"/>
            <p:cNvSpPr/>
            <p:nvPr/>
          </p:nvSpPr>
          <p:spPr>
            <a:xfrm>
              <a:off x="4223105" y="2526524"/>
              <a:ext cx="3016885" cy="3173730"/>
            </a:xfrm>
            <a:custGeom>
              <a:avLst/>
              <a:gdLst/>
              <a:ahLst/>
              <a:cxnLst/>
              <a:rect l="l" t="t" r="r" b="b"/>
              <a:pathLst>
                <a:path w="3016884" h="3173729">
                  <a:moveTo>
                    <a:pt x="3016542" y="0"/>
                  </a:moveTo>
                  <a:lnTo>
                    <a:pt x="0" y="0"/>
                  </a:lnTo>
                  <a:lnTo>
                    <a:pt x="0" y="3173171"/>
                  </a:lnTo>
                  <a:lnTo>
                    <a:pt x="3016542" y="3173171"/>
                  </a:lnTo>
                  <a:lnTo>
                    <a:pt x="3016542" y="0"/>
                  </a:lnTo>
                  <a:close/>
                </a:path>
              </a:pathLst>
            </a:custGeom>
            <a:solidFill>
              <a:srgbClr val="F2F2F2"/>
            </a:solidFill>
          </p:spPr>
          <p:txBody>
            <a:bodyPr wrap="square" lIns="0" tIns="0" rIns="0" bIns="0" rtlCol="0"/>
            <a:lstStyle/>
            <a:p/>
          </p:txBody>
        </p:sp>
        <p:sp>
          <p:nvSpPr>
            <p:cNvPr id="5" name="object 5"/>
            <p:cNvSpPr/>
            <p:nvPr/>
          </p:nvSpPr>
          <p:spPr>
            <a:xfrm>
              <a:off x="4223101" y="2526535"/>
              <a:ext cx="3016885" cy="3173730"/>
            </a:xfrm>
            <a:custGeom>
              <a:avLst/>
              <a:gdLst/>
              <a:ahLst/>
              <a:cxnLst/>
              <a:rect l="l" t="t" r="r" b="b"/>
              <a:pathLst>
                <a:path w="3016884" h="3173729">
                  <a:moveTo>
                    <a:pt x="0" y="3173160"/>
                  </a:moveTo>
                  <a:lnTo>
                    <a:pt x="3016542" y="3173160"/>
                  </a:lnTo>
                  <a:lnTo>
                    <a:pt x="3016542" y="0"/>
                  </a:lnTo>
                  <a:lnTo>
                    <a:pt x="0" y="0"/>
                  </a:lnTo>
                  <a:lnTo>
                    <a:pt x="0" y="3173160"/>
                  </a:lnTo>
                  <a:close/>
                </a:path>
              </a:pathLst>
            </a:custGeom>
            <a:ln w="36285">
              <a:solidFill>
                <a:srgbClr val="41719C"/>
              </a:solidFill>
            </a:ln>
          </p:spPr>
          <p:txBody>
            <a:bodyPr wrap="square" lIns="0" tIns="0" rIns="0" bIns="0" rtlCol="0"/>
            <a:lstStyle/>
            <a:p/>
          </p:txBody>
        </p:sp>
        <p:sp>
          <p:nvSpPr>
            <p:cNvPr id="6" name="object 6"/>
            <p:cNvSpPr/>
            <p:nvPr/>
          </p:nvSpPr>
          <p:spPr>
            <a:xfrm>
              <a:off x="5345137" y="2923908"/>
              <a:ext cx="1390015" cy="2327910"/>
            </a:xfrm>
            <a:custGeom>
              <a:avLst/>
              <a:gdLst/>
              <a:ahLst/>
              <a:cxnLst/>
              <a:rect l="l" t="t" r="r" b="b"/>
              <a:pathLst>
                <a:path w="1390015" h="2327910">
                  <a:moveTo>
                    <a:pt x="1389634" y="0"/>
                  </a:moveTo>
                  <a:lnTo>
                    <a:pt x="0" y="0"/>
                  </a:lnTo>
                  <a:lnTo>
                    <a:pt x="0" y="2327363"/>
                  </a:lnTo>
                  <a:lnTo>
                    <a:pt x="1389634" y="2327363"/>
                  </a:lnTo>
                  <a:lnTo>
                    <a:pt x="1389634" y="0"/>
                  </a:lnTo>
                  <a:close/>
                </a:path>
              </a:pathLst>
            </a:custGeom>
            <a:solidFill>
              <a:srgbClr val="FFFFFF"/>
            </a:solidFill>
          </p:spPr>
          <p:txBody>
            <a:bodyPr wrap="square" lIns="0" tIns="0" rIns="0" bIns="0" rtlCol="0"/>
            <a:lstStyle/>
            <a:p/>
          </p:txBody>
        </p:sp>
        <p:sp>
          <p:nvSpPr>
            <p:cNvPr id="7" name="object 7"/>
            <p:cNvSpPr/>
            <p:nvPr/>
          </p:nvSpPr>
          <p:spPr>
            <a:xfrm>
              <a:off x="5345138" y="2923914"/>
              <a:ext cx="1390015" cy="2327910"/>
            </a:xfrm>
            <a:custGeom>
              <a:avLst/>
              <a:gdLst/>
              <a:ahLst/>
              <a:cxnLst/>
              <a:rect l="l" t="t" r="r" b="b"/>
              <a:pathLst>
                <a:path w="1390015" h="2327910">
                  <a:moveTo>
                    <a:pt x="0" y="2327355"/>
                  </a:moveTo>
                  <a:lnTo>
                    <a:pt x="1389636" y="2327355"/>
                  </a:lnTo>
                  <a:lnTo>
                    <a:pt x="1389636" y="0"/>
                  </a:lnTo>
                  <a:lnTo>
                    <a:pt x="0" y="0"/>
                  </a:lnTo>
                  <a:lnTo>
                    <a:pt x="0" y="2327355"/>
                  </a:lnTo>
                  <a:close/>
                </a:path>
              </a:pathLst>
            </a:custGeom>
            <a:ln w="36283">
              <a:solidFill>
                <a:srgbClr val="41719C"/>
              </a:solidFill>
            </a:ln>
          </p:spPr>
          <p:txBody>
            <a:bodyPr wrap="square" lIns="0" tIns="0" rIns="0" bIns="0" rtlCol="0"/>
            <a:lstStyle/>
            <a:p/>
          </p:txBody>
        </p:sp>
        <p:sp>
          <p:nvSpPr>
            <p:cNvPr id="8" name="object 8"/>
            <p:cNvSpPr/>
            <p:nvPr/>
          </p:nvSpPr>
          <p:spPr>
            <a:xfrm>
              <a:off x="4953268" y="3311057"/>
              <a:ext cx="383540" cy="0"/>
            </a:xfrm>
            <a:custGeom>
              <a:avLst/>
              <a:gdLst/>
              <a:ahLst/>
              <a:cxnLst/>
              <a:rect l="l" t="t" r="r" b="b"/>
              <a:pathLst>
                <a:path w="383539">
                  <a:moveTo>
                    <a:pt x="383041" y="0"/>
                  </a:moveTo>
                  <a:lnTo>
                    <a:pt x="0" y="0"/>
                  </a:lnTo>
                </a:path>
              </a:pathLst>
            </a:custGeom>
            <a:ln w="24194">
              <a:solidFill>
                <a:srgbClr val="1E4E79"/>
              </a:solidFill>
            </a:ln>
          </p:spPr>
          <p:txBody>
            <a:bodyPr wrap="square" lIns="0" tIns="0" rIns="0" bIns="0" rtlCol="0"/>
            <a:lstStyle/>
            <a:p/>
          </p:txBody>
        </p:sp>
        <p:sp>
          <p:nvSpPr>
            <p:cNvPr id="9" name="object 9"/>
            <p:cNvSpPr/>
            <p:nvPr/>
          </p:nvSpPr>
          <p:spPr>
            <a:xfrm>
              <a:off x="4327224" y="3302129"/>
              <a:ext cx="2799715" cy="1534160"/>
            </a:xfrm>
            <a:custGeom>
              <a:avLst/>
              <a:gdLst/>
              <a:ahLst/>
              <a:cxnLst/>
              <a:rect l="l" t="t" r="r" b="b"/>
              <a:pathLst>
                <a:path w="2799715" h="1534160">
                  <a:moveTo>
                    <a:pt x="1014503" y="1534029"/>
                  </a:moveTo>
                  <a:lnTo>
                    <a:pt x="0" y="1534029"/>
                  </a:lnTo>
                </a:path>
                <a:path w="2799715" h="1534160">
                  <a:moveTo>
                    <a:pt x="2799419" y="0"/>
                  </a:moveTo>
                  <a:lnTo>
                    <a:pt x="2416305" y="0"/>
                  </a:lnTo>
                </a:path>
              </a:pathLst>
            </a:custGeom>
            <a:ln w="24190">
              <a:solidFill>
                <a:srgbClr val="1E4E79"/>
              </a:solidFill>
            </a:ln>
          </p:spPr>
          <p:txBody>
            <a:bodyPr wrap="square" lIns="0" tIns="0" rIns="0" bIns="0" rtlCol="0"/>
            <a:lstStyle/>
            <a:p/>
          </p:txBody>
        </p:sp>
        <p:sp>
          <p:nvSpPr>
            <p:cNvPr id="10" name="object 10"/>
            <p:cNvSpPr/>
            <p:nvPr/>
          </p:nvSpPr>
          <p:spPr>
            <a:xfrm>
              <a:off x="5335584" y="4630017"/>
              <a:ext cx="226695" cy="452755"/>
            </a:xfrm>
            <a:custGeom>
              <a:avLst/>
              <a:gdLst/>
              <a:ahLst/>
              <a:cxnLst/>
              <a:rect l="l" t="t" r="r" b="b"/>
              <a:pathLst>
                <a:path w="226695" h="452754">
                  <a:moveTo>
                    <a:pt x="0" y="0"/>
                  </a:moveTo>
                  <a:lnTo>
                    <a:pt x="226192" y="226343"/>
                  </a:lnTo>
                </a:path>
                <a:path w="226695" h="452754">
                  <a:moveTo>
                    <a:pt x="226192" y="226343"/>
                  </a:moveTo>
                  <a:lnTo>
                    <a:pt x="5321" y="447339"/>
                  </a:lnTo>
                </a:path>
                <a:path w="226695" h="452754">
                  <a:moveTo>
                    <a:pt x="0" y="0"/>
                  </a:moveTo>
                  <a:lnTo>
                    <a:pt x="0" y="452662"/>
                  </a:lnTo>
                </a:path>
              </a:pathLst>
            </a:custGeom>
            <a:ln w="24190">
              <a:solidFill>
                <a:srgbClr val="305497"/>
              </a:solidFill>
            </a:ln>
          </p:spPr>
          <p:txBody>
            <a:bodyPr wrap="square" lIns="0" tIns="0" rIns="0" bIns="0" rtlCol="0"/>
            <a:lstStyle/>
            <a:p/>
          </p:txBody>
        </p:sp>
        <p:sp>
          <p:nvSpPr>
            <p:cNvPr id="11" name="object 11"/>
            <p:cNvSpPr/>
            <p:nvPr/>
          </p:nvSpPr>
          <p:spPr>
            <a:xfrm>
              <a:off x="4672366" y="2829118"/>
              <a:ext cx="281940" cy="960755"/>
            </a:xfrm>
            <a:custGeom>
              <a:avLst/>
              <a:gdLst/>
              <a:ahLst/>
              <a:cxnLst/>
              <a:rect l="l" t="t" r="r" b="b"/>
              <a:pathLst>
                <a:path w="281939" h="960754">
                  <a:moveTo>
                    <a:pt x="0" y="0"/>
                  </a:moveTo>
                  <a:lnTo>
                    <a:pt x="0" y="960222"/>
                  </a:lnTo>
                  <a:lnTo>
                    <a:pt x="281458" y="674819"/>
                  </a:lnTo>
                  <a:lnTo>
                    <a:pt x="281458" y="285499"/>
                  </a:lnTo>
                  <a:lnTo>
                    <a:pt x="0" y="0"/>
                  </a:lnTo>
                  <a:close/>
                </a:path>
              </a:pathLst>
            </a:custGeom>
            <a:ln w="24187">
              <a:solidFill>
                <a:srgbClr val="305497"/>
              </a:solidFill>
            </a:ln>
          </p:spPr>
          <p:txBody>
            <a:bodyPr wrap="square" lIns="0" tIns="0" rIns="0" bIns="0" rtlCol="0"/>
            <a:lstStyle/>
            <a:p/>
          </p:txBody>
        </p:sp>
        <p:sp>
          <p:nvSpPr>
            <p:cNvPr id="12" name="object 12"/>
            <p:cNvSpPr/>
            <p:nvPr/>
          </p:nvSpPr>
          <p:spPr>
            <a:xfrm>
              <a:off x="4813083" y="3646640"/>
              <a:ext cx="0" cy="517525"/>
            </a:xfrm>
            <a:custGeom>
              <a:avLst/>
              <a:gdLst/>
              <a:ahLst/>
              <a:cxnLst/>
              <a:rect l="l" t="t" r="r" b="b"/>
              <a:pathLst>
                <a:path h="517525">
                  <a:moveTo>
                    <a:pt x="0" y="516948"/>
                  </a:moveTo>
                  <a:lnTo>
                    <a:pt x="0" y="0"/>
                  </a:lnTo>
                </a:path>
              </a:pathLst>
            </a:custGeom>
            <a:ln w="24186">
              <a:solidFill>
                <a:srgbClr val="1E4E79"/>
              </a:solidFill>
            </a:ln>
          </p:spPr>
          <p:txBody>
            <a:bodyPr wrap="square" lIns="0" tIns="0" rIns="0" bIns="0" rtlCol="0"/>
            <a:lstStyle/>
            <a:p/>
          </p:txBody>
        </p:sp>
        <p:sp>
          <p:nvSpPr>
            <p:cNvPr id="13" name="object 13"/>
            <p:cNvSpPr/>
            <p:nvPr/>
          </p:nvSpPr>
          <p:spPr>
            <a:xfrm>
              <a:off x="4327205" y="4168354"/>
              <a:ext cx="480695" cy="0"/>
            </a:xfrm>
            <a:custGeom>
              <a:avLst/>
              <a:gdLst/>
              <a:ahLst/>
              <a:cxnLst/>
              <a:rect l="l" t="t" r="r" b="b"/>
              <a:pathLst>
                <a:path w="480695">
                  <a:moveTo>
                    <a:pt x="0" y="0"/>
                  </a:moveTo>
                  <a:lnTo>
                    <a:pt x="480678" y="0"/>
                  </a:lnTo>
                </a:path>
              </a:pathLst>
            </a:custGeom>
            <a:ln w="24194">
              <a:solidFill>
                <a:srgbClr val="1E4E79"/>
              </a:solidFill>
            </a:ln>
          </p:spPr>
          <p:txBody>
            <a:bodyPr wrap="square" lIns="0" tIns="0" rIns="0" bIns="0" rtlCol="0"/>
            <a:lstStyle/>
            <a:p/>
          </p:txBody>
        </p:sp>
        <p:sp>
          <p:nvSpPr>
            <p:cNvPr id="14" name="object 14"/>
            <p:cNvSpPr/>
            <p:nvPr/>
          </p:nvSpPr>
          <p:spPr>
            <a:xfrm>
              <a:off x="4320017" y="2971868"/>
              <a:ext cx="363220" cy="565150"/>
            </a:xfrm>
            <a:custGeom>
              <a:avLst/>
              <a:gdLst/>
              <a:ahLst/>
              <a:cxnLst/>
              <a:rect l="l" t="t" r="r" b="b"/>
              <a:pathLst>
                <a:path w="363220" h="565150">
                  <a:moveTo>
                    <a:pt x="363160" y="0"/>
                  </a:moveTo>
                  <a:lnTo>
                    <a:pt x="1789" y="0"/>
                  </a:lnTo>
                </a:path>
                <a:path w="363220" h="565150">
                  <a:moveTo>
                    <a:pt x="361370" y="564805"/>
                  </a:moveTo>
                  <a:lnTo>
                    <a:pt x="0" y="564805"/>
                  </a:lnTo>
                </a:path>
              </a:pathLst>
            </a:custGeom>
            <a:ln w="24190">
              <a:solidFill>
                <a:srgbClr val="1E4E79"/>
              </a:solidFill>
            </a:ln>
          </p:spPr>
          <p:txBody>
            <a:bodyPr wrap="square" lIns="0" tIns="0" rIns="0" bIns="0" rtlCol="0"/>
            <a:lstStyle/>
            <a:p/>
          </p:txBody>
        </p:sp>
      </p:grpSp>
      <p:grpSp>
        <p:nvGrpSpPr>
          <p:cNvPr id="15" name="object 15"/>
          <p:cNvGrpSpPr/>
          <p:nvPr/>
        </p:nvGrpSpPr>
        <p:grpSpPr>
          <a:xfrm>
            <a:off x="4091838" y="2832632"/>
            <a:ext cx="262890" cy="275590"/>
            <a:chOff x="4091838" y="2832632"/>
            <a:chExt cx="262890" cy="275590"/>
          </a:xfrm>
        </p:grpSpPr>
        <p:sp>
          <p:nvSpPr>
            <p:cNvPr id="16" name="object 16"/>
            <p:cNvSpPr/>
            <p:nvPr/>
          </p:nvSpPr>
          <p:spPr>
            <a:xfrm>
              <a:off x="4109986" y="2850771"/>
              <a:ext cx="226695" cy="239395"/>
            </a:xfrm>
            <a:custGeom>
              <a:avLst/>
              <a:gdLst/>
              <a:ahLst/>
              <a:cxnLst/>
              <a:rect l="l" t="t" r="r" b="b"/>
              <a:pathLst>
                <a:path w="226695" h="239394">
                  <a:moveTo>
                    <a:pt x="226247" y="0"/>
                  </a:moveTo>
                  <a:lnTo>
                    <a:pt x="0" y="0"/>
                  </a:lnTo>
                  <a:lnTo>
                    <a:pt x="0" y="238922"/>
                  </a:lnTo>
                  <a:lnTo>
                    <a:pt x="226247" y="238922"/>
                  </a:lnTo>
                  <a:lnTo>
                    <a:pt x="226247" y="0"/>
                  </a:lnTo>
                  <a:close/>
                </a:path>
              </a:pathLst>
            </a:custGeom>
            <a:solidFill>
              <a:srgbClr val="FFFFFF"/>
            </a:solidFill>
          </p:spPr>
          <p:txBody>
            <a:bodyPr wrap="square" lIns="0" tIns="0" rIns="0" bIns="0" rtlCol="0"/>
            <a:lstStyle/>
            <a:p/>
          </p:txBody>
        </p:sp>
        <p:sp>
          <p:nvSpPr>
            <p:cNvPr id="17" name="object 17"/>
            <p:cNvSpPr/>
            <p:nvPr/>
          </p:nvSpPr>
          <p:spPr>
            <a:xfrm>
              <a:off x="4109981" y="2850775"/>
              <a:ext cx="226695" cy="239395"/>
            </a:xfrm>
            <a:custGeom>
              <a:avLst/>
              <a:gdLst/>
              <a:ahLst/>
              <a:cxnLst/>
              <a:rect l="l" t="t" r="r" b="b"/>
              <a:pathLst>
                <a:path w="226695" h="239394">
                  <a:moveTo>
                    <a:pt x="0" y="238922"/>
                  </a:moveTo>
                  <a:lnTo>
                    <a:pt x="226247" y="238922"/>
                  </a:lnTo>
                  <a:lnTo>
                    <a:pt x="226247" y="0"/>
                  </a:lnTo>
                  <a:lnTo>
                    <a:pt x="0" y="0"/>
                  </a:lnTo>
                  <a:lnTo>
                    <a:pt x="0" y="238922"/>
                  </a:lnTo>
                  <a:close/>
                </a:path>
              </a:pathLst>
            </a:custGeom>
            <a:ln w="36285">
              <a:solidFill>
                <a:srgbClr val="41719C"/>
              </a:solidFill>
            </a:ln>
          </p:spPr>
          <p:txBody>
            <a:bodyPr wrap="square" lIns="0" tIns="0" rIns="0" bIns="0" rtlCol="0"/>
            <a:lstStyle/>
            <a:p/>
          </p:txBody>
        </p:sp>
      </p:grpSp>
      <p:sp>
        <p:nvSpPr>
          <p:cNvPr id="18" name="object 18"/>
          <p:cNvSpPr/>
          <p:nvPr/>
        </p:nvSpPr>
        <p:spPr>
          <a:xfrm>
            <a:off x="3618704" y="2968239"/>
            <a:ext cx="491490" cy="0"/>
          </a:xfrm>
          <a:custGeom>
            <a:avLst/>
            <a:gdLst/>
            <a:ahLst/>
            <a:cxnLst/>
            <a:rect l="l" t="t" r="r" b="b"/>
            <a:pathLst>
              <a:path w="491489">
                <a:moveTo>
                  <a:pt x="491276" y="0"/>
                </a:moveTo>
                <a:lnTo>
                  <a:pt x="0" y="0"/>
                </a:lnTo>
              </a:path>
            </a:pathLst>
          </a:custGeom>
          <a:ln w="24194">
            <a:solidFill>
              <a:srgbClr val="1E4E79"/>
            </a:solidFill>
          </a:ln>
        </p:spPr>
        <p:txBody>
          <a:bodyPr wrap="square" lIns="0" tIns="0" rIns="0" bIns="0" rtlCol="0"/>
          <a:lstStyle/>
          <a:p/>
        </p:txBody>
      </p:sp>
      <p:grpSp>
        <p:nvGrpSpPr>
          <p:cNvPr id="19" name="object 19"/>
          <p:cNvGrpSpPr/>
          <p:nvPr/>
        </p:nvGrpSpPr>
        <p:grpSpPr>
          <a:xfrm>
            <a:off x="4082816" y="4700696"/>
            <a:ext cx="262890" cy="275590"/>
            <a:chOff x="4082816" y="4700696"/>
            <a:chExt cx="262890" cy="275590"/>
          </a:xfrm>
        </p:grpSpPr>
        <p:sp>
          <p:nvSpPr>
            <p:cNvPr id="20" name="object 20"/>
            <p:cNvSpPr/>
            <p:nvPr/>
          </p:nvSpPr>
          <p:spPr>
            <a:xfrm>
              <a:off x="4100956" y="4718840"/>
              <a:ext cx="226695" cy="239395"/>
            </a:xfrm>
            <a:custGeom>
              <a:avLst/>
              <a:gdLst/>
              <a:ahLst/>
              <a:cxnLst/>
              <a:rect l="l" t="t" r="r" b="b"/>
              <a:pathLst>
                <a:path w="226695" h="239395">
                  <a:moveTo>
                    <a:pt x="226247" y="0"/>
                  </a:moveTo>
                  <a:lnTo>
                    <a:pt x="0" y="0"/>
                  </a:lnTo>
                  <a:lnTo>
                    <a:pt x="0" y="238922"/>
                  </a:lnTo>
                  <a:lnTo>
                    <a:pt x="226247" y="238922"/>
                  </a:lnTo>
                  <a:lnTo>
                    <a:pt x="226247" y="0"/>
                  </a:lnTo>
                  <a:close/>
                </a:path>
              </a:pathLst>
            </a:custGeom>
            <a:solidFill>
              <a:srgbClr val="FFFFFF"/>
            </a:solidFill>
          </p:spPr>
          <p:txBody>
            <a:bodyPr wrap="square" lIns="0" tIns="0" rIns="0" bIns="0" rtlCol="0"/>
            <a:lstStyle/>
            <a:p/>
          </p:txBody>
        </p:sp>
        <p:sp>
          <p:nvSpPr>
            <p:cNvPr id="21" name="object 21"/>
            <p:cNvSpPr/>
            <p:nvPr/>
          </p:nvSpPr>
          <p:spPr>
            <a:xfrm>
              <a:off x="4100959" y="4718839"/>
              <a:ext cx="226695" cy="239395"/>
            </a:xfrm>
            <a:custGeom>
              <a:avLst/>
              <a:gdLst/>
              <a:ahLst/>
              <a:cxnLst/>
              <a:rect l="l" t="t" r="r" b="b"/>
              <a:pathLst>
                <a:path w="226695" h="239395">
                  <a:moveTo>
                    <a:pt x="0" y="238922"/>
                  </a:moveTo>
                  <a:lnTo>
                    <a:pt x="226247" y="238922"/>
                  </a:lnTo>
                  <a:lnTo>
                    <a:pt x="226247" y="0"/>
                  </a:lnTo>
                  <a:lnTo>
                    <a:pt x="0" y="0"/>
                  </a:lnTo>
                  <a:lnTo>
                    <a:pt x="0" y="238922"/>
                  </a:lnTo>
                  <a:close/>
                </a:path>
              </a:pathLst>
            </a:custGeom>
            <a:ln w="36285">
              <a:solidFill>
                <a:srgbClr val="41719C"/>
              </a:solidFill>
            </a:ln>
          </p:spPr>
          <p:txBody>
            <a:bodyPr wrap="square" lIns="0" tIns="0" rIns="0" bIns="0" rtlCol="0"/>
            <a:lstStyle/>
            <a:p/>
          </p:txBody>
        </p:sp>
      </p:grpSp>
      <p:sp>
        <p:nvSpPr>
          <p:cNvPr id="22" name="object 22"/>
          <p:cNvSpPr/>
          <p:nvPr/>
        </p:nvSpPr>
        <p:spPr>
          <a:xfrm>
            <a:off x="3609683" y="4827133"/>
            <a:ext cx="491490" cy="0"/>
          </a:xfrm>
          <a:custGeom>
            <a:avLst/>
            <a:gdLst/>
            <a:ahLst/>
            <a:cxnLst/>
            <a:rect l="l" t="t" r="r" b="b"/>
            <a:pathLst>
              <a:path w="491489">
                <a:moveTo>
                  <a:pt x="491276" y="0"/>
                </a:moveTo>
                <a:lnTo>
                  <a:pt x="0" y="0"/>
                </a:lnTo>
              </a:path>
            </a:pathLst>
          </a:custGeom>
          <a:ln w="24194">
            <a:solidFill>
              <a:srgbClr val="1E4E79"/>
            </a:solidFill>
          </a:ln>
        </p:spPr>
        <p:txBody>
          <a:bodyPr wrap="square" lIns="0" tIns="0" rIns="0" bIns="0" rtlCol="0"/>
          <a:lstStyle/>
          <a:p/>
        </p:txBody>
      </p:sp>
      <p:grpSp>
        <p:nvGrpSpPr>
          <p:cNvPr id="23" name="object 23"/>
          <p:cNvGrpSpPr/>
          <p:nvPr/>
        </p:nvGrpSpPr>
        <p:grpSpPr>
          <a:xfrm>
            <a:off x="7108501" y="3175619"/>
            <a:ext cx="262890" cy="275590"/>
            <a:chOff x="7108501" y="3175619"/>
            <a:chExt cx="262890" cy="275590"/>
          </a:xfrm>
        </p:grpSpPr>
        <p:sp>
          <p:nvSpPr>
            <p:cNvPr id="24" name="object 24"/>
            <p:cNvSpPr/>
            <p:nvPr/>
          </p:nvSpPr>
          <p:spPr>
            <a:xfrm>
              <a:off x="7126655" y="3193760"/>
              <a:ext cx="226695" cy="239395"/>
            </a:xfrm>
            <a:custGeom>
              <a:avLst/>
              <a:gdLst/>
              <a:ahLst/>
              <a:cxnLst/>
              <a:rect l="l" t="t" r="r" b="b"/>
              <a:pathLst>
                <a:path w="226695" h="239395">
                  <a:moveTo>
                    <a:pt x="226247" y="0"/>
                  </a:moveTo>
                  <a:lnTo>
                    <a:pt x="0" y="0"/>
                  </a:lnTo>
                  <a:lnTo>
                    <a:pt x="0" y="238922"/>
                  </a:lnTo>
                  <a:lnTo>
                    <a:pt x="226247" y="238922"/>
                  </a:lnTo>
                  <a:lnTo>
                    <a:pt x="226247" y="0"/>
                  </a:lnTo>
                  <a:close/>
                </a:path>
              </a:pathLst>
            </a:custGeom>
            <a:solidFill>
              <a:srgbClr val="FFFFFF"/>
            </a:solidFill>
          </p:spPr>
          <p:txBody>
            <a:bodyPr wrap="square" lIns="0" tIns="0" rIns="0" bIns="0" rtlCol="0"/>
            <a:lstStyle/>
            <a:p/>
          </p:txBody>
        </p:sp>
        <p:sp>
          <p:nvSpPr>
            <p:cNvPr id="25" name="object 25"/>
            <p:cNvSpPr/>
            <p:nvPr/>
          </p:nvSpPr>
          <p:spPr>
            <a:xfrm>
              <a:off x="7126644" y="3193762"/>
              <a:ext cx="226695" cy="239395"/>
            </a:xfrm>
            <a:custGeom>
              <a:avLst/>
              <a:gdLst/>
              <a:ahLst/>
              <a:cxnLst/>
              <a:rect l="l" t="t" r="r" b="b"/>
              <a:pathLst>
                <a:path w="226695" h="239395">
                  <a:moveTo>
                    <a:pt x="0" y="238922"/>
                  </a:moveTo>
                  <a:lnTo>
                    <a:pt x="226247" y="238922"/>
                  </a:lnTo>
                  <a:lnTo>
                    <a:pt x="226247" y="0"/>
                  </a:lnTo>
                  <a:lnTo>
                    <a:pt x="0" y="0"/>
                  </a:lnTo>
                  <a:lnTo>
                    <a:pt x="0" y="238922"/>
                  </a:lnTo>
                  <a:close/>
                </a:path>
              </a:pathLst>
            </a:custGeom>
            <a:ln w="36285">
              <a:solidFill>
                <a:srgbClr val="41719C"/>
              </a:solidFill>
            </a:ln>
          </p:spPr>
          <p:txBody>
            <a:bodyPr wrap="square" lIns="0" tIns="0" rIns="0" bIns="0" rtlCol="0"/>
            <a:lstStyle/>
            <a:p/>
          </p:txBody>
        </p:sp>
      </p:grpSp>
      <p:sp>
        <p:nvSpPr>
          <p:cNvPr id="26" name="object 26"/>
          <p:cNvSpPr/>
          <p:nvPr/>
        </p:nvSpPr>
        <p:spPr>
          <a:xfrm>
            <a:off x="7352788" y="3311057"/>
            <a:ext cx="383540" cy="0"/>
          </a:xfrm>
          <a:custGeom>
            <a:avLst/>
            <a:gdLst/>
            <a:ahLst/>
            <a:cxnLst/>
            <a:rect l="l" t="t" r="r" b="b"/>
            <a:pathLst>
              <a:path w="383540">
                <a:moveTo>
                  <a:pt x="383114" y="0"/>
                </a:moveTo>
                <a:lnTo>
                  <a:pt x="0" y="0"/>
                </a:lnTo>
              </a:path>
            </a:pathLst>
          </a:custGeom>
          <a:ln w="24194">
            <a:solidFill>
              <a:srgbClr val="1E4E79"/>
            </a:solidFill>
          </a:ln>
        </p:spPr>
        <p:txBody>
          <a:bodyPr wrap="square" lIns="0" tIns="0" rIns="0" bIns="0" rtlCol="0"/>
          <a:lstStyle/>
          <a:p/>
        </p:txBody>
      </p:sp>
      <p:sp>
        <p:nvSpPr>
          <p:cNvPr id="27" name="object 27"/>
          <p:cNvSpPr txBox="1"/>
          <p:nvPr/>
        </p:nvSpPr>
        <p:spPr>
          <a:xfrm>
            <a:off x="7832042" y="3100588"/>
            <a:ext cx="2222500" cy="376555"/>
          </a:xfrm>
          <a:prstGeom prst="rect">
            <a:avLst/>
          </a:prstGeom>
        </p:spPr>
        <p:txBody>
          <a:bodyPr vert="horz" wrap="square" lIns="0" tIns="12700" rIns="0" bIns="0" rtlCol="0">
            <a:spAutoFit/>
          </a:bodyPr>
          <a:lstStyle/>
          <a:p>
            <a:pPr marL="12700">
              <a:lnSpc>
                <a:spcPct val="100000"/>
              </a:lnSpc>
              <a:spcBef>
                <a:spcPts val="100"/>
              </a:spcBef>
              <a:tabLst>
                <a:tab pos="440690" algn="l"/>
              </a:tabLst>
            </a:pPr>
            <a:r>
              <a:rPr sz="2300" spc="-50" dirty="0">
                <a:latin typeface="Calibri" panose="020F0502020204030204"/>
                <a:cs typeface="Calibri" panose="020F0502020204030204"/>
              </a:rPr>
              <a:t>Q</a:t>
            </a:r>
            <a:r>
              <a:rPr sz="2300" dirty="0">
                <a:latin typeface="Calibri" panose="020F0502020204030204"/>
                <a:cs typeface="Calibri" panose="020F0502020204030204"/>
              </a:rPr>
              <a:t>	</a:t>
            </a:r>
            <a:r>
              <a:rPr sz="2000" spc="-15" dirty="0">
                <a:solidFill>
                  <a:srgbClr val="009FE8"/>
                </a:solidFill>
                <a:latin typeface="微软雅黑" panose="020B0503020204020204" charset="-122"/>
                <a:cs typeface="微软雅黑" panose="020B0503020204020204" charset="-122"/>
              </a:rPr>
              <a:t>: 功能/扫描输出</a:t>
            </a:r>
            <a:endParaRPr sz="2000">
              <a:latin typeface="微软雅黑" panose="020B0503020204020204" charset="-122"/>
              <a:cs typeface="微软雅黑" panose="020B0503020204020204" charset="-122"/>
            </a:endParaRPr>
          </a:p>
        </p:txBody>
      </p:sp>
      <p:grpSp>
        <p:nvGrpSpPr>
          <p:cNvPr id="28" name="object 28"/>
          <p:cNvGrpSpPr/>
          <p:nvPr/>
        </p:nvGrpSpPr>
        <p:grpSpPr>
          <a:xfrm>
            <a:off x="4095998" y="3399059"/>
            <a:ext cx="262890" cy="275590"/>
            <a:chOff x="4095998" y="3399059"/>
            <a:chExt cx="262890" cy="275590"/>
          </a:xfrm>
        </p:grpSpPr>
        <p:sp>
          <p:nvSpPr>
            <p:cNvPr id="29" name="object 29"/>
            <p:cNvSpPr/>
            <p:nvPr/>
          </p:nvSpPr>
          <p:spPr>
            <a:xfrm>
              <a:off x="4114139" y="3417204"/>
              <a:ext cx="226695" cy="239395"/>
            </a:xfrm>
            <a:custGeom>
              <a:avLst/>
              <a:gdLst/>
              <a:ahLst/>
              <a:cxnLst/>
              <a:rect l="l" t="t" r="r" b="b"/>
              <a:pathLst>
                <a:path w="226695" h="239395">
                  <a:moveTo>
                    <a:pt x="226247" y="0"/>
                  </a:moveTo>
                  <a:lnTo>
                    <a:pt x="0" y="0"/>
                  </a:lnTo>
                  <a:lnTo>
                    <a:pt x="0" y="238922"/>
                  </a:lnTo>
                  <a:lnTo>
                    <a:pt x="226247" y="238922"/>
                  </a:lnTo>
                  <a:lnTo>
                    <a:pt x="226247" y="0"/>
                  </a:lnTo>
                  <a:close/>
                </a:path>
              </a:pathLst>
            </a:custGeom>
            <a:solidFill>
              <a:srgbClr val="FFFFFF"/>
            </a:solidFill>
          </p:spPr>
          <p:txBody>
            <a:bodyPr wrap="square" lIns="0" tIns="0" rIns="0" bIns="0" rtlCol="0"/>
            <a:lstStyle/>
            <a:p/>
          </p:txBody>
        </p:sp>
        <p:sp>
          <p:nvSpPr>
            <p:cNvPr id="30" name="object 30"/>
            <p:cNvSpPr/>
            <p:nvPr/>
          </p:nvSpPr>
          <p:spPr>
            <a:xfrm>
              <a:off x="4114141" y="3417202"/>
              <a:ext cx="226695" cy="239395"/>
            </a:xfrm>
            <a:custGeom>
              <a:avLst/>
              <a:gdLst/>
              <a:ahLst/>
              <a:cxnLst/>
              <a:rect l="l" t="t" r="r" b="b"/>
              <a:pathLst>
                <a:path w="226695" h="239395">
                  <a:moveTo>
                    <a:pt x="0" y="238922"/>
                  </a:moveTo>
                  <a:lnTo>
                    <a:pt x="226247" y="238922"/>
                  </a:lnTo>
                  <a:lnTo>
                    <a:pt x="226247" y="0"/>
                  </a:lnTo>
                  <a:lnTo>
                    <a:pt x="0" y="0"/>
                  </a:lnTo>
                  <a:lnTo>
                    <a:pt x="0" y="238922"/>
                  </a:lnTo>
                  <a:close/>
                </a:path>
              </a:pathLst>
            </a:custGeom>
            <a:ln w="36285">
              <a:solidFill>
                <a:srgbClr val="41719C"/>
              </a:solidFill>
            </a:ln>
          </p:spPr>
          <p:txBody>
            <a:bodyPr wrap="square" lIns="0" tIns="0" rIns="0" bIns="0" rtlCol="0"/>
            <a:lstStyle/>
            <a:p/>
          </p:txBody>
        </p:sp>
      </p:grpSp>
      <p:sp>
        <p:nvSpPr>
          <p:cNvPr id="31" name="object 31"/>
          <p:cNvSpPr/>
          <p:nvPr/>
        </p:nvSpPr>
        <p:spPr>
          <a:xfrm>
            <a:off x="3622840" y="3534521"/>
            <a:ext cx="491490" cy="0"/>
          </a:xfrm>
          <a:custGeom>
            <a:avLst/>
            <a:gdLst/>
            <a:ahLst/>
            <a:cxnLst/>
            <a:rect l="l" t="t" r="r" b="b"/>
            <a:pathLst>
              <a:path w="491489">
                <a:moveTo>
                  <a:pt x="491300" y="0"/>
                </a:moveTo>
                <a:lnTo>
                  <a:pt x="0" y="0"/>
                </a:lnTo>
              </a:path>
            </a:pathLst>
          </a:custGeom>
          <a:ln w="24194">
            <a:solidFill>
              <a:srgbClr val="1E4E79"/>
            </a:solidFill>
          </a:ln>
        </p:spPr>
        <p:txBody>
          <a:bodyPr wrap="square" lIns="0" tIns="0" rIns="0" bIns="0" rtlCol="0"/>
          <a:lstStyle/>
          <a:p/>
        </p:txBody>
      </p:sp>
      <p:grpSp>
        <p:nvGrpSpPr>
          <p:cNvPr id="32" name="object 32"/>
          <p:cNvGrpSpPr/>
          <p:nvPr/>
        </p:nvGrpSpPr>
        <p:grpSpPr>
          <a:xfrm>
            <a:off x="4082816" y="4032917"/>
            <a:ext cx="262890" cy="275590"/>
            <a:chOff x="4082816" y="4032917"/>
            <a:chExt cx="262890" cy="275590"/>
          </a:xfrm>
        </p:grpSpPr>
        <p:sp>
          <p:nvSpPr>
            <p:cNvPr id="33" name="object 33"/>
            <p:cNvSpPr/>
            <p:nvPr/>
          </p:nvSpPr>
          <p:spPr>
            <a:xfrm>
              <a:off x="4100956" y="4051061"/>
              <a:ext cx="226695" cy="239395"/>
            </a:xfrm>
            <a:custGeom>
              <a:avLst/>
              <a:gdLst/>
              <a:ahLst/>
              <a:cxnLst/>
              <a:rect l="l" t="t" r="r" b="b"/>
              <a:pathLst>
                <a:path w="226695" h="239395">
                  <a:moveTo>
                    <a:pt x="226247" y="0"/>
                  </a:moveTo>
                  <a:lnTo>
                    <a:pt x="0" y="0"/>
                  </a:lnTo>
                  <a:lnTo>
                    <a:pt x="0" y="238922"/>
                  </a:lnTo>
                  <a:lnTo>
                    <a:pt x="226247" y="238922"/>
                  </a:lnTo>
                  <a:lnTo>
                    <a:pt x="226247" y="0"/>
                  </a:lnTo>
                  <a:close/>
                </a:path>
              </a:pathLst>
            </a:custGeom>
            <a:solidFill>
              <a:srgbClr val="FFFFFF"/>
            </a:solidFill>
          </p:spPr>
          <p:txBody>
            <a:bodyPr wrap="square" lIns="0" tIns="0" rIns="0" bIns="0" rtlCol="0"/>
            <a:lstStyle/>
            <a:p/>
          </p:txBody>
        </p:sp>
        <p:sp>
          <p:nvSpPr>
            <p:cNvPr id="34" name="object 34"/>
            <p:cNvSpPr/>
            <p:nvPr/>
          </p:nvSpPr>
          <p:spPr>
            <a:xfrm>
              <a:off x="4100959" y="4051060"/>
              <a:ext cx="226695" cy="239395"/>
            </a:xfrm>
            <a:custGeom>
              <a:avLst/>
              <a:gdLst/>
              <a:ahLst/>
              <a:cxnLst/>
              <a:rect l="l" t="t" r="r" b="b"/>
              <a:pathLst>
                <a:path w="226695" h="239395">
                  <a:moveTo>
                    <a:pt x="0" y="238922"/>
                  </a:moveTo>
                  <a:lnTo>
                    <a:pt x="226247" y="238922"/>
                  </a:lnTo>
                  <a:lnTo>
                    <a:pt x="226247" y="0"/>
                  </a:lnTo>
                  <a:lnTo>
                    <a:pt x="0" y="0"/>
                  </a:lnTo>
                  <a:lnTo>
                    <a:pt x="0" y="238922"/>
                  </a:lnTo>
                  <a:close/>
                </a:path>
              </a:pathLst>
            </a:custGeom>
            <a:ln w="36285">
              <a:solidFill>
                <a:srgbClr val="41719C"/>
              </a:solidFill>
            </a:ln>
          </p:spPr>
          <p:txBody>
            <a:bodyPr wrap="square" lIns="0" tIns="0" rIns="0" bIns="0" rtlCol="0"/>
            <a:lstStyle/>
            <a:p/>
          </p:txBody>
        </p:sp>
      </p:grpSp>
      <p:sp>
        <p:nvSpPr>
          <p:cNvPr id="35" name="object 35"/>
          <p:cNvSpPr/>
          <p:nvPr/>
        </p:nvSpPr>
        <p:spPr>
          <a:xfrm>
            <a:off x="3609683" y="4168354"/>
            <a:ext cx="491490" cy="0"/>
          </a:xfrm>
          <a:custGeom>
            <a:avLst/>
            <a:gdLst/>
            <a:ahLst/>
            <a:cxnLst/>
            <a:rect l="l" t="t" r="r" b="b"/>
            <a:pathLst>
              <a:path w="491489">
                <a:moveTo>
                  <a:pt x="491276" y="0"/>
                </a:moveTo>
                <a:lnTo>
                  <a:pt x="0" y="0"/>
                </a:lnTo>
              </a:path>
            </a:pathLst>
          </a:custGeom>
          <a:ln w="24194">
            <a:solidFill>
              <a:srgbClr val="1E4E79"/>
            </a:solidFill>
          </a:ln>
        </p:spPr>
        <p:txBody>
          <a:bodyPr wrap="square" lIns="0" tIns="0" rIns="0" bIns="0" rtlCol="0"/>
          <a:lstStyle/>
          <a:p/>
        </p:txBody>
      </p:sp>
      <p:sp>
        <p:nvSpPr>
          <p:cNvPr id="36" name="object 36"/>
          <p:cNvSpPr txBox="1"/>
          <p:nvPr/>
        </p:nvSpPr>
        <p:spPr>
          <a:xfrm>
            <a:off x="3324764" y="2722421"/>
            <a:ext cx="289560" cy="1623695"/>
          </a:xfrm>
          <a:prstGeom prst="rect">
            <a:avLst/>
          </a:prstGeom>
        </p:spPr>
        <p:txBody>
          <a:bodyPr vert="horz" wrap="square" lIns="0" tIns="12700" rIns="0" bIns="0" rtlCol="0">
            <a:spAutoFit/>
          </a:bodyPr>
          <a:lstStyle/>
          <a:p>
            <a:pPr marL="60325">
              <a:lnSpc>
                <a:spcPct val="100000"/>
              </a:lnSpc>
              <a:spcBef>
                <a:spcPts val="100"/>
              </a:spcBef>
            </a:pPr>
            <a:r>
              <a:rPr sz="2300" spc="-50" dirty="0">
                <a:latin typeface="Calibri" panose="020F0502020204030204"/>
                <a:cs typeface="Calibri" panose="020F0502020204030204"/>
              </a:rPr>
              <a:t>D</a:t>
            </a:r>
            <a:endParaRPr sz="2300">
              <a:latin typeface="Calibri" panose="020F0502020204030204"/>
              <a:cs typeface="Calibri" panose="020F0502020204030204"/>
            </a:endParaRPr>
          </a:p>
          <a:p>
            <a:pPr marL="12700" marR="5080" indent="33655">
              <a:lnSpc>
                <a:spcPts val="5070"/>
              </a:lnSpc>
              <a:spcBef>
                <a:spcPts val="30"/>
              </a:spcBef>
            </a:pPr>
            <a:r>
              <a:rPr sz="2300" spc="-25" dirty="0">
                <a:latin typeface="Calibri" panose="020F0502020204030204"/>
                <a:cs typeface="Calibri" panose="020F0502020204030204"/>
              </a:rPr>
              <a:t>SI </a:t>
            </a:r>
            <a:r>
              <a:rPr sz="2300" spc="-80" dirty="0">
                <a:latin typeface="Calibri" panose="020F0502020204030204"/>
                <a:cs typeface="Calibri" panose="020F0502020204030204"/>
              </a:rPr>
              <a:t>SE</a:t>
            </a:r>
            <a:endParaRPr sz="2300">
              <a:latin typeface="Calibri" panose="020F0502020204030204"/>
              <a:cs typeface="Calibri" panose="020F0502020204030204"/>
            </a:endParaRPr>
          </a:p>
        </p:txBody>
      </p:sp>
      <p:sp>
        <p:nvSpPr>
          <p:cNvPr id="45" name="object 45"/>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
        <p:nvSpPr>
          <p:cNvPr id="37" name="object 37"/>
          <p:cNvSpPr txBox="1"/>
          <p:nvPr/>
        </p:nvSpPr>
        <p:spPr>
          <a:xfrm>
            <a:off x="5451365" y="3095144"/>
            <a:ext cx="192405" cy="375285"/>
          </a:xfrm>
          <a:prstGeom prst="rect">
            <a:avLst/>
          </a:prstGeom>
        </p:spPr>
        <p:txBody>
          <a:bodyPr vert="horz" wrap="square" lIns="0" tIns="12065" rIns="0" bIns="0" rtlCol="0">
            <a:spAutoFit/>
          </a:bodyPr>
          <a:lstStyle/>
          <a:p>
            <a:pPr>
              <a:lnSpc>
                <a:spcPct val="100000"/>
              </a:lnSpc>
              <a:spcBef>
                <a:spcPts val="95"/>
              </a:spcBef>
            </a:pPr>
            <a:r>
              <a:rPr sz="2300" spc="-50" dirty="0">
                <a:latin typeface="Calibri" panose="020F0502020204030204"/>
                <a:cs typeface="Calibri" panose="020F0502020204030204"/>
              </a:rPr>
              <a:t>D</a:t>
            </a:r>
            <a:endParaRPr sz="2300">
              <a:latin typeface="Calibri" panose="020F0502020204030204"/>
              <a:cs typeface="Calibri" panose="020F0502020204030204"/>
            </a:endParaRPr>
          </a:p>
        </p:txBody>
      </p:sp>
      <p:sp>
        <p:nvSpPr>
          <p:cNvPr id="38" name="object 38"/>
          <p:cNvSpPr txBox="1"/>
          <p:nvPr/>
        </p:nvSpPr>
        <p:spPr>
          <a:xfrm>
            <a:off x="5593944" y="4646036"/>
            <a:ext cx="337185" cy="376555"/>
          </a:xfrm>
          <a:prstGeom prst="rect">
            <a:avLst/>
          </a:prstGeom>
        </p:spPr>
        <p:txBody>
          <a:bodyPr vert="horz" wrap="square" lIns="0" tIns="12700" rIns="0" bIns="0" rtlCol="0">
            <a:spAutoFit/>
          </a:bodyPr>
          <a:lstStyle/>
          <a:p>
            <a:pPr>
              <a:lnSpc>
                <a:spcPct val="100000"/>
              </a:lnSpc>
              <a:spcBef>
                <a:spcPts val="100"/>
              </a:spcBef>
            </a:pPr>
            <a:r>
              <a:rPr sz="2300" spc="25" dirty="0">
                <a:latin typeface="Calibri" panose="020F0502020204030204"/>
                <a:cs typeface="Calibri" panose="020F0502020204030204"/>
              </a:rPr>
              <a:t>CK</a:t>
            </a:r>
            <a:endParaRPr sz="2300">
              <a:latin typeface="Calibri" panose="020F0502020204030204"/>
              <a:cs typeface="Calibri" panose="020F0502020204030204"/>
            </a:endParaRPr>
          </a:p>
        </p:txBody>
      </p:sp>
      <p:sp>
        <p:nvSpPr>
          <p:cNvPr id="39" name="object 39"/>
          <p:cNvSpPr txBox="1"/>
          <p:nvPr/>
        </p:nvSpPr>
        <p:spPr>
          <a:xfrm>
            <a:off x="6509646" y="3095144"/>
            <a:ext cx="208915" cy="375285"/>
          </a:xfrm>
          <a:prstGeom prst="rect">
            <a:avLst/>
          </a:prstGeom>
        </p:spPr>
        <p:txBody>
          <a:bodyPr vert="horz" wrap="square" lIns="0" tIns="12065" rIns="0" bIns="0" rtlCol="0">
            <a:spAutoFit/>
          </a:bodyPr>
          <a:lstStyle/>
          <a:p>
            <a:pPr>
              <a:lnSpc>
                <a:spcPct val="100000"/>
              </a:lnSpc>
              <a:spcBef>
                <a:spcPts val="95"/>
              </a:spcBef>
            </a:pPr>
            <a:r>
              <a:rPr sz="2300" spc="-50" dirty="0">
                <a:latin typeface="Calibri" panose="020F0502020204030204"/>
                <a:cs typeface="Calibri" panose="020F0502020204030204"/>
              </a:rPr>
              <a:t>Q</a:t>
            </a:r>
            <a:endParaRPr sz="2300">
              <a:latin typeface="Calibri" panose="020F0502020204030204"/>
              <a:cs typeface="Calibri" panose="020F0502020204030204"/>
            </a:endParaRPr>
          </a:p>
        </p:txBody>
      </p:sp>
      <p:sp>
        <p:nvSpPr>
          <p:cNvPr id="40" name="object 40"/>
          <p:cNvSpPr txBox="1"/>
          <p:nvPr/>
        </p:nvSpPr>
        <p:spPr>
          <a:xfrm>
            <a:off x="1837956" y="4578042"/>
            <a:ext cx="1818005" cy="376555"/>
          </a:xfrm>
          <a:prstGeom prst="rect">
            <a:avLst/>
          </a:prstGeom>
        </p:spPr>
        <p:txBody>
          <a:bodyPr vert="horz" wrap="square" lIns="0" tIns="12700" rIns="0" bIns="0" rtlCol="0">
            <a:spAutoFit/>
          </a:bodyPr>
          <a:lstStyle/>
          <a:p>
            <a:pPr marL="38100">
              <a:lnSpc>
                <a:spcPct val="100000"/>
              </a:lnSpc>
              <a:spcBef>
                <a:spcPts val="100"/>
              </a:spcBef>
              <a:tabLst>
                <a:tab pos="1454785" algn="l"/>
              </a:tabLst>
            </a:pPr>
            <a:r>
              <a:rPr sz="2000" dirty="0">
                <a:solidFill>
                  <a:srgbClr val="009FE8"/>
                </a:solidFill>
                <a:latin typeface="微软雅黑" panose="020B0503020204020204" charset="-122"/>
                <a:cs typeface="微软雅黑" panose="020B0503020204020204" charset="-122"/>
              </a:rPr>
              <a:t>时钟输入</a:t>
            </a:r>
            <a:r>
              <a:rPr sz="2000" spc="-50" dirty="0">
                <a:solidFill>
                  <a:srgbClr val="009FE8"/>
                </a:solidFill>
                <a:latin typeface="微软雅黑" panose="020B0503020204020204" charset="-122"/>
                <a:cs typeface="微软雅黑" panose="020B0503020204020204" charset="-122"/>
              </a:rPr>
              <a:t>：</a:t>
            </a:r>
            <a:r>
              <a:rPr sz="2000" dirty="0">
                <a:solidFill>
                  <a:srgbClr val="009FE8"/>
                </a:solidFill>
                <a:latin typeface="微软雅黑" panose="020B0503020204020204" charset="-122"/>
                <a:cs typeface="微软雅黑" panose="020B0503020204020204" charset="-122"/>
              </a:rPr>
              <a:t>	</a:t>
            </a:r>
            <a:r>
              <a:rPr sz="3450" spc="37" baseline="-12000" dirty="0">
                <a:latin typeface="Calibri" panose="020F0502020204030204"/>
                <a:cs typeface="Calibri" panose="020F0502020204030204"/>
              </a:rPr>
              <a:t>CK</a:t>
            </a:r>
            <a:endParaRPr sz="3450" baseline="-12000">
              <a:latin typeface="Calibri" panose="020F0502020204030204"/>
              <a:cs typeface="Calibri" panose="020F0502020204030204"/>
            </a:endParaRPr>
          </a:p>
        </p:txBody>
      </p:sp>
      <p:sp>
        <p:nvSpPr>
          <p:cNvPr id="41" name="object 41"/>
          <p:cNvSpPr txBox="1"/>
          <p:nvPr/>
        </p:nvSpPr>
        <p:spPr>
          <a:xfrm>
            <a:off x="1863356" y="2735580"/>
            <a:ext cx="1295400" cy="900430"/>
          </a:xfrm>
          <a:prstGeom prst="rect">
            <a:avLst/>
          </a:prstGeom>
        </p:spPr>
        <p:txBody>
          <a:bodyPr vert="horz" wrap="square" lIns="0" tIns="12700" rIns="0" bIns="0" rtlCol="0">
            <a:spAutoFit/>
          </a:bodyPr>
          <a:lstStyle/>
          <a:p>
            <a:pPr marL="12700">
              <a:lnSpc>
                <a:spcPct val="100000"/>
              </a:lnSpc>
              <a:spcBef>
                <a:spcPts val="100"/>
              </a:spcBef>
            </a:pPr>
            <a:r>
              <a:rPr sz="2000" spc="-10" dirty="0">
                <a:solidFill>
                  <a:srgbClr val="009FE8"/>
                </a:solidFill>
                <a:latin typeface="微软雅黑" panose="020B0503020204020204" charset="-122"/>
                <a:cs typeface="微软雅黑" panose="020B0503020204020204" charset="-122"/>
              </a:rPr>
              <a:t>功能输入：</a:t>
            </a:r>
            <a:endParaRPr sz="2000">
              <a:latin typeface="微软雅黑" panose="020B0503020204020204" charset="-122"/>
              <a:cs typeface="微软雅黑" panose="020B0503020204020204" charset="-122"/>
            </a:endParaRPr>
          </a:p>
          <a:p>
            <a:pPr marL="12700">
              <a:lnSpc>
                <a:spcPct val="100000"/>
              </a:lnSpc>
              <a:spcBef>
                <a:spcPts val="2085"/>
              </a:spcBef>
            </a:pPr>
            <a:r>
              <a:rPr sz="2000" spc="-10" dirty="0">
                <a:solidFill>
                  <a:srgbClr val="009FE8"/>
                </a:solidFill>
                <a:latin typeface="微软雅黑" panose="020B0503020204020204" charset="-122"/>
                <a:cs typeface="微软雅黑" panose="020B0503020204020204" charset="-122"/>
              </a:rPr>
              <a:t>扫描输入：</a:t>
            </a:r>
            <a:endParaRPr sz="2000">
              <a:latin typeface="微软雅黑" panose="020B0503020204020204" charset="-122"/>
              <a:cs typeface="微软雅黑" panose="020B0503020204020204" charset="-122"/>
            </a:endParaRPr>
          </a:p>
        </p:txBody>
      </p:sp>
      <p:sp>
        <p:nvSpPr>
          <p:cNvPr id="42" name="object 42"/>
          <p:cNvSpPr txBox="1"/>
          <p:nvPr/>
        </p:nvSpPr>
        <p:spPr>
          <a:xfrm>
            <a:off x="1221739" y="3960876"/>
            <a:ext cx="1911350" cy="330200"/>
          </a:xfrm>
          <a:prstGeom prst="rect">
            <a:avLst/>
          </a:prstGeom>
        </p:spPr>
        <p:txBody>
          <a:bodyPr vert="horz" wrap="square" lIns="0" tIns="12700" rIns="0" bIns="0" rtlCol="0">
            <a:spAutoFit/>
          </a:bodyPr>
          <a:lstStyle/>
          <a:p>
            <a:pPr marL="12700">
              <a:lnSpc>
                <a:spcPct val="100000"/>
              </a:lnSpc>
              <a:spcBef>
                <a:spcPts val="100"/>
              </a:spcBef>
            </a:pPr>
            <a:r>
              <a:rPr sz="2000" spc="-15" dirty="0">
                <a:solidFill>
                  <a:srgbClr val="009FE8"/>
                </a:solidFill>
                <a:latin typeface="微软雅黑" panose="020B0503020204020204" charset="-122"/>
                <a:cs typeface="微软雅黑" panose="020B0503020204020204" charset="-122"/>
              </a:rPr>
              <a:t>功能/扫描切换：</a:t>
            </a:r>
            <a:endParaRPr sz="2000">
              <a:latin typeface="微软雅黑" panose="020B0503020204020204" charset="-122"/>
              <a:cs typeface="微软雅黑" panose="020B0503020204020204" charset="-122"/>
            </a:endParaRPr>
          </a:p>
        </p:txBody>
      </p:sp>
      <p:sp>
        <p:nvSpPr>
          <p:cNvPr id="43" name="object 43"/>
          <p:cNvSpPr txBox="1"/>
          <p:nvPr/>
        </p:nvSpPr>
        <p:spPr>
          <a:xfrm>
            <a:off x="963930" y="1578355"/>
            <a:ext cx="8785225" cy="391160"/>
          </a:xfrm>
          <a:prstGeom prst="rect">
            <a:avLst/>
          </a:prstGeom>
        </p:spPr>
        <p:txBody>
          <a:bodyPr vert="horz" wrap="square" lIns="0" tIns="12700" rIns="0" bIns="0" rtlCol="0">
            <a:spAutoFit/>
          </a:bodyPr>
          <a:lstStyle/>
          <a:p>
            <a:pPr marL="12700">
              <a:lnSpc>
                <a:spcPct val="100000"/>
              </a:lnSpc>
              <a:spcBef>
                <a:spcPts val="100"/>
              </a:spcBef>
              <a:tabLst>
                <a:tab pos="469265" algn="l"/>
              </a:tabLst>
            </a:pPr>
            <a:r>
              <a:rPr sz="2400" b="1" spc="-25" dirty="0">
                <a:solidFill>
                  <a:srgbClr val="009FE8"/>
                </a:solidFill>
                <a:latin typeface="微软雅黑" panose="020B0503020204020204" charset="-122"/>
                <a:cs typeface="微软雅黑" panose="020B0503020204020204" charset="-122"/>
              </a:rPr>
              <a:t>2.</a:t>
            </a:r>
            <a:r>
              <a:rPr sz="2400" b="1" dirty="0">
                <a:solidFill>
                  <a:srgbClr val="009FE8"/>
                </a:solidFill>
                <a:latin typeface="微软雅黑" panose="020B0503020204020204" charset="-122"/>
                <a:cs typeface="微软雅黑" panose="020B0503020204020204" charset="-122"/>
              </a:rPr>
              <a:t>	怎样使得设计具有可测性：基本扫描单元</a:t>
            </a:r>
            <a:r>
              <a:rPr sz="2400" b="1" spc="-10" dirty="0">
                <a:solidFill>
                  <a:srgbClr val="009FE8"/>
                </a:solidFill>
                <a:latin typeface="微软雅黑" panose="020B0503020204020204" charset="-122"/>
                <a:cs typeface="微软雅黑" panose="020B0503020204020204" charset="-122"/>
              </a:rPr>
              <a:t>（Mux-</a:t>
            </a:r>
            <a:r>
              <a:rPr sz="2400" b="1" dirty="0">
                <a:solidFill>
                  <a:srgbClr val="009FE8"/>
                </a:solidFill>
                <a:latin typeface="微软雅黑" panose="020B0503020204020204" charset="-122"/>
                <a:cs typeface="微软雅黑" panose="020B0503020204020204" charset="-122"/>
              </a:rPr>
              <a:t>Scan</a:t>
            </a:r>
            <a:r>
              <a:rPr sz="2400" b="1" spc="-30" dirty="0">
                <a:solidFill>
                  <a:srgbClr val="009FE8"/>
                </a:solidFill>
                <a:latin typeface="微软雅黑" panose="020B0503020204020204" charset="-122"/>
                <a:cs typeface="微软雅黑" panose="020B0503020204020204" charset="-122"/>
              </a:rPr>
              <a:t> </a:t>
            </a:r>
            <a:r>
              <a:rPr sz="2400" b="1" spc="-20" dirty="0">
                <a:solidFill>
                  <a:srgbClr val="009FE8"/>
                </a:solidFill>
                <a:latin typeface="微软雅黑" panose="020B0503020204020204" charset="-122"/>
                <a:cs typeface="微软雅黑" panose="020B0503020204020204" charset="-122"/>
              </a:rPr>
              <a:t>DFF）</a:t>
            </a:r>
            <a:endParaRPr sz="2400">
              <a:latin typeface="微软雅黑" panose="020B0503020204020204" charset="-122"/>
              <a:cs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可测性设计的概念</a:t>
            </a:r>
            <a:endParaRPr spc="-10" dirty="0"/>
          </a:p>
        </p:txBody>
      </p:sp>
      <p:sp>
        <p:nvSpPr>
          <p:cNvPr id="3" name="object 3"/>
          <p:cNvSpPr txBox="1"/>
          <p:nvPr/>
        </p:nvSpPr>
        <p:spPr>
          <a:xfrm>
            <a:off x="6906384" y="4454469"/>
            <a:ext cx="349885" cy="376555"/>
          </a:xfrm>
          <a:prstGeom prst="rect">
            <a:avLst/>
          </a:prstGeom>
        </p:spPr>
        <p:txBody>
          <a:bodyPr vert="horz" wrap="square" lIns="0" tIns="12700" rIns="0" bIns="0" rtlCol="0">
            <a:spAutoFit/>
          </a:bodyPr>
          <a:lstStyle/>
          <a:p>
            <a:pPr marL="12700">
              <a:lnSpc>
                <a:spcPct val="100000"/>
              </a:lnSpc>
              <a:spcBef>
                <a:spcPts val="100"/>
              </a:spcBef>
            </a:pPr>
            <a:r>
              <a:rPr sz="2300" spc="25" dirty="0">
                <a:latin typeface="Calibri" panose="020F0502020204030204"/>
                <a:cs typeface="Calibri" panose="020F0502020204030204"/>
              </a:rPr>
              <a:t>CK</a:t>
            </a:r>
            <a:endParaRPr sz="2300">
              <a:latin typeface="Calibri" panose="020F0502020204030204"/>
              <a:cs typeface="Calibri" panose="020F0502020204030204"/>
            </a:endParaRPr>
          </a:p>
        </p:txBody>
      </p:sp>
      <p:grpSp>
        <p:nvGrpSpPr>
          <p:cNvPr id="4" name="object 4"/>
          <p:cNvGrpSpPr/>
          <p:nvPr/>
        </p:nvGrpSpPr>
        <p:grpSpPr>
          <a:xfrm>
            <a:off x="10734262" y="2990100"/>
            <a:ext cx="262890" cy="275590"/>
            <a:chOff x="10734262" y="2990100"/>
            <a:chExt cx="262890" cy="275590"/>
          </a:xfrm>
        </p:grpSpPr>
        <p:sp>
          <p:nvSpPr>
            <p:cNvPr id="5" name="object 5"/>
            <p:cNvSpPr/>
            <p:nvPr/>
          </p:nvSpPr>
          <p:spPr>
            <a:xfrm>
              <a:off x="10752416" y="3008238"/>
              <a:ext cx="226695" cy="239395"/>
            </a:xfrm>
            <a:custGeom>
              <a:avLst/>
              <a:gdLst/>
              <a:ahLst/>
              <a:cxnLst/>
              <a:rect l="l" t="t" r="r" b="b"/>
              <a:pathLst>
                <a:path w="226695" h="239394">
                  <a:moveTo>
                    <a:pt x="226247" y="0"/>
                  </a:moveTo>
                  <a:lnTo>
                    <a:pt x="0" y="0"/>
                  </a:lnTo>
                  <a:lnTo>
                    <a:pt x="0" y="238922"/>
                  </a:lnTo>
                  <a:lnTo>
                    <a:pt x="226247" y="238922"/>
                  </a:lnTo>
                  <a:lnTo>
                    <a:pt x="226247" y="0"/>
                  </a:lnTo>
                  <a:close/>
                </a:path>
              </a:pathLst>
            </a:custGeom>
            <a:solidFill>
              <a:srgbClr val="FFFFFF"/>
            </a:solidFill>
          </p:spPr>
          <p:txBody>
            <a:bodyPr wrap="square" lIns="0" tIns="0" rIns="0" bIns="0" rtlCol="0"/>
            <a:lstStyle/>
            <a:p/>
          </p:txBody>
        </p:sp>
        <p:sp>
          <p:nvSpPr>
            <p:cNvPr id="6" name="object 6"/>
            <p:cNvSpPr/>
            <p:nvPr/>
          </p:nvSpPr>
          <p:spPr>
            <a:xfrm>
              <a:off x="10752405" y="3008243"/>
              <a:ext cx="226695" cy="239395"/>
            </a:xfrm>
            <a:custGeom>
              <a:avLst/>
              <a:gdLst/>
              <a:ahLst/>
              <a:cxnLst/>
              <a:rect l="l" t="t" r="r" b="b"/>
              <a:pathLst>
                <a:path w="226695" h="239394">
                  <a:moveTo>
                    <a:pt x="0" y="238922"/>
                  </a:moveTo>
                  <a:lnTo>
                    <a:pt x="226247" y="238922"/>
                  </a:lnTo>
                  <a:lnTo>
                    <a:pt x="226247" y="0"/>
                  </a:lnTo>
                  <a:lnTo>
                    <a:pt x="0" y="0"/>
                  </a:lnTo>
                  <a:lnTo>
                    <a:pt x="0" y="238922"/>
                  </a:lnTo>
                  <a:close/>
                </a:path>
              </a:pathLst>
            </a:custGeom>
            <a:ln w="36285">
              <a:solidFill>
                <a:srgbClr val="41719C"/>
              </a:solidFill>
            </a:ln>
          </p:spPr>
          <p:txBody>
            <a:bodyPr wrap="square" lIns="0" tIns="0" rIns="0" bIns="0" rtlCol="0"/>
            <a:lstStyle/>
            <a:p/>
          </p:txBody>
        </p:sp>
      </p:grpSp>
      <p:sp>
        <p:nvSpPr>
          <p:cNvPr id="7" name="object 7"/>
          <p:cNvSpPr/>
          <p:nvPr/>
        </p:nvSpPr>
        <p:spPr>
          <a:xfrm>
            <a:off x="10978549" y="3125537"/>
            <a:ext cx="383540" cy="0"/>
          </a:xfrm>
          <a:custGeom>
            <a:avLst/>
            <a:gdLst/>
            <a:ahLst/>
            <a:cxnLst/>
            <a:rect l="l" t="t" r="r" b="b"/>
            <a:pathLst>
              <a:path w="383540">
                <a:moveTo>
                  <a:pt x="383114" y="0"/>
                </a:moveTo>
                <a:lnTo>
                  <a:pt x="0" y="0"/>
                </a:lnTo>
              </a:path>
            </a:pathLst>
          </a:custGeom>
          <a:ln w="24194">
            <a:solidFill>
              <a:srgbClr val="1E4E79"/>
            </a:solidFill>
          </a:ln>
        </p:spPr>
        <p:txBody>
          <a:bodyPr wrap="square" lIns="0" tIns="0" rIns="0" bIns="0" rtlCol="0"/>
          <a:lstStyle/>
          <a:p/>
        </p:txBody>
      </p:sp>
      <p:grpSp>
        <p:nvGrpSpPr>
          <p:cNvPr id="8" name="object 8"/>
          <p:cNvGrpSpPr/>
          <p:nvPr/>
        </p:nvGrpSpPr>
        <p:grpSpPr>
          <a:xfrm>
            <a:off x="7223061" y="2322601"/>
            <a:ext cx="3660775" cy="3210560"/>
            <a:chOff x="7223061" y="2322601"/>
            <a:chExt cx="3660775" cy="3210560"/>
          </a:xfrm>
        </p:grpSpPr>
        <p:sp>
          <p:nvSpPr>
            <p:cNvPr id="9" name="object 9"/>
            <p:cNvSpPr/>
            <p:nvPr/>
          </p:nvSpPr>
          <p:spPr>
            <a:xfrm>
              <a:off x="7848866" y="2341003"/>
              <a:ext cx="3016885" cy="3173730"/>
            </a:xfrm>
            <a:custGeom>
              <a:avLst/>
              <a:gdLst/>
              <a:ahLst/>
              <a:cxnLst/>
              <a:rect l="l" t="t" r="r" b="b"/>
              <a:pathLst>
                <a:path w="3016884" h="3173729">
                  <a:moveTo>
                    <a:pt x="3016542" y="0"/>
                  </a:moveTo>
                  <a:lnTo>
                    <a:pt x="0" y="0"/>
                  </a:lnTo>
                  <a:lnTo>
                    <a:pt x="0" y="3173171"/>
                  </a:lnTo>
                  <a:lnTo>
                    <a:pt x="3016542" y="3173171"/>
                  </a:lnTo>
                  <a:lnTo>
                    <a:pt x="3016542" y="0"/>
                  </a:lnTo>
                  <a:close/>
                </a:path>
              </a:pathLst>
            </a:custGeom>
            <a:solidFill>
              <a:srgbClr val="F2F2F2"/>
            </a:solidFill>
          </p:spPr>
          <p:txBody>
            <a:bodyPr wrap="square" lIns="0" tIns="0" rIns="0" bIns="0" rtlCol="0"/>
            <a:lstStyle/>
            <a:p/>
          </p:txBody>
        </p:sp>
        <p:sp>
          <p:nvSpPr>
            <p:cNvPr id="10" name="object 10"/>
            <p:cNvSpPr/>
            <p:nvPr/>
          </p:nvSpPr>
          <p:spPr>
            <a:xfrm>
              <a:off x="7848862" y="2341016"/>
              <a:ext cx="3016885" cy="3173730"/>
            </a:xfrm>
            <a:custGeom>
              <a:avLst/>
              <a:gdLst/>
              <a:ahLst/>
              <a:cxnLst/>
              <a:rect l="l" t="t" r="r" b="b"/>
              <a:pathLst>
                <a:path w="3016884" h="3173729">
                  <a:moveTo>
                    <a:pt x="0" y="3173160"/>
                  </a:moveTo>
                  <a:lnTo>
                    <a:pt x="3016542" y="3173160"/>
                  </a:lnTo>
                  <a:lnTo>
                    <a:pt x="3016542" y="0"/>
                  </a:lnTo>
                  <a:lnTo>
                    <a:pt x="0" y="0"/>
                  </a:lnTo>
                  <a:lnTo>
                    <a:pt x="0" y="3173160"/>
                  </a:lnTo>
                  <a:close/>
                </a:path>
              </a:pathLst>
            </a:custGeom>
            <a:ln w="36285">
              <a:solidFill>
                <a:srgbClr val="41719C"/>
              </a:solidFill>
            </a:ln>
          </p:spPr>
          <p:txBody>
            <a:bodyPr wrap="square" lIns="0" tIns="0" rIns="0" bIns="0" rtlCol="0"/>
            <a:lstStyle/>
            <a:p/>
          </p:txBody>
        </p:sp>
        <p:sp>
          <p:nvSpPr>
            <p:cNvPr id="11" name="object 11"/>
            <p:cNvSpPr/>
            <p:nvPr/>
          </p:nvSpPr>
          <p:spPr>
            <a:xfrm>
              <a:off x="8970898" y="2738386"/>
              <a:ext cx="1390015" cy="2327910"/>
            </a:xfrm>
            <a:custGeom>
              <a:avLst/>
              <a:gdLst/>
              <a:ahLst/>
              <a:cxnLst/>
              <a:rect l="l" t="t" r="r" b="b"/>
              <a:pathLst>
                <a:path w="1390015" h="2327910">
                  <a:moveTo>
                    <a:pt x="1389633" y="0"/>
                  </a:moveTo>
                  <a:lnTo>
                    <a:pt x="0" y="0"/>
                  </a:lnTo>
                  <a:lnTo>
                    <a:pt x="0" y="2327363"/>
                  </a:lnTo>
                  <a:lnTo>
                    <a:pt x="1389633" y="2327363"/>
                  </a:lnTo>
                  <a:lnTo>
                    <a:pt x="1389633" y="0"/>
                  </a:lnTo>
                  <a:close/>
                </a:path>
              </a:pathLst>
            </a:custGeom>
            <a:solidFill>
              <a:srgbClr val="FFFFFF"/>
            </a:solidFill>
          </p:spPr>
          <p:txBody>
            <a:bodyPr wrap="square" lIns="0" tIns="0" rIns="0" bIns="0" rtlCol="0"/>
            <a:lstStyle/>
            <a:p/>
          </p:txBody>
        </p:sp>
        <p:sp>
          <p:nvSpPr>
            <p:cNvPr id="12" name="object 12"/>
            <p:cNvSpPr/>
            <p:nvPr/>
          </p:nvSpPr>
          <p:spPr>
            <a:xfrm>
              <a:off x="8970898" y="2738395"/>
              <a:ext cx="1390015" cy="2327910"/>
            </a:xfrm>
            <a:custGeom>
              <a:avLst/>
              <a:gdLst/>
              <a:ahLst/>
              <a:cxnLst/>
              <a:rect l="l" t="t" r="r" b="b"/>
              <a:pathLst>
                <a:path w="1390015" h="2327910">
                  <a:moveTo>
                    <a:pt x="0" y="2327355"/>
                  </a:moveTo>
                  <a:lnTo>
                    <a:pt x="1389636" y="2327355"/>
                  </a:lnTo>
                  <a:lnTo>
                    <a:pt x="1389636" y="0"/>
                  </a:lnTo>
                  <a:lnTo>
                    <a:pt x="0" y="0"/>
                  </a:lnTo>
                  <a:lnTo>
                    <a:pt x="0" y="2327355"/>
                  </a:lnTo>
                  <a:close/>
                </a:path>
              </a:pathLst>
            </a:custGeom>
            <a:ln w="36283">
              <a:solidFill>
                <a:srgbClr val="41719C"/>
              </a:solidFill>
            </a:ln>
          </p:spPr>
          <p:txBody>
            <a:bodyPr wrap="square" lIns="0" tIns="0" rIns="0" bIns="0" rtlCol="0"/>
            <a:lstStyle/>
            <a:p/>
          </p:txBody>
        </p:sp>
        <p:sp>
          <p:nvSpPr>
            <p:cNvPr id="13" name="object 13"/>
            <p:cNvSpPr/>
            <p:nvPr/>
          </p:nvSpPr>
          <p:spPr>
            <a:xfrm>
              <a:off x="7735747" y="2665250"/>
              <a:ext cx="226695" cy="239395"/>
            </a:xfrm>
            <a:custGeom>
              <a:avLst/>
              <a:gdLst/>
              <a:ahLst/>
              <a:cxnLst/>
              <a:rect l="l" t="t" r="r" b="b"/>
              <a:pathLst>
                <a:path w="226695" h="239394">
                  <a:moveTo>
                    <a:pt x="226247" y="0"/>
                  </a:moveTo>
                  <a:lnTo>
                    <a:pt x="0" y="0"/>
                  </a:lnTo>
                  <a:lnTo>
                    <a:pt x="0" y="238922"/>
                  </a:lnTo>
                  <a:lnTo>
                    <a:pt x="226247" y="238922"/>
                  </a:lnTo>
                  <a:lnTo>
                    <a:pt x="226247" y="0"/>
                  </a:lnTo>
                  <a:close/>
                </a:path>
              </a:pathLst>
            </a:custGeom>
            <a:solidFill>
              <a:srgbClr val="FFFFFF"/>
            </a:solidFill>
          </p:spPr>
          <p:txBody>
            <a:bodyPr wrap="square" lIns="0" tIns="0" rIns="0" bIns="0" rtlCol="0"/>
            <a:lstStyle/>
            <a:p/>
          </p:txBody>
        </p:sp>
        <p:sp>
          <p:nvSpPr>
            <p:cNvPr id="14" name="object 14"/>
            <p:cNvSpPr/>
            <p:nvPr/>
          </p:nvSpPr>
          <p:spPr>
            <a:xfrm>
              <a:off x="7735742" y="2665256"/>
              <a:ext cx="226695" cy="239395"/>
            </a:xfrm>
            <a:custGeom>
              <a:avLst/>
              <a:gdLst/>
              <a:ahLst/>
              <a:cxnLst/>
              <a:rect l="l" t="t" r="r" b="b"/>
              <a:pathLst>
                <a:path w="226695" h="239394">
                  <a:moveTo>
                    <a:pt x="0" y="238922"/>
                  </a:moveTo>
                  <a:lnTo>
                    <a:pt x="226247" y="238922"/>
                  </a:lnTo>
                  <a:lnTo>
                    <a:pt x="226247" y="0"/>
                  </a:lnTo>
                  <a:lnTo>
                    <a:pt x="0" y="0"/>
                  </a:lnTo>
                  <a:lnTo>
                    <a:pt x="0" y="238922"/>
                  </a:lnTo>
                  <a:close/>
                </a:path>
              </a:pathLst>
            </a:custGeom>
            <a:ln w="36285">
              <a:solidFill>
                <a:srgbClr val="41719C"/>
              </a:solidFill>
            </a:ln>
          </p:spPr>
          <p:txBody>
            <a:bodyPr wrap="square" lIns="0" tIns="0" rIns="0" bIns="0" rtlCol="0"/>
            <a:lstStyle/>
            <a:p/>
          </p:txBody>
        </p:sp>
        <p:sp>
          <p:nvSpPr>
            <p:cNvPr id="15" name="object 15"/>
            <p:cNvSpPr/>
            <p:nvPr/>
          </p:nvSpPr>
          <p:spPr>
            <a:xfrm>
              <a:off x="7244465" y="2782720"/>
              <a:ext cx="1717675" cy="342900"/>
            </a:xfrm>
            <a:custGeom>
              <a:avLst/>
              <a:gdLst/>
              <a:ahLst/>
              <a:cxnLst/>
              <a:rect l="l" t="t" r="r" b="b"/>
              <a:pathLst>
                <a:path w="1717675" h="342900">
                  <a:moveTo>
                    <a:pt x="491276" y="0"/>
                  </a:moveTo>
                  <a:lnTo>
                    <a:pt x="0" y="0"/>
                  </a:lnTo>
                </a:path>
                <a:path w="1717675" h="342900">
                  <a:moveTo>
                    <a:pt x="1717605" y="342817"/>
                  </a:moveTo>
                  <a:lnTo>
                    <a:pt x="1334563" y="342817"/>
                  </a:lnTo>
                </a:path>
              </a:pathLst>
            </a:custGeom>
            <a:ln w="24190">
              <a:solidFill>
                <a:srgbClr val="1E4E79"/>
              </a:solidFill>
            </a:ln>
          </p:spPr>
          <p:txBody>
            <a:bodyPr wrap="square" lIns="0" tIns="0" rIns="0" bIns="0" rtlCol="0"/>
            <a:lstStyle/>
            <a:p/>
          </p:txBody>
        </p:sp>
        <p:sp>
          <p:nvSpPr>
            <p:cNvPr id="16" name="object 16"/>
            <p:cNvSpPr/>
            <p:nvPr/>
          </p:nvSpPr>
          <p:spPr>
            <a:xfrm>
              <a:off x="7726730" y="4533318"/>
              <a:ext cx="226695" cy="239395"/>
            </a:xfrm>
            <a:custGeom>
              <a:avLst/>
              <a:gdLst/>
              <a:ahLst/>
              <a:cxnLst/>
              <a:rect l="l" t="t" r="r" b="b"/>
              <a:pathLst>
                <a:path w="226695" h="239395">
                  <a:moveTo>
                    <a:pt x="226247" y="0"/>
                  </a:moveTo>
                  <a:lnTo>
                    <a:pt x="0" y="0"/>
                  </a:lnTo>
                  <a:lnTo>
                    <a:pt x="0" y="238922"/>
                  </a:lnTo>
                  <a:lnTo>
                    <a:pt x="226247" y="238922"/>
                  </a:lnTo>
                  <a:lnTo>
                    <a:pt x="226247" y="0"/>
                  </a:lnTo>
                  <a:close/>
                </a:path>
              </a:pathLst>
            </a:custGeom>
            <a:solidFill>
              <a:srgbClr val="FFFFFF"/>
            </a:solidFill>
          </p:spPr>
          <p:txBody>
            <a:bodyPr wrap="square" lIns="0" tIns="0" rIns="0" bIns="0" rtlCol="0"/>
            <a:lstStyle/>
            <a:p/>
          </p:txBody>
        </p:sp>
        <p:sp>
          <p:nvSpPr>
            <p:cNvPr id="17" name="object 17"/>
            <p:cNvSpPr/>
            <p:nvPr/>
          </p:nvSpPr>
          <p:spPr>
            <a:xfrm>
              <a:off x="7726720" y="4533320"/>
              <a:ext cx="226695" cy="239395"/>
            </a:xfrm>
            <a:custGeom>
              <a:avLst/>
              <a:gdLst/>
              <a:ahLst/>
              <a:cxnLst/>
              <a:rect l="l" t="t" r="r" b="b"/>
              <a:pathLst>
                <a:path w="226695" h="239395">
                  <a:moveTo>
                    <a:pt x="0" y="238922"/>
                  </a:moveTo>
                  <a:lnTo>
                    <a:pt x="226247" y="238922"/>
                  </a:lnTo>
                  <a:lnTo>
                    <a:pt x="226247" y="0"/>
                  </a:lnTo>
                  <a:lnTo>
                    <a:pt x="0" y="0"/>
                  </a:lnTo>
                  <a:lnTo>
                    <a:pt x="0" y="238922"/>
                  </a:lnTo>
                  <a:close/>
                </a:path>
              </a:pathLst>
            </a:custGeom>
            <a:ln w="36285">
              <a:solidFill>
                <a:srgbClr val="41719C"/>
              </a:solidFill>
            </a:ln>
          </p:spPr>
          <p:txBody>
            <a:bodyPr wrap="square" lIns="0" tIns="0" rIns="0" bIns="0" rtlCol="0"/>
            <a:lstStyle/>
            <a:p/>
          </p:txBody>
        </p:sp>
        <p:sp>
          <p:nvSpPr>
            <p:cNvPr id="18" name="object 18"/>
            <p:cNvSpPr/>
            <p:nvPr/>
          </p:nvSpPr>
          <p:spPr>
            <a:xfrm>
              <a:off x="7235443" y="3116610"/>
              <a:ext cx="3517265" cy="1534160"/>
            </a:xfrm>
            <a:custGeom>
              <a:avLst/>
              <a:gdLst/>
              <a:ahLst/>
              <a:cxnLst/>
              <a:rect l="l" t="t" r="r" b="b"/>
              <a:pathLst>
                <a:path w="3517265" h="1534160">
                  <a:moveTo>
                    <a:pt x="491276" y="1525004"/>
                  </a:moveTo>
                  <a:lnTo>
                    <a:pt x="0" y="1525004"/>
                  </a:lnTo>
                </a:path>
                <a:path w="3517265" h="1534160">
                  <a:moveTo>
                    <a:pt x="1732044" y="1534029"/>
                  </a:moveTo>
                  <a:lnTo>
                    <a:pt x="717541" y="1534029"/>
                  </a:lnTo>
                </a:path>
                <a:path w="3517265" h="1534160">
                  <a:moveTo>
                    <a:pt x="3516961" y="0"/>
                  </a:moveTo>
                  <a:lnTo>
                    <a:pt x="3133846" y="0"/>
                  </a:lnTo>
                </a:path>
              </a:pathLst>
            </a:custGeom>
            <a:ln w="24190">
              <a:solidFill>
                <a:srgbClr val="1E4E79"/>
              </a:solidFill>
            </a:ln>
          </p:spPr>
          <p:txBody>
            <a:bodyPr wrap="square" lIns="0" tIns="0" rIns="0" bIns="0" rtlCol="0"/>
            <a:lstStyle/>
            <a:p/>
          </p:txBody>
        </p:sp>
        <p:sp>
          <p:nvSpPr>
            <p:cNvPr id="19" name="object 19"/>
            <p:cNvSpPr/>
            <p:nvPr/>
          </p:nvSpPr>
          <p:spPr>
            <a:xfrm>
              <a:off x="8961345" y="4444498"/>
              <a:ext cx="226695" cy="452755"/>
            </a:xfrm>
            <a:custGeom>
              <a:avLst/>
              <a:gdLst/>
              <a:ahLst/>
              <a:cxnLst/>
              <a:rect l="l" t="t" r="r" b="b"/>
              <a:pathLst>
                <a:path w="226695" h="452754">
                  <a:moveTo>
                    <a:pt x="0" y="0"/>
                  </a:moveTo>
                  <a:lnTo>
                    <a:pt x="226192" y="226343"/>
                  </a:lnTo>
                </a:path>
                <a:path w="226695" h="452754">
                  <a:moveTo>
                    <a:pt x="226192" y="226343"/>
                  </a:moveTo>
                  <a:lnTo>
                    <a:pt x="5321" y="447339"/>
                  </a:lnTo>
                </a:path>
                <a:path w="226695" h="452754">
                  <a:moveTo>
                    <a:pt x="0" y="0"/>
                  </a:moveTo>
                  <a:lnTo>
                    <a:pt x="0" y="452662"/>
                  </a:lnTo>
                </a:path>
              </a:pathLst>
            </a:custGeom>
            <a:ln w="24190">
              <a:solidFill>
                <a:srgbClr val="305497"/>
              </a:solidFill>
            </a:ln>
          </p:spPr>
          <p:txBody>
            <a:bodyPr wrap="square" lIns="0" tIns="0" rIns="0" bIns="0" rtlCol="0"/>
            <a:lstStyle/>
            <a:p/>
          </p:txBody>
        </p:sp>
        <p:sp>
          <p:nvSpPr>
            <p:cNvPr id="20" name="object 20"/>
            <p:cNvSpPr/>
            <p:nvPr/>
          </p:nvSpPr>
          <p:spPr>
            <a:xfrm>
              <a:off x="8298126" y="2643599"/>
              <a:ext cx="281940" cy="960755"/>
            </a:xfrm>
            <a:custGeom>
              <a:avLst/>
              <a:gdLst/>
              <a:ahLst/>
              <a:cxnLst/>
              <a:rect l="l" t="t" r="r" b="b"/>
              <a:pathLst>
                <a:path w="281940" h="960754">
                  <a:moveTo>
                    <a:pt x="0" y="0"/>
                  </a:moveTo>
                  <a:lnTo>
                    <a:pt x="0" y="960222"/>
                  </a:lnTo>
                  <a:lnTo>
                    <a:pt x="281458" y="674819"/>
                  </a:lnTo>
                  <a:lnTo>
                    <a:pt x="281458" y="285499"/>
                  </a:lnTo>
                  <a:lnTo>
                    <a:pt x="0" y="0"/>
                  </a:lnTo>
                  <a:close/>
                </a:path>
              </a:pathLst>
            </a:custGeom>
            <a:ln w="24187">
              <a:solidFill>
                <a:srgbClr val="305497"/>
              </a:solidFill>
            </a:ln>
          </p:spPr>
          <p:txBody>
            <a:bodyPr wrap="square" lIns="0" tIns="0" rIns="0" bIns="0" rtlCol="0"/>
            <a:lstStyle/>
            <a:p/>
          </p:txBody>
        </p:sp>
        <p:sp>
          <p:nvSpPr>
            <p:cNvPr id="21" name="object 21"/>
            <p:cNvSpPr/>
            <p:nvPr/>
          </p:nvSpPr>
          <p:spPr>
            <a:xfrm>
              <a:off x="7739900" y="3231682"/>
              <a:ext cx="226695" cy="239395"/>
            </a:xfrm>
            <a:custGeom>
              <a:avLst/>
              <a:gdLst/>
              <a:ahLst/>
              <a:cxnLst/>
              <a:rect l="l" t="t" r="r" b="b"/>
              <a:pathLst>
                <a:path w="226695" h="239395">
                  <a:moveTo>
                    <a:pt x="226247" y="0"/>
                  </a:moveTo>
                  <a:lnTo>
                    <a:pt x="0" y="0"/>
                  </a:lnTo>
                  <a:lnTo>
                    <a:pt x="0" y="238922"/>
                  </a:lnTo>
                  <a:lnTo>
                    <a:pt x="226247" y="238922"/>
                  </a:lnTo>
                  <a:lnTo>
                    <a:pt x="226247" y="0"/>
                  </a:lnTo>
                  <a:close/>
                </a:path>
              </a:pathLst>
            </a:custGeom>
            <a:solidFill>
              <a:srgbClr val="FFFFFF"/>
            </a:solidFill>
          </p:spPr>
          <p:txBody>
            <a:bodyPr wrap="square" lIns="0" tIns="0" rIns="0" bIns="0" rtlCol="0"/>
            <a:lstStyle/>
            <a:p/>
          </p:txBody>
        </p:sp>
        <p:sp>
          <p:nvSpPr>
            <p:cNvPr id="22" name="object 22"/>
            <p:cNvSpPr/>
            <p:nvPr/>
          </p:nvSpPr>
          <p:spPr>
            <a:xfrm>
              <a:off x="7739902" y="3231683"/>
              <a:ext cx="226695" cy="239395"/>
            </a:xfrm>
            <a:custGeom>
              <a:avLst/>
              <a:gdLst/>
              <a:ahLst/>
              <a:cxnLst/>
              <a:rect l="l" t="t" r="r" b="b"/>
              <a:pathLst>
                <a:path w="226695" h="239395">
                  <a:moveTo>
                    <a:pt x="0" y="238922"/>
                  </a:moveTo>
                  <a:lnTo>
                    <a:pt x="226247" y="238922"/>
                  </a:lnTo>
                  <a:lnTo>
                    <a:pt x="226247" y="0"/>
                  </a:lnTo>
                  <a:lnTo>
                    <a:pt x="0" y="0"/>
                  </a:lnTo>
                  <a:lnTo>
                    <a:pt x="0" y="238922"/>
                  </a:lnTo>
                  <a:close/>
                </a:path>
              </a:pathLst>
            </a:custGeom>
            <a:ln w="36285">
              <a:solidFill>
                <a:srgbClr val="41719C"/>
              </a:solidFill>
            </a:ln>
          </p:spPr>
          <p:txBody>
            <a:bodyPr wrap="square" lIns="0" tIns="0" rIns="0" bIns="0" rtlCol="0"/>
            <a:lstStyle/>
            <a:p/>
          </p:txBody>
        </p:sp>
        <p:sp>
          <p:nvSpPr>
            <p:cNvPr id="23" name="object 23"/>
            <p:cNvSpPr/>
            <p:nvPr/>
          </p:nvSpPr>
          <p:spPr>
            <a:xfrm>
              <a:off x="7248601" y="3349002"/>
              <a:ext cx="1190625" cy="629285"/>
            </a:xfrm>
            <a:custGeom>
              <a:avLst/>
              <a:gdLst/>
              <a:ahLst/>
              <a:cxnLst/>
              <a:rect l="l" t="t" r="r" b="b"/>
              <a:pathLst>
                <a:path w="1190625" h="629285">
                  <a:moveTo>
                    <a:pt x="491300" y="0"/>
                  </a:moveTo>
                  <a:lnTo>
                    <a:pt x="0" y="0"/>
                  </a:lnTo>
                </a:path>
                <a:path w="1190625" h="629285">
                  <a:moveTo>
                    <a:pt x="1190242" y="629067"/>
                  </a:moveTo>
                  <a:lnTo>
                    <a:pt x="1190242" y="112119"/>
                  </a:lnTo>
                </a:path>
              </a:pathLst>
            </a:custGeom>
            <a:ln w="24190">
              <a:solidFill>
                <a:srgbClr val="1E4E79"/>
              </a:solidFill>
            </a:ln>
          </p:spPr>
          <p:txBody>
            <a:bodyPr wrap="square" lIns="0" tIns="0" rIns="0" bIns="0" rtlCol="0"/>
            <a:lstStyle/>
            <a:p/>
          </p:txBody>
        </p:sp>
        <p:sp>
          <p:nvSpPr>
            <p:cNvPr id="24" name="object 24"/>
            <p:cNvSpPr/>
            <p:nvPr/>
          </p:nvSpPr>
          <p:spPr>
            <a:xfrm>
              <a:off x="7952978" y="3982835"/>
              <a:ext cx="480695" cy="0"/>
            </a:xfrm>
            <a:custGeom>
              <a:avLst/>
              <a:gdLst/>
              <a:ahLst/>
              <a:cxnLst/>
              <a:rect l="l" t="t" r="r" b="b"/>
              <a:pathLst>
                <a:path w="480695">
                  <a:moveTo>
                    <a:pt x="0" y="0"/>
                  </a:moveTo>
                  <a:lnTo>
                    <a:pt x="480665" y="0"/>
                  </a:lnTo>
                </a:path>
              </a:pathLst>
            </a:custGeom>
            <a:ln w="24194">
              <a:solidFill>
                <a:srgbClr val="1E4E79"/>
              </a:solidFill>
            </a:ln>
          </p:spPr>
          <p:txBody>
            <a:bodyPr wrap="square" lIns="0" tIns="0" rIns="0" bIns="0" rtlCol="0"/>
            <a:lstStyle/>
            <a:p/>
          </p:txBody>
        </p:sp>
        <p:sp>
          <p:nvSpPr>
            <p:cNvPr id="25" name="object 25"/>
            <p:cNvSpPr/>
            <p:nvPr/>
          </p:nvSpPr>
          <p:spPr>
            <a:xfrm>
              <a:off x="7726730" y="3865539"/>
              <a:ext cx="226695" cy="239395"/>
            </a:xfrm>
            <a:custGeom>
              <a:avLst/>
              <a:gdLst/>
              <a:ahLst/>
              <a:cxnLst/>
              <a:rect l="l" t="t" r="r" b="b"/>
              <a:pathLst>
                <a:path w="226695" h="239395">
                  <a:moveTo>
                    <a:pt x="226247" y="0"/>
                  </a:moveTo>
                  <a:lnTo>
                    <a:pt x="0" y="0"/>
                  </a:lnTo>
                  <a:lnTo>
                    <a:pt x="0" y="238922"/>
                  </a:lnTo>
                  <a:lnTo>
                    <a:pt x="226247" y="238922"/>
                  </a:lnTo>
                  <a:lnTo>
                    <a:pt x="226247" y="0"/>
                  </a:lnTo>
                  <a:close/>
                </a:path>
              </a:pathLst>
            </a:custGeom>
            <a:solidFill>
              <a:srgbClr val="FFFFFF"/>
            </a:solidFill>
          </p:spPr>
          <p:txBody>
            <a:bodyPr wrap="square" lIns="0" tIns="0" rIns="0" bIns="0" rtlCol="0"/>
            <a:lstStyle/>
            <a:p/>
          </p:txBody>
        </p:sp>
        <p:sp>
          <p:nvSpPr>
            <p:cNvPr id="26" name="object 26"/>
            <p:cNvSpPr/>
            <p:nvPr/>
          </p:nvSpPr>
          <p:spPr>
            <a:xfrm>
              <a:off x="7726720" y="3865541"/>
              <a:ext cx="226695" cy="239395"/>
            </a:xfrm>
            <a:custGeom>
              <a:avLst/>
              <a:gdLst/>
              <a:ahLst/>
              <a:cxnLst/>
              <a:rect l="l" t="t" r="r" b="b"/>
              <a:pathLst>
                <a:path w="226695" h="239395">
                  <a:moveTo>
                    <a:pt x="0" y="238922"/>
                  </a:moveTo>
                  <a:lnTo>
                    <a:pt x="226247" y="238922"/>
                  </a:lnTo>
                  <a:lnTo>
                    <a:pt x="226247" y="0"/>
                  </a:lnTo>
                  <a:lnTo>
                    <a:pt x="0" y="0"/>
                  </a:lnTo>
                  <a:lnTo>
                    <a:pt x="0" y="238922"/>
                  </a:lnTo>
                  <a:close/>
                </a:path>
              </a:pathLst>
            </a:custGeom>
            <a:ln w="36285">
              <a:solidFill>
                <a:srgbClr val="41719C"/>
              </a:solidFill>
            </a:ln>
          </p:spPr>
          <p:txBody>
            <a:bodyPr wrap="square" lIns="0" tIns="0" rIns="0" bIns="0" rtlCol="0"/>
            <a:lstStyle/>
            <a:p/>
          </p:txBody>
        </p:sp>
        <p:sp>
          <p:nvSpPr>
            <p:cNvPr id="27" name="object 27"/>
            <p:cNvSpPr/>
            <p:nvPr/>
          </p:nvSpPr>
          <p:spPr>
            <a:xfrm>
              <a:off x="7235443" y="3982835"/>
              <a:ext cx="491490" cy="0"/>
            </a:xfrm>
            <a:custGeom>
              <a:avLst/>
              <a:gdLst/>
              <a:ahLst/>
              <a:cxnLst/>
              <a:rect l="l" t="t" r="r" b="b"/>
              <a:pathLst>
                <a:path w="491490">
                  <a:moveTo>
                    <a:pt x="491276" y="0"/>
                  </a:moveTo>
                  <a:lnTo>
                    <a:pt x="0" y="0"/>
                  </a:lnTo>
                </a:path>
              </a:pathLst>
            </a:custGeom>
            <a:ln w="24194">
              <a:solidFill>
                <a:srgbClr val="1E4E79"/>
              </a:solidFill>
            </a:ln>
          </p:spPr>
          <p:txBody>
            <a:bodyPr wrap="square" lIns="0" tIns="0" rIns="0" bIns="0" rtlCol="0"/>
            <a:lstStyle/>
            <a:p/>
          </p:txBody>
        </p:sp>
      </p:grpSp>
      <p:sp>
        <p:nvSpPr>
          <p:cNvPr id="28" name="object 28"/>
          <p:cNvSpPr txBox="1"/>
          <p:nvPr/>
        </p:nvSpPr>
        <p:spPr>
          <a:xfrm>
            <a:off x="6950525" y="2536902"/>
            <a:ext cx="289560" cy="1623695"/>
          </a:xfrm>
          <a:prstGeom prst="rect">
            <a:avLst/>
          </a:prstGeom>
        </p:spPr>
        <p:txBody>
          <a:bodyPr vert="horz" wrap="square" lIns="0" tIns="12700" rIns="0" bIns="0" rtlCol="0">
            <a:spAutoFit/>
          </a:bodyPr>
          <a:lstStyle/>
          <a:p>
            <a:pPr marL="60325">
              <a:lnSpc>
                <a:spcPct val="100000"/>
              </a:lnSpc>
              <a:spcBef>
                <a:spcPts val="100"/>
              </a:spcBef>
            </a:pPr>
            <a:r>
              <a:rPr sz="2300" spc="-50" dirty="0">
                <a:latin typeface="Calibri" panose="020F0502020204030204"/>
                <a:cs typeface="Calibri" panose="020F0502020204030204"/>
              </a:rPr>
              <a:t>D</a:t>
            </a:r>
            <a:endParaRPr sz="2300">
              <a:latin typeface="Calibri" panose="020F0502020204030204"/>
              <a:cs typeface="Calibri" panose="020F0502020204030204"/>
            </a:endParaRPr>
          </a:p>
          <a:p>
            <a:pPr marL="12700" marR="5080" indent="33655">
              <a:lnSpc>
                <a:spcPts val="5070"/>
              </a:lnSpc>
              <a:spcBef>
                <a:spcPts val="30"/>
              </a:spcBef>
            </a:pPr>
            <a:r>
              <a:rPr sz="2300" spc="-25" dirty="0">
                <a:latin typeface="Calibri" panose="020F0502020204030204"/>
                <a:cs typeface="Calibri" panose="020F0502020204030204"/>
              </a:rPr>
              <a:t>SI </a:t>
            </a:r>
            <a:r>
              <a:rPr sz="2300" spc="-80" dirty="0">
                <a:latin typeface="Calibri" panose="020F0502020204030204"/>
                <a:cs typeface="Calibri" panose="020F0502020204030204"/>
              </a:rPr>
              <a:t>SE</a:t>
            </a:r>
            <a:endParaRPr sz="2300">
              <a:latin typeface="Calibri" panose="020F0502020204030204"/>
              <a:cs typeface="Calibri" panose="020F0502020204030204"/>
            </a:endParaRPr>
          </a:p>
        </p:txBody>
      </p:sp>
      <p:sp>
        <p:nvSpPr>
          <p:cNvPr id="29" name="object 29"/>
          <p:cNvSpPr txBox="1"/>
          <p:nvPr/>
        </p:nvSpPr>
        <p:spPr>
          <a:xfrm>
            <a:off x="11457802" y="2915068"/>
            <a:ext cx="222250" cy="376555"/>
          </a:xfrm>
          <a:prstGeom prst="rect">
            <a:avLst/>
          </a:prstGeom>
        </p:spPr>
        <p:txBody>
          <a:bodyPr vert="horz" wrap="square" lIns="0" tIns="12700" rIns="0" bIns="0" rtlCol="0">
            <a:spAutoFit/>
          </a:bodyPr>
          <a:lstStyle/>
          <a:p>
            <a:pPr marL="12700">
              <a:lnSpc>
                <a:spcPct val="100000"/>
              </a:lnSpc>
              <a:spcBef>
                <a:spcPts val="100"/>
              </a:spcBef>
            </a:pPr>
            <a:r>
              <a:rPr sz="2300" spc="-50" dirty="0">
                <a:latin typeface="Calibri" panose="020F0502020204030204"/>
                <a:cs typeface="Calibri" panose="020F0502020204030204"/>
              </a:rPr>
              <a:t>Q</a:t>
            </a:r>
            <a:endParaRPr sz="2300">
              <a:latin typeface="Calibri" panose="020F0502020204030204"/>
              <a:cs typeface="Calibri" panose="020F0502020204030204"/>
            </a:endParaRPr>
          </a:p>
        </p:txBody>
      </p:sp>
      <p:sp>
        <p:nvSpPr>
          <p:cNvPr id="30" name="object 30"/>
          <p:cNvSpPr/>
          <p:nvPr/>
        </p:nvSpPr>
        <p:spPr>
          <a:xfrm>
            <a:off x="7945777" y="2786349"/>
            <a:ext cx="363220" cy="565150"/>
          </a:xfrm>
          <a:custGeom>
            <a:avLst/>
            <a:gdLst/>
            <a:ahLst/>
            <a:cxnLst/>
            <a:rect l="l" t="t" r="r" b="b"/>
            <a:pathLst>
              <a:path w="363220" h="565150">
                <a:moveTo>
                  <a:pt x="363160" y="0"/>
                </a:moveTo>
                <a:lnTo>
                  <a:pt x="1789" y="0"/>
                </a:lnTo>
              </a:path>
              <a:path w="363220" h="565150">
                <a:moveTo>
                  <a:pt x="361370" y="564805"/>
                </a:moveTo>
                <a:lnTo>
                  <a:pt x="0" y="564805"/>
                </a:lnTo>
              </a:path>
            </a:pathLst>
          </a:custGeom>
          <a:ln w="24190">
            <a:solidFill>
              <a:srgbClr val="1E4E79"/>
            </a:solidFill>
          </a:ln>
        </p:spPr>
        <p:txBody>
          <a:bodyPr wrap="square" lIns="0" tIns="0" rIns="0" bIns="0" rtlCol="0"/>
          <a:lstStyle/>
          <a:p/>
        </p:txBody>
      </p:sp>
      <p:sp>
        <p:nvSpPr>
          <p:cNvPr id="31" name="object 31"/>
          <p:cNvSpPr txBox="1"/>
          <p:nvPr/>
        </p:nvSpPr>
        <p:spPr>
          <a:xfrm>
            <a:off x="9077126" y="2909625"/>
            <a:ext cx="192405" cy="375285"/>
          </a:xfrm>
          <a:prstGeom prst="rect">
            <a:avLst/>
          </a:prstGeom>
        </p:spPr>
        <p:txBody>
          <a:bodyPr vert="horz" wrap="square" lIns="0" tIns="12065" rIns="0" bIns="0" rtlCol="0">
            <a:spAutoFit/>
          </a:bodyPr>
          <a:lstStyle/>
          <a:p>
            <a:pPr>
              <a:lnSpc>
                <a:spcPct val="100000"/>
              </a:lnSpc>
              <a:spcBef>
                <a:spcPts val="95"/>
              </a:spcBef>
            </a:pPr>
            <a:r>
              <a:rPr sz="2300" spc="-50" dirty="0">
                <a:latin typeface="Calibri" panose="020F0502020204030204"/>
                <a:cs typeface="Calibri" panose="020F0502020204030204"/>
              </a:rPr>
              <a:t>D</a:t>
            </a:r>
            <a:endParaRPr sz="2300">
              <a:latin typeface="Calibri" panose="020F0502020204030204"/>
              <a:cs typeface="Calibri" panose="020F0502020204030204"/>
            </a:endParaRPr>
          </a:p>
        </p:txBody>
      </p:sp>
      <p:sp>
        <p:nvSpPr>
          <p:cNvPr id="32" name="object 32"/>
          <p:cNvSpPr txBox="1"/>
          <p:nvPr/>
        </p:nvSpPr>
        <p:spPr>
          <a:xfrm>
            <a:off x="9219706" y="4460518"/>
            <a:ext cx="337185" cy="376555"/>
          </a:xfrm>
          <a:prstGeom prst="rect">
            <a:avLst/>
          </a:prstGeom>
        </p:spPr>
        <p:txBody>
          <a:bodyPr vert="horz" wrap="square" lIns="0" tIns="12700" rIns="0" bIns="0" rtlCol="0">
            <a:spAutoFit/>
          </a:bodyPr>
          <a:lstStyle/>
          <a:p>
            <a:pPr>
              <a:lnSpc>
                <a:spcPct val="100000"/>
              </a:lnSpc>
              <a:spcBef>
                <a:spcPts val="100"/>
              </a:spcBef>
            </a:pPr>
            <a:r>
              <a:rPr sz="2300" spc="25" dirty="0">
                <a:latin typeface="Calibri" panose="020F0502020204030204"/>
                <a:cs typeface="Calibri" panose="020F0502020204030204"/>
              </a:rPr>
              <a:t>CK</a:t>
            </a:r>
            <a:endParaRPr sz="2300">
              <a:latin typeface="Calibri" panose="020F0502020204030204"/>
              <a:cs typeface="Calibri" panose="020F0502020204030204"/>
            </a:endParaRPr>
          </a:p>
        </p:txBody>
      </p:sp>
      <p:sp>
        <p:nvSpPr>
          <p:cNvPr id="33" name="object 33"/>
          <p:cNvSpPr txBox="1"/>
          <p:nvPr/>
        </p:nvSpPr>
        <p:spPr>
          <a:xfrm>
            <a:off x="10135407" y="2909625"/>
            <a:ext cx="208915" cy="375285"/>
          </a:xfrm>
          <a:prstGeom prst="rect">
            <a:avLst/>
          </a:prstGeom>
        </p:spPr>
        <p:txBody>
          <a:bodyPr vert="horz" wrap="square" lIns="0" tIns="12065" rIns="0" bIns="0" rtlCol="0">
            <a:spAutoFit/>
          </a:bodyPr>
          <a:lstStyle/>
          <a:p>
            <a:pPr>
              <a:lnSpc>
                <a:spcPct val="100000"/>
              </a:lnSpc>
              <a:spcBef>
                <a:spcPts val="95"/>
              </a:spcBef>
            </a:pPr>
            <a:r>
              <a:rPr sz="2300" spc="-50" dirty="0">
                <a:latin typeface="Calibri" panose="020F0502020204030204"/>
                <a:cs typeface="Calibri" panose="020F0502020204030204"/>
              </a:rPr>
              <a:t>Q</a:t>
            </a:r>
            <a:endParaRPr sz="2300">
              <a:latin typeface="Calibri" panose="020F0502020204030204"/>
              <a:cs typeface="Calibri" panose="020F0502020204030204"/>
            </a:endParaRPr>
          </a:p>
        </p:txBody>
      </p:sp>
      <p:sp>
        <p:nvSpPr>
          <p:cNvPr id="34" name="object 34"/>
          <p:cNvSpPr txBox="1"/>
          <p:nvPr/>
        </p:nvSpPr>
        <p:spPr>
          <a:xfrm>
            <a:off x="1425206" y="2686812"/>
            <a:ext cx="4548505" cy="1549400"/>
          </a:xfrm>
          <a:prstGeom prst="rect">
            <a:avLst/>
          </a:prstGeom>
        </p:spPr>
        <p:txBody>
          <a:bodyPr vert="horz" wrap="square" lIns="0" tIns="12700" rIns="0" bIns="0" rtlCol="0">
            <a:spAutoFit/>
          </a:bodyPr>
          <a:lstStyle/>
          <a:p>
            <a:pPr marL="354965" indent="-342265">
              <a:lnSpc>
                <a:spcPct val="100000"/>
              </a:lnSpc>
              <a:spcBef>
                <a:spcPts val="100"/>
              </a:spcBef>
              <a:buFont typeface="Arial" panose="020B0604020202020204"/>
              <a:buChar char="•"/>
              <a:tabLst>
                <a:tab pos="354965" algn="l"/>
              </a:tabLst>
            </a:pPr>
            <a:r>
              <a:rPr sz="2000" spc="-5" dirty="0">
                <a:solidFill>
                  <a:srgbClr val="009FE8"/>
                </a:solidFill>
                <a:latin typeface="微软雅黑" panose="020B0503020204020204" charset="-122"/>
                <a:cs typeface="微软雅黑" panose="020B0503020204020204" charset="-122"/>
              </a:rPr>
              <a:t>工作模式：功能模式 </a:t>
            </a:r>
            <a:r>
              <a:rPr sz="2000" dirty="0">
                <a:solidFill>
                  <a:srgbClr val="009FE8"/>
                </a:solidFill>
                <a:latin typeface="微软雅黑" panose="020B0503020204020204" charset="-122"/>
                <a:cs typeface="微软雅黑" panose="020B0503020204020204" charset="-122"/>
              </a:rPr>
              <a:t>&amp;</a:t>
            </a:r>
            <a:r>
              <a:rPr sz="2000" spc="-15" dirty="0">
                <a:solidFill>
                  <a:srgbClr val="009FE8"/>
                </a:solidFill>
                <a:latin typeface="微软雅黑" panose="020B0503020204020204" charset="-122"/>
                <a:cs typeface="微软雅黑" panose="020B0503020204020204" charset="-122"/>
              </a:rPr>
              <a:t> 测试捕获模式</a:t>
            </a:r>
            <a:endParaRPr sz="2000">
              <a:latin typeface="微软雅黑" panose="020B0503020204020204" charset="-122"/>
              <a:cs typeface="微软雅黑" panose="020B0503020204020204" charset="-122"/>
            </a:endParaRPr>
          </a:p>
          <a:p>
            <a:pPr marL="812165" lvl="1" indent="-342265">
              <a:lnSpc>
                <a:spcPct val="100000"/>
              </a:lnSpc>
              <a:spcBef>
                <a:spcPts val="2400"/>
              </a:spcBef>
              <a:buFont typeface="Arial" panose="020B0604020202020204"/>
              <a:buChar char="•"/>
              <a:tabLst>
                <a:tab pos="812165" algn="l"/>
              </a:tabLst>
            </a:pPr>
            <a:r>
              <a:rPr sz="2000" dirty="0">
                <a:solidFill>
                  <a:srgbClr val="009FE8"/>
                </a:solidFill>
                <a:latin typeface="微软雅黑" panose="020B0503020204020204" charset="-122"/>
                <a:cs typeface="微软雅黑" panose="020B0503020204020204" charset="-122"/>
              </a:rPr>
              <a:t>SE</a:t>
            </a:r>
            <a:r>
              <a:rPr sz="2000" spc="-25" dirty="0">
                <a:solidFill>
                  <a:srgbClr val="009FE8"/>
                </a:solidFill>
                <a:latin typeface="微软雅黑" panose="020B0503020204020204" charset="-122"/>
                <a:cs typeface="微软雅黑" panose="020B0503020204020204" charset="-122"/>
              </a:rPr>
              <a:t> </a:t>
            </a:r>
            <a:r>
              <a:rPr sz="2000" dirty="0">
                <a:solidFill>
                  <a:srgbClr val="009FE8"/>
                </a:solidFill>
                <a:latin typeface="微软雅黑" panose="020B0503020204020204" charset="-122"/>
                <a:cs typeface="微软雅黑" panose="020B0503020204020204" charset="-122"/>
              </a:rPr>
              <a:t>=</a:t>
            </a:r>
            <a:r>
              <a:rPr sz="2000" spc="-15" dirty="0">
                <a:solidFill>
                  <a:srgbClr val="009FE8"/>
                </a:solidFill>
                <a:latin typeface="微软雅黑" panose="020B0503020204020204" charset="-122"/>
                <a:cs typeface="微软雅黑" panose="020B0503020204020204" charset="-122"/>
              </a:rPr>
              <a:t> </a:t>
            </a:r>
            <a:r>
              <a:rPr sz="2000" spc="-60" dirty="0">
                <a:solidFill>
                  <a:srgbClr val="009FE8"/>
                </a:solidFill>
                <a:latin typeface="微软雅黑" panose="020B0503020204020204" charset="-122"/>
                <a:cs typeface="微软雅黑" panose="020B0503020204020204" charset="-122"/>
              </a:rPr>
              <a:t>0</a:t>
            </a:r>
            <a:endParaRPr sz="2000">
              <a:latin typeface="微软雅黑" panose="020B0503020204020204" charset="-122"/>
              <a:cs typeface="微软雅黑" panose="020B0503020204020204" charset="-122"/>
            </a:endParaRPr>
          </a:p>
          <a:p>
            <a:pPr marL="812165" lvl="1" indent="-342265">
              <a:lnSpc>
                <a:spcPct val="100000"/>
              </a:lnSpc>
              <a:spcBef>
                <a:spcPts val="2400"/>
              </a:spcBef>
              <a:buFont typeface="Arial" panose="020B0604020202020204"/>
              <a:buChar char="•"/>
              <a:tabLst>
                <a:tab pos="812165" algn="l"/>
              </a:tabLst>
            </a:pPr>
            <a:r>
              <a:rPr sz="2000" spc="-25" dirty="0">
                <a:solidFill>
                  <a:srgbClr val="009FE8"/>
                </a:solidFill>
                <a:latin typeface="微软雅黑" panose="020B0503020204020204" charset="-122"/>
                <a:cs typeface="微软雅黑" panose="020B0503020204020204" charset="-122"/>
              </a:rPr>
              <a:t>D</a:t>
            </a:r>
            <a:r>
              <a:rPr sz="2000" spc="-20" dirty="0">
                <a:solidFill>
                  <a:srgbClr val="009FE8"/>
                </a:solidFill>
                <a:latin typeface="微软雅黑" panose="020B0503020204020204" charset="-122"/>
                <a:cs typeface="微软雅黑" panose="020B0503020204020204" charset="-122"/>
              </a:rPr>
              <a:t>端选通</a:t>
            </a:r>
            <a:endParaRPr sz="2000">
              <a:latin typeface="微软雅黑" panose="020B0503020204020204" charset="-122"/>
              <a:cs typeface="微软雅黑" panose="020B0503020204020204" charset="-122"/>
            </a:endParaRPr>
          </a:p>
        </p:txBody>
      </p:sp>
      <p:grpSp>
        <p:nvGrpSpPr>
          <p:cNvPr id="35" name="object 35"/>
          <p:cNvGrpSpPr/>
          <p:nvPr/>
        </p:nvGrpSpPr>
        <p:grpSpPr>
          <a:xfrm>
            <a:off x="7255776" y="2581059"/>
            <a:ext cx="4085590" cy="847090"/>
            <a:chOff x="7255776" y="2581059"/>
            <a:chExt cx="4085590" cy="847090"/>
          </a:xfrm>
        </p:grpSpPr>
        <p:sp>
          <p:nvSpPr>
            <p:cNvPr id="36" name="object 36"/>
            <p:cNvSpPr/>
            <p:nvPr/>
          </p:nvSpPr>
          <p:spPr>
            <a:xfrm>
              <a:off x="7262126" y="2587409"/>
              <a:ext cx="1248410" cy="210185"/>
            </a:xfrm>
            <a:custGeom>
              <a:avLst/>
              <a:gdLst/>
              <a:ahLst/>
              <a:cxnLst/>
              <a:rect l="l" t="t" r="r" b="b"/>
              <a:pathLst>
                <a:path w="1248409" h="210185">
                  <a:moveTo>
                    <a:pt x="1142860" y="0"/>
                  </a:moveTo>
                  <a:lnTo>
                    <a:pt x="1142860" y="52450"/>
                  </a:lnTo>
                  <a:lnTo>
                    <a:pt x="0" y="52450"/>
                  </a:lnTo>
                  <a:lnTo>
                    <a:pt x="0" y="157378"/>
                  </a:lnTo>
                  <a:lnTo>
                    <a:pt x="1142860" y="157378"/>
                  </a:lnTo>
                  <a:lnTo>
                    <a:pt x="1142860" y="209842"/>
                  </a:lnTo>
                  <a:lnTo>
                    <a:pt x="1247787" y="104914"/>
                  </a:lnTo>
                  <a:lnTo>
                    <a:pt x="1142860" y="0"/>
                  </a:lnTo>
                  <a:close/>
                </a:path>
              </a:pathLst>
            </a:custGeom>
            <a:solidFill>
              <a:srgbClr val="A9D18E"/>
            </a:solidFill>
          </p:spPr>
          <p:txBody>
            <a:bodyPr wrap="square" lIns="0" tIns="0" rIns="0" bIns="0" rtlCol="0"/>
            <a:lstStyle/>
            <a:p/>
          </p:txBody>
        </p:sp>
        <p:sp>
          <p:nvSpPr>
            <p:cNvPr id="37" name="object 37"/>
            <p:cNvSpPr/>
            <p:nvPr/>
          </p:nvSpPr>
          <p:spPr>
            <a:xfrm>
              <a:off x="7262126" y="2587409"/>
              <a:ext cx="1247775" cy="210185"/>
            </a:xfrm>
            <a:custGeom>
              <a:avLst/>
              <a:gdLst/>
              <a:ahLst/>
              <a:cxnLst/>
              <a:rect l="l" t="t" r="r" b="b"/>
              <a:pathLst>
                <a:path w="1247775" h="210185">
                  <a:moveTo>
                    <a:pt x="0" y="52461"/>
                  </a:moveTo>
                  <a:lnTo>
                    <a:pt x="1142850" y="52461"/>
                  </a:lnTo>
                  <a:lnTo>
                    <a:pt x="1142850" y="0"/>
                  </a:lnTo>
                  <a:lnTo>
                    <a:pt x="1247780" y="104922"/>
                  </a:lnTo>
                  <a:lnTo>
                    <a:pt x="1142850" y="209844"/>
                  </a:lnTo>
                  <a:lnTo>
                    <a:pt x="1142850" y="157384"/>
                  </a:lnTo>
                  <a:lnTo>
                    <a:pt x="0" y="157384"/>
                  </a:lnTo>
                  <a:lnTo>
                    <a:pt x="0" y="52461"/>
                  </a:lnTo>
                  <a:close/>
                </a:path>
              </a:pathLst>
            </a:custGeom>
            <a:ln w="12700">
              <a:solidFill>
                <a:srgbClr val="A9D18E"/>
              </a:solidFill>
            </a:ln>
          </p:spPr>
          <p:txBody>
            <a:bodyPr wrap="square" lIns="0" tIns="0" rIns="0" bIns="0" rtlCol="0"/>
            <a:lstStyle/>
            <a:p/>
          </p:txBody>
        </p:sp>
        <p:sp>
          <p:nvSpPr>
            <p:cNvPr id="38" name="object 38"/>
            <p:cNvSpPr/>
            <p:nvPr/>
          </p:nvSpPr>
          <p:spPr>
            <a:xfrm>
              <a:off x="8485822" y="2676461"/>
              <a:ext cx="568960" cy="613410"/>
            </a:xfrm>
            <a:custGeom>
              <a:avLst/>
              <a:gdLst/>
              <a:ahLst/>
              <a:cxnLst/>
              <a:rect l="l" t="t" r="r" b="b"/>
              <a:pathLst>
                <a:path w="568959" h="613410">
                  <a:moveTo>
                    <a:pt x="61277" y="0"/>
                  </a:moveTo>
                  <a:lnTo>
                    <a:pt x="0" y="55765"/>
                  </a:lnTo>
                  <a:lnTo>
                    <a:pt x="476834" y="579704"/>
                  </a:lnTo>
                  <a:lnTo>
                    <a:pt x="446201" y="607580"/>
                  </a:lnTo>
                  <a:lnTo>
                    <a:pt x="563245" y="613092"/>
                  </a:lnTo>
                  <a:lnTo>
                    <a:pt x="568756" y="496049"/>
                  </a:lnTo>
                  <a:lnTo>
                    <a:pt x="538111" y="523925"/>
                  </a:lnTo>
                  <a:lnTo>
                    <a:pt x="61277" y="0"/>
                  </a:lnTo>
                  <a:close/>
                </a:path>
              </a:pathLst>
            </a:custGeom>
            <a:solidFill>
              <a:srgbClr val="A9D18E"/>
            </a:solidFill>
          </p:spPr>
          <p:txBody>
            <a:bodyPr wrap="square" lIns="0" tIns="0" rIns="0" bIns="0" rtlCol="0"/>
            <a:lstStyle/>
            <a:p/>
          </p:txBody>
        </p:sp>
        <p:sp>
          <p:nvSpPr>
            <p:cNvPr id="39" name="object 39"/>
            <p:cNvSpPr/>
            <p:nvPr/>
          </p:nvSpPr>
          <p:spPr>
            <a:xfrm>
              <a:off x="8485814" y="2676458"/>
              <a:ext cx="568960" cy="613410"/>
            </a:xfrm>
            <a:custGeom>
              <a:avLst/>
              <a:gdLst/>
              <a:ahLst/>
              <a:cxnLst/>
              <a:rect l="l" t="t" r="r" b="b"/>
              <a:pathLst>
                <a:path w="568959" h="613410">
                  <a:moveTo>
                    <a:pt x="61278" y="0"/>
                  </a:moveTo>
                  <a:lnTo>
                    <a:pt x="538117" y="523931"/>
                  </a:lnTo>
                  <a:lnTo>
                    <a:pt x="568756" y="496045"/>
                  </a:lnTo>
                  <a:lnTo>
                    <a:pt x="563248" y="613095"/>
                  </a:lnTo>
                  <a:lnTo>
                    <a:pt x="446198" y="607588"/>
                  </a:lnTo>
                  <a:lnTo>
                    <a:pt x="476838" y="579701"/>
                  </a:lnTo>
                  <a:lnTo>
                    <a:pt x="0" y="55770"/>
                  </a:lnTo>
                  <a:lnTo>
                    <a:pt x="61278" y="0"/>
                  </a:lnTo>
                  <a:close/>
                </a:path>
              </a:pathLst>
            </a:custGeom>
            <a:ln w="12700">
              <a:solidFill>
                <a:srgbClr val="A9D18E"/>
              </a:solidFill>
            </a:ln>
          </p:spPr>
          <p:txBody>
            <a:bodyPr wrap="square" lIns="0" tIns="0" rIns="0" bIns="0" rtlCol="0"/>
            <a:lstStyle/>
            <a:p/>
          </p:txBody>
        </p:sp>
        <p:sp>
          <p:nvSpPr>
            <p:cNvPr id="40" name="object 40"/>
            <p:cNvSpPr/>
            <p:nvPr/>
          </p:nvSpPr>
          <p:spPr>
            <a:xfrm>
              <a:off x="9051797" y="3211830"/>
              <a:ext cx="2282825" cy="210185"/>
            </a:xfrm>
            <a:custGeom>
              <a:avLst/>
              <a:gdLst/>
              <a:ahLst/>
              <a:cxnLst/>
              <a:rect l="l" t="t" r="r" b="b"/>
              <a:pathLst>
                <a:path w="2282825" h="210185">
                  <a:moveTo>
                    <a:pt x="2177669" y="0"/>
                  </a:moveTo>
                  <a:lnTo>
                    <a:pt x="2177669" y="52463"/>
                  </a:lnTo>
                  <a:lnTo>
                    <a:pt x="0" y="52463"/>
                  </a:lnTo>
                  <a:lnTo>
                    <a:pt x="0" y="157391"/>
                  </a:lnTo>
                  <a:lnTo>
                    <a:pt x="2177669" y="157391"/>
                  </a:lnTo>
                  <a:lnTo>
                    <a:pt x="2177669" y="209842"/>
                  </a:lnTo>
                  <a:lnTo>
                    <a:pt x="2282596" y="104927"/>
                  </a:lnTo>
                  <a:lnTo>
                    <a:pt x="2177669" y="0"/>
                  </a:lnTo>
                  <a:close/>
                </a:path>
              </a:pathLst>
            </a:custGeom>
            <a:solidFill>
              <a:srgbClr val="A9D18E"/>
            </a:solidFill>
          </p:spPr>
          <p:txBody>
            <a:bodyPr wrap="square" lIns="0" tIns="0" rIns="0" bIns="0" rtlCol="0"/>
            <a:lstStyle/>
            <a:p/>
          </p:txBody>
        </p:sp>
        <p:sp>
          <p:nvSpPr>
            <p:cNvPr id="41" name="object 41"/>
            <p:cNvSpPr/>
            <p:nvPr/>
          </p:nvSpPr>
          <p:spPr>
            <a:xfrm>
              <a:off x="9051797" y="3211830"/>
              <a:ext cx="2282825" cy="210185"/>
            </a:xfrm>
            <a:custGeom>
              <a:avLst/>
              <a:gdLst/>
              <a:ahLst/>
              <a:cxnLst/>
              <a:rect l="l" t="t" r="r" b="b"/>
              <a:pathLst>
                <a:path w="2282825" h="210185">
                  <a:moveTo>
                    <a:pt x="0" y="52462"/>
                  </a:moveTo>
                  <a:lnTo>
                    <a:pt x="2177681" y="52462"/>
                  </a:lnTo>
                  <a:lnTo>
                    <a:pt x="2177681" y="0"/>
                  </a:lnTo>
                  <a:lnTo>
                    <a:pt x="2282601" y="104922"/>
                  </a:lnTo>
                  <a:lnTo>
                    <a:pt x="2177681" y="209844"/>
                  </a:lnTo>
                  <a:lnTo>
                    <a:pt x="2177681" y="157384"/>
                  </a:lnTo>
                  <a:lnTo>
                    <a:pt x="0" y="157384"/>
                  </a:lnTo>
                  <a:lnTo>
                    <a:pt x="0" y="52462"/>
                  </a:lnTo>
                  <a:close/>
                </a:path>
              </a:pathLst>
            </a:custGeom>
            <a:ln w="12700">
              <a:solidFill>
                <a:srgbClr val="A9D18E"/>
              </a:solidFill>
            </a:ln>
          </p:spPr>
          <p:txBody>
            <a:bodyPr wrap="square" lIns="0" tIns="0" rIns="0" bIns="0" rtlCol="0"/>
            <a:lstStyle/>
            <a:p/>
          </p:txBody>
        </p:sp>
      </p:grpSp>
      <p:sp>
        <p:nvSpPr>
          <p:cNvPr id="42" name="object 42"/>
          <p:cNvSpPr txBox="1"/>
          <p:nvPr/>
        </p:nvSpPr>
        <p:spPr>
          <a:xfrm>
            <a:off x="963930" y="1578355"/>
            <a:ext cx="8785225" cy="391160"/>
          </a:xfrm>
          <a:prstGeom prst="rect">
            <a:avLst/>
          </a:prstGeom>
        </p:spPr>
        <p:txBody>
          <a:bodyPr vert="horz" wrap="square" lIns="0" tIns="12700" rIns="0" bIns="0" rtlCol="0">
            <a:spAutoFit/>
          </a:bodyPr>
          <a:lstStyle/>
          <a:p>
            <a:pPr marL="12700">
              <a:lnSpc>
                <a:spcPct val="100000"/>
              </a:lnSpc>
              <a:spcBef>
                <a:spcPts val="100"/>
              </a:spcBef>
              <a:tabLst>
                <a:tab pos="469265" algn="l"/>
              </a:tabLst>
            </a:pPr>
            <a:r>
              <a:rPr sz="2400" b="1" spc="-25" dirty="0">
                <a:solidFill>
                  <a:srgbClr val="009FE8"/>
                </a:solidFill>
                <a:latin typeface="微软雅黑" panose="020B0503020204020204" charset="-122"/>
                <a:cs typeface="微软雅黑" panose="020B0503020204020204" charset="-122"/>
              </a:rPr>
              <a:t>2.</a:t>
            </a:r>
            <a:r>
              <a:rPr sz="2400" b="1" dirty="0">
                <a:solidFill>
                  <a:srgbClr val="009FE8"/>
                </a:solidFill>
                <a:latin typeface="微软雅黑" panose="020B0503020204020204" charset="-122"/>
                <a:cs typeface="微软雅黑" panose="020B0503020204020204" charset="-122"/>
              </a:rPr>
              <a:t>	怎样使得设计具有可测性：基本扫描单元</a:t>
            </a:r>
            <a:r>
              <a:rPr sz="2400" b="1" spc="-10" dirty="0">
                <a:solidFill>
                  <a:srgbClr val="009FE8"/>
                </a:solidFill>
                <a:latin typeface="微软雅黑" panose="020B0503020204020204" charset="-122"/>
                <a:cs typeface="微软雅黑" panose="020B0503020204020204" charset="-122"/>
              </a:rPr>
              <a:t>（Mux-</a:t>
            </a:r>
            <a:r>
              <a:rPr sz="2400" b="1" dirty="0">
                <a:solidFill>
                  <a:srgbClr val="009FE8"/>
                </a:solidFill>
                <a:latin typeface="微软雅黑" panose="020B0503020204020204" charset="-122"/>
                <a:cs typeface="微软雅黑" panose="020B0503020204020204" charset="-122"/>
              </a:rPr>
              <a:t>Scan</a:t>
            </a:r>
            <a:r>
              <a:rPr sz="2400" b="1" spc="-30" dirty="0">
                <a:solidFill>
                  <a:srgbClr val="009FE8"/>
                </a:solidFill>
                <a:latin typeface="微软雅黑" panose="020B0503020204020204" charset="-122"/>
                <a:cs typeface="微软雅黑" panose="020B0503020204020204" charset="-122"/>
              </a:rPr>
              <a:t> </a:t>
            </a:r>
            <a:r>
              <a:rPr sz="2400" b="1" spc="-20" dirty="0">
                <a:solidFill>
                  <a:srgbClr val="009FE8"/>
                </a:solidFill>
                <a:latin typeface="微软雅黑" panose="020B0503020204020204" charset="-122"/>
                <a:cs typeface="微软雅黑" panose="020B0503020204020204" charset="-122"/>
              </a:rPr>
              <a:t>DFF）</a:t>
            </a:r>
            <a:endParaRPr sz="2400">
              <a:latin typeface="微软雅黑" panose="020B0503020204020204" charset="-122"/>
              <a:cs typeface="微软雅黑" panose="020B0503020204020204" charset="-122"/>
            </a:endParaRPr>
          </a:p>
        </p:txBody>
      </p:sp>
      <p:sp>
        <p:nvSpPr>
          <p:cNvPr id="44" name="object 4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可测性设计的概念</a:t>
            </a:r>
            <a:endParaRPr spc="-10" dirty="0"/>
          </a:p>
        </p:txBody>
      </p:sp>
      <p:sp>
        <p:nvSpPr>
          <p:cNvPr id="3" name="object 3"/>
          <p:cNvSpPr txBox="1"/>
          <p:nvPr/>
        </p:nvSpPr>
        <p:spPr>
          <a:xfrm>
            <a:off x="6906384" y="4454469"/>
            <a:ext cx="349885" cy="376555"/>
          </a:xfrm>
          <a:prstGeom prst="rect">
            <a:avLst/>
          </a:prstGeom>
        </p:spPr>
        <p:txBody>
          <a:bodyPr vert="horz" wrap="square" lIns="0" tIns="12700" rIns="0" bIns="0" rtlCol="0">
            <a:spAutoFit/>
          </a:bodyPr>
          <a:lstStyle/>
          <a:p>
            <a:pPr marL="12700">
              <a:lnSpc>
                <a:spcPct val="100000"/>
              </a:lnSpc>
              <a:spcBef>
                <a:spcPts val="100"/>
              </a:spcBef>
            </a:pPr>
            <a:r>
              <a:rPr sz="2300" spc="25" dirty="0">
                <a:latin typeface="Calibri" panose="020F0502020204030204"/>
                <a:cs typeface="Calibri" panose="020F0502020204030204"/>
              </a:rPr>
              <a:t>CK</a:t>
            </a:r>
            <a:endParaRPr sz="2300">
              <a:latin typeface="Calibri" panose="020F0502020204030204"/>
              <a:cs typeface="Calibri" panose="020F0502020204030204"/>
            </a:endParaRPr>
          </a:p>
        </p:txBody>
      </p:sp>
      <p:grpSp>
        <p:nvGrpSpPr>
          <p:cNvPr id="4" name="object 4"/>
          <p:cNvGrpSpPr/>
          <p:nvPr/>
        </p:nvGrpSpPr>
        <p:grpSpPr>
          <a:xfrm>
            <a:off x="7717599" y="2647113"/>
            <a:ext cx="262890" cy="275590"/>
            <a:chOff x="7717599" y="2647113"/>
            <a:chExt cx="262890" cy="275590"/>
          </a:xfrm>
        </p:grpSpPr>
        <p:sp>
          <p:nvSpPr>
            <p:cNvPr id="5" name="object 5"/>
            <p:cNvSpPr/>
            <p:nvPr/>
          </p:nvSpPr>
          <p:spPr>
            <a:xfrm>
              <a:off x="7735747" y="2665249"/>
              <a:ext cx="226695" cy="239395"/>
            </a:xfrm>
            <a:custGeom>
              <a:avLst/>
              <a:gdLst/>
              <a:ahLst/>
              <a:cxnLst/>
              <a:rect l="l" t="t" r="r" b="b"/>
              <a:pathLst>
                <a:path w="226695" h="239394">
                  <a:moveTo>
                    <a:pt x="226247" y="0"/>
                  </a:moveTo>
                  <a:lnTo>
                    <a:pt x="0" y="0"/>
                  </a:lnTo>
                  <a:lnTo>
                    <a:pt x="0" y="238922"/>
                  </a:lnTo>
                  <a:lnTo>
                    <a:pt x="226247" y="238922"/>
                  </a:lnTo>
                  <a:lnTo>
                    <a:pt x="226247" y="0"/>
                  </a:lnTo>
                  <a:close/>
                </a:path>
              </a:pathLst>
            </a:custGeom>
            <a:solidFill>
              <a:srgbClr val="FFFFFF"/>
            </a:solidFill>
          </p:spPr>
          <p:txBody>
            <a:bodyPr wrap="square" lIns="0" tIns="0" rIns="0" bIns="0" rtlCol="0"/>
            <a:lstStyle/>
            <a:p/>
          </p:txBody>
        </p:sp>
        <p:sp>
          <p:nvSpPr>
            <p:cNvPr id="6" name="object 6"/>
            <p:cNvSpPr/>
            <p:nvPr/>
          </p:nvSpPr>
          <p:spPr>
            <a:xfrm>
              <a:off x="7735742" y="2665256"/>
              <a:ext cx="226695" cy="239395"/>
            </a:xfrm>
            <a:custGeom>
              <a:avLst/>
              <a:gdLst/>
              <a:ahLst/>
              <a:cxnLst/>
              <a:rect l="l" t="t" r="r" b="b"/>
              <a:pathLst>
                <a:path w="226695" h="239394">
                  <a:moveTo>
                    <a:pt x="0" y="238922"/>
                  </a:moveTo>
                  <a:lnTo>
                    <a:pt x="226247" y="238922"/>
                  </a:lnTo>
                  <a:lnTo>
                    <a:pt x="226247" y="0"/>
                  </a:lnTo>
                  <a:lnTo>
                    <a:pt x="0" y="0"/>
                  </a:lnTo>
                  <a:lnTo>
                    <a:pt x="0" y="238922"/>
                  </a:lnTo>
                  <a:close/>
                </a:path>
              </a:pathLst>
            </a:custGeom>
            <a:ln w="36285">
              <a:solidFill>
                <a:srgbClr val="41719C"/>
              </a:solidFill>
            </a:ln>
          </p:spPr>
          <p:txBody>
            <a:bodyPr wrap="square" lIns="0" tIns="0" rIns="0" bIns="0" rtlCol="0"/>
            <a:lstStyle/>
            <a:p/>
          </p:txBody>
        </p:sp>
      </p:grpSp>
      <p:sp>
        <p:nvSpPr>
          <p:cNvPr id="7" name="object 7"/>
          <p:cNvSpPr/>
          <p:nvPr/>
        </p:nvSpPr>
        <p:spPr>
          <a:xfrm>
            <a:off x="7244465" y="2782720"/>
            <a:ext cx="491490" cy="0"/>
          </a:xfrm>
          <a:custGeom>
            <a:avLst/>
            <a:gdLst/>
            <a:ahLst/>
            <a:cxnLst/>
            <a:rect l="l" t="t" r="r" b="b"/>
            <a:pathLst>
              <a:path w="491490">
                <a:moveTo>
                  <a:pt x="491276" y="0"/>
                </a:moveTo>
                <a:lnTo>
                  <a:pt x="0" y="0"/>
                </a:lnTo>
              </a:path>
            </a:pathLst>
          </a:custGeom>
          <a:ln w="24194">
            <a:solidFill>
              <a:srgbClr val="1E4E79"/>
            </a:solidFill>
          </a:ln>
        </p:spPr>
        <p:txBody>
          <a:bodyPr wrap="square" lIns="0" tIns="0" rIns="0" bIns="0" rtlCol="0"/>
          <a:lstStyle/>
          <a:p/>
        </p:txBody>
      </p:sp>
      <p:grpSp>
        <p:nvGrpSpPr>
          <p:cNvPr id="8" name="object 8"/>
          <p:cNvGrpSpPr/>
          <p:nvPr/>
        </p:nvGrpSpPr>
        <p:grpSpPr>
          <a:xfrm>
            <a:off x="7708578" y="4515177"/>
            <a:ext cx="262890" cy="275590"/>
            <a:chOff x="7708578" y="4515177"/>
            <a:chExt cx="262890" cy="275590"/>
          </a:xfrm>
        </p:grpSpPr>
        <p:sp>
          <p:nvSpPr>
            <p:cNvPr id="9" name="object 9"/>
            <p:cNvSpPr/>
            <p:nvPr/>
          </p:nvSpPr>
          <p:spPr>
            <a:xfrm>
              <a:off x="7726731" y="4533318"/>
              <a:ext cx="226695" cy="239395"/>
            </a:xfrm>
            <a:custGeom>
              <a:avLst/>
              <a:gdLst/>
              <a:ahLst/>
              <a:cxnLst/>
              <a:rect l="l" t="t" r="r" b="b"/>
              <a:pathLst>
                <a:path w="226695" h="239395">
                  <a:moveTo>
                    <a:pt x="226247" y="0"/>
                  </a:moveTo>
                  <a:lnTo>
                    <a:pt x="0" y="0"/>
                  </a:lnTo>
                  <a:lnTo>
                    <a:pt x="0" y="238922"/>
                  </a:lnTo>
                  <a:lnTo>
                    <a:pt x="226247" y="238922"/>
                  </a:lnTo>
                  <a:lnTo>
                    <a:pt x="226247" y="0"/>
                  </a:lnTo>
                  <a:close/>
                </a:path>
              </a:pathLst>
            </a:custGeom>
            <a:solidFill>
              <a:srgbClr val="FFFFFF"/>
            </a:solidFill>
          </p:spPr>
          <p:txBody>
            <a:bodyPr wrap="square" lIns="0" tIns="0" rIns="0" bIns="0" rtlCol="0"/>
            <a:lstStyle/>
            <a:p/>
          </p:txBody>
        </p:sp>
        <p:sp>
          <p:nvSpPr>
            <p:cNvPr id="10" name="object 10"/>
            <p:cNvSpPr/>
            <p:nvPr/>
          </p:nvSpPr>
          <p:spPr>
            <a:xfrm>
              <a:off x="7726721" y="4533320"/>
              <a:ext cx="226695" cy="239395"/>
            </a:xfrm>
            <a:custGeom>
              <a:avLst/>
              <a:gdLst/>
              <a:ahLst/>
              <a:cxnLst/>
              <a:rect l="l" t="t" r="r" b="b"/>
              <a:pathLst>
                <a:path w="226695" h="239395">
                  <a:moveTo>
                    <a:pt x="0" y="238922"/>
                  </a:moveTo>
                  <a:lnTo>
                    <a:pt x="226247" y="238922"/>
                  </a:lnTo>
                  <a:lnTo>
                    <a:pt x="226247" y="0"/>
                  </a:lnTo>
                  <a:lnTo>
                    <a:pt x="0" y="0"/>
                  </a:lnTo>
                  <a:lnTo>
                    <a:pt x="0" y="238922"/>
                  </a:lnTo>
                  <a:close/>
                </a:path>
              </a:pathLst>
            </a:custGeom>
            <a:ln w="36285">
              <a:solidFill>
                <a:srgbClr val="41719C"/>
              </a:solidFill>
            </a:ln>
          </p:spPr>
          <p:txBody>
            <a:bodyPr wrap="square" lIns="0" tIns="0" rIns="0" bIns="0" rtlCol="0"/>
            <a:lstStyle/>
            <a:p/>
          </p:txBody>
        </p:sp>
      </p:grpSp>
      <p:sp>
        <p:nvSpPr>
          <p:cNvPr id="11" name="object 11"/>
          <p:cNvSpPr/>
          <p:nvPr/>
        </p:nvSpPr>
        <p:spPr>
          <a:xfrm>
            <a:off x="7235444" y="4641614"/>
            <a:ext cx="491490" cy="0"/>
          </a:xfrm>
          <a:custGeom>
            <a:avLst/>
            <a:gdLst/>
            <a:ahLst/>
            <a:cxnLst/>
            <a:rect l="l" t="t" r="r" b="b"/>
            <a:pathLst>
              <a:path w="491490">
                <a:moveTo>
                  <a:pt x="491276" y="0"/>
                </a:moveTo>
                <a:lnTo>
                  <a:pt x="0" y="0"/>
                </a:lnTo>
              </a:path>
            </a:pathLst>
          </a:custGeom>
          <a:ln w="24194">
            <a:solidFill>
              <a:srgbClr val="1E4E79"/>
            </a:solidFill>
          </a:ln>
        </p:spPr>
        <p:txBody>
          <a:bodyPr wrap="square" lIns="0" tIns="0" rIns="0" bIns="0" rtlCol="0"/>
          <a:lstStyle/>
          <a:p/>
        </p:txBody>
      </p:sp>
      <p:grpSp>
        <p:nvGrpSpPr>
          <p:cNvPr id="12" name="object 12"/>
          <p:cNvGrpSpPr/>
          <p:nvPr/>
        </p:nvGrpSpPr>
        <p:grpSpPr>
          <a:xfrm>
            <a:off x="10734262" y="2990100"/>
            <a:ext cx="262890" cy="275590"/>
            <a:chOff x="10734262" y="2990100"/>
            <a:chExt cx="262890" cy="275590"/>
          </a:xfrm>
        </p:grpSpPr>
        <p:sp>
          <p:nvSpPr>
            <p:cNvPr id="13" name="object 13"/>
            <p:cNvSpPr/>
            <p:nvPr/>
          </p:nvSpPr>
          <p:spPr>
            <a:xfrm>
              <a:off x="10752416" y="3008238"/>
              <a:ext cx="226695" cy="239395"/>
            </a:xfrm>
            <a:custGeom>
              <a:avLst/>
              <a:gdLst/>
              <a:ahLst/>
              <a:cxnLst/>
              <a:rect l="l" t="t" r="r" b="b"/>
              <a:pathLst>
                <a:path w="226695" h="239394">
                  <a:moveTo>
                    <a:pt x="226247" y="0"/>
                  </a:moveTo>
                  <a:lnTo>
                    <a:pt x="0" y="0"/>
                  </a:lnTo>
                  <a:lnTo>
                    <a:pt x="0" y="238922"/>
                  </a:lnTo>
                  <a:lnTo>
                    <a:pt x="226247" y="238922"/>
                  </a:lnTo>
                  <a:lnTo>
                    <a:pt x="226247" y="0"/>
                  </a:lnTo>
                  <a:close/>
                </a:path>
              </a:pathLst>
            </a:custGeom>
            <a:solidFill>
              <a:srgbClr val="FFFFFF"/>
            </a:solidFill>
          </p:spPr>
          <p:txBody>
            <a:bodyPr wrap="square" lIns="0" tIns="0" rIns="0" bIns="0" rtlCol="0"/>
            <a:lstStyle/>
            <a:p/>
          </p:txBody>
        </p:sp>
        <p:sp>
          <p:nvSpPr>
            <p:cNvPr id="14" name="object 14"/>
            <p:cNvSpPr/>
            <p:nvPr/>
          </p:nvSpPr>
          <p:spPr>
            <a:xfrm>
              <a:off x="10752405" y="3008243"/>
              <a:ext cx="226695" cy="239395"/>
            </a:xfrm>
            <a:custGeom>
              <a:avLst/>
              <a:gdLst/>
              <a:ahLst/>
              <a:cxnLst/>
              <a:rect l="l" t="t" r="r" b="b"/>
              <a:pathLst>
                <a:path w="226695" h="239394">
                  <a:moveTo>
                    <a:pt x="0" y="238922"/>
                  </a:moveTo>
                  <a:lnTo>
                    <a:pt x="226247" y="238922"/>
                  </a:lnTo>
                  <a:lnTo>
                    <a:pt x="226247" y="0"/>
                  </a:lnTo>
                  <a:lnTo>
                    <a:pt x="0" y="0"/>
                  </a:lnTo>
                  <a:lnTo>
                    <a:pt x="0" y="238922"/>
                  </a:lnTo>
                  <a:close/>
                </a:path>
              </a:pathLst>
            </a:custGeom>
            <a:ln w="36285">
              <a:solidFill>
                <a:srgbClr val="41719C"/>
              </a:solidFill>
            </a:ln>
          </p:spPr>
          <p:txBody>
            <a:bodyPr wrap="square" lIns="0" tIns="0" rIns="0" bIns="0" rtlCol="0"/>
            <a:lstStyle/>
            <a:p/>
          </p:txBody>
        </p:sp>
      </p:grpSp>
      <p:sp>
        <p:nvSpPr>
          <p:cNvPr id="15" name="object 15"/>
          <p:cNvSpPr/>
          <p:nvPr/>
        </p:nvSpPr>
        <p:spPr>
          <a:xfrm>
            <a:off x="10978549" y="3125537"/>
            <a:ext cx="383540" cy="0"/>
          </a:xfrm>
          <a:custGeom>
            <a:avLst/>
            <a:gdLst/>
            <a:ahLst/>
            <a:cxnLst/>
            <a:rect l="l" t="t" r="r" b="b"/>
            <a:pathLst>
              <a:path w="383540">
                <a:moveTo>
                  <a:pt x="383114" y="0"/>
                </a:moveTo>
                <a:lnTo>
                  <a:pt x="0" y="0"/>
                </a:lnTo>
              </a:path>
            </a:pathLst>
          </a:custGeom>
          <a:ln w="24194">
            <a:solidFill>
              <a:srgbClr val="1E4E79"/>
            </a:solidFill>
          </a:ln>
        </p:spPr>
        <p:txBody>
          <a:bodyPr wrap="square" lIns="0" tIns="0" rIns="0" bIns="0" rtlCol="0"/>
          <a:lstStyle/>
          <a:p/>
        </p:txBody>
      </p:sp>
      <p:sp>
        <p:nvSpPr>
          <p:cNvPr id="16" name="object 16"/>
          <p:cNvSpPr txBox="1"/>
          <p:nvPr/>
        </p:nvSpPr>
        <p:spPr>
          <a:xfrm>
            <a:off x="11457802" y="2915068"/>
            <a:ext cx="222250" cy="376555"/>
          </a:xfrm>
          <a:prstGeom prst="rect">
            <a:avLst/>
          </a:prstGeom>
        </p:spPr>
        <p:txBody>
          <a:bodyPr vert="horz" wrap="square" lIns="0" tIns="12700" rIns="0" bIns="0" rtlCol="0">
            <a:spAutoFit/>
          </a:bodyPr>
          <a:lstStyle/>
          <a:p>
            <a:pPr marL="12700">
              <a:lnSpc>
                <a:spcPct val="100000"/>
              </a:lnSpc>
              <a:spcBef>
                <a:spcPts val="100"/>
              </a:spcBef>
            </a:pPr>
            <a:r>
              <a:rPr sz="2300" spc="-50" dirty="0">
                <a:latin typeface="Calibri" panose="020F0502020204030204"/>
                <a:cs typeface="Calibri" panose="020F0502020204030204"/>
              </a:rPr>
              <a:t>Q</a:t>
            </a:r>
            <a:endParaRPr sz="2300">
              <a:latin typeface="Calibri" panose="020F0502020204030204"/>
              <a:cs typeface="Calibri" panose="020F0502020204030204"/>
            </a:endParaRPr>
          </a:p>
        </p:txBody>
      </p:sp>
      <p:grpSp>
        <p:nvGrpSpPr>
          <p:cNvPr id="17" name="object 17"/>
          <p:cNvGrpSpPr/>
          <p:nvPr/>
        </p:nvGrpSpPr>
        <p:grpSpPr>
          <a:xfrm>
            <a:off x="7721759" y="3213540"/>
            <a:ext cx="262890" cy="275590"/>
            <a:chOff x="7721759" y="3213540"/>
            <a:chExt cx="262890" cy="275590"/>
          </a:xfrm>
        </p:grpSpPr>
        <p:sp>
          <p:nvSpPr>
            <p:cNvPr id="18" name="object 18"/>
            <p:cNvSpPr/>
            <p:nvPr/>
          </p:nvSpPr>
          <p:spPr>
            <a:xfrm>
              <a:off x="7739900" y="3231682"/>
              <a:ext cx="226695" cy="239395"/>
            </a:xfrm>
            <a:custGeom>
              <a:avLst/>
              <a:gdLst/>
              <a:ahLst/>
              <a:cxnLst/>
              <a:rect l="l" t="t" r="r" b="b"/>
              <a:pathLst>
                <a:path w="226695" h="239395">
                  <a:moveTo>
                    <a:pt x="226247" y="0"/>
                  </a:moveTo>
                  <a:lnTo>
                    <a:pt x="0" y="0"/>
                  </a:lnTo>
                  <a:lnTo>
                    <a:pt x="0" y="238922"/>
                  </a:lnTo>
                  <a:lnTo>
                    <a:pt x="226247" y="238922"/>
                  </a:lnTo>
                  <a:lnTo>
                    <a:pt x="226247" y="0"/>
                  </a:lnTo>
                  <a:close/>
                </a:path>
              </a:pathLst>
            </a:custGeom>
            <a:solidFill>
              <a:srgbClr val="FFFFFF"/>
            </a:solidFill>
          </p:spPr>
          <p:txBody>
            <a:bodyPr wrap="square" lIns="0" tIns="0" rIns="0" bIns="0" rtlCol="0"/>
            <a:lstStyle/>
            <a:p/>
          </p:txBody>
        </p:sp>
        <p:sp>
          <p:nvSpPr>
            <p:cNvPr id="19" name="object 19"/>
            <p:cNvSpPr/>
            <p:nvPr/>
          </p:nvSpPr>
          <p:spPr>
            <a:xfrm>
              <a:off x="7739902" y="3231683"/>
              <a:ext cx="226695" cy="239395"/>
            </a:xfrm>
            <a:custGeom>
              <a:avLst/>
              <a:gdLst/>
              <a:ahLst/>
              <a:cxnLst/>
              <a:rect l="l" t="t" r="r" b="b"/>
              <a:pathLst>
                <a:path w="226695" h="239395">
                  <a:moveTo>
                    <a:pt x="0" y="238922"/>
                  </a:moveTo>
                  <a:lnTo>
                    <a:pt x="226247" y="238922"/>
                  </a:lnTo>
                  <a:lnTo>
                    <a:pt x="226247" y="0"/>
                  </a:lnTo>
                  <a:lnTo>
                    <a:pt x="0" y="0"/>
                  </a:lnTo>
                  <a:lnTo>
                    <a:pt x="0" y="238922"/>
                  </a:lnTo>
                  <a:close/>
                </a:path>
              </a:pathLst>
            </a:custGeom>
            <a:ln w="36285">
              <a:solidFill>
                <a:srgbClr val="41719C"/>
              </a:solidFill>
            </a:ln>
          </p:spPr>
          <p:txBody>
            <a:bodyPr wrap="square" lIns="0" tIns="0" rIns="0" bIns="0" rtlCol="0"/>
            <a:lstStyle/>
            <a:p/>
          </p:txBody>
        </p:sp>
      </p:grpSp>
      <p:grpSp>
        <p:nvGrpSpPr>
          <p:cNvPr id="20" name="object 20"/>
          <p:cNvGrpSpPr/>
          <p:nvPr/>
        </p:nvGrpSpPr>
        <p:grpSpPr>
          <a:xfrm>
            <a:off x="7236219" y="2322601"/>
            <a:ext cx="3648075" cy="3210560"/>
            <a:chOff x="7236219" y="2322601"/>
            <a:chExt cx="3648075" cy="3210560"/>
          </a:xfrm>
        </p:grpSpPr>
        <p:sp>
          <p:nvSpPr>
            <p:cNvPr id="21" name="object 21"/>
            <p:cNvSpPr/>
            <p:nvPr/>
          </p:nvSpPr>
          <p:spPr>
            <a:xfrm>
              <a:off x="7848866" y="2341003"/>
              <a:ext cx="3016885" cy="3173730"/>
            </a:xfrm>
            <a:custGeom>
              <a:avLst/>
              <a:gdLst/>
              <a:ahLst/>
              <a:cxnLst/>
              <a:rect l="l" t="t" r="r" b="b"/>
              <a:pathLst>
                <a:path w="3016884" h="3173729">
                  <a:moveTo>
                    <a:pt x="3016542" y="0"/>
                  </a:moveTo>
                  <a:lnTo>
                    <a:pt x="0" y="0"/>
                  </a:lnTo>
                  <a:lnTo>
                    <a:pt x="0" y="3173171"/>
                  </a:lnTo>
                  <a:lnTo>
                    <a:pt x="3016542" y="3173171"/>
                  </a:lnTo>
                  <a:lnTo>
                    <a:pt x="3016542" y="0"/>
                  </a:lnTo>
                  <a:close/>
                </a:path>
              </a:pathLst>
            </a:custGeom>
            <a:solidFill>
              <a:srgbClr val="F2F2F2"/>
            </a:solidFill>
          </p:spPr>
          <p:txBody>
            <a:bodyPr wrap="square" lIns="0" tIns="0" rIns="0" bIns="0" rtlCol="0"/>
            <a:lstStyle/>
            <a:p/>
          </p:txBody>
        </p:sp>
        <p:sp>
          <p:nvSpPr>
            <p:cNvPr id="22" name="object 22"/>
            <p:cNvSpPr/>
            <p:nvPr/>
          </p:nvSpPr>
          <p:spPr>
            <a:xfrm>
              <a:off x="7848863" y="2341016"/>
              <a:ext cx="3016885" cy="3173730"/>
            </a:xfrm>
            <a:custGeom>
              <a:avLst/>
              <a:gdLst/>
              <a:ahLst/>
              <a:cxnLst/>
              <a:rect l="l" t="t" r="r" b="b"/>
              <a:pathLst>
                <a:path w="3016884" h="3173729">
                  <a:moveTo>
                    <a:pt x="0" y="3173160"/>
                  </a:moveTo>
                  <a:lnTo>
                    <a:pt x="3016542" y="3173160"/>
                  </a:lnTo>
                  <a:lnTo>
                    <a:pt x="3016542" y="0"/>
                  </a:lnTo>
                  <a:lnTo>
                    <a:pt x="0" y="0"/>
                  </a:lnTo>
                  <a:lnTo>
                    <a:pt x="0" y="3173160"/>
                  </a:lnTo>
                  <a:close/>
                </a:path>
              </a:pathLst>
            </a:custGeom>
            <a:ln w="36285">
              <a:solidFill>
                <a:srgbClr val="41719C"/>
              </a:solidFill>
            </a:ln>
          </p:spPr>
          <p:txBody>
            <a:bodyPr wrap="square" lIns="0" tIns="0" rIns="0" bIns="0" rtlCol="0"/>
            <a:lstStyle/>
            <a:p/>
          </p:txBody>
        </p:sp>
        <p:sp>
          <p:nvSpPr>
            <p:cNvPr id="23" name="object 23"/>
            <p:cNvSpPr/>
            <p:nvPr/>
          </p:nvSpPr>
          <p:spPr>
            <a:xfrm>
              <a:off x="8970899" y="2738386"/>
              <a:ext cx="1390015" cy="2327910"/>
            </a:xfrm>
            <a:custGeom>
              <a:avLst/>
              <a:gdLst/>
              <a:ahLst/>
              <a:cxnLst/>
              <a:rect l="l" t="t" r="r" b="b"/>
              <a:pathLst>
                <a:path w="1390015" h="2327910">
                  <a:moveTo>
                    <a:pt x="1389633" y="0"/>
                  </a:moveTo>
                  <a:lnTo>
                    <a:pt x="0" y="0"/>
                  </a:lnTo>
                  <a:lnTo>
                    <a:pt x="0" y="2327363"/>
                  </a:lnTo>
                  <a:lnTo>
                    <a:pt x="1389633" y="2327363"/>
                  </a:lnTo>
                  <a:lnTo>
                    <a:pt x="1389633" y="0"/>
                  </a:lnTo>
                  <a:close/>
                </a:path>
              </a:pathLst>
            </a:custGeom>
            <a:solidFill>
              <a:srgbClr val="FFFFFF"/>
            </a:solidFill>
          </p:spPr>
          <p:txBody>
            <a:bodyPr wrap="square" lIns="0" tIns="0" rIns="0" bIns="0" rtlCol="0"/>
            <a:lstStyle/>
            <a:p/>
          </p:txBody>
        </p:sp>
        <p:sp>
          <p:nvSpPr>
            <p:cNvPr id="24" name="object 24"/>
            <p:cNvSpPr/>
            <p:nvPr/>
          </p:nvSpPr>
          <p:spPr>
            <a:xfrm>
              <a:off x="8970899" y="2738395"/>
              <a:ext cx="1390015" cy="2327910"/>
            </a:xfrm>
            <a:custGeom>
              <a:avLst/>
              <a:gdLst/>
              <a:ahLst/>
              <a:cxnLst/>
              <a:rect l="l" t="t" r="r" b="b"/>
              <a:pathLst>
                <a:path w="1390015" h="2327910">
                  <a:moveTo>
                    <a:pt x="0" y="2327355"/>
                  </a:moveTo>
                  <a:lnTo>
                    <a:pt x="1389636" y="2327355"/>
                  </a:lnTo>
                  <a:lnTo>
                    <a:pt x="1389636" y="0"/>
                  </a:lnTo>
                  <a:lnTo>
                    <a:pt x="0" y="0"/>
                  </a:lnTo>
                  <a:lnTo>
                    <a:pt x="0" y="2327355"/>
                  </a:lnTo>
                  <a:close/>
                </a:path>
              </a:pathLst>
            </a:custGeom>
            <a:ln w="36283">
              <a:solidFill>
                <a:srgbClr val="41719C"/>
              </a:solidFill>
            </a:ln>
          </p:spPr>
          <p:txBody>
            <a:bodyPr wrap="square" lIns="0" tIns="0" rIns="0" bIns="0" rtlCol="0"/>
            <a:lstStyle/>
            <a:p/>
          </p:txBody>
        </p:sp>
        <p:sp>
          <p:nvSpPr>
            <p:cNvPr id="25" name="object 25"/>
            <p:cNvSpPr/>
            <p:nvPr/>
          </p:nvSpPr>
          <p:spPr>
            <a:xfrm>
              <a:off x="8579029" y="3125537"/>
              <a:ext cx="383540" cy="0"/>
            </a:xfrm>
            <a:custGeom>
              <a:avLst/>
              <a:gdLst/>
              <a:ahLst/>
              <a:cxnLst/>
              <a:rect l="l" t="t" r="r" b="b"/>
              <a:pathLst>
                <a:path w="383540">
                  <a:moveTo>
                    <a:pt x="383041" y="0"/>
                  </a:moveTo>
                  <a:lnTo>
                    <a:pt x="0" y="0"/>
                  </a:lnTo>
                </a:path>
              </a:pathLst>
            </a:custGeom>
            <a:ln w="24194">
              <a:solidFill>
                <a:srgbClr val="1E4E79"/>
              </a:solidFill>
            </a:ln>
          </p:spPr>
          <p:txBody>
            <a:bodyPr wrap="square" lIns="0" tIns="0" rIns="0" bIns="0" rtlCol="0"/>
            <a:lstStyle/>
            <a:p/>
          </p:txBody>
        </p:sp>
        <p:sp>
          <p:nvSpPr>
            <p:cNvPr id="26" name="object 26"/>
            <p:cNvSpPr/>
            <p:nvPr/>
          </p:nvSpPr>
          <p:spPr>
            <a:xfrm>
              <a:off x="7952985" y="3116610"/>
              <a:ext cx="2799715" cy="1534160"/>
            </a:xfrm>
            <a:custGeom>
              <a:avLst/>
              <a:gdLst/>
              <a:ahLst/>
              <a:cxnLst/>
              <a:rect l="l" t="t" r="r" b="b"/>
              <a:pathLst>
                <a:path w="2799715" h="1534160">
                  <a:moveTo>
                    <a:pt x="1014503" y="1534029"/>
                  </a:moveTo>
                  <a:lnTo>
                    <a:pt x="0" y="1534029"/>
                  </a:lnTo>
                </a:path>
                <a:path w="2799715" h="1534160">
                  <a:moveTo>
                    <a:pt x="2799419" y="0"/>
                  </a:moveTo>
                  <a:lnTo>
                    <a:pt x="2416305" y="0"/>
                  </a:lnTo>
                </a:path>
              </a:pathLst>
            </a:custGeom>
            <a:ln w="24190">
              <a:solidFill>
                <a:srgbClr val="1E4E79"/>
              </a:solidFill>
            </a:ln>
          </p:spPr>
          <p:txBody>
            <a:bodyPr wrap="square" lIns="0" tIns="0" rIns="0" bIns="0" rtlCol="0"/>
            <a:lstStyle/>
            <a:p/>
          </p:txBody>
        </p:sp>
        <p:sp>
          <p:nvSpPr>
            <p:cNvPr id="27" name="object 27"/>
            <p:cNvSpPr/>
            <p:nvPr/>
          </p:nvSpPr>
          <p:spPr>
            <a:xfrm>
              <a:off x="8961346" y="4444498"/>
              <a:ext cx="226695" cy="452755"/>
            </a:xfrm>
            <a:custGeom>
              <a:avLst/>
              <a:gdLst/>
              <a:ahLst/>
              <a:cxnLst/>
              <a:rect l="l" t="t" r="r" b="b"/>
              <a:pathLst>
                <a:path w="226695" h="452754">
                  <a:moveTo>
                    <a:pt x="0" y="0"/>
                  </a:moveTo>
                  <a:lnTo>
                    <a:pt x="226192" y="226343"/>
                  </a:lnTo>
                </a:path>
                <a:path w="226695" h="452754">
                  <a:moveTo>
                    <a:pt x="226192" y="226343"/>
                  </a:moveTo>
                  <a:lnTo>
                    <a:pt x="5321" y="447339"/>
                  </a:lnTo>
                </a:path>
                <a:path w="226695" h="452754">
                  <a:moveTo>
                    <a:pt x="0" y="0"/>
                  </a:moveTo>
                  <a:lnTo>
                    <a:pt x="0" y="452662"/>
                  </a:lnTo>
                </a:path>
              </a:pathLst>
            </a:custGeom>
            <a:ln w="24190">
              <a:solidFill>
                <a:srgbClr val="305497"/>
              </a:solidFill>
            </a:ln>
          </p:spPr>
          <p:txBody>
            <a:bodyPr wrap="square" lIns="0" tIns="0" rIns="0" bIns="0" rtlCol="0"/>
            <a:lstStyle/>
            <a:p/>
          </p:txBody>
        </p:sp>
        <p:sp>
          <p:nvSpPr>
            <p:cNvPr id="28" name="object 28"/>
            <p:cNvSpPr/>
            <p:nvPr/>
          </p:nvSpPr>
          <p:spPr>
            <a:xfrm>
              <a:off x="8298127" y="2643599"/>
              <a:ext cx="281940" cy="960755"/>
            </a:xfrm>
            <a:custGeom>
              <a:avLst/>
              <a:gdLst/>
              <a:ahLst/>
              <a:cxnLst/>
              <a:rect l="l" t="t" r="r" b="b"/>
              <a:pathLst>
                <a:path w="281940" h="960754">
                  <a:moveTo>
                    <a:pt x="0" y="0"/>
                  </a:moveTo>
                  <a:lnTo>
                    <a:pt x="0" y="960222"/>
                  </a:lnTo>
                  <a:lnTo>
                    <a:pt x="281458" y="674819"/>
                  </a:lnTo>
                  <a:lnTo>
                    <a:pt x="281458" y="285499"/>
                  </a:lnTo>
                  <a:lnTo>
                    <a:pt x="0" y="0"/>
                  </a:lnTo>
                  <a:close/>
                </a:path>
              </a:pathLst>
            </a:custGeom>
            <a:ln w="24187">
              <a:solidFill>
                <a:srgbClr val="305497"/>
              </a:solidFill>
            </a:ln>
          </p:spPr>
          <p:txBody>
            <a:bodyPr wrap="square" lIns="0" tIns="0" rIns="0" bIns="0" rtlCol="0"/>
            <a:lstStyle/>
            <a:p/>
          </p:txBody>
        </p:sp>
        <p:sp>
          <p:nvSpPr>
            <p:cNvPr id="29" name="object 29"/>
            <p:cNvSpPr/>
            <p:nvPr/>
          </p:nvSpPr>
          <p:spPr>
            <a:xfrm>
              <a:off x="7248602" y="3349002"/>
              <a:ext cx="1190625" cy="629285"/>
            </a:xfrm>
            <a:custGeom>
              <a:avLst/>
              <a:gdLst/>
              <a:ahLst/>
              <a:cxnLst/>
              <a:rect l="l" t="t" r="r" b="b"/>
              <a:pathLst>
                <a:path w="1190625" h="629285">
                  <a:moveTo>
                    <a:pt x="491300" y="0"/>
                  </a:moveTo>
                  <a:lnTo>
                    <a:pt x="0" y="0"/>
                  </a:lnTo>
                </a:path>
                <a:path w="1190625" h="629285">
                  <a:moveTo>
                    <a:pt x="1190242" y="629067"/>
                  </a:moveTo>
                  <a:lnTo>
                    <a:pt x="1190242" y="112119"/>
                  </a:lnTo>
                </a:path>
              </a:pathLst>
            </a:custGeom>
            <a:ln w="24190">
              <a:solidFill>
                <a:srgbClr val="1E4E79"/>
              </a:solidFill>
            </a:ln>
          </p:spPr>
          <p:txBody>
            <a:bodyPr wrap="square" lIns="0" tIns="0" rIns="0" bIns="0" rtlCol="0"/>
            <a:lstStyle/>
            <a:p/>
          </p:txBody>
        </p:sp>
        <p:sp>
          <p:nvSpPr>
            <p:cNvPr id="30" name="object 30"/>
            <p:cNvSpPr/>
            <p:nvPr/>
          </p:nvSpPr>
          <p:spPr>
            <a:xfrm>
              <a:off x="7952979" y="3982835"/>
              <a:ext cx="480695" cy="0"/>
            </a:xfrm>
            <a:custGeom>
              <a:avLst/>
              <a:gdLst/>
              <a:ahLst/>
              <a:cxnLst/>
              <a:rect l="l" t="t" r="r" b="b"/>
              <a:pathLst>
                <a:path w="480695">
                  <a:moveTo>
                    <a:pt x="0" y="0"/>
                  </a:moveTo>
                  <a:lnTo>
                    <a:pt x="480665" y="0"/>
                  </a:lnTo>
                </a:path>
              </a:pathLst>
            </a:custGeom>
            <a:ln w="24194">
              <a:solidFill>
                <a:srgbClr val="1E4E79"/>
              </a:solidFill>
            </a:ln>
          </p:spPr>
          <p:txBody>
            <a:bodyPr wrap="square" lIns="0" tIns="0" rIns="0" bIns="0" rtlCol="0"/>
            <a:lstStyle/>
            <a:p/>
          </p:txBody>
        </p:sp>
      </p:grpSp>
      <p:grpSp>
        <p:nvGrpSpPr>
          <p:cNvPr id="31" name="object 31"/>
          <p:cNvGrpSpPr/>
          <p:nvPr/>
        </p:nvGrpSpPr>
        <p:grpSpPr>
          <a:xfrm>
            <a:off x="7708578" y="3847398"/>
            <a:ext cx="262890" cy="275590"/>
            <a:chOff x="7708578" y="3847398"/>
            <a:chExt cx="262890" cy="275590"/>
          </a:xfrm>
        </p:grpSpPr>
        <p:sp>
          <p:nvSpPr>
            <p:cNvPr id="32" name="object 32"/>
            <p:cNvSpPr/>
            <p:nvPr/>
          </p:nvSpPr>
          <p:spPr>
            <a:xfrm>
              <a:off x="7726731" y="3865539"/>
              <a:ext cx="226695" cy="239395"/>
            </a:xfrm>
            <a:custGeom>
              <a:avLst/>
              <a:gdLst/>
              <a:ahLst/>
              <a:cxnLst/>
              <a:rect l="l" t="t" r="r" b="b"/>
              <a:pathLst>
                <a:path w="226695" h="239395">
                  <a:moveTo>
                    <a:pt x="226247" y="0"/>
                  </a:moveTo>
                  <a:lnTo>
                    <a:pt x="0" y="0"/>
                  </a:lnTo>
                  <a:lnTo>
                    <a:pt x="0" y="238922"/>
                  </a:lnTo>
                  <a:lnTo>
                    <a:pt x="226247" y="238922"/>
                  </a:lnTo>
                  <a:lnTo>
                    <a:pt x="226247" y="0"/>
                  </a:lnTo>
                  <a:close/>
                </a:path>
              </a:pathLst>
            </a:custGeom>
            <a:solidFill>
              <a:srgbClr val="FFFFFF"/>
            </a:solidFill>
          </p:spPr>
          <p:txBody>
            <a:bodyPr wrap="square" lIns="0" tIns="0" rIns="0" bIns="0" rtlCol="0"/>
            <a:lstStyle/>
            <a:p/>
          </p:txBody>
        </p:sp>
        <p:sp>
          <p:nvSpPr>
            <p:cNvPr id="33" name="object 33"/>
            <p:cNvSpPr/>
            <p:nvPr/>
          </p:nvSpPr>
          <p:spPr>
            <a:xfrm>
              <a:off x="7726721" y="3865541"/>
              <a:ext cx="226695" cy="239395"/>
            </a:xfrm>
            <a:custGeom>
              <a:avLst/>
              <a:gdLst/>
              <a:ahLst/>
              <a:cxnLst/>
              <a:rect l="l" t="t" r="r" b="b"/>
              <a:pathLst>
                <a:path w="226695" h="239395">
                  <a:moveTo>
                    <a:pt x="0" y="238922"/>
                  </a:moveTo>
                  <a:lnTo>
                    <a:pt x="226247" y="238922"/>
                  </a:lnTo>
                  <a:lnTo>
                    <a:pt x="226247" y="0"/>
                  </a:lnTo>
                  <a:lnTo>
                    <a:pt x="0" y="0"/>
                  </a:lnTo>
                  <a:lnTo>
                    <a:pt x="0" y="238922"/>
                  </a:lnTo>
                  <a:close/>
                </a:path>
              </a:pathLst>
            </a:custGeom>
            <a:ln w="36285">
              <a:solidFill>
                <a:srgbClr val="41719C"/>
              </a:solidFill>
            </a:ln>
          </p:spPr>
          <p:txBody>
            <a:bodyPr wrap="square" lIns="0" tIns="0" rIns="0" bIns="0" rtlCol="0"/>
            <a:lstStyle/>
            <a:p/>
          </p:txBody>
        </p:sp>
      </p:grpSp>
      <p:sp>
        <p:nvSpPr>
          <p:cNvPr id="34" name="object 34"/>
          <p:cNvSpPr/>
          <p:nvPr/>
        </p:nvSpPr>
        <p:spPr>
          <a:xfrm>
            <a:off x="7235444" y="3982835"/>
            <a:ext cx="491490" cy="0"/>
          </a:xfrm>
          <a:custGeom>
            <a:avLst/>
            <a:gdLst/>
            <a:ahLst/>
            <a:cxnLst/>
            <a:rect l="l" t="t" r="r" b="b"/>
            <a:pathLst>
              <a:path w="491490">
                <a:moveTo>
                  <a:pt x="491276" y="0"/>
                </a:moveTo>
                <a:lnTo>
                  <a:pt x="0" y="0"/>
                </a:lnTo>
              </a:path>
            </a:pathLst>
          </a:custGeom>
          <a:ln w="24194">
            <a:solidFill>
              <a:srgbClr val="1E4E79"/>
            </a:solidFill>
          </a:ln>
        </p:spPr>
        <p:txBody>
          <a:bodyPr wrap="square" lIns="0" tIns="0" rIns="0" bIns="0" rtlCol="0"/>
          <a:lstStyle/>
          <a:p/>
        </p:txBody>
      </p:sp>
      <p:sp>
        <p:nvSpPr>
          <p:cNvPr id="35" name="object 35"/>
          <p:cNvSpPr txBox="1"/>
          <p:nvPr/>
        </p:nvSpPr>
        <p:spPr>
          <a:xfrm>
            <a:off x="6950525" y="2536902"/>
            <a:ext cx="289560" cy="1623695"/>
          </a:xfrm>
          <a:prstGeom prst="rect">
            <a:avLst/>
          </a:prstGeom>
        </p:spPr>
        <p:txBody>
          <a:bodyPr vert="horz" wrap="square" lIns="0" tIns="12700" rIns="0" bIns="0" rtlCol="0">
            <a:spAutoFit/>
          </a:bodyPr>
          <a:lstStyle/>
          <a:p>
            <a:pPr marL="60325">
              <a:lnSpc>
                <a:spcPct val="100000"/>
              </a:lnSpc>
              <a:spcBef>
                <a:spcPts val="100"/>
              </a:spcBef>
            </a:pPr>
            <a:r>
              <a:rPr sz="2300" spc="-50" dirty="0">
                <a:latin typeface="Calibri" panose="020F0502020204030204"/>
                <a:cs typeface="Calibri" panose="020F0502020204030204"/>
              </a:rPr>
              <a:t>D</a:t>
            </a:r>
            <a:endParaRPr sz="2300">
              <a:latin typeface="Calibri" panose="020F0502020204030204"/>
              <a:cs typeface="Calibri" panose="020F0502020204030204"/>
            </a:endParaRPr>
          </a:p>
          <a:p>
            <a:pPr marL="12700" marR="5080" indent="33655">
              <a:lnSpc>
                <a:spcPts val="5070"/>
              </a:lnSpc>
              <a:spcBef>
                <a:spcPts val="30"/>
              </a:spcBef>
            </a:pPr>
            <a:r>
              <a:rPr sz="2300" spc="-25" dirty="0">
                <a:latin typeface="Calibri" panose="020F0502020204030204"/>
                <a:cs typeface="Calibri" panose="020F0502020204030204"/>
              </a:rPr>
              <a:t>SI </a:t>
            </a:r>
            <a:r>
              <a:rPr sz="2300" spc="-80" dirty="0">
                <a:latin typeface="Calibri" panose="020F0502020204030204"/>
                <a:cs typeface="Calibri" panose="020F0502020204030204"/>
              </a:rPr>
              <a:t>SE</a:t>
            </a:r>
            <a:endParaRPr sz="2300">
              <a:latin typeface="Calibri" panose="020F0502020204030204"/>
              <a:cs typeface="Calibri" panose="020F0502020204030204"/>
            </a:endParaRPr>
          </a:p>
        </p:txBody>
      </p:sp>
      <p:sp>
        <p:nvSpPr>
          <p:cNvPr id="36" name="object 36"/>
          <p:cNvSpPr/>
          <p:nvPr/>
        </p:nvSpPr>
        <p:spPr>
          <a:xfrm>
            <a:off x="7945777" y="2786349"/>
            <a:ext cx="363220" cy="565150"/>
          </a:xfrm>
          <a:custGeom>
            <a:avLst/>
            <a:gdLst/>
            <a:ahLst/>
            <a:cxnLst/>
            <a:rect l="l" t="t" r="r" b="b"/>
            <a:pathLst>
              <a:path w="363220" h="565150">
                <a:moveTo>
                  <a:pt x="363160" y="0"/>
                </a:moveTo>
                <a:lnTo>
                  <a:pt x="1789" y="0"/>
                </a:lnTo>
              </a:path>
              <a:path w="363220" h="565150">
                <a:moveTo>
                  <a:pt x="361370" y="564805"/>
                </a:moveTo>
                <a:lnTo>
                  <a:pt x="0" y="564805"/>
                </a:lnTo>
              </a:path>
            </a:pathLst>
          </a:custGeom>
          <a:ln w="24190">
            <a:solidFill>
              <a:srgbClr val="1E4E79"/>
            </a:solidFill>
          </a:ln>
        </p:spPr>
        <p:txBody>
          <a:bodyPr wrap="square" lIns="0" tIns="0" rIns="0" bIns="0" rtlCol="0"/>
          <a:lstStyle/>
          <a:p/>
        </p:txBody>
      </p:sp>
      <p:sp>
        <p:nvSpPr>
          <p:cNvPr id="37" name="object 37"/>
          <p:cNvSpPr txBox="1"/>
          <p:nvPr/>
        </p:nvSpPr>
        <p:spPr>
          <a:xfrm>
            <a:off x="9077126" y="2909625"/>
            <a:ext cx="192405" cy="375285"/>
          </a:xfrm>
          <a:prstGeom prst="rect">
            <a:avLst/>
          </a:prstGeom>
        </p:spPr>
        <p:txBody>
          <a:bodyPr vert="horz" wrap="square" lIns="0" tIns="12065" rIns="0" bIns="0" rtlCol="0">
            <a:spAutoFit/>
          </a:bodyPr>
          <a:lstStyle/>
          <a:p>
            <a:pPr>
              <a:lnSpc>
                <a:spcPct val="100000"/>
              </a:lnSpc>
              <a:spcBef>
                <a:spcPts val="95"/>
              </a:spcBef>
            </a:pPr>
            <a:r>
              <a:rPr sz="2300" spc="-50" dirty="0">
                <a:latin typeface="Calibri" panose="020F0502020204030204"/>
                <a:cs typeface="Calibri" panose="020F0502020204030204"/>
              </a:rPr>
              <a:t>D</a:t>
            </a:r>
            <a:endParaRPr sz="2300">
              <a:latin typeface="Calibri" panose="020F0502020204030204"/>
              <a:cs typeface="Calibri" panose="020F0502020204030204"/>
            </a:endParaRPr>
          </a:p>
        </p:txBody>
      </p:sp>
      <p:sp>
        <p:nvSpPr>
          <p:cNvPr id="38" name="object 38"/>
          <p:cNvSpPr txBox="1"/>
          <p:nvPr/>
        </p:nvSpPr>
        <p:spPr>
          <a:xfrm>
            <a:off x="9219706" y="4460518"/>
            <a:ext cx="337185" cy="376555"/>
          </a:xfrm>
          <a:prstGeom prst="rect">
            <a:avLst/>
          </a:prstGeom>
        </p:spPr>
        <p:txBody>
          <a:bodyPr vert="horz" wrap="square" lIns="0" tIns="12700" rIns="0" bIns="0" rtlCol="0">
            <a:spAutoFit/>
          </a:bodyPr>
          <a:lstStyle/>
          <a:p>
            <a:pPr>
              <a:lnSpc>
                <a:spcPct val="100000"/>
              </a:lnSpc>
              <a:spcBef>
                <a:spcPts val="100"/>
              </a:spcBef>
            </a:pPr>
            <a:r>
              <a:rPr sz="2300" spc="25" dirty="0">
                <a:latin typeface="Calibri" panose="020F0502020204030204"/>
                <a:cs typeface="Calibri" panose="020F0502020204030204"/>
              </a:rPr>
              <a:t>CK</a:t>
            </a:r>
            <a:endParaRPr sz="2300">
              <a:latin typeface="Calibri" panose="020F0502020204030204"/>
              <a:cs typeface="Calibri" panose="020F0502020204030204"/>
            </a:endParaRPr>
          </a:p>
        </p:txBody>
      </p:sp>
      <p:sp>
        <p:nvSpPr>
          <p:cNvPr id="39" name="object 39"/>
          <p:cNvSpPr txBox="1"/>
          <p:nvPr/>
        </p:nvSpPr>
        <p:spPr>
          <a:xfrm>
            <a:off x="10135407" y="2909625"/>
            <a:ext cx="208915" cy="375285"/>
          </a:xfrm>
          <a:prstGeom prst="rect">
            <a:avLst/>
          </a:prstGeom>
        </p:spPr>
        <p:txBody>
          <a:bodyPr vert="horz" wrap="square" lIns="0" tIns="12065" rIns="0" bIns="0" rtlCol="0">
            <a:spAutoFit/>
          </a:bodyPr>
          <a:lstStyle/>
          <a:p>
            <a:pPr>
              <a:lnSpc>
                <a:spcPct val="100000"/>
              </a:lnSpc>
              <a:spcBef>
                <a:spcPts val="95"/>
              </a:spcBef>
            </a:pPr>
            <a:r>
              <a:rPr sz="2300" spc="-50" dirty="0">
                <a:latin typeface="Calibri" panose="020F0502020204030204"/>
                <a:cs typeface="Calibri" panose="020F0502020204030204"/>
              </a:rPr>
              <a:t>Q</a:t>
            </a:r>
            <a:endParaRPr sz="2300">
              <a:latin typeface="Calibri" panose="020F0502020204030204"/>
              <a:cs typeface="Calibri" panose="020F0502020204030204"/>
            </a:endParaRPr>
          </a:p>
        </p:txBody>
      </p:sp>
      <p:sp>
        <p:nvSpPr>
          <p:cNvPr id="40" name="object 40"/>
          <p:cNvSpPr txBox="1"/>
          <p:nvPr/>
        </p:nvSpPr>
        <p:spPr>
          <a:xfrm>
            <a:off x="1425206" y="2686812"/>
            <a:ext cx="3162300" cy="1549400"/>
          </a:xfrm>
          <a:prstGeom prst="rect">
            <a:avLst/>
          </a:prstGeom>
        </p:spPr>
        <p:txBody>
          <a:bodyPr vert="horz" wrap="square" lIns="0" tIns="12700" rIns="0" bIns="0" rtlCol="0">
            <a:spAutoFit/>
          </a:bodyPr>
          <a:lstStyle/>
          <a:p>
            <a:pPr marL="354965" indent="-342265">
              <a:lnSpc>
                <a:spcPct val="100000"/>
              </a:lnSpc>
              <a:spcBef>
                <a:spcPts val="100"/>
              </a:spcBef>
              <a:buFont typeface="Arial" panose="020B0604020202020204"/>
              <a:buChar char="•"/>
              <a:tabLst>
                <a:tab pos="354965" algn="l"/>
              </a:tabLst>
            </a:pPr>
            <a:r>
              <a:rPr sz="2000" spc="-5" dirty="0">
                <a:solidFill>
                  <a:srgbClr val="009FE8"/>
                </a:solidFill>
                <a:latin typeface="微软雅黑" panose="020B0503020204020204" charset="-122"/>
                <a:cs typeface="微软雅黑" panose="020B0503020204020204" charset="-122"/>
              </a:rPr>
              <a:t>工作模式：扫描移位模式</a:t>
            </a:r>
            <a:endParaRPr sz="2000">
              <a:latin typeface="微软雅黑" panose="020B0503020204020204" charset="-122"/>
              <a:cs typeface="微软雅黑" panose="020B0503020204020204" charset="-122"/>
            </a:endParaRPr>
          </a:p>
          <a:p>
            <a:pPr marL="812165" lvl="1" indent="-342265">
              <a:lnSpc>
                <a:spcPct val="100000"/>
              </a:lnSpc>
              <a:spcBef>
                <a:spcPts val="2400"/>
              </a:spcBef>
              <a:buFont typeface="Arial" panose="020B0604020202020204"/>
              <a:buChar char="•"/>
              <a:tabLst>
                <a:tab pos="812165" algn="l"/>
              </a:tabLst>
            </a:pPr>
            <a:r>
              <a:rPr sz="2000" dirty="0">
                <a:solidFill>
                  <a:srgbClr val="009FE8"/>
                </a:solidFill>
                <a:latin typeface="微软雅黑" panose="020B0503020204020204" charset="-122"/>
                <a:cs typeface="微软雅黑" panose="020B0503020204020204" charset="-122"/>
              </a:rPr>
              <a:t>SE</a:t>
            </a:r>
            <a:r>
              <a:rPr sz="2000" spc="-25" dirty="0">
                <a:solidFill>
                  <a:srgbClr val="009FE8"/>
                </a:solidFill>
                <a:latin typeface="微软雅黑" panose="020B0503020204020204" charset="-122"/>
                <a:cs typeface="微软雅黑" panose="020B0503020204020204" charset="-122"/>
              </a:rPr>
              <a:t> </a:t>
            </a:r>
            <a:r>
              <a:rPr sz="2000" dirty="0">
                <a:solidFill>
                  <a:srgbClr val="009FE8"/>
                </a:solidFill>
                <a:latin typeface="微软雅黑" panose="020B0503020204020204" charset="-122"/>
                <a:cs typeface="微软雅黑" panose="020B0503020204020204" charset="-122"/>
              </a:rPr>
              <a:t>=</a:t>
            </a:r>
            <a:r>
              <a:rPr sz="2000" spc="-15" dirty="0">
                <a:solidFill>
                  <a:srgbClr val="009FE8"/>
                </a:solidFill>
                <a:latin typeface="微软雅黑" panose="020B0503020204020204" charset="-122"/>
                <a:cs typeface="微软雅黑" panose="020B0503020204020204" charset="-122"/>
              </a:rPr>
              <a:t> </a:t>
            </a:r>
            <a:r>
              <a:rPr sz="2000" spc="-60" dirty="0">
                <a:solidFill>
                  <a:srgbClr val="009FE8"/>
                </a:solidFill>
                <a:latin typeface="微软雅黑" panose="020B0503020204020204" charset="-122"/>
                <a:cs typeface="微软雅黑" panose="020B0503020204020204" charset="-122"/>
              </a:rPr>
              <a:t>1</a:t>
            </a:r>
            <a:endParaRPr sz="2000">
              <a:latin typeface="微软雅黑" panose="020B0503020204020204" charset="-122"/>
              <a:cs typeface="微软雅黑" panose="020B0503020204020204" charset="-122"/>
            </a:endParaRPr>
          </a:p>
          <a:p>
            <a:pPr marL="812165" lvl="1" indent="-342265">
              <a:lnSpc>
                <a:spcPct val="100000"/>
              </a:lnSpc>
              <a:spcBef>
                <a:spcPts val="2400"/>
              </a:spcBef>
              <a:buFont typeface="Arial" panose="020B0604020202020204"/>
              <a:buChar char="•"/>
              <a:tabLst>
                <a:tab pos="812165" algn="l"/>
              </a:tabLst>
            </a:pPr>
            <a:r>
              <a:rPr sz="2000" spc="-10" dirty="0">
                <a:solidFill>
                  <a:srgbClr val="009FE8"/>
                </a:solidFill>
                <a:latin typeface="微软雅黑" panose="020B0503020204020204" charset="-122"/>
                <a:cs typeface="微软雅黑" panose="020B0503020204020204" charset="-122"/>
              </a:rPr>
              <a:t>SI</a:t>
            </a:r>
            <a:r>
              <a:rPr sz="2000" spc="-20" dirty="0">
                <a:solidFill>
                  <a:srgbClr val="009FE8"/>
                </a:solidFill>
                <a:latin typeface="微软雅黑" panose="020B0503020204020204" charset="-122"/>
                <a:cs typeface="微软雅黑" panose="020B0503020204020204" charset="-122"/>
              </a:rPr>
              <a:t>端选通</a:t>
            </a:r>
            <a:endParaRPr sz="2000">
              <a:latin typeface="微软雅黑" panose="020B0503020204020204" charset="-122"/>
              <a:cs typeface="微软雅黑" panose="020B0503020204020204" charset="-122"/>
            </a:endParaRPr>
          </a:p>
        </p:txBody>
      </p:sp>
      <p:grpSp>
        <p:nvGrpSpPr>
          <p:cNvPr id="41" name="object 41"/>
          <p:cNvGrpSpPr/>
          <p:nvPr/>
        </p:nvGrpSpPr>
        <p:grpSpPr>
          <a:xfrm>
            <a:off x="7223125" y="3175514"/>
            <a:ext cx="4117975" cy="388620"/>
            <a:chOff x="7223125" y="3175514"/>
            <a:chExt cx="4117975" cy="388620"/>
          </a:xfrm>
        </p:grpSpPr>
        <p:sp>
          <p:nvSpPr>
            <p:cNvPr id="42" name="object 42"/>
            <p:cNvSpPr/>
            <p:nvPr/>
          </p:nvSpPr>
          <p:spPr>
            <a:xfrm>
              <a:off x="7229475" y="3347656"/>
              <a:ext cx="1247775" cy="210185"/>
            </a:xfrm>
            <a:custGeom>
              <a:avLst/>
              <a:gdLst/>
              <a:ahLst/>
              <a:cxnLst/>
              <a:rect l="l" t="t" r="r" b="b"/>
              <a:pathLst>
                <a:path w="1247775" h="210185">
                  <a:moveTo>
                    <a:pt x="1142847" y="0"/>
                  </a:moveTo>
                  <a:lnTo>
                    <a:pt x="1142847" y="52463"/>
                  </a:lnTo>
                  <a:lnTo>
                    <a:pt x="0" y="52463"/>
                  </a:lnTo>
                  <a:lnTo>
                    <a:pt x="0" y="157378"/>
                  </a:lnTo>
                  <a:lnTo>
                    <a:pt x="1142847" y="157378"/>
                  </a:lnTo>
                  <a:lnTo>
                    <a:pt x="1142847" y="209842"/>
                  </a:lnTo>
                  <a:lnTo>
                    <a:pt x="1247775" y="104927"/>
                  </a:lnTo>
                  <a:lnTo>
                    <a:pt x="1142847" y="0"/>
                  </a:lnTo>
                  <a:close/>
                </a:path>
              </a:pathLst>
            </a:custGeom>
            <a:solidFill>
              <a:srgbClr val="A9D18E"/>
            </a:solidFill>
          </p:spPr>
          <p:txBody>
            <a:bodyPr wrap="square" lIns="0" tIns="0" rIns="0" bIns="0" rtlCol="0"/>
            <a:lstStyle/>
            <a:p/>
          </p:txBody>
        </p:sp>
        <p:sp>
          <p:nvSpPr>
            <p:cNvPr id="43" name="object 43"/>
            <p:cNvSpPr/>
            <p:nvPr/>
          </p:nvSpPr>
          <p:spPr>
            <a:xfrm>
              <a:off x="7229475" y="3347656"/>
              <a:ext cx="1247775" cy="210185"/>
            </a:xfrm>
            <a:custGeom>
              <a:avLst/>
              <a:gdLst/>
              <a:ahLst/>
              <a:cxnLst/>
              <a:rect l="l" t="t" r="r" b="b"/>
              <a:pathLst>
                <a:path w="1247775" h="210185">
                  <a:moveTo>
                    <a:pt x="0" y="52461"/>
                  </a:moveTo>
                  <a:lnTo>
                    <a:pt x="1142850" y="52461"/>
                  </a:lnTo>
                  <a:lnTo>
                    <a:pt x="1142850" y="0"/>
                  </a:lnTo>
                  <a:lnTo>
                    <a:pt x="1247780" y="104922"/>
                  </a:lnTo>
                  <a:lnTo>
                    <a:pt x="1142850" y="209844"/>
                  </a:lnTo>
                  <a:lnTo>
                    <a:pt x="1142850" y="157384"/>
                  </a:lnTo>
                  <a:lnTo>
                    <a:pt x="0" y="157384"/>
                  </a:lnTo>
                  <a:lnTo>
                    <a:pt x="0" y="52461"/>
                  </a:lnTo>
                  <a:close/>
                </a:path>
              </a:pathLst>
            </a:custGeom>
            <a:ln w="12700">
              <a:solidFill>
                <a:srgbClr val="A9D18E"/>
              </a:solidFill>
            </a:ln>
          </p:spPr>
          <p:txBody>
            <a:bodyPr wrap="square" lIns="0" tIns="0" rIns="0" bIns="0" rtlCol="0"/>
            <a:lstStyle/>
            <a:p/>
          </p:txBody>
        </p:sp>
        <p:sp>
          <p:nvSpPr>
            <p:cNvPr id="44" name="object 44"/>
            <p:cNvSpPr/>
            <p:nvPr/>
          </p:nvSpPr>
          <p:spPr>
            <a:xfrm>
              <a:off x="8459292" y="3181857"/>
              <a:ext cx="615950" cy="360045"/>
            </a:xfrm>
            <a:custGeom>
              <a:avLst/>
              <a:gdLst/>
              <a:ahLst/>
              <a:cxnLst/>
              <a:rect l="l" t="t" r="r" b="b"/>
              <a:pathLst>
                <a:path w="615950" h="360045">
                  <a:moveTo>
                    <a:pt x="477647" y="0"/>
                  </a:moveTo>
                  <a:lnTo>
                    <a:pt x="498411" y="48183"/>
                  </a:lnTo>
                  <a:lnTo>
                    <a:pt x="0" y="263093"/>
                  </a:lnTo>
                  <a:lnTo>
                    <a:pt x="41541" y="359435"/>
                  </a:lnTo>
                  <a:lnTo>
                    <a:pt x="539965" y="144525"/>
                  </a:lnTo>
                  <a:lnTo>
                    <a:pt x="560730" y="192697"/>
                  </a:lnTo>
                  <a:lnTo>
                    <a:pt x="615530" y="54813"/>
                  </a:lnTo>
                  <a:lnTo>
                    <a:pt x="477647" y="0"/>
                  </a:lnTo>
                  <a:close/>
                </a:path>
              </a:pathLst>
            </a:custGeom>
            <a:solidFill>
              <a:srgbClr val="A9D18E"/>
            </a:solidFill>
          </p:spPr>
          <p:txBody>
            <a:bodyPr wrap="square" lIns="0" tIns="0" rIns="0" bIns="0" rtlCol="0"/>
            <a:lstStyle/>
            <a:p/>
          </p:txBody>
        </p:sp>
        <p:sp>
          <p:nvSpPr>
            <p:cNvPr id="45" name="object 45"/>
            <p:cNvSpPr/>
            <p:nvPr/>
          </p:nvSpPr>
          <p:spPr>
            <a:xfrm>
              <a:off x="8459287" y="3181864"/>
              <a:ext cx="615950" cy="360045"/>
            </a:xfrm>
            <a:custGeom>
              <a:avLst/>
              <a:gdLst/>
              <a:ahLst/>
              <a:cxnLst/>
              <a:rect l="l" t="t" r="r" b="b"/>
              <a:pathLst>
                <a:path w="615950" h="360045">
                  <a:moveTo>
                    <a:pt x="0" y="263088"/>
                  </a:moveTo>
                  <a:lnTo>
                    <a:pt x="498419" y="48173"/>
                  </a:lnTo>
                  <a:lnTo>
                    <a:pt x="477647" y="0"/>
                  </a:lnTo>
                  <a:lnTo>
                    <a:pt x="615537" y="54803"/>
                  </a:lnTo>
                  <a:lnTo>
                    <a:pt x="560735" y="192693"/>
                  </a:lnTo>
                  <a:lnTo>
                    <a:pt x="539963" y="144520"/>
                  </a:lnTo>
                  <a:lnTo>
                    <a:pt x="41544" y="359435"/>
                  </a:lnTo>
                  <a:lnTo>
                    <a:pt x="0" y="263088"/>
                  </a:lnTo>
                  <a:close/>
                </a:path>
              </a:pathLst>
            </a:custGeom>
            <a:ln w="12700">
              <a:solidFill>
                <a:srgbClr val="A9D18E"/>
              </a:solidFill>
            </a:ln>
          </p:spPr>
          <p:txBody>
            <a:bodyPr wrap="square" lIns="0" tIns="0" rIns="0" bIns="0" rtlCol="0"/>
            <a:lstStyle/>
            <a:p/>
          </p:txBody>
        </p:sp>
        <p:sp>
          <p:nvSpPr>
            <p:cNvPr id="46" name="object 46"/>
            <p:cNvSpPr/>
            <p:nvPr/>
          </p:nvSpPr>
          <p:spPr>
            <a:xfrm>
              <a:off x="9052153" y="3206965"/>
              <a:ext cx="2282825" cy="210185"/>
            </a:xfrm>
            <a:custGeom>
              <a:avLst/>
              <a:gdLst/>
              <a:ahLst/>
              <a:cxnLst/>
              <a:rect l="l" t="t" r="r" b="b"/>
              <a:pathLst>
                <a:path w="2282825" h="210185">
                  <a:moveTo>
                    <a:pt x="2177669" y="0"/>
                  </a:moveTo>
                  <a:lnTo>
                    <a:pt x="2177669" y="52463"/>
                  </a:lnTo>
                  <a:lnTo>
                    <a:pt x="0" y="52463"/>
                  </a:lnTo>
                  <a:lnTo>
                    <a:pt x="0" y="157391"/>
                  </a:lnTo>
                  <a:lnTo>
                    <a:pt x="2177669" y="157391"/>
                  </a:lnTo>
                  <a:lnTo>
                    <a:pt x="2177669" y="209854"/>
                  </a:lnTo>
                  <a:lnTo>
                    <a:pt x="2282596" y="104927"/>
                  </a:lnTo>
                  <a:lnTo>
                    <a:pt x="2177669" y="0"/>
                  </a:lnTo>
                  <a:close/>
                </a:path>
              </a:pathLst>
            </a:custGeom>
            <a:solidFill>
              <a:srgbClr val="A9D18E"/>
            </a:solidFill>
          </p:spPr>
          <p:txBody>
            <a:bodyPr wrap="square" lIns="0" tIns="0" rIns="0" bIns="0" rtlCol="0"/>
            <a:lstStyle/>
            <a:p/>
          </p:txBody>
        </p:sp>
        <p:sp>
          <p:nvSpPr>
            <p:cNvPr id="47" name="object 47"/>
            <p:cNvSpPr/>
            <p:nvPr/>
          </p:nvSpPr>
          <p:spPr>
            <a:xfrm>
              <a:off x="9052153" y="3206965"/>
              <a:ext cx="2282825" cy="210185"/>
            </a:xfrm>
            <a:custGeom>
              <a:avLst/>
              <a:gdLst/>
              <a:ahLst/>
              <a:cxnLst/>
              <a:rect l="l" t="t" r="r" b="b"/>
              <a:pathLst>
                <a:path w="2282825" h="210185">
                  <a:moveTo>
                    <a:pt x="0" y="52462"/>
                  </a:moveTo>
                  <a:lnTo>
                    <a:pt x="2177681" y="52462"/>
                  </a:lnTo>
                  <a:lnTo>
                    <a:pt x="2177681" y="0"/>
                  </a:lnTo>
                  <a:lnTo>
                    <a:pt x="2282601" y="104922"/>
                  </a:lnTo>
                  <a:lnTo>
                    <a:pt x="2177681" y="209844"/>
                  </a:lnTo>
                  <a:lnTo>
                    <a:pt x="2177681" y="157384"/>
                  </a:lnTo>
                  <a:lnTo>
                    <a:pt x="0" y="157384"/>
                  </a:lnTo>
                  <a:lnTo>
                    <a:pt x="0" y="52462"/>
                  </a:lnTo>
                  <a:close/>
                </a:path>
              </a:pathLst>
            </a:custGeom>
            <a:ln w="12700">
              <a:solidFill>
                <a:srgbClr val="A9D18E"/>
              </a:solidFill>
            </a:ln>
          </p:spPr>
          <p:txBody>
            <a:bodyPr wrap="square" lIns="0" tIns="0" rIns="0" bIns="0" rtlCol="0"/>
            <a:lstStyle/>
            <a:p/>
          </p:txBody>
        </p:sp>
      </p:grpSp>
      <p:sp>
        <p:nvSpPr>
          <p:cNvPr id="48" name="object 48"/>
          <p:cNvSpPr txBox="1"/>
          <p:nvPr/>
        </p:nvSpPr>
        <p:spPr>
          <a:xfrm>
            <a:off x="963930" y="1578355"/>
            <a:ext cx="8785225" cy="391160"/>
          </a:xfrm>
          <a:prstGeom prst="rect">
            <a:avLst/>
          </a:prstGeom>
        </p:spPr>
        <p:txBody>
          <a:bodyPr vert="horz" wrap="square" lIns="0" tIns="12700" rIns="0" bIns="0" rtlCol="0">
            <a:spAutoFit/>
          </a:bodyPr>
          <a:lstStyle/>
          <a:p>
            <a:pPr marL="12700">
              <a:lnSpc>
                <a:spcPct val="100000"/>
              </a:lnSpc>
              <a:spcBef>
                <a:spcPts val="100"/>
              </a:spcBef>
              <a:tabLst>
                <a:tab pos="469265" algn="l"/>
              </a:tabLst>
            </a:pPr>
            <a:r>
              <a:rPr sz="2400" b="1" spc="-25" dirty="0">
                <a:solidFill>
                  <a:srgbClr val="009FE8"/>
                </a:solidFill>
                <a:latin typeface="微软雅黑" panose="020B0503020204020204" charset="-122"/>
                <a:cs typeface="微软雅黑" panose="020B0503020204020204" charset="-122"/>
              </a:rPr>
              <a:t>2.</a:t>
            </a:r>
            <a:r>
              <a:rPr sz="2400" b="1" dirty="0">
                <a:solidFill>
                  <a:srgbClr val="009FE8"/>
                </a:solidFill>
                <a:latin typeface="微软雅黑" panose="020B0503020204020204" charset="-122"/>
                <a:cs typeface="微软雅黑" panose="020B0503020204020204" charset="-122"/>
              </a:rPr>
              <a:t>	怎样使得设计具有可测性：基本扫描单元</a:t>
            </a:r>
            <a:r>
              <a:rPr sz="2400" b="1" spc="-10" dirty="0">
                <a:solidFill>
                  <a:srgbClr val="009FE8"/>
                </a:solidFill>
                <a:latin typeface="微软雅黑" panose="020B0503020204020204" charset="-122"/>
                <a:cs typeface="微软雅黑" panose="020B0503020204020204" charset="-122"/>
              </a:rPr>
              <a:t>（Mux-</a:t>
            </a:r>
            <a:r>
              <a:rPr sz="2400" b="1" dirty="0">
                <a:solidFill>
                  <a:srgbClr val="009FE8"/>
                </a:solidFill>
                <a:latin typeface="微软雅黑" panose="020B0503020204020204" charset="-122"/>
                <a:cs typeface="微软雅黑" panose="020B0503020204020204" charset="-122"/>
              </a:rPr>
              <a:t>Scan</a:t>
            </a:r>
            <a:r>
              <a:rPr sz="2400" b="1" spc="-30" dirty="0">
                <a:solidFill>
                  <a:srgbClr val="009FE8"/>
                </a:solidFill>
                <a:latin typeface="微软雅黑" panose="020B0503020204020204" charset="-122"/>
                <a:cs typeface="微软雅黑" panose="020B0503020204020204" charset="-122"/>
              </a:rPr>
              <a:t> </a:t>
            </a:r>
            <a:r>
              <a:rPr sz="2400" b="1" spc="-20" dirty="0">
                <a:solidFill>
                  <a:srgbClr val="009FE8"/>
                </a:solidFill>
                <a:latin typeface="微软雅黑" panose="020B0503020204020204" charset="-122"/>
                <a:cs typeface="微软雅黑" panose="020B0503020204020204" charset="-122"/>
              </a:rPr>
              <a:t>DFF）</a:t>
            </a:r>
            <a:endParaRPr sz="2400">
              <a:latin typeface="微软雅黑" panose="020B0503020204020204" charset="-122"/>
              <a:cs typeface="微软雅黑" panose="020B0503020204020204" charset="-122"/>
            </a:endParaRPr>
          </a:p>
        </p:txBody>
      </p:sp>
      <p:sp>
        <p:nvSpPr>
          <p:cNvPr id="50" name="object 50"/>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可测性设计的概念</a:t>
            </a:r>
            <a:endParaRPr spc="-10" dirty="0"/>
          </a:p>
        </p:txBody>
      </p:sp>
      <p:sp>
        <p:nvSpPr>
          <p:cNvPr id="3" name="object 3"/>
          <p:cNvSpPr txBox="1"/>
          <p:nvPr/>
        </p:nvSpPr>
        <p:spPr>
          <a:xfrm>
            <a:off x="963930" y="1578355"/>
            <a:ext cx="5054600" cy="391160"/>
          </a:xfrm>
          <a:prstGeom prst="rect">
            <a:avLst/>
          </a:prstGeom>
        </p:spPr>
        <p:txBody>
          <a:bodyPr vert="horz" wrap="square" lIns="0" tIns="12700" rIns="0" bIns="0" rtlCol="0">
            <a:spAutoFit/>
          </a:bodyPr>
          <a:lstStyle/>
          <a:p>
            <a:pPr marL="12700">
              <a:lnSpc>
                <a:spcPct val="100000"/>
              </a:lnSpc>
              <a:spcBef>
                <a:spcPts val="100"/>
              </a:spcBef>
              <a:tabLst>
                <a:tab pos="469265" algn="l"/>
              </a:tabLst>
            </a:pPr>
            <a:r>
              <a:rPr sz="2400" b="1" spc="-25" dirty="0">
                <a:solidFill>
                  <a:srgbClr val="009FE8"/>
                </a:solidFill>
                <a:latin typeface="微软雅黑" panose="020B0503020204020204" charset="-122"/>
                <a:cs typeface="微软雅黑" panose="020B0503020204020204" charset="-122"/>
              </a:rPr>
              <a:t>2.</a:t>
            </a:r>
            <a:r>
              <a:rPr sz="2400" b="1" dirty="0">
                <a:solidFill>
                  <a:srgbClr val="009FE8"/>
                </a:solidFill>
                <a:latin typeface="微软雅黑" panose="020B0503020204020204" charset="-122"/>
                <a:cs typeface="微软雅黑" panose="020B0503020204020204" charset="-122"/>
              </a:rPr>
              <a:t>	</a:t>
            </a:r>
            <a:r>
              <a:rPr sz="2400" b="1" spc="-5" dirty="0">
                <a:solidFill>
                  <a:srgbClr val="009FE8"/>
                </a:solidFill>
                <a:latin typeface="微软雅黑" panose="020B0503020204020204" charset="-122"/>
                <a:cs typeface="微软雅黑" panose="020B0503020204020204" charset="-122"/>
              </a:rPr>
              <a:t>怎样使得设计具有可测性：扫描链</a:t>
            </a:r>
            <a:endParaRPr sz="2400">
              <a:latin typeface="微软雅黑" panose="020B0503020204020204" charset="-122"/>
              <a:cs typeface="微软雅黑" panose="020B0503020204020204" charset="-122"/>
            </a:endParaRPr>
          </a:p>
        </p:txBody>
      </p:sp>
      <p:sp>
        <p:nvSpPr>
          <p:cNvPr id="73" name="object 73"/>
          <p:cNvSpPr txBox="1"/>
          <p:nvPr/>
        </p:nvSpPr>
        <p:spPr>
          <a:xfrm>
            <a:off x="3554837" y="3736430"/>
            <a:ext cx="146050" cy="96520"/>
          </a:xfrm>
          <a:prstGeom prst="rect">
            <a:avLst/>
          </a:prstGeom>
        </p:spPr>
        <p:txBody>
          <a:bodyPr vert="horz" wrap="square" lIns="0" tIns="13970" rIns="0" bIns="0" rtlCol="0">
            <a:spAutoFit/>
          </a:bodyPr>
          <a:lstStyle/>
          <a:p>
            <a:pPr marL="12700">
              <a:lnSpc>
                <a:spcPct val="100000"/>
              </a:lnSpc>
              <a:spcBef>
                <a:spcPts val="110"/>
              </a:spcBef>
            </a:pPr>
            <a:r>
              <a:rPr sz="200" dirty="0">
                <a:solidFill>
                  <a:srgbClr val="FEFFFF"/>
                </a:solidFill>
                <a:latin typeface="Calibri" panose="020F0502020204030204"/>
                <a:cs typeface="Calibri" panose="020F0502020204030204"/>
              </a:rPr>
              <a:t>CLR</a:t>
            </a:r>
            <a:r>
              <a:rPr sz="200" spc="300" dirty="0">
                <a:solidFill>
                  <a:srgbClr val="FEFFFF"/>
                </a:solidFill>
                <a:latin typeface="Calibri" panose="020F0502020204030204"/>
                <a:cs typeface="Calibri" panose="020F0502020204030204"/>
              </a:rPr>
              <a:t> </a:t>
            </a:r>
            <a:r>
              <a:rPr sz="450" i="1" spc="-50" dirty="0">
                <a:solidFill>
                  <a:srgbClr val="FEFFFF"/>
                </a:solidFill>
                <a:latin typeface="Calibri" panose="020F0502020204030204"/>
                <a:cs typeface="Calibri" panose="020F0502020204030204"/>
              </a:rPr>
              <a:t>Q</a:t>
            </a:r>
            <a:endParaRPr sz="450">
              <a:latin typeface="Calibri" panose="020F0502020204030204"/>
              <a:cs typeface="Calibri" panose="020F0502020204030204"/>
            </a:endParaRPr>
          </a:p>
        </p:txBody>
      </p:sp>
      <p:sp>
        <p:nvSpPr>
          <p:cNvPr id="74" name="object 74"/>
          <p:cNvSpPr txBox="1"/>
          <p:nvPr/>
        </p:nvSpPr>
        <p:spPr>
          <a:xfrm>
            <a:off x="3452860" y="3492773"/>
            <a:ext cx="273685" cy="96520"/>
          </a:xfrm>
          <a:prstGeom prst="rect">
            <a:avLst/>
          </a:prstGeom>
        </p:spPr>
        <p:txBody>
          <a:bodyPr vert="horz" wrap="square" lIns="0" tIns="13970" rIns="0" bIns="0" rtlCol="0">
            <a:spAutoFit/>
          </a:bodyPr>
          <a:lstStyle/>
          <a:p>
            <a:pPr marL="38100">
              <a:lnSpc>
                <a:spcPct val="100000"/>
              </a:lnSpc>
              <a:spcBef>
                <a:spcPts val="110"/>
              </a:spcBef>
            </a:pPr>
            <a:r>
              <a:rPr sz="675" baseline="-31000" dirty="0">
                <a:solidFill>
                  <a:srgbClr val="FEFFFF"/>
                </a:solidFill>
                <a:latin typeface="Calibri" panose="020F0502020204030204"/>
                <a:cs typeface="Calibri" panose="020F0502020204030204"/>
              </a:rPr>
              <a:t>D</a:t>
            </a:r>
            <a:r>
              <a:rPr sz="675" spc="322" baseline="-31000" dirty="0">
                <a:solidFill>
                  <a:srgbClr val="FEFFFF"/>
                </a:solidFill>
                <a:latin typeface="Calibri" panose="020F0502020204030204"/>
                <a:cs typeface="Calibri" panose="020F0502020204030204"/>
              </a:rPr>
              <a:t> </a:t>
            </a:r>
            <a:r>
              <a:rPr sz="200" dirty="0">
                <a:solidFill>
                  <a:srgbClr val="FEFFFF"/>
                </a:solidFill>
                <a:latin typeface="Calibri" panose="020F0502020204030204"/>
                <a:cs typeface="Calibri" panose="020F0502020204030204"/>
              </a:rPr>
              <a:t>SET</a:t>
            </a:r>
            <a:r>
              <a:rPr sz="200" spc="330" dirty="0">
                <a:solidFill>
                  <a:srgbClr val="FEFFFF"/>
                </a:solidFill>
                <a:latin typeface="Calibri" panose="020F0502020204030204"/>
                <a:cs typeface="Calibri" panose="020F0502020204030204"/>
              </a:rPr>
              <a:t> </a:t>
            </a:r>
            <a:r>
              <a:rPr sz="675" i="1" spc="-75" baseline="-31000" dirty="0">
                <a:solidFill>
                  <a:srgbClr val="FEFFFF"/>
                </a:solidFill>
                <a:latin typeface="Calibri" panose="020F0502020204030204"/>
                <a:cs typeface="Calibri" panose="020F0502020204030204"/>
              </a:rPr>
              <a:t>Q</a:t>
            </a:r>
            <a:endParaRPr sz="675" baseline="-31000">
              <a:latin typeface="Calibri" panose="020F0502020204030204"/>
              <a:cs typeface="Calibri" panose="020F0502020204030204"/>
            </a:endParaRPr>
          </a:p>
        </p:txBody>
      </p:sp>
      <p:sp>
        <p:nvSpPr>
          <p:cNvPr id="80" name="object 80"/>
          <p:cNvSpPr txBox="1"/>
          <p:nvPr/>
        </p:nvSpPr>
        <p:spPr>
          <a:xfrm>
            <a:off x="3452860" y="4841706"/>
            <a:ext cx="273685" cy="96520"/>
          </a:xfrm>
          <a:prstGeom prst="rect">
            <a:avLst/>
          </a:prstGeom>
        </p:spPr>
        <p:txBody>
          <a:bodyPr vert="horz" wrap="square" lIns="0" tIns="13970" rIns="0" bIns="0" rtlCol="0">
            <a:spAutoFit/>
          </a:bodyPr>
          <a:lstStyle/>
          <a:p>
            <a:pPr marL="38100">
              <a:lnSpc>
                <a:spcPct val="100000"/>
              </a:lnSpc>
              <a:spcBef>
                <a:spcPts val="110"/>
              </a:spcBef>
            </a:pPr>
            <a:r>
              <a:rPr sz="675" baseline="-31000" dirty="0">
                <a:solidFill>
                  <a:srgbClr val="FEFFFF"/>
                </a:solidFill>
                <a:latin typeface="Calibri" panose="020F0502020204030204"/>
                <a:cs typeface="Calibri" panose="020F0502020204030204"/>
              </a:rPr>
              <a:t>D</a:t>
            </a:r>
            <a:r>
              <a:rPr sz="675" spc="322" baseline="-31000" dirty="0">
                <a:solidFill>
                  <a:srgbClr val="FEFFFF"/>
                </a:solidFill>
                <a:latin typeface="Calibri" panose="020F0502020204030204"/>
                <a:cs typeface="Calibri" panose="020F0502020204030204"/>
              </a:rPr>
              <a:t> </a:t>
            </a:r>
            <a:r>
              <a:rPr sz="200" dirty="0">
                <a:solidFill>
                  <a:srgbClr val="FEFFFF"/>
                </a:solidFill>
                <a:latin typeface="Calibri" panose="020F0502020204030204"/>
                <a:cs typeface="Calibri" panose="020F0502020204030204"/>
              </a:rPr>
              <a:t>SET</a:t>
            </a:r>
            <a:r>
              <a:rPr sz="200" spc="330" dirty="0">
                <a:solidFill>
                  <a:srgbClr val="FEFFFF"/>
                </a:solidFill>
                <a:latin typeface="Calibri" panose="020F0502020204030204"/>
                <a:cs typeface="Calibri" panose="020F0502020204030204"/>
              </a:rPr>
              <a:t> </a:t>
            </a:r>
            <a:r>
              <a:rPr sz="675" i="1" spc="-75" baseline="-31000" dirty="0">
                <a:solidFill>
                  <a:srgbClr val="FEFFFF"/>
                </a:solidFill>
                <a:latin typeface="Calibri" panose="020F0502020204030204"/>
                <a:cs typeface="Calibri" panose="020F0502020204030204"/>
              </a:rPr>
              <a:t>Q</a:t>
            </a:r>
            <a:endParaRPr sz="675" baseline="-31000">
              <a:latin typeface="Calibri" panose="020F0502020204030204"/>
              <a:cs typeface="Calibri" panose="020F0502020204030204"/>
            </a:endParaRPr>
          </a:p>
        </p:txBody>
      </p:sp>
      <p:sp>
        <p:nvSpPr>
          <p:cNvPr id="85" name="object 85"/>
          <p:cNvSpPr txBox="1"/>
          <p:nvPr/>
        </p:nvSpPr>
        <p:spPr>
          <a:xfrm>
            <a:off x="4917256" y="4516198"/>
            <a:ext cx="146050" cy="95885"/>
          </a:xfrm>
          <a:prstGeom prst="rect">
            <a:avLst/>
          </a:prstGeom>
        </p:spPr>
        <p:txBody>
          <a:bodyPr vert="horz" wrap="square" lIns="0" tIns="13970" rIns="0" bIns="0" rtlCol="0">
            <a:spAutoFit/>
          </a:bodyPr>
          <a:lstStyle/>
          <a:p>
            <a:pPr marL="12700">
              <a:lnSpc>
                <a:spcPct val="100000"/>
              </a:lnSpc>
              <a:spcBef>
                <a:spcPts val="110"/>
              </a:spcBef>
            </a:pPr>
            <a:r>
              <a:rPr sz="200" dirty="0">
                <a:solidFill>
                  <a:srgbClr val="FEFFFF"/>
                </a:solidFill>
                <a:latin typeface="Calibri" panose="020F0502020204030204"/>
                <a:cs typeface="Calibri" panose="020F0502020204030204"/>
              </a:rPr>
              <a:t>CLR</a:t>
            </a:r>
            <a:r>
              <a:rPr sz="200" spc="305" dirty="0">
                <a:solidFill>
                  <a:srgbClr val="FEFFFF"/>
                </a:solidFill>
                <a:latin typeface="Calibri" panose="020F0502020204030204"/>
                <a:cs typeface="Calibri" panose="020F0502020204030204"/>
              </a:rPr>
              <a:t> </a:t>
            </a:r>
            <a:r>
              <a:rPr sz="450" i="1" spc="-50" dirty="0">
                <a:solidFill>
                  <a:srgbClr val="FEFFFF"/>
                </a:solidFill>
                <a:latin typeface="Calibri" panose="020F0502020204030204"/>
                <a:cs typeface="Calibri" panose="020F0502020204030204"/>
              </a:rPr>
              <a:t>Q</a:t>
            </a:r>
            <a:endParaRPr sz="450">
              <a:latin typeface="Calibri" panose="020F0502020204030204"/>
              <a:cs typeface="Calibri" panose="020F0502020204030204"/>
            </a:endParaRPr>
          </a:p>
        </p:txBody>
      </p:sp>
      <p:sp>
        <p:nvSpPr>
          <p:cNvPr id="86" name="object 86"/>
          <p:cNvSpPr txBox="1"/>
          <p:nvPr/>
        </p:nvSpPr>
        <p:spPr>
          <a:xfrm>
            <a:off x="4815614" y="4272262"/>
            <a:ext cx="273685" cy="95885"/>
          </a:xfrm>
          <a:prstGeom prst="rect">
            <a:avLst/>
          </a:prstGeom>
        </p:spPr>
        <p:txBody>
          <a:bodyPr vert="horz" wrap="square" lIns="0" tIns="13970" rIns="0" bIns="0" rtlCol="0">
            <a:spAutoFit/>
          </a:bodyPr>
          <a:lstStyle/>
          <a:p>
            <a:pPr marL="38100">
              <a:lnSpc>
                <a:spcPct val="100000"/>
              </a:lnSpc>
              <a:spcBef>
                <a:spcPts val="110"/>
              </a:spcBef>
            </a:pPr>
            <a:r>
              <a:rPr sz="675" baseline="-31000" dirty="0">
                <a:solidFill>
                  <a:srgbClr val="FEFFFF"/>
                </a:solidFill>
                <a:latin typeface="Calibri" panose="020F0502020204030204"/>
                <a:cs typeface="Calibri" panose="020F0502020204030204"/>
              </a:rPr>
              <a:t>D</a:t>
            </a:r>
            <a:r>
              <a:rPr sz="675" spc="322" baseline="-31000" dirty="0">
                <a:solidFill>
                  <a:srgbClr val="FEFFFF"/>
                </a:solidFill>
                <a:latin typeface="Calibri" panose="020F0502020204030204"/>
                <a:cs typeface="Calibri" panose="020F0502020204030204"/>
              </a:rPr>
              <a:t> </a:t>
            </a:r>
            <a:r>
              <a:rPr sz="200" dirty="0">
                <a:solidFill>
                  <a:srgbClr val="FEFFFF"/>
                </a:solidFill>
                <a:latin typeface="Calibri" panose="020F0502020204030204"/>
                <a:cs typeface="Calibri" panose="020F0502020204030204"/>
              </a:rPr>
              <a:t>SET</a:t>
            </a:r>
            <a:r>
              <a:rPr sz="200" spc="335" dirty="0">
                <a:solidFill>
                  <a:srgbClr val="FEFFFF"/>
                </a:solidFill>
                <a:latin typeface="Calibri" panose="020F0502020204030204"/>
                <a:cs typeface="Calibri" panose="020F0502020204030204"/>
              </a:rPr>
              <a:t> </a:t>
            </a:r>
            <a:r>
              <a:rPr sz="675" i="1" spc="-75" baseline="-31000" dirty="0">
                <a:solidFill>
                  <a:srgbClr val="FEFFFF"/>
                </a:solidFill>
                <a:latin typeface="Calibri" panose="020F0502020204030204"/>
                <a:cs typeface="Calibri" panose="020F0502020204030204"/>
              </a:rPr>
              <a:t>Q</a:t>
            </a:r>
            <a:endParaRPr sz="675" baseline="-31000">
              <a:latin typeface="Calibri" panose="020F0502020204030204"/>
              <a:cs typeface="Calibri" panose="020F0502020204030204"/>
            </a:endParaRPr>
          </a:p>
        </p:txBody>
      </p:sp>
      <p:sp>
        <p:nvSpPr>
          <p:cNvPr id="147" name="object 147"/>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pic>
        <p:nvPicPr>
          <p:cNvPr id="149" name="图片 148"/>
          <p:cNvPicPr/>
          <p:nvPr/>
        </p:nvPicPr>
        <p:blipFill>
          <a:blip r:embed="rId1"/>
          <a:stretch>
            <a:fillRect/>
          </a:stretch>
        </p:blipFill>
        <p:spPr>
          <a:xfrm>
            <a:off x="2057083" y="2438400"/>
            <a:ext cx="7877175" cy="31432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可测性设计的概念</a:t>
            </a:r>
            <a:endParaRPr spc="-1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
        <p:nvSpPr>
          <p:cNvPr id="3" name="object 3"/>
          <p:cNvSpPr txBox="1"/>
          <p:nvPr/>
        </p:nvSpPr>
        <p:spPr>
          <a:xfrm>
            <a:off x="963930" y="1578355"/>
            <a:ext cx="7035800" cy="2438400"/>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2"/>
              <a:tabLst>
                <a:tab pos="469265" algn="l"/>
              </a:tabLst>
            </a:pPr>
            <a:r>
              <a:rPr sz="2400" b="1" spc="-5" dirty="0">
                <a:solidFill>
                  <a:srgbClr val="009FE8"/>
                </a:solidFill>
                <a:latin typeface="微软雅黑" panose="020B0503020204020204" charset="-122"/>
                <a:cs typeface="微软雅黑" panose="020B0503020204020204" charset="-122"/>
              </a:rPr>
              <a:t>怎样使得设计具有可测性：总结</a:t>
            </a:r>
            <a:endParaRPr sz="2400">
              <a:latin typeface="微软雅黑" panose="020B0503020204020204" charset="-122"/>
              <a:cs typeface="微软雅黑" panose="020B0503020204020204" charset="-122"/>
            </a:endParaRPr>
          </a:p>
          <a:p>
            <a:pPr marL="926465" lvl="1" indent="-456565">
              <a:lnSpc>
                <a:spcPct val="100000"/>
              </a:lnSpc>
              <a:spcBef>
                <a:spcPts val="3110"/>
              </a:spcBef>
              <a:buAutoNum type="arabicPeriod"/>
              <a:tabLst>
                <a:tab pos="926465" algn="l"/>
              </a:tabLst>
            </a:pPr>
            <a:r>
              <a:rPr sz="2000" spc="-5" dirty="0">
                <a:solidFill>
                  <a:srgbClr val="009FE8"/>
                </a:solidFill>
                <a:latin typeface="微软雅黑" panose="020B0503020204020204" charset="-122"/>
                <a:cs typeface="微软雅黑" panose="020B0503020204020204" charset="-122"/>
              </a:rPr>
              <a:t>把门级网表中的普通寄存器替换为带扫描功能的单元。</a:t>
            </a:r>
            <a:endParaRPr sz="2000">
              <a:latin typeface="微软雅黑" panose="020B0503020204020204" charset="-122"/>
              <a:cs typeface="微软雅黑" panose="020B0503020204020204" charset="-122"/>
            </a:endParaRPr>
          </a:p>
          <a:p>
            <a:pPr marL="926465" lvl="1" indent="-456565">
              <a:lnSpc>
                <a:spcPct val="100000"/>
              </a:lnSpc>
              <a:spcBef>
                <a:spcPts val="2905"/>
              </a:spcBef>
              <a:buAutoNum type="arabicPeriod"/>
              <a:tabLst>
                <a:tab pos="926465" algn="l"/>
              </a:tabLst>
            </a:pPr>
            <a:r>
              <a:rPr sz="2000" spc="-5" dirty="0">
                <a:solidFill>
                  <a:srgbClr val="009FE8"/>
                </a:solidFill>
                <a:latin typeface="微软雅黑" panose="020B0503020204020204" charset="-122"/>
                <a:cs typeface="微软雅黑" panose="020B0503020204020204" charset="-122"/>
              </a:rPr>
              <a:t>把所有扫描单元串联在一起形成移位寄存器链。</a:t>
            </a:r>
            <a:endParaRPr sz="2000">
              <a:latin typeface="微软雅黑" panose="020B0503020204020204" charset="-122"/>
              <a:cs typeface="微软雅黑" panose="020B0503020204020204" charset="-122"/>
            </a:endParaRPr>
          </a:p>
          <a:p>
            <a:pPr marL="926465" lvl="1" indent="-456565">
              <a:lnSpc>
                <a:spcPct val="100000"/>
              </a:lnSpc>
              <a:spcBef>
                <a:spcPts val="2905"/>
              </a:spcBef>
              <a:buAutoNum type="arabicPeriod"/>
              <a:tabLst>
                <a:tab pos="926465" algn="l"/>
              </a:tabLst>
            </a:pPr>
            <a:r>
              <a:rPr sz="2000" spc="-5" dirty="0">
                <a:solidFill>
                  <a:srgbClr val="009FE8"/>
                </a:solidFill>
                <a:latin typeface="微软雅黑" panose="020B0503020204020204" charset="-122"/>
                <a:cs typeface="微软雅黑" panose="020B0503020204020204" charset="-122"/>
              </a:rPr>
              <a:t>把扫描链的首尾与芯片的测试引脚相连。</a:t>
            </a:r>
            <a:endParaRPr sz="2000">
              <a:latin typeface="微软雅黑" panose="020B0503020204020204" charset="-122"/>
              <a:cs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4110" y="203708"/>
            <a:ext cx="231140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BFBFBF"/>
                </a:solidFill>
                <a:latin typeface="微软雅黑" panose="020B0503020204020204" charset="-122"/>
                <a:cs typeface="微软雅黑" panose="020B0503020204020204" charset="-122"/>
              </a:rPr>
              <a:t>半导体行业教育领导者</a:t>
            </a:r>
            <a:endParaRPr sz="1800">
              <a:latin typeface="微软雅黑" panose="020B0503020204020204" charset="-122"/>
              <a:cs typeface="微软雅黑" panose="020B0503020204020204" charset="-122"/>
            </a:endParaRPr>
          </a:p>
        </p:txBody>
      </p:sp>
      <p:sp>
        <p:nvSpPr>
          <p:cNvPr id="3" name="object 3"/>
          <p:cNvSpPr/>
          <p:nvPr/>
        </p:nvSpPr>
        <p:spPr>
          <a:xfrm>
            <a:off x="0" y="184670"/>
            <a:ext cx="146050" cy="369570"/>
          </a:xfrm>
          <a:custGeom>
            <a:avLst/>
            <a:gdLst/>
            <a:ahLst/>
            <a:cxnLst/>
            <a:rect l="l" t="t" r="r" b="b"/>
            <a:pathLst>
              <a:path w="146050" h="369570">
                <a:moveTo>
                  <a:pt x="145492" y="0"/>
                </a:moveTo>
                <a:lnTo>
                  <a:pt x="0" y="0"/>
                </a:lnTo>
                <a:lnTo>
                  <a:pt x="0" y="369328"/>
                </a:lnTo>
                <a:lnTo>
                  <a:pt x="145492" y="369328"/>
                </a:lnTo>
                <a:lnTo>
                  <a:pt x="145492" y="0"/>
                </a:lnTo>
                <a:close/>
              </a:path>
            </a:pathLst>
          </a:custGeom>
          <a:solidFill>
            <a:srgbClr val="5B9BD5"/>
          </a:solidFill>
        </p:spPr>
        <p:txBody>
          <a:bodyPr wrap="square" lIns="0" tIns="0" rIns="0" bIns="0" rtlCol="0"/>
          <a:lstStyle/>
          <a:p/>
        </p:txBody>
      </p:sp>
      <p:sp>
        <p:nvSpPr>
          <p:cNvPr id="4" name="object 4"/>
          <p:cNvSpPr txBox="1">
            <a:spLocks noGrp="1"/>
          </p:cNvSpPr>
          <p:nvPr>
            <p:ph type="title"/>
          </p:nvPr>
        </p:nvSpPr>
        <p:spPr>
          <a:xfrm>
            <a:off x="3949700" y="2410459"/>
            <a:ext cx="4292600" cy="756920"/>
          </a:xfrm>
          <a:prstGeom prst="rect">
            <a:avLst/>
          </a:prstGeom>
        </p:spPr>
        <p:txBody>
          <a:bodyPr vert="horz" wrap="square" lIns="0" tIns="12700" rIns="0" bIns="0" rtlCol="0">
            <a:spAutoFit/>
          </a:bodyPr>
          <a:lstStyle/>
          <a:p>
            <a:pPr marL="12700">
              <a:lnSpc>
                <a:spcPct val="100000"/>
              </a:lnSpc>
              <a:spcBef>
                <a:spcPts val="100"/>
              </a:spcBef>
            </a:pPr>
            <a:r>
              <a:rPr sz="4800" spc="-10" dirty="0">
                <a:solidFill>
                  <a:srgbClr val="00B0F0"/>
                </a:solidFill>
              </a:rPr>
              <a:t>测试向量的生成</a:t>
            </a:r>
            <a:endParaRPr sz="480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886200" cy="596900"/>
          </a:xfrm>
          <a:prstGeom prst="rect">
            <a:avLst/>
          </a:prstGeom>
        </p:spPr>
        <p:txBody>
          <a:bodyPr vert="horz" wrap="square" lIns="0" tIns="12700" rIns="0" bIns="0" rtlCol="0">
            <a:spAutoFit/>
          </a:bodyPr>
          <a:lstStyle/>
          <a:p>
            <a:pPr marL="12700">
              <a:lnSpc>
                <a:spcPct val="100000"/>
              </a:lnSpc>
              <a:spcBef>
                <a:spcPts val="100"/>
              </a:spcBef>
            </a:pPr>
            <a:r>
              <a:rPr spc="-50" dirty="0">
                <a:solidFill>
                  <a:srgbClr val="009FE8"/>
                </a:solidFill>
                <a:sym typeface="+mn-ea"/>
              </a:rPr>
              <a:t>ATPG</a:t>
            </a:r>
            <a:r>
              <a:rPr spc="-10" dirty="0">
                <a:solidFill>
                  <a:srgbClr val="009FE8"/>
                </a:solidFill>
                <a:sym typeface="+mn-ea"/>
              </a:rPr>
              <a:t>的基本概念</a:t>
            </a:r>
            <a:endParaRPr spc="-25"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
        <p:nvSpPr>
          <p:cNvPr id="3" name="object 3"/>
          <p:cNvSpPr txBox="1"/>
          <p:nvPr/>
        </p:nvSpPr>
        <p:spPr>
          <a:xfrm>
            <a:off x="455930" y="1537715"/>
            <a:ext cx="6140450" cy="2791460"/>
          </a:xfrm>
          <a:prstGeom prst="rect">
            <a:avLst/>
          </a:prstGeom>
        </p:spPr>
        <p:txBody>
          <a:bodyPr vert="horz" wrap="square" lIns="0" tIns="12700" rIns="0" bIns="0" rtlCol="0">
            <a:spAutoFit/>
          </a:bodyPr>
          <a:lstStyle/>
          <a:p>
            <a:pPr marL="469265" indent="-456565">
              <a:lnSpc>
                <a:spcPct val="100000"/>
              </a:lnSpc>
              <a:spcBef>
                <a:spcPts val="100"/>
              </a:spcBef>
              <a:buAutoNum type="arabicPeriod"/>
              <a:tabLst>
                <a:tab pos="469265" algn="l"/>
              </a:tabLst>
            </a:pPr>
            <a:r>
              <a:rPr sz="2000" b="1" spc="-50" dirty="0">
                <a:solidFill>
                  <a:srgbClr val="009FE8"/>
                </a:solidFill>
                <a:latin typeface="微软雅黑" panose="020B0503020204020204" charset="-122"/>
                <a:cs typeface="微软雅黑" panose="020B0503020204020204" charset="-122"/>
              </a:rPr>
              <a:t>ATPG</a:t>
            </a:r>
            <a:r>
              <a:rPr sz="2000" b="1" spc="-10" dirty="0">
                <a:solidFill>
                  <a:srgbClr val="009FE8"/>
                </a:solidFill>
                <a:latin typeface="微软雅黑" panose="020B0503020204020204" charset="-122"/>
                <a:cs typeface="微软雅黑" panose="020B0503020204020204" charset="-122"/>
              </a:rPr>
              <a:t>的基本概念</a:t>
            </a:r>
            <a:endParaRPr sz="2000">
              <a:latin typeface="微软雅黑" panose="020B0503020204020204" charset="-122"/>
              <a:cs typeface="微软雅黑" panose="020B0503020204020204" charset="-122"/>
            </a:endParaRPr>
          </a:p>
          <a:p>
            <a:pPr marL="469900">
              <a:lnSpc>
                <a:spcPct val="100000"/>
              </a:lnSpc>
              <a:spcBef>
                <a:spcPts val="2720"/>
              </a:spcBef>
            </a:pPr>
            <a:r>
              <a:rPr sz="1800" spc="-10" dirty="0">
                <a:solidFill>
                  <a:srgbClr val="009FE8"/>
                </a:solidFill>
                <a:latin typeface="微软雅黑" panose="020B0503020204020204" charset="-122"/>
                <a:cs typeface="微软雅黑" panose="020B0503020204020204" charset="-122"/>
              </a:rPr>
              <a:t>ATPG:</a:t>
            </a:r>
            <a:endParaRPr sz="1800">
              <a:latin typeface="微软雅黑" panose="020B0503020204020204" charset="-122"/>
              <a:cs typeface="微软雅黑" panose="020B0503020204020204" charset="-122"/>
            </a:endParaRPr>
          </a:p>
          <a:p>
            <a:pPr marL="697865" lvl="1" indent="-227965">
              <a:lnSpc>
                <a:spcPct val="100000"/>
              </a:lnSpc>
              <a:spcBef>
                <a:spcPts val="2735"/>
              </a:spcBef>
              <a:buFont typeface="Wingdings" panose="05000000000000000000"/>
              <a:buChar char=""/>
              <a:tabLst>
                <a:tab pos="697865" algn="l"/>
              </a:tabLst>
            </a:pPr>
            <a:r>
              <a:rPr sz="1800" spc="-10" dirty="0">
                <a:solidFill>
                  <a:srgbClr val="009FE8"/>
                </a:solidFill>
                <a:latin typeface="微软雅黑" panose="020B0503020204020204" charset="-122"/>
                <a:cs typeface="微软雅黑" panose="020B0503020204020204" charset="-122"/>
              </a:rPr>
              <a:t>Auto-</a:t>
            </a:r>
            <a:r>
              <a:rPr sz="1800" spc="-75" dirty="0">
                <a:solidFill>
                  <a:srgbClr val="009FE8"/>
                </a:solidFill>
                <a:latin typeface="微软雅黑" panose="020B0503020204020204" charset="-122"/>
                <a:cs typeface="微软雅黑" panose="020B0503020204020204" charset="-122"/>
              </a:rPr>
              <a:t>Test-</a:t>
            </a:r>
            <a:r>
              <a:rPr sz="1800" spc="-25" dirty="0">
                <a:solidFill>
                  <a:srgbClr val="009FE8"/>
                </a:solidFill>
                <a:latin typeface="微软雅黑" panose="020B0503020204020204" charset="-122"/>
                <a:cs typeface="微软雅黑" panose="020B0503020204020204" charset="-122"/>
              </a:rPr>
              <a:t>Pattern-</a:t>
            </a:r>
            <a:r>
              <a:rPr sz="1800" dirty="0">
                <a:solidFill>
                  <a:srgbClr val="009FE8"/>
                </a:solidFill>
                <a:latin typeface="微软雅黑" panose="020B0503020204020204" charset="-122"/>
                <a:cs typeface="微软雅黑" panose="020B0503020204020204" charset="-122"/>
              </a:rPr>
              <a:t>Generation</a:t>
            </a:r>
            <a:r>
              <a:rPr sz="1800" spc="-10" dirty="0">
                <a:solidFill>
                  <a:srgbClr val="009FE8"/>
                </a:solidFill>
                <a:latin typeface="微软雅黑" panose="020B0503020204020204" charset="-122"/>
                <a:cs typeface="微软雅黑" panose="020B0503020204020204" charset="-122"/>
              </a:rPr>
              <a:t>: 自动化测试向量生成</a:t>
            </a:r>
            <a:endParaRPr sz="1800">
              <a:latin typeface="微软雅黑" panose="020B0503020204020204" charset="-122"/>
              <a:cs typeface="微软雅黑" panose="020B0503020204020204" charset="-122"/>
            </a:endParaRPr>
          </a:p>
          <a:p>
            <a:pPr marL="697865" lvl="1" indent="-227965">
              <a:lnSpc>
                <a:spcPct val="100000"/>
              </a:lnSpc>
              <a:spcBef>
                <a:spcPts val="2640"/>
              </a:spcBef>
              <a:buFont typeface="Wingdings" panose="05000000000000000000"/>
              <a:buChar char=""/>
              <a:tabLst>
                <a:tab pos="697865" algn="l"/>
              </a:tabLst>
            </a:pPr>
            <a:r>
              <a:rPr sz="1800" spc="-5" dirty="0">
                <a:solidFill>
                  <a:srgbClr val="009FE8"/>
                </a:solidFill>
                <a:latin typeface="微软雅黑" panose="020B0503020204020204" charset="-122"/>
                <a:cs typeface="微软雅黑" panose="020B0503020204020204" charset="-122"/>
              </a:rPr>
              <a:t>基于故障或者电路结构，而非功能</a:t>
            </a:r>
            <a:endParaRPr sz="1800">
              <a:latin typeface="微软雅黑" panose="020B0503020204020204" charset="-122"/>
              <a:cs typeface="微软雅黑" panose="020B0503020204020204" charset="-122"/>
            </a:endParaRPr>
          </a:p>
          <a:p>
            <a:pPr marL="697865" lvl="1" indent="-227965">
              <a:lnSpc>
                <a:spcPct val="100000"/>
              </a:lnSpc>
              <a:spcBef>
                <a:spcPts val="2640"/>
              </a:spcBef>
              <a:buFont typeface="Wingdings" panose="05000000000000000000"/>
              <a:buChar char=""/>
              <a:tabLst>
                <a:tab pos="697865" algn="l"/>
              </a:tabLst>
            </a:pPr>
            <a:r>
              <a:rPr sz="1800" spc="-10" dirty="0">
                <a:solidFill>
                  <a:srgbClr val="009FE8"/>
                </a:solidFill>
                <a:latin typeface="微软雅黑" panose="020B0503020204020204" charset="-122"/>
                <a:cs typeface="微软雅黑" panose="020B0503020204020204" charset="-122"/>
              </a:rPr>
              <a:t>生成向量集合</a:t>
            </a:r>
            <a:endParaRPr sz="1800">
              <a:latin typeface="微软雅黑" panose="020B0503020204020204" charset="-122"/>
              <a:cs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886200" cy="596900"/>
          </a:xfrm>
          <a:prstGeom prst="rect">
            <a:avLst/>
          </a:prstGeom>
        </p:spPr>
        <p:txBody>
          <a:bodyPr vert="horz" wrap="square" lIns="0" tIns="12700" rIns="0" bIns="0" rtlCol="0">
            <a:spAutoFit/>
          </a:bodyPr>
          <a:lstStyle/>
          <a:p>
            <a:pPr marL="12700">
              <a:lnSpc>
                <a:spcPct val="100000"/>
              </a:lnSpc>
              <a:spcBef>
                <a:spcPts val="100"/>
              </a:spcBef>
            </a:pPr>
            <a:r>
              <a:rPr spc="-50" dirty="0">
                <a:solidFill>
                  <a:srgbClr val="009FE8"/>
                </a:solidFill>
                <a:sym typeface="+mn-ea"/>
              </a:rPr>
              <a:t>ATPG</a:t>
            </a:r>
            <a:r>
              <a:rPr spc="-10" dirty="0">
                <a:solidFill>
                  <a:srgbClr val="009FE8"/>
                </a:solidFill>
                <a:sym typeface="+mn-ea"/>
              </a:rPr>
              <a:t>的基本概念</a:t>
            </a:r>
            <a:endParaRPr spc="-25" dirty="0"/>
          </a:p>
        </p:txBody>
      </p:sp>
      <p:sp>
        <p:nvSpPr>
          <p:cNvPr id="3" name="object 3"/>
          <p:cNvSpPr/>
          <p:nvPr/>
        </p:nvSpPr>
        <p:spPr>
          <a:xfrm>
            <a:off x="5828588" y="2059241"/>
            <a:ext cx="962660" cy="962660"/>
          </a:xfrm>
          <a:custGeom>
            <a:avLst/>
            <a:gdLst/>
            <a:ahLst/>
            <a:cxnLst/>
            <a:rect l="l" t="t" r="r" b="b"/>
            <a:pathLst>
              <a:path w="962659" h="962660">
                <a:moveTo>
                  <a:pt x="481215" y="0"/>
                </a:moveTo>
                <a:lnTo>
                  <a:pt x="432015" y="2484"/>
                </a:lnTo>
                <a:lnTo>
                  <a:pt x="384236" y="9776"/>
                </a:lnTo>
                <a:lnTo>
                  <a:pt x="338119" y="21635"/>
                </a:lnTo>
                <a:lnTo>
                  <a:pt x="293908" y="37817"/>
                </a:lnTo>
                <a:lnTo>
                  <a:pt x="251843" y="58081"/>
                </a:lnTo>
                <a:lnTo>
                  <a:pt x="212166" y="82186"/>
                </a:lnTo>
                <a:lnTo>
                  <a:pt x="175121" y="109888"/>
                </a:lnTo>
                <a:lnTo>
                  <a:pt x="140947" y="140947"/>
                </a:lnTo>
                <a:lnTo>
                  <a:pt x="109888" y="175121"/>
                </a:lnTo>
                <a:lnTo>
                  <a:pt x="82186" y="212166"/>
                </a:lnTo>
                <a:lnTo>
                  <a:pt x="58081" y="251843"/>
                </a:lnTo>
                <a:lnTo>
                  <a:pt x="37817" y="293908"/>
                </a:lnTo>
                <a:lnTo>
                  <a:pt x="21635" y="338119"/>
                </a:lnTo>
                <a:lnTo>
                  <a:pt x="9776" y="384236"/>
                </a:lnTo>
                <a:lnTo>
                  <a:pt x="2484" y="432015"/>
                </a:lnTo>
                <a:lnTo>
                  <a:pt x="0" y="481215"/>
                </a:lnTo>
                <a:lnTo>
                  <a:pt x="2484" y="530418"/>
                </a:lnTo>
                <a:lnTo>
                  <a:pt x="9776" y="578198"/>
                </a:lnTo>
                <a:lnTo>
                  <a:pt x="21635" y="624316"/>
                </a:lnTo>
                <a:lnTo>
                  <a:pt x="37817" y="668528"/>
                </a:lnTo>
                <a:lnTo>
                  <a:pt x="58081" y="710593"/>
                </a:lnTo>
                <a:lnTo>
                  <a:pt x="82186" y="750270"/>
                </a:lnTo>
                <a:lnTo>
                  <a:pt x="109888" y="787315"/>
                </a:lnTo>
                <a:lnTo>
                  <a:pt x="140947" y="821488"/>
                </a:lnTo>
                <a:lnTo>
                  <a:pt x="175121" y="852546"/>
                </a:lnTo>
                <a:lnTo>
                  <a:pt x="212166" y="880248"/>
                </a:lnTo>
                <a:lnTo>
                  <a:pt x="251843" y="904352"/>
                </a:lnTo>
                <a:lnTo>
                  <a:pt x="293908" y="924615"/>
                </a:lnTo>
                <a:lnTo>
                  <a:pt x="338119" y="940797"/>
                </a:lnTo>
                <a:lnTo>
                  <a:pt x="384236" y="952655"/>
                </a:lnTo>
                <a:lnTo>
                  <a:pt x="432015" y="959946"/>
                </a:lnTo>
                <a:lnTo>
                  <a:pt x="481215" y="962431"/>
                </a:lnTo>
                <a:lnTo>
                  <a:pt x="530418" y="959946"/>
                </a:lnTo>
                <a:lnTo>
                  <a:pt x="578198" y="952655"/>
                </a:lnTo>
                <a:lnTo>
                  <a:pt x="624316" y="940797"/>
                </a:lnTo>
                <a:lnTo>
                  <a:pt x="668528" y="924615"/>
                </a:lnTo>
                <a:lnTo>
                  <a:pt x="710593" y="904352"/>
                </a:lnTo>
                <a:lnTo>
                  <a:pt x="750270" y="880248"/>
                </a:lnTo>
                <a:lnTo>
                  <a:pt x="787315" y="852546"/>
                </a:lnTo>
                <a:lnTo>
                  <a:pt x="821488" y="821488"/>
                </a:lnTo>
                <a:lnTo>
                  <a:pt x="852546" y="787315"/>
                </a:lnTo>
                <a:lnTo>
                  <a:pt x="880248" y="750270"/>
                </a:lnTo>
                <a:lnTo>
                  <a:pt x="904352" y="710593"/>
                </a:lnTo>
                <a:lnTo>
                  <a:pt x="924615" y="668528"/>
                </a:lnTo>
                <a:lnTo>
                  <a:pt x="940797" y="624316"/>
                </a:lnTo>
                <a:lnTo>
                  <a:pt x="952655" y="578198"/>
                </a:lnTo>
                <a:lnTo>
                  <a:pt x="959946" y="530418"/>
                </a:lnTo>
                <a:lnTo>
                  <a:pt x="962431" y="481215"/>
                </a:lnTo>
                <a:lnTo>
                  <a:pt x="959946" y="432015"/>
                </a:lnTo>
                <a:lnTo>
                  <a:pt x="952655" y="384236"/>
                </a:lnTo>
                <a:lnTo>
                  <a:pt x="940797" y="338119"/>
                </a:lnTo>
                <a:lnTo>
                  <a:pt x="924615" y="293908"/>
                </a:lnTo>
                <a:lnTo>
                  <a:pt x="904352" y="251843"/>
                </a:lnTo>
                <a:lnTo>
                  <a:pt x="880248" y="212166"/>
                </a:lnTo>
                <a:lnTo>
                  <a:pt x="852546" y="175121"/>
                </a:lnTo>
                <a:lnTo>
                  <a:pt x="821488" y="140947"/>
                </a:lnTo>
                <a:lnTo>
                  <a:pt x="787315" y="109888"/>
                </a:lnTo>
                <a:lnTo>
                  <a:pt x="750270" y="82186"/>
                </a:lnTo>
                <a:lnTo>
                  <a:pt x="710593" y="58081"/>
                </a:lnTo>
                <a:lnTo>
                  <a:pt x="668528" y="37817"/>
                </a:lnTo>
                <a:lnTo>
                  <a:pt x="624316" y="21635"/>
                </a:lnTo>
                <a:lnTo>
                  <a:pt x="578198" y="9776"/>
                </a:lnTo>
                <a:lnTo>
                  <a:pt x="530418" y="2484"/>
                </a:lnTo>
                <a:lnTo>
                  <a:pt x="481215" y="0"/>
                </a:lnTo>
                <a:close/>
              </a:path>
            </a:pathLst>
          </a:custGeom>
          <a:solidFill>
            <a:srgbClr val="4472C4"/>
          </a:solidFill>
        </p:spPr>
        <p:txBody>
          <a:bodyPr wrap="square" lIns="0" tIns="0" rIns="0" bIns="0" rtlCol="0"/>
          <a:lstStyle/>
          <a:p/>
        </p:txBody>
      </p:sp>
      <p:sp>
        <p:nvSpPr>
          <p:cNvPr id="4" name="object 4"/>
          <p:cNvSpPr txBox="1"/>
          <p:nvPr/>
        </p:nvSpPr>
        <p:spPr>
          <a:xfrm>
            <a:off x="6030404" y="2177288"/>
            <a:ext cx="558800" cy="662940"/>
          </a:xfrm>
          <a:prstGeom prst="rect">
            <a:avLst/>
          </a:prstGeom>
        </p:spPr>
        <p:txBody>
          <a:bodyPr vert="horz" wrap="square" lIns="0" tIns="25400" rIns="0" bIns="0" rtlCol="0">
            <a:spAutoFit/>
          </a:bodyPr>
          <a:lstStyle/>
          <a:p>
            <a:pPr marL="12700" marR="5080">
              <a:lnSpc>
                <a:spcPts val="2500"/>
              </a:lnSpc>
              <a:spcBef>
                <a:spcPts val="200"/>
              </a:spcBef>
            </a:pPr>
            <a:r>
              <a:rPr sz="2100" spc="-25" dirty="0">
                <a:solidFill>
                  <a:srgbClr val="FFFFFF"/>
                </a:solidFill>
                <a:latin typeface="宋体" panose="02010600030101010101" pitchFamily="2" charset="-122"/>
                <a:cs typeface="宋体" panose="02010600030101010101" pitchFamily="2" charset="-122"/>
              </a:rPr>
              <a:t>建立故障</a:t>
            </a:r>
            <a:endParaRPr sz="2100">
              <a:latin typeface="宋体" panose="02010600030101010101" pitchFamily="2" charset="-122"/>
              <a:cs typeface="宋体" panose="02010600030101010101" pitchFamily="2" charset="-122"/>
            </a:endParaRPr>
          </a:p>
        </p:txBody>
      </p:sp>
      <p:grpSp>
        <p:nvGrpSpPr>
          <p:cNvPr id="5" name="object 5"/>
          <p:cNvGrpSpPr/>
          <p:nvPr/>
        </p:nvGrpSpPr>
        <p:grpSpPr>
          <a:xfrm>
            <a:off x="6769975" y="2749880"/>
            <a:ext cx="1273810" cy="995044"/>
            <a:chOff x="6769975" y="2749880"/>
            <a:chExt cx="1273810" cy="995044"/>
          </a:xfrm>
        </p:grpSpPr>
        <p:sp>
          <p:nvSpPr>
            <p:cNvPr id="6" name="object 6"/>
            <p:cNvSpPr/>
            <p:nvPr/>
          </p:nvSpPr>
          <p:spPr>
            <a:xfrm>
              <a:off x="6769975" y="2749880"/>
              <a:ext cx="271145" cy="289560"/>
            </a:xfrm>
            <a:custGeom>
              <a:avLst/>
              <a:gdLst/>
              <a:ahLst/>
              <a:cxnLst/>
              <a:rect l="l" t="t" r="r" b="b"/>
              <a:pathLst>
                <a:path w="271145" h="289560">
                  <a:moveTo>
                    <a:pt x="97447" y="0"/>
                  </a:moveTo>
                  <a:lnTo>
                    <a:pt x="0" y="168782"/>
                  </a:lnTo>
                  <a:lnTo>
                    <a:pt x="110985" y="232854"/>
                  </a:lnTo>
                  <a:lnTo>
                    <a:pt x="78511" y="289115"/>
                  </a:lnTo>
                  <a:lnTo>
                    <a:pt x="270700" y="212547"/>
                  </a:lnTo>
                  <a:lnTo>
                    <a:pt x="240919" y="7823"/>
                  </a:lnTo>
                  <a:lnTo>
                    <a:pt x="208432" y="64084"/>
                  </a:lnTo>
                  <a:lnTo>
                    <a:pt x="97447" y="0"/>
                  </a:lnTo>
                  <a:close/>
                </a:path>
              </a:pathLst>
            </a:custGeom>
            <a:solidFill>
              <a:srgbClr val="B0BCDE"/>
            </a:solidFill>
          </p:spPr>
          <p:txBody>
            <a:bodyPr wrap="square" lIns="0" tIns="0" rIns="0" bIns="0" rtlCol="0"/>
            <a:lstStyle/>
            <a:p/>
          </p:txBody>
        </p:sp>
        <p:sp>
          <p:nvSpPr>
            <p:cNvPr id="7" name="object 7"/>
            <p:cNvSpPr/>
            <p:nvPr/>
          </p:nvSpPr>
          <p:spPr>
            <a:xfrm>
              <a:off x="7080922" y="2782277"/>
              <a:ext cx="962660" cy="962660"/>
            </a:xfrm>
            <a:custGeom>
              <a:avLst/>
              <a:gdLst/>
              <a:ahLst/>
              <a:cxnLst/>
              <a:rect l="l" t="t" r="r" b="b"/>
              <a:pathLst>
                <a:path w="962659" h="962660">
                  <a:moveTo>
                    <a:pt x="481215" y="0"/>
                  </a:moveTo>
                  <a:lnTo>
                    <a:pt x="432013" y="2484"/>
                  </a:lnTo>
                  <a:lnTo>
                    <a:pt x="384232" y="9776"/>
                  </a:lnTo>
                  <a:lnTo>
                    <a:pt x="338115" y="21634"/>
                  </a:lnTo>
                  <a:lnTo>
                    <a:pt x="293902" y="37815"/>
                  </a:lnTo>
                  <a:lnTo>
                    <a:pt x="251837" y="58079"/>
                  </a:lnTo>
                  <a:lnTo>
                    <a:pt x="212161" y="82182"/>
                  </a:lnTo>
                  <a:lnTo>
                    <a:pt x="175115" y="109884"/>
                  </a:lnTo>
                  <a:lnTo>
                    <a:pt x="140943" y="140943"/>
                  </a:lnTo>
                  <a:lnTo>
                    <a:pt x="109884" y="175115"/>
                  </a:lnTo>
                  <a:lnTo>
                    <a:pt x="82182" y="212161"/>
                  </a:lnTo>
                  <a:lnTo>
                    <a:pt x="58079" y="251837"/>
                  </a:lnTo>
                  <a:lnTo>
                    <a:pt x="37815" y="293902"/>
                  </a:lnTo>
                  <a:lnTo>
                    <a:pt x="21634" y="338115"/>
                  </a:lnTo>
                  <a:lnTo>
                    <a:pt x="9776" y="384232"/>
                  </a:lnTo>
                  <a:lnTo>
                    <a:pt x="2484" y="432013"/>
                  </a:lnTo>
                  <a:lnTo>
                    <a:pt x="0" y="481215"/>
                  </a:lnTo>
                  <a:lnTo>
                    <a:pt x="2484" y="530415"/>
                  </a:lnTo>
                  <a:lnTo>
                    <a:pt x="9776" y="578195"/>
                  </a:lnTo>
                  <a:lnTo>
                    <a:pt x="21634" y="624311"/>
                  </a:lnTo>
                  <a:lnTo>
                    <a:pt x="37815" y="668523"/>
                  </a:lnTo>
                  <a:lnTo>
                    <a:pt x="58079" y="710588"/>
                  </a:lnTo>
                  <a:lnTo>
                    <a:pt x="82182" y="750264"/>
                  </a:lnTo>
                  <a:lnTo>
                    <a:pt x="109884" y="787310"/>
                  </a:lnTo>
                  <a:lnTo>
                    <a:pt x="140943" y="821483"/>
                  </a:lnTo>
                  <a:lnTo>
                    <a:pt x="175115" y="852542"/>
                  </a:lnTo>
                  <a:lnTo>
                    <a:pt x="212161" y="880245"/>
                  </a:lnTo>
                  <a:lnTo>
                    <a:pt x="251837" y="904349"/>
                  </a:lnTo>
                  <a:lnTo>
                    <a:pt x="293902" y="924613"/>
                  </a:lnTo>
                  <a:lnTo>
                    <a:pt x="338115" y="940796"/>
                  </a:lnTo>
                  <a:lnTo>
                    <a:pt x="384232" y="952654"/>
                  </a:lnTo>
                  <a:lnTo>
                    <a:pt x="432013" y="959946"/>
                  </a:lnTo>
                  <a:lnTo>
                    <a:pt x="481215" y="962431"/>
                  </a:lnTo>
                  <a:lnTo>
                    <a:pt x="530415" y="959946"/>
                  </a:lnTo>
                  <a:lnTo>
                    <a:pt x="578195" y="952654"/>
                  </a:lnTo>
                  <a:lnTo>
                    <a:pt x="624311" y="940796"/>
                  </a:lnTo>
                  <a:lnTo>
                    <a:pt x="668523" y="924613"/>
                  </a:lnTo>
                  <a:lnTo>
                    <a:pt x="710588" y="904349"/>
                  </a:lnTo>
                  <a:lnTo>
                    <a:pt x="750264" y="880245"/>
                  </a:lnTo>
                  <a:lnTo>
                    <a:pt x="787310" y="852542"/>
                  </a:lnTo>
                  <a:lnTo>
                    <a:pt x="821483" y="821483"/>
                  </a:lnTo>
                  <a:lnTo>
                    <a:pt x="852542" y="787310"/>
                  </a:lnTo>
                  <a:lnTo>
                    <a:pt x="880245" y="750264"/>
                  </a:lnTo>
                  <a:lnTo>
                    <a:pt x="904349" y="710588"/>
                  </a:lnTo>
                  <a:lnTo>
                    <a:pt x="924613" y="668523"/>
                  </a:lnTo>
                  <a:lnTo>
                    <a:pt x="940796" y="624311"/>
                  </a:lnTo>
                  <a:lnTo>
                    <a:pt x="952654" y="578195"/>
                  </a:lnTo>
                  <a:lnTo>
                    <a:pt x="959946" y="530415"/>
                  </a:lnTo>
                  <a:lnTo>
                    <a:pt x="962431" y="481215"/>
                  </a:lnTo>
                  <a:lnTo>
                    <a:pt x="959946" y="432013"/>
                  </a:lnTo>
                  <a:lnTo>
                    <a:pt x="952654" y="384232"/>
                  </a:lnTo>
                  <a:lnTo>
                    <a:pt x="940796" y="338115"/>
                  </a:lnTo>
                  <a:lnTo>
                    <a:pt x="924613" y="293902"/>
                  </a:lnTo>
                  <a:lnTo>
                    <a:pt x="904349" y="251837"/>
                  </a:lnTo>
                  <a:lnTo>
                    <a:pt x="880245" y="212161"/>
                  </a:lnTo>
                  <a:lnTo>
                    <a:pt x="852542" y="175115"/>
                  </a:lnTo>
                  <a:lnTo>
                    <a:pt x="821483" y="140943"/>
                  </a:lnTo>
                  <a:lnTo>
                    <a:pt x="787310" y="109884"/>
                  </a:lnTo>
                  <a:lnTo>
                    <a:pt x="750264" y="82182"/>
                  </a:lnTo>
                  <a:lnTo>
                    <a:pt x="710588" y="58079"/>
                  </a:lnTo>
                  <a:lnTo>
                    <a:pt x="668523" y="37815"/>
                  </a:lnTo>
                  <a:lnTo>
                    <a:pt x="624311" y="21634"/>
                  </a:lnTo>
                  <a:lnTo>
                    <a:pt x="578195" y="9776"/>
                  </a:lnTo>
                  <a:lnTo>
                    <a:pt x="530415" y="2484"/>
                  </a:lnTo>
                  <a:lnTo>
                    <a:pt x="481215" y="0"/>
                  </a:lnTo>
                  <a:close/>
                </a:path>
              </a:pathLst>
            </a:custGeom>
            <a:solidFill>
              <a:srgbClr val="4472C4"/>
            </a:solidFill>
          </p:spPr>
          <p:txBody>
            <a:bodyPr wrap="square" lIns="0" tIns="0" rIns="0" bIns="0" rtlCol="0"/>
            <a:lstStyle/>
            <a:p/>
          </p:txBody>
        </p:sp>
      </p:grpSp>
      <p:sp>
        <p:nvSpPr>
          <p:cNvPr id="8" name="object 8"/>
          <p:cNvSpPr txBox="1"/>
          <p:nvPr/>
        </p:nvSpPr>
        <p:spPr>
          <a:xfrm>
            <a:off x="7282738" y="2899664"/>
            <a:ext cx="558800" cy="665480"/>
          </a:xfrm>
          <a:prstGeom prst="rect">
            <a:avLst/>
          </a:prstGeom>
        </p:spPr>
        <p:txBody>
          <a:bodyPr vert="horz" wrap="square" lIns="0" tIns="12700" rIns="0" bIns="0" rtlCol="0">
            <a:spAutoFit/>
          </a:bodyPr>
          <a:lstStyle/>
          <a:p>
            <a:pPr marL="12700" marR="5080">
              <a:lnSpc>
                <a:spcPct val="100000"/>
              </a:lnSpc>
              <a:spcBef>
                <a:spcPts val="100"/>
              </a:spcBef>
            </a:pPr>
            <a:r>
              <a:rPr sz="2100" spc="-25" dirty="0">
                <a:solidFill>
                  <a:srgbClr val="FFFFFF"/>
                </a:solidFill>
                <a:latin typeface="宋体" panose="02010600030101010101" pitchFamily="2" charset="-122"/>
                <a:cs typeface="宋体" panose="02010600030101010101" pitchFamily="2" charset="-122"/>
              </a:rPr>
              <a:t>选择故障</a:t>
            </a:r>
            <a:endParaRPr sz="2100">
              <a:latin typeface="宋体" panose="02010600030101010101" pitchFamily="2" charset="-122"/>
              <a:cs typeface="宋体" panose="02010600030101010101" pitchFamily="2" charset="-122"/>
            </a:endParaRPr>
          </a:p>
        </p:txBody>
      </p:sp>
      <p:sp>
        <p:nvSpPr>
          <p:cNvPr id="9" name="object 9"/>
          <p:cNvSpPr/>
          <p:nvPr/>
        </p:nvSpPr>
        <p:spPr>
          <a:xfrm>
            <a:off x="7399718" y="3851109"/>
            <a:ext cx="325120" cy="256540"/>
          </a:xfrm>
          <a:custGeom>
            <a:avLst/>
            <a:gdLst/>
            <a:ahLst/>
            <a:cxnLst/>
            <a:rect l="l" t="t" r="r" b="b"/>
            <a:pathLst>
              <a:path w="325120" h="256539">
                <a:moveTo>
                  <a:pt x="259867" y="0"/>
                </a:moveTo>
                <a:lnTo>
                  <a:pt x="64973" y="0"/>
                </a:lnTo>
                <a:lnTo>
                  <a:pt x="64973" y="128155"/>
                </a:lnTo>
                <a:lnTo>
                  <a:pt x="0" y="128155"/>
                </a:lnTo>
                <a:lnTo>
                  <a:pt x="162420" y="256311"/>
                </a:lnTo>
                <a:lnTo>
                  <a:pt x="324827" y="128155"/>
                </a:lnTo>
                <a:lnTo>
                  <a:pt x="259867" y="128155"/>
                </a:lnTo>
                <a:lnTo>
                  <a:pt x="259867" y="0"/>
                </a:lnTo>
                <a:close/>
              </a:path>
            </a:pathLst>
          </a:custGeom>
          <a:solidFill>
            <a:srgbClr val="B0BCDE"/>
          </a:solidFill>
        </p:spPr>
        <p:txBody>
          <a:bodyPr wrap="square" lIns="0" tIns="0" rIns="0" bIns="0" rtlCol="0"/>
          <a:lstStyle/>
          <a:p/>
        </p:txBody>
      </p:sp>
      <p:sp>
        <p:nvSpPr>
          <p:cNvPr id="10" name="object 10"/>
          <p:cNvSpPr/>
          <p:nvPr/>
        </p:nvSpPr>
        <p:spPr>
          <a:xfrm>
            <a:off x="7080922" y="4228338"/>
            <a:ext cx="962660" cy="962660"/>
          </a:xfrm>
          <a:custGeom>
            <a:avLst/>
            <a:gdLst/>
            <a:ahLst/>
            <a:cxnLst/>
            <a:rect l="l" t="t" r="r" b="b"/>
            <a:pathLst>
              <a:path w="962659" h="962660">
                <a:moveTo>
                  <a:pt x="481215" y="0"/>
                </a:moveTo>
                <a:lnTo>
                  <a:pt x="432013" y="2484"/>
                </a:lnTo>
                <a:lnTo>
                  <a:pt x="384232" y="9776"/>
                </a:lnTo>
                <a:lnTo>
                  <a:pt x="338115" y="21634"/>
                </a:lnTo>
                <a:lnTo>
                  <a:pt x="293902" y="37815"/>
                </a:lnTo>
                <a:lnTo>
                  <a:pt x="251837" y="58079"/>
                </a:lnTo>
                <a:lnTo>
                  <a:pt x="212161" y="82182"/>
                </a:lnTo>
                <a:lnTo>
                  <a:pt x="175115" y="109884"/>
                </a:lnTo>
                <a:lnTo>
                  <a:pt x="140943" y="140943"/>
                </a:lnTo>
                <a:lnTo>
                  <a:pt x="109884" y="175115"/>
                </a:lnTo>
                <a:lnTo>
                  <a:pt x="82182" y="212161"/>
                </a:lnTo>
                <a:lnTo>
                  <a:pt x="58079" y="251837"/>
                </a:lnTo>
                <a:lnTo>
                  <a:pt x="37815" y="293902"/>
                </a:lnTo>
                <a:lnTo>
                  <a:pt x="21634" y="338115"/>
                </a:lnTo>
                <a:lnTo>
                  <a:pt x="9776" y="384232"/>
                </a:lnTo>
                <a:lnTo>
                  <a:pt x="2484" y="432013"/>
                </a:lnTo>
                <a:lnTo>
                  <a:pt x="0" y="481215"/>
                </a:lnTo>
                <a:lnTo>
                  <a:pt x="2484" y="530415"/>
                </a:lnTo>
                <a:lnTo>
                  <a:pt x="9776" y="578195"/>
                </a:lnTo>
                <a:lnTo>
                  <a:pt x="21634" y="624311"/>
                </a:lnTo>
                <a:lnTo>
                  <a:pt x="37815" y="668523"/>
                </a:lnTo>
                <a:lnTo>
                  <a:pt x="58079" y="710588"/>
                </a:lnTo>
                <a:lnTo>
                  <a:pt x="82182" y="750264"/>
                </a:lnTo>
                <a:lnTo>
                  <a:pt x="109884" y="787310"/>
                </a:lnTo>
                <a:lnTo>
                  <a:pt x="140943" y="821483"/>
                </a:lnTo>
                <a:lnTo>
                  <a:pt x="175115" y="852542"/>
                </a:lnTo>
                <a:lnTo>
                  <a:pt x="212161" y="880245"/>
                </a:lnTo>
                <a:lnTo>
                  <a:pt x="251837" y="904349"/>
                </a:lnTo>
                <a:lnTo>
                  <a:pt x="293902" y="924613"/>
                </a:lnTo>
                <a:lnTo>
                  <a:pt x="338115" y="940796"/>
                </a:lnTo>
                <a:lnTo>
                  <a:pt x="384232" y="952654"/>
                </a:lnTo>
                <a:lnTo>
                  <a:pt x="432013" y="959946"/>
                </a:lnTo>
                <a:lnTo>
                  <a:pt x="481215" y="962431"/>
                </a:lnTo>
                <a:lnTo>
                  <a:pt x="530415" y="959946"/>
                </a:lnTo>
                <a:lnTo>
                  <a:pt x="578195" y="952654"/>
                </a:lnTo>
                <a:lnTo>
                  <a:pt x="624311" y="940796"/>
                </a:lnTo>
                <a:lnTo>
                  <a:pt x="668523" y="924613"/>
                </a:lnTo>
                <a:lnTo>
                  <a:pt x="710588" y="904349"/>
                </a:lnTo>
                <a:lnTo>
                  <a:pt x="750264" y="880245"/>
                </a:lnTo>
                <a:lnTo>
                  <a:pt x="787310" y="852542"/>
                </a:lnTo>
                <a:lnTo>
                  <a:pt x="821483" y="821483"/>
                </a:lnTo>
                <a:lnTo>
                  <a:pt x="852542" y="787310"/>
                </a:lnTo>
                <a:lnTo>
                  <a:pt x="880245" y="750264"/>
                </a:lnTo>
                <a:lnTo>
                  <a:pt x="904349" y="710588"/>
                </a:lnTo>
                <a:lnTo>
                  <a:pt x="924613" y="668523"/>
                </a:lnTo>
                <a:lnTo>
                  <a:pt x="940796" y="624311"/>
                </a:lnTo>
                <a:lnTo>
                  <a:pt x="952654" y="578195"/>
                </a:lnTo>
                <a:lnTo>
                  <a:pt x="959946" y="530415"/>
                </a:lnTo>
                <a:lnTo>
                  <a:pt x="962431" y="481215"/>
                </a:lnTo>
                <a:lnTo>
                  <a:pt x="959946" y="432013"/>
                </a:lnTo>
                <a:lnTo>
                  <a:pt x="952654" y="384232"/>
                </a:lnTo>
                <a:lnTo>
                  <a:pt x="940796" y="338115"/>
                </a:lnTo>
                <a:lnTo>
                  <a:pt x="924613" y="293902"/>
                </a:lnTo>
                <a:lnTo>
                  <a:pt x="904349" y="251837"/>
                </a:lnTo>
                <a:lnTo>
                  <a:pt x="880245" y="212161"/>
                </a:lnTo>
                <a:lnTo>
                  <a:pt x="852542" y="175115"/>
                </a:lnTo>
                <a:lnTo>
                  <a:pt x="821483" y="140943"/>
                </a:lnTo>
                <a:lnTo>
                  <a:pt x="787310" y="109884"/>
                </a:lnTo>
                <a:lnTo>
                  <a:pt x="750264" y="82182"/>
                </a:lnTo>
                <a:lnTo>
                  <a:pt x="710588" y="58079"/>
                </a:lnTo>
                <a:lnTo>
                  <a:pt x="668523" y="37815"/>
                </a:lnTo>
                <a:lnTo>
                  <a:pt x="624311" y="21634"/>
                </a:lnTo>
                <a:lnTo>
                  <a:pt x="578195" y="9776"/>
                </a:lnTo>
                <a:lnTo>
                  <a:pt x="530415" y="2484"/>
                </a:lnTo>
                <a:lnTo>
                  <a:pt x="481215" y="0"/>
                </a:lnTo>
                <a:close/>
              </a:path>
            </a:pathLst>
          </a:custGeom>
          <a:solidFill>
            <a:srgbClr val="4472C4"/>
          </a:solidFill>
        </p:spPr>
        <p:txBody>
          <a:bodyPr wrap="square" lIns="0" tIns="0" rIns="0" bIns="0" rtlCol="0"/>
          <a:lstStyle/>
          <a:p/>
        </p:txBody>
      </p:sp>
      <p:sp>
        <p:nvSpPr>
          <p:cNvPr id="11" name="object 11"/>
          <p:cNvSpPr txBox="1"/>
          <p:nvPr/>
        </p:nvSpPr>
        <p:spPr>
          <a:xfrm>
            <a:off x="7282738" y="4347464"/>
            <a:ext cx="558800" cy="662940"/>
          </a:xfrm>
          <a:prstGeom prst="rect">
            <a:avLst/>
          </a:prstGeom>
        </p:spPr>
        <p:txBody>
          <a:bodyPr vert="horz" wrap="square" lIns="0" tIns="25400" rIns="0" bIns="0" rtlCol="0">
            <a:spAutoFit/>
          </a:bodyPr>
          <a:lstStyle/>
          <a:p>
            <a:pPr marL="12700" marR="5080">
              <a:lnSpc>
                <a:spcPts val="2500"/>
              </a:lnSpc>
              <a:spcBef>
                <a:spcPts val="200"/>
              </a:spcBef>
            </a:pPr>
            <a:r>
              <a:rPr sz="2100" spc="-25" dirty="0">
                <a:solidFill>
                  <a:srgbClr val="FFFFFF"/>
                </a:solidFill>
                <a:latin typeface="宋体" panose="02010600030101010101" pitchFamily="2" charset="-122"/>
                <a:cs typeface="宋体" panose="02010600030101010101" pitchFamily="2" charset="-122"/>
              </a:rPr>
              <a:t>激活故障</a:t>
            </a:r>
            <a:endParaRPr sz="2100">
              <a:latin typeface="宋体" panose="02010600030101010101" pitchFamily="2" charset="-122"/>
              <a:cs typeface="宋体" panose="02010600030101010101" pitchFamily="2" charset="-122"/>
            </a:endParaRPr>
          </a:p>
        </p:txBody>
      </p:sp>
      <p:grpSp>
        <p:nvGrpSpPr>
          <p:cNvPr id="12" name="object 12"/>
          <p:cNvGrpSpPr/>
          <p:nvPr/>
        </p:nvGrpSpPr>
        <p:grpSpPr>
          <a:xfrm>
            <a:off x="5828588" y="4918964"/>
            <a:ext cx="1273810" cy="995044"/>
            <a:chOff x="5828588" y="4918964"/>
            <a:chExt cx="1273810" cy="995044"/>
          </a:xfrm>
        </p:grpSpPr>
        <p:sp>
          <p:nvSpPr>
            <p:cNvPr id="13" name="object 13"/>
            <p:cNvSpPr/>
            <p:nvPr/>
          </p:nvSpPr>
          <p:spPr>
            <a:xfrm>
              <a:off x="6831266" y="4918964"/>
              <a:ext cx="271145" cy="289560"/>
            </a:xfrm>
            <a:custGeom>
              <a:avLst/>
              <a:gdLst/>
              <a:ahLst/>
              <a:cxnLst/>
              <a:rect l="l" t="t" r="r" b="b"/>
              <a:pathLst>
                <a:path w="271145" h="289560">
                  <a:moveTo>
                    <a:pt x="173253" y="0"/>
                  </a:moveTo>
                  <a:lnTo>
                    <a:pt x="62268" y="64084"/>
                  </a:lnTo>
                  <a:lnTo>
                    <a:pt x="29781" y="7823"/>
                  </a:lnTo>
                  <a:lnTo>
                    <a:pt x="0" y="212547"/>
                  </a:lnTo>
                  <a:lnTo>
                    <a:pt x="192189" y="289128"/>
                  </a:lnTo>
                  <a:lnTo>
                    <a:pt x="159715" y="232867"/>
                  </a:lnTo>
                  <a:lnTo>
                    <a:pt x="270700" y="168783"/>
                  </a:lnTo>
                  <a:lnTo>
                    <a:pt x="173253" y="0"/>
                  </a:lnTo>
                  <a:close/>
                </a:path>
              </a:pathLst>
            </a:custGeom>
            <a:solidFill>
              <a:srgbClr val="B0BCDE"/>
            </a:solidFill>
          </p:spPr>
          <p:txBody>
            <a:bodyPr wrap="square" lIns="0" tIns="0" rIns="0" bIns="0" rtlCol="0"/>
            <a:lstStyle/>
            <a:p/>
          </p:txBody>
        </p:sp>
        <p:sp>
          <p:nvSpPr>
            <p:cNvPr id="14" name="object 14"/>
            <p:cNvSpPr/>
            <p:nvPr/>
          </p:nvSpPr>
          <p:spPr>
            <a:xfrm>
              <a:off x="5828588" y="4951361"/>
              <a:ext cx="962660" cy="962660"/>
            </a:xfrm>
            <a:custGeom>
              <a:avLst/>
              <a:gdLst/>
              <a:ahLst/>
              <a:cxnLst/>
              <a:rect l="l" t="t" r="r" b="b"/>
              <a:pathLst>
                <a:path w="962659" h="962660">
                  <a:moveTo>
                    <a:pt x="481215" y="0"/>
                  </a:moveTo>
                  <a:lnTo>
                    <a:pt x="432015" y="2484"/>
                  </a:lnTo>
                  <a:lnTo>
                    <a:pt x="384236" y="9776"/>
                  </a:lnTo>
                  <a:lnTo>
                    <a:pt x="338119" y="21634"/>
                  </a:lnTo>
                  <a:lnTo>
                    <a:pt x="293908" y="37815"/>
                  </a:lnTo>
                  <a:lnTo>
                    <a:pt x="251843" y="58079"/>
                  </a:lnTo>
                  <a:lnTo>
                    <a:pt x="212166" y="82182"/>
                  </a:lnTo>
                  <a:lnTo>
                    <a:pt x="175121" y="109884"/>
                  </a:lnTo>
                  <a:lnTo>
                    <a:pt x="140947" y="140943"/>
                  </a:lnTo>
                  <a:lnTo>
                    <a:pt x="109888" y="175115"/>
                  </a:lnTo>
                  <a:lnTo>
                    <a:pt x="82186" y="212161"/>
                  </a:lnTo>
                  <a:lnTo>
                    <a:pt x="58081" y="251837"/>
                  </a:lnTo>
                  <a:lnTo>
                    <a:pt x="37817" y="293902"/>
                  </a:lnTo>
                  <a:lnTo>
                    <a:pt x="21635" y="338115"/>
                  </a:lnTo>
                  <a:lnTo>
                    <a:pt x="9776" y="384232"/>
                  </a:lnTo>
                  <a:lnTo>
                    <a:pt x="2484" y="432013"/>
                  </a:lnTo>
                  <a:lnTo>
                    <a:pt x="0" y="481215"/>
                  </a:lnTo>
                  <a:lnTo>
                    <a:pt x="2484" y="530417"/>
                  </a:lnTo>
                  <a:lnTo>
                    <a:pt x="9776" y="578197"/>
                  </a:lnTo>
                  <a:lnTo>
                    <a:pt x="21635" y="624315"/>
                  </a:lnTo>
                  <a:lnTo>
                    <a:pt x="37817" y="668527"/>
                  </a:lnTo>
                  <a:lnTo>
                    <a:pt x="58081" y="710592"/>
                  </a:lnTo>
                  <a:lnTo>
                    <a:pt x="82186" y="750269"/>
                  </a:lnTo>
                  <a:lnTo>
                    <a:pt x="109888" y="787315"/>
                  </a:lnTo>
                  <a:lnTo>
                    <a:pt x="140947" y="821488"/>
                  </a:lnTo>
                  <a:lnTo>
                    <a:pt x="175121" y="852546"/>
                  </a:lnTo>
                  <a:lnTo>
                    <a:pt x="212166" y="880249"/>
                  </a:lnTo>
                  <a:lnTo>
                    <a:pt x="251843" y="904353"/>
                  </a:lnTo>
                  <a:lnTo>
                    <a:pt x="293908" y="924617"/>
                  </a:lnTo>
                  <a:lnTo>
                    <a:pt x="338119" y="940799"/>
                  </a:lnTo>
                  <a:lnTo>
                    <a:pt x="384236" y="952657"/>
                  </a:lnTo>
                  <a:lnTo>
                    <a:pt x="432015" y="959949"/>
                  </a:lnTo>
                  <a:lnTo>
                    <a:pt x="481215" y="962433"/>
                  </a:lnTo>
                  <a:lnTo>
                    <a:pt x="530418" y="959949"/>
                  </a:lnTo>
                  <a:lnTo>
                    <a:pt x="578198" y="952657"/>
                  </a:lnTo>
                  <a:lnTo>
                    <a:pt x="624316" y="940799"/>
                  </a:lnTo>
                  <a:lnTo>
                    <a:pt x="668528" y="924617"/>
                  </a:lnTo>
                  <a:lnTo>
                    <a:pt x="710593" y="904353"/>
                  </a:lnTo>
                  <a:lnTo>
                    <a:pt x="750270" y="880249"/>
                  </a:lnTo>
                  <a:lnTo>
                    <a:pt x="787315" y="852546"/>
                  </a:lnTo>
                  <a:lnTo>
                    <a:pt x="821488" y="821488"/>
                  </a:lnTo>
                  <a:lnTo>
                    <a:pt x="852546" y="787315"/>
                  </a:lnTo>
                  <a:lnTo>
                    <a:pt x="880248" y="750269"/>
                  </a:lnTo>
                  <a:lnTo>
                    <a:pt x="904352" y="710592"/>
                  </a:lnTo>
                  <a:lnTo>
                    <a:pt x="924615" y="668527"/>
                  </a:lnTo>
                  <a:lnTo>
                    <a:pt x="940797" y="624315"/>
                  </a:lnTo>
                  <a:lnTo>
                    <a:pt x="952655" y="578197"/>
                  </a:lnTo>
                  <a:lnTo>
                    <a:pt x="959946" y="530417"/>
                  </a:lnTo>
                  <a:lnTo>
                    <a:pt x="962431" y="481215"/>
                  </a:lnTo>
                  <a:lnTo>
                    <a:pt x="959946" y="432013"/>
                  </a:lnTo>
                  <a:lnTo>
                    <a:pt x="952655" y="384232"/>
                  </a:lnTo>
                  <a:lnTo>
                    <a:pt x="940797" y="338115"/>
                  </a:lnTo>
                  <a:lnTo>
                    <a:pt x="924615" y="293902"/>
                  </a:lnTo>
                  <a:lnTo>
                    <a:pt x="904352" y="251837"/>
                  </a:lnTo>
                  <a:lnTo>
                    <a:pt x="880248" y="212161"/>
                  </a:lnTo>
                  <a:lnTo>
                    <a:pt x="852546" y="175115"/>
                  </a:lnTo>
                  <a:lnTo>
                    <a:pt x="821488" y="140943"/>
                  </a:lnTo>
                  <a:lnTo>
                    <a:pt x="787315" y="109884"/>
                  </a:lnTo>
                  <a:lnTo>
                    <a:pt x="750270" y="82182"/>
                  </a:lnTo>
                  <a:lnTo>
                    <a:pt x="710593" y="58079"/>
                  </a:lnTo>
                  <a:lnTo>
                    <a:pt x="668528" y="37815"/>
                  </a:lnTo>
                  <a:lnTo>
                    <a:pt x="624316" y="21634"/>
                  </a:lnTo>
                  <a:lnTo>
                    <a:pt x="578198" y="9776"/>
                  </a:lnTo>
                  <a:lnTo>
                    <a:pt x="530418" y="2484"/>
                  </a:lnTo>
                  <a:lnTo>
                    <a:pt x="481215" y="0"/>
                  </a:lnTo>
                  <a:close/>
                </a:path>
              </a:pathLst>
            </a:custGeom>
            <a:solidFill>
              <a:srgbClr val="4472C4"/>
            </a:solidFill>
          </p:spPr>
          <p:txBody>
            <a:bodyPr wrap="square" lIns="0" tIns="0" rIns="0" bIns="0" rtlCol="0"/>
            <a:lstStyle/>
            <a:p/>
          </p:txBody>
        </p:sp>
      </p:grpSp>
      <p:sp>
        <p:nvSpPr>
          <p:cNvPr id="15" name="object 15"/>
          <p:cNvSpPr txBox="1"/>
          <p:nvPr/>
        </p:nvSpPr>
        <p:spPr>
          <a:xfrm>
            <a:off x="6030404" y="5069840"/>
            <a:ext cx="558800" cy="662940"/>
          </a:xfrm>
          <a:prstGeom prst="rect">
            <a:avLst/>
          </a:prstGeom>
        </p:spPr>
        <p:txBody>
          <a:bodyPr vert="horz" wrap="square" lIns="0" tIns="25400" rIns="0" bIns="0" rtlCol="0">
            <a:spAutoFit/>
          </a:bodyPr>
          <a:lstStyle/>
          <a:p>
            <a:pPr marL="12700" marR="5080">
              <a:lnSpc>
                <a:spcPts val="2500"/>
              </a:lnSpc>
              <a:spcBef>
                <a:spcPts val="200"/>
              </a:spcBef>
            </a:pPr>
            <a:r>
              <a:rPr sz="2100" spc="-25" dirty="0">
                <a:solidFill>
                  <a:srgbClr val="FFFFFF"/>
                </a:solidFill>
                <a:latin typeface="宋体" panose="02010600030101010101" pitchFamily="2" charset="-122"/>
                <a:cs typeface="宋体" panose="02010600030101010101" pitchFamily="2" charset="-122"/>
              </a:rPr>
              <a:t>生成向量</a:t>
            </a:r>
            <a:endParaRPr sz="2100">
              <a:latin typeface="宋体" panose="02010600030101010101" pitchFamily="2" charset="-122"/>
              <a:cs typeface="宋体" panose="02010600030101010101" pitchFamily="2" charset="-122"/>
            </a:endParaRPr>
          </a:p>
        </p:txBody>
      </p:sp>
      <p:grpSp>
        <p:nvGrpSpPr>
          <p:cNvPr id="16" name="object 16"/>
          <p:cNvGrpSpPr/>
          <p:nvPr/>
        </p:nvGrpSpPr>
        <p:grpSpPr>
          <a:xfrm>
            <a:off x="4576267" y="4228338"/>
            <a:ext cx="1273810" cy="995044"/>
            <a:chOff x="4576267" y="4228338"/>
            <a:chExt cx="1273810" cy="995044"/>
          </a:xfrm>
        </p:grpSpPr>
        <p:sp>
          <p:nvSpPr>
            <p:cNvPr id="17" name="object 17"/>
            <p:cNvSpPr/>
            <p:nvPr/>
          </p:nvSpPr>
          <p:spPr>
            <a:xfrm>
              <a:off x="5578944" y="4934038"/>
              <a:ext cx="271145" cy="289560"/>
            </a:xfrm>
            <a:custGeom>
              <a:avLst/>
              <a:gdLst/>
              <a:ahLst/>
              <a:cxnLst/>
              <a:rect l="l" t="t" r="r" b="b"/>
              <a:pathLst>
                <a:path w="271145" h="289560">
                  <a:moveTo>
                    <a:pt x="192189" y="0"/>
                  </a:moveTo>
                  <a:lnTo>
                    <a:pt x="0" y="76568"/>
                  </a:lnTo>
                  <a:lnTo>
                    <a:pt x="29781" y="281305"/>
                  </a:lnTo>
                  <a:lnTo>
                    <a:pt x="62268" y="225044"/>
                  </a:lnTo>
                  <a:lnTo>
                    <a:pt x="173253" y="289128"/>
                  </a:lnTo>
                  <a:lnTo>
                    <a:pt x="270700" y="120345"/>
                  </a:lnTo>
                  <a:lnTo>
                    <a:pt x="159715" y="56261"/>
                  </a:lnTo>
                  <a:lnTo>
                    <a:pt x="192189" y="0"/>
                  </a:lnTo>
                  <a:close/>
                </a:path>
              </a:pathLst>
            </a:custGeom>
            <a:solidFill>
              <a:srgbClr val="B0BCDE"/>
            </a:solidFill>
          </p:spPr>
          <p:txBody>
            <a:bodyPr wrap="square" lIns="0" tIns="0" rIns="0" bIns="0" rtlCol="0"/>
            <a:lstStyle/>
            <a:p/>
          </p:txBody>
        </p:sp>
        <p:sp>
          <p:nvSpPr>
            <p:cNvPr id="18" name="object 18"/>
            <p:cNvSpPr/>
            <p:nvPr/>
          </p:nvSpPr>
          <p:spPr>
            <a:xfrm>
              <a:off x="4576267" y="4228338"/>
              <a:ext cx="962660" cy="962660"/>
            </a:xfrm>
            <a:custGeom>
              <a:avLst/>
              <a:gdLst/>
              <a:ahLst/>
              <a:cxnLst/>
              <a:rect l="l" t="t" r="r" b="b"/>
              <a:pathLst>
                <a:path w="962660" h="962660">
                  <a:moveTo>
                    <a:pt x="481215" y="0"/>
                  </a:moveTo>
                  <a:lnTo>
                    <a:pt x="432015" y="2484"/>
                  </a:lnTo>
                  <a:lnTo>
                    <a:pt x="384236" y="9776"/>
                  </a:lnTo>
                  <a:lnTo>
                    <a:pt x="338119" y="21634"/>
                  </a:lnTo>
                  <a:lnTo>
                    <a:pt x="293908" y="37815"/>
                  </a:lnTo>
                  <a:lnTo>
                    <a:pt x="251843" y="58079"/>
                  </a:lnTo>
                  <a:lnTo>
                    <a:pt x="212166" y="82182"/>
                  </a:lnTo>
                  <a:lnTo>
                    <a:pt x="175121" y="109884"/>
                  </a:lnTo>
                  <a:lnTo>
                    <a:pt x="140947" y="140943"/>
                  </a:lnTo>
                  <a:lnTo>
                    <a:pt x="109888" y="175115"/>
                  </a:lnTo>
                  <a:lnTo>
                    <a:pt x="82186" y="212161"/>
                  </a:lnTo>
                  <a:lnTo>
                    <a:pt x="58081" y="251837"/>
                  </a:lnTo>
                  <a:lnTo>
                    <a:pt x="37817" y="293902"/>
                  </a:lnTo>
                  <a:lnTo>
                    <a:pt x="21635" y="338115"/>
                  </a:lnTo>
                  <a:lnTo>
                    <a:pt x="9776" y="384232"/>
                  </a:lnTo>
                  <a:lnTo>
                    <a:pt x="2484" y="432013"/>
                  </a:lnTo>
                  <a:lnTo>
                    <a:pt x="0" y="481215"/>
                  </a:lnTo>
                  <a:lnTo>
                    <a:pt x="2484" y="530415"/>
                  </a:lnTo>
                  <a:lnTo>
                    <a:pt x="9776" y="578195"/>
                  </a:lnTo>
                  <a:lnTo>
                    <a:pt x="21635" y="624311"/>
                  </a:lnTo>
                  <a:lnTo>
                    <a:pt x="37817" y="668523"/>
                  </a:lnTo>
                  <a:lnTo>
                    <a:pt x="58081" y="710588"/>
                  </a:lnTo>
                  <a:lnTo>
                    <a:pt x="82186" y="750264"/>
                  </a:lnTo>
                  <a:lnTo>
                    <a:pt x="109888" y="787310"/>
                  </a:lnTo>
                  <a:lnTo>
                    <a:pt x="140947" y="821483"/>
                  </a:lnTo>
                  <a:lnTo>
                    <a:pt x="175121" y="852542"/>
                  </a:lnTo>
                  <a:lnTo>
                    <a:pt x="212166" y="880245"/>
                  </a:lnTo>
                  <a:lnTo>
                    <a:pt x="251843" y="904349"/>
                  </a:lnTo>
                  <a:lnTo>
                    <a:pt x="293908" y="924613"/>
                  </a:lnTo>
                  <a:lnTo>
                    <a:pt x="338119" y="940796"/>
                  </a:lnTo>
                  <a:lnTo>
                    <a:pt x="384236" y="952654"/>
                  </a:lnTo>
                  <a:lnTo>
                    <a:pt x="432015" y="959946"/>
                  </a:lnTo>
                  <a:lnTo>
                    <a:pt x="481215" y="962431"/>
                  </a:lnTo>
                  <a:lnTo>
                    <a:pt x="530418" y="959946"/>
                  </a:lnTo>
                  <a:lnTo>
                    <a:pt x="578198" y="952654"/>
                  </a:lnTo>
                  <a:lnTo>
                    <a:pt x="624316" y="940796"/>
                  </a:lnTo>
                  <a:lnTo>
                    <a:pt x="668528" y="924613"/>
                  </a:lnTo>
                  <a:lnTo>
                    <a:pt x="710593" y="904349"/>
                  </a:lnTo>
                  <a:lnTo>
                    <a:pt x="750270" y="880245"/>
                  </a:lnTo>
                  <a:lnTo>
                    <a:pt x="787315" y="852542"/>
                  </a:lnTo>
                  <a:lnTo>
                    <a:pt x="821488" y="821483"/>
                  </a:lnTo>
                  <a:lnTo>
                    <a:pt x="852546" y="787310"/>
                  </a:lnTo>
                  <a:lnTo>
                    <a:pt x="880248" y="750264"/>
                  </a:lnTo>
                  <a:lnTo>
                    <a:pt x="904352" y="710588"/>
                  </a:lnTo>
                  <a:lnTo>
                    <a:pt x="924615" y="668523"/>
                  </a:lnTo>
                  <a:lnTo>
                    <a:pt x="940797" y="624311"/>
                  </a:lnTo>
                  <a:lnTo>
                    <a:pt x="952655" y="578195"/>
                  </a:lnTo>
                  <a:lnTo>
                    <a:pt x="959946" y="530415"/>
                  </a:lnTo>
                  <a:lnTo>
                    <a:pt x="962431" y="481215"/>
                  </a:lnTo>
                  <a:lnTo>
                    <a:pt x="959946" y="432013"/>
                  </a:lnTo>
                  <a:lnTo>
                    <a:pt x="952655" y="384232"/>
                  </a:lnTo>
                  <a:lnTo>
                    <a:pt x="940797" y="338115"/>
                  </a:lnTo>
                  <a:lnTo>
                    <a:pt x="924615" y="293902"/>
                  </a:lnTo>
                  <a:lnTo>
                    <a:pt x="904352" y="251837"/>
                  </a:lnTo>
                  <a:lnTo>
                    <a:pt x="880248" y="212161"/>
                  </a:lnTo>
                  <a:lnTo>
                    <a:pt x="852546" y="175115"/>
                  </a:lnTo>
                  <a:lnTo>
                    <a:pt x="821488" y="140943"/>
                  </a:lnTo>
                  <a:lnTo>
                    <a:pt x="787315" y="109884"/>
                  </a:lnTo>
                  <a:lnTo>
                    <a:pt x="750270" y="82182"/>
                  </a:lnTo>
                  <a:lnTo>
                    <a:pt x="710593" y="58079"/>
                  </a:lnTo>
                  <a:lnTo>
                    <a:pt x="668528" y="37815"/>
                  </a:lnTo>
                  <a:lnTo>
                    <a:pt x="624316" y="21634"/>
                  </a:lnTo>
                  <a:lnTo>
                    <a:pt x="578198" y="9776"/>
                  </a:lnTo>
                  <a:lnTo>
                    <a:pt x="530418" y="2484"/>
                  </a:lnTo>
                  <a:lnTo>
                    <a:pt x="481215" y="0"/>
                  </a:lnTo>
                  <a:close/>
                </a:path>
              </a:pathLst>
            </a:custGeom>
            <a:solidFill>
              <a:srgbClr val="4472C4"/>
            </a:solidFill>
          </p:spPr>
          <p:txBody>
            <a:bodyPr wrap="square" lIns="0" tIns="0" rIns="0" bIns="0" rtlCol="0"/>
            <a:lstStyle/>
            <a:p/>
          </p:txBody>
        </p:sp>
      </p:grpSp>
      <p:sp>
        <p:nvSpPr>
          <p:cNvPr id="19" name="object 19"/>
          <p:cNvSpPr txBox="1"/>
          <p:nvPr/>
        </p:nvSpPr>
        <p:spPr>
          <a:xfrm>
            <a:off x="4778082" y="4347464"/>
            <a:ext cx="558800" cy="662940"/>
          </a:xfrm>
          <a:prstGeom prst="rect">
            <a:avLst/>
          </a:prstGeom>
        </p:spPr>
        <p:txBody>
          <a:bodyPr vert="horz" wrap="square" lIns="0" tIns="25400" rIns="0" bIns="0" rtlCol="0">
            <a:spAutoFit/>
          </a:bodyPr>
          <a:lstStyle/>
          <a:p>
            <a:pPr marL="12700" marR="5080">
              <a:lnSpc>
                <a:spcPts val="2500"/>
              </a:lnSpc>
              <a:spcBef>
                <a:spcPts val="200"/>
              </a:spcBef>
            </a:pPr>
            <a:r>
              <a:rPr sz="2100" spc="-25" dirty="0">
                <a:solidFill>
                  <a:srgbClr val="FFFFFF"/>
                </a:solidFill>
                <a:latin typeface="宋体" panose="02010600030101010101" pitchFamily="2" charset="-122"/>
                <a:cs typeface="宋体" panose="02010600030101010101" pitchFamily="2" charset="-122"/>
              </a:rPr>
              <a:t>模拟故障</a:t>
            </a:r>
            <a:endParaRPr sz="2100">
              <a:latin typeface="宋体" panose="02010600030101010101" pitchFamily="2" charset="-122"/>
              <a:cs typeface="宋体" panose="02010600030101010101" pitchFamily="2" charset="-122"/>
            </a:endParaRPr>
          </a:p>
        </p:txBody>
      </p:sp>
      <p:sp>
        <p:nvSpPr>
          <p:cNvPr id="20" name="object 20"/>
          <p:cNvSpPr/>
          <p:nvPr/>
        </p:nvSpPr>
        <p:spPr>
          <a:xfrm>
            <a:off x="4895075" y="3865613"/>
            <a:ext cx="325120" cy="256540"/>
          </a:xfrm>
          <a:custGeom>
            <a:avLst/>
            <a:gdLst/>
            <a:ahLst/>
            <a:cxnLst/>
            <a:rect l="l" t="t" r="r" b="b"/>
            <a:pathLst>
              <a:path w="325120" h="256539">
                <a:moveTo>
                  <a:pt x="162407" y="0"/>
                </a:moveTo>
                <a:lnTo>
                  <a:pt x="0" y="128155"/>
                </a:lnTo>
                <a:lnTo>
                  <a:pt x="64960" y="128155"/>
                </a:lnTo>
                <a:lnTo>
                  <a:pt x="64960" y="256324"/>
                </a:lnTo>
                <a:lnTo>
                  <a:pt x="259854" y="256324"/>
                </a:lnTo>
                <a:lnTo>
                  <a:pt x="259854" y="128155"/>
                </a:lnTo>
                <a:lnTo>
                  <a:pt x="324827" y="128155"/>
                </a:lnTo>
                <a:lnTo>
                  <a:pt x="162407" y="0"/>
                </a:lnTo>
                <a:close/>
              </a:path>
            </a:pathLst>
          </a:custGeom>
          <a:solidFill>
            <a:srgbClr val="B0BCDE"/>
          </a:solidFill>
        </p:spPr>
        <p:txBody>
          <a:bodyPr wrap="square" lIns="0" tIns="0" rIns="0" bIns="0" rtlCol="0"/>
          <a:lstStyle/>
          <a:p/>
        </p:txBody>
      </p:sp>
      <p:sp>
        <p:nvSpPr>
          <p:cNvPr id="21" name="object 21"/>
          <p:cNvSpPr/>
          <p:nvPr/>
        </p:nvSpPr>
        <p:spPr>
          <a:xfrm>
            <a:off x="4576267" y="2782277"/>
            <a:ext cx="962660" cy="962660"/>
          </a:xfrm>
          <a:custGeom>
            <a:avLst/>
            <a:gdLst/>
            <a:ahLst/>
            <a:cxnLst/>
            <a:rect l="l" t="t" r="r" b="b"/>
            <a:pathLst>
              <a:path w="962660" h="962660">
                <a:moveTo>
                  <a:pt x="481215" y="0"/>
                </a:moveTo>
                <a:lnTo>
                  <a:pt x="432015" y="2484"/>
                </a:lnTo>
                <a:lnTo>
                  <a:pt x="384236" y="9776"/>
                </a:lnTo>
                <a:lnTo>
                  <a:pt x="338119" y="21634"/>
                </a:lnTo>
                <a:lnTo>
                  <a:pt x="293908" y="37815"/>
                </a:lnTo>
                <a:lnTo>
                  <a:pt x="251843" y="58079"/>
                </a:lnTo>
                <a:lnTo>
                  <a:pt x="212166" y="82182"/>
                </a:lnTo>
                <a:lnTo>
                  <a:pt x="175121" y="109884"/>
                </a:lnTo>
                <a:lnTo>
                  <a:pt x="140947" y="140943"/>
                </a:lnTo>
                <a:lnTo>
                  <a:pt x="109888" y="175115"/>
                </a:lnTo>
                <a:lnTo>
                  <a:pt x="82186" y="212161"/>
                </a:lnTo>
                <a:lnTo>
                  <a:pt x="58081" y="251837"/>
                </a:lnTo>
                <a:lnTo>
                  <a:pt x="37817" y="293902"/>
                </a:lnTo>
                <a:lnTo>
                  <a:pt x="21635" y="338115"/>
                </a:lnTo>
                <a:lnTo>
                  <a:pt x="9776" y="384232"/>
                </a:lnTo>
                <a:lnTo>
                  <a:pt x="2484" y="432013"/>
                </a:lnTo>
                <a:lnTo>
                  <a:pt x="0" y="481215"/>
                </a:lnTo>
                <a:lnTo>
                  <a:pt x="2484" y="530415"/>
                </a:lnTo>
                <a:lnTo>
                  <a:pt x="9776" y="578195"/>
                </a:lnTo>
                <a:lnTo>
                  <a:pt x="21635" y="624311"/>
                </a:lnTo>
                <a:lnTo>
                  <a:pt x="37817" y="668523"/>
                </a:lnTo>
                <a:lnTo>
                  <a:pt x="58081" y="710588"/>
                </a:lnTo>
                <a:lnTo>
                  <a:pt x="82186" y="750264"/>
                </a:lnTo>
                <a:lnTo>
                  <a:pt x="109888" y="787310"/>
                </a:lnTo>
                <a:lnTo>
                  <a:pt x="140947" y="821483"/>
                </a:lnTo>
                <a:lnTo>
                  <a:pt x="175121" y="852542"/>
                </a:lnTo>
                <a:lnTo>
                  <a:pt x="212166" y="880245"/>
                </a:lnTo>
                <a:lnTo>
                  <a:pt x="251843" y="904349"/>
                </a:lnTo>
                <a:lnTo>
                  <a:pt x="293908" y="924613"/>
                </a:lnTo>
                <a:lnTo>
                  <a:pt x="338119" y="940796"/>
                </a:lnTo>
                <a:lnTo>
                  <a:pt x="384236" y="952654"/>
                </a:lnTo>
                <a:lnTo>
                  <a:pt x="432015" y="959946"/>
                </a:lnTo>
                <a:lnTo>
                  <a:pt x="481215" y="962431"/>
                </a:lnTo>
                <a:lnTo>
                  <a:pt x="530418" y="959946"/>
                </a:lnTo>
                <a:lnTo>
                  <a:pt x="578198" y="952654"/>
                </a:lnTo>
                <a:lnTo>
                  <a:pt x="624316" y="940796"/>
                </a:lnTo>
                <a:lnTo>
                  <a:pt x="668528" y="924613"/>
                </a:lnTo>
                <a:lnTo>
                  <a:pt x="710593" y="904349"/>
                </a:lnTo>
                <a:lnTo>
                  <a:pt x="750270" y="880245"/>
                </a:lnTo>
                <a:lnTo>
                  <a:pt x="787315" y="852542"/>
                </a:lnTo>
                <a:lnTo>
                  <a:pt x="821488" y="821483"/>
                </a:lnTo>
                <a:lnTo>
                  <a:pt x="852546" y="787310"/>
                </a:lnTo>
                <a:lnTo>
                  <a:pt x="880248" y="750264"/>
                </a:lnTo>
                <a:lnTo>
                  <a:pt x="904352" y="710588"/>
                </a:lnTo>
                <a:lnTo>
                  <a:pt x="924615" y="668523"/>
                </a:lnTo>
                <a:lnTo>
                  <a:pt x="940797" y="624311"/>
                </a:lnTo>
                <a:lnTo>
                  <a:pt x="952655" y="578195"/>
                </a:lnTo>
                <a:lnTo>
                  <a:pt x="959946" y="530415"/>
                </a:lnTo>
                <a:lnTo>
                  <a:pt x="962431" y="481215"/>
                </a:lnTo>
                <a:lnTo>
                  <a:pt x="959946" y="432013"/>
                </a:lnTo>
                <a:lnTo>
                  <a:pt x="952655" y="384232"/>
                </a:lnTo>
                <a:lnTo>
                  <a:pt x="940797" y="338115"/>
                </a:lnTo>
                <a:lnTo>
                  <a:pt x="924615" y="293902"/>
                </a:lnTo>
                <a:lnTo>
                  <a:pt x="904352" y="251837"/>
                </a:lnTo>
                <a:lnTo>
                  <a:pt x="880248" y="212161"/>
                </a:lnTo>
                <a:lnTo>
                  <a:pt x="852546" y="175115"/>
                </a:lnTo>
                <a:lnTo>
                  <a:pt x="821488" y="140943"/>
                </a:lnTo>
                <a:lnTo>
                  <a:pt x="787315" y="109884"/>
                </a:lnTo>
                <a:lnTo>
                  <a:pt x="750270" y="82182"/>
                </a:lnTo>
                <a:lnTo>
                  <a:pt x="710593" y="58079"/>
                </a:lnTo>
                <a:lnTo>
                  <a:pt x="668528" y="37815"/>
                </a:lnTo>
                <a:lnTo>
                  <a:pt x="624316" y="21634"/>
                </a:lnTo>
                <a:lnTo>
                  <a:pt x="578198" y="9776"/>
                </a:lnTo>
                <a:lnTo>
                  <a:pt x="530418" y="2484"/>
                </a:lnTo>
                <a:lnTo>
                  <a:pt x="481215" y="0"/>
                </a:lnTo>
                <a:close/>
              </a:path>
            </a:pathLst>
          </a:custGeom>
          <a:solidFill>
            <a:srgbClr val="4472C4"/>
          </a:solidFill>
        </p:spPr>
        <p:txBody>
          <a:bodyPr wrap="square" lIns="0" tIns="0" rIns="0" bIns="0" rtlCol="0"/>
          <a:lstStyle/>
          <a:p/>
        </p:txBody>
      </p:sp>
      <p:sp>
        <p:nvSpPr>
          <p:cNvPr id="22" name="object 22"/>
          <p:cNvSpPr txBox="1"/>
          <p:nvPr/>
        </p:nvSpPr>
        <p:spPr>
          <a:xfrm>
            <a:off x="4778082" y="2899664"/>
            <a:ext cx="558800" cy="665480"/>
          </a:xfrm>
          <a:prstGeom prst="rect">
            <a:avLst/>
          </a:prstGeom>
        </p:spPr>
        <p:txBody>
          <a:bodyPr vert="horz" wrap="square" lIns="0" tIns="12700" rIns="0" bIns="0" rtlCol="0">
            <a:spAutoFit/>
          </a:bodyPr>
          <a:lstStyle/>
          <a:p>
            <a:pPr marL="12700" marR="5080">
              <a:lnSpc>
                <a:spcPct val="100000"/>
              </a:lnSpc>
              <a:spcBef>
                <a:spcPts val="100"/>
              </a:spcBef>
            </a:pPr>
            <a:r>
              <a:rPr sz="2100" spc="-25" dirty="0">
                <a:solidFill>
                  <a:srgbClr val="FFFFFF"/>
                </a:solidFill>
                <a:latin typeface="宋体" panose="02010600030101010101" pitchFamily="2" charset="-122"/>
                <a:cs typeface="宋体" panose="02010600030101010101" pitchFamily="2" charset="-122"/>
              </a:rPr>
              <a:t>移出故障</a:t>
            </a:r>
            <a:endParaRPr sz="2100">
              <a:latin typeface="宋体" panose="02010600030101010101" pitchFamily="2" charset="-122"/>
              <a:cs typeface="宋体" panose="02010600030101010101" pitchFamily="2" charset="-122"/>
            </a:endParaRPr>
          </a:p>
        </p:txBody>
      </p:sp>
      <p:sp>
        <p:nvSpPr>
          <p:cNvPr id="23" name="object 23"/>
          <p:cNvSpPr/>
          <p:nvPr/>
        </p:nvSpPr>
        <p:spPr>
          <a:xfrm>
            <a:off x="5517654" y="2764955"/>
            <a:ext cx="271145" cy="289560"/>
          </a:xfrm>
          <a:custGeom>
            <a:avLst/>
            <a:gdLst/>
            <a:ahLst/>
            <a:cxnLst/>
            <a:rect l="l" t="t" r="r" b="b"/>
            <a:pathLst>
              <a:path w="271145" h="289560">
                <a:moveTo>
                  <a:pt x="78511" y="0"/>
                </a:moveTo>
                <a:lnTo>
                  <a:pt x="110985" y="56260"/>
                </a:lnTo>
                <a:lnTo>
                  <a:pt x="0" y="120332"/>
                </a:lnTo>
                <a:lnTo>
                  <a:pt x="97447" y="289115"/>
                </a:lnTo>
                <a:lnTo>
                  <a:pt x="208432" y="225043"/>
                </a:lnTo>
                <a:lnTo>
                  <a:pt x="240918" y="281304"/>
                </a:lnTo>
                <a:lnTo>
                  <a:pt x="270700" y="76568"/>
                </a:lnTo>
                <a:lnTo>
                  <a:pt x="78511" y="0"/>
                </a:lnTo>
                <a:close/>
              </a:path>
            </a:pathLst>
          </a:custGeom>
          <a:solidFill>
            <a:srgbClr val="B0BCDE"/>
          </a:solidFill>
        </p:spPr>
        <p:txBody>
          <a:bodyPr wrap="square" lIns="0" tIns="0" rIns="0" bIns="0" rtlCol="0"/>
          <a:lstStyle/>
          <a:p/>
        </p:txBody>
      </p:sp>
      <p:sp>
        <p:nvSpPr>
          <p:cNvPr id="24" name="object 24"/>
          <p:cNvSpPr txBox="1"/>
          <p:nvPr/>
        </p:nvSpPr>
        <p:spPr>
          <a:xfrm>
            <a:off x="608330" y="1690116"/>
            <a:ext cx="2444115" cy="330200"/>
          </a:xfrm>
          <a:prstGeom prst="rect">
            <a:avLst/>
          </a:prstGeom>
        </p:spPr>
        <p:txBody>
          <a:bodyPr vert="horz" wrap="square" lIns="0" tIns="12700" rIns="0" bIns="0" rtlCol="0">
            <a:spAutoFit/>
          </a:bodyPr>
          <a:lstStyle/>
          <a:p>
            <a:pPr marL="12700">
              <a:lnSpc>
                <a:spcPct val="100000"/>
              </a:lnSpc>
              <a:spcBef>
                <a:spcPts val="100"/>
              </a:spcBef>
              <a:tabLst>
                <a:tab pos="469265" algn="l"/>
              </a:tabLst>
            </a:pPr>
            <a:r>
              <a:rPr sz="2000" b="1" spc="-25" dirty="0">
                <a:solidFill>
                  <a:srgbClr val="009FE8"/>
                </a:solidFill>
                <a:latin typeface="微软雅黑" panose="020B0503020204020204" charset="-122"/>
                <a:cs typeface="微软雅黑" panose="020B0503020204020204" charset="-122"/>
              </a:rPr>
              <a:t>1.</a:t>
            </a:r>
            <a:r>
              <a:rPr sz="2000" b="1" dirty="0">
                <a:solidFill>
                  <a:srgbClr val="009FE8"/>
                </a:solidFill>
                <a:latin typeface="微软雅黑" panose="020B0503020204020204" charset="-122"/>
                <a:cs typeface="微软雅黑" panose="020B0503020204020204" charset="-122"/>
              </a:rPr>
              <a:t>	</a:t>
            </a:r>
            <a:r>
              <a:rPr sz="2000" b="1" spc="-50" dirty="0">
                <a:solidFill>
                  <a:srgbClr val="009FE8"/>
                </a:solidFill>
                <a:latin typeface="微软雅黑" panose="020B0503020204020204" charset="-122"/>
                <a:cs typeface="微软雅黑" panose="020B0503020204020204" charset="-122"/>
              </a:rPr>
              <a:t>ATPG</a:t>
            </a:r>
            <a:r>
              <a:rPr sz="2000" b="1" spc="-10" dirty="0">
                <a:solidFill>
                  <a:srgbClr val="009FE8"/>
                </a:solidFill>
                <a:latin typeface="微软雅黑" panose="020B0503020204020204" charset="-122"/>
                <a:cs typeface="微软雅黑" panose="020B0503020204020204" charset="-122"/>
              </a:rPr>
              <a:t>的基本概念</a:t>
            </a:r>
            <a:endParaRPr sz="2000">
              <a:latin typeface="微软雅黑" panose="020B0503020204020204" charset="-122"/>
              <a:cs typeface="微软雅黑" panose="020B0503020204020204" charset="-122"/>
            </a:endParaRPr>
          </a:p>
        </p:txBody>
      </p:sp>
      <p:sp>
        <p:nvSpPr>
          <p:cNvPr id="27" name="object 27"/>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
        <p:nvSpPr>
          <p:cNvPr id="25" name="object 25"/>
          <p:cNvSpPr txBox="1"/>
          <p:nvPr/>
        </p:nvSpPr>
        <p:spPr>
          <a:xfrm>
            <a:off x="1065530" y="2340355"/>
            <a:ext cx="1979930" cy="299720"/>
          </a:xfrm>
          <a:prstGeom prst="rect">
            <a:avLst/>
          </a:prstGeom>
        </p:spPr>
        <p:txBody>
          <a:bodyPr vert="horz" wrap="square" lIns="0" tIns="12700" rIns="0" bIns="0" rtlCol="0">
            <a:spAutoFit/>
          </a:bodyPr>
          <a:lstStyle/>
          <a:p>
            <a:pPr marL="12700">
              <a:lnSpc>
                <a:spcPct val="100000"/>
              </a:lnSpc>
              <a:spcBef>
                <a:spcPts val="100"/>
              </a:spcBef>
            </a:pPr>
            <a:r>
              <a:rPr sz="1800" spc="-55" dirty="0">
                <a:solidFill>
                  <a:srgbClr val="009FE8"/>
                </a:solidFill>
                <a:latin typeface="微软雅黑" panose="020B0503020204020204" charset="-122"/>
                <a:cs typeface="微软雅黑" panose="020B0503020204020204" charset="-122"/>
              </a:rPr>
              <a:t>ATPG</a:t>
            </a:r>
            <a:r>
              <a:rPr sz="1800" spc="-10" dirty="0">
                <a:solidFill>
                  <a:srgbClr val="009FE8"/>
                </a:solidFill>
                <a:latin typeface="微软雅黑" panose="020B0503020204020204" charset="-122"/>
                <a:cs typeface="微软雅黑" panose="020B0503020204020204" charset="-122"/>
              </a:rPr>
              <a:t>的核心流程：</a:t>
            </a:r>
            <a:endParaRPr sz="1800">
              <a:latin typeface="微软雅黑" panose="020B0503020204020204" charset="-122"/>
              <a:cs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340662" y="2173490"/>
            <a:ext cx="10466705" cy="4636135"/>
            <a:chOff x="1340662" y="2173490"/>
            <a:chExt cx="10466705" cy="4636135"/>
          </a:xfrm>
        </p:grpSpPr>
        <p:pic>
          <p:nvPicPr>
            <p:cNvPr id="3" name="object 3"/>
            <p:cNvPicPr/>
            <p:nvPr/>
          </p:nvPicPr>
          <p:blipFill>
            <a:blip r:embed="rId1" cstate="print"/>
            <a:stretch>
              <a:fillRect/>
            </a:stretch>
          </p:blipFill>
          <p:spPr>
            <a:xfrm>
              <a:off x="10506951" y="6264370"/>
              <a:ext cx="1300238" cy="544874"/>
            </a:xfrm>
            <a:prstGeom prst="rect">
              <a:avLst/>
            </a:prstGeom>
          </p:spPr>
        </p:pic>
        <p:pic>
          <p:nvPicPr>
            <p:cNvPr id="4" name="object 4"/>
            <p:cNvPicPr/>
            <p:nvPr/>
          </p:nvPicPr>
          <p:blipFill>
            <a:blip r:embed="rId2" cstate="print"/>
            <a:stretch>
              <a:fillRect/>
            </a:stretch>
          </p:blipFill>
          <p:spPr>
            <a:xfrm>
              <a:off x="1340662" y="2173490"/>
              <a:ext cx="5025041" cy="3747728"/>
            </a:xfrm>
            <a:prstGeom prst="rect">
              <a:avLst/>
            </a:prstGeom>
          </p:spPr>
        </p:pic>
      </p:grpSp>
      <p:pic>
        <p:nvPicPr>
          <p:cNvPr id="5" name="object 5"/>
          <p:cNvPicPr/>
          <p:nvPr/>
        </p:nvPicPr>
        <p:blipFill>
          <a:blip r:embed="rId3" cstate="print"/>
          <a:stretch>
            <a:fillRect/>
          </a:stretch>
        </p:blipFill>
        <p:spPr>
          <a:xfrm>
            <a:off x="11273497" y="44805"/>
            <a:ext cx="851295" cy="851295"/>
          </a:xfrm>
          <a:prstGeom prst="rect">
            <a:avLst/>
          </a:prstGeom>
        </p:spPr>
      </p:pic>
      <p:sp>
        <p:nvSpPr>
          <p:cNvPr id="6" name="object 6"/>
          <p:cNvSpPr txBox="1">
            <a:spLocks noGrp="1"/>
          </p:cNvSpPr>
          <p:nvPr>
            <p:ph type="title"/>
          </p:nvPr>
        </p:nvSpPr>
        <p:spPr>
          <a:xfrm>
            <a:off x="455930" y="364236"/>
            <a:ext cx="3886200" cy="596900"/>
          </a:xfrm>
          <a:prstGeom prst="rect">
            <a:avLst/>
          </a:prstGeom>
        </p:spPr>
        <p:txBody>
          <a:bodyPr vert="horz" wrap="square" lIns="0" tIns="12700" rIns="0" bIns="0" rtlCol="0">
            <a:spAutoFit/>
          </a:bodyPr>
          <a:lstStyle/>
          <a:p>
            <a:pPr marL="12700">
              <a:lnSpc>
                <a:spcPct val="100000"/>
              </a:lnSpc>
              <a:spcBef>
                <a:spcPts val="100"/>
              </a:spcBef>
            </a:pPr>
            <a:r>
              <a:rPr spc="-50" dirty="0">
                <a:solidFill>
                  <a:srgbClr val="009FE8"/>
                </a:solidFill>
                <a:sym typeface="+mn-ea"/>
              </a:rPr>
              <a:t>ATPG</a:t>
            </a:r>
            <a:r>
              <a:rPr spc="-10" dirty="0">
                <a:solidFill>
                  <a:srgbClr val="009FE8"/>
                </a:solidFill>
                <a:sym typeface="+mn-ea"/>
              </a:rPr>
              <a:t>的基本概念</a:t>
            </a:r>
            <a:endParaRPr spc="-25" dirty="0"/>
          </a:p>
        </p:txBody>
      </p:sp>
      <p:sp>
        <p:nvSpPr>
          <p:cNvPr id="7" name="object 7"/>
          <p:cNvSpPr txBox="1"/>
          <p:nvPr/>
        </p:nvSpPr>
        <p:spPr>
          <a:xfrm>
            <a:off x="608330" y="1690116"/>
            <a:ext cx="2962275" cy="320040"/>
          </a:xfrm>
          <a:prstGeom prst="rect">
            <a:avLst/>
          </a:prstGeom>
        </p:spPr>
        <p:txBody>
          <a:bodyPr vert="horz" wrap="square" lIns="0" tIns="12700" rIns="0" bIns="0" rtlCol="0">
            <a:spAutoFit/>
          </a:bodyPr>
          <a:lstStyle/>
          <a:p>
            <a:pPr marL="12700">
              <a:lnSpc>
                <a:spcPct val="100000"/>
              </a:lnSpc>
              <a:spcBef>
                <a:spcPts val="100"/>
              </a:spcBef>
              <a:tabLst>
                <a:tab pos="469265" algn="l"/>
              </a:tabLst>
            </a:pPr>
            <a:r>
              <a:rPr sz="2000" b="1" spc="-25" dirty="0">
                <a:solidFill>
                  <a:srgbClr val="009FE8"/>
                </a:solidFill>
                <a:latin typeface="微软雅黑" panose="020B0503020204020204" charset="-122"/>
                <a:cs typeface="微软雅黑" panose="020B0503020204020204" charset="-122"/>
              </a:rPr>
              <a:t>2.</a:t>
            </a:r>
            <a:r>
              <a:rPr sz="2000" b="1" dirty="0">
                <a:solidFill>
                  <a:srgbClr val="009FE8"/>
                </a:solidFill>
                <a:latin typeface="微软雅黑" panose="020B0503020204020204" charset="-122"/>
                <a:cs typeface="微软雅黑" panose="020B0503020204020204" charset="-122"/>
              </a:rPr>
              <a:t>	</a:t>
            </a:r>
            <a:r>
              <a:rPr sz="2000" b="1" spc="-50" dirty="0">
                <a:solidFill>
                  <a:srgbClr val="009FE8"/>
                </a:solidFill>
                <a:latin typeface="微软雅黑" panose="020B0503020204020204" charset="-122"/>
                <a:cs typeface="微软雅黑" panose="020B0503020204020204" charset="-122"/>
              </a:rPr>
              <a:t>ATPG</a:t>
            </a:r>
            <a:r>
              <a:rPr sz="2000" b="1" spc="-20" dirty="0">
                <a:solidFill>
                  <a:srgbClr val="009FE8"/>
                </a:solidFill>
                <a:latin typeface="微软雅黑" panose="020B0503020204020204" charset="-122"/>
                <a:cs typeface="微软雅黑" panose="020B0503020204020204" charset="-122"/>
              </a:rPr>
              <a:t>的流程</a:t>
            </a:r>
            <a:endParaRPr sz="2000">
              <a:latin typeface="微软雅黑" panose="020B0503020204020204" charset="-122"/>
              <a:cs typeface="微软雅黑" panose="020B0503020204020204" charset="-122"/>
            </a:endParaRPr>
          </a:p>
        </p:txBody>
      </p:sp>
      <p:sp>
        <p:nvSpPr>
          <p:cNvPr id="8" name="object 8"/>
          <p:cNvSpPr txBox="1"/>
          <p:nvPr/>
        </p:nvSpPr>
        <p:spPr>
          <a:xfrm>
            <a:off x="3349193" y="2520188"/>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FFFFFF"/>
                </a:solidFill>
                <a:latin typeface="宋体" panose="02010600030101010101" pitchFamily="2" charset="-122"/>
                <a:cs typeface="宋体" panose="02010600030101010101" pitchFamily="2" charset="-122"/>
              </a:rPr>
              <a:t>扫描网表</a:t>
            </a:r>
            <a:endParaRPr sz="1800">
              <a:latin typeface="宋体" panose="02010600030101010101" pitchFamily="2" charset="-122"/>
              <a:cs typeface="宋体" panose="02010600030101010101" pitchFamily="2" charset="-122"/>
            </a:endParaRPr>
          </a:p>
        </p:txBody>
      </p:sp>
      <p:sp>
        <p:nvSpPr>
          <p:cNvPr id="9" name="object 9"/>
          <p:cNvSpPr txBox="1"/>
          <p:nvPr/>
        </p:nvSpPr>
        <p:spPr>
          <a:xfrm>
            <a:off x="1784007" y="3233420"/>
            <a:ext cx="82550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FFFFFF"/>
                </a:solidFill>
                <a:latin typeface="Arial" panose="020B0604020202020204"/>
                <a:cs typeface="Arial" panose="020B0604020202020204"/>
              </a:rPr>
              <a:t>DO</a:t>
            </a:r>
            <a:r>
              <a:rPr sz="1800" spc="-25" dirty="0">
                <a:solidFill>
                  <a:srgbClr val="FFFFFF"/>
                </a:solidFill>
                <a:latin typeface="宋体" panose="02010600030101010101" pitchFamily="2" charset="-122"/>
                <a:cs typeface="宋体" panose="02010600030101010101" pitchFamily="2" charset="-122"/>
              </a:rPr>
              <a:t>文件</a:t>
            </a:r>
            <a:endParaRPr sz="1800">
              <a:latin typeface="宋体" panose="02010600030101010101" pitchFamily="2" charset="-122"/>
              <a:cs typeface="宋体" panose="02010600030101010101" pitchFamily="2" charset="-122"/>
            </a:endParaRPr>
          </a:p>
        </p:txBody>
      </p:sp>
      <p:sp>
        <p:nvSpPr>
          <p:cNvPr id="10" name="object 10"/>
          <p:cNvSpPr txBox="1"/>
          <p:nvPr/>
        </p:nvSpPr>
        <p:spPr>
          <a:xfrm>
            <a:off x="1479169" y="4220971"/>
            <a:ext cx="1435735" cy="299720"/>
          </a:xfrm>
          <a:prstGeom prst="rect">
            <a:avLst/>
          </a:prstGeom>
        </p:spPr>
        <p:txBody>
          <a:bodyPr vert="horz" wrap="square" lIns="0" tIns="12700" rIns="0" bIns="0" rtlCol="0">
            <a:spAutoFit/>
          </a:bodyPr>
          <a:lstStyle/>
          <a:p>
            <a:pPr marL="12700">
              <a:lnSpc>
                <a:spcPct val="100000"/>
              </a:lnSpc>
              <a:spcBef>
                <a:spcPts val="100"/>
              </a:spcBef>
            </a:pPr>
            <a:r>
              <a:rPr sz="1800" spc="-40" dirty="0">
                <a:solidFill>
                  <a:srgbClr val="FFFFFF"/>
                </a:solidFill>
                <a:latin typeface="Arial" panose="020B0604020202020204"/>
                <a:cs typeface="Arial" panose="020B0604020202020204"/>
              </a:rPr>
              <a:t>Test </a:t>
            </a:r>
            <a:r>
              <a:rPr sz="1800" spc="-10" dirty="0">
                <a:solidFill>
                  <a:srgbClr val="FFFFFF"/>
                </a:solidFill>
                <a:latin typeface="Arial" panose="020B0604020202020204"/>
                <a:cs typeface="Arial" panose="020B0604020202020204"/>
              </a:rPr>
              <a:t>Proc</a:t>
            </a:r>
            <a:r>
              <a:rPr sz="1800" spc="-25" dirty="0">
                <a:solidFill>
                  <a:srgbClr val="FFFFFF"/>
                </a:solidFill>
                <a:latin typeface="宋体" panose="02010600030101010101" pitchFamily="2" charset="-122"/>
                <a:cs typeface="宋体" panose="02010600030101010101" pitchFamily="2" charset="-122"/>
              </a:rPr>
              <a:t>文件</a:t>
            </a:r>
            <a:endParaRPr sz="1800">
              <a:latin typeface="宋体" panose="02010600030101010101" pitchFamily="2" charset="-122"/>
              <a:cs typeface="宋体" panose="02010600030101010101" pitchFamily="2" charset="-122"/>
            </a:endParaRPr>
          </a:p>
        </p:txBody>
      </p:sp>
      <p:sp>
        <p:nvSpPr>
          <p:cNvPr id="11" name="object 11"/>
          <p:cNvSpPr txBox="1"/>
          <p:nvPr/>
        </p:nvSpPr>
        <p:spPr>
          <a:xfrm>
            <a:off x="4393260" y="3833876"/>
            <a:ext cx="63119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FFFFFF"/>
                </a:solidFill>
                <a:latin typeface="Arial" panose="020B0604020202020204"/>
                <a:cs typeface="Arial" panose="020B0604020202020204"/>
              </a:rPr>
              <a:t>ATPG</a:t>
            </a:r>
            <a:endParaRPr sz="1800">
              <a:latin typeface="Arial" panose="020B0604020202020204"/>
              <a:cs typeface="Arial" panose="020B0604020202020204"/>
            </a:endParaRPr>
          </a:p>
        </p:txBody>
      </p:sp>
      <p:sp>
        <p:nvSpPr>
          <p:cNvPr id="12" name="object 12"/>
          <p:cNvSpPr txBox="1"/>
          <p:nvPr/>
        </p:nvSpPr>
        <p:spPr>
          <a:xfrm>
            <a:off x="4238739" y="5345683"/>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FFFFFF"/>
                </a:solidFill>
                <a:latin typeface="宋体" panose="02010600030101010101" pitchFamily="2" charset="-122"/>
                <a:cs typeface="宋体" panose="02010600030101010101" pitchFamily="2" charset="-122"/>
              </a:rPr>
              <a:t>向量文件</a:t>
            </a:r>
            <a:endParaRPr sz="1800">
              <a:latin typeface="宋体" panose="02010600030101010101" pitchFamily="2" charset="-122"/>
              <a:cs typeface="宋体" panose="02010600030101010101" pitchFamily="2" charset="-122"/>
            </a:endParaRPr>
          </a:p>
        </p:txBody>
      </p:sp>
      <p:sp>
        <p:nvSpPr>
          <p:cNvPr id="13" name="object 13"/>
          <p:cNvSpPr txBox="1"/>
          <p:nvPr/>
        </p:nvSpPr>
        <p:spPr>
          <a:xfrm>
            <a:off x="5231168" y="2514091"/>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FFFFFF"/>
                </a:solidFill>
                <a:latin typeface="宋体" panose="02010600030101010101" pitchFamily="2" charset="-122"/>
                <a:cs typeface="宋体" panose="02010600030101010101" pitchFamily="2" charset="-122"/>
              </a:rPr>
              <a:t>库文件</a:t>
            </a:r>
            <a:endParaRPr sz="1800">
              <a:latin typeface="宋体" panose="02010600030101010101" pitchFamily="2" charset="-122"/>
              <a:cs typeface="宋体" panose="02010600030101010101" pitchFamily="2" charset="-122"/>
            </a:endParaRPr>
          </a:p>
        </p:txBody>
      </p:sp>
      <p:grpSp>
        <p:nvGrpSpPr>
          <p:cNvPr id="14" name="object 14"/>
          <p:cNvGrpSpPr/>
          <p:nvPr/>
        </p:nvGrpSpPr>
        <p:grpSpPr>
          <a:xfrm>
            <a:off x="5618920" y="1971535"/>
            <a:ext cx="5091430" cy="4446270"/>
            <a:chOff x="5618920" y="1971535"/>
            <a:chExt cx="5091430" cy="4446270"/>
          </a:xfrm>
        </p:grpSpPr>
        <p:sp>
          <p:nvSpPr>
            <p:cNvPr id="15" name="object 15"/>
            <p:cNvSpPr/>
            <p:nvPr/>
          </p:nvSpPr>
          <p:spPr>
            <a:xfrm>
              <a:off x="5633208" y="1985822"/>
              <a:ext cx="5062855" cy="4417695"/>
            </a:xfrm>
            <a:custGeom>
              <a:avLst/>
              <a:gdLst/>
              <a:ahLst/>
              <a:cxnLst/>
              <a:rect l="l" t="t" r="r" b="b"/>
              <a:pathLst>
                <a:path w="5062855" h="4417695">
                  <a:moveTo>
                    <a:pt x="1556350" y="0"/>
                  </a:moveTo>
                  <a:lnTo>
                    <a:pt x="2140710" y="0"/>
                  </a:lnTo>
                  <a:lnTo>
                    <a:pt x="3017251" y="0"/>
                  </a:lnTo>
                  <a:lnTo>
                    <a:pt x="5062502" y="0"/>
                  </a:lnTo>
                  <a:lnTo>
                    <a:pt x="5062502" y="736239"/>
                  </a:lnTo>
                  <a:lnTo>
                    <a:pt x="5062502" y="1840601"/>
                  </a:lnTo>
                  <a:lnTo>
                    <a:pt x="5062502" y="4417442"/>
                  </a:lnTo>
                  <a:lnTo>
                    <a:pt x="3017251" y="4417442"/>
                  </a:lnTo>
                  <a:lnTo>
                    <a:pt x="2140710" y="4417442"/>
                  </a:lnTo>
                  <a:lnTo>
                    <a:pt x="1556350" y="4417442"/>
                  </a:lnTo>
                  <a:lnTo>
                    <a:pt x="1556350" y="1840601"/>
                  </a:lnTo>
                  <a:lnTo>
                    <a:pt x="0" y="2014971"/>
                  </a:lnTo>
                  <a:lnTo>
                    <a:pt x="1556350" y="736239"/>
                  </a:lnTo>
                  <a:lnTo>
                    <a:pt x="1556350" y="0"/>
                  </a:lnTo>
                  <a:close/>
                </a:path>
              </a:pathLst>
            </a:custGeom>
            <a:ln w="28575">
              <a:solidFill>
                <a:srgbClr val="2F528F"/>
              </a:solidFill>
            </a:ln>
          </p:spPr>
          <p:txBody>
            <a:bodyPr wrap="square" lIns="0" tIns="0" rIns="0" bIns="0" rtlCol="0"/>
            <a:lstStyle/>
            <a:p/>
          </p:txBody>
        </p:sp>
        <p:sp>
          <p:nvSpPr>
            <p:cNvPr id="16" name="object 16"/>
            <p:cNvSpPr/>
            <p:nvPr/>
          </p:nvSpPr>
          <p:spPr>
            <a:xfrm>
              <a:off x="7379855" y="2198255"/>
              <a:ext cx="3131185" cy="434340"/>
            </a:xfrm>
            <a:custGeom>
              <a:avLst/>
              <a:gdLst/>
              <a:ahLst/>
              <a:cxnLst/>
              <a:rect l="l" t="t" r="r" b="b"/>
              <a:pathLst>
                <a:path w="3131184" h="434339">
                  <a:moveTo>
                    <a:pt x="3058769" y="0"/>
                  </a:moveTo>
                  <a:lnTo>
                    <a:pt x="72351" y="0"/>
                  </a:lnTo>
                  <a:lnTo>
                    <a:pt x="44191" y="5686"/>
                  </a:lnTo>
                  <a:lnTo>
                    <a:pt x="21193" y="21193"/>
                  </a:lnTo>
                  <a:lnTo>
                    <a:pt x="5686" y="44191"/>
                  </a:lnTo>
                  <a:lnTo>
                    <a:pt x="0" y="72351"/>
                  </a:lnTo>
                  <a:lnTo>
                    <a:pt x="0" y="361759"/>
                  </a:lnTo>
                  <a:lnTo>
                    <a:pt x="5686" y="389920"/>
                  </a:lnTo>
                  <a:lnTo>
                    <a:pt x="21193" y="412918"/>
                  </a:lnTo>
                  <a:lnTo>
                    <a:pt x="44191" y="428424"/>
                  </a:lnTo>
                  <a:lnTo>
                    <a:pt x="72351" y="434111"/>
                  </a:lnTo>
                  <a:lnTo>
                    <a:pt x="3058769" y="434111"/>
                  </a:lnTo>
                  <a:lnTo>
                    <a:pt x="3086935" y="428424"/>
                  </a:lnTo>
                  <a:lnTo>
                    <a:pt x="3109933" y="412918"/>
                  </a:lnTo>
                  <a:lnTo>
                    <a:pt x="3125436" y="389920"/>
                  </a:lnTo>
                  <a:lnTo>
                    <a:pt x="3131121" y="361759"/>
                  </a:lnTo>
                  <a:lnTo>
                    <a:pt x="3131121" y="72351"/>
                  </a:lnTo>
                  <a:lnTo>
                    <a:pt x="3125436" y="44191"/>
                  </a:lnTo>
                  <a:lnTo>
                    <a:pt x="3109933" y="21193"/>
                  </a:lnTo>
                  <a:lnTo>
                    <a:pt x="3086935" y="5686"/>
                  </a:lnTo>
                  <a:lnTo>
                    <a:pt x="3058769" y="0"/>
                  </a:lnTo>
                  <a:close/>
                </a:path>
              </a:pathLst>
            </a:custGeom>
            <a:solidFill>
              <a:srgbClr val="FBE5D6"/>
            </a:solidFill>
          </p:spPr>
          <p:txBody>
            <a:bodyPr wrap="square" lIns="0" tIns="0" rIns="0" bIns="0" rtlCol="0"/>
            <a:lstStyle/>
            <a:p/>
          </p:txBody>
        </p:sp>
        <p:sp>
          <p:nvSpPr>
            <p:cNvPr id="17" name="object 17"/>
            <p:cNvSpPr/>
            <p:nvPr/>
          </p:nvSpPr>
          <p:spPr>
            <a:xfrm>
              <a:off x="7379855" y="2198255"/>
              <a:ext cx="3131185" cy="434340"/>
            </a:xfrm>
            <a:custGeom>
              <a:avLst/>
              <a:gdLst/>
              <a:ahLst/>
              <a:cxnLst/>
              <a:rect l="l" t="t" r="r" b="b"/>
              <a:pathLst>
                <a:path w="3131184" h="434339">
                  <a:moveTo>
                    <a:pt x="0" y="72354"/>
                  </a:moveTo>
                  <a:lnTo>
                    <a:pt x="5685" y="44190"/>
                  </a:lnTo>
                  <a:lnTo>
                    <a:pt x="21192" y="21192"/>
                  </a:lnTo>
                  <a:lnTo>
                    <a:pt x="44190" y="5685"/>
                  </a:lnTo>
                  <a:lnTo>
                    <a:pt x="72354" y="0"/>
                  </a:lnTo>
                  <a:lnTo>
                    <a:pt x="3058771" y="0"/>
                  </a:lnTo>
                  <a:lnTo>
                    <a:pt x="3086936" y="5685"/>
                  </a:lnTo>
                  <a:lnTo>
                    <a:pt x="3109936" y="21192"/>
                  </a:lnTo>
                  <a:lnTo>
                    <a:pt x="3125444" y="44190"/>
                  </a:lnTo>
                  <a:lnTo>
                    <a:pt x="3131131" y="72354"/>
                  </a:lnTo>
                  <a:lnTo>
                    <a:pt x="3131131" y="361755"/>
                  </a:lnTo>
                  <a:lnTo>
                    <a:pt x="3125444" y="389918"/>
                  </a:lnTo>
                  <a:lnTo>
                    <a:pt x="3109936" y="412917"/>
                  </a:lnTo>
                  <a:lnTo>
                    <a:pt x="3086936" y="428423"/>
                  </a:lnTo>
                  <a:lnTo>
                    <a:pt x="3058771" y="434109"/>
                  </a:lnTo>
                  <a:lnTo>
                    <a:pt x="72354" y="434109"/>
                  </a:lnTo>
                  <a:lnTo>
                    <a:pt x="44190" y="428423"/>
                  </a:lnTo>
                  <a:lnTo>
                    <a:pt x="21192" y="412917"/>
                  </a:lnTo>
                  <a:lnTo>
                    <a:pt x="5685" y="389918"/>
                  </a:lnTo>
                  <a:lnTo>
                    <a:pt x="0" y="361755"/>
                  </a:lnTo>
                  <a:lnTo>
                    <a:pt x="0" y="72354"/>
                  </a:lnTo>
                  <a:close/>
                </a:path>
              </a:pathLst>
            </a:custGeom>
            <a:ln w="12700">
              <a:solidFill>
                <a:srgbClr val="2F528F"/>
              </a:solidFill>
            </a:ln>
          </p:spPr>
          <p:txBody>
            <a:bodyPr wrap="square" lIns="0" tIns="0" rIns="0" bIns="0" rtlCol="0"/>
            <a:lstStyle/>
            <a:p/>
          </p:txBody>
        </p:sp>
      </p:grpSp>
      <p:sp>
        <p:nvSpPr>
          <p:cNvPr id="18" name="object 18"/>
          <p:cNvSpPr txBox="1"/>
          <p:nvPr/>
        </p:nvSpPr>
        <p:spPr>
          <a:xfrm>
            <a:off x="8475509" y="2264155"/>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latin typeface="宋体" panose="02010600030101010101" pitchFamily="2" charset="-122"/>
                <a:cs typeface="宋体" panose="02010600030101010101" pitchFamily="2" charset="-122"/>
              </a:rPr>
              <a:t>工具配置</a:t>
            </a:r>
            <a:endParaRPr sz="1800">
              <a:latin typeface="宋体" panose="02010600030101010101" pitchFamily="2" charset="-122"/>
              <a:cs typeface="宋体" panose="02010600030101010101" pitchFamily="2" charset="-122"/>
            </a:endParaRPr>
          </a:p>
        </p:txBody>
      </p:sp>
      <p:grpSp>
        <p:nvGrpSpPr>
          <p:cNvPr id="19" name="object 19"/>
          <p:cNvGrpSpPr/>
          <p:nvPr/>
        </p:nvGrpSpPr>
        <p:grpSpPr>
          <a:xfrm>
            <a:off x="7355154" y="2778417"/>
            <a:ext cx="3143885" cy="447040"/>
            <a:chOff x="7355154" y="2778417"/>
            <a:chExt cx="3143885" cy="447040"/>
          </a:xfrm>
        </p:grpSpPr>
        <p:sp>
          <p:nvSpPr>
            <p:cNvPr id="20" name="object 20"/>
            <p:cNvSpPr/>
            <p:nvPr/>
          </p:nvSpPr>
          <p:spPr>
            <a:xfrm>
              <a:off x="7361504" y="2784767"/>
              <a:ext cx="3131185" cy="434340"/>
            </a:xfrm>
            <a:custGeom>
              <a:avLst/>
              <a:gdLst/>
              <a:ahLst/>
              <a:cxnLst/>
              <a:rect l="l" t="t" r="r" b="b"/>
              <a:pathLst>
                <a:path w="3131184" h="434339">
                  <a:moveTo>
                    <a:pt x="3058769" y="0"/>
                  </a:moveTo>
                  <a:lnTo>
                    <a:pt x="72351" y="0"/>
                  </a:lnTo>
                  <a:lnTo>
                    <a:pt x="44191" y="5686"/>
                  </a:lnTo>
                  <a:lnTo>
                    <a:pt x="21193" y="21193"/>
                  </a:lnTo>
                  <a:lnTo>
                    <a:pt x="5686" y="44191"/>
                  </a:lnTo>
                  <a:lnTo>
                    <a:pt x="0" y="72351"/>
                  </a:lnTo>
                  <a:lnTo>
                    <a:pt x="0" y="361759"/>
                  </a:lnTo>
                  <a:lnTo>
                    <a:pt x="5686" y="389920"/>
                  </a:lnTo>
                  <a:lnTo>
                    <a:pt x="21193" y="412918"/>
                  </a:lnTo>
                  <a:lnTo>
                    <a:pt x="44191" y="428424"/>
                  </a:lnTo>
                  <a:lnTo>
                    <a:pt x="72351" y="434111"/>
                  </a:lnTo>
                  <a:lnTo>
                    <a:pt x="3058769" y="434111"/>
                  </a:lnTo>
                  <a:lnTo>
                    <a:pt x="3086935" y="428424"/>
                  </a:lnTo>
                  <a:lnTo>
                    <a:pt x="3109933" y="412918"/>
                  </a:lnTo>
                  <a:lnTo>
                    <a:pt x="3125436" y="389920"/>
                  </a:lnTo>
                  <a:lnTo>
                    <a:pt x="3131121" y="361759"/>
                  </a:lnTo>
                  <a:lnTo>
                    <a:pt x="3131121" y="72351"/>
                  </a:lnTo>
                  <a:lnTo>
                    <a:pt x="3125436" y="44191"/>
                  </a:lnTo>
                  <a:lnTo>
                    <a:pt x="3109933" y="21193"/>
                  </a:lnTo>
                  <a:lnTo>
                    <a:pt x="3086935" y="5686"/>
                  </a:lnTo>
                  <a:lnTo>
                    <a:pt x="3058769" y="0"/>
                  </a:lnTo>
                  <a:close/>
                </a:path>
              </a:pathLst>
            </a:custGeom>
            <a:solidFill>
              <a:srgbClr val="FBE5D6"/>
            </a:solidFill>
          </p:spPr>
          <p:txBody>
            <a:bodyPr wrap="square" lIns="0" tIns="0" rIns="0" bIns="0" rtlCol="0"/>
            <a:lstStyle/>
            <a:p/>
          </p:txBody>
        </p:sp>
        <p:sp>
          <p:nvSpPr>
            <p:cNvPr id="21" name="object 21"/>
            <p:cNvSpPr/>
            <p:nvPr/>
          </p:nvSpPr>
          <p:spPr>
            <a:xfrm>
              <a:off x="7361504" y="2784767"/>
              <a:ext cx="3131185" cy="434340"/>
            </a:xfrm>
            <a:custGeom>
              <a:avLst/>
              <a:gdLst/>
              <a:ahLst/>
              <a:cxnLst/>
              <a:rect l="l" t="t" r="r" b="b"/>
              <a:pathLst>
                <a:path w="3131184" h="434339">
                  <a:moveTo>
                    <a:pt x="0" y="72354"/>
                  </a:moveTo>
                  <a:lnTo>
                    <a:pt x="5685" y="44190"/>
                  </a:lnTo>
                  <a:lnTo>
                    <a:pt x="21192" y="21192"/>
                  </a:lnTo>
                  <a:lnTo>
                    <a:pt x="44190" y="5685"/>
                  </a:lnTo>
                  <a:lnTo>
                    <a:pt x="72354" y="0"/>
                  </a:lnTo>
                  <a:lnTo>
                    <a:pt x="3058771" y="0"/>
                  </a:lnTo>
                  <a:lnTo>
                    <a:pt x="3086936" y="5685"/>
                  </a:lnTo>
                  <a:lnTo>
                    <a:pt x="3109936" y="21192"/>
                  </a:lnTo>
                  <a:lnTo>
                    <a:pt x="3125444" y="44190"/>
                  </a:lnTo>
                  <a:lnTo>
                    <a:pt x="3131131" y="72354"/>
                  </a:lnTo>
                  <a:lnTo>
                    <a:pt x="3131131" y="361755"/>
                  </a:lnTo>
                  <a:lnTo>
                    <a:pt x="3125444" y="389918"/>
                  </a:lnTo>
                  <a:lnTo>
                    <a:pt x="3109936" y="412917"/>
                  </a:lnTo>
                  <a:lnTo>
                    <a:pt x="3086936" y="428423"/>
                  </a:lnTo>
                  <a:lnTo>
                    <a:pt x="3058771" y="434109"/>
                  </a:lnTo>
                  <a:lnTo>
                    <a:pt x="72354" y="434109"/>
                  </a:lnTo>
                  <a:lnTo>
                    <a:pt x="44190" y="428423"/>
                  </a:lnTo>
                  <a:lnTo>
                    <a:pt x="21192" y="412917"/>
                  </a:lnTo>
                  <a:lnTo>
                    <a:pt x="5685" y="389918"/>
                  </a:lnTo>
                  <a:lnTo>
                    <a:pt x="0" y="361755"/>
                  </a:lnTo>
                  <a:lnTo>
                    <a:pt x="0" y="72354"/>
                  </a:lnTo>
                  <a:close/>
                </a:path>
              </a:pathLst>
            </a:custGeom>
            <a:ln w="12700">
              <a:solidFill>
                <a:srgbClr val="2F528F"/>
              </a:solidFill>
            </a:ln>
          </p:spPr>
          <p:txBody>
            <a:bodyPr wrap="square" lIns="0" tIns="0" rIns="0" bIns="0" rtlCol="0"/>
            <a:lstStyle/>
            <a:p/>
          </p:txBody>
        </p:sp>
      </p:grpSp>
      <p:sp>
        <p:nvSpPr>
          <p:cNvPr id="22" name="object 22"/>
          <p:cNvSpPr txBox="1"/>
          <p:nvPr/>
        </p:nvSpPr>
        <p:spPr>
          <a:xfrm>
            <a:off x="8228558" y="2852420"/>
            <a:ext cx="139700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宋体" panose="02010600030101010101" pitchFamily="2" charset="-122"/>
                <a:cs typeface="宋体" panose="02010600030101010101" pitchFamily="2" charset="-122"/>
              </a:rPr>
              <a:t>读入网表和库</a:t>
            </a:r>
            <a:endParaRPr sz="1800">
              <a:latin typeface="宋体" panose="02010600030101010101" pitchFamily="2" charset="-122"/>
              <a:cs typeface="宋体" panose="02010600030101010101" pitchFamily="2" charset="-122"/>
            </a:endParaRPr>
          </a:p>
        </p:txBody>
      </p:sp>
      <p:grpSp>
        <p:nvGrpSpPr>
          <p:cNvPr id="23" name="object 23"/>
          <p:cNvGrpSpPr/>
          <p:nvPr/>
        </p:nvGrpSpPr>
        <p:grpSpPr>
          <a:xfrm>
            <a:off x="7373619" y="3364928"/>
            <a:ext cx="3143885" cy="447040"/>
            <a:chOff x="7373619" y="3364928"/>
            <a:chExt cx="3143885" cy="447040"/>
          </a:xfrm>
        </p:grpSpPr>
        <p:sp>
          <p:nvSpPr>
            <p:cNvPr id="24" name="object 24"/>
            <p:cNvSpPr/>
            <p:nvPr/>
          </p:nvSpPr>
          <p:spPr>
            <a:xfrm>
              <a:off x="7379969" y="3371278"/>
              <a:ext cx="3131185" cy="434340"/>
            </a:xfrm>
            <a:custGeom>
              <a:avLst/>
              <a:gdLst/>
              <a:ahLst/>
              <a:cxnLst/>
              <a:rect l="l" t="t" r="r" b="b"/>
              <a:pathLst>
                <a:path w="3131184" h="434339">
                  <a:moveTo>
                    <a:pt x="3058782" y="0"/>
                  </a:moveTo>
                  <a:lnTo>
                    <a:pt x="72364" y="0"/>
                  </a:lnTo>
                  <a:lnTo>
                    <a:pt x="44196" y="5684"/>
                  </a:lnTo>
                  <a:lnTo>
                    <a:pt x="21194" y="21188"/>
                  </a:lnTo>
                  <a:lnTo>
                    <a:pt x="5686" y="44185"/>
                  </a:lnTo>
                  <a:lnTo>
                    <a:pt x="0" y="72351"/>
                  </a:lnTo>
                  <a:lnTo>
                    <a:pt x="0" y="361746"/>
                  </a:lnTo>
                  <a:lnTo>
                    <a:pt x="5686" y="389914"/>
                  </a:lnTo>
                  <a:lnTo>
                    <a:pt x="21194" y="412916"/>
                  </a:lnTo>
                  <a:lnTo>
                    <a:pt x="44196" y="428424"/>
                  </a:lnTo>
                  <a:lnTo>
                    <a:pt x="72364" y="434111"/>
                  </a:lnTo>
                  <a:lnTo>
                    <a:pt x="3058782" y="434111"/>
                  </a:lnTo>
                  <a:lnTo>
                    <a:pt x="3086942" y="428424"/>
                  </a:lnTo>
                  <a:lnTo>
                    <a:pt x="3109941" y="412916"/>
                  </a:lnTo>
                  <a:lnTo>
                    <a:pt x="3125447" y="389914"/>
                  </a:lnTo>
                  <a:lnTo>
                    <a:pt x="3131134" y="361746"/>
                  </a:lnTo>
                  <a:lnTo>
                    <a:pt x="3131134" y="72351"/>
                  </a:lnTo>
                  <a:lnTo>
                    <a:pt x="3125447" y="44185"/>
                  </a:lnTo>
                  <a:lnTo>
                    <a:pt x="3109941" y="21188"/>
                  </a:lnTo>
                  <a:lnTo>
                    <a:pt x="3086942" y="5684"/>
                  </a:lnTo>
                  <a:lnTo>
                    <a:pt x="3058782" y="0"/>
                  </a:lnTo>
                  <a:close/>
                </a:path>
              </a:pathLst>
            </a:custGeom>
            <a:solidFill>
              <a:srgbClr val="FBE5D6"/>
            </a:solidFill>
          </p:spPr>
          <p:txBody>
            <a:bodyPr wrap="square" lIns="0" tIns="0" rIns="0" bIns="0" rtlCol="0"/>
            <a:lstStyle/>
            <a:p/>
          </p:txBody>
        </p:sp>
        <p:sp>
          <p:nvSpPr>
            <p:cNvPr id="25" name="object 25"/>
            <p:cNvSpPr/>
            <p:nvPr/>
          </p:nvSpPr>
          <p:spPr>
            <a:xfrm>
              <a:off x="7379969" y="3371278"/>
              <a:ext cx="3131185" cy="434340"/>
            </a:xfrm>
            <a:custGeom>
              <a:avLst/>
              <a:gdLst/>
              <a:ahLst/>
              <a:cxnLst/>
              <a:rect l="l" t="t" r="r" b="b"/>
              <a:pathLst>
                <a:path w="3131184" h="434339">
                  <a:moveTo>
                    <a:pt x="0" y="72354"/>
                  </a:moveTo>
                  <a:lnTo>
                    <a:pt x="5685" y="44190"/>
                  </a:lnTo>
                  <a:lnTo>
                    <a:pt x="21192" y="21192"/>
                  </a:lnTo>
                  <a:lnTo>
                    <a:pt x="44190" y="5685"/>
                  </a:lnTo>
                  <a:lnTo>
                    <a:pt x="72354" y="0"/>
                  </a:lnTo>
                  <a:lnTo>
                    <a:pt x="3058771" y="0"/>
                  </a:lnTo>
                  <a:lnTo>
                    <a:pt x="3086936" y="5685"/>
                  </a:lnTo>
                  <a:lnTo>
                    <a:pt x="3109936" y="21192"/>
                  </a:lnTo>
                  <a:lnTo>
                    <a:pt x="3125444" y="44190"/>
                  </a:lnTo>
                  <a:lnTo>
                    <a:pt x="3131131" y="72354"/>
                  </a:lnTo>
                  <a:lnTo>
                    <a:pt x="3131131" y="361755"/>
                  </a:lnTo>
                  <a:lnTo>
                    <a:pt x="3125444" y="389918"/>
                  </a:lnTo>
                  <a:lnTo>
                    <a:pt x="3109936" y="412917"/>
                  </a:lnTo>
                  <a:lnTo>
                    <a:pt x="3086936" y="428423"/>
                  </a:lnTo>
                  <a:lnTo>
                    <a:pt x="3058771" y="434109"/>
                  </a:lnTo>
                  <a:lnTo>
                    <a:pt x="72354" y="434109"/>
                  </a:lnTo>
                  <a:lnTo>
                    <a:pt x="44190" y="428423"/>
                  </a:lnTo>
                  <a:lnTo>
                    <a:pt x="21192" y="412917"/>
                  </a:lnTo>
                  <a:lnTo>
                    <a:pt x="5685" y="389918"/>
                  </a:lnTo>
                  <a:lnTo>
                    <a:pt x="0" y="361755"/>
                  </a:lnTo>
                  <a:lnTo>
                    <a:pt x="0" y="72354"/>
                  </a:lnTo>
                  <a:close/>
                </a:path>
              </a:pathLst>
            </a:custGeom>
            <a:ln w="12700">
              <a:solidFill>
                <a:srgbClr val="2F528F"/>
              </a:solidFill>
            </a:ln>
          </p:spPr>
          <p:txBody>
            <a:bodyPr wrap="square" lIns="0" tIns="0" rIns="0" bIns="0" rtlCol="0"/>
            <a:lstStyle/>
            <a:p/>
          </p:txBody>
        </p:sp>
      </p:grpSp>
      <p:sp>
        <p:nvSpPr>
          <p:cNvPr id="26" name="object 26"/>
          <p:cNvSpPr txBox="1"/>
          <p:nvPr/>
        </p:nvSpPr>
        <p:spPr>
          <a:xfrm>
            <a:off x="7853311" y="3437635"/>
            <a:ext cx="21850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宋体" panose="02010600030101010101" pitchFamily="2" charset="-122"/>
                <a:cs typeface="宋体" panose="02010600030101010101" pitchFamily="2" charset="-122"/>
              </a:rPr>
              <a:t>读入</a:t>
            </a:r>
            <a:r>
              <a:rPr sz="1800" spc="-30" dirty="0">
                <a:latin typeface="Arial" panose="020B0604020202020204"/>
                <a:cs typeface="Arial" panose="020B0604020202020204"/>
              </a:rPr>
              <a:t>Do/TestProc</a:t>
            </a:r>
            <a:r>
              <a:rPr sz="1800" spc="-25" dirty="0">
                <a:latin typeface="宋体" panose="02010600030101010101" pitchFamily="2" charset="-122"/>
                <a:cs typeface="宋体" panose="02010600030101010101" pitchFamily="2" charset="-122"/>
              </a:rPr>
              <a:t>文件</a:t>
            </a:r>
            <a:endParaRPr sz="1800">
              <a:latin typeface="宋体" panose="02010600030101010101" pitchFamily="2" charset="-122"/>
              <a:cs typeface="宋体" panose="02010600030101010101" pitchFamily="2" charset="-122"/>
            </a:endParaRPr>
          </a:p>
        </p:txBody>
      </p:sp>
      <p:grpSp>
        <p:nvGrpSpPr>
          <p:cNvPr id="27" name="object 27"/>
          <p:cNvGrpSpPr/>
          <p:nvPr/>
        </p:nvGrpSpPr>
        <p:grpSpPr>
          <a:xfrm>
            <a:off x="7373619" y="3951427"/>
            <a:ext cx="3143885" cy="447040"/>
            <a:chOff x="7373619" y="3951427"/>
            <a:chExt cx="3143885" cy="447040"/>
          </a:xfrm>
        </p:grpSpPr>
        <p:sp>
          <p:nvSpPr>
            <p:cNvPr id="28" name="object 28"/>
            <p:cNvSpPr/>
            <p:nvPr/>
          </p:nvSpPr>
          <p:spPr>
            <a:xfrm>
              <a:off x="7379969" y="3957777"/>
              <a:ext cx="3131185" cy="434340"/>
            </a:xfrm>
            <a:custGeom>
              <a:avLst/>
              <a:gdLst/>
              <a:ahLst/>
              <a:cxnLst/>
              <a:rect l="l" t="t" r="r" b="b"/>
              <a:pathLst>
                <a:path w="3131184" h="434339">
                  <a:moveTo>
                    <a:pt x="3058782" y="0"/>
                  </a:moveTo>
                  <a:lnTo>
                    <a:pt x="72364" y="0"/>
                  </a:lnTo>
                  <a:lnTo>
                    <a:pt x="44196" y="5686"/>
                  </a:lnTo>
                  <a:lnTo>
                    <a:pt x="21194" y="21194"/>
                  </a:lnTo>
                  <a:lnTo>
                    <a:pt x="5686" y="44196"/>
                  </a:lnTo>
                  <a:lnTo>
                    <a:pt x="0" y="72364"/>
                  </a:lnTo>
                  <a:lnTo>
                    <a:pt x="0" y="361759"/>
                  </a:lnTo>
                  <a:lnTo>
                    <a:pt x="5686" y="389925"/>
                  </a:lnTo>
                  <a:lnTo>
                    <a:pt x="21194" y="412923"/>
                  </a:lnTo>
                  <a:lnTo>
                    <a:pt x="44196" y="428426"/>
                  </a:lnTo>
                  <a:lnTo>
                    <a:pt x="72364" y="434111"/>
                  </a:lnTo>
                  <a:lnTo>
                    <a:pt x="3058782" y="434111"/>
                  </a:lnTo>
                  <a:lnTo>
                    <a:pt x="3086942" y="428426"/>
                  </a:lnTo>
                  <a:lnTo>
                    <a:pt x="3109941" y="412923"/>
                  </a:lnTo>
                  <a:lnTo>
                    <a:pt x="3125447" y="389925"/>
                  </a:lnTo>
                  <a:lnTo>
                    <a:pt x="3131134" y="361759"/>
                  </a:lnTo>
                  <a:lnTo>
                    <a:pt x="3131134" y="72364"/>
                  </a:lnTo>
                  <a:lnTo>
                    <a:pt x="3125447" y="44196"/>
                  </a:lnTo>
                  <a:lnTo>
                    <a:pt x="3109941" y="21194"/>
                  </a:lnTo>
                  <a:lnTo>
                    <a:pt x="3086942" y="5686"/>
                  </a:lnTo>
                  <a:lnTo>
                    <a:pt x="3058782" y="0"/>
                  </a:lnTo>
                  <a:close/>
                </a:path>
              </a:pathLst>
            </a:custGeom>
            <a:solidFill>
              <a:srgbClr val="FBE5D6"/>
            </a:solidFill>
          </p:spPr>
          <p:txBody>
            <a:bodyPr wrap="square" lIns="0" tIns="0" rIns="0" bIns="0" rtlCol="0"/>
            <a:lstStyle/>
            <a:p/>
          </p:txBody>
        </p:sp>
        <p:sp>
          <p:nvSpPr>
            <p:cNvPr id="29" name="object 29"/>
            <p:cNvSpPr/>
            <p:nvPr/>
          </p:nvSpPr>
          <p:spPr>
            <a:xfrm>
              <a:off x="7379969" y="3957777"/>
              <a:ext cx="3131185" cy="434340"/>
            </a:xfrm>
            <a:custGeom>
              <a:avLst/>
              <a:gdLst/>
              <a:ahLst/>
              <a:cxnLst/>
              <a:rect l="l" t="t" r="r" b="b"/>
              <a:pathLst>
                <a:path w="3131184" h="434339">
                  <a:moveTo>
                    <a:pt x="0" y="72354"/>
                  </a:moveTo>
                  <a:lnTo>
                    <a:pt x="5685" y="44190"/>
                  </a:lnTo>
                  <a:lnTo>
                    <a:pt x="21192" y="21192"/>
                  </a:lnTo>
                  <a:lnTo>
                    <a:pt x="44190" y="5685"/>
                  </a:lnTo>
                  <a:lnTo>
                    <a:pt x="72354" y="0"/>
                  </a:lnTo>
                  <a:lnTo>
                    <a:pt x="3058771" y="0"/>
                  </a:lnTo>
                  <a:lnTo>
                    <a:pt x="3086936" y="5685"/>
                  </a:lnTo>
                  <a:lnTo>
                    <a:pt x="3109936" y="21192"/>
                  </a:lnTo>
                  <a:lnTo>
                    <a:pt x="3125444" y="44190"/>
                  </a:lnTo>
                  <a:lnTo>
                    <a:pt x="3131131" y="72354"/>
                  </a:lnTo>
                  <a:lnTo>
                    <a:pt x="3131131" y="361755"/>
                  </a:lnTo>
                  <a:lnTo>
                    <a:pt x="3125444" y="389918"/>
                  </a:lnTo>
                  <a:lnTo>
                    <a:pt x="3109936" y="412917"/>
                  </a:lnTo>
                  <a:lnTo>
                    <a:pt x="3086936" y="428423"/>
                  </a:lnTo>
                  <a:lnTo>
                    <a:pt x="3058771" y="434109"/>
                  </a:lnTo>
                  <a:lnTo>
                    <a:pt x="72354" y="434109"/>
                  </a:lnTo>
                  <a:lnTo>
                    <a:pt x="44190" y="428423"/>
                  </a:lnTo>
                  <a:lnTo>
                    <a:pt x="21192" y="412917"/>
                  </a:lnTo>
                  <a:lnTo>
                    <a:pt x="5685" y="389918"/>
                  </a:lnTo>
                  <a:lnTo>
                    <a:pt x="0" y="361755"/>
                  </a:lnTo>
                  <a:lnTo>
                    <a:pt x="0" y="72354"/>
                  </a:lnTo>
                  <a:close/>
                </a:path>
              </a:pathLst>
            </a:custGeom>
            <a:ln w="12700">
              <a:solidFill>
                <a:srgbClr val="2F528F"/>
              </a:solidFill>
            </a:ln>
          </p:spPr>
          <p:txBody>
            <a:bodyPr wrap="square" lIns="0" tIns="0" rIns="0" bIns="0" rtlCol="0"/>
            <a:lstStyle/>
            <a:p/>
          </p:txBody>
        </p:sp>
      </p:grpSp>
      <p:sp>
        <p:nvSpPr>
          <p:cNvPr id="30" name="object 30"/>
          <p:cNvSpPr txBox="1"/>
          <p:nvPr/>
        </p:nvSpPr>
        <p:spPr>
          <a:xfrm>
            <a:off x="8475636" y="4025900"/>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latin typeface="宋体" panose="02010600030101010101" pitchFamily="2" charset="-122"/>
                <a:cs typeface="宋体" panose="02010600030101010101" pitchFamily="2" charset="-122"/>
              </a:rPr>
              <a:t>规则检查</a:t>
            </a:r>
            <a:endParaRPr sz="1800">
              <a:latin typeface="宋体" panose="02010600030101010101" pitchFamily="2" charset="-122"/>
              <a:cs typeface="宋体" panose="02010600030101010101" pitchFamily="2" charset="-122"/>
            </a:endParaRPr>
          </a:p>
        </p:txBody>
      </p:sp>
      <p:grpSp>
        <p:nvGrpSpPr>
          <p:cNvPr id="31" name="object 31"/>
          <p:cNvGrpSpPr/>
          <p:nvPr/>
        </p:nvGrpSpPr>
        <p:grpSpPr>
          <a:xfrm>
            <a:off x="7373619" y="4537938"/>
            <a:ext cx="3143885" cy="447040"/>
            <a:chOff x="7373619" y="4537938"/>
            <a:chExt cx="3143885" cy="447040"/>
          </a:xfrm>
        </p:grpSpPr>
        <p:sp>
          <p:nvSpPr>
            <p:cNvPr id="32" name="object 32"/>
            <p:cNvSpPr/>
            <p:nvPr/>
          </p:nvSpPr>
          <p:spPr>
            <a:xfrm>
              <a:off x="7379969" y="4544288"/>
              <a:ext cx="3131185" cy="434340"/>
            </a:xfrm>
            <a:custGeom>
              <a:avLst/>
              <a:gdLst/>
              <a:ahLst/>
              <a:cxnLst/>
              <a:rect l="l" t="t" r="r" b="b"/>
              <a:pathLst>
                <a:path w="3131184" h="434339">
                  <a:moveTo>
                    <a:pt x="3058782" y="0"/>
                  </a:moveTo>
                  <a:lnTo>
                    <a:pt x="72364" y="0"/>
                  </a:lnTo>
                  <a:lnTo>
                    <a:pt x="44196" y="5686"/>
                  </a:lnTo>
                  <a:lnTo>
                    <a:pt x="21194" y="21193"/>
                  </a:lnTo>
                  <a:lnTo>
                    <a:pt x="5686" y="44191"/>
                  </a:lnTo>
                  <a:lnTo>
                    <a:pt x="0" y="72351"/>
                  </a:lnTo>
                  <a:lnTo>
                    <a:pt x="0" y="361759"/>
                  </a:lnTo>
                  <a:lnTo>
                    <a:pt x="5686" y="389920"/>
                  </a:lnTo>
                  <a:lnTo>
                    <a:pt x="21194" y="412918"/>
                  </a:lnTo>
                  <a:lnTo>
                    <a:pt x="44196" y="428424"/>
                  </a:lnTo>
                  <a:lnTo>
                    <a:pt x="72364" y="434111"/>
                  </a:lnTo>
                  <a:lnTo>
                    <a:pt x="3058782" y="434111"/>
                  </a:lnTo>
                  <a:lnTo>
                    <a:pt x="3086942" y="428424"/>
                  </a:lnTo>
                  <a:lnTo>
                    <a:pt x="3109941" y="412918"/>
                  </a:lnTo>
                  <a:lnTo>
                    <a:pt x="3125447" y="389920"/>
                  </a:lnTo>
                  <a:lnTo>
                    <a:pt x="3131134" y="361759"/>
                  </a:lnTo>
                  <a:lnTo>
                    <a:pt x="3131134" y="72351"/>
                  </a:lnTo>
                  <a:lnTo>
                    <a:pt x="3125447" y="44191"/>
                  </a:lnTo>
                  <a:lnTo>
                    <a:pt x="3109941" y="21193"/>
                  </a:lnTo>
                  <a:lnTo>
                    <a:pt x="3086942" y="5686"/>
                  </a:lnTo>
                  <a:lnTo>
                    <a:pt x="3058782" y="0"/>
                  </a:lnTo>
                  <a:close/>
                </a:path>
              </a:pathLst>
            </a:custGeom>
            <a:solidFill>
              <a:srgbClr val="FBE5D6"/>
            </a:solidFill>
          </p:spPr>
          <p:txBody>
            <a:bodyPr wrap="square" lIns="0" tIns="0" rIns="0" bIns="0" rtlCol="0"/>
            <a:lstStyle/>
            <a:p/>
          </p:txBody>
        </p:sp>
        <p:sp>
          <p:nvSpPr>
            <p:cNvPr id="33" name="object 33"/>
            <p:cNvSpPr/>
            <p:nvPr/>
          </p:nvSpPr>
          <p:spPr>
            <a:xfrm>
              <a:off x="7379969" y="4544288"/>
              <a:ext cx="3131185" cy="434340"/>
            </a:xfrm>
            <a:custGeom>
              <a:avLst/>
              <a:gdLst/>
              <a:ahLst/>
              <a:cxnLst/>
              <a:rect l="l" t="t" r="r" b="b"/>
              <a:pathLst>
                <a:path w="3131184" h="434339">
                  <a:moveTo>
                    <a:pt x="0" y="72354"/>
                  </a:moveTo>
                  <a:lnTo>
                    <a:pt x="5685" y="44190"/>
                  </a:lnTo>
                  <a:lnTo>
                    <a:pt x="21192" y="21192"/>
                  </a:lnTo>
                  <a:lnTo>
                    <a:pt x="44190" y="5685"/>
                  </a:lnTo>
                  <a:lnTo>
                    <a:pt x="72354" y="0"/>
                  </a:lnTo>
                  <a:lnTo>
                    <a:pt x="3058771" y="0"/>
                  </a:lnTo>
                  <a:lnTo>
                    <a:pt x="3086936" y="5685"/>
                  </a:lnTo>
                  <a:lnTo>
                    <a:pt x="3109936" y="21192"/>
                  </a:lnTo>
                  <a:lnTo>
                    <a:pt x="3125444" y="44190"/>
                  </a:lnTo>
                  <a:lnTo>
                    <a:pt x="3131131" y="72354"/>
                  </a:lnTo>
                  <a:lnTo>
                    <a:pt x="3131131" y="361755"/>
                  </a:lnTo>
                  <a:lnTo>
                    <a:pt x="3125444" y="389918"/>
                  </a:lnTo>
                  <a:lnTo>
                    <a:pt x="3109936" y="412917"/>
                  </a:lnTo>
                  <a:lnTo>
                    <a:pt x="3086936" y="428423"/>
                  </a:lnTo>
                  <a:lnTo>
                    <a:pt x="3058771" y="434109"/>
                  </a:lnTo>
                  <a:lnTo>
                    <a:pt x="72354" y="434109"/>
                  </a:lnTo>
                  <a:lnTo>
                    <a:pt x="44190" y="428423"/>
                  </a:lnTo>
                  <a:lnTo>
                    <a:pt x="21192" y="412917"/>
                  </a:lnTo>
                  <a:lnTo>
                    <a:pt x="5685" y="389918"/>
                  </a:lnTo>
                  <a:lnTo>
                    <a:pt x="0" y="361755"/>
                  </a:lnTo>
                  <a:lnTo>
                    <a:pt x="0" y="72354"/>
                  </a:lnTo>
                  <a:close/>
                </a:path>
              </a:pathLst>
            </a:custGeom>
            <a:ln w="12700">
              <a:solidFill>
                <a:srgbClr val="2F528F"/>
              </a:solidFill>
            </a:ln>
          </p:spPr>
          <p:txBody>
            <a:bodyPr wrap="square" lIns="0" tIns="0" rIns="0" bIns="0" rtlCol="0"/>
            <a:lstStyle/>
            <a:p/>
          </p:txBody>
        </p:sp>
      </p:grpSp>
      <p:sp>
        <p:nvSpPr>
          <p:cNvPr id="34" name="object 34"/>
          <p:cNvSpPr txBox="1"/>
          <p:nvPr/>
        </p:nvSpPr>
        <p:spPr>
          <a:xfrm>
            <a:off x="8401570" y="4611116"/>
            <a:ext cx="108839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宋体" panose="02010600030101010101" pitchFamily="2" charset="-122"/>
                <a:cs typeface="宋体" panose="02010600030101010101" pitchFamily="2" charset="-122"/>
              </a:rPr>
              <a:t>配置</a:t>
            </a:r>
            <a:r>
              <a:rPr sz="1800" spc="-20" dirty="0">
                <a:latin typeface="Arial" panose="020B0604020202020204"/>
                <a:cs typeface="Arial" panose="020B0604020202020204"/>
              </a:rPr>
              <a:t>ATPG</a:t>
            </a:r>
            <a:endParaRPr sz="1800">
              <a:latin typeface="Arial" panose="020B0604020202020204"/>
              <a:cs typeface="Arial" panose="020B0604020202020204"/>
            </a:endParaRPr>
          </a:p>
        </p:txBody>
      </p:sp>
      <p:grpSp>
        <p:nvGrpSpPr>
          <p:cNvPr id="35" name="object 35"/>
          <p:cNvGrpSpPr/>
          <p:nvPr/>
        </p:nvGrpSpPr>
        <p:grpSpPr>
          <a:xfrm>
            <a:off x="7355154" y="5124450"/>
            <a:ext cx="3143885" cy="447040"/>
            <a:chOff x="7355154" y="5124450"/>
            <a:chExt cx="3143885" cy="447040"/>
          </a:xfrm>
        </p:grpSpPr>
        <p:sp>
          <p:nvSpPr>
            <p:cNvPr id="36" name="object 36"/>
            <p:cNvSpPr/>
            <p:nvPr/>
          </p:nvSpPr>
          <p:spPr>
            <a:xfrm>
              <a:off x="7361504" y="5130800"/>
              <a:ext cx="3131185" cy="434340"/>
            </a:xfrm>
            <a:custGeom>
              <a:avLst/>
              <a:gdLst/>
              <a:ahLst/>
              <a:cxnLst/>
              <a:rect l="l" t="t" r="r" b="b"/>
              <a:pathLst>
                <a:path w="3131184" h="434339">
                  <a:moveTo>
                    <a:pt x="3058769" y="0"/>
                  </a:moveTo>
                  <a:lnTo>
                    <a:pt x="72351" y="0"/>
                  </a:lnTo>
                  <a:lnTo>
                    <a:pt x="44191" y="5686"/>
                  </a:lnTo>
                  <a:lnTo>
                    <a:pt x="21193" y="21193"/>
                  </a:lnTo>
                  <a:lnTo>
                    <a:pt x="5686" y="44191"/>
                  </a:lnTo>
                  <a:lnTo>
                    <a:pt x="0" y="72351"/>
                  </a:lnTo>
                  <a:lnTo>
                    <a:pt x="0" y="361759"/>
                  </a:lnTo>
                  <a:lnTo>
                    <a:pt x="5686" y="389920"/>
                  </a:lnTo>
                  <a:lnTo>
                    <a:pt x="21193" y="412918"/>
                  </a:lnTo>
                  <a:lnTo>
                    <a:pt x="44191" y="428424"/>
                  </a:lnTo>
                  <a:lnTo>
                    <a:pt x="72351" y="434111"/>
                  </a:lnTo>
                  <a:lnTo>
                    <a:pt x="3058769" y="434111"/>
                  </a:lnTo>
                  <a:lnTo>
                    <a:pt x="3086935" y="428424"/>
                  </a:lnTo>
                  <a:lnTo>
                    <a:pt x="3109933" y="412918"/>
                  </a:lnTo>
                  <a:lnTo>
                    <a:pt x="3125436" y="389920"/>
                  </a:lnTo>
                  <a:lnTo>
                    <a:pt x="3131121" y="361759"/>
                  </a:lnTo>
                  <a:lnTo>
                    <a:pt x="3131121" y="72351"/>
                  </a:lnTo>
                  <a:lnTo>
                    <a:pt x="3125436" y="44191"/>
                  </a:lnTo>
                  <a:lnTo>
                    <a:pt x="3109933" y="21193"/>
                  </a:lnTo>
                  <a:lnTo>
                    <a:pt x="3086935" y="5686"/>
                  </a:lnTo>
                  <a:lnTo>
                    <a:pt x="3058769" y="0"/>
                  </a:lnTo>
                  <a:close/>
                </a:path>
              </a:pathLst>
            </a:custGeom>
            <a:solidFill>
              <a:srgbClr val="FBE5D6"/>
            </a:solidFill>
          </p:spPr>
          <p:txBody>
            <a:bodyPr wrap="square" lIns="0" tIns="0" rIns="0" bIns="0" rtlCol="0"/>
            <a:lstStyle/>
            <a:p/>
          </p:txBody>
        </p:sp>
        <p:sp>
          <p:nvSpPr>
            <p:cNvPr id="37" name="object 37"/>
            <p:cNvSpPr/>
            <p:nvPr/>
          </p:nvSpPr>
          <p:spPr>
            <a:xfrm>
              <a:off x="7361504" y="5130800"/>
              <a:ext cx="3131185" cy="434340"/>
            </a:xfrm>
            <a:custGeom>
              <a:avLst/>
              <a:gdLst/>
              <a:ahLst/>
              <a:cxnLst/>
              <a:rect l="l" t="t" r="r" b="b"/>
              <a:pathLst>
                <a:path w="3131184" h="434339">
                  <a:moveTo>
                    <a:pt x="0" y="72354"/>
                  </a:moveTo>
                  <a:lnTo>
                    <a:pt x="5685" y="44190"/>
                  </a:lnTo>
                  <a:lnTo>
                    <a:pt x="21192" y="21192"/>
                  </a:lnTo>
                  <a:lnTo>
                    <a:pt x="44190" y="5685"/>
                  </a:lnTo>
                  <a:lnTo>
                    <a:pt x="72354" y="0"/>
                  </a:lnTo>
                  <a:lnTo>
                    <a:pt x="3058771" y="0"/>
                  </a:lnTo>
                  <a:lnTo>
                    <a:pt x="3086936" y="5685"/>
                  </a:lnTo>
                  <a:lnTo>
                    <a:pt x="3109936" y="21192"/>
                  </a:lnTo>
                  <a:lnTo>
                    <a:pt x="3125444" y="44190"/>
                  </a:lnTo>
                  <a:lnTo>
                    <a:pt x="3131131" y="72354"/>
                  </a:lnTo>
                  <a:lnTo>
                    <a:pt x="3131131" y="361755"/>
                  </a:lnTo>
                  <a:lnTo>
                    <a:pt x="3125444" y="389918"/>
                  </a:lnTo>
                  <a:lnTo>
                    <a:pt x="3109936" y="412917"/>
                  </a:lnTo>
                  <a:lnTo>
                    <a:pt x="3086936" y="428423"/>
                  </a:lnTo>
                  <a:lnTo>
                    <a:pt x="3058771" y="434109"/>
                  </a:lnTo>
                  <a:lnTo>
                    <a:pt x="72354" y="434109"/>
                  </a:lnTo>
                  <a:lnTo>
                    <a:pt x="44190" y="428423"/>
                  </a:lnTo>
                  <a:lnTo>
                    <a:pt x="21192" y="412917"/>
                  </a:lnTo>
                  <a:lnTo>
                    <a:pt x="5685" y="389918"/>
                  </a:lnTo>
                  <a:lnTo>
                    <a:pt x="0" y="361755"/>
                  </a:lnTo>
                  <a:lnTo>
                    <a:pt x="0" y="72354"/>
                  </a:lnTo>
                  <a:close/>
                </a:path>
              </a:pathLst>
            </a:custGeom>
            <a:ln w="12700">
              <a:solidFill>
                <a:srgbClr val="2F528F"/>
              </a:solidFill>
            </a:ln>
          </p:spPr>
          <p:txBody>
            <a:bodyPr wrap="square" lIns="0" tIns="0" rIns="0" bIns="0" rtlCol="0"/>
            <a:lstStyle/>
            <a:p/>
          </p:txBody>
        </p:sp>
      </p:grpSp>
      <p:sp>
        <p:nvSpPr>
          <p:cNvPr id="38" name="object 38"/>
          <p:cNvSpPr txBox="1"/>
          <p:nvPr/>
        </p:nvSpPr>
        <p:spPr>
          <a:xfrm>
            <a:off x="8228558" y="5199379"/>
            <a:ext cx="139700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宋体" panose="02010600030101010101" pitchFamily="2" charset="-122"/>
                <a:cs typeface="宋体" panose="02010600030101010101" pitchFamily="2" charset="-122"/>
              </a:rPr>
              <a:t>产生测试向量</a:t>
            </a:r>
            <a:endParaRPr sz="1800">
              <a:latin typeface="宋体" panose="02010600030101010101" pitchFamily="2" charset="-122"/>
              <a:cs typeface="宋体" panose="02010600030101010101" pitchFamily="2" charset="-122"/>
            </a:endParaRPr>
          </a:p>
        </p:txBody>
      </p:sp>
      <p:grpSp>
        <p:nvGrpSpPr>
          <p:cNvPr id="39" name="object 39"/>
          <p:cNvGrpSpPr/>
          <p:nvPr/>
        </p:nvGrpSpPr>
        <p:grpSpPr>
          <a:xfrm>
            <a:off x="7355154" y="5705260"/>
            <a:ext cx="3143885" cy="447040"/>
            <a:chOff x="7355154" y="5705260"/>
            <a:chExt cx="3143885" cy="447040"/>
          </a:xfrm>
        </p:grpSpPr>
        <p:sp>
          <p:nvSpPr>
            <p:cNvPr id="40" name="object 40"/>
            <p:cNvSpPr/>
            <p:nvPr/>
          </p:nvSpPr>
          <p:spPr>
            <a:xfrm>
              <a:off x="7361504" y="5711610"/>
              <a:ext cx="3131185" cy="434340"/>
            </a:xfrm>
            <a:custGeom>
              <a:avLst/>
              <a:gdLst/>
              <a:ahLst/>
              <a:cxnLst/>
              <a:rect l="l" t="t" r="r" b="b"/>
              <a:pathLst>
                <a:path w="3131184" h="434339">
                  <a:moveTo>
                    <a:pt x="3058769" y="0"/>
                  </a:moveTo>
                  <a:lnTo>
                    <a:pt x="72351" y="0"/>
                  </a:lnTo>
                  <a:lnTo>
                    <a:pt x="44191" y="5685"/>
                  </a:lnTo>
                  <a:lnTo>
                    <a:pt x="21193" y="21192"/>
                  </a:lnTo>
                  <a:lnTo>
                    <a:pt x="5686" y="44190"/>
                  </a:lnTo>
                  <a:lnTo>
                    <a:pt x="0" y="72354"/>
                  </a:lnTo>
                  <a:lnTo>
                    <a:pt x="0" y="361754"/>
                  </a:lnTo>
                  <a:lnTo>
                    <a:pt x="5686" y="389918"/>
                  </a:lnTo>
                  <a:lnTo>
                    <a:pt x="21193" y="412916"/>
                  </a:lnTo>
                  <a:lnTo>
                    <a:pt x="44191" y="428422"/>
                  </a:lnTo>
                  <a:lnTo>
                    <a:pt x="72351" y="434108"/>
                  </a:lnTo>
                  <a:lnTo>
                    <a:pt x="3058769" y="434108"/>
                  </a:lnTo>
                  <a:lnTo>
                    <a:pt x="3086935" y="428422"/>
                  </a:lnTo>
                  <a:lnTo>
                    <a:pt x="3109933" y="412916"/>
                  </a:lnTo>
                  <a:lnTo>
                    <a:pt x="3125436" y="389918"/>
                  </a:lnTo>
                  <a:lnTo>
                    <a:pt x="3131121" y="361754"/>
                  </a:lnTo>
                  <a:lnTo>
                    <a:pt x="3131121" y="72354"/>
                  </a:lnTo>
                  <a:lnTo>
                    <a:pt x="3125436" y="44190"/>
                  </a:lnTo>
                  <a:lnTo>
                    <a:pt x="3109933" y="21192"/>
                  </a:lnTo>
                  <a:lnTo>
                    <a:pt x="3086935" y="5685"/>
                  </a:lnTo>
                  <a:lnTo>
                    <a:pt x="3058769" y="0"/>
                  </a:lnTo>
                  <a:close/>
                </a:path>
              </a:pathLst>
            </a:custGeom>
            <a:solidFill>
              <a:srgbClr val="FBE5D6"/>
            </a:solidFill>
          </p:spPr>
          <p:txBody>
            <a:bodyPr wrap="square" lIns="0" tIns="0" rIns="0" bIns="0" rtlCol="0"/>
            <a:lstStyle/>
            <a:p/>
          </p:txBody>
        </p:sp>
        <p:sp>
          <p:nvSpPr>
            <p:cNvPr id="41" name="object 41"/>
            <p:cNvSpPr/>
            <p:nvPr/>
          </p:nvSpPr>
          <p:spPr>
            <a:xfrm>
              <a:off x="7361504" y="5711610"/>
              <a:ext cx="3131185" cy="434340"/>
            </a:xfrm>
            <a:custGeom>
              <a:avLst/>
              <a:gdLst/>
              <a:ahLst/>
              <a:cxnLst/>
              <a:rect l="l" t="t" r="r" b="b"/>
              <a:pathLst>
                <a:path w="3131184" h="434339">
                  <a:moveTo>
                    <a:pt x="0" y="72354"/>
                  </a:moveTo>
                  <a:lnTo>
                    <a:pt x="5685" y="44190"/>
                  </a:lnTo>
                  <a:lnTo>
                    <a:pt x="21192" y="21192"/>
                  </a:lnTo>
                  <a:lnTo>
                    <a:pt x="44190" y="5685"/>
                  </a:lnTo>
                  <a:lnTo>
                    <a:pt x="72354" y="0"/>
                  </a:lnTo>
                  <a:lnTo>
                    <a:pt x="3058771" y="0"/>
                  </a:lnTo>
                  <a:lnTo>
                    <a:pt x="3086936" y="5685"/>
                  </a:lnTo>
                  <a:lnTo>
                    <a:pt x="3109936" y="21192"/>
                  </a:lnTo>
                  <a:lnTo>
                    <a:pt x="3125444" y="44190"/>
                  </a:lnTo>
                  <a:lnTo>
                    <a:pt x="3131131" y="72354"/>
                  </a:lnTo>
                  <a:lnTo>
                    <a:pt x="3131131" y="361755"/>
                  </a:lnTo>
                  <a:lnTo>
                    <a:pt x="3125444" y="389918"/>
                  </a:lnTo>
                  <a:lnTo>
                    <a:pt x="3109936" y="412917"/>
                  </a:lnTo>
                  <a:lnTo>
                    <a:pt x="3086936" y="428423"/>
                  </a:lnTo>
                  <a:lnTo>
                    <a:pt x="3058771" y="434109"/>
                  </a:lnTo>
                  <a:lnTo>
                    <a:pt x="72354" y="434109"/>
                  </a:lnTo>
                  <a:lnTo>
                    <a:pt x="44190" y="428423"/>
                  </a:lnTo>
                  <a:lnTo>
                    <a:pt x="21192" y="412917"/>
                  </a:lnTo>
                  <a:lnTo>
                    <a:pt x="5685" y="389918"/>
                  </a:lnTo>
                  <a:lnTo>
                    <a:pt x="0" y="361755"/>
                  </a:lnTo>
                  <a:lnTo>
                    <a:pt x="0" y="72354"/>
                  </a:lnTo>
                  <a:close/>
                </a:path>
              </a:pathLst>
            </a:custGeom>
            <a:ln w="12700">
              <a:solidFill>
                <a:srgbClr val="2F528F"/>
              </a:solidFill>
            </a:ln>
          </p:spPr>
          <p:txBody>
            <a:bodyPr wrap="square" lIns="0" tIns="0" rIns="0" bIns="0" rtlCol="0"/>
            <a:lstStyle/>
            <a:p/>
          </p:txBody>
        </p:sp>
      </p:grpSp>
      <p:sp>
        <p:nvSpPr>
          <p:cNvPr id="42" name="object 42"/>
          <p:cNvSpPr txBox="1"/>
          <p:nvPr/>
        </p:nvSpPr>
        <p:spPr>
          <a:xfrm>
            <a:off x="8228558" y="5778500"/>
            <a:ext cx="1397000"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宋体" panose="02010600030101010101" pitchFamily="2" charset="-122"/>
                <a:cs typeface="宋体" panose="02010600030101010101" pitchFamily="2" charset="-122"/>
              </a:rPr>
              <a:t>保存测试向量</a:t>
            </a:r>
            <a:endParaRPr sz="1800">
              <a:latin typeface="宋体" panose="02010600030101010101" pitchFamily="2" charset="-122"/>
              <a:cs typeface="宋体" panose="02010600030101010101" pitchFamily="2" charset="-122"/>
            </a:endParaRPr>
          </a:p>
        </p:txBody>
      </p:sp>
      <p:sp>
        <p:nvSpPr>
          <p:cNvPr id="44" name="object 4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51027"/>
            <a:ext cx="4967605" cy="635000"/>
          </a:xfrm>
          <a:prstGeom prst="rect">
            <a:avLst/>
          </a:prstGeom>
        </p:spPr>
        <p:txBody>
          <a:bodyPr vert="horz" wrap="square" lIns="0" tIns="12700" rIns="0" bIns="0" rtlCol="0">
            <a:spAutoFit/>
          </a:bodyPr>
          <a:lstStyle/>
          <a:p>
            <a:pPr marL="12700">
              <a:lnSpc>
                <a:spcPct val="100000"/>
              </a:lnSpc>
              <a:spcBef>
                <a:spcPts val="100"/>
              </a:spcBef>
            </a:pPr>
            <a:r>
              <a:rPr spc="-95" dirty="0"/>
              <a:t>ATPG</a:t>
            </a:r>
            <a:r>
              <a:rPr spc="-10" dirty="0"/>
              <a:t>输入文件的介绍</a:t>
            </a:r>
            <a:endParaRPr spc="-10" dirty="0"/>
          </a:p>
        </p:txBody>
      </p:sp>
      <p:sp>
        <p:nvSpPr>
          <p:cNvPr id="3" name="object 3"/>
          <p:cNvSpPr txBox="1"/>
          <p:nvPr/>
        </p:nvSpPr>
        <p:spPr>
          <a:xfrm>
            <a:off x="608330" y="1690116"/>
            <a:ext cx="3470275" cy="330200"/>
          </a:xfrm>
          <a:prstGeom prst="rect">
            <a:avLst/>
          </a:prstGeom>
        </p:spPr>
        <p:txBody>
          <a:bodyPr vert="horz" wrap="square" lIns="0" tIns="12700" rIns="0" bIns="0" rtlCol="0">
            <a:spAutoFit/>
          </a:bodyPr>
          <a:lstStyle/>
          <a:p>
            <a:pPr marL="12700">
              <a:lnSpc>
                <a:spcPct val="100000"/>
              </a:lnSpc>
              <a:spcBef>
                <a:spcPts val="100"/>
              </a:spcBef>
              <a:tabLst>
                <a:tab pos="469265" algn="l"/>
              </a:tabLst>
            </a:pPr>
            <a:r>
              <a:rPr sz="2000" b="1" spc="-25" dirty="0">
                <a:solidFill>
                  <a:srgbClr val="009FE8"/>
                </a:solidFill>
                <a:latin typeface="微软雅黑" panose="020B0503020204020204" charset="-122"/>
                <a:cs typeface="微软雅黑" panose="020B0503020204020204" charset="-122"/>
              </a:rPr>
              <a:t>1.</a:t>
            </a:r>
            <a:r>
              <a:rPr sz="2000" b="1" dirty="0">
                <a:solidFill>
                  <a:srgbClr val="009FE8"/>
                </a:solidFill>
                <a:latin typeface="微软雅黑" panose="020B0503020204020204" charset="-122"/>
                <a:cs typeface="微软雅黑" panose="020B0503020204020204" charset="-122"/>
              </a:rPr>
              <a:t>	</a:t>
            </a:r>
            <a:r>
              <a:rPr sz="2000" b="1" spc="-20" dirty="0">
                <a:solidFill>
                  <a:srgbClr val="009FE8"/>
                </a:solidFill>
                <a:latin typeface="微软雅黑" panose="020B0503020204020204" charset="-122"/>
                <a:cs typeface="微软雅黑" panose="020B0503020204020204" charset="-122"/>
              </a:rPr>
              <a:t>Tessent</a:t>
            </a:r>
            <a:r>
              <a:rPr sz="2000" b="1" spc="-75" dirty="0">
                <a:solidFill>
                  <a:srgbClr val="009FE8"/>
                </a:solidFill>
                <a:latin typeface="微软雅黑" panose="020B0503020204020204" charset="-122"/>
                <a:cs typeface="微软雅黑" panose="020B0503020204020204" charset="-122"/>
              </a:rPr>
              <a:t> </a:t>
            </a:r>
            <a:r>
              <a:rPr sz="2000" b="1" spc="-50" dirty="0">
                <a:solidFill>
                  <a:srgbClr val="009FE8"/>
                </a:solidFill>
                <a:latin typeface="微软雅黑" panose="020B0503020204020204" charset="-122"/>
                <a:cs typeface="微软雅黑" panose="020B0503020204020204" charset="-122"/>
              </a:rPr>
              <a:t>ATPG</a:t>
            </a:r>
            <a:r>
              <a:rPr sz="2000" b="1" spc="-10" dirty="0">
                <a:solidFill>
                  <a:srgbClr val="009FE8"/>
                </a:solidFill>
                <a:latin typeface="微软雅黑" panose="020B0503020204020204" charset="-122"/>
                <a:cs typeface="微软雅黑" panose="020B0503020204020204" charset="-122"/>
              </a:rPr>
              <a:t>的输入文件</a:t>
            </a:r>
            <a:endParaRPr sz="2000">
              <a:latin typeface="微软雅黑" panose="020B0503020204020204" charset="-122"/>
              <a:cs typeface="微软雅黑" panose="020B0503020204020204" charset="-122"/>
            </a:endParaRPr>
          </a:p>
        </p:txBody>
      </p:sp>
      <p:sp>
        <p:nvSpPr>
          <p:cNvPr id="4" name="object 4"/>
          <p:cNvSpPr txBox="1"/>
          <p:nvPr/>
        </p:nvSpPr>
        <p:spPr>
          <a:xfrm>
            <a:off x="1065530" y="2340355"/>
            <a:ext cx="2540000" cy="299720"/>
          </a:xfrm>
          <a:prstGeom prst="rect">
            <a:avLst/>
          </a:prstGeom>
        </p:spPr>
        <p:txBody>
          <a:bodyPr vert="horz" wrap="square" lIns="0" tIns="12700" rIns="0" bIns="0" rtlCol="0">
            <a:spAutoFit/>
          </a:bodyPr>
          <a:lstStyle/>
          <a:p>
            <a:pPr marL="240665" indent="-227965">
              <a:lnSpc>
                <a:spcPct val="100000"/>
              </a:lnSpc>
              <a:spcBef>
                <a:spcPts val="100"/>
              </a:spcBef>
              <a:buFont typeface="Wingdings" panose="05000000000000000000"/>
              <a:buChar char=""/>
              <a:tabLst>
                <a:tab pos="240665" algn="l"/>
              </a:tabLst>
            </a:pPr>
            <a:r>
              <a:rPr sz="1800" spc="-5" dirty="0">
                <a:solidFill>
                  <a:srgbClr val="009FE8"/>
                </a:solidFill>
                <a:latin typeface="微软雅黑" panose="020B0503020204020204" charset="-122"/>
                <a:cs typeface="微软雅黑" panose="020B0503020204020204" charset="-122"/>
              </a:rPr>
              <a:t>插入扫描链的网表文件</a:t>
            </a:r>
            <a:endParaRPr sz="1800">
              <a:latin typeface="微软雅黑" panose="020B0503020204020204" charset="-122"/>
              <a:cs typeface="微软雅黑" panose="020B0503020204020204" charset="-122"/>
            </a:endParaRPr>
          </a:p>
        </p:txBody>
      </p:sp>
      <p:sp>
        <p:nvSpPr>
          <p:cNvPr id="5" name="object 5"/>
          <p:cNvSpPr txBox="1"/>
          <p:nvPr/>
        </p:nvSpPr>
        <p:spPr>
          <a:xfrm>
            <a:off x="1065530" y="2962147"/>
            <a:ext cx="1522730" cy="299720"/>
          </a:xfrm>
          <a:prstGeom prst="rect">
            <a:avLst/>
          </a:prstGeom>
        </p:spPr>
        <p:txBody>
          <a:bodyPr vert="horz" wrap="square" lIns="0" tIns="12700" rIns="0" bIns="0" rtlCol="0">
            <a:spAutoFit/>
          </a:bodyPr>
          <a:lstStyle/>
          <a:p>
            <a:pPr marL="240665" indent="-227965">
              <a:lnSpc>
                <a:spcPct val="100000"/>
              </a:lnSpc>
              <a:spcBef>
                <a:spcPts val="100"/>
              </a:spcBef>
              <a:buFont typeface="Wingdings" panose="05000000000000000000"/>
              <a:buChar char=""/>
              <a:tabLst>
                <a:tab pos="240665" algn="l"/>
              </a:tabLst>
            </a:pPr>
            <a:r>
              <a:rPr sz="1800" spc="-55" dirty="0">
                <a:solidFill>
                  <a:srgbClr val="009FE8"/>
                </a:solidFill>
                <a:latin typeface="微软雅黑" panose="020B0503020204020204" charset="-122"/>
                <a:cs typeface="微软雅黑" panose="020B0503020204020204" charset="-122"/>
              </a:rPr>
              <a:t>ATPG</a:t>
            </a:r>
            <a:r>
              <a:rPr sz="1800" spc="-20" dirty="0">
                <a:solidFill>
                  <a:srgbClr val="009FE8"/>
                </a:solidFill>
                <a:latin typeface="微软雅黑" panose="020B0503020204020204" charset="-122"/>
                <a:cs typeface="微软雅黑" panose="020B0503020204020204" charset="-122"/>
              </a:rPr>
              <a:t>库文件</a:t>
            </a:r>
            <a:endParaRPr sz="1800">
              <a:latin typeface="微软雅黑" panose="020B0503020204020204" charset="-122"/>
              <a:cs typeface="微软雅黑" panose="020B0503020204020204" charset="-122"/>
            </a:endParaRPr>
          </a:p>
        </p:txBody>
      </p:sp>
      <p:sp>
        <p:nvSpPr>
          <p:cNvPr id="6" name="object 6"/>
          <p:cNvSpPr txBox="1"/>
          <p:nvPr/>
        </p:nvSpPr>
        <p:spPr>
          <a:xfrm>
            <a:off x="1065530" y="3571747"/>
            <a:ext cx="1071880" cy="299720"/>
          </a:xfrm>
          <a:prstGeom prst="rect">
            <a:avLst/>
          </a:prstGeom>
        </p:spPr>
        <p:txBody>
          <a:bodyPr vert="horz" wrap="square" lIns="0" tIns="12700" rIns="0" bIns="0" rtlCol="0">
            <a:spAutoFit/>
          </a:bodyPr>
          <a:lstStyle/>
          <a:p>
            <a:pPr marL="240665" indent="-227965">
              <a:lnSpc>
                <a:spcPct val="100000"/>
              </a:lnSpc>
              <a:spcBef>
                <a:spcPts val="100"/>
              </a:spcBef>
              <a:buFont typeface="Wingdings" panose="05000000000000000000"/>
              <a:buChar char=""/>
              <a:tabLst>
                <a:tab pos="240665" algn="l"/>
              </a:tabLst>
            </a:pPr>
            <a:r>
              <a:rPr sz="1800" spc="-10" dirty="0">
                <a:solidFill>
                  <a:srgbClr val="009FE8"/>
                </a:solidFill>
                <a:latin typeface="微软雅黑" panose="020B0503020204020204" charset="-122"/>
                <a:cs typeface="微软雅黑" panose="020B0503020204020204" charset="-122"/>
              </a:rPr>
              <a:t>DO</a:t>
            </a:r>
            <a:r>
              <a:rPr sz="1800" spc="-25" dirty="0">
                <a:solidFill>
                  <a:srgbClr val="009FE8"/>
                </a:solidFill>
                <a:latin typeface="微软雅黑" panose="020B0503020204020204" charset="-122"/>
                <a:cs typeface="微软雅黑" panose="020B0503020204020204" charset="-122"/>
              </a:rPr>
              <a:t>文件</a:t>
            </a:r>
            <a:endParaRPr sz="1800">
              <a:latin typeface="微软雅黑" panose="020B0503020204020204" charset="-122"/>
              <a:cs typeface="微软雅黑" panose="020B0503020204020204" charset="-122"/>
            </a:endParaRPr>
          </a:p>
        </p:txBody>
      </p:sp>
      <p:sp>
        <p:nvSpPr>
          <p:cNvPr id="7" name="object 7"/>
          <p:cNvSpPr txBox="1"/>
          <p:nvPr/>
        </p:nvSpPr>
        <p:spPr>
          <a:xfrm>
            <a:off x="1065530" y="4181347"/>
            <a:ext cx="1692275" cy="299720"/>
          </a:xfrm>
          <a:prstGeom prst="rect">
            <a:avLst/>
          </a:prstGeom>
        </p:spPr>
        <p:txBody>
          <a:bodyPr vert="horz" wrap="square" lIns="0" tIns="12700" rIns="0" bIns="0" rtlCol="0">
            <a:spAutoFit/>
          </a:bodyPr>
          <a:lstStyle/>
          <a:p>
            <a:pPr marL="240665" indent="-227965">
              <a:lnSpc>
                <a:spcPct val="100000"/>
              </a:lnSpc>
              <a:spcBef>
                <a:spcPts val="100"/>
              </a:spcBef>
              <a:buFont typeface="Wingdings" panose="05000000000000000000"/>
              <a:buChar char=""/>
              <a:tabLst>
                <a:tab pos="240665" algn="l"/>
              </a:tabLst>
            </a:pPr>
            <a:r>
              <a:rPr sz="1800" spc="-40" dirty="0">
                <a:solidFill>
                  <a:srgbClr val="009FE8"/>
                </a:solidFill>
                <a:latin typeface="微软雅黑" panose="020B0503020204020204" charset="-122"/>
                <a:cs typeface="微软雅黑" panose="020B0503020204020204" charset="-122"/>
              </a:rPr>
              <a:t>Test</a:t>
            </a:r>
            <a:r>
              <a:rPr sz="1800" spc="-30" dirty="0">
                <a:solidFill>
                  <a:srgbClr val="009FE8"/>
                </a:solidFill>
                <a:latin typeface="微软雅黑" panose="020B0503020204020204" charset="-122"/>
                <a:cs typeface="微软雅黑" panose="020B0503020204020204" charset="-122"/>
              </a:rPr>
              <a:t> </a:t>
            </a:r>
            <a:r>
              <a:rPr sz="1800" spc="-20" dirty="0">
                <a:solidFill>
                  <a:srgbClr val="009FE8"/>
                </a:solidFill>
                <a:latin typeface="微软雅黑" panose="020B0503020204020204" charset="-122"/>
                <a:cs typeface="微软雅黑" panose="020B0503020204020204" charset="-122"/>
              </a:rPr>
              <a:t>Proc</a:t>
            </a:r>
            <a:r>
              <a:rPr sz="1800" spc="-25" dirty="0">
                <a:solidFill>
                  <a:srgbClr val="009FE8"/>
                </a:solidFill>
                <a:latin typeface="微软雅黑" panose="020B0503020204020204" charset="-122"/>
                <a:cs typeface="微软雅黑" panose="020B0503020204020204" charset="-122"/>
              </a:rPr>
              <a:t>文件</a:t>
            </a:r>
            <a:endParaRPr sz="1800">
              <a:latin typeface="微软雅黑" panose="020B0503020204020204" charset="-122"/>
              <a:cs typeface="微软雅黑" panose="020B0503020204020204" charset="-122"/>
            </a:endParaRPr>
          </a:p>
        </p:txBody>
      </p:sp>
      <p:pic>
        <p:nvPicPr>
          <p:cNvPr id="8" name="object 8"/>
          <p:cNvPicPr/>
          <p:nvPr/>
        </p:nvPicPr>
        <p:blipFill>
          <a:blip r:embed="rId1" cstate="print"/>
          <a:stretch>
            <a:fillRect/>
          </a:stretch>
        </p:blipFill>
        <p:spPr>
          <a:xfrm>
            <a:off x="6651561" y="2090775"/>
            <a:ext cx="5025054" cy="3747728"/>
          </a:xfrm>
          <a:prstGeom prst="rect">
            <a:avLst/>
          </a:prstGeom>
        </p:spPr>
      </p:pic>
      <p:sp>
        <p:nvSpPr>
          <p:cNvPr id="9" name="object 9"/>
          <p:cNvSpPr txBox="1"/>
          <p:nvPr/>
        </p:nvSpPr>
        <p:spPr>
          <a:xfrm>
            <a:off x="8660104" y="2437891"/>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FFFFFF"/>
                </a:solidFill>
                <a:latin typeface="宋体" panose="02010600030101010101" pitchFamily="2" charset="-122"/>
                <a:cs typeface="宋体" panose="02010600030101010101" pitchFamily="2" charset="-122"/>
              </a:rPr>
              <a:t>扫描网表</a:t>
            </a:r>
            <a:endParaRPr sz="1800">
              <a:latin typeface="宋体" panose="02010600030101010101" pitchFamily="2" charset="-122"/>
              <a:cs typeface="宋体" panose="02010600030101010101" pitchFamily="2" charset="-122"/>
            </a:endParaRPr>
          </a:p>
        </p:txBody>
      </p:sp>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
        <p:nvSpPr>
          <p:cNvPr id="10" name="object 10"/>
          <p:cNvSpPr txBox="1"/>
          <p:nvPr/>
        </p:nvSpPr>
        <p:spPr>
          <a:xfrm>
            <a:off x="7094905" y="3151123"/>
            <a:ext cx="82550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FFFFFF"/>
                </a:solidFill>
                <a:latin typeface="Arial" panose="020B0604020202020204"/>
                <a:cs typeface="Arial" panose="020B0604020202020204"/>
              </a:rPr>
              <a:t>DO</a:t>
            </a:r>
            <a:r>
              <a:rPr sz="1800" spc="-25" dirty="0">
                <a:solidFill>
                  <a:srgbClr val="FFFFFF"/>
                </a:solidFill>
                <a:latin typeface="宋体" panose="02010600030101010101" pitchFamily="2" charset="-122"/>
                <a:cs typeface="宋体" panose="02010600030101010101" pitchFamily="2" charset="-122"/>
              </a:rPr>
              <a:t>文件</a:t>
            </a:r>
            <a:endParaRPr sz="1800">
              <a:latin typeface="宋体" panose="02010600030101010101" pitchFamily="2" charset="-122"/>
              <a:cs typeface="宋体" panose="02010600030101010101" pitchFamily="2" charset="-122"/>
            </a:endParaRPr>
          </a:p>
        </p:txBody>
      </p:sp>
      <p:sp>
        <p:nvSpPr>
          <p:cNvPr id="11" name="object 11"/>
          <p:cNvSpPr txBox="1"/>
          <p:nvPr/>
        </p:nvSpPr>
        <p:spPr>
          <a:xfrm>
            <a:off x="6790080" y="4135628"/>
            <a:ext cx="1435735" cy="299720"/>
          </a:xfrm>
          <a:prstGeom prst="rect">
            <a:avLst/>
          </a:prstGeom>
        </p:spPr>
        <p:txBody>
          <a:bodyPr vert="horz" wrap="square" lIns="0" tIns="12700" rIns="0" bIns="0" rtlCol="0">
            <a:spAutoFit/>
          </a:bodyPr>
          <a:lstStyle/>
          <a:p>
            <a:pPr marL="12700">
              <a:lnSpc>
                <a:spcPct val="100000"/>
              </a:lnSpc>
              <a:spcBef>
                <a:spcPts val="100"/>
              </a:spcBef>
            </a:pPr>
            <a:r>
              <a:rPr sz="1800" spc="-40" dirty="0">
                <a:solidFill>
                  <a:srgbClr val="FFFFFF"/>
                </a:solidFill>
                <a:latin typeface="Arial" panose="020B0604020202020204"/>
                <a:cs typeface="Arial" panose="020B0604020202020204"/>
              </a:rPr>
              <a:t>Test </a:t>
            </a:r>
            <a:r>
              <a:rPr sz="1800" spc="-10" dirty="0">
                <a:solidFill>
                  <a:srgbClr val="FFFFFF"/>
                </a:solidFill>
                <a:latin typeface="Arial" panose="020B0604020202020204"/>
                <a:cs typeface="Arial" panose="020B0604020202020204"/>
              </a:rPr>
              <a:t>Proc</a:t>
            </a:r>
            <a:r>
              <a:rPr sz="1800" spc="-25" dirty="0">
                <a:solidFill>
                  <a:srgbClr val="FFFFFF"/>
                </a:solidFill>
                <a:latin typeface="宋体" panose="02010600030101010101" pitchFamily="2" charset="-122"/>
                <a:cs typeface="宋体" panose="02010600030101010101" pitchFamily="2" charset="-122"/>
              </a:rPr>
              <a:t>文件</a:t>
            </a:r>
            <a:endParaRPr sz="1800">
              <a:latin typeface="宋体" panose="02010600030101010101" pitchFamily="2" charset="-122"/>
              <a:cs typeface="宋体" panose="02010600030101010101" pitchFamily="2" charset="-122"/>
            </a:endParaRPr>
          </a:p>
        </p:txBody>
      </p:sp>
      <p:sp>
        <p:nvSpPr>
          <p:cNvPr id="12" name="object 12"/>
          <p:cNvSpPr txBox="1"/>
          <p:nvPr/>
        </p:nvSpPr>
        <p:spPr>
          <a:xfrm>
            <a:off x="9704171" y="3751579"/>
            <a:ext cx="63119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FFFFFF"/>
                </a:solidFill>
                <a:latin typeface="Arial" panose="020B0604020202020204"/>
                <a:cs typeface="Arial" panose="020B0604020202020204"/>
              </a:rPr>
              <a:t>ATPG</a:t>
            </a:r>
            <a:endParaRPr sz="1800">
              <a:latin typeface="Arial" panose="020B0604020202020204"/>
              <a:cs typeface="Arial" panose="020B0604020202020204"/>
            </a:endParaRPr>
          </a:p>
        </p:txBody>
      </p:sp>
      <p:sp>
        <p:nvSpPr>
          <p:cNvPr id="13" name="object 13"/>
          <p:cNvSpPr txBox="1"/>
          <p:nvPr/>
        </p:nvSpPr>
        <p:spPr>
          <a:xfrm>
            <a:off x="9549650" y="5263388"/>
            <a:ext cx="939800" cy="299720"/>
          </a:xfrm>
          <a:prstGeom prst="rect">
            <a:avLst/>
          </a:prstGeom>
        </p:spPr>
        <p:txBody>
          <a:bodyPr vert="horz" wrap="square" lIns="0" tIns="12700" rIns="0" bIns="0" rtlCol="0">
            <a:spAutoFit/>
          </a:bodyPr>
          <a:lstStyle/>
          <a:p>
            <a:pPr marL="12700">
              <a:lnSpc>
                <a:spcPct val="100000"/>
              </a:lnSpc>
              <a:spcBef>
                <a:spcPts val="100"/>
              </a:spcBef>
            </a:pPr>
            <a:r>
              <a:rPr sz="1800" spc="-15" dirty="0">
                <a:solidFill>
                  <a:srgbClr val="FFFFFF"/>
                </a:solidFill>
                <a:latin typeface="宋体" panose="02010600030101010101" pitchFamily="2" charset="-122"/>
                <a:cs typeface="宋体" panose="02010600030101010101" pitchFamily="2" charset="-122"/>
              </a:rPr>
              <a:t>向量文件</a:t>
            </a:r>
            <a:endParaRPr sz="1800">
              <a:latin typeface="宋体" panose="02010600030101010101" pitchFamily="2" charset="-122"/>
              <a:cs typeface="宋体" panose="02010600030101010101" pitchFamily="2" charset="-122"/>
            </a:endParaRPr>
          </a:p>
        </p:txBody>
      </p:sp>
      <p:sp>
        <p:nvSpPr>
          <p:cNvPr id="14" name="object 14"/>
          <p:cNvSpPr txBox="1"/>
          <p:nvPr/>
        </p:nvSpPr>
        <p:spPr>
          <a:xfrm>
            <a:off x="10542066" y="2431796"/>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solidFill>
                  <a:srgbClr val="FFFFFF"/>
                </a:solidFill>
                <a:latin typeface="宋体" panose="02010600030101010101" pitchFamily="2" charset="-122"/>
                <a:cs typeface="宋体" panose="02010600030101010101" pitchFamily="2" charset="-122"/>
              </a:rPr>
              <a:t>库文件</a:t>
            </a:r>
            <a:endParaRPr sz="1800">
              <a:latin typeface="宋体" panose="02010600030101010101" pitchFamily="2" charset="-122"/>
              <a:cs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51027"/>
            <a:ext cx="4967605" cy="635000"/>
          </a:xfrm>
          <a:prstGeom prst="rect">
            <a:avLst/>
          </a:prstGeom>
        </p:spPr>
        <p:txBody>
          <a:bodyPr vert="horz" wrap="square" lIns="0" tIns="12700" rIns="0" bIns="0" rtlCol="0">
            <a:spAutoFit/>
          </a:bodyPr>
          <a:lstStyle/>
          <a:p>
            <a:pPr marL="12700">
              <a:lnSpc>
                <a:spcPct val="100000"/>
              </a:lnSpc>
              <a:spcBef>
                <a:spcPts val="100"/>
              </a:spcBef>
            </a:pPr>
            <a:r>
              <a:rPr spc="-95" dirty="0"/>
              <a:t>ATPG</a:t>
            </a:r>
            <a:r>
              <a:rPr spc="-10" dirty="0"/>
              <a:t>输入文件的介绍</a:t>
            </a:r>
            <a:endParaRPr spc="-10" dirty="0"/>
          </a:p>
        </p:txBody>
      </p:sp>
      <p:sp>
        <p:nvSpPr>
          <p:cNvPr id="3" name="object 3"/>
          <p:cNvSpPr txBox="1"/>
          <p:nvPr/>
        </p:nvSpPr>
        <p:spPr>
          <a:xfrm>
            <a:off x="608330" y="1690116"/>
            <a:ext cx="1936114" cy="330200"/>
          </a:xfrm>
          <a:prstGeom prst="rect">
            <a:avLst/>
          </a:prstGeom>
        </p:spPr>
        <p:txBody>
          <a:bodyPr vert="horz" wrap="square" lIns="0" tIns="12700" rIns="0" bIns="0" rtlCol="0">
            <a:spAutoFit/>
          </a:bodyPr>
          <a:lstStyle/>
          <a:p>
            <a:pPr marL="12700">
              <a:lnSpc>
                <a:spcPct val="100000"/>
              </a:lnSpc>
              <a:spcBef>
                <a:spcPts val="100"/>
              </a:spcBef>
              <a:tabLst>
                <a:tab pos="469265" algn="l"/>
              </a:tabLst>
            </a:pPr>
            <a:r>
              <a:rPr sz="2000" b="1" spc="-25" dirty="0">
                <a:solidFill>
                  <a:srgbClr val="009FE8"/>
                </a:solidFill>
                <a:latin typeface="微软雅黑" panose="020B0503020204020204" charset="-122"/>
                <a:cs typeface="微软雅黑" panose="020B0503020204020204" charset="-122"/>
              </a:rPr>
              <a:t>2.</a:t>
            </a:r>
            <a:r>
              <a:rPr sz="2000" b="1" dirty="0">
                <a:solidFill>
                  <a:srgbClr val="009FE8"/>
                </a:solidFill>
                <a:latin typeface="微软雅黑" panose="020B0503020204020204" charset="-122"/>
                <a:cs typeface="微软雅黑" panose="020B0503020204020204" charset="-122"/>
              </a:rPr>
              <a:t>	</a:t>
            </a:r>
            <a:r>
              <a:rPr sz="2000" b="1" spc="-50" dirty="0">
                <a:solidFill>
                  <a:srgbClr val="009FE8"/>
                </a:solidFill>
                <a:latin typeface="微软雅黑" panose="020B0503020204020204" charset="-122"/>
                <a:cs typeface="微软雅黑" panose="020B0503020204020204" charset="-122"/>
              </a:rPr>
              <a:t>ATPG</a:t>
            </a:r>
            <a:r>
              <a:rPr sz="2000" b="1" spc="-20" dirty="0">
                <a:solidFill>
                  <a:srgbClr val="009FE8"/>
                </a:solidFill>
                <a:latin typeface="微软雅黑" panose="020B0503020204020204" charset="-122"/>
                <a:cs typeface="微软雅黑" panose="020B0503020204020204" charset="-122"/>
              </a:rPr>
              <a:t>库文件</a:t>
            </a:r>
            <a:endParaRPr sz="2000">
              <a:latin typeface="微软雅黑" panose="020B0503020204020204" charset="-122"/>
              <a:cs typeface="微软雅黑" panose="020B0503020204020204" charset="-122"/>
            </a:endParaRPr>
          </a:p>
        </p:txBody>
      </p:sp>
      <p:sp>
        <p:nvSpPr>
          <p:cNvPr id="4" name="object 4"/>
          <p:cNvSpPr txBox="1"/>
          <p:nvPr/>
        </p:nvSpPr>
        <p:spPr>
          <a:xfrm>
            <a:off x="1065530" y="2340355"/>
            <a:ext cx="4951730" cy="299720"/>
          </a:xfrm>
          <a:prstGeom prst="rect">
            <a:avLst/>
          </a:prstGeom>
        </p:spPr>
        <p:txBody>
          <a:bodyPr vert="horz" wrap="square" lIns="0" tIns="12700" rIns="0" bIns="0" rtlCol="0">
            <a:spAutoFit/>
          </a:bodyPr>
          <a:lstStyle/>
          <a:p>
            <a:pPr marL="240665" indent="-227965">
              <a:lnSpc>
                <a:spcPct val="100000"/>
              </a:lnSpc>
              <a:spcBef>
                <a:spcPts val="100"/>
              </a:spcBef>
              <a:buFont typeface="Wingdings" panose="05000000000000000000"/>
              <a:buChar char=""/>
              <a:tabLst>
                <a:tab pos="240665" algn="l"/>
              </a:tabLst>
            </a:pPr>
            <a:r>
              <a:rPr sz="1800" spc="-55" dirty="0">
                <a:solidFill>
                  <a:srgbClr val="009FE8"/>
                </a:solidFill>
                <a:latin typeface="微软雅黑" panose="020B0503020204020204" charset="-122"/>
                <a:cs typeface="微软雅黑" panose="020B0503020204020204" charset="-122"/>
              </a:rPr>
              <a:t>ATPG</a:t>
            </a:r>
            <a:r>
              <a:rPr sz="1800" spc="-5" dirty="0">
                <a:solidFill>
                  <a:srgbClr val="009FE8"/>
                </a:solidFill>
                <a:latin typeface="微软雅黑" panose="020B0503020204020204" charset="-122"/>
                <a:cs typeface="微软雅黑" panose="020B0503020204020204" charset="-122"/>
              </a:rPr>
              <a:t>库文件定义了底层门级单元的功能模型。</a:t>
            </a:r>
            <a:endParaRPr sz="1800">
              <a:latin typeface="微软雅黑" panose="020B0503020204020204" charset="-122"/>
              <a:cs typeface="微软雅黑" panose="020B0503020204020204" charset="-122"/>
            </a:endParaRPr>
          </a:p>
        </p:txBody>
      </p:sp>
      <p:sp>
        <p:nvSpPr>
          <p:cNvPr id="5" name="object 5"/>
          <p:cNvSpPr txBox="1"/>
          <p:nvPr/>
        </p:nvSpPr>
        <p:spPr>
          <a:xfrm>
            <a:off x="1065530" y="2962147"/>
            <a:ext cx="1937385" cy="299720"/>
          </a:xfrm>
          <a:prstGeom prst="rect">
            <a:avLst/>
          </a:prstGeom>
        </p:spPr>
        <p:txBody>
          <a:bodyPr vert="horz" wrap="square" lIns="0" tIns="12700" rIns="0" bIns="0" rtlCol="0">
            <a:spAutoFit/>
          </a:bodyPr>
          <a:lstStyle/>
          <a:p>
            <a:pPr marL="240665" indent="-227965">
              <a:lnSpc>
                <a:spcPct val="100000"/>
              </a:lnSpc>
              <a:spcBef>
                <a:spcPts val="100"/>
              </a:spcBef>
              <a:buFont typeface="Wingdings" panose="05000000000000000000"/>
              <a:buChar char=""/>
              <a:tabLst>
                <a:tab pos="240665" algn="l"/>
              </a:tabLst>
            </a:pPr>
            <a:r>
              <a:rPr sz="1800" dirty="0">
                <a:solidFill>
                  <a:srgbClr val="009FE8"/>
                </a:solidFill>
                <a:latin typeface="微软雅黑" panose="020B0503020204020204" charset="-122"/>
                <a:cs typeface="微软雅黑" panose="020B0503020204020204" charset="-122"/>
              </a:rPr>
              <a:t>类似于</a:t>
            </a:r>
            <a:r>
              <a:rPr sz="1800" spc="-30" dirty="0">
                <a:solidFill>
                  <a:srgbClr val="009FE8"/>
                </a:solidFill>
                <a:latin typeface="微软雅黑" panose="020B0503020204020204" charset="-122"/>
                <a:cs typeface="微软雅黑" panose="020B0503020204020204" charset="-122"/>
              </a:rPr>
              <a:t>Verilog</a:t>
            </a:r>
            <a:r>
              <a:rPr sz="1800" spc="-60" dirty="0">
                <a:solidFill>
                  <a:srgbClr val="009FE8"/>
                </a:solidFill>
                <a:latin typeface="微软雅黑" panose="020B0503020204020204" charset="-122"/>
                <a:cs typeface="微软雅黑" panose="020B0503020204020204" charset="-122"/>
              </a:rPr>
              <a:t>。</a:t>
            </a:r>
            <a:endParaRPr sz="1800">
              <a:latin typeface="微软雅黑" panose="020B0503020204020204" charset="-122"/>
              <a:cs typeface="微软雅黑" panose="020B0503020204020204" charset="-122"/>
            </a:endParaRPr>
          </a:p>
        </p:txBody>
      </p:sp>
      <p:sp>
        <p:nvSpPr>
          <p:cNvPr id="6" name="object 6"/>
          <p:cNvSpPr txBox="1"/>
          <p:nvPr/>
        </p:nvSpPr>
        <p:spPr>
          <a:xfrm>
            <a:off x="1065530" y="3571747"/>
            <a:ext cx="4368800" cy="299720"/>
          </a:xfrm>
          <a:prstGeom prst="rect">
            <a:avLst/>
          </a:prstGeom>
        </p:spPr>
        <p:txBody>
          <a:bodyPr vert="horz" wrap="square" lIns="0" tIns="12700" rIns="0" bIns="0" rtlCol="0">
            <a:spAutoFit/>
          </a:bodyPr>
          <a:lstStyle/>
          <a:p>
            <a:pPr marL="240665" indent="-227965">
              <a:lnSpc>
                <a:spcPct val="100000"/>
              </a:lnSpc>
              <a:spcBef>
                <a:spcPts val="100"/>
              </a:spcBef>
              <a:buFont typeface="Wingdings" panose="05000000000000000000"/>
              <a:buChar char=""/>
              <a:tabLst>
                <a:tab pos="240665" algn="l"/>
              </a:tabLst>
            </a:pPr>
            <a:r>
              <a:rPr sz="1800" spc="-5" dirty="0">
                <a:solidFill>
                  <a:srgbClr val="009FE8"/>
                </a:solidFill>
                <a:latin typeface="微软雅黑" panose="020B0503020204020204" charset="-122"/>
                <a:cs typeface="微软雅黑" panose="020B0503020204020204" charset="-122"/>
              </a:rPr>
              <a:t>非扫描寄存器和扫描寄存器的映射关系。</a:t>
            </a:r>
            <a:endParaRPr sz="1800">
              <a:latin typeface="微软雅黑" panose="020B0503020204020204" charset="-122"/>
              <a:cs typeface="微软雅黑" panose="020B0503020204020204" charset="-122"/>
            </a:endParaRPr>
          </a:p>
        </p:txBody>
      </p:sp>
      <p:grpSp>
        <p:nvGrpSpPr>
          <p:cNvPr id="7" name="object 7"/>
          <p:cNvGrpSpPr/>
          <p:nvPr/>
        </p:nvGrpSpPr>
        <p:grpSpPr>
          <a:xfrm>
            <a:off x="8243010" y="1949183"/>
            <a:ext cx="3447415" cy="3127375"/>
            <a:chOff x="8243010" y="1949183"/>
            <a:chExt cx="3447415" cy="3127375"/>
          </a:xfrm>
        </p:grpSpPr>
        <p:sp>
          <p:nvSpPr>
            <p:cNvPr id="8" name="object 8"/>
            <p:cNvSpPr/>
            <p:nvPr/>
          </p:nvSpPr>
          <p:spPr>
            <a:xfrm>
              <a:off x="8249360" y="1955533"/>
              <a:ext cx="3434715" cy="3114675"/>
            </a:xfrm>
            <a:custGeom>
              <a:avLst/>
              <a:gdLst/>
              <a:ahLst/>
              <a:cxnLst/>
              <a:rect l="l" t="t" r="r" b="b"/>
              <a:pathLst>
                <a:path w="3434715" h="3114675">
                  <a:moveTo>
                    <a:pt x="2915577" y="0"/>
                  </a:moveTo>
                  <a:lnTo>
                    <a:pt x="0" y="0"/>
                  </a:lnTo>
                  <a:lnTo>
                    <a:pt x="0" y="3114306"/>
                  </a:lnTo>
                  <a:lnTo>
                    <a:pt x="3434638" y="3114306"/>
                  </a:lnTo>
                  <a:lnTo>
                    <a:pt x="3434638" y="519061"/>
                  </a:lnTo>
                  <a:lnTo>
                    <a:pt x="2915577" y="0"/>
                  </a:lnTo>
                  <a:close/>
                </a:path>
              </a:pathLst>
            </a:custGeom>
            <a:solidFill>
              <a:srgbClr val="2F5597"/>
            </a:solidFill>
          </p:spPr>
          <p:txBody>
            <a:bodyPr wrap="square" lIns="0" tIns="0" rIns="0" bIns="0" rtlCol="0"/>
            <a:lstStyle/>
            <a:p/>
          </p:txBody>
        </p:sp>
        <p:sp>
          <p:nvSpPr>
            <p:cNvPr id="9" name="object 9"/>
            <p:cNvSpPr/>
            <p:nvPr/>
          </p:nvSpPr>
          <p:spPr>
            <a:xfrm>
              <a:off x="8249360" y="1955533"/>
              <a:ext cx="3434715" cy="3114675"/>
            </a:xfrm>
            <a:custGeom>
              <a:avLst/>
              <a:gdLst/>
              <a:ahLst/>
              <a:cxnLst/>
              <a:rect l="l" t="t" r="r" b="b"/>
              <a:pathLst>
                <a:path w="3434715" h="3114675">
                  <a:moveTo>
                    <a:pt x="0" y="0"/>
                  </a:moveTo>
                  <a:lnTo>
                    <a:pt x="2915571" y="0"/>
                  </a:lnTo>
                  <a:lnTo>
                    <a:pt x="3434631" y="519060"/>
                  </a:lnTo>
                  <a:lnTo>
                    <a:pt x="3434631" y="3114301"/>
                  </a:lnTo>
                  <a:lnTo>
                    <a:pt x="0" y="3114301"/>
                  </a:lnTo>
                  <a:lnTo>
                    <a:pt x="0" y="0"/>
                  </a:lnTo>
                  <a:close/>
                </a:path>
              </a:pathLst>
            </a:custGeom>
            <a:ln w="12700">
              <a:solidFill>
                <a:srgbClr val="2F528F"/>
              </a:solidFill>
            </a:ln>
          </p:spPr>
          <p:txBody>
            <a:bodyPr wrap="square" lIns="0" tIns="0" rIns="0" bIns="0" rtlCol="0"/>
            <a:lstStyle/>
            <a:p/>
          </p:txBody>
        </p:sp>
      </p:grpSp>
      <p:sp>
        <p:nvSpPr>
          <p:cNvPr id="10" name="object 10"/>
          <p:cNvSpPr txBox="1"/>
          <p:nvPr/>
        </p:nvSpPr>
        <p:spPr>
          <a:xfrm>
            <a:off x="8328100" y="2166620"/>
            <a:ext cx="2316480" cy="2951480"/>
          </a:xfrm>
          <a:prstGeom prst="rect">
            <a:avLst/>
          </a:prstGeom>
        </p:spPr>
        <p:txBody>
          <a:bodyPr vert="horz" wrap="square" lIns="0" tIns="12700" rIns="0" bIns="0" rtlCol="0">
            <a:spAutoFit/>
          </a:bodyPr>
          <a:lstStyle/>
          <a:p>
            <a:pPr marL="12700">
              <a:lnSpc>
                <a:spcPts val="1415"/>
              </a:lnSpc>
              <a:spcBef>
                <a:spcPts val="100"/>
              </a:spcBef>
            </a:pPr>
            <a:r>
              <a:rPr sz="1200" dirty="0">
                <a:solidFill>
                  <a:srgbClr val="FFFFFF"/>
                </a:solidFill>
                <a:latin typeface="Ebrima" panose="02000000000000000000"/>
                <a:cs typeface="Ebrima" panose="02000000000000000000"/>
              </a:rPr>
              <a:t>model</a:t>
            </a:r>
            <a:r>
              <a:rPr sz="1200" spc="-40" dirty="0">
                <a:solidFill>
                  <a:srgbClr val="FFFFFF"/>
                </a:solidFill>
                <a:latin typeface="Ebrima" panose="02000000000000000000"/>
                <a:cs typeface="Ebrima" panose="02000000000000000000"/>
              </a:rPr>
              <a:t> </a:t>
            </a:r>
            <a:r>
              <a:rPr sz="1200" spc="-20" dirty="0">
                <a:solidFill>
                  <a:srgbClr val="FFFFFF"/>
                </a:solidFill>
                <a:latin typeface="Ebrima" panose="02000000000000000000"/>
                <a:cs typeface="Ebrima" panose="02000000000000000000"/>
              </a:rPr>
              <a:t>sdff</a:t>
            </a:r>
            <a:endParaRPr sz="1200">
              <a:latin typeface="Ebrima" panose="02000000000000000000"/>
              <a:cs typeface="Ebrima" panose="02000000000000000000"/>
            </a:endParaRPr>
          </a:p>
          <a:p>
            <a:pPr marL="95250">
              <a:lnSpc>
                <a:spcPts val="1405"/>
              </a:lnSpc>
            </a:pPr>
            <a:r>
              <a:rPr sz="1200" dirty="0">
                <a:solidFill>
                  <a:srgbClr val="FFFFFF"/>
                </a:solidFill>
                <a:latin typeface="Ebrima" panose="02000000000000000000"/>
                <a:cs typeface="Ebrima" panose="02000000000000000000"/>
              </a:rPr>
              <a:t>{D,</a:t>
            </a:r>
            <a:r>
              <a:rPr sz="1200" spc="-20" dirty="0">
                <a:solidFill>
                  <a:srgbClr val="FFFFFF"/>
                </a:solidFill>
                <a:latin typeface="Ebrima" panose="02000000000000000000"/>
                <a:cs typeface="Ebrima" panose="02000000000000000000"/>
              </a:rPr>
              <a:t> </a:t>
            </a:r>
            <a:r>
              <a:rPr sz="1200" dirty="0">
                <a:solidFill>
                  <a:srgbClr val="FFFFFF"/>
                </a:solidFill>
                <a:latin typeface="Ebrima" panose="02000000000000000000"/>
                <a:cs typeface="Ebrima" panose="02000000000000000000"/>
              </a:rPr>
              <a:t>SI,</a:t>
            </a:r>
            <a:r>
              <a:rPr sz="1200" spc="-15" dirty="0">
                <a:solidFill>
                  <a:srgbClr val="FFFFFF"/>
                </a:solidFill>
                <a:latin typeface="Ebrima" panose="02000000000000000000"/>
                <a:cs typeface="Ebrima" panose="02000000000000000000"/>
              </a:rPr>
              <a:t> </a:t>
            </a:r>
            <a:r>
              <a:rPr sz="1200" dirty="0">
                <a:solidFill>
                  <a:srgbClr val="FFFFFF"/>
                </a:solidFill>
                <a:latin typeface="Ebrima" panose="02000000000000000000"/>
                <a:cs typeface="Ebrima" panose="02000000000000000000"/>
              </a:rPr>
              <a:t>CK,</a:t>
            </a:r>
            <a:r>
              <a:rPr sz="1200" spc="-20" dirty="0">
                <a:solidFill>
                  <a:srgbClr val="FFFFFF"/>
                </a:solidFill>
                <a:latin typeface="Ebrima" panose="02000000000000000000"/>
                <a:cs typeface="Ebrima" panose="02000000000000000000"/>
              </a:rPr>
              <a:t> </a:t>
            </a:r>
            <a:r>
              <a:rPr sz="1200" dirty="0">
                <a:solidFill>
                  <a:srgbClr val="FFFFFF"/>
                </a:solidFill>
                <a:latin typeface="Ebrima" panose="02000000000000000000"/>
                <a:cs typeface="Ebrima" panose="02000000000000000000"/>
              </a:rPr>
              <a:t>SE,</a:t>
            </a:r>
            <a:r>
              <a:rPr sz="1200" spc="-15" dirty="0">
                <a:solidFill>
                  <a:srgbClr val="FFFFFF"/>
                </a:solidFill>
                <a:latin typeface="Ebrima" panose="02000000000000000000"/>
                <a:cs typeface="Ebrima" panose="02000000000000000000"/>
              </a:rPr>
              <a:t> </a:t>
            </a:r>
            <a:r>
              <a:rPr sz="1200" spc="-25" dirty="0">
                <a:solidFill>
                  <a:srgbClr val="FFFFFF"/>
                </a:solidFill>
                <a:latin typeface="Ebrima" panose="02000000000000000000"/>
                <a:cs typeface="Ebrima" panose="02000000000000000000"/>
              </a:rPr>
              <a:t>Q}</a:t>
            </a:r>
            <a:endParaRPr sz="1200">
              <a:latin typeface="Ebrima" panose="02000000000000000000"/>
              <a:cs typeface="Ebrima" panose="02000000000000000000"/>
            </a:endParaRPr>
          </a:p>
          <a:p>
            <a:pPr marL="12700">
              <a:lnSpc>
                <a:spcPts val="1430"/>
              </a:lnSpc>
            </a:pPr>
            <a:r>
              <a:rPr sz="1200" spc="-50" dirty="0">
                <a:solidFill>
                  <a:srgbClr val="FFFFFF"/>
                </a:solidFill>
                <a:latin typeface="Ebrima" panose="02000000000000000000"/>
                <a:cs typeface="Ebrima" panose="02000000000000000000"/>
              </a:rPr>
              <a:t>{</a:t>
            </a:r>
            <a:endParaRPr sz="1200">
              <a:latin typeface="Ebrima" panose="02000000000000000000"/>
              <a:cs typeface="Ebrima" panose="02000000000000000000"/>
            </a:endParaRPr>
          </a:p>
          <a:p>
            <a:pPr marL="95250" marR="5080">
              <a:lnSpc>
                <a:spcPct val="101000"/>
              </a:lnSpc>
              <a:spcBef>
                <a:spcPts val="35"/>
              </a:spcBef>
            </a:pPr>
            <a:r>
              <a:rPr sz="1200" dirty="0">
                <a:solidFill>
                  <a:srgbClr val="FFFFFF"/>
                </a:solidFill>
                <a:latin typeface="Ebrima" panose="02000000000000000000"/>
                <a:cs typeface="Ebrima" panose="02000000000000000000"/>
              </a:rPr>
              <a:t>model_source</a:t>
            </a:r>
            <a:r>
              <a:rPr sz="1200" spc="-45" dirty="0">
                <a:solidFill>
                  <a:srgbClr val="FFFFFF"/>
                </a:solidFill>
                <a:latin typeface="Ebrima" panose="02000000000000000000"/>
                <a:cs typeface="Ebrima" panose="02000000000000000000"/>
              </a:rPr>
              <a:t> </a:t>
            </a:r>
            <a:r>
              <a:rPr sz="1200" dirty="0">
                <a:solidFill>
                  <a:srgbClr val="FFFFFF"/>
                </a:solidFill>
                <a:latin typeface="Ebrima" panose="02000000000000000000"/>
                <a:cs typeface="Ebrima" panose="02000000000000000000"/>
              </a:rPr>
              <a:t>=</a:t>
            </a:r>
            <a:r>
              <a:rPr sz="1200" spc="-35" dirty="0">
                <a:solidFill>
                  <a:srgbClr val="FFFFFF"/>
                </a:solidFill>
                <a:latin typeface="Ebrima" panose="02000000000000000000"/>
                <a:cs typeface="Ebrima" panose="02000000000000000000"/>
              </a:rPr>
              <a:t> </a:t>
            </a:r>
            <a:r>
              <a:rPr sz="1200" spc="-10" dirty="0">
                <a:solidFill>
                  <a:srgbClr val="FFFFFF"/>
                </a:solidFill>
                <a:latin typeface="Ebrima" panose="02000000000000000000"/>
                <a:cs typeface="Ebrima" panose="02000000000000000000"/>
              </a:rPr>
              <a:t>Verilog_module; simulation_function</a:t>
            </a:r>
            <a:r>
              <a:rPr sz="1200" spc="20" dirty="0">
                <a:solidFill>
                  <a:srgbClr val="FFFFFF"/>
                </a:solidFill>
                <a:latin typeface="Ebrima" panose="02000000000000000000"/>
                <a:cs typeface="Ebrima" panose="02000000000000000000"/>
              </a:rPr>
              <a:t> </a:t>
            </a:r>
            <a:r>
              <a:rPr sz="1200" dirty="0">
                <a:solidFill>
                  <a:srgbClr val="FFFFFF"/>
                </a:solidFill>
                <a:latin typeface="Ebrima" panose="02000000000000000000"/>
                <a:cs typeface="Ebrima" panose="02000000000000000000"/>
              </a:rPr>
              <a:t>=</a:t>
            </a:r>
            <a:r>
              <a:rPr sz="1200" spc="30" dirty="0">
                <a:solidFill>
                  <a:srgbClr val="FFFFFF"/>
                </a:solidFill>
                <a:latin typeface="Ebrima" panose="02000000000000000000"/>
                <a:cs typeface="Ebrima" panose="02000000000000000000"/>
              </a:rPr>
              <a:t> </a:t>
            </a:r>
            <a:r>
              <a:rPr sz="1200" dirty="0">
                <a:solidFill>
                  <a:srgbClr val="FFFFFF"/>
                </a:solidFill>
                <a:latin typeface="Ebrima" panose="02000000000000000000"/>
                <a:cs typeface="Ebrima" panose="02000000000000000000"/>
              </a:rPr>
              <a:t>scan</a:t>
            </a:r>
            <a:r>
              <a:rPr sz="1200" spc="15" dirty="0">
                <a:solidFill>
                  <a:srgbClr val="FFFFFF"/>
                </a:solidFill>
                <a:latin typeface="Ebrima" panose="02000000000000000000"/>
                <a:cs typeface="Ebrima" panose="02000000000000000000"/>
              </a:rPr>
              <a:t> </a:t>
            </a:r>
            <a:r>
              <a:rPr sz="1200" spc="-20" dirty="0">
                <a:solidFill>
                  <a:srgbClr val="FFFFFF"/>
                </a:solidFill>
                <a:latin typeface="Ebrima" panose="02000000000000000000"/>
                <a:cs typeface="Ebrima" panose="02000000000000000000"/>
              </a:rPr>
              <a:t>cell; </a:t>
            </a:r>
            <a:r>
              <a:rPr sz="1200" dirty="0">
                <a:solidFill>
                  <a:srgbClr val="FFFFFF"/>
                </a:solidFill>
                <a:latin typeface="Ebrima" panose="02000000000000000000"/>
                <a:cs typeface="Ebrima" panose="02000000000000000000"/>
              </a:rPr>
              <a:t>nonscan_model</a:t>
            </a:r>
            <a:r>
              <a:rPr sz="1200" spc="-40" dirty="0">
                <a:solidFill>
                  <a:srgbClr val="FFFFFF"/>
                </a:solidFill>
                <a:latin typeface="Ebrima" panose="02000000000000000000"/>
                <a:cs typeface="Ebrima" panose="02000000000000000000"/>
              </a:rPr>
              <a:t> </a:t>
            </a:r>
            <a:r>
              <a:rPr sz="1200" dirty="0">
                <a:solidFill>
                  <a:srgbClr val="FFFFFF"/>
                </a:solidFill>
                <a:latin typeface="Ebrima" panose="02000000000000000000"/>
                <a:cs typeface="Ebrima" panose="02000000000000000000"/>
              </a:rPr>
              <a:t>=</a:t>
            </a:r>
            <a:r>
              <a:rPr sz="1200" spc="-25" dirty="0">
                <a:solidFill>
                  <a:srgbClr val="FFFFFF"/>
                </a:solidFill>
                <a:latin typeface="Ebrima" panose="02000000000000000000"/>
                <a:cs typeface="Ebrima" panose="02000000000000000000"/>
              </a:rPr>
              <a:t> </a:t>
            </a:r>
            <a:r>
              <a:rPr sz="1200" spc="-20" dirty="0">
                <a:solidFill>
                  <a:srgbClr val="FFFFFF"/>
                </a:solidFill>
                <a:latin typeface="Ebrima" panose="02000000000000000000"/>
                <a:cs typeface="Ebrima" panose="02000000000000000000"/>
              </a:rPr>
              <a:t>dff;</a:t>
            </a:r>
            <a:endParaRPr sz="1200">
              <a:latin typeface="Ebrima" panose="02000000000000000000"/>
              <a:cs typeface="Ebrima" panose="02000000000000000000"/>
            </a:endParaRPr>
          </a:p>
          <a:p>
            <a:pPr marL="95250" marR="956945">
              <a:lnSpc>
                <a:spcPts val="1420"/>
              </a:lnSpc>
              <a:spcBef>
                <a:spcPts val="15"/>
              </a:spcBef>
            </a:pPr>
            <a:r>
              <a:rPr sz="1200" dirty="0">
                <a:solidFill>
                  <a:srgbClr val="FFFFFF"/>
                </a:solidFill>
                <a:latin typeface="Ebrima" panose="02000000000000000000"/>
                <a:cs typeface="Ebrima" panose="02000000000000000000"/>
              </a:rPr>
              <a:t>input</a:t>
            </a:r>
            <a:r>
              <a:rPr sz="1200" spc="-25" dirty="0">
                <a:solidFill>
                  <a:srgbClr val="FFFFFF"/>
                </a:solidFill>
                <a:latin typeface="Ebrima" panose="02000000000000000000"/>
                <a:cs typeface="Ebrima" panose="02000000000000000000"/>
              </a:rPr>
              <a:t> </a:t>
            </a:r>
            <a:r>
              <a:rPr sz="1200" dirty="0">
                <a:solidFill>
                  <a:srgbClr val="FFFFFF"/>
                </a:solidFill>
                <a:latin typeface="Ebrima" panose="02000000000000000000"/>
                <a:cs typeface="Ebrima" panose="02000000000000000000"/>
              </a:rPr>
              <a:t>{D}</a:t>
            </a:r>
            <a:r>
              <a:rPr sz="1200" spc="-30" dirty="0">
                <a:solidFill>
                  <a:srgbClr val="FFFFFF"/>
                </a:solidFill>
                <a:latin typeface="Ebrima" panose="02000000000000000000"/>
                <a:cs typeface="Ebrima" panose="02000000000000000000"/>
              </a:rPr>
              <a:t> </a:t>
            </a:r>
            <a:r>
              <a:rPr sz="1200" spc="-10" dirty="0">
                <a:solidFill>
                  <a:srgbClr val="FFFFFF"/>
                </a:solidFill>
                <a:latin typeface="Ebrima" panose="02000000000000000000"/>
                <a:cs typeface="Ebrima" panose="02000000000000000000"/>
              </a:rPr>
              <a:t>(data_in;) </a:t>
            </a:r>
            <a:r>
              <a:rPr sz="1200" dirty="0">
                <a:solidFill>
                  <a:srgbClr val="FFFFFF"/>
                </a:solidFill>
                <a:latin typeface="Ebrima" panose="02000000000000000000"/>
                <a:cs typeface="Ebrima" panose="02000000000000000000"/>
              </a:rPr>
              <a:t>input</a:t>
            </a:r>
            <a:r>
              <a:rPr sz="1200" spc="-25" dirty="0">
                <a:solidFill>
                  <a:srgbClr val="FFFFFF"/>
                </a:solidFill>
                <a:latin typeface="Ebrima" panose="02000000000000000000"/>
                <a:cs typeface="Ebrima" panose="02000000000000000000"/>
              </a:rPr>
              <a:t> </a:t>
            </a:r>
            <a:r>
              <a:rPr sz="1200" dirty="0">
                <a:solidFill>
                  <a:srgbClr val="FFFFFF"/>
                </a:solidFill>
                <a:latin typeface="Ebrima" panose="02000000000000000000"/>
                <a:cs typeface="Ebrima" panose="02000000000000000000"/>
              </a:rPr>
              <a:t>{SI}</a:t>
            </a:r>
            <a:r>
              <a:rPr sz="1200" spc="-25" dirty="0">
                <a:solidFill>
                  <a:srgbClr val="FFFFFF"/>
                </a:solidFill>
                <a:latin typeface="Ebrima" panose="02000000000000000000"/>
                <a:cs typeface="Ebrima" panose="02000000000000000000"/>
              </a:rPr>
              <a:t> </a:t>
            </a:r>
            <a:r>
              <a:rPr sz="1200" spc="-10" dirty="0">
                <a:solidFill>
                  <a:srgbClr val="FFFFFF"/>
                </a:solidFill>
                <a:latin typeface="Ebrima" panose="02000000000000000000"/>
                <a:cs typeface="Ebrima" panose="02000000000000000000"/>
              </a:rPr>
              <a:t>(scan_in;)</a:t>
            </a:r>
            <a:endParaRPr sz="1200">
              <a:latin typeface="Ebrima" panose="02000000000000000000"/>
              <a:cs typeface="Ebrima" panose="02000000000000000000"/>
            </a:endParaRPr>
          </a:p>
          <a:p>
            <a:pPr marL="95250" marR="393065">
              <a:lnSpc>
                <a:spcPts val="1420"/>
              </a:lnSpc>
              <a:spcBef>
                <a:spcPts val="65"/>
              </a:spcBef>
            </a:pPr>
            <a:r>
              <a:rPr sz="1200" dirty="0">
                <a:solidFill>
                  <a:srgbClr val="FFFFFF"/>
                </a:solidFill>
                <a:latin typeface="Ebrima" panose="02000000000000000000"/>
                <a:cs typeface="Ebrima" panose="02000000000000000000"/>
              </a:rPr>
              <a:t>input</a:t>
            </a:r>
            <a:r>
              <a:rPr sz="1200" spc="-30" dirty="0">
                <a:solidFill>
                  <a:srgbClr val="FFFFFF"/>
                </a:solidFill>
                <a:latin typeface="Ebrima" panose="02000000000000000000"/>
                <a:cs typeface="Ebrima" panose="02000000000000000000"/>
              </a:rPr>
              <a:t> </a:t>
            </a:r>
            <a:r>
              <a:rPr sz="1200" dirty="0">
                <a:solidFill>
                  <a:srgbClr val="FFFFFF"/>
                </a:solidFill>
                <a:latin typeface="Ebrima" panose="02000000000000000000"/>
                <a:cs typeface="Ebrima" panose="02000000000000000000"/>
              </a:rPr>
              <a:t>{CK}</a:t>
            </a:r>
            <a:r>
              <a:rPr sz="1200" spc="-35" dirty="0">
                <a:solidFill>
                  <a:srgbClr val="FFFFFF"/>
                </a:solidFill>
                <a:latin typeface="Ebrima" panose="02000000000000000000"/>
                <a:cs typeface="Ebrima" panose="02000000000000000000"/>
              </a:rPr>
              <a:t> </a:t>
            </a:r>
            <a:r>
              <a:rPr sz="1200" spc="-10" dirty="0">
                <a:solidFill>
                  <a:srgbClr val="FFFFFF"/>
                </a:solidFill>
                <a:latin typeface="Ebrima" panose="02000000000000000000"/>
                <a:cs typeface="Ebrima" panose="02000000000000000000"/>
              </a:rPr>
              <a:t>{posedge_clock;} </a:t>
            </a:r>
            <a:r>
              <a:rPr sz="1200" dirty="0">
                <a:solidFill>
                  <a:srgbClr val="FFFFFF"/>
                </a:solidFill>
                <a:latin typeface="Ebrima" panose="02000000000000000000"/>
                <a:cs typeface="Ebrima" panose="02000000000000000000"/>
              </a:rPr>
              <a:t>input</a:t>
            </a:r>
            <a:r>
              <a:rPr sz="1200" spc="-25" dirty="0">
                <a:solidFill>
                  <a:srgbClr val="FFFFFF"/>
                </a:solidFill>
                <a:latin typeface="Ebrima" panose="02000000000000000000"/>
                <a:cs typeface="Ebrima" panose="02000000000000000000"/>
              </a:rPr>
              <a:t> </a:t>
            </a:r>
            <a:r>
              <a:rPr sz="1200" dirty="0">
                <a:solidFill>
                  <a:srgbClr val="FFFFFF"/>
                </a:solidFill>
                <a:latin typeface="Ebrima" panose="02000000000000000000"/>
                <a:cs typeface="Ebrima" panose="02000000000000000000"/>
              </a:rPr>
              <a:t>{SE}</a:t>
            </a:r>
            <a:r>
              <a:rPr sz="1200" spc="-25" dirty="0">
                <a:solidFill>
                  <a:srgbClr val="FFFFFF"/>
                </a:solidFill>
                <a:latin typeface="Ebrima" panose="02000000000000000000"/>
                <a:cs typeface="Ebrima" panose="02000000000000000000"/>
              </a:rPr>
              <a:t> </a:t>
            </a:r>
            <a:r>
              <a:rPr sz="1200" spc="-10" dirty="0">
                <a:solidFill>
                  <a:srgbClr val="FFFFFF"/>
                </a:solidFill>
                <a:latin typeface="Ebrima" panose="02000000000000000000"/>
                <a:cs typeface="Ebrima" panose="02000000000000000000"/>
              </a:rPr>
              <a:t>{scan_enable;}</a:t>
            </a:r>
            <a:endParaRPr sz="1200">
              <a:latin typeface="Ebrima" panose="02000000000000000000"/>
              <a:cs typeface="Ebrima" panose="02000000000000000000"/>
            </a:endParaRPr>
          </a:p>
          <a:p>
            <a:pPr marL="95250">
              <a:lnSpc>
                <a:spcPts val="1415"/>
              </a:lnSpc>
            </a:pPr>
            <a:r>
              <a:rPr sz="1200" dirty="0">
                <a:solidFill>
                  <a:srgbClr val="FFFFFF"/>
                </a:solidFill>
                <a:latin typeface="Ebrima" panose="02000000000000000000"/>
                <a:cs typeface="Ebrima" panose="02000000000000000000"/>
              </a:rPr>
              <a:t>output</a:t>
            </a:r>
            <a:r>
              <a:rPr sz="1200" spc="-25" dirty="0">
                <a:solidFill>
                  <a:srgbClr val="FFFFFF"/>
                </a:solidFill>
                <a:latin typeface="Ebrima" panose="02000000000000000000"/>
                <a:cs typeface="Ebrima" panose="02000000000000000000"/>
              </a:rPr>
              <a:t> </a:t>
            </a:r>
            <a:r>
              <a:rPr sz="1200" dirty="0">
                <a:solidFill>
                  <a:srgbClr val="FFFFFF"/>
                </a:solidFill>
                <a:latin typeface="Ebrima" panose="02000000000000000000"/>
                <a:cs typeface="Ebrima" panose="02000000000000000000"/>
              </a:rPr>
              <a:t>{Q}</a:t>
            </a:r>
            <a:r>
              <a:rPr sz="1200" spc="-30" dirty="0">
                <a:solidFill>
                  <a:srgbClr val="FFFFFF"/>
                </a:solidFill>
                <a:latin typeface="Ebrima" panose="02000000000000000000"/>
                <a:cs typeface="Ebrima" panose="02000000000000000000"/>
              </a:rPr>
              <a:t> </a:t>
            </a:r>
            <a:r>
              <a:rPr sz="1200" spc="-10" dirty="0">
                <a:solidFill>
                  <a:srgbClr val="FFFFFF"/>
                </a:solidFill>
                <a:latin typeface="Ebrima" panose="02000000000000000000"/>
                <a:cs typeface="Ebrima" panose="02000000000000000000"/>
              </a:rPr>
              <a:t>{data_out;}</a:t>
            </a:r>
            <a:endParaRPr sz="1200">
              <a:latin typeface="Ebrima" panose="02000000000000000000"/>
              <a:cs typeface="Ebrima" panose="02000000000000000000"/>
            </a:endParaRPr>
          </a:p>
          <a:p>
            <a:pPr marL="95250">
              <a:lnSpc>
                <a:spcPts val="1405"/>
              </a:lnSpc>
            </a:pPr>
            <a:r>
              <a:rPr sz="1200" spc="-50" dirty="0">
                <a:solidFill>
                  <a:srgbClr val="FFFFFF"/>
                </a:solidFill>
                <a:latin typeface="Ebrima" panose="02000000000000000000"/>
                <a:cs typeface="Ebrima" panose="02000000000000000000"/>
              </a:rPr>
              <a:t>{</a:t>
            </a:r>
            <a:endParaRPr sz="1200">
              <a:latin typeface="Ebrima" panose="02000000000000000000"/>
              <a:cs typeface="Ebrima" panose="02000000000000000000"/>
            </a:endParaRPr>
          </a:p>
          <a:p>
            <a:pPr marL="219075">
              <a:lnSpc>
                <a:spcPts val="1430"/>
              </a:lnSpc>
            </a:pPr>
            <a:r>
              <a:rPr sz="1200" dirty="0">
                <a:solidFill>
                  <a:srgbClr val="FFFFFF"/>
                </a:solidFill>
                <a:latin typeface="Ebrima" panose="02000000000000000000"/>
                <a:cs typeface="Ebrima" panose="02000000000000000000"/>
              </a:rPr>
              <a:t>instance</a:t>
            </a:r>
            <a:r>
              <a:rPr sz="1200" spc="-35" dirty="0">
                <a:solidFill>
                  <a:srgbClr val="FFFFFF"/>
                </a:solidFill>
                <a:latin typeface="Ebrima" panose="02000000000000000000"/>
                <a:cs typeface="Ebrima" panose="02000000000000000000"/>
              </a:rPr>
              <a:t> </a:t>
            </a:r>
            <a:r>
              <a:rPr sz="1200" dirty="0">
                <a:solidFill>
                  <a:srgbClr val="FFFFFF"/>
                </a:solidFill>
                <a:latin typeface="Ebrima" panose="02000000000000000000"/>
                <a:cs typeface="Ebrima" panose="02000000000000000000"/>
              </a:rPr>
              <a:t>=</a:t>
            </a:r>
            <a:r>
              <a:rPr sz="1200" spc="-20" dirty="0">
                <a:solidFill>
                  <a:srgbClr val="FFFFFF"/>
                </a:solidFill>
                <a:latin typeface="Ebrima" panose="02000000000000000000"/>
                <a:cs typeface="Ebrima" panose="02000000000000000000"/>
              </a:rPr>
              <a:t> </a:t>
            </a:r>
            <a:r>
              <a:rPr sz="1200" spc="-50" dirty="0">
                <a:solidFill>
                  <a:srgbClr val="FFFFFF"/>
                </a:solidFill>
                <a:latin typeface="Ebrima" panose="02000000000000000000"/>
                <a:cs typeface="Ebrima" panose="02000000000000000000"/>
              </a:rPr>
              <a:t>…</a:t>
            </a:r>
            <a:endParaRPr sz="1200">
              <a:latin typeface="Ebrima" panose="02000000000000000000"/>
              <a:cs typeface="Ebrima" panose="02000000000000000000"/>
            </a:endParaRPr>
          </a:p>
          <a:p>
            <a:pPr marL="219075">
              <a:lnSpc>
                <a:spcPts val="1430"/>
              </a:lnSpc>
              <a:spcBef>
                <a:spcPts val="50"/>
              </a:spcBef>
            </a:pPr>
            <a:r>
              <a:rPr sz="1200" dirty="0">
                <a:solidFill>
                  <a:srgbClr val="FFFFFF"/>
                </a:solidFill>
                <a:latin typeface="Ebrima" panose="02000000000000000000"/>
                <a:cs typeface="Ebrima" panose="02000000000000000000"/>
              </a:rPr>
              <a:t>primitive</a:t>
            </a:r>
            <a:r>
              <a:rPr sz="1200" spc="-40" dirty="0">
                <a:solidFill>
                  <a:srgbClr val="FFFFFF"/>
                </a:solidFill>
                <a:latin typeface="Ebrima" panose="02000000000000000000"/>
                <a:cs typeface="Ebrima" panose="02000000000000000000"/>
              </a:rPr>
              <a:t> </a:t>
            </a:r>
            <a:r>
              <a:rPr sz="1200" dirty="0">
                <a:solidFill>
                  <a:srgbClr val="FFFFFF"/>
                </a:solidFill>
                <a:latin typeface="Ebrima" panose="02000000000000000000"/>
                <a:cs typeface="Ebrima" panose="02000000000000000000"/>
              </a:rPr>
              <a:t>=</a:t>
            </a:r>
            <a:r>
              <a:rPr sz="1200" spc="-30" dirty="0">
                <a:solidFill>
                  <a:srgbClr val="FFFFFF"/>
                </a:solidFill>
                <a:latin typeface="Ebrima" panose="02000000000000000000"/>
                <a:cs typeface="Ebrima" panose="02000000000000000000"/>
              </a:rPr>
              <a:t> </a:t>
            </a:r>
            <a:r>
              <a:rPr sz="1200" spc="-50" dirty="0">
                <a:solidFill>
                  <a:srgbClr val="FFFFFF"/>
                </a:solidFill>
                <a:latin typeface="Ebrima" panose="02000000000000000000"/>
                <a:cs typeface="Ebrima" panose="02000000000000000000"/>
              </a:rPr>
              <a:t>…</a:t>
            </a:r>
            <a:endParaRPr sz="1200">
              <a:latin typeface="Ebrima" panose="02000000000000000000"/>
              <a:cs typeface="Ebrima" panose="02000000000000000000"/>
            </a:endParaRPr>
          </a:p>
          <a:p>
            <a:pPr marL="95250">
              <a:lnSpc>
                <a:spcPts val="1430"/>
              </a:lnSpc>
            </a:pPr>
            <a:r>
              <a:rPr sz="1200" spc="-50" dirty="0">
                <a:solidFill>
                  <a:srgbClr val="FFFFFF"/>
                </a:solidFill>
                <a:latin typeface="Ebrima" panose="02000000000000000000"/>
                <a:cs typeface="Ebrima" panose="02000000000000000000"/>
              </a:rPr>
              <a:t>}</a:t>
            </a:r>
            <a:endParaRPr sz="1200">
              <a:latin typeface="Ebrima" panose="02000000000000000000"/>
              <a:cs typeface="Ebrima" panose="02000000000000000000"/>
            </a:endParaRPr>
          </a:p>
          <a:p>
            <a:pPr marL="12700">
              <a:lnSpc>
                <a:spcPct val="100000"/>
              </a:lnSpc>
              <a:spcBef>
                <a:spcPts val="45"/>
              </a:spcBef>
            </a:pPr>
            <a:r>
              <a:rPr sz="1200" spc="-50" dirty="0">
                <a:solidFill>
                  <a:srgbClr val="FFFFFF"/>
                </a:solidFill>
                <a:latin typeface="Ebrima" panose="02000000000000000000"/>
                <a:cs typeface="Ebrima" panose="02000000000000000000"/>
              </a:rPr>
              <a:t>}</a:t>
            </a:r>
            <a:endParaRPr sz="1200">
              <a:latin typeface="Ebrima" panose="02000000000000000000"/>
              <a:cs typeface="Ebrima" panose="02000000000000000000"/>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51027"/>
            <a:ext cx="4967605" cy="635000"/>
          </a:xfrm>
          <a:prstGeom prst="rect">
            <a:avLst/>
          </a:prstGeom>
        </p:spPr>
        <p:txBody>
          <a:bodyPr vert="horz" wrap="square" lIns="0" tIns="12700" rIns="0" bIns="0" rtlCol="0">
            <a:spAutoFit/>
          </a:bodyPr>
          <a:lstStyle/>
          <a:p>
            <a:pPr marL="12700">
              <a:lnSpc>
                <a:spcPct val="100000"/>
              </a:lnSpc>
              <a:spcBef>
                <a:spcPts val="100"/>
              </a:spcBef>
            </a:pPr>
            <a:r>
              <a:rPr spc="-95" dirty="0"/>
              <a:t>ATPG</a:t>
            </a:r>
            <a:r>
              <a:rPr spc="-10" dirty="0"/>
              <a:t>输入文件的介绍</a:t>
            </a:r>
            <a:endParaRPr spc="-1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
        <p:nvSpPr>
          <p:cNvPr id="3" name="object 3"/>
          <p:cNvSpPr txBox="1"/>
          <p:nvPr/>
        </p:nvSpPr>
        <p:spPr>
          <a:xfrm>
            <a:off x="608330" y="1690116"/>
            <a:ext cx="4577715" cy="2181860"/>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2"/>
              <a:tabLst>
                <a:tab pos="469265" algn="l"/>
              </a:tabLst>
            </a:pPr>
            <a:r>
              <a:rPr sz="2000" b="1" spc="-50" dirty="0">
                <a:solidFill>
                  <a:srgbClr val="009FE8"/>
                </a:solidFill>
                <a:latin typeface="微软雅黑" panose="020B0503020204020204" charset="-122"/>
                <a:cs typeface="微软雅黑" panose="020B0503020204020204" charset="-122"/>
              </a:rPr>
              <a:t>ATPG</a:t>
            </a:r>
            <a:r>
              <a:rPr sz="2000" b="1" spc="-20" dirty="0">
                <a:solidFill>
                  <a:srgbClr val="009FE8"/>
                </a:solidFill>
                <a:latin typeface="微软雅黑" panose="020B0503020204020204" charset="-122"/>
                <a:cs typeface="微软雅黑" panose="020B0503020204020204" charset="-122"/>
              </a:rPr>
              <a:t>库文件</a:t>
            </a:r>
            <a:endParaRPr sz="2000">
              <a:latin typeface="微软雅黑" panose="020B0503020204020204" charset="-122"/>
              <a:cs typeface="微软雅黑" panose="020B0503020204020204" charset="-122"/>
            </a:endParaRPr>
          </a:p>
          <a:p>
            <a:pPr marL="697865" lvl="1" indent="-227965">
              <a:lnSpc>
                <a:spcPct val="100000"/>
              </a:lnSpc>
              <a:spcBef>
                <a:spcPts val="2720"/>
              </a:spcBef>
              <a:buFont typeface="Wingdings" panose="05000000000000000000"/>
              <a:buChar char=""/>
              <a:tabLst>
                <a:tab pos="697865" algn="l"/>
              </a:tabLst>
            </a:pPr>
            <a:r>
              <a:rPr sz="1800" spc="-5" dirty="0">
                <a:solidFill>
                  <a:srgbClr val="009FE8"/>
                </a:solidFill>
                <a:latin typeface="微软雅黑" panose="020B0503020204020204" charset="-122"/>
                <a:cs typeface="微软雅黑" panose="020B0503020204020204" charset="-122"/>
              </a:rPr>
              <a:t>一般从厂商直接获取。</a:t>
            </a:r>
            <a:endParaRPr sz="1800">
              <a:latin typeface="微软雅黑" panose="020B0503020204020204" charset="-122"/>
              <a:cs typeface="微软雅黑" panose="020B0503020204020204" charset="-122"/>
            </a:endParaRPr>
          </a:p>
          <a:p>
            <a:pPr marL="697865" lvl="1" indent="-227965">
              <a:lnSpc>
                <a:spcPct val="100000"/>
              </a:lnSpc>
              <a:spcBef>
                <a:spcPts val="2735"/>
              </a:spcBef>
              <a:buFont typeface="Wingdings" panose="05000000000000000000"/>
              <a:buChar char=""/>
              <a:tabLst>
                <a:tab pos="697865" algn="l"/>
              </a:tabLst>
            </a:pPr>
            <a:r>
              <a:rPr sz="1800" dirty="0">
                <a:solidFill>
                  <a:srgbClr val="009FE8"/>
                </a:solidFill>
                <a:latin typeface="微软雅黑" panose="020B0503020204020204" charset="-122"/>
                <a:cs typeface="微软雅黑" panose="020B0503020204020204" charset="-122"/>
              </a:rPr>
              <a:t>可以从</a:t>
            </a:r>
            <a:r>
              <a:rPr sz="1800" spc="-30" dirty="0">
                <a:solidFill>
                  <a:srgbClr val="009FE8"/>
                </a:solidFill>
                <a:latin typeface="微软雅黑" panose="020B0503020204020204" charset="-122"/>
                <a:cs typeface="微软雅黑" panose="020B0503020204020204" charset="-122"/>
              </a:rPr>
              <a:t>Verilog</a:t>
            </a:r>
            <a:r>
              <a:rPr sz="1800" dirty="0">
                <a:solidFill>
                  <a:srgbClr val="009FE8"/>
                </a:solidFill>
                <a:latin typeface="微软雅黑" panose="020B0503020204020204" charset="-122"/>
                <a:cs typeface="微软雅黑" panose="020B0503020204020204" charset="-122"/>
              </a:rPr>
              <a:t>模型转换为</a:t>
            </a:r>
            <a:r>
              <a:rPr sz="1800" spc="-55" dirty="0">
                <a:solidFill>
                  <a:srgbClr val="009FE8"/>
                </a:solidFill>
                <a:latin typeface="微软雅黑" panose="020B0503020204020204" charset="-122"/>
                <a:cs typeface="微软雅黑" panose="020B0503020204020204" charset="-122"/>
              </a:rPr>
              <a:t>ATPG</a:t>
            </a:r>
            <a:r>
              <a:rPr sz="1800" spc="-20" dirty="0">
                <a:solidFill>
                  <a:srgbClr val="009FE8"/>
                </a:solidFill>
                <a:latin typeface="微软雅黑" panose="020B0503020204020204" charset="-122"/>
                <a:cs typeface="微软雅黑" panose="020B0503020204020204" charset="-122"/>
              </a:rPr>
              <a:t>库文件</a:t>
            </a:r>
            <a:endParaRPr sz="1800">
              <a:latin typeface="微软雅黑" panose="020B0503020204020204" charset="-122"/>
              <a:cs typeface="微软雅黑" panose="020B0503020204020204" charset="-122"/>
            </a:endParaRPr>
          </a:p>
          <a:p>
            <a:pPr marL="697865" lvl="1" indent="-227965">
              <a:lnSpc>
                <a:spcPct val="100000"/>
              </a:lnSpc>
              <a:spcBef>
                <a:spcPts val="2640"/>
              </a:spcBef>
              <a:buFont typeface="Wingdings" panose="05000000000000000000"/>
              <a:buChar char=""/>
              <a:tabLst>
                <a:tab pos="697865" algn="l"/>
              </a:tabLst>
            </a:pPr>
            <a:r>
              <a:rPr sz="1800" spc="-5" dirty="0">
                <a:solidFill>
                  <a:srgbClr val="009FE8"/>
                </a:solidFill>
                <a:latin typeface="微软雅黑" panose="020B0503020204020204" charset="-122"/>
                <a:cs typeface="微软雅黑" panose="020B0503020204020204" charset="-122"/>
              </a:rPr>
              <a:t>小工具：</a:t>
            </a:r>
            <a:r>
              <a:rPr sz="1800" spc="-10" dirty="0">
                <a:solidFill>
                  <a:srgbClr val="009FE8"/>
                </a:solidFill>
                <a:latin typeface="微软雅黑" panose="020B0503020204020204" charset="-122"/>
                <a:cs typeface="微软雅黑" panose="020B0503020204020204" charset="-122"/>
              </a:rPr>
              <a:t>libcomp</a:t>
            </a:r>
            <a:endParaRPr sz="1800">
              <a:latin typeface="微软雅黑" panose="020B0503020204020204" charset="-122"/>
              <a:cs typeface="微软雅黑" panose="020B050302020402020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51027"/>
            <a:ext cx="4967605" cy="635000"/>
          </a:xfrm>
          <a:prstGeom prst="rect">
            <a:avLst/>
          </a:prstGeom>
        </p:spPr>
        <p:txBody>
          <a:bodyPr vert="horz" wrap="square" lIns="0" tIns="12700" rIns="0" bIns="0" rtlCol="0">
            <a:spAutoFit/>
          </a:bodyPr>
          <a:lstStyle/>
          <a:p>
            <a:pPr marL="12700">
              <a:lnSpc>
                <a:spcPct val="100000"/>
              </a:lnSpc>
              <a:spcBef>
                <a:spcPts val="100"/>
              </a:spcBef>
            </a:pPr>
            <a:r>
              <a:rPr spc="-95" dirty="0"/>
              <a:t>ATPG</a:t>
            </a:r>
            <a:r>
              <a:rPr spc="-10" dirty="0"/>
              <a:t>输入文件的介绍</a:t>
            </a:r>
            <a:endParaRPr spc="-10" dirty="0"/>
          </a:p>
        </p:txBody>
      </p:sp>
      <p:sp>
        <p:nvSpPr>
          <p:cNvPr id="3" name="object 3"/>
          <p:cNvSpPr txBox="1"/>
          <p:nvPr/>
        </p:nvSpPr>
        <p:spPr>
          <a:xfrm>
            <a:off x="608330" y="1690116"/>
            <a:ext cx="4346575" cy="2181860"/>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3"/>
              <a:tabLst>
                <a:tab pos="469265" algn="l"/>
              </a:tabLst>
            </a:pPr>
            <a:r>
              <a:rPr sz="2000" b="1" spc="-25" dirty="0">
                <a:solidFill>
                  <a:srgbClr val="009FE8"/>
                </a:solidFill>
                <a:latin typeface="微软雅黑" panose="020B0503020204020204" charset="-122"/>
                <a:cs typeface="微软雅黑" panose="020B0503020204020204" charset="-122"/>
              </a:rPr>
              <a:t>Do文件</a:t>
            </a:r>
            <a:endParaRPr sz="2000">
              <a:latin typeface="微软雅黑" panose="020B0503020204020204" charset="-122"/>
              <a:cs typeface="微软雅黑" panose="020B0503020204020204" charset="-122"/>
            </a:endParaRPr>
          </a:p>
          <a:p>
            <a:pPr marL="697865" lvl="1" indent="-227965">
              <a:lnSpc>
                <a:spcPct val="100000"/>
              </a:lnSpc>
              <a:spcBef>
                <a:spcPts val="2720"/>
              </a:spcBef>
              <a:buFont typeface="Wingdings" panose="05000000000000000000"/>
              <a:buChar char=""/>
              <a:tabLst>
                <a:tab pos="697865" algn="l"/>
              </a:tabLst>
            </a:pPr>
            <a:r>
              <a:rPr sz="1800" spc="-5" dirty="0">
                <a:solidFill>
                  <a:srgbClr val="009FE8"/>
                </a:solidFill>
                <a:latin typeface="微软雅黑" panose="020B0503020204020204" charset="-122"/>
                <a:cs typeface="微软雅黑" panose="020B0503020204020204" charset="-122"/>
              </a:rPr>
              <a:t>包含扫描链的基本信息</a:t>
            </a:r>
            <a:endParaRPr sz="1800">
              <a:latin typeface="微软雅黑" panose="020B0503020204020204" charset="-122"/>
              <a:cs typeface="微软雅黑" panose="020B0503020204020204" charset="-122"/>
            </a:endParaRPr>
          </a:p>
          <a:p>
            <a:pPr marL="697865" lvl="1" indent="-227965">
              <a:lnSpc>
                <a:spcPct val="100000"/>
              </a:lnSpc>
              <a:spcBef>
                <a:spcPts val="2735"/>
              </a:spcBef>
              <a:buFont typeface="Wingdings" panose="05000000000000000000"/>
              <a:buChar char=""/>
              <a:tabLst>
                <a:tab pos="697865" algn="l"/>
              </a:tabLst>
            </a:pPr>
            <a:r>
              <a:rPr sz="1800" dirty="0">
                <a:solidFill>
                  <a:srgbClr val="009FE8"/>
                </a:solidFill>
                <a:latin typeface="微软雅黑" panose="020B0503020204020204" charset="-122"/>
                <a:cs typeface="微软雅黑" panose="020B0503020204020204" charset="-122"/>
              </a:rPr>
              <a:t>包含用户配置的信息，如</a:t>
            </a:r>
            <a:r>
              <a:rPr sz="1800" spc="-10" dirty="0">
                <a:solidFill>
                  <a:srgbClr val="009FE8"/>
                </a:solidFill>
                <a:latin typeface="微软雅黑" panose="020B0503020204020204" charset="-122"/>
                <a:cs typeface="微软雅黑" panose="020B0503020204020204" charset="-122"/>
              </a:rPr>
              <a:t>PI</a:t>
            </a:r>
            <a:r>
              <a:rPr sz="1800" spc="-15" dirty="0">
                <a:solidFill>
                  <a:srgbClr val="009FE8"/>
                </a:solidFill>
                <a:latin typeface="微软雅黑" panose="020B0503020204020204" charset="-122"/>
                <a:cs typeface="微软雅黑" panose="020B0503020204020204" charset="-122"/>
              </a:rPr>
              <a:t>的设置等</a:t>
            </a:r>
            <a:endParaRPr sz="1800">
              <a:latin typeface="微软雅黑" panose="020B0503020204020204" charset="-122"/>
              <a:cs typeface="微软雅黑" panose="020B0503020204020204" charset="-122"/>
            </a:endParaRPr>
          </a:p>
          <a:p>
            <a:pPr marL="697865" lvl="1" indent="-227965">
              <a:lnSpc>
                <a:spcPct val="100000"/>
              </a:lnSpc>
              <a:spcBef>
                <a:spcPts val="2640"/>
              </a:spcBef>
              <a:buFont typeface="Wingdings" panose="05000000000000000000"/>
              <a:buChar char=""/>
              <a:tabLst>
                <a:tab pos="697865" algn="l"/>
              </a:tabLst>
            </a:pPr>
            <a:r>
              <a:rPr sz="1800" spc="-5" dirty="0">
                <a:solidFill>
                  <a:srgbClr val="009FE8"/>
                </a:solidFill>
                <a:latin typeface="微软雅黑" panose="020B0503020204020204" charset="-122"/>
                <a:cs typeface="微软雅黑" panose="020B0503020204020204" charset="-122"/>
              </a:rPr>
              <a:t>包含时钟，复位等定义</a:t>
            </a:r>
            <a:endParaRPr sz="1800">
              <a:latin typeface="微软雅黑" panose="020B0503020204020204" charset="-122"/>
              <a:cs typeface="微软雅黑" panose="020B0503020204020204" charset="-122"/>
            </a:endParaRPr>
          </a:p>
        </p:txBody>
      </p:sp>
      <p:grpSp>
        <p:nvGrpSpPr>
          <p:cNvPr id="4" name="object 4"/>
          <p:cNvGrpSpPr/>
          <p:nvPr/>
        </p:nvGrpSpPr>
        <p:grpSpPr>
          <a:xfrm>
            <a:off x="6810082" y="1731010"/>
            <a:ext cx="5156200" cy="3893820"/>
            <a:chOff x="6810082" y="1731010"/>
            <a:chExt cx="5156200" cy="3893820"/>
          </a:xfrm>
        </p:grpSpPr>
        <p:sp>
          <p:nvSpPr>
            <p:cNvPr id="5" name="object 5"/>
            <p:cNvSpPr/>
            <p:nvPr/>
          </p:nvSpPr>
          <p:spPr>
            <a:xfrm>
              <a:off x="6816432" y="1737360"/>
              <a:ext cx="5143500" cy="3881120"/>
            </a:xfrm>
            <a:custGeom>
              <a:avLst/>
              <a:gdLst/>
              <a:ahLst/>
              <a:cxnLst/>
              <a:rect l="l" t="t" r="r" b="b"/>
              <a:pathLst>
                <a:path w="5143500" h="3881120">
                  <a:moveTo>
                    <a:pt x="4496295" y="0"/>
                  </a:moveTo>
                  <a:lnTo>
                    <a:pt x="0" y="0"/>
                  </a:lnTo>
                  <a:lnTo>
                    <a:pt x="0" y="3881120"/>
                  </a:lnTo>
                  <a:lnTo>
                    <a:pt x="5143157" y="3881120"/>
                  </a:lnTo>
                  <a:lnTo>
                    <a:pt x="5143157" y="646861"/>
                  </a:lnTo>
                  <a:lnTo>
                    <a:pt x="4496295" y="0"/>
                  </a:lnTo>
                  <a:close/>
                </a:path>
              </a:pathLst>
            </a:custGeom>
            <a:solidFill>
              <a:srgbClr val="2F5597"/>
            </a:solidFill>
          </p:spPr>
          <p:txBody>
            <a:bodyPr wrap="square" lIns="0" tIns="0" rIns="0" bIns="0" rtlCol="0"/>
            <a:lstStyle/>
            <a:p/>
          </p:txBody>
        </p:sp>
        <p:sp>
          <p:nvSpPr>
            <p:cNvPr id="6" name="object 6"/>
            <p:cNvSpPr/>
            <p:nvPr/>
          </p:nvSpPr>
          <p:spPr>
            <a:xfrm>
              <a:off x="6816432" y="1737360"/>
              <a:ext cx="5143500" cy="3881120"/>
            </a:xfrm>
            <a:custGeom>
              <a:avLst/>
              <a:gdLst/>
              <a:ahLst/>
              <a:cxnLst/>
              <a:rect l="l" t="t" r="r" b="b"/>
              <a:pathLst>
                <a:path w="5143500" h="3881120">
                  <a:moveTo>
                    <a:pt x="0" y="0"/>
                  </a:moveTo>
                  <a:lnTo>
                    <a:pt x="4496292" y="0"/>
                  </a:lnTo>
                  <a:lnTo>
                    <a:pt x="5143152" y="646865"/>
                  </a:lnTo>
                  <a:lnTo>
                    <a:pt x="5143152" y="3881122"/>
                  </a:lnTo>
                  <a:lnTo>
                    <a:pt x="0" y="3881122"/>
                  </a:lnTo>
                  <a:lnTo>
                    <a:pt x="0" y="0"/>
                  </a:lnTo>
                  <a:close/>
                </a:path>
              </a:pathLst>
            </a:custGeom>
            <a:ln w="12700">
              <a:solidFill>
                <a:srgbClr val="2F528F"/>
              </a:solidFill>
            </a:ln>
          </p:spPr>
          <p:txBody>
            <a:bodyPr wrap="square" lIns="0" tIns="0" rIns="0" bIns="0" rtlCol="0"/>
            <a:lstStyle/>
            <a:p/>
          </p:txBody>
        </p:sp>
      </p:grpSp>
      <p:sp>
        <p:nvSpPr>
          <p:cNvPr id="7" name="object 7"/>
          <p:cNvSpPr txBox="1"/>
          <p:nvPr/>
        </p:nvSpPr>
        <p:spPr>
          <a:xfrm>
            <a:off x="6895172" y="2439924"/>
            <a:ext cx="4528185" cy="2372360"/>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FFFFFF"/>
                </a:solidFill>
                <a:latin typeface="Ebrima" panose="02000000000000000000"/>
                <a:cs typeface="Ebrima" panose="02000000000000000000"/>
              </a:rPr>
              <a:t>add_scan_group</a:t>
            </a:r>
            <a:r>
              <a:rPr sz="1400" spc="-70" dirty="0">
                <a:solidFill>
                  <a:srgbClr val="FFFFFF"/>
                </a:solidFill>
                <a:latin typeface="Ebrima" panose="02000000000000000000"/>
                <a:cs typeface="Ebrima" panose="02000000000000000000"/>
              </a:rPr>
              <a:t> </a:t>
            </a:r>
            <a:r>
              <a:rPr sz="1400" dirty="0">
                <a:solidFill>
                  <a:srgbClr val="FFFFFF"/>
                </a:solidFill>
                <a:latin typeface="Ebrima" panose="02000000000000000000"/>
                <a:cs typeface="Ebrima" panose="02000000000000000000"/>
              </a:rPr>
              <a:t>scan_group1</a:t>
            </a:r>
            <a:r>
              <a:rPr sz="1400" spc="-75" dirty="0">
                <a:solidFill>
                  <a:srgbClr val="FFFFFF"/>
                </a:solidFill>
                <a:latin typeface="Ebrima" panose="02000000000000000000"/>
                <a:cs typeface="Ebrima" panose="02000000000000000000"/>
              </a:rPr>
              <a:t> </a:t>
            </a:r>
            <a:r>
              <a:rPr sz="1400" spc="-10" dirty="0">
                <a:solidFill>
                  <a:srgbClr val="FFFFFF"/>
                </a:solidFill>
                <a:latin typeface="Ebrima" panose="02000000000000000000"/>
                <a:cs typeface="Ebrima" panose="02000000000000000000"/>
              </a:rPr>
              <a:t>scan_group1.testproc</a:t>
            </a:r>
            <a:endParaRPr sz="1400">
              <a:latin typeface="Ebrima" panose="02000000000000000000"/>
              <a:cs typeface="Ebrima" panose="02000000000000000000"/>
            </a:endParaRPr>
          </a:p>
          <a:p>
            <a:pPr marL="12700" marR="5080" algn="just">
              <a:lnSpc>
                <a:spcPct val="101000"/>
              </a:lnSpc>
              <a:spcBef>
                <a:spcPts val="1620"/>
              </a:spcBef>
            </a:pPr>
            <a:r>
              <a:rPr sz="1400" dirty="0">
                <a:solidFill>
                  <a:srgbClr val="FFFFFF"/>
                </a:solidFill>
                <a:latin typeface="Ebrima" panose="02000000000000000000"/>
                <a:cs typeface="Ebrima" panose="02000000000000000000"/>
              </a:rPr>
              <a:t>add_scan_chain</a:t>
            </a:r>
            <a:r>
              <a:rPr sz="1400" spc="-55" dirty="0">
                <a:solidFill>
                  <a:srgbClr val="FFFFFF"/>
                </a:solidFill>
                <a:latin typeface="Ebrima" panose="02000000000000000000"/>
                <a:cs typeface="Ebrima" panose="02000000000000000000"/>
              </a:rPr>
              <a:t> </a:t>
            </a:r>
            <a:r>
              <a:rPr sz="1400" dirty="0">
                <a:solidFill>
                  <a:srgbClr val="FFFFFF"/>
                </a:solidFill>
                <a:latin typeface="Ebrima" panose="02000000000000000000"/>
                <a:cs typeface="Ebrima" panose="02000000000000000000"/>
              </a:rPr>
              <a:t>chain1</a:t>
            </a:r>
            <a:r>
              <a:rPr sz="1400" spc="-60" dirty="0">
                <a:solidFill>
                  <a:srgbClr val="FFFFFF"/>
                </a:solidFill>
                <a:latin typeface="Ebrima" panose="02000000000000000000"/>
                <a:cs typeface="Ebrima" panose="02000000000000000000"/>
              </a:rPr>
              <a:t> </a:t>
            </a:r>
            <a:r>
              <a:rPr sz="1400" dirty="0">
                <a:solidFill>
                  <a:srgbClr val="FFFFFF"/>
                </a:solidFill>
                <a:latin typeface="Ebrima" panose="02000000000000000000"/>
                <a:cs typeface="Ebrima" panose="02000000000000000000"/>
              </a:rPr>
              <a:t>scan_group1</a:t>
            </a:r>
            <a:r>
              <a:rPr sz="1400" spc="-55" dirty="0">
                <a:solidFill>
                  <a:srgbClr val="FFFFFF"/>
                </a:solidFill>
                <a:latin typeface="Ebrima" panose="02000000000000000000"/>
                <a:cs typeface="Ebrima" panose="02000000000000000000"/>
              </a:rPr>
              <a:t> </a:t>
            </a:r>
            <a:r>
              <a:rPr sz="1400" dirty="0">
                <a:solidFill>
                  <a:srgbClr val="FFFFFF"/>
                </a:solidFill>
                <a:latin typeface="Ebrima" panose="02000000000000000000"/>
                <a:cs typeface="Ebrima" panose="02000000000000000000"/>
              </a:rPr>
              <a:t>scan_in_1</a:t>
            </a:r>
            <a:r>
              <a:rPr sz="1400" spc="-60" dirty="0">
                <a:solidFill>
                  <a:srgbClr val="FFFFFF"/>
                </a:solidFill>
                <a:latin typeface="Ebrima" panose="02000000000000000000"/>
                <a:cs typeface="Ebrima" panose="02000000000000000000"/>
              </a:rPr>
              <a:t> </a:t>
            </a:r>
            <a:r>
              <a:rPr sz="1400" spc="-10" dirty="0">
                <a:solidFill>
                  <a:srgbClr val="FFFFFF"/>
                </a:solidFill>
                <a:latin typeface="Ebrima" panose="02000000000000000000"/>
                <a:cs typeface="Ebrima" panose="02000000000000000000"/>
              </a:rPr>
              <a:t>scan_out_1 </a:t>
            </a:r>
            <a:r>
              <a:rPr sz="1400" dirty="0">
                <a:solidFill>
                  <a:srgbClr val="FFFFFF"/>
                </a:solidFill>
                <a:latin typeface="Ebrima" panose="02000000000000000000"/>
                <a:cs typeface="Ebrima" panose="02000000000000000000"/>
              </a:rPr>
              <a:t>add_scan_chain</a:t>
            </a:r>
            <a:r>
              <a:rPr sz="1400" spc="-55" dirty="0">
                <a:solidFill>
                  <a:srgbClr val="FFFFFF"/>
                </a:solidFill>
                <a:latin typeface="Ebrima" panose="02000000000000000000"/>
                <a:cs typeface="Ebrima" panose="02000000000000000000"/>
              </a:rPr>
              <a:t> </a:t>
            </a:r>
            <a:r>
              <a:rPr sz="1400" dirty="0">
                <a:solidFill>
                  <a:srgbClr val="FFFFFF"/>
                </a:solidFill>
                <a:latin typeface="Ebrima" panose="02000000000000000000"/>
                <a:cs typeface="Ebrima" panose="02000000000000000000"/>
              </a:rPr>
              <a:t>chain2</a:t>
            </a:r>
            <a:r>
              <a:rPr sz="1400" spc="-60" dirty="0">
                <a:solidFill>
                  <a:srgbClr val="FFFFFF"/>
                </a:solidFill>
                <a:latin typeface="Ebrima" panose="02000000000000000000"/>
                <a:cs typeface="Ebrima" panose="02000000000000000000"/>
              </a:rPr>
              <a:t> </a:t>
            </a:r>
            <a:r>
              <a:rPr sz="1400" dirty="0">
                <a:solidFill>
                  <a:srgbClr val="FFFFFF"/>
                </a:solidFill>
                <a:latin typeface="Ebrima" panose="02000000000000000000"/>
                <a:cs typeface="Ebrima" panose="02000000000000000000"/>
              </a:rPr>
              <a:t>scan_group1</a:t>
            </a:r>
            <a:r>
              <a:rPr sz="1400" spc="-55" dirty="0">
                <a:solidFill>
                  <a:srgbClr val="FFFFFF"/>
                </a:solidFill>
                <a:latin typeface="Ebrima" panose="02000000000000000000"/>
                <a:cs typeface="Ebrima" panose="02000000000000000000"/>
              </a:rPr>
              <a:t> </a:t>
            </a:r>
            <a:r>
              <a:rPr sz="1400" dirty="0">
                <a:solidFill>
                  <a:srgbClr val="FFFFFF"/>
                </a:solidFill>
                <a:latin typeface="Ebrima" panose="02000000000000000000"/>
                <a:cs typeface="Ebrima" panose="02000000000000000000"/>
              </a:rPr>
              <a:t>scan_in_2</a:t>
            </a:r>
            <a:r>
              <a:rPr sz="1400" spc="-60" dirty="0">
                <a:solidFill>
                  <a:srgbClr val="FFFFFF"/>
                </a:solidFill>
                <a:latin typeface="Ebrima" panose="02000000000000000000"/>
                <a:cs typeface="Ebrima" panose="02000000000000000000"/>
              </a:rPr>
              <a:t> </a:t>
            </a:r>
            <a:r>
              <a:rPr sz="1400" spc="-10" dirty="0">
                <a:solidFill>
                  <a:srgbClr val="FFFFFF"/>
                </a:solidFill>
                <a:latin typeface="Ebrima" panose="02000000000000000000"/>
                <a:cs typeface="Ebrima" panose="02000000000000000000"/>
              </a:rPr>
              <a:t>scan_out_2 </a:t>
            </a:r>
            <a:r>
              <a:rPr sz="1400" dirty="0">
                <a:solidFill>
                  <a:srgbClr val="FFFFFF"/>
                </a:solidFill>
                <a:latin typeface="Ebrima" panose="02000000000000000000"/>
                <a:cs typeface="Ebrima" panose="02000000000000000000"/>
              </a:rPr>
              <a:t>add_scan_chain</a:t>
            </a:r>
            <a:r>
              <a:rPr sz="1400" spc="-55" dirty="0">
                <a:solidFill>
                  <a:srgbClr val="FFFFFF"/>
                </a:solidFill>
                <a:latin typeface="Ebrima" panose="02000000000000000000"/>
                <a:cs typeface="Ebrima" panose="02000000000000000000"/>
              </a:rPr>
              <a:t> </a:t>
            </a:r>
            <a:r>
              <a:rPr sz="1400" dirty="0">
                <a:solidFill>
                  <a:srgbClr val="FFFFFF"/>
                </a:solidFill>
                <a:latin typeface="Ebrima" panose="02000000000000000000"/>
                <a:cs typeface="Ebrima" panose="02000000000000000000"/>
              </a:rPr>
              <a:t>chain3</a:t>
            </a:r>
            <a:r>
              <a:rPr sz="1400" spc="-60" dirty="0">
                <a:solidFill>
                  <a:srgbClr val="FFFFFF"/>
                </a:solidFill>
                <a:latin typeface="Ebrima" panose="02000000000000000000"/>
                <a:cs typeface="Ebrima" panose="02000000000000000000"/>
              </a:rPr>
              <a:t> </a:t>
            </a:r>
            <a:r>
              <a:rPr sz="1400" dirty="0">
                <a:solidFill>
                  <a:srgbClr val="FFFFFF"/>
                </a:solidFill>
                <a:latin typeface="Ebrima" panose="02000000000000000000"/>
                <a:cs typeface="Ebrima" panose="02000000000000000000"/>
              </a:rPr>
              <a:t>scan_group1</a:t>
            </a:r>
            <a:r>
              <a:rPr sz="1400" spc="-55" dirty="0">
                <a:solidFill>
                  <a:srgbClr val="FFFFFF"/>
                </a:solidFill>
                <a:latin typeface="Ebrima" panose="02000000000000000000"/>
                <a:cs typeface="Ebrima" panose="02000000000000000000"/>
              </a:rPr>
              <a:t> </a:t>
            </a:r>
            <a:r>
              <a:rPr sz="1400" dirty="0">
                <a:solidFill>
                  <a:srgbClr val="FFFFFF"/>
                </a:solidFill>
                <a:latin typeface="Ebrima" panose="02000000000000000000"/>
                <a:cs typeface="Ebrima" panose="02000000000000000000"/>
              </a:rPr>
              <a:t>scan_in_3</a:t>
            </a:r>
            <a:r>
              <a:rPr sz="1400" spc="-60" dirty="0">
                <a:solidFill>
                  <a:srgbClr val="FFFFFF"/>
                </a:solidFill>
                <a:latin typeface="Ebrima" panose="02000000000000000000"/>
                <a:cs typeface="Ebrima" panose="02000000000000000000"/>
              </a:rPr>
              <a:t> </a:t>
            </a:r>
            <a:r>
              <a:rPr sz="1400" spc="-10" dirty="0">
                <a:solidFill>
                  <a:srgbClr val="FFFFFF"/>
                </a:solidFill>
                <a:latin typeface="Ebrima" panose="02000000000000000000"/>
                <a:cs typeface="Ebrima" panose="02000000000000000000"/>
              </a:rPr>
              <a:t>scan_out_3</a:t>
            </a:r>
            <a:endParaRPr sz="1400">
              <a:latin typeface="Ebrima" panose="02000000000000000000"/>
              <a:cs typeface="Ebrima" panose="02000000000000000000"/>
            </a:endParaRPr>
          </a:p>
          <a:p>
            <a:pPr marL="12700">
              <a:lnSpc>
                <a:spcPct val="100000"/>
              </a:lnSpc>
              <a:spcBef>
                <a:spcPts val="1630"/>
              </a:spcBef>
            </a:pPr>
            <a:r>
              <a:rPr sz="1400" dirty="0">
                <a:solidFill>
                  <a:srgbClr val="FFFFFF"/>
                </a:solidFill>
                <a:latin typeface="Ebrima" panose="02000000000000000000"/>
                <a:cs typeface="Ebrima" panose="02000000000000000000"/>
              </a:rPr>
              <a:t>add_clock</a:t>
            </a:r>
            <a:r>
              <a:rPr sz="1400" spc="-20" dirty="0">
                <a:solidFill>
                  <a:srgbClr val="FFFFFF"/>
                </a:solidFill>
                <a:latin typeface="Ebrima" panose="02000000000000000000"/>
                <a:cs typeface="Ebrima" panose="02000000000000000000"/>
              </a:rPr>
              <a:t> </a:t>
            </a:r>
            <a:r>
              <a:rPr sz="1400" dirty="0">
                <a:solidFill>
                  <a:srgbClr val="FFFFFF"/>
                </a:solidFill>
                <a:latin typeface="Ebrima" panose="02000000000000000000"/>
                <a:cs typeface="Ebrima" panose="02000000000000000000"/>
              </a:rPr>
              <a:t>0</a:t>
            </a:r>
            <a:r>
              <a:rPr sz="1400" spc="-35" dirty="0">
                <a:solidFill>
                  <a:srgbClr val="FFFFFF"/>
                </a:solidFill>
                <a:latin typeface="Ebrima" panose="02000000000000000000"/>
                <a:cs typeface="Ebrima" panose="02000000000000000000"/>
              </a:rPr>
              <a:t> </a:t>
            </a:r>
            <a:r>
              <a:rPr sz="1400" spc="-10" dirty="0">
                <a:solidFill>
                  <a:srgbClr val="FFFFFF"/>
                </a:solidFill>
                <a:latin typeface="Ebrima" panose="02000000000000000000"/>
                <a:cs typeface="Ebrima" panose="02000000000000000000"/>
              </a:rPr>
              <a:t>ramclock</a:t>
            </a:r>
            <a:endParaRPr sz="1400">
              <a:latin typeface="Ebrima" panose="02000000000000000000"/>
              <a:cs typeface="Ebrima" panose="02000000000000000000"/>
            </a:endParaRPr>
          </a:p>
          <a:p>
            <a:pPr marL="12700">
              <a:lnSpc>
                <a:spcPct val="100000"/>
              </a:lnSpc>
              <a:spcBef>
                <a:spcPts val="25"/>
              </a:spcBef>
            </a:pPr>
            <a:r>
              <a:rPr sz="1400" dirty="0">
                <a:solidFill>
                  <a:srgbClr val="FFFFFF"/>
                </a:solidFill>
                <a:latin typeface="Ebrima" panose="02000000000000000000"/>
                <a:cs typeface="Ebrima" panose="02000000000000000000"/>
              </a:rPr>
              <a:t>add_clock</a:t>
            </a:r>
            <a:r>
              <a:rPr sz="1400" spc="-20" dirty="0">
                <a:solidFill>
                  <a:srgbClr val="FFFFFF"/>
                </a:solidFill>
                <a:latin typeface="Ebrima" panose="02000000000000000000"/>
                <a:cs typeface="Ebrima" panose="02000000000000000000"/>
              </a:rPr>
              <a:t> </a:t>
            </a:r>
            <a:r>
              <a:rPr sz="1400" dirty="0">
                <a:solidFill>
                  <a:srgbClr val="FFFFFF"/>
                </a:solidFill>
                <a:latin typeface="Ebrima" panose="02000000000000000000"/>
                <a:cs typeface="Ebrima" panose="02000000000000000000"/>
              </a:rPr>
              <a:t>0</a:t>
            </a:r>
            <a:r>
              <a:rPr sz="1400" spc="-35" dirty="0">
                <a:solidFill>
                  <a:srgbClr val="FFFFFF"/>
                </a:solidFill>
                <a:latin typeface="Ebrima" panose="02000000000000000000"/>
                <a:cs typeface="Ebrima" panose="02000000000000000000"/>
              </a:rPr>
              <a:t> </a:t>
            </a:r>
            <a:r>
              <a:rPr sz="1400" spc="-20" dirty="0">
                <a:solidFill>
                  <a:srgbClr val="FFFFFF"/>
                </a:solidFill>
                <a:latin typeface="Ebrima" panose="02000000000000000000"/>
                <a:cs typeface="Ebrima" panose="02000000000000000000"/>
              </a:rPr>
              <a:t>clock</a:t>
            </a:r>
            <a:endParaRPr sz="1400">
              <a:latin typeface="Ebrima" panose="02000000000000000000"/>
              <a:cs typeface="Ebrima" panose="02000000000000000000"/>
            </a:endParaRPr>
          </a:p>
          <a:p>
            <a:pPr marL="12700" marR="2070100">
              <a:lnSpc>
                <a:spcPts val="1700"/>
              </a:lnSpc>
              <a:spcBef>
                <a:spcPts val="40"/>
              </a:spcBef>
            </a:pPr>
            <a:r>
              <a:rPr sz="1400" dirty="0">
                <a:solidFill>
                  <a:srgbClr val="FFFFFF"/>
                </a:solidFill>
                <a:latin typeface="Ebrima" panose="02000000000000000000"/>
                <a:cs typeface="Ebrima" panose="02000000000000000000"/>
              </a:rPr>
              <a:t>add_clock</a:t>
            </a:r>
            <a:r>
              <a:rPr sz="1400" spc="-20" dirty="0">
                <a:solidFill>
                  <a:srgbClr val="FFFFFF"/>
                </a:solidFill>
                <a:latin typeface="Ebrima" panose="02000000000000000000"/>
                <a:cs typeface="Ebrima" panose="02000000000000000000"/>
              </a:rPr>
              <a:t> </a:t>
            </a:r>
            <a:r>
              <a:rPr sz="1400" dirty="0">
                <a:solidFill>
                  <a:srgbClr val="FFFFFF"/>
                </a:solidFill>
                <a:latin typeface="Ebrima" panose="02000000000000000000"/>
                <a:cs typeface="Ebrima" panose="02000000000000000000"/>
              </a:rPr>
              <a:t>1</a:t>
            </a:r>
            <a:r>
              <a:rPr sz="1400" spc="-35" dirty="0">
                <a:solidFill>
                  <a:srgbClr val="FFFFFF"/>
                </a:solidFill>
                <a:latin typeface="Ebrima" panose="02000000000000000000"/>
                <a:cs typeface="Ebrima" panose="02000000000000000000"/>
              </a:rPr>
              <a:t> </a:t>
            </a:r>
            <a:r>
              <a:rPr sz="1400" spc="-20" dirty="0">
                <a:solidFill>
                  <a:srgbClr val="FFFFFF"/>
                </a:solidFill>
                <a:latin typeface="Ebrima" panose="02000000000000000000"/>
                <a:cs typeface="Ebrima" panose="02000000000000000000"/>
              </a:rPr>
              <a:t>reset </a:t>
            </a:r>
            <a:r>
              <a:rPr sz="1400" dirty="0">
                <a:solidFill>
                  <a:srgbClr val="FFFFFF"/>
                </a:solidFill>
                <a:latin typeface="Ebrima" panose="02000000000000000000"/>
                <a:cs typeface="Ebrima" panose="02000000000000000000"/>
              </a:rPr>
              <a:t>add_pin_constraints</a:t>
            </a:r>
            <a:r>
              <a:rPr sz="1400" spc="-45" dirty="0">
                <a:solidFill>
                  <a:srgbClr val="FFFFFF"/>
                </a:solidFill>
                <a:latin typeface="Ebrima" panose="02000000000000000000"/>
                <a:cs typeface="Ebrima" panose="02000000000000000000"/>
              </a:rPr>
              <a:t> </a:t>
            </a:r>
            <a:r>
              <a:rPr sz="1400" dirty="0">
                <a:solidFill>
                  <a:srgbClr val="FFFFFF"/>
                </a:solidFill>
                <a:latin typeface="Ebrima" panose="02000000000000000000"/>
                <a:cs typeface="Ebrima" panose="02000000000000000000"/>
              </a:rPr>
              <a:t>se</a:t>
            </a:r>
            <a:r>
              <a:rPr sz="1400" spc="-55" dirty="0">
                <a:solidFill>
                  <a:srgbClr val="FFFFFF"/>
                </a:solidFill>
                <a:latin typeface="Ebrima" panose="02000000000000000000"/>
                <a:cs typeface="Ebrima" panose="02000000000000000000"/>
              </a:rPr>
              <a:t> </a:t>
            </a:r>
            <a:r>
              <a:rPr sz="1400" spc="-25" dirty="0">
                <a:solidFill>
                  <a:srgbClr val="FFFFFF"/>
                </a:solidFill>
                <a:latin typeface="Ebrima" panose="02000000000000000000"/>
                <a:cs typeface="Ebrima" panose="02000000000000000000"/>
              </a:rPr>
              <a:t>C1 </a:t>
            </a:r>
            <a:r>
              <a:rPr sz="1400" dirty="0">
                <a:solidFill>
                  <a:srgbClr val="FFFFFF"/>
                </a:solidFill>
                <a:latin typeface="Ebrima" panose="02000000000000000000"/>
                <a:cs typeface="Ebrima" panose="02000000000000000000"/>
              </a:rPr>
              <a:t>add_pin_constraints</a:t>
            </a:r>
            <a:r>
              <a:rPr sz="1400" spc="-55" dirty="0">
                <a:solidFill>
                  <a:srgbClr val="FFFFFF"/>
                </a:solidFill>
                <a:latin typeface="Ebrima" panose="02000000000000000000"/>
                <a:cs typeface="Ebrima" panose="02000000000000000000"/>
              </a:rPr>
              <a:t> </a:t>
            </a:r>
            <a:r>
              <a:rPr sz="1400" dirty="0">
                <a:solidFill>
                  <a:srgbClr val="FFFFFF"/>
                </a:solidFill>
                <a:latin typeface="Ebrima" panose="02000000000000000000"/>
                <a:cs typeface="Ebrima" panose="02000000000000000000"/>
              </a:rPr>
              <a:t>jtag_sel</a:t>
            </a:r>
            <a:r>
              <a:rPr sz="1400" spc="-70" dirty="0">
                <a:solidFill>
                  <a:srgbClr val="FFFFFF"/>
                </a:solidFill>
                <a:latin typeface="Ebrima" panose="02000000000000000000"/>
                <a:cs typeface="Ebrima" panose="02000000000000000000"/>
              </a:rPr>
              <a:t> </a:t>
            </a:r>
            <a:r>
              <a:rPr sz="1400" spc="-25" dirty="0">
                <a:solidFill>
                  <a:srgbClr val="FFFFFF"/>
                </a:solidFill>
                <a:latin typeface="Ebrima" panose="02000000000000000000"/>
                <a:cs typeface="Ebrima" panose="02000000000000000000"/>
              </a:rPr>
              <a:t>C0</a:t>
            </a:r>
            <a:endParaRPr sz="1400">
              <a:latin typeface="Ebrima" panose="02000000000000000000"/>
              <a:cs typeface="Ebrima" panose="02000000000000000000"/>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51027"/>
            <a:ext cx="4967605" cy="635000"/>
          </a:xfrm>
          <a:prstGeom prst="rect">
            <a:avLst/>
          </a:prstGeom>
        </p:spPr>
        <p:txBody>
          <a:bodyPr vert="horz" wrap="square" lIns="0" tIns="12700" rIns="0" bIns="0" rtlCol="0">
            <a:spAutoFit/>
          </a:bodyPr>
          <a:lstStyle/>
          <a:p>
            <a:pPr marL="12700">
              <a:lnSpc>
                <a:spcPct val="100000"/>
              </a:lnSpc>
              <a:spcBef>
                <a:spcPts val="100"/>
              </a:spcBef>
            </a:pPr>
            <a:r>
              <a:rPr spc="-95" dirty="0"/>
              <a:t>ATPG</a:t>
            </a:r>
            <a:r>
              <a:rPr spc="-10" dirty="0"/>
              <a:t>输入文件的介绍</a:t>
            </a:r>
            <a:endParaRPr spc="-1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
        <p:nvSpPr>
          <p:cNvPr id="3" name="object 3"/>
          <p:cNvSpPr txBox="1"/>
          <p:nvPr/>
        </p:nvSpPr>
        <p:spPr>
          <a:xfrm>
            <a:off x="608330" y="1690116"/>
            <a:ext cx="5283200" cy="3916679"/>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4"/>
              <a:tabLst>
                <a:tab pos="469265" algn="l"/>
              </a:tabLst>
            </a:pPr>
            <a:r>
              <a:rPr sz="2000" b="1" spc="-40" dirty="0">
                <a:solidFill>
                  <a:srgbClr val="009FE8"/>
                </a:solidFill>
                <a:latin typeface="微软雅黑" panose="020B0503020204020204" charset="-122"/>
                <a:cs typeface="微软雅黑" panose="020B0503020204020204" charset="-122"/>
              </a:rPr>
              <a:t>TestProc</a:t>
            </a:r>
            <a:r>
              <a:rPr sz="2000" b="1" spc="-25" dirty="0">
                <a:solidFill>
                  <a:srgbClr val="009FE8"/>
                </a:solidFill>
                <a:latin typeface="微软雅黑" panose="020B0503020204020204" charset="-122"/>
                <a:cs typeface="微软雅黑" panose="020B0503020204020204" charset="-122"/>
              </a:rPr>
              <a:t>文件</a:t>
            </a:r>
            <a:endParaRPr sz="2000">
              <a:latin typeface="微软雅黑" panose="020B0503020204020204" charset="-122"/>
              <a:cs typeface="微软雅黑" panose="020B0503020204020204" charset="-122"/>
            </a:endParaRPr>
          </a:p>
          <a:p>
            <a:pPr marL="469900">
              <a:lnSpc>
                <a:spcPct val="100000"/>
              </a:lnSpc>
              <a:spcBef>
                <a:spcPts val="2720"/>
              </a:spcBef>
            </a:pPr>
            <a:r>
              <a:rPr sz="1800" spc="-45" dirty="0">
                <a:solidFill>
                  <a:srgbClr val="009FE8"/>
                </a:solidFill>
                <a:latin typeface="微软雅黑" panose="020B0503020204020204" charset="-122"/>
                <a:cs typeface="微软雅黑" panose="020B0503020204020204" charset="-122"/>
              </a:rPr>
              <a:t>TestProc</a:t>
            </a:r>
            <a:r>
              <a:rPr sz="1800" spc="-5" dirty="0">
                <a:solidFill>
                  <a:srgbClr val="009FE8"/>
                </a:solidFill>
                <a:latin typeface="微软雅黑" panose="020B0503020204020204" charset="-122"/>
                <a:cs typeface="微软雅黑" panose="020B0503020204020204" charset="-122"/>
              </a:rPr>
              <a:t>文件定义测试时的操作，包括</a:t>
            </a:r>
            <a:endParaRPr sz="1800">
              <a:latin typeface="微软雅黑" panose="020B0503020204020204" charset="-122"/>
              <a:cs typeface="微软雅黑" panose="020B0503020204020204" charset="-122"/>
            </a:endParaRPr>
          </a:p>
          <a:p>
            <a:pPr marL="1155065" lvl="1" indent="-227965">
              <a:lnSpc>
                <a:spcPct val="100000"/>
              </a:lnSpc>
              <a:spcBef>
                <a:spcPts val="1325"/>
              </a:spcBef>
              <a:buFont typeface="Wingdings" panose="05000000000000000000"/>
              <a:buChar char=""/>
              <a:tabLst>
                <a:tab pos="1155065" algn="l"/>
              </a:tabLst>
            </a:pPr>
            <a:r>
              <a:rPr sz="1600" spc="-10" dirty="0">
                <a:solidFill>
                  <a:srgbClr val="009FE8"/>
                </a:solidFill>
                <a:latin typeface="微软雅黑" panose="020B0503020204020204" charset="-122"/>
                <a:cs typeface="微软雅黑" panose="020B0503020204020204" charset="-122"/>
              </a:rPr>
              <a:t>TimePlates</a:t>
            </a:r>
            <a:endParaRPr sz="1600">
              <a:latin typeface="微软雅黑" panose="020B0503020204020204" charset="-122"/>
              <a:cs typeface="微软雅黑" panose="020B0503020204020204" charset="-122"/>
            </a:endParaRPr>
          </a:p>
          <a:p>
            <a:pPr marL="1612265" lvl="2" indent="-227965">
              <a:lnSpc>
                <a:spcPct val="100000"/>
              </a:lnSpc>
              <a:spcBef>
                <a:spcPts val="985"/>
              </a:spcBef>
              <a:buFont typeface="Wingdings" panose="05000000000000000000"/>
              <a:buChar char=""/>
              <a:tabLst>
                <a:tab pos="1612265" algn="l"/>
              </a:tabLst>
            </a:pPr>
            <a:r>
              <a:rPr sz="1600" spc="-10" dirty="0">
                <a:solidFill>
                  <a:srgbClr val="009FE8"/>
                </a:solidFill>
                <a:latin typeface="微软雅黑" panose="020B0503020204020204" charset="-122"/>
                <a:cs typeface="微软雅黑" panose="020B0503020204020204" charset="-122"/>
              </a:rPr>
              <a:t>定义测试时钟周期</a:t>
            </a:r>
            <a:endParaRPr sz="1600">
              <a:latin typeface="微软雅黑" panose="020B0503020204020204" charset="-122"/>
              <a:cs typeface="微软雅黑" panose="020B0503020204020204" charset="-122"/>
            </a:endParaRPr>
          </a:p>
          <a:p>
            <a:pPr marL="1155065" lvl="1" indent="-227965">
              <a:lnSpc>
                <a:spcPct val="100000"/>
              </a:lnSpc>
              <a:spcBef>
                <a:spcPts val="890"/>
              </a:spcBef>
              <a:buFont typeface="Wingdings" panose="05000000000000000000"/>
              <a:buChar char=""/>
              <a:tabLst>
                <a:tab pos="1155065" algn="l"/>
              </a:tabLst>
            </a:pPr>
            <a:r>
              <a:rPr sz="1600" spc="-10" dirty="0">
                <a:solidFill>
                  <a:srgbClr val="009FE8"/>
                </a:solidFill>
                <a:latin typeface="微软雅黑" panose="020B0503020204020204" charset="-122"/>
                <a:cs typeface="微软雅黑" panose="020B0503020204020204" charset="-122"/>
              </a:rPr>
              <a:t>Test_Setup</a:t>
            </a:r>
            <a:endParaRPr sz="1600">
              <a:latin typeface="微软雅黑" panose="020B0503020204020204" charset="-122"/>
              <a:cs typeface="微软雅黑" panose="020B0503020204020204" charset="-122"/>
            </a:endParaRPr>
          </a:p>
          <a:p>
            <a:pPr marL="1612265" lvl="2" indent="-227965">
              <a:lnSpc>
                <a:spcPct val="100000"/>
              </a:lnSpc>
              <a:spcBef>
                <a:spcPts val="960"/>
              </a:spcBef>
              <a:buFont typeface="Wingdings" panose="05000000000000000000"/>
              <a:buChar char=""/>
              <a:tabLst>
                <a:tab pos="1612265" algn="l"/>
              </a:tabLst>
            </a:pPr>
            <a:r>
              <a:rPr sz="1600" dirty="0">
                <a:solidFill>
                  <a:srgbClr val="009FE8"/>
                </a:solidFill>
                <a:latin typeface="微软雅黑" panose="020B0503020204020204" charset="-122"/>
                <a:cs typeface="微软雅黑" panose="020B0503020204020204" charset="-122"/>
              </a:rPr>
              <a:t>定义</a:t>
            </a:r>
            <a:r>
              <a:rPr sz="1600" spc="-10" dirty="0">
                <a:solidFill>
                  <a:srgbClr val="009FE8"/>
                </a:solidFill>
                <a:latin typeface="微软雅黑" panose="020B0503020204020204" charset="-122"/>
                <a:cs typeface="微软雅黑" panose="020B0503020204020204" charset="-122"/>
              </a:rPr>
              <a:t>PI的初始化值</a:t>
            </a:r>
            <a:endParaRPr sz="1600">
              <a:latin typeface="微软雅黑" panose="020B0503020204020204" charset="-122"/>
              <a:cs typeface="微软雅黑" panose="020B0503020204020204" charset="-122"/>
            </a:endParaRPr>
          </a:p>
          <a:p>
            <a:pPr marL="1155065" lvl="1" indent="-227965">
              <a:lnSpc>
                <a:spcPct val="100000"/>
              </a:lnSpc>
              <a:spcBef>
                <a:spcPts val="985"/>
              </a:spcBef>
              <a:buFont typeface="Wingdings" panose="05000000000000000000"/>
              <a:buChar char=""/>
              <a:tabLst>
                <a:tab pos="1155065" algn="l"/>
              </a:tabLst>
            </a:pPr>
            <a:r>
              <a:rPr sz="1600" spc="-10" dirty="0">
                <a:solidFill>
                  <a:srgbClr val="009FE8"/>
                </a:solidFill>
                <a:latin typeface="微软雅黑" panose="020B0503020204020204" charset="-122"/>
                <a:cs typeface="微软雅黑" panose="020B0503020204020204" charset="-122"/>
              </a:rPr>
              <a:t>Load_Unload/Shift</a:t>
            </a:r>
            <a:endParaRPr sz="1600">
              <a:latin typeface="微软雅黑" panose="020B0503020204020204" charset="-122"/>
              <a:cs typeface="微软雅黑" panose="020B0503020204020204" charset="-122"/>
            </a:endParaRPr>
          </a:p>
          <a:p>
            <a:pPr marL="1612265" lvl="2" indent="-227965">
              <a:lnSpc>
                <a:spcPct val="100000"/>
              </a:lnSpc>
              <a:spcBef>
                <a:spcPts val="980"/>
              </a:spcBef>
              <a:buFont typeface="Wingdings" panose="05000000000000000000"/>
              <a:buChar char=""/>
              <a:tabLst>
                <a:tab pos="1612265" algn="l"/>
              </a:tabLst>
            </a:pPr>
            <a:r>
              <a:rPr sz="1600" spc="-5" dirty="0">
                <a:solidFill>
                  <a:srgbClr val="009FE8"/>
                </a:solidFill>
                <a:latin typeface="微软雅黑" panose="020B0503020204020204" charset="-122"/>
                <a:cs typeface="微软雅黑" panose="020B0503020204020204" charset="-122"/>
              </a:rPr>
              <a:t>定义扫描向量在扫描链上的移入移出操作</a:t>
            </a:r>
            <a:endParaRPr sz="1600">
              <a:latin typeface="微软雅黑" panose="020B0503020204020204" charset="-122"/>
              <a:cs typeface="微软雅黑" panose="020B0503020204020204" charset="-122"/>
            </a:endParaRPr>
          </a:p>
          <a:p>
            <a:pPr marL="1155065" lvl="1" indent="-227965">
              <a:lnSpc>
                <a:spcPct val="100000"/>
              </a:lnSpc>
              <a:spcBef>
                <a:spcPts val="985"/>
              </a:spcBef>
              <a:buFont typeface="Wingdings" panose="05000000000000000000"/>
              <a:buChar char=""/>
              <a:tabLst>
                <a:tab pos="1155065" algn="l"/>
              </a:tabLst>
            </a:pPr>
            <a:r>
              <a:rPr sz="1600" spc="-10" dirty="0">
                <a:solidFill>
                  <a:srgbClr val="009FE8"/>
                </a:solidFill>
                <a:latin typeface="微软雅黑" panose="020B0503020204020204" charset="-122"/>
                <a:cs typeface="微软雅黑" panose="020B0503020204020204" charset="-122"/>
              </a:rPr>
              <a:t>Capture</a:t>
            </a:r>
            <a:endParaRPr sz="1600">
              <a:latin typeface="微软雅黑" panose="020B0503020204020204" charset="-122"/>
              <a:cs typeface="微软雅黑" panose="020B0503020204020204" charset="-122"/>
            </a:endParaRPr>
          </a:p>
          <a:p>
            <a:pPr marL="1612265" lvl="2" indent="-227965">
              <a:lnSpc>
                <a:spcPct val="100000"/>
              </a:lnSpc>
              <a:spcBef>
                <a:spcPts val="890"/>
              </a:spcBef>
              <a:buFont typeface="Wingdings" panose="05000000000000000000"/>
              <a:buChar char=""/>
              <a:tabLst>
                <a:tab pos="1612265" algn="l"/>
              </a:tabLst>
            </a:pPr>
            <a:r>
              <a:rPr sz="1600" spc="-5" dirty="0">
                <a:solidFill>
                  <a:srgbClr val="009FE8"/>
                </a:solidFill>
                <a:latin typeface="微软雅黑" panose="020B0503020204020204" charset="-122"/>
                <a:cs typeface="微软雅黑" panose="020B0503020204020204" charset="-122"/>
              </a:rPr>
              <a:t>定义扫描向量移入后的捕获操作</a:t>
            </a:r>
            <a:endParaRPr sz="1600">
              <a:latin typeface="微软雅黑" panose="020B0503020204020204" charset="-122"/>
              <a:cs typeface="微软雅黑" panose="020B050302020402020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51027"/>
            <a:ext cx="2565400" cy="635000"/>
          </a:xfrm>
          <a:prstGeom prst="rect">
            <a:avLst/>
          </a:prstGeom>
        </p:spPr>
        <p:txBody>
          <a:bodyPr vert="horz" wrap="square" lIns="0" tIns="12700" rIns="0" bIns="0" rtlCol="0">
            <a:spAutoFit/>
          </a:bodyPr>
          <a:lstStyle/>
          <a:p>
            <a:pPr marL="12700">
              <a:lnSpc>
                <a:spcPct val="100000"/>
              </a:lnSpc>
              <a:spcBef>
                <a:spcPts val="100"/>
              </a:spcBef>
            </a:pPr>
            <a:r>
              <a:rPr spc="-10" dirty="0"/>
              <a:t>测试覆盖率</a:t>
            </a:r>
            <a:endParaRPr spc="-10"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469265" indent="-456565">
              <a:lnSpc>
                <a:spcPct val="100000"/>
              </a:lnSpc>
              <a:spcBef>
                <a:spcPts val="100"/>
              </a:spcBef>
              <a:buAutoNum type="arabicPeriod"/>
              <a:tabLst>
                <a:tab pos="469265" algn="l"/>
              </a:tabLst>
            </a:pPr>
            <a:r>
              <a:rPr spc="-10" dirty="0"/>
              <a:t>测试覆盖率</a:t>
            </a:r>
            <a:endParaRPr spc="-10" dirty="0"/>
          </a:p>
          <a:p>
            <a:pPr marL="926465" lvl="1" indent="-456565">
              <a:lnSpc>
                <a:spcPct val="100000"/>
              </a:lnSpc>
              <a:spcBef>
                <a:spcPts val="2720"/>
              </a:spcBef>
              <a:buAutoNum type="arabicPeriod"/>
              <a:tabLst>
                <a:tab pos="926465" algn="l"/>
              </a:tabLst>
            </a:pPr>
            <a:r>
              <a:rPr sz="1800" spc="-10" dirty="0">
                <a:solidFill>
                  <a:srgbClr val="009FE8"/>
                </a:solidFill>
                <a:latin typeface="微软雅黑" panose="020B0503020204020204" charset="-122"/>
                <a:cs typeface="微软雅黑" panose="020B0503020204020204" charset="-122"/>
              </a:rPr>
              <a:t>测试覆盖率 </a:t>
            </a:r>
            <a:r>
              <a:rPr sz="1800" spc="-25" dirty="0">
                <a:solidFill>
                  <a:srgbClr val="009FE8"/>
                </a:solidFill>
                <a:latin typeface="微软雅黑" panose="020B0503020204020204" charset="-122"/>
                <a:cs typeface="微软雅黑" panose="020B0503020204020204" charset="-122"/>
              </a:rPr>
              <a:t>（Test</a:t>
            </a:r>
            <a:r>
              <a:rPr sz="1800" spc="-50" dirty="0">
                <a:solidFill>
                  <a:srgbClr val="009FE8"/>
                </a:solidFill>
                <a:latin typeface="微软雅黑" panose="020B0503020204020204" charset="-122"/>
                <a:cs typeface="微软雅黑" panose="020B0503020204020204" charset="-122"/>
              </a:rPr>
              <a:t> </a:t>
            </a:r>
            <a:r>
              <a:rPr sz="1800" spc="-10" dirty="0">
                <a:solidFill>
                  <a:srgbClr val="009FE8"/>
                </a:solidFill>
                <a:latin typeface="微软雅黑" panose="020B0503020204020204" charset="-122"/>
                <a:cs typeface="微软雅黑" panose="020B0503020204020204" charset="-122"/>
              </a:rPr>
              <a:t>Coverage）</a:t>
            </a:r>
            <a:endParaRPr sz="1800">
              <a:latin typeface="微软雅黑" panose="020B0503020204020204" charset="-122"/>
              <a:cs typeface="微软雅黑" panose="020B0503020204020204" charset="-122"/>
            </a:endParaRPr>
          </a:p>
          <a:p>
            <a:pPr marL="1155065" lvl="2" indent="-227965">
              <a:lnSpc>
                <a:spcPct val="100000"/>
              </a:lnSpc>
              <a:spcBef>
                <a:spcPts val="2525"/>
              </a:spcBef>
              <a:buFont typeface="Wingdings" panose="05000000000000000000"/>
              <a:buChar char=""/>
              <a:tabLst>
                <a:tab pos="1155065" algn="l"/>
              </a:tabLst>
            </a:pPr>
            <a:r>
              <a:rPr sz="1600" spc="-5" dirty="0">
                <a:solidFill>
                  <a:srgbClr val="009FE8"/>
                </a:solidFill>
                <a:latin typeface="微软雅黑" panose="020B0503020204020204" charset="-122"/>
                <a:cs typeface="微软雅黑" panose="020B0503020204020204" charset="-122"/>
              </a:rPr>
              <a:t>工具可以生成向量进行检测的故障与总的可测故障的百分比</a:t>
            </a:r>
            <a:endParaRPr sz="1600">
              <a:latin typeface="微软雅黑" panose="020B0503020204020204" charset="-122"/>
              <a:cs typeface="微软雅黑" panose="020B0503020204020204" charset="-122"/>
            </a:endParaRPr>
          </a:p>
        </p:txBody>
      </p:sp>
      <p:sp>
        <p:nvSpPr>
          <p:cNvPr id="4" name="object 4"/>
          <p:cNvSpPr txBox="1"/>
          <p:nvPr/>
        </p:nvSpPr>
        <p:spPr>
          <a:xfrm>
            <a:off x="1370330" y="4011827"/>
            <a:ext cx="6445250" cy="412115"/>
          </a:xfrm>
          <a:prstGeom prst="rect">
            <a:avLst/>
          </a:prstGeom>
        </p:spPr>
        <p:txBody>
          <a:bodyPr vert="horz" wrap="square" lIns="0" tIns="17145" rIns="0" bIns="0" rtlCol="0">
            <a:spAutoFit/>
          </a:bodyPr>
          <a:lstStyle/>
          <a:p>
            <a:pPr marL="12700">
              <a:lnSpc>
                <a:spcPct val="100000"/>
              </a:lnSpc>
              <a:spcBef>
                <a:spcPts val="135"/>
              </a:spcBef>
            </a:pPr>
            <a:r>
              <a:rPr sz="2500" spc="-60" dirty="0">
                <a:solidFill>
                  <a:srgbClr val="009FE8"/>
                </a:solidFill>
                <a:latin typeface="微软雅黑" panose="020B0503020204020204" charset="-122"/>
                <a:cs typeface="微软雅黑" panose="020B0503020204020204" charset="-122"/>
              </a:rPr>
              <a:t>test_coverage</a:t>
            </a:r>
            <a:r>
              <a:rPr sz="2500" spc="-80" dirty="0">
                <a:solidFill>
                  <a:srgbClr val="009FE8"/>
                </a:solidFill>
                <a:latin typeface="微软雅黑" panose="020B0503020204020204" charset="-122"/>
                <a:cs typeface="微软雅黑" panose="020B0503020204020204" charset="-122"/>
              </a:rPr>
              <a:t> </a:t>
            </a:r>
            <a:r>
              <a:rPr sz="2500" dirty="0">
                <a:solidFill>
                  <a:srgbClr val="009FE8"/>
                </a:solidFill>
                <a:latin typeface="微软雅黑" panose="020B0503020204020204" charset="-122"/>
                <a:cs typeface="微软雅黑" panose="020B0503020204020204" charset="-122"/>
              </a:rPr>
              <a:t>=</a:t>
            </a:r>
            <a:r>
              <a:rPr sz="2500" spc="-80" dirty="0">
                <a:solidFill>
                  <a:srgbClr val="009FE8"/>
                </a:solidFill>
                <a:latin typeface="微软雅黑" panose="020B0503020204020204" charset="-122"/>
                <a:cs typeface="微软雅黑" panose="020B0503020204020204" charset="-122"/>
              </a:rPr>
              <a:t> </a:t>
            </a:r>
            <a:r>
              <a:rPr sz="2500" spc="-85" dirty="0">
                <a:solidFill>
                  <a:srgbClr val="009FE8"/>
                </a:solidFill>
                <a:latin typeface="微软雅黑" panose="020B0503020204020204" charset="-122"/>
                <a:cs typeface="微软雅黑" panose="020B0503020204020204" charset="-122"/>
              </a:rPr>
              <a:t>(DT+PD </a:t>
            </a:r>
            <a:r>
              <a:rPr sz="2500" dirty="0">
                <a:solidFill>
                  <a:srgbClr val="009FE8"/>
                </a:solidFill>
                <a:latin typeface="微软雅黑" panose="020B0503020204020204" charset="-122"/>
                <a:cs typeface="微软雅黑" panose="020B0503020204020204" charset="-122"/>
              </a:rPr>
              <a:t>*</a:t>
            </a:r>
            <a:r>
              <a:rPr sz="2500" spc="-85" dirty="0">
                <a:solidFill>
                  <a:srgbClr val="009FE8"/>
                </a:solidFill>
                <a:latin typeface="微软雅黑" panose="020B0503020204020204" charset="-122"/>
                <a:cs typeface="微软雅黑" panose="020B0503020204020204" charset="-122"/>
              </a:rPr>
              <a:t> </a:t>
            </a:r>
            <a:r>
              <a:rPr sz="2500" spc="-45" dirty="0">
                <a:solidFill>
                  <a:srgbClr val="009FE8"/>
                </a:solidFill>
                <a:latin typeface="微软雅黑" panose="020B0503020204020204" charset="-122"/>
                <a:cs typeface="微软雅黑" panose="020B0503020204020204" charset="-122"/>
              </a:rPr>
              <a:t>posdet_credit)/TE</a:t>
            </a:r>
            <a:endParaRPr sz="2500">
              <a:latin typeface="微软雅黑" panose="020B0503020204020204" charset="-122"/>
              <a:cs typeface="微软雅黑" panose="020B050302020402020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51027"/>
            <a:ext cx="2565400" cy="635000"/>
          </a:xfrm>
          <a:prstGeom prst="rect">
            <a:avLst/>
          </a:prstGeom>
        </p:spPr>
        <p:txBody>
          <a:bodyPr vert="horz" wrap="square" lIns="0" tIns="12700" rIns="0" bIns="0" rtlCol="0">
            <a:spAutoFit/>
          </a:bodyPr>
          <a:lstStyle/>
          <a:p>
            <a:pPr marL="12700">
              <a:lnSpc>
                <a:spcPct val="100000"/>
              </a:lnSpc>
              <a:spcBef>
                <a:spcPts val="100"/>
              </a:spcBef>
            </a:pPr>
            <a:r>
              <a:rPr spc="-10" dirty="0"/>
              <a:t>测试覆盖率</a:t>
            </a:r>
            <a:endParaRPr spc="-10"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469265" indent="-456565">
              <a:lnSpc>
                <a:spcPct val="100000"/>
              </a:lnSpc>
              <a:spcBef>
                <a:spcPts val="100"/>
              </a:spcBef>
              <a:buAutoNum type="arabicPeriod"/>
              <a:tabLst>
                <a:tab pos="469265" algn="l"/>
              </a:tabLst>
            </a:pPr>
            <a:r>
              <a:rPr spc="-10" dirty="0"/>
              <a:t>测试覆盖率</a:t>
            </a:r>
            <a:endParaRPr spc="-10" dirty="0"/>
          </a:p>
          <a:p>
            <a:pPr marL="926465" indent="-456565">
              <a:lnSpc>
                <a:spcPct val="100000"/>
              </a:lnSpc>
              <a:spcBef>
                <a:spcPts val="2720"/>
              </a:spcBef>
              <a:buAutoNum type="arabicPeriod"/>
              <a:tabLst>
                <a:tab pos="926465" algn="l"/>
              </a:tabLst>
            </a:pPr>
            <a:r>
              <a:rPr sz="1800" b="0" dirty="0">
                <a:latin typeface="微软雅黑" panose="020B0503020204020204" charset="-122"/>
                <a:cs typeface="微软雅黑" panose="020B0503020204020204" charset="-122"/>
              </a:rPr>
              <a:t>故障覆盖率（Fault</a:t>
            </a:r>
            <a:r>
              <a:rPr sz="1800" b="0" spc="-100" dirty="0">
                <a:latin typeface="微软雅黑" panose="020B0503020204020204" charset="-122"/>
                <a:cs typeface="微软雅黑" panose="020B0503020204020204" charset="-122"/>
              </a:rPr>
              <a:t> </a:t>
            </a:r>
            <a:r>
              <a:rPr sz="1800" b="0" spc="-10" dirty="0">
                <a:latin typeface="微软雅黑" panose="020B0503020204020204" charset="-122"/>
                <a:cs typeface="微软雅黑" panose="020B0503020204020204" charset="-122"/>
              </a:rPr>
              <a:t>Coverage）</a:t>
            </a:r>
            <a:endParaRPr sz="1800">
              <a:latin typeface="微软雅黑" panose="020B0503020204020204" charset="-122"/>
              <a:cs typeface="微软雅黑" panose="020B0503020204020204" charset="-122"/>
            </a:endParaRPr>
          </a:p>
          <a:p>
            <a:pPr marL="1155065" lvl="1" indent="-227965">
              <a:lnSpc>
                <a:spcPct val="100000"/>
              </a:lnSpc>
              <a:spcBef>
                <a:spcPts val="2525"/>
              </a:spcBef>
              <a:buFont typeface="Wingdings" panose="05000000000000000000"/>
              <a:buChar char=""/>
              <a:tabLst>
                <a:tab pos="1155065" algn="l"/>
              </a:tabLst>
            </a:pPr>
            <a:r>
              <a:rPr sz="1600" spc="-5" dirty="0">
                <a:solidFill>
                  <a:srgbClr val="009FE8"/>
                </a:solidFill>
                <a:latin typeface="微软雅黑" panose="020B0503020204020204" charset="-122"/>
                <a:cs typeface="微软雅黑" panose="020B0503020204020204" charset="-122"/>
              </a:rPr>
              <a:t>工具可以生成向量进行检测的故障数与总的故障数的百分比</a:t>
            </a:r>
            <a:endParaRPr sz="1600">
              <a:latin typeface="微软雅黑" panose="020B0503020204020204" charset="-122"/>
              <a:cs typeface="微软雅黑" panose="020B0503020204020204" charset="-122"/>
            </a:endParaRPr>
          </a:p>
        </p:txBody>
      </p:sp>
      <p:sp>
        <p:nvSpPr>
          <p:cNvPr id="4" name="object 4"/>
          <p:cNvSpPr txBox="1"/>
          <p:nvPr/>
        </p:nvSpPr>
        <p:spPr>
          <a:xfrm>
            <a:off x="1370330" y="4011827"/>
            <a:ext cx="6428105" cy="412115"/>
          </a:xfrm>
          <a:prstGeom prst="rect">
            <a:avLst/>
          </a:prstGeom>
        </p:spPr>
        <p:txBody>
          <a:bodyPr vert="horz" wrap="square" lIns="0" tIns="17145" rIns="0" bIns="0" rtlCol="0">
            <a:spAutoFit/>
          </a:bodyPr>
          <a:lstStyle/>
          <a:p>
            <a:pPr marL="12700">
              <a:lnSpc>
                <a:spcPct val="100000"/>
              </a:lnSpc>
              <a:spcBef>
                <a:spcPts val="135"/>
              </a:spcBef>
            </a:pPr>
            <a:r>
              <a:rPr sz="2500" spc="-55" dirty="0">
                <a:solidFill>
                  <a:srgbClr val="009FE8"/>
                </a:solidFill>
                <a:latin typeface="微软雅黑" panose="020B0503020204020204" charset="-122"/>
                <a:cs typeface="微软雅黑" panose="020B0503020204020204" charset="-122"/>
              </a:rPr>
              <a:t>fault_coverage</a:t>
            </a:r>
            <a:r>
              <a:rPr sz="2500" spc="-100" dirty="0">
                <a:solidFill>
                  <a:srgbClr val="009FE8"/>
                </a:solidFill>
                <a:latin typeface="微软雅黑" panose="020B0503020204020204" charset="-122"/>
                <a:cs typeface="微软雅黑" panose="020B0503020204020204" charset="-122"/>
              </a:rPr>
              <a:t> </a:t>
            </a:r>
            <a:r>
              <a:rPr sz="2500" dirty="0">
                <a:solidFill>
                  <a:srgbClr val="009FE8"/>
                </a:solidFill>
                <a:latin typeface="微软雅黑" panose="020B0503020204020204" charset="-122"/>
                <a:cs typeface="微软雅黑" panose="020B0503020204020204" charset="-122"/>
              </a:rPr>
              <a:t>=</a:t>
            </a:r>
            <a:r>
              <a:rPr sz="2500" spc="-105" dirty="0">
                <a:solidFill>
                  <a:srgbClr val="009FE8"/>
                </a:solidFill>
                <a:latin typeface="微软雅黑" panose="020B0503020204020204" charset="-122"/>
                <a:cs typeface="微软雅黑" panose="020B0503020204020204" charset="-122"/>
              </a:rPr>
              <a:t> </a:t>
            </a:r>
            <a:r>
              <a:rPr sz="2500" spc="-60" dirty="0">
                <a:solidFill>
                  <a:srgbClr val="009FE8"/>
                </a:solidFill>
                <a:latin typeface="微软雅黑" panose="020B0503020204020204" charset="-122"/>
                <a:cs typeface="微软雅黑" panose="020B0503020204020204" charset="-122"/>
              </a:rPr>
              <a:t>(DT+PD*posdet_credit)/FU</a:t>
            </a:r>
            <a:endParaRPr sz="2500">
              <a:latin typeface="微软雅黑" panose="020B0503020204020204" charset="-122"/>
              <a:cs typeface="微软雅黑" panose="020B050302020402020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51027"/>
            <a:ext cx="2565400" cy="635000"/>
          </a:xfrm>
          <a:prstGeom prst="rect">
            <a:avLst/>
          </a:prstGeom>
        </p:spPr>
        <p:txBody>
          <a:bodyPr vert="horz" wrap="square" lIns="0" tIns="12700" rIns="0" bIns="0" rtlCol="0">
            <a:spAutoFit/>
          </a:bodyPr>
          <a:lstStyle/>
          <a:p>
            <a:pPr marL="12700">
              <a:lnSpc>
                <a:spcPct val="100000"/>
              </a:lnSpc>
              <a:spcBef>
                <a:spcPts val="100"/>
              </a:spcBef>
            </a:pPr>
            <a:r>
              <a:rPr spc="-10" dirty="0"/>
              <a:t>测试覆盖率</a:t>
            </a:r>
            <a:endParaRPr spc="-1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
        <p:nvSpPr>
          <p:cNvPr id="3" name="object 3"/>
          <p:cNvSpPr txBox="1"/>
          <p:nvPr/>
        </p:nvSpPr>
        <p:spPr>
          <a:xfrm>
            <a:off x="455930" y="1537715"/>
            <a:ext cx="6418580" cy="2621280"/>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2"/>
              <a:tabLst>
                <a:tab pos="469265" algn="l"/>
              </a:tabLst>
            </a:pPr>
            <a:r>
              <a:rPr sz="2000" b="1" dirty="0">
                <a:solidFill>
                  <a:srgbClr val="009FE8"/>
                </a:solidFill>
                <a:latin typeface="微软雅黑" panose="020B0503020204020204" charset="-122"/>
                <a:cs typeface="微软雅黑" panose="020B0503020204020204" charset="-122"/>
              </a:rPr>
              <a:t>Fault</a:t>
            </a:r>
            <a:r>
              <a:rPr sz="2000" b="1" spc="-75" dirty="0">
                <a:solidFill>
                  <a:srgbClr val="009FE8"/>
                </a:solidFill>
                <a:latin typeface="微软雅黑" panose="020B0503020204020204" charset="-122"/>
                <a:cs typeface="微软雅黑" panose="020B0503020204020204" charset="-122"/>
              </a:rPr>
              <a:t> </a:t>
            </a:r>
            <a:r>
              <a:rPr sz="2000" b="1" dirty="0">
                <a:solidFill>
                  <a:srgbClr val="009FE8"/>
                </a:solidFill>
                <a:latin typeface="微软雅黑" panose="020B0503020204020204" charset="-122"/>
                <a:cs typeface="微软雅黑" panose="020B0503020204020204" charset="-122"/>
              </a:rPr>
              <a:t>Class</a:t>
            </a:r>
            <a:r>
              <a:rPr sz="2000" b="1" spc="-30" dirty="0">
                <a:solidFill>
                  <a:srgbClr val="009FE8"/>
                </a:solidFill>
                <a:latin typeface="微软雅黑" panose="020B0503020204020204" charset="-122"/>
                <a:cs typeface="微软雅黑" panose="020B0503020204020204" charset="-122"/>
              </a:rPr>
              <a:t> 故障类型</a:t>
            </a:r>
            <a:endParaRPr sz="2000">
              <a:latin typeface="微软雅黑" panose="020B0503020204020204" charset="-122"/>
              <a:cs typeface="微软雅黑" panose="020B0503020204020204" charset="-122"/>
            </a:endParaRPr>
          </a:p>
          <a:p>
            <a:pPr marL="698500" lvl="1" indent="-228600">
              <a:lnSpc>
                <a:spcPct val="100000"/>
              </a:lnSpc>
              <a:spcBef>
                <a:spcPts val="2720"/>
              </a:spcBef>
              <a:buFont typeface="Wingdings" panose="05000000000000000000"/>
              <a:buChar char=""/>
              <a:tabLst>
                <a:tab pos="698500" algn="l"/>
              </a:tabLst>
            </a:pPr>
            <a:r>
              <a:rPr sz="1800" dirty="0">
                <a:solidFill>
                  <a:srgbClr val="009FE8"/>
                </a:solidFill>
                <a:latin typeface="微软雅黑" panose="020B0503020204020204" charset="-122"/>
                <a:cs typeface="微软雅黑" panose="020B0503020204020204" charset="-122"/>
              </a:rPr>
              <a:t>FU</a:t>
            </a:r>
            <a:r>
              <a:rPr sz="1800" spc="-45" dirty="0">
                <a:solidFill>
                  <a:srgbClr val="009FE8"/>
                </a:solidFill>
                <a:latin typeface="微软雅黑" panose="020B0503020204020204" charset="-122"/>
                <a:cs typeface="微软雅黑" panose="020B0503020204020204" charset="-122"/>
              </a:rPr>
              <a:t> </a:t>
            </a:r>
            <a:r>
              <a:rPr sz="1800" dirty="0">
                <a:solidFill>
                  <a:srgbClr val="009FE8"/>
                </a:solidFill>
                <a:latin typeface="微软雅黑" panose="020B0503020204020204" charset="-122"/>
                <a:cs typeface="微软雅黑" panose="020B0503020204020204" charset="-122"/>
              </a:rPr>
              <a:t>FULL:</a:t>
            </a:r>
            <a:r>
              <a:rPr sz="1800" spc="-50" dirty="0">
                <a:solidFill>
                  <a:srgbClr val="009FE8"/>
                </a:solidFill>
                <a:latin typeface="微软雅黑" panose="020B0503020204020204" charset="-122"/>
                <a:cs typeface="微软雅黑" panose="020B0503020204020204" charset="-122"/>
              </a:rPr>
              <a:t> </a:t>
            </a:r>
            <a:r>
              <a:rPr sz="1800" dirty="0">
                <a:solidFill>
                  <a:srgbClr val="009FE8"/>
                </a:solidFill>
                <a:latin typeface="微软雅黑" panose="020B0503020204020204" charset="-122"/>
                <a:cs typeface="微软雅黑" panose="020B0503020204020204" charset="-122"/>
              </a:rPr>
              <a:t>Fault</a:t>
            </a:r>
            <a:r>
              <a:rPr sz="1800" spc="-50" dirty="0">
                <a:solidFill>
                  <a:srgbClr val="009FE8"/>
                </a:solidFill>
                <a:latin typeface="微软雅黑" panose="020B0503020204020204" charset="-122"/>
                <a:cs typeface="微软雅黑" panose="020B0503020204020204" charset="-122"/>
              </a:rPr>
              <a:t> </a:t>
            </a:r>
            <a:r>
              <a:rPr sz="1800" spc="-10" dirty="0">
                <a:solidFill>
                  <a:srgbClr val="009FE8"/>
                </a:solidFill>
                <a:latin typeface="微软雅黑" panose="020B0503020204020204" charset="-122"/>
                <a:cs typeface="微软雅黑" panose="020B0503020204020204" charset="-122"/>
              </a:rPr>
              <a:t>Universe</a:t>
            </a:r>
            <a:endParaRPr sz="1800">
              <a:latin typeface="微软雅黑" panose="020B0503020204020204" charset="-122"/>
              <a:cs typeface="微软雅黑" panose="020B0503020204020204" charset="-122"/>
            </a:endParaRPr>
          </a:p>
          <a:p>
            <a:pPr marL="1155065" lvl="2" indent="-227965">
              <a:lnSpc>
                <a:spcPct val="100000"/>
              </a:lnSpc>
              <a:spcBef>
                <a:spcPts val="2525"/>
              </a:spcBef>
              <a:buFont typeface="Wingdings" panose="05000000000000000000"/>
              <a:buChar char=""/>
              <a:tabLst>
                <a:tab pos="1155065" algn="l"/>
              </a:tabLst>
            </a:pPr>
            <a:r>
              <a:rPr sz="1600" dirty="0">
                <a:solidFill>
                  <a:srgbClr val="009FE8"/>
                </a:solidFill>
                <a:latin typeface="微软雅黑" panose="020B0503020204020204" charset="-122"/>
                <a:cs typeface="微软雅黑" panose="020B0503020204020204" charset="-122"/>
              </a:rPr>
              <a:t>通过</a:t>
            </a:r>
            <a:r>
              <a:rPr sz="1600" spc="-10" dirty="0">
                <a:solidFill>
                  <a:srgbClr val="009FE8"/>
                </a:solidFill>
                <a:latin typeface="微软雅黑" panose="020B0503020204020204" charset="-122"/>
                <a:cs typeface="微软雅黑" panose="020B0503020204020204" charset="-122"/>
              </a:rPr>
              <a:t>add_fault指定的故障集合</a:t>
            </a:r>
            <a:endParaRPr sz="1600">
              <a:latin typeface="微软雅黑" panose="020B0503020204020204" charset="-122"/>
              <a:cs typeface="微软雅黑" panose="020B0503020204020204" charset="-122"/>
            </a:endParaRPr>
          </a:p>
          <a:p>
            <a:pPr marL="1155065" lvl="2" indent="-227965">
              <a:lnSpc>
                <a:spcPct val="100000"/>
              </a:lnSpc>
              <a:spcBef>
                <a:spcPts val="2380"/>
              </a:spcBef>
              <a:buFont typeface="Wingdings" panose="05000000000000000000"/>
              <a:buChar char=""/>
              <a:tabLst>
                <a:tab pos="1155065" algn="l"/>
              </a:tabLst>
            </a:pPr>
            <a:r>
              <a:rPr sz="1600" dirty="0">
                <a:solidFill>
                  <a:srgbClr val="009FE8"/>
                </a:solidFill>
                <a:latin typeface="微软雅黑" panose="020B0503020204020204" charset="-122"/>
                <a:cs typeface="微软雅黑" panose="020B0503020204020204" charset="-122"/>
              </a:rPr>
              <a:t>通过</a:t>
            </a:r>
            <a:r>
              <a:rPr sz="1600" spc="-20" dirty="0">
                <a:solidFill>
                  <a:srgbClr val="009FE8"/>
                </a:solidFill>
                <a:latin typeface="微软雅黑" panose="020B0503020204020204" charset="-122"/>
                <a:cs typeface="微软雅黑" panose="020B0503020204020204" charset="-122"/>
              </a:rPr>
              <a:t>add_nofaults</a:t>
            </a:r>
            <a:r>
              <a:rPr sz="1600" spc="-5" dirty="0">
                <a:solidFill>
                  <a:srgbClr val="009FE8"/>
                </a:solidFill>
                <a:latin typeface="微软雅黑" panose="020B0503020204020204" charset="-122"/>
                <a:cs typeface="微软雅黑" panose="020B0503020204020204" charset="-122"/>
              </a:rPr>
              <a:t>把某些模块的故障踢出故障集合</a:t>
            </a:r>
            <a:endParaRPr sz="1600">
              <a:latin typeface="微软雅黑" panose="020B0503020204020204" charset="-122"/>
              <a:cs typeface="微软雅黑" panose="020B0503020204020204" charset="-122"/>
            </a:endParaRPr>
          </a:p>
          <a:p>
            <a:pPr marL="1155065" lvl="2" indent="-227965">
              <a:lnSpc>
                <a:spcPct val="100000"/>
              </a:lnSpc>
              <a:spcBef>
                <a:spcPts val="2495"/>
              </a:spcBef>
              <a:buFont typeface="Wingdings" panose="05000000000000000000"/>
              <a:buChar char=""/>
              <a:tabLst>
                <a:tab pos="1155065" algn="l"/>
              </a:tabLst>
            </a:pPr>
            <a:r>
              <a:rPr sz="1600" dirty="0">
                <a:solidFill>
                  <a:srgbClr val="009FE8"/>
                </a:solidFill>
                <a:latin typeface="微软雅黑" panose="020B0503020204020204" charset="-122"/>
                <a:cs typeface="微软雅黑" panose="020B0503020204020204" charset="-122"/>
              </a:rPr>
              <a:t>通过</a:t>
            </a:r>
            <a:r>
              <a:rPr sz="1600" spc="-10" dirty="0">
                <a:solidFill>
                  <a:srgbClr val="009FE8"/>
                </a:solidFill>
                <a:latin typeface="微软雅黑" panose="020B0503020204020204" charset="-122"/>
                <a:cs typeface="微软雅黑" panose="020B0503020204020204" charset="-122"/>
              </a:rPr>
              <a:t>set_fault_sampling</a:t>
            </a:r>
            <a:r>
              <a:rPr sz="1600" spc="-5" dirty="0">
                <a:solidFill>
                  <a:srgbClr val="009FE8"/>
                </a:solidFill>
                <a:latin typeface="微软雅黑" panose="020B0503020204020204" charset="-122"/>
                <a:cs typeface="微软雅黑" panose="020B0503020204020204" charset="-122"/>
              </a:rPr>
              <a:t>指定多少百分比的故障被纳入集合</a:t>
            </a:r>
            <a:endParaRPr sz="1600">
              <a:latin typeface="微软雅黑" panose="020B0503020204020204" charset="-122"/>
              <a:cs typeface="微软雅黑" panose="020B050302020402020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51027"/>
            <a:ext cx="2565400" cy="635000"/>
          </a:xfrm>
          <a:prstGeom prst="rect">
            <a:avLst/>
          </a:prstGeom>
        </p:spPr>
        <p:txBody>
          <a:bodyPr vert="horz" wrap="square" lIns="0" tIns="12700" rIns="0" bIns="0" rtlCol="0">
            <a:spAutoFit/>
          </a:bodyPr>
          <a:lstStyle/>
          <a:p>
            <a:pPr marL="12700">
              <a:lnSpc>
                <a:spcPct val="100000"/>
              </a:lnSpc>
              <a:spcBef>
                <a:spcPts val="100"/>
              </a:spcBef>
            </a:pPr>
            <a:r>
              <a:rPr spc="-10" dirty="0"/>
              <a:t>测试覆盖率</a:t>
            </a:r>
            <a:endParaRPr spc="-1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
        <p:nvSpPr>
          <p:cNvPr id="3" name="object 3"/>
          <p:cNvSpPr txBox="1"/>
          <p:nvPr/>
        </p:nvSpPr>
        <p:spPr>
          <a:xfrm>
            <a:off x="455930" y="1537715"/>
            <a:ext cx="7073900" cy="2060575"/>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2"/>
              <a:tabLst>
                <a:tab pos="469265" algn="l"/>
              </a:tabLst>
            </a:pPr>
            <a:r>
              <a:rPr sz="2000" b="1" dirty="0">
                <a:solidFill>
                  <a:srgbClr val="009FE8"/>
                </a:solidFill>
                <a:latin typeface="微软雅黑" panose="020B0503020204020204" charset="-122"/>
                <a:cs typeface="微软雅黑" panose="020B0503020204020204" charset="-122"/>
              </a:rPr>
              <a:t>Fault</a:t>
            </a:r>
            <a:r>
              <a:rPr sz="2000" b="1" spc="-75" dirty="0">
                <a:solidFill>
                  <a:srgbClr val="009FE8"/>
                </a:solidFill>
                <a:latin typeface="微软雅黑" panose="020B0503020204020204" charset="-122"/>
                <a:cs typeface="微软雅黑" panose="020B0503020204020204" charset="-122"/>
              </a:rPr>
              <a:t> </a:t>
            </a:r>
            <a:r>
              <a:rPr sz="2000" b="1" dirty="0">
                <a:solidFill>
                  <a:srgbClr val="009FE8"/>
                </a:solidFill>
                <a:latin typeface="微软雅黑" panose="020B0503020204020204" charset="-122"/>
                <a:cs typeface="微软雅黑" panose="020B0503020204020204" charset="-122"/>
              </a:rPr>
              <a:t>Class</a:t>
            </a:r>
            <a:r>
              <a:rPr sz="2000" b="1" spc="-30" dirty="0">
                <a:solidFill>
                  <a:srgbClr val="009FE8"/>
                </a:solidFill>
                <a:latin typeface="微软雅黑" panose="020B0503020204020204" charset="-122"/>
                <a:cs typeface="微软雅黑" panose="020B0503020204020204" charset="-122"/>
              </a:rPr>
              <a:t> 故障类型</a:t>
            </a:r>
            <a:endParaRPr sz="2000">
              <a:latin typeface="微软雅黑" panose="020B0503020204020204" charset="-122"/>
              <a:cs typeface="微软雅黑" panose="020B0503020204020204" charset="-122"/>
            </a:endParaRPr>
          </a:p>
          <a:p>
            <a:pPr marL="697865" lvl="1" indent="-227965">
              <a:lnSpc>
                <a:spcPct val="100000"/>
              </a:lnSpc>
              <a:spcBef>
                <a:spcPts val="2720"/>
              </a:spcBef>
              <a:buFont typeface="Wingdings" panose="05000000000000000000"/>
              <a:buChar char=""/>
              <a:tabLst>
                <a:tab pos="697865" algn="l"/>
              </a:tabLst>
            </a:pPr>
            <a:r>
              <a:rPr sz="1800" dirty="0">
                <a:solidFill>
                  <a:srgbClr val="009FE8"/>
                </a:solidFill>
                <a:latin typeface="微软雅黑" panose="020B0503020204020204" charset="-122"/>
                <a:cs typeface="微软雅黑" panose="020B0503020204020204" charset="-122"/>
              </a:rPr>
              <a:t>DI:</a:t>
            </a:r>
            <a:r>
              <a:rPr sz="1800" spc="-25" dirty="0">
                <a:solidFill>
                  <a:srgbClr val="009FE8"/>
                </a:solidFill>
                <a:latin typeface="微软雅黑" panose="020B0503020204020204" charset="-122"/>
                <a:cs typeface="微软雅黑" panose="020B0503020204020204" charset="-122"/>
              </a:rPr>
              <a:t> </a:t>
            </a:r>
            <a:r>
              <a:rPr sz="1800" dirty="0">
                <a:solidFill>
                  <a:srgbClr val="009FE8"/>
                </a:solidFill>
                <a:latin typeface="微软雅黑" panose="020B0503020204020204" charset="-122"/>
                <a:cs typeface="微软雅黑" panose="020B0503020204020204" charset="-122"/>
              </a:rPr>
              <a:t>Detect</a:t>
            </a:r>
            <a:r>
              <a:rPr sz="1800" spc="-20" dirty="0">
                <a:solidFill>
                  <a:srgbClr val="009FE8"/>
                </a:solidFill>
                <a:latin typeface="微软雅黑" panose="020B0503020204020204" charset="-122"/>
                <a:cs typeface="微软雅黑" panose="020B0503020204020204" charset="-122"/>
              </a:rPr>
              <a:t> </a:t>
            </a:r>
            <a:r>
              <a:rPr sz="1800" dirty="0">
                <a:solidFill>
                  <a:srgbClr val="009FE8"/>
                </a:solidFill>
                <a:latin typeface="微软雅黑" panose="020B0503020204020204" charset="-122"/>
                <a:cs typeface="微软雅黑" panose="020B0503020204020204" charset="-122"/>
              </a:rPr>
              <a:t>By</a:t>
            </a:r>
            <a:r>
              <a:rPr sz="1800" spc="-30" dirty="0">
                <a:solidFill>
                  <a:srgbClr val="009FE8"/>
                </a:solidFill>
                <a:latin typeface="微软雅黑" panose="020B0503020204020204" charset="-122"/>
                <a:cs typeface="微软雅黑" panose="020B0503020204020204" charset="-122"/>
              </a:rPr>
              <a:t> </a:t>
            </a:r>
            <a:r>
              <a:rPr sz="1800" spc="-10" dirty="0">
                <a:solidFill>
                  <a:srgbClr val="009FE8"/>
                </a:solidFill>
                <a:latin typeface="微软雅黑" panose="020B0503020204020204" charset="-122"/>
                <a:cs typeface="微软雅黑" panose="020B0503020204020204" charset="-122"/>
              </a:rPr>
              <a:t>Implication</a:t>
            </a:r>
            <a:endParaRPr sz="1800">
              <a:latin typeface="微软雅黑" panose="020B0503020204020204" charset="-122"/>
              <a:cs typeface="微软雅黑" panose="020B0503020204020204" charset="-122"/>
            </a:endParaRPr>
          </a:p>
          <a:p>
            <a:pPr marL="1155065" lvl="2" indent="-227965">
              <a:lnSpc>
                <a:spcPct val="100000"/>
              </a:lnSpc>
              <a:spcBef>
                <a:spcPts val="2525"/>
              </a:spcBef>
              <a:buFont typeface="Wingdings" panose="05000000000000000000"/>
              <a:buChar char=""/>
              <a:tabLst>
                <a:tab pos="1155065" algn="l"/>
              </a:tabLst>
            </a:pPr>
            <a:r>
              <a:rPr sz="1600" dirty="0">
                <a:solidFill>
                  <a:srgbClr val="009FE8"/>
                </a:solidFill>
                <a:latin typeface="微软雅黑" panose="020B0503020204020204" charset="-122"/>
                <a:cs typeface="微软雅黑" panose="020B0503020204020204" charset="-122"/>
              </a:rPr>
              <a:t>测试路径上的故障称为</a:t>
            </a:r>
            <a:r>
              <a:rPr sz="1600" spc="-10" dirty="0">
                <a:solidFill>
                  <a:srgbClr val="009FE8"/>
                </a:solidFill>
                <a:latin typeface="微软雅黑" panose="020B0503020204020204" charset="-122"/>
                <a:cs typeface="微软雅黑" panose="020B0503020204020204" charset="-122"/>
              </a:rPr>
              <a:t>DI，包括扫描链，测试时钟，扫描使能等。</a:t>
            </a:r>
            <a:endParaRPr sz="1600">
              <a:latin typeface="微软雅黑" panose="020B0503020204020204" charset="-122"/>
              <a:cs typeface="微软雅黑" panose="020B0503020204020204" charset="-122"/>
            </a:endParaRPr>
          </a:p>
          <a:p>
            <a:pPr marL="1155065" lvl="2" indent="-227965">
              <a:lnSpc>
                <a:spcPct val="100000"/>
              </a:lnSpc>
              <a:spcBef>
                <a:spcPts val="2380"/>
              </a:spcBef>
              <a:buFont typeface="Wingdings" panose="05000000000000000000"/>
              <a:buChar char=""/>
              <a:tabLst>
                <a:tab pos="1155065" algn="l"/>
              </a:tabLst>
            </a:pPr>
            <a:r>
              <a:rPr sz="1600" spc="-5" dirty="0">
                <a:solidFill>
                  <a:srgbClr val="009FE8"/>
                </a:solidFill>
                <a:latin typeface="微软雅黑" panose="020B0503020204020204" charset="-122"/>
                <a:cs typeface="微软雅黑" panose="020B0503020204020204" charset="-122"/>
              </a:rPr>
              <a:t>可以用扫描链向量检测</a:t>
            </a:r>
            <a:endParaRPr sz="1600">
              <a:latin typeface="微软雅黑" panose="020B0503020204020204" charset="-122"/>
              <a:cs typeface="微软雅黑" panose="020B050302020402020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51027"/>
            <a:ext cx="2565400" cy="635000"/>
          </a:xfrm>
          <a:prstGeom prst="rect">
            <a:avLst/>
          </a:prstGeom>
        </p:spPr>
        <p:txBody>
          <a:bodyPr vert="horz" wrap="square" lIns="0" tIns="12700" rIns="0" bIns="0" rtlCol="0">
            <a:spAutoFit/>
          </a:bodyPr>
          <a:lstStyle/>
          <a:p>
            <a:pPr marL="12700">
              <a:lnSpc>
                <a:spcPct val="100000"/>
              </a:lnSpc>
              <a:spcBef>
                <a:spcPts val="100"/>
              </a:spcBef>
            </a:pPr>
            <a:r>
              <a:rPr spc="-10" dirty="0"/>
              <a:t>测试覆盖率</a:t>
            </a:r>
            <a:endParaRPr spc="-1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
        <p:nvSpPr>
          <p:cNvPr id="3" name="object 3"/>
          <p:cNvSpPr txBox="1"/>
          <p:nvPr/>
        </p:nvSpPr>
        <p:spPr>
          <a:xfrm>
            <a:off x="455930" y="1537715"/>
            <a:ext cx="8745220" cy="3230880"/>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2"/>
              <a:tabLst>
                <a:tab pos="469265" algn="l"/>
              </a:tabLst>
            </a:pPr>
            <a:r>
              <a:rPr sz="2000" b="1" dirty="0">
                <a:solidFill>
                  <a:srgbClr val="009FE8"/>
                </a:solidFill>
                <a:latin typeface="微软雅黑" panose="020B0503020204020204" charset="-122"/>
                <a:cs typeface="微软雅黑" panose="020B0503020204020204" charset="-122"/>
              </a:rPr>
              <a:t>Fault</a:t>
            </a:r>
            <a:r>
              <a:rPr sz="2000" b="1" spc="-75" dirty="0">
                <a:solidFill>
                  <a:srgbClr val="009FE8"/>
                </a:solidFill>
                <a:latin typeface="微软雅黑" panose="020B0503020204020204" charset="-122"/>
                <a:cs typeface="微软雅黑" panose="020B0503020204020204" charset="-122"/>
              </a:rPr>
              <a:t> </a:t>
            </a:r>
            <a:r>
              <a:rPr sz="2000" b="1" dirty="0">
                <a:solidFill>
                  <a:srgbClr val="009FE8"/>
                </a:solidFill>
                <a:latin typeface="微软雅黑" panose="020B0503020204020204" charset="-122"/>
                <a:cs typeface="微软雅黑" panose="020B0503020204020204" charset="-122"/>
              </a:rPr>
              <a:t>Class</a:t>
            </a:r>
            <a:r>
              <a:rPr sz="2000" b="1" spc="-30" dirty="0">
                <a:solidFill>
                  <a:srgbClr val="009FE8"/>
                </a:solidFill>
                <a:latin typeface="微软雅黑" panose="020B0503020204020204" charset="-122"/>
                <a:cs typeface="微软雅黑" panose="020B0503020204020204" charset="-122"/>
              </a:rPr>
              <a:t> 故障类型</a:t>
            </a:r>
            <a:endParaRPr sz="2000">
              <a:latin typeface="微软雅黑" panose="020B0503020204020204" charset="-122"/>
              <a:cs typeface="微软雅黑" panose="020B0503020204020204" charset="-122"/>
            </a:endParaRPr>
          </a:p>
          <a:p>
            <a:pPr marL="697865" lvl="1" indent="-227965">
              <a:lnSpc>
                <a:spcPct val="100000"/>
              </a:lnSpc>
              <a:spcBef>
                <a:spcPts val="2720"/>
              </a:spcBef>
              <a:buFont typeface="Wingdings" panose="05000000000000000000"/>
              <a:buChar char=""/>
              <a:tabLst>
                <a:tab pos="697865" algn="l"/>
              </a:tabLst>
            </a:pPr>
            <a:r>
              <a:rPr sz="1800" dirty="0">
                <a:solidFill>
                  <a:srgbClr val="009FE8"/>
                </a:solidFill>
                <a:latin typeface="微软雅黑" panose="020B0503020204020204" charset="-122"/>
                <a:cs typeface="微软雅黑" panose="020B0503020204020204" charset="-122"/>
              </a:rPr>
              <a:t>DS:</a:t>
            </a:r>
            <a:r>
              <a:rPr sz="1800" spc="-35" dirty="0">
                <a:solidFill>
                  <a:srgbClr val="009FE8"/>
                </a:solidFill>
                <a:latin typeface="微软雅黑" panose="020B0503020204020204" charset="-122"/>
                <a:cs typeface="微软雅黑" panose="020B0503020204020204" charset="-122"/>
              </a:rPr>
              <a:t> </a:t>
            </a:r>
            <a:r>
              <a:rPr sz="1800" dirty="0">
                <a:solidFill>
                  <a:srgbClr val="009FE8"/>
                </a:solidFill>
                <a:latin typeface="微软雅黑" panose="020B0503020204020204" charset="-122"/>
                <a:cs typeface="微软雅黑" panose="020B0503020204020204" charset="-122"/>
              </a:rPr>
              <a:t>Detect</a:t>
            </a:r>
            <a:r>
              <a:rPr sz="1800" spc="-30" dirty="0">
                <a:solidFill>
                  <a:srgbClr val="009FE8"/>
                </a:solidFill>
                <a:latin typeface="微软雅黑" panose="020B0503020204020204" charset="-122"/>
                <a:cs typeface="微软雅黑" panose="020B0503020204020204" charset="-122"/>
              </a:rPr>
              <a:t> </a:t>
            </a:r>
            <a:r>
              <a:rPr sz="1800" dirty="0">
                <a:solidFill>
                  <a:srgbClr val="009FE8"/>
                </a:solidFill>
                <a:latin typeface="微软雅黑" panose="020B0503020204020204" charset="-122"/>
                <a:cs typeface="微软雅黑" panose="020B0503020204020204" charset="-122"/>
              </a:rPr>
              <a:t>By</a:t>
            </a:r>
            <a:r>
              <a:rPr sz="1800" spc="-35" dirty="0">
                <a:solidFill>
                  <a:srgbClr val="009FE8"/>
                </a:solidFill>
                <a:latin typeface="微软雅黑" panose="020B0503020204020204" charset="-122"/>
                <a:cs typeface="微软雅黑" panose="020B0503020204020204" charset="-122"/>
              </a:rPr>
              <a:t> </a:t>
            </a:r>
            <a:r>
              <a:rPr sz="1800" spc="-10" dirty="0">
                <a:solidFill>
                  <a:srgbClr val="009FE8"/>
                </a:solidFill>
                <a:latin typeface="微软雅黑" panose="020B0503020204020204" charset="-122"/>
                <a:cs typeface="微软雅黑" panose="020B0503020204020204" charset="-122"/>
              </a:rPr>
              <a:t>Simulation</a:t>
            </a:r>
            <a:endParaRPr sz="1800">
              <a:latin typeface="微软雅黑" panose="020B0503020204020204" charset="-122"/>
              <a:cs typeface="微软雅黑" panose="020B0503020204020204" charset="-122"/>
            </a:endParaRPr>
          </a:p>
          <a:p>
            <a:pPr marL="1155065" lvl="2" indent="-227965">
              <a:lnSpc>
                <a:spcPct val="100000"/>
              </a:lnSpc>
              <a:spcBef>
                <a:spcPts val="2525"/>
              </a:spcBef>
              <a:buFont typeface="Wingdings" panose="05000000000000000000"/>
              <a:buChar char=""/>
              <a:tabLst>
                <a:tab pos="1155065" algn="l"/>
              </a:tabLst>
            </a:pPr>
            <a:r>
              <a:rPr sz="1600" dirty="0">
                <a:solidFill>
                  <a:srgbClr val="009FE8"/>
                </a:solidFill>
                <a:latin typeface="微软雅黑" panose="020B0503020204020204" charset="-122"/>
                <a:cs typeface="微软雅黑" panose="020B0503020204020204" charset="-122"/>
              </a:rPr>
              <a:t>指</a:t>
            </a:r>
            <a:r>
              <a:rPr sz="1600" spc="-45" dirty="0">
                <a:solidFill>
                  <a:srgbClr val="009FE8"/>
                </a:solidFill>
                <a:latin typeface="微软雅黑" panose="020B0503020204020204" charset="-122"/>
                <a:cs typeface="微软雅黑" panose="020B0503020204020204" charset="-122"/>
              </a:rPr>
              <a:t>ATPG</a:t>
            </a:r>
            <a:r>
              <a:rPr sz="1600" dirty="0">
                <a:solidFill>
                  <a:srgbClr val="009FE8"/>
                </a:solidFill>
                <a:latin typeface="微软雅黑" panose="020B0503020204020204" charset="-122"/>
                <a:cs typeface="微软雅黑" panose="020B0503020204020204" charset="-122"/>
              </a:rPr>
              <a:t>工具在做故障演练时可以被观测到的故障（Good</a:t>
            </a:r>
            <a:r>
              <a:rPr sz="1600" spc="-60" dirty="0">
                <a:solidFill>
                  <a:srgbClr val="009FE8"/>
                </a:solidFill>
                <a:latin typeface="微软雅黑" panose="020B0503020204020204" charset="-122"/>
                <a:cs typeface="微软雅黑" panose="020B0503020204020204" charset="-122"/>
              </a:rPr>
              <a:t> </a:t>
            </a:r>
            <a:r>
              <a:rPr sz="1600" dirty="0">
                <a:solidFill>
                  <a:srgbClr val="009FE8"/>
                </a:solidFill>
                <a:latin typeface="微软雅黑" panose="020B0503020204020204" charset="-122"/>
                <a:cs typeface="微软雅黑" panose="020B0503020204020204" charset="-122"/>
              </a:rPr>
              <a:t>Result</a:t>
            </a:r>
            <a:r>
              <a:rPr sz="1600" spc="-50" dirty="0">
                <a:solidFill>
                  <a:srgbClr val="009FE8"/>
                </a:solidFill>
                <a:latin typeface="微软雅黑" panose="020B0503020204020204" charset="-122"/>
                <a:cs typeface="微软雅黑" panose="020B0503020204020204" charset="-122"/>
              </a:rPr>
              <a:t> </a:t>
            </a:r>
            <a:r>
              <a:rPr sz="1600" dirty="0">
                <a:solidFill>
                  <a:srgbClr val="009FE8"/>
                </a:solidFill>
                <a:latin typeface="微软雅黑" panose="020B0503020204020204" charset="-122"/>
                <a:cs typeface="微软雅黑" panose="020B0503020204020204" charset="-122"/>
              </a:rPr>
              <a:t>VS</a:t>
            </a:r>
            <a:r>
              <a:rPr sz="1600" spc="-55" dirty="0">
                <a:solidFill>
                  <a:srgbClr val="009FE8"/>
                </a:solidFill>
                <a:latin typeface="微软雅黑" panose="020B0503020204020204" charset="-122"/>
                <a:cs typeface="微软雅黑" panose="020B0503020204020204" charset="-122"/>
              </a:rPr>
              <a:t> </a:t>
            </a:r>
            <a:r>
              <a:rPr sz="1600" dirty="0">
                <a:solidFill>
                  <a:srgbClr val="009FE8"/>
                </a:solidFill>
                <a:latin typeface="微软雅黑" panose="020B0503020204020204" charset="-122"/>
                <a:cs typeface="微软雅黑" panose="020B0503020204020204" charset="-122"/>
              </a:rPr>
              <a:t>Faulty</a:t>
            </a:r>
            <a:r>
              <a:rPr sz="1600" spc="-50" dirty="0">
                <a:solidFill>
                  <a:srgbClr val="009FE8"/>
                </a:solidFill>
                <a:latin typeface="微软雅黑" panose="020B0503020204020204" charset="-122"/>
                <a:cs typeface="微软雅黑" panose="020B0503020204020204" charset="-122"/>
              </a:rPr>
              <a:t> </a:t>
            </a:r>
            <a:r>
              <a:rPr sz="1600" spc="-10" dirty="0">
                <a:solidFill>
                  <a:srgbClr val="009FE8"/>
                </a:solidFill>
                <a:latin typeface="微软雅黑" panose="020B0503020204020204" charset="-122"/>
                <a:cs typeface="微软雅黑" panose="020B0503020204020204" charset="-122"/>
              </a:rPr>
              <a:t>Result）</a:t>
            </a:r>
            <a:endParaRPr sz="1600">
              <a:latin typeface="微软雅黑" panose="020B0503020204020204" charset="-122"/>
              <a:cs typeface="微软雅黑" panose="020B0503020204020204" charset="-122"/>
            </a:endParaRPr>
          </a:p>
          <a:p>
            <a:pPr marL="697865" lvl="1" indent="-227965">
              <a:lnSpc>
                <a:spcPct val="100000"/>
              </a:lnSpc>
              <a:spcBef>
                <a:spcPts val="2585"/>
              </a:spcBef>
              <a:buFont typeface="Wingdings" panose="05000000000000000000"/>
              <a:buChar char=""/>
              <a:tabLst>
                <a:tab pos="697865" algn="l"/>
              </a:tabLst>
            </a:pPr>
            <a:r>
              <a:rPr sz="1800" dirty="0">
                <a:solidFill>
                  <a:srgbClr val="009FE8"/>
                </a:solidFill>
                <a:latin typeface="微软雅黑" panose="020B0503020204020204" charset="-122"/>
                <a:cs typeface="微软雅黑" panose="020B0503020204020204" charset="-122"/>
              </a:rPr>
              <a:t>DT:</a:t>
            </a:r>
            <a:r>
              <a:rPr sz="1800" spc="-105" dirty="0">
                <a:solidFill>
                  <a:srgbClr val="009FE8"/>
                </a:solidFill>
                <a:latin typeface="微软雅黑" panose="020B0503020204020204" charset="-122"/>
                <a:cs typeface="微软雅黑" panose="020B0503020204020204" charset="-122"/>
              </a:rPr>
              <a:t> </a:t>
            </a:r>
            <a:r>
              <a:rPr sz="1800" spc="-25" dirty="0">
                <a:solidFill>
                  <a:srgbClr val="009FE8"/>
                </a:solidFill>
                <a:latin typeface="微软雅黑" panose="020B0503020204020204" charset="-122"/>
                <a:cs typeface="微软雅黑" panose="020B0503020204020204" charset="-122"/>
              </a:rPr>
              <a:t>Total</a:t>
            </a:r>
            <a:r>
              <a:rPr sz="1800" spc="-110" dirty="0">
                <a:solidFill>
                  <a:srgbClr val="009FE8"/>
                </a:solidFill>
                <a:latin typeface="微软雅黑" panose="020B0503020204020204" charset="-122"/>
                <a:cs typeface="微软雅黑" panose="020B0503020204020204" charset="-122"/>
              </a:rPr>
              <a:t> </a:t>
            </a:r>
            <a:r>
              <a:rPr sz="1800" dirty="0">
                <a:solidFill>
                  <a:srgbClr val="009FE8"/>
                </a:solidFill>
                <a:latin typeface="微软雅黑" panose="020B0503020204020204" charset="-122"/>
                <a:cs typeface="微软雅黑" panose="020B0503020204020204" charset="-122"/>
              </a:rPr>
              <a:t>Detected</a:t>
            </a:r>
            <a:r>
              <a:rPr sz="1800" spc="-110" dirty="0">
                <a:solidFill>
                  <a:srgbClr val="009FE8"/>
                </a:solidFill>
                <a:latin typeface="微软雅黑" panose="020B0503020204020204" charset="-122"/>
                <a:cs typeface="微软雅黑" panose="020B0503020204020204" charset="-122"/>
              </a:rPr>
              <a:t> </a:t>
            </a:r>
            <a:r>
              <a:rPr sz="1800" spc="-10" dirty="0">
                <a:solidFill>
                  <a:srgbClr val="009FE8"/>
                </a:solidFill>
                <a:latin typeface="微软雅黑" panose="020B0503020204020204" charset="-122"/>
                <a:cs typeface="微软雅黑" panose="020B0503020204020204" charset="-122"/>
              </a:rPr>
              <a:t>Faults</a:t>
            </a:r>
            <a:endParaRPr sz="1800">
              <a:latin typeface="微软雅黑" panose="020B0503020204020204" charset="-122"/>
              <a:cs typeface="微软雅黑" panose="020B0503020204020204" charset="-122"/>
            </a:endParaRPr>
          </a:p>
          <a:p>
            <a:pPr marL="1155065" lvl="2" indent="-227965">
              <a:lnSpc>
                <a:spcPct val="100000"/>
              </a:lnSpc>
              <a:spcBef>
                <a:spcPts val="2530"/>
              </a:spcBef>
              <a:buFont typeface="Wingdings" panose="05000000000000000000"/>
              <a:buChar char=""/>
              <a:tabLst>
                <a:tab pos="1155065" algn="l"/>
              </a:tabLst>
            </a:pPr>
            <a:r>
              <a:rPr sz="1600" dirty="0">
                <a:solidFill>
                  <a:srgbClr val="009FE8"/>
                </a:solidFill>
                <a:latin typeface="微软雅黑" panose="020B0503020204020204" charset="-122"/>
                <a:cs typeface="微软雅黑" panose="020B0503020204020204" charset="-122"/>
              </a:rPr>
              <a:t>DT</a:t>
            </a:r>
            <a:r>
              <a:rPr sz="1600" spc="-40" dirty="0">
                <a:solidFill>
                  <a:srgbClr val="009FE8"/>
                </a:solidFill>
                <a:latin typeface="微软雅黑" panose="020B0503020204020204" charset="-122"/>
                <a:cs typeface="微软雅黑" panose="020B0503020204020204" charset="-122"/>
              </a:rPr>
              <a:t> </a:t>
            </a:r>
            <a:r>
              <a:rPr sz="1600" dirty="0">
                <a:solidFill>
                  <a:srgbClr val="009FE8"/>
                </a:solidFill>
                <a:latin typeface="微软雅黑" panose="020B0503020204020204" charset="-122"/>
                <a:cs typeface="微软雅黑" panose="020B0503020204020204" charset="-122"/>
              </a:rPr>
              <a:t>=</a:t>
            </a:r>
            <a:r>
              <a:rPr sz="1600" spc="-35" dirty="0">
                <a:solidFill>
                  <a:srgbClr val="009FE8"/>
                </a:solidFill>
                <a:latin typeface="微软雅黑" panose="020B0503020204020204" charset="-122"/>
                <a:cs typeface="微软雅黑" panose="020B0503020204020204" charset="-122"/>
              </a:rPr>
              <a:t> </a:t>
            </a:r>
            <a:r>
              <a:rPr sz="1600" dirty="0">
                <a:solidFill>
                  <a:srgbClr val="009FE8"/>
                </a:solidFill>
                <a:latin typeface="微软雅黑" panose="020B0503020204020204" charset="-122"/>
                <a:cs typeface="微软雅黑" panose="020B0503020204020204" charset="-122"/>
              </a:rPr>
              <a:t>DS</a:t>
            </a:r>
            <a:r>
              <a:rPr sz="1600" spc="-35" dirty="0">
                <a:solidFill>
                  <a:srgbClr val="009FE8"/>
                </a:solidFill>
                <a:latin typeface="微软雅黑" panose="020B0503020204020204" charset="-122"/>
                <a:cs typeface="微软雅黑" panose="020B0503020204020204" charset="-122"/>
              </a:rPr>
              <a:t> </a:t>
            </a:r>
            <a:r>
              <a:rPr sz="1600" dirty="0">
                <a:solidFill>
                  <a:srgbClr val="009FE8"/>
                </a:solidFill>
                <a:latin typeface="微软雅黑" panose="020B0503020204020204" charset="-122"/>
                <a:cs typeface="微软雅黑" panose="020B0503020204020204" charset="-122"/>
              </a:rPr>
              <a:t>+</a:t>
            </a:r>
            <a:r>
              <a:rPr sz="1600" spc="-35" dirty="0">
                <a:solidFill>
                  <a:srgbClr val="009FE8"/>
                </a:solidFill>
                <a:latin typeface="微软雅黑" panose="020B0503020204020204" charset="-122"/>
                <a:cs typeface="微软雅黑" panose="020B0503020204020204" charset="-122"/>
              </a:rPr>
              <a:t> </a:t>
            </a:r>
            <a:r>
              <a:rPr sz="1600" spc="-25" dirty="0">
                <a:solidFill>
                  <a:srgbClr val="009FE8"/>
                </a:solidFill>
                <a:latin typeface="微软雅黑" panose="020B0503020204020204" charset="-122"/>
                <a:cs typeface="微软雅黑" panose="020B0503020204020204" charset="-122"/>
              </a:rPr>
              <a:t>DI</a:t>
            </a:r>
            <a:endParaRPr sz="1600">
              <a:latin typeface="微软雅黑" panose="020B0503020204020204" charset="-122"/>
              <a:cs typeface="微软雅黑" panose="020B0503020204020204" charset="-122"/>
            </a:endParaRPr>
          </a:p>
          <a:p>
            <a:pPr marL="1155065" lvl="2" indent="-227965">
              <a:lnSpc>
                <a:spcPct val="100000"/>
              </a:lnSpc>
              <a:spcBef>
                <a:spcPts val="2400"/>
              </a:spcBef>
              <a:buFont typeface="Wingdings" panose="05000000000000000000"/>
              <a:buChar char=""/>
              <a:tabLst>
                <a:tab pos="1155065" algn="l"/>
              </a:tabLst>
            </a:pPr>
            <a:r>
              <a:rPr sz="1600" spc="-5" dirty="0">
                <a:solidFill>
                  <a:srgbClr val="009FE8"/>
                </a:solidFill>
                <a:latin typeface="微软雅黑" panose="020B0503020204020204" charset="-122"/>
                <a:cs typeface="微软雅黑" panose="020B0503020204020204" charset="-122"/>
              </a:rPr>
              <a:t>最终测试向量所要覆盖的故障。</a:t>
            </a:r>
            <a:endParaRPr sz="1600">
              <a:latin typeface="微软雅黑" panose="020B0503020204020204" charset="-122"/>
              <a:cs typeface="微软雅黑" panose="020B050302020402020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51027"/>
            <a:ext cx="2565400" cy="635000"/>
          </a:xfrm>
          <a:prstGeom prst="rect">
            <a:avLst/>
          </a:prstGeom>
        </p:spPr>
        <p:txBody>
          <a:bodyPr vert="horz" wrap="square" lIns="0" tIns="12700" rIns="0" bIns="0" rtlCol="0">
            <a:spAutoFit/>
          </a:bodyPr>
          <a:lstStyle/>
          <a:p>
            <a:pPr marL="12700">
              <a:lnSpc>
                <a:spcPct val="100000"/>
              </a:lnSpc>
              <a:spcBef>
                <a:spcPts val="100"/>
              </a:spcBef>
            </a:pPr>
            <a:r>
              <a:rPr spc="-10" dirty="0"/>
              <a:t>测试覆盖率</a:t>
            </a:r>
            <a:endParaRPr spc="-1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
        <p:nvSpPr>
          <p:cNvPr id="3" name="object 3"/>
          <p:cNvSpPr txBox="1"/>
          <p:nvPr/>
        </p:nvSpPr>
        <p:spPr>
          <a:xfrm>
            <a:off x="455930" y="1537715"/>
            <a:ext cx="6520815" cy="3724910"/>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2"/>
              <a:tabLst>
                <a:tab pos="469265" algn="l"/>
              </a:tabLst>
            </a:pPr>
            <a:r>
              <a:rPr sz="2000" b="1" dirty="0">
                <a:solidFill>
                  <a:srgbClr val="009FE8"/>
                </a:solidFill>
                <a:latin typeface="微软雅黑" panose="020B0503020204020204" charset="-122"/>
                <a:cs typeface="微软雅黑" panose="020B0503020204020204" charset="-122"/>
              </a:rPr>
              <a:t>Fault</a:t>
            </a:r>
            <a:r>
              <a:rPr sz="2000" b="1" spc="-75" dirty="0">
                <a:solidFill>
                  <a:srgbClr val="009FE8"/>
                </a:solidFill>
                <a:latin typeface="微软雅黑" panose="020B0503020204020204" charset="-122"/>
                <a:cs typeface="微软雅黑" panose="020B0503020204020204" charset="-122"/>
              </a:rPr>
              <a:t> </a:t>
            </a:r>
            <a:r>
              <a:rPr sz="2000" b="1" dirty="0">
                <a:solidFill>
                  <a:srgbClr val="009FE8"/>
                </a:solidFill>
                <a:latin typeface="微软雅黑" panose="020B0503020204020204" charset="-122"/>
                <a:cs typeface="微软雅黑" panose="020B0503020204020204" charset="-122"/>
              </a:rPr>
              <a:t>Class</a:t>
            </a:r>
            <a:r>
              <a:rPr sz="2000" b="1" spc="-30" dirty="0">
                <a:solidFill>
                  <a:srgbClr val="009FE8"/>
                </a:solidFill>
                <a:latin typeface="微软雅黑" panose="020B0503020204020204" charset="-122"/>
                <a:cs typeface="微软雅黑" panose="020B0503020204020204" charset="-122"/>
              </a:rPr>
              <a:t> 故障类型</a:t>
            </a:r>
            <a:endParaRPr sz="2000">
              <a:latin typeface="微软雅黑" panose="020B0503020204020204" charset="-122"/>
              <a:cs typeface="微软雅黑" panose="020B0503020204020204" charset="-122"/>
            </a:endParaRPr>
          </a:p>
          <a:p>
            <a:pPr marL="697865" lvl="1" indent="-227965">
              <a:lnSpc>
                <a:spcPct val="100000"/>
              </a:lnSpc>
              <a:spcBef>
                <a:spcPts val="2720"/>
              </a:spcBef>
              <a:buFont typeface="Wingdings" panose="05000000000000000000"/>
              <a:buChar char=""/>
              <a:tabLst>
                <a:tab pos="697865" algn="l"/>
              </a:tabLst>
            </a:pPr>
            <a:r>
              <a:rPr sz="1800" spc="-10" dirty="0">
                <a:solidFill>
                  <a:srgbClr val="009FE8"/>
                </a:solidFill>
                <a:latin typeface="微软雅黑" panose="020B0503020204020204" charset="-122"/>
                <a:cs typeface="微软雅黑" panose="020B0503020204020204" charset="-122"/>
              </a:rPr>
              <a:t>Possible</a:t>
            </a:r>
            <a:r>
              <a:rPr sz="1800" spc="-70" dirty="0">
                <a:solidFill>
                  <a:srgbClr val="009FE8"/>
                </a:solidFill>
                <a:latin typeface="微软雅黑" panose="020B0503020204020204" charset="-122"/>
                <a:cs typeface="微软雅黑" panose="020B0503020204020204" charset="-122"/>
              </a:rPr>
              <a:t> </a:t>
            </a:r>
            <a:r>
              <a:rPr sz="1800" dirty="0">
                <a:solidFill>
                  <a:srgbClr val="009FE8"/>
                </a:solidFill>
                <a:latin typeface="微软雅黑" panose="020B0503020204020204" charset="-122"/>
                <a:cs typeface="微软雅黑" panose="020B0503020204020204" charset="-122"/>
              </a:rPr>
              <a:t>Detected</a:t>
            </a:r>
            <a:r>
              <a:rPr sz="1800" spc="-70" dirty="0">
                <a:solidFill>
                  <a:srgbClr val="009FE8"/>
                </a:solidFill>
                <a:latin typeface="微软雅黑" panose="020B0503020204020204" charset="-122"/>
                <a:cs typeface="微软雅黑" panose="020B0503020204020204" charset="-122"/>
              </a:rPr>
              <a:t> </a:t>
            </a:r>
            <a:r>
              <a:rPr sz="1800" spc="-10" dirty="0">
                <a:solidFill>
                  <a:srgbClr val="009FE8"/>
                </a:solidFill>
                <a:latin typeface="微软雅黑" panose="020B0503020204020204" charset="-122"/>
                <a:cs typeface="微软雅黑" panose="020B0503020204020204" charset="-122"/>
              </a:rPr>
              <a:t>Faults</a:t>
            </a:r>
            <a:endParaRPr sz="1800">
              <a:latin typeface="微软雅黑" panose="020B0503020204020204" charset="-122"/>
              <a:cs typeface="微软雅黑" panose="020B0503020204020204" charset="-122"/>
            </a:endParaRPr>
          </a:p>
          <a:p>
            <a:pPr marL="1155065" lvl="2" indent="-227965">
              <a:lnSpc>
                <a:spcPct val="100000"/>
              </a:lnSpc>
              <a:spcBef>
                <a:spcPts val="2525"/>
              </a:spcBef>
              <a:buFont typeface="Wingdings" panose="05000000000000000000"/>
              <a:buChar char=""/>
              <a:tabLst>
                <a:tab pos="1155065" algn="l"/>
              </a:tabLst>
            </a:pPr>
            <a:r>
              <a:rPr sz="1600" spc="-45" dirty="0">
                <a:solidFill>
                  <a:srgbClr val="009FE8"/>
                </a:solidFill>
                <a:latin typeface="微软雅黑" panose="020B0503020204020204" charset="-122"/>
                <a:cs typeface="微软雅黑" panose="020B0503020204020204" charset="-122"/>
              </a:rPr>
              <a:t>ATPG</a:t>
            </a:r>
            <a:r>
              <a:rPr sz="1600" spc="-5" dirty="0">
                <a:solidFill>
                  <a:srgbClr val="009FE8"/>
                </a:solidFill>
                <a:latin typeface="微软雅黑" panose="020B0503020204020204" charset="-122"/>
                <a:cs typeface="微软雅黑" panose="020B0503020204020204" charset="-122"/>
              </a:rPr>
              <a:t>工具在做故障演练时发现的可能可以被观测故障</a:t>
            </a:r>
            <a:endParaRPr sz="1600">
              <a:latin typeface="微软雅黑" panose="020B0503020204020204" charset="-122"/>
              <a:cs typeface="微软雅黑" panose="020B0503020204020204" charset="-122"/>
            </a:endParaRPr>
          </a:p>
          <a:p>
            <a:pPr marL="1155065" lvl="2" indent="-227965">
              <a:lnSpc>
                <a:spcPct val="100000"/>
              </a:lnSpc>
              <a:spcBef>
                <a:spcPts val="2380"/>
              </a:spcBef>
              <a:buFont typeface="Wingdings" panose="05000000000000000000"/>
              <a:buChar char=""/>
              <a:tabLst>
                <a:tab pos="1155065" algn="l"/>
              </a:tabLst>
            </a:pPr>
            <a:r>
              <a:rPr sz="1600" spc="-20" dirty="0">
                <a:solidFill>
                  <a:srgbClr val="009FE8"/>
                </a:solidFill>
                <a:latin typeface="微软雅黑" panose="020B0503020204020204" charset="-122"/>
                <a:cs typeface="微软雅黑" panose="020B0503020204020204" charset="-122"/>
              </a:rPr>
              <a:t>分为：</a:t>
            </a:r>
            <a:endParaRPr sz="1600">
              <a:latin typeface="微软雅黑" panose="020B0503020204020204" charset="-122"/>
              <a:cs typeface="微软雅黑" panose="020B0503020204020204" charset="-122"/>
            </a:endParaRPr>
          </a:p>
          <a:p>
            <a:pPr marL="1612265" lvl="3" indent="-227965">
              <a:lnSpc>
                <a:spcPct val="100000"/>
              </a:lnSpc>
              <a:spcBef>
                <a:spcPts val="2495"/>
              </a:spcBef>
              <a:buFont typeface="Wingdings" panose="05000000000000000000"/>
              <a:buChar char=""/>
              <a:tabLst>
                <a:tab pos="1612265" algn="l"/>
              </a:tabLst>
            </a:pPr>
            <a:r>
              <a:rPr sz="1600" dirty="0">
                <a:solidFill>
                  <a:srgbClr val="009FE8"/>
                </a:solidFill>
                <a:latin typeface="微软雅黑" panose="020B0503020204020204" charset="-122"/>
                <a:cs typeface="微软雅黑" panose="020B0503020204020204" charset="-122"/>
              </a:rPr>
              <a:t>PT</a:t>
            </a:r>
            <a:r>
              <a:rPr sz="1600" spc="55" dirty="0">
                <a:solidFill>
                  <a:srgbClr val="009FE8"/>
                </a:solidFill>
                <a:latin typeface="微软雅黑" panose="020B0503020204020204" charset="-122"/>
                <a:cs typeface="微软雅黑" panose="020B0503020204020204" charset="-122"/>
              </a:rPr>
              <a:t> </a:t>
            </a:r>
            <a:r>
              <a:rPr sz="1600" spc="-35" dirty="0">
                <a:solidFill>
                  <a:srgbClr val="009FE8"/>
                </a:solidFill>
                <a:latin typeface="微软雅黑" panose="020B0503020204020204" charset="-122"/>
                <a:cs typeface="微软雅黑" panose="020B0503020204020204" charset="-122"/>
              </a:rPr>
              <a:t>（Posdet-</a:t>
            </a:r>
            <a:r>
              <a:rPr sz="1600" spc="-10" dirty="0">
                <a:solidFill>
                  <a:srgbClr val="009FE8"/>
                </a:solidFill>
                <a:latin typeface="微软雅黑" panose="020B0503020204020204" charset="-122"/>
                <a:cs typeface="微软雅黑" panose="020B0503020204020204" charset="-122"/>
              </a:rPr>
              <a:t>detectable）</a:t>
            </a:r>
            <a:endParaRPr sz="1600">
              <a:latin typeface="微软雅黑" panose="020B0503020204020204" charset="-122"/>
              <a:cs typeface="微软雅黑" panose="020B0503020204020204" charset="-122"/>
            </a:endParaRPr>
          </a:p>
          <a:p>
            <a:pPr marL="1612265" lvl="3" indent="-227965">
              <a:lnSpc>
                <a:spcPct val="100000"/>
              </a:lnSpc>
              <a:spcBef>
                <a:spcPts val="2375"/>
              </a:spcBef>
              <a:buFont typeface="Wingdings" panose="05000000000000000000"/>
              <a:buChar char=""/>
              <a:tabLst>
                <a:tab pos="1612265" algn="l"/>
              </a:tabLst>
            </a:pPr>
            <a:r>
              <a:rPr sz="1600" dirty="0">
                <a:solidFill>
                  <a:srgbClr val="009FE8"/>
                </a:solidFill>
                <a:latin typeface="微软雅黑" panose="020B0503020204020204" charset="-122"/>
                <a:cs typeface="微软雅黑" panose="020B0503020204020204" charset="-122"/>
              </a:rPr>
              <a:t>PU</a:t>
            </a:r>
            <a:r>
              <a:rPr sz="1600" spc="20" dirty="0">
                <a:solidFill>
                  <a:srgbClr val="009FE8"/>
                </a:solidFill>
                <a:latin typeface="微软雅黑" panose="020B0503020204020204" charset="-122"/>
                <a:cs typeface="微软雅黑" panose="020B0503020204020204" charset="-122"/>
              </a:rPr>
              <a:t>  </a:t>
            </a:r>
            <a:r>
              <a:rPr sz="1600" spc="-35" dirty="0">
                <a:solidFill>
                  <a:srgbClr val="009FE8"/>
                </a:solidFill>
                <a:latin typeface="微软雅黑" panose="020B0503020204020204" charset="-122"/>
                <a:cs typeface="微软雅黑" panose="020B0503020204020204" charset="-122"/>
              </a:rPr>
              <a:t>(Posdet-</a:t>
            </a:r>
            <a:r>
              <a:rPr sz="1600" spc="-10" dirty="0">
                <a:solidFill>
                  <a:srgbClr val="009FE8"/>
                </a:solidFill>
                <a:latin typeface="微软雅黑" panose="020B0503020204020204" charset="-122"/>
                <a:cs typeface="微软雅黑" panose="020B0503020204020204" charset="-122"/>
              </a:rPr>
              <a:t>undetectable)</a:t>
            </a:r>
            <a:endParaRPr sz="1600">
              <a:latin typeface="微软雅黑" panose="020B0503020204020204" charset="-122"/>
              <a:cs typeface="微软雅黑" panose="020B0503020204020204" charset="-122"/>
            </a:endParaRPr>
          </a:p>
          <a:p>
            <a:pPr marL="1155065" lvl="2" indent="-227965">
              <a:lnSpc>
                <a:spcPct val="100000"/>
              </a:lnSpc>
              <a:spcBef>
                <a:spcPts val="2470"/>
              </a:spcBef>
              <a:buFont typeface="Wingdings" panose="05000000000000000000"/>
              <a:buChar char=""/>
              <a:tabLst>
                <a:tab pos="1155065" algn="l"/>
              </a:tabLst>
            </a:pPr>
            <a:r>
              <a:rPr sz="1600" dirty="0">
                <a:solidFill>
                  <a:srgbClr val="009FE8"/>
                </a:solidFill>
                <a:latin typeface="微软雅黑" panose="020B0503020204020204" charset="-122"/>
                <a:cs typeface="微软雅黑" panose="020B0503020204020204" charset="-122"/>
              </a:rPr>
              <a:t>可以用</a:t>
            </a:r>
            <a:r>
              <a:rPr sz="1600" spc="-10" dirty="0">
                <a:solidFill>
                  <a:srgbClr val="009FE8"/>
                </a:solidFill>
                <a:latin typeface="微软雅黑" panose="020B0503020204020204" charset="-122"/>
                <a:cs typeface="微软雅黑" panose="020B0503020204020204" charset="-122"/>
              </a:rPr>
              <a:t>set_possible_credit</a:t>
            </a:r>
            <a:r>
              <a:rPr sz="1600" dirty="0">
                <a:solidFill>
                  <a:srgbClr val="009FE8"/>
                </a:solidFill>
                <a:latin typeface="微软雅黑" panose="020B0503020204020204" charset="-122"/>
                <a:cs typeface="微软雅黑" panose="020B0503020204020204" charset="-122"/>
              </a:rPr>
              <a:t>指定</a:t>
            </a:r>
            <a:r>
              <a:rPr sz="1600" spc="-10" dirty="0">
                <a:solidFill>
                  <a:srgbClr val="009FE8"/>
                </a:solidFill>
                <a:latin typeface="微软雅黑" panose="020B0503020204020204" charset="-122"/>
                <a:cs typeface="微软雅黑" panose="020B0503020204020204" charset="-122"/>
              </a:rPr>
              <a:t>posdet</a:t>
            </a:r>
            <a:r>
              <a:rPr sz="1600" dirty="0">
                <a:solidFill>
                  <a:srgbClr val="009FE8"/>
                </a:solidFill>
                <a:latin typeface="微软雅黑" panose="020B0503020204020204" charset="-122"/>
                <a:cs typeface="微软雅黑" panose="020B0503020204020204" charset="-122"/>
              </a:rPr>
              <a:t>的权重，通常为</a:t>
            </a:r>
            <a:r>
              <a:rPr sz="1600" spc="-25" dirty="0">
                <a:solidFill>
                  <a:srgbClr val="009FE8"/>
                </a:solidFill>
                <a:latin typeface="微软雅黑" panose="020B0503020204020204" charset="-122"/>
                <a:cs typeface="微软雅黑" panose="020B0503020204020204" charset="-122"/>
              </a:rPr>
              <a:t>50%</a:t>
            </a:r>
            <a:endParaRPr sz="1600">
              <a:latin typeface="微软雅黑" panose="020B0503020204020204" charset="-122"/>
              <a:cs typeface="微软雅黑" panose="020B050302020402020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51027"/>
            <a:ext cx="2565400" cy="635000"/>
          </a:xfrm>
          <a:prstGeom prst="rect">
            <a:avLst/>
          </a:prstGeom>
        </p:spPr>
        <p:txBody>
          <a:bodyPr vert="horz" wrap="square" lIns="0" tIns="12700" rIns="0" bIns="0" rtlCol="0">
            <a:spAutoFit/>
          </a:bodyPr>
          <a:lstStyle/>
          <a:p>
            <a:pPr marL="12700">
              <a:lnSpc>
                <a:spcPct val="100000"/>
              </a:lnSpc>
              <a:spcBef>
                <a:spcPts val="100"/>
              </a:spcBef>
            </a:pPr>
            <a:r>
              <a:rPr spc="-10" dirty="0"/>
              <a:t>测试覆盖率</a:t>
            </a:r>
            <a:endParaRPr spc="-10" dirty="0"/>
          </a:p>
        </p:txBody>
      </p:sp>
      <p:sp>
        <p:nvSpPr>
          <p:cNvPr id="3" name="object 3"/>
          <p:cNvSpPr txBox="1"/>
          <p:nvPr/>
        </p:nvSpPr>
        <p:spPr>
          <a:xfrm>
            <a:off x="455930" y="1537715"/>
            <a:ext cx="5749290" cy="3941445"/>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2"/>
              <a:tabLst>
                <a:tab pos="469265" algn="l"/>
              </a:tabLst>
            </a:pPr>
            <a:r>
              <a:rPr sz="2000" b="1" dirty="0">
                <a:solidFill>
                  <a:srgbClr val="009FE8"/>
                </a:solidFill>
                <a:latin typeface="微软雅黑" panose="020B0503020204020204" charset="-122"/>
                <a:cs typeface="微软雅黑" panose="020B0503020204020204" charset="-122"/>
              </a:rPr>
              <a:t>Fault</a:t>
            </a:r>
            <a:r>
              <a:rPr sz="2000" b="1" spc="-75" dirty="0">
                <a:solidFill>
                  <a:srgbClr val="009FE8"/>
                </a:solidFill>
                <a:latin typeface="微软雅黑" panose="020B0503020204020204" charset="-122"/>
                <a:cs typeface="微软雅黑" panose="020B0503020204020204" charset="-122"/>
              </a:rPr>
              <a:t> </a:t>
            </a:r>
            <a:r>
              <a:rPr sz="2000" b="1" dirty="0">
                <a:solidFill>
                  <a:srgbClr val="009FE8"/>
                </a:solidFill>
                <a:latin typeface="微软雅黑" panose="020B0503020204020204" charset="-122"/>
                <a:cs typeface="微软雅黑" panose="020B0503020204020204" charset="-122"/>
              </a:rPr>
              <a:t>Class</a:t>
            </a:r>
            <a:r>
              <a:rPr sz="2000" b="1" spc="-30" dirty="0">
                <a:solidFill>
                  <a:srgbClr val="009FE8"/>
                </a:solidFill>
                <a:latin typeface="微软雅黑" panose="020B0503020204020204" charset="-122"/>
                <a:cs typeface="微软雅黑" panose="020B0503020204020204" charset="-122"/>
              </a:rPr>
              <a:t> 故障类型</a:t>
            </a:r>
            <a:endParaRPr sz="2000">
              <a:latin typeface="微软雅黑" panose="020B0503020204020204" charset="-122"/>
              <a:cs typeface="微软雅黑" panose="020B0503020204020204" charset="-122"/>
            </a:endParaRPr>
          </a:p>
          <a:p>
            <a:pPr marL="697865" lvl="1" indent="-227965">
              <a:lnSpc>
                <a:spcPct val="100000"/>
              </a:lnSpc>
              <a:spcBef>
                <a:spcPts val="1615"/>
              </a:spcBef>
              <a:buFont typeface="Wingdings" panose="05000000000000000000"/>
              <a:buChar char=""/>
              <a:tabLst>
                <a:tab pos="697865" algn="l"/>
                <a:tab pos="1218565" algn="l"/>
              </a:tabLst>
            </a:pPr>
            <a:r>
              <a:rPr sz="1800" spc="-25" dirty="0">
                <a:solidFill>
                  <a:srgbClr val="009FE8"/>
                </a:solidFill>
                <a:latin typeface="微软雅黑" panose="020B0503020204020204" charset="-122"/>
                <a:cs typeface="微软雅黑" panose="020B0503020204020204" charset="-122"/>
              </a:rPr>
              <a:t>AU:</a:t>
            </a:r>
            <a:r>
              <a:rPr sz="1800" dirty="0">
                <a:solidFill>
                  <a:srgbClr val="009FE8"/>
                </a:solidFill>
                <a:latin typeface="微软雅黑" panose="020B0503020204020204" charset="-122"/>
                <a:cs typeface="微软雅黑" panose="020B0503020204020204" charset="-122"/>
              </a:rPr>
              <a:t>	</a:t>
            </a:r>
            <a:r>
              <a:rPr sz="1800" spc="-20" dirty="0">
                <a:solidFill>
                  <a:srgbClr val="009FE8"/>
                </a:solidFill>
                <a:latin typeface="微软雅黑" panose="020B0503020204020204" charset="-122"/>
                <a:cs typeface="微软雅黑" panose="020B0503020204020204" charset="-122"/>
              </a:rPr>
              <a:t>ATPG</a:t>
            </a:r>
            <a:r>
              <a:rPr sz="1800" spc="-90" dirty="0">
                <a:solidFill>
                  <a:srgbClr val="009FE8"/>
                </a:solidFill>
                <a:latin typeface="微软雅黑" panose="020B0503020204020204" charset="-122"/>
                <a:cs typeface="微软雅黑" panose="020B0503020204020204" charset="-122"/>
              </a:rPr>
              <a:t> </a:t>
            </a:r>
            <a:r>
              <a:rPr sz="1800" spc="-10" dirty="0">
                <a:solidFill>
                  <a:srgbClr val="009FE8"/>
                </a:solidFill>
                <a:latin typeface="微软雅黑" panose="020B0503020204020204" charset="-122"/>
                <a:cs typeface="微软雅黑" panose="020B0503020204020204" charset="-122"/>
              </a:rPr>
              <a:t>Untestable</a:t>
            </a:r>
            <a:endParaRPr sz="1800">
              <a:latin typeface="微软雅黑" panose="020B0503020204020204" charset="-122"/>
              <a:cs typeface="微软雅黑" panose="020B0503020204020204" charset="-122"/>
            </a:endParaRPr>
          </a:p>
          <a:p>
            <a:pPr marL="1155065" lvl="2" indent="-227965">
              <a:lnSpc>
                <a:spcPct val="100000"/>
              </a:lnSpc>
              <a:spcBef>
                <a:spcPts val="1230"/>
              </a:spcBef>
              <a:buFont typeface="Wingdings" panose="05000000000000000000"/>
              <a:buChar char=""/>
              <a:tabLst>
                <a:tab pos="1155065" algn="l"/>
              </a:tabLst>
            </a:pPr>
            <a:r>
              <a:rPr sz="1600" spc="-45" dirty="0">
                <a:solidFill>
                  <a:srgbClr val="009FE8"/>
                </a:solidFill>
                <a:latin typeface="微软雅黑" panose="020B0503020204020204" charset="-122"/>
                <a:cs typeface="微软雅黑" panose="020B0503020204020204" charset="-122"/>
              </a:rPr>
              <a:t>ATPG</a:t>
            </a:r>
            <a:r>
              <a:rPr sz="1600" spc="-5" dirty="0">
                <a:solidFill>
                  <a:srgbClr val="009FE8"/>
                </a:solidFill>
                <a:latin typeface="微软雅黑" panose="020B0503020204020204" charset="-122"/>
                <a:cs typeface="微软雅黑" panose="020B0503020204020204" charset="-122"/>
              </a:rPr>
              <a:t>工具无法找到相应的测试向量去测试这些故障</a:t>
            </a:r>
            <a:endParaRPr sz="1600">
              <a:latin typeface="微软雅黑" panose="020B0503020204020204" charset="-122"/>
              <a:cs typeface="微软雅黑" panose="020B0503020204020204" charset="-122"/>
            </a:endParaRPr>
          </a:p>
          <a:p>
            <a:pPr marL="1155065" lvl="2" indent="-227965">
              <a:lnSpc>
                <a:spcPct val="100000"/>
              </a:lnSpc>
              <a:spcBef>
                <a:spcPts val="1080"/>
              </a:spcBef>
              <a:buFont typeface="Wingdings" panose="05000000000000000000"/>
              <a:buChar char=""/>
              <a:tabLst>
                <a:tab pos="1155065" algn="l"/>
              </a:tabLst>
            </a:pPr>
            <a:r>
              <a:rPr sz="1600" spc="-20" dirty="0">
                <a:solidFill>
                  <a:srgbClr val="009FE8"/>
                </a:solidFill>
                <a:latin typeface="微软雅黑" panose="020B0503020204020204" charset="-122"/>
                <a:cs typeface="微软雅黑" panose="020B0503020204020204" charset="-122"/>
              </a:rPr>
              <a:t>包括：</a:t>
            </a:r>
            <a:endParaRPr sz="1600">
              <a:latin typeface="微软雅黑" panose="020B0503020204020204" charset="-122"/>
              <a:cs typeface="微软雅黑" panose="020B0503020204020204" charset="-122"/>
            </a:endParaRPr>
          </a:p>
          <a:p>
            <a:pPr marL="1612265" lvl="3" indent="-227965">
              <a:lnSpc>
                <a:spcPct val="100000"/>
              </a:lnSpc>
              <a:spcBef>
                <a:spcPts val="980"/>
              </a:spcBef>
              <a:buFont typeface="Wingdings" panose="05000000000000000000"/>
              <a:buChar char=""/>
              <a:tabLst>
                <a:tab pos="1612265" algn="l"/>
              </a:tabLst>
            </a:pPr>
            <a:r>
              <a:rPr sz="1200" dirty="0">
                <a:solidFill>
                  <a:srgbClr val="009FE8"/>
                </a:solidFill>
                <a:latin typeface="微软雅黑" panose="020B0503020204020204" charset="-122"/>
                <a:cs typeface="微软雅黑" panose="020B0503020204020204" charset="-122"/>
              </a:rPr>
              <a:t>UU</a:t>
            </a:r>
            <a:r>
              <a:rPr sz="1200" spc="-20" dirty="0">
                <a:solidFill>
                  <a:srgbClr val="009FE8"/>
                </a:solidFill>
                <a:latin typeface="微软雅黑" panose="020B0503020204020204" charset="-122"/>
                <a:cs typeface="微软雅黑" panose="020B0503020204020204" charset="-122"/>
              </a:rPr>
              <a:t> : </a:t>
            </a:r>
            <a:r>
              <a:rPr sz="1200" dirty="0">
                <a:solidFill>
                  <a:srgbClr val="009FE8"/>
                </a:solidFill>
                <a:latin typeface="微软雅黑" panose="020B0503020204020204" charset="-122"/>
                <a:cs typeface="微软雅黑" panose="020B0503020204020204" charset="-122"/>
              </a:rPr>
              <a:t>Unused</a:t>
            </a:r>
            <a:r>
              <a:rPr sz="1200" spc="-20" dirty="0">
                <a:solidFill>
                  <a:srgbClr val="009FE8"/>
                </a:solidFill>
                <a:latin typeface="微软雅黑" panose="020B0503020204020204" charset="-122"/>
                <a:cs typeface="微软雅黑" panose="020B0503020204020204" charset="-122"/>
              </a:rPr>
              <a:t> ：未被使用的端口</a:t>
            </a:r>
            <a:endParaRPr sz="1200">
              <a:latin typeface="微软雅黑" panose="020B0503020204020204" charset="-122"/>
              <a:cs typeface="微软雅黑" panose="020B0503020204020204" charset="-122"/>
            </a:endParaRPr>
          </a:p>
          <a:p>
            <a:pPr marL="1612265" lvl="3" indent="-227965">
              <a:lnSpc>
                <a:spcPct val="100000"/>
              </a:lnSpc>
              <a:spcBef>
                <a:spcPts val="860"/>
              </a:spcBef>
              <a:buFont typeface="Wingdings" panose="05000000000000000000"/>
              <a:buChar char=""/>
              <a:tabLst>
                <a:tab pos="1612265" algn="l"/>
              </a:tabLst>
            </a:pPr>
            <a:r>
              <a:rPr sz="1200" dirty="0">
                <a:solidFill>
                  <a:srgbClr val="009FE8"/>
                </a:solidFill>
                <a:latin typeface="微软雅黑" panose="020B0503020204020204" charset="-122"/>
                <a:cs typeface="微软雅黑" panose="020B0503020204020204" charset="-122"/>
              </a:rPr>
              <a:t>TI</a:t>
            </a:r>
            <a:r>
              <a:rPr sz="1200" spc="-5" dirty="0">
                <a:solidFill>
                  <a:srgbClr val="009FE8"/>
                </a:solidFill>
                <a:latin typeface="微软雅黑" panose="020B0503020204020204" charset="-122"/>
                <a:cs typeface="微软雅黑" panose="020B0503020204020204" charset="-122"/>
              </a:rPr>
              <a:t> : </a:t>
            </a:r>
            <a:r>
              <a:rPr sz="1200" dirty="0">
                <a:solidFill>
                  <a:srgbClr val="009FE8"/>
                </a:solidFill>
                <a:latin typeface="微软雅黑" panose="020B0503020204020204" charset="-122"/>
                <a:cs typeface="微软雅黑" panose="020B0503020204020204" charset="-122"/>
              </a:rPr>
              <a:t>Tied</a:t>
            </a:r>
            <a:r>
              <a:rPr sz="1200" spc="-5" dirty="0">
                <a:solidFill>
                  <a:srgbClr val="009FE8"/>
                </a:solidFill>
                <a:latin typeface="微软雅黑" panose="020B0503020204020204" charset="-122"/>
                <a:cs typeface="微软雅黑" panose="020B0503020204020204" charset="-122"/>
              </a:rPr>
              <a:t> : 故障点被用户接为常值</a:t>
            </a:r>
            <a:r>
              <a:rPr sz="1200" dirty="0">
                <a:solidFill>
                  <a:srgbClr val="009FE8"/>
                </a:solidFill>
                <a:latin typeface="微软雅黑" panose="020B0503020204020204" charset="-122"/>
                <a:cs typeface="微软雅黑" panose="020B0503020204020204" charset="-122"/>
              </a:rPr>
              <a:t>（并非</a:t>
            </a:r>
            <a:r>
              <a:rPr sz="1200" spc="-30" dirty="0">
                <a:solidFill>
                  <a:srgbClr val="009FE8"/>
                </a:solidFill>
                <a:latin typeface="微软雅黑" panose="020B0503020204020204" charset="-122"/>
                <a:cs typeface="微软雅黑" panose="020B0503020204020204" charset="-122"/>
              </a:rPr>
              <a:t>stuck-</a:t>
            </a:r>
            <a:r>
              <a:rPr sz="1200" spc="-10" dirty="0">
                <a:solidFill>
                  <a:srgbClr val="009FE8"/>
                </a:solidFill>
                <a:latin typeface="微软雅黑" panose="020B0503020204020204" charset="-122"/>
                <a:cs typeface="微软雅黑" panose="020B0503020204020204" charset="-122"/>
              </a:rPr>
              <a:t>at</a:t>
            </a:r>
            <a:r>
              <a:rPr sz="1200" dirty="0">
                <a:solidFill>
                  <a:srgbClr val="009FE8"/>
                </a:solidFill>
                <a:latin typeface="微软雅黑" panose="020B0503020204020204" charset="-122"/>
                <a:cs typeface="微软雅黑" panose="020B0503020204020204" charset="-122"/>
              </a:rPr>
              <a:t>故障</a:t>
            </a:r>
            <a:r>
              <a:rPr sz="1200" spc="-50" dirty="0">
                <a:solidFill>
                  <a:srgbClr val="009FE8"/>
                </a:solidFill>
                <a:latin typeface="微软雅黑" panose="020B0503020204020204" charset="-122"/>
                <a:cs typeface="微软雅黑" panose="020B0503020204020204" charset="-122"/>
              </a:rPr>
              <a:t>）</a:t>
            </a:r>
            <a:endParaRPr sz="1200">
              <a:latin typeface="微软雅黑" panose="020B0503020204020204" charset="-122"/>
              <a:cs typeface="微软雅黑" panose="020B0503020204020204" charset="-122"/>
            </a:endParaRPr>
          </a:p>
          <a:p>
            <a:pPr marL="1612265" lvl="3" indent="-227965">
              <a:lnSpc>
                <a:spcPct val="100000"/>
              </a:lnSpc>
              <a:spcBef>
                <a:spcPts val="865"/>
              </a:spcBef>
              <a:buFont typeface="Wingdings" panose="05000000000000000000"/>
              <a:buChar char=""/>
              <a:tabLst>
                <a:tab pos="1612265" algn="l"/>
              </a:tabLst>
            </a:pPr>
            <a:r>
              <a:rPr sz="1200" dirty="0">
                <a:solidFill>
                  <a:srgbClr val="009FE8"/>
                </a:solidFill>
                <a:latin typeface="微软雅黑" panose="020B0503020204020204" charset="-122"/>
                <a:cs typeface="微软雅黑" panose="020B0503020204020204" charset="-122"/>
              </a:rPr>
              <a:t>BL</a:t>
            </a:r>
            <a:r>
              <a:rPr sz="1200" spc="-20" dirty="0">
                <a:solidFill>
                  <a:srgbClr val="009FE8"/>
                </a:solidFill>
                <a:latin typeface="微软雅黑" panose="020B0503020204020204" charset="-122"/>
                <a:cs typeface="微软雅黑" panose="020B0503020204020204" charset="-122"/>
              </a:rPr>
              <a:t> : </a:t>
            </a:r>
            <a:r>
              <a:rPr sz="1200" dirty="0">
                <a:solidFill>
                  <a:srgbClr val="009FE8"/>
                </a:solidFill>
                <a:latin typeface="微软雅黑" panose="020B0503020204020204" charset="-122"/>
                <a:cs typeface="微软雅黑" panose="020B0503020204020204" charset="-122"/>
              </a:rPr>
              <a:t>Blocked</a:t>
            </a:r>
            <a:r>
              <a:rPr sz="1200" spc="-20" dirty="0">
                <a:solidFill>
                  <a:srgbClr val="009FE8"/>
                </a:solidFill>
                <a:latin typeface="微软雅黑" panose="020B0503020204020204" charset="-122"/>
                <a:cs typeface="微软雅黑" panose="020B0503020204020204" charset="-122"/>
              </a:rPr>
              <a:t> ： 故障点被其他端口阻塞</a:t>
            </a:r>
            <a:endParaRPr sz="1200">
              <a:latin typeface="微软雅黑" panose="020B0503020204020204" charset="-122"/>
              <a:cs typeface="微软雅黑" panose="020B0503020204020204" charset="-122"/>
            </a:endParaRPr>
          </a:p>
          <a:p>
            <a:pPr marL="1612265" lvl="3" indent="-227965">
              <a:lnSpc>
                <a:spcPct val="100000"/>
              </a:lnSpc>
              <a:spcBef>
                <a:spcPts val="865"/>
              </a:spcBef>
              <a:buFont typeface="Wingdings" panose="05000000000000000000"/>
              <a:buChar char=""/>
              <a:tabLst>
                <a:tab pos="1612265" algn="l"/>
              </a:tabLst>
            </a:pPr>
            <a:r>
              <a:rPr sz="1200" dirty="0">
                <a:solidFill>
                  <a:srgbClr val="009FE8"/>
                </a:solidFill>
                <a:latin typeface="微软雅黑" panose="020B0503020204020204" charset="-122"/>
                <a:cs typeface="微软雅黑" panose="020B0503020204020204" charset="-122"/>
              </a:rPr>
              <a:t>RE</a:t>
            </a:r>
            <a:r>
              <a:rPr sz="1200" spc="-15" dirty="0">
                <a:solidFill>
                  <a:srgbClr val="009FE8"/>
                </a:solidFill>
                <a:latin typeface="微软雅黑" panose="020B0503020204020204" charset="-122"/>
                <a:cs typeface="微软雅黑" panose="020B0503020204020204" charset="-122"/>
              </a:rPr>
              <a:t> : </a:t>
            </a:r>
            <a:r>
              <a:rPr sz="1200" spc="-10" dirty="0">
                <a:solidFill>
                  <a:srgbClr val="009FE8"/>
                </a:solidFill>
                <a:latin typeface="微软雅黑" panose="020B0503020204020204" charset="-122"/>
                <a:cs typeface="微软雅黑" panose="020B0503020204020204" charset="-122"/>
              </a:rPr>
              <a:t>Redundant ：冗余的逻辑设计</a:t>
            </a:r>
            <a:endParaRPr sz="1200">
              <a:latin typeface="微软雅黑" panose="020B0503020204020204" charset="-122"/>
              <a:cs typeface="微软雅黑" panose="020B0503020204020204" charset="-122"/>
            </a:endParaRPr>
          </a:p>
          <a:p>
            <a:pPr marL="1155065" lvl="2" indent="-227965">
              <a:lnSpc>
                <a:spcPct val="100000"/>
              </a:lnSpc>
              <a:spcBef>
                <a:spcPts val="1065"/>
              </a:spcBef>
              <a:buFont typeface="Wingdings" panose="05000000000000000000"/>
              <a:buChar char=""/>
              <a:tabLst>
                <a:tab pos="1155065" algn="l"/>
              </a:tabLst>
            </a:pPr>
            <a:r>
              <a:rPr sz="1600" spc="-10" dirty="0">
                <a:solidFill>
                  <a:srgbClr val="009FE8"/>
                </a:solidFill>
                <a:latin typeface="微软雅黑" panose="020B0503020204020204" charset="-122"/>
                <a:cs typeface="微软雅黑" panose="020B0503020204020204" charset="-122"/>
              </a:rPr>
              <a:t>通常是因为：</a:t>
            </a:r>
            <a:endParaRPr sz="1600">
              <a:latin typeface="微软雅黑" panose="020B0503020204020204" charset="-122"/>
              <a:cs typeface="微软雅黑" panose="020B0503020204020204" charset="-122"/>
            </a:endParaRPr>
          </a:p>
          <a:p>
            <a:pPr marL="1612265" lvl="3" indent="-227965">
              <a:lnSpc>
                <a:spcPct val="100000"/>
              </a:lnSpc>
              <a:spcBef>
                <a:spcPts val="1175"/>
              </a:spcBef>
              <a:buFont typeface="Wingdings" panose="05000000000000000000"/>
              <a:buChar char=""/>
              <a:tabLst>
                <a:tab pos="1612265" algn="l"/>
              </a:tabLst>
            </a:pPr>
            <a:r>
              <a:rPr sz="1600" dirty="0">
                <a:solidFill>
                  <a:srgbClr val="009FE8"/>
                </a:solidFill>
                <a:latin typeface="微软雅黑" panose="020B0503020204020204" charset="-122"/>
                <a:cs typeface="微软雅黑" panose="020B0503020204020204" charset="-122"/>
              </a:rPr>
              <a:t>黑盒或者接</a:t>
            </a:r>
            <a:r>
              <a:rPr sz="1600" spc="-10" dirty="0">
                <a:solidFill>
                  <a:srgbClr val="009FE8"/>
                </a:solidFill>
                <a:latin typeface="微软雅黑" panose="020B0503020204020204" charset="-122"/>
                <a:cs typeface="微软雅黑" panose="020B0503020204020204" charset="-122"/>
              </a:rPr>
              <a:t>0/1</a:t>
            </a:r>
            <a:r>
              <a:rPr sz="1600" spc="-5" dirty="0">
                <a:solidFill>
                  <a:srgbClr val="009FE8"/>
                </a:solidFill>
                <a:latin typeface="微软雅黑" panose="020B0503020204020204" charset="-122"/>
                <a:cs typeface="微软雅黑" panose="020B0503020204020204" charset="-122"/>
              </a:rPr>
              <a:t>的逻辑阻止其他逻辑被测试</a:t>
            </a:r>
            <a:endParaRPr sz="1600">
              <a:latin typeface="微软雅黑" panose="020B0503020204020204" charset="-122"/>
              <a:cs typeface="微软雅黑" panose="020B0503020204020204" charset="-122"/>
            </a:endParaRPr>
          </a:p>
          <a:p>
            <a:pPr marL="1612265" lvl="3" indent="-227965">
              <a:lnSpc>
                <a:spcPct val="100000"/>
              </a:lnSpc>
              <a:spcBef>
                <a:spcPts val="1175"/>
              </a:spcBef>
              <a:buFont typeface="Wingdings" panose="05000000000000000000"/>
              <a:buChar char=""/>
              <a:tabLst>
                <a:tab pos="1612265" algn="l"/>
              </a:tabLst>
            </a:pPr>
            <a:r>
              <a:rPr sz="1600" dirty="0">
                <a:solidFill>
                  <a:srgbClr val="009FE8"/>
                </a:solidFill>
                <a:latin typeface="微软雅黑" panose="020B0503020204020204" charset="-122"/>
                <a:cs typeface="微软雅黑" panose="020B0503020204020204" charset="-122"/>
              </a:rPr>
              <a:t>非扫描单元和clock</a:t>
            </a:r>
            <a:r>
              <a:rPr sz="1600" spc="-30" dirty="0">
                <a:solidFill>
                  <a:srgbClr val="009FE8"/>
                </a:solidFill>
                <a:latin typeface="微软雅黑" panose="020B0503020204020204" charset="-122"/>
                <a:cs typeface="微软雅黑" panose="020B0503020204020204" charset="-122"/>
              </a:rPr>
              <a:t> </a:t>
            </a:r>
            <a:r>
              <a:rPr sz="1600" dirty="0">
                <a:solidFill>
                  <a:srgbClr val="009FE8"/>
                </a:solidFill>
                <a:latin typeface="微软雅黑" panose="020B0503020204020204" charset="-122"/>
                <a:cs typeface="微软雅黑" panose="020B0503020204020204" charset="-122"/>
              </a:rPr>
              <a:t>sequential</a:t>
            </a:r>
            <a:r>
              <a:rPr sz="1600" spc="-30" dirty="0">
                <a:solidFill>
                  <a:srgbClr val="009FE8"/>
                </a:solidFill>
                <a:latin typeface="微软雅黑" panose="020B0503020204020204" charset="-122"/>
                <a:cs typeface="微软雅黑" panose="020B0503020204020204" charset="-122"/>
              </a:rPr>
              <a:t> </a:t>
            </a:r>
            <a:r>
              <a:rPr sz="1600" spc="-20" dirty="0">
                <a:solidFill>
                  <a:srgbClr val="009FE8"/>
                </a:solidFill>
                <a:latin typeface="微软雅黑" panose="020B0503020204020204" charset="-122"/>
                <a:cs typeface="微软雅黑" panose="020B0503020204020204" charset="-122"/>
              </a:rPr>
              <a:t>depth</a:t>
            </a:r>
            <a:r>
              <a:rPr sz="1600" spc="-25" dirty="0">
                <a:solidFill>
                  <a:srgbClr val="009FE8"/>
                </a:solidFill>
                <a:latin typeface="微软雅黑" panose="020B0503020204020204" charset="-122"/>
                <a:cs typeface="微软雅黑" panose="020B0503020204020204" charset="-122"/>
              </a:rPr>
              <a:t>不够</a:t>
            </a:r>
            <a:endParaRPr sz="1600">
              <a:latin typeface="微软雅黑" panose="020B0503020204020204" charset="-122"/>
              <a:cs typeface="微软雅黑" panose="020B0503020204020204" charset="-122"/>
            </a:endParaRPr>
          </a:p>
        </p:txBody>
      </p:sp>
      <p:grpSp>
        <p:nvGrpSpPr>
          <p:cNvPr id="4" name="object 4"/>
          <p:cNvGrpSpPr/>
          <p:nvPr/>
        </p:nvGrpSpPr>
        <p:grpSpPr>
          <a:xfrm>
            <a:off x="8264393" y="3276072"/>
            <a:ext cx="1901189" cy="860425"/>
            <a:chOff x="8264393" y="3276072"/>
            <a:chExt cx="1901189" cy="860425"/>
          </a:xfrm>
        </p:grpSpPr>
        <p:sp>
          <p:nvSpPr>
            <p:cNvPr id="5" name="object 5"/>
            <p:cNvSpPr/>
            <p:nvPr/>
          </p:nvSpPr>
          <p:spPr>
            <a:xfrm>
              <a:off x="8277728" y="3854788"/>
              <a:ext cx="714375" cy="179070"/>
            </a:xfrm>
            <a:custGeom>
              <a:avLst/>
              <a:gdLst/>
              <a:ahLst/>
              <a:cxnLst/>
              <a:rect l="l" t="t" r="r" b="b"/>
              <a:pathLst>
                <a:path w="714375" h="179070">
                  <a:moveTo>
                    <a:pt x="0" y="0"/>
                  </a:moveTo>
                  <a:lnTo>
                    <a:pt x="356964" y="0"/>
                  </a:lnTo>
                </a:path>
                <a:path w="714375" h="179070">
                  <a:moveTo>
                    <a:pt x="0" y="178543"/>
                  </a:moveTo>
                  <a:lnTo>
                    <a:pt x="356964" y="178543"/>
                  </a:lnTo>
                </a:path>
                <a:path w="714375" h="179070">
                  <a:moveTo>
                    <a:pt x="713928" y="89271"/>
                  </a:moveTo>
                  <a:lnTo>
                    <a:pt x="356964" y="89271"/>
                  </a:lnTo>
                </a:path>
              </a:pathLst>
            </a:custGeom>
            <a:ln w="26239">
              <a:solidFill>
                <a:srgbClr val="4A80B1"/>
              </a:solidFill>
            </a:ln>
          </p:spPr>
          <p:txBody>
            <a:bodyPr wrap="square" lIns="0" tIns="0" rIns="0" bIns="0" rtlCol="0"/>
            <a:lstStyle/>
            <a:p/>
          </p:txBody>
        </p:sp>
        <p:sp>
          <p:nvSpPr>
            <p:cNvPr id="6" name="object 6"/>
            <p:cNvSpPr/>
            <p:nvPr/>
          </p:nvSpPr>
          <p:spPr>
            <a:xfrm>
              <a:off x="8402663" y="3765512"/>
              <a:ext cx="464184" cy="357505"/>
            </a:xfrm>
            <a:custGeom>
              <a:avLst/>
              <a:gdLst/>
              <a:ahLst/>
              <a:cxnLst/>
              <a:rect l="l" t="t" r="r" b="b"/>
              <a:pathLst>
                <a:path w="464184" h="357504">
                  <a:moveTo>
                    <a:pt x="139217" y="0"/>
                  </a:moveTo>
                  <a:lnTo>
                    <a:pt x="0" y="0"/>
                  </a:lnTo>
                  <a:lnTo>
                    <a:pt x="28282" y="43194"/>
                  </a:lnTo>
                  <a:lnTo>
                    <a:pt x="48484" y="87625"/>
                  </a:lnTo>
                  <a:lnTo>
                    <a:pt x="60605" y="132880"/>
                  </a:lnTo>
                  <a:lnTo>
                    <a:pt x="64646" y="178547"/>
                  </a:lnTo>
                  <a:lnTo>
                    <a:pt x="60605" y="224214"/>
                  </a:lnTo>
                  <a:lnTo>
                    <a:pt x="48484" y="269467"/>
                  </a:lnTo>
                  <a:lnTo>
                    <a:pt x="28282" y="313895"/>
                  </a:lnTo>
                  <a:lnTo>
                    <a:pt x="0" y="357085"/>
                  </a:lnTo>
                  <a:lnTo>
                    <a:pt x="139217" y="357085"/>
                  </a:lnTo>
                  <a:lnTo>
                    <a:pt x="193573" y="346068"/>
                  </a:lnTo>
                  <a:lnTo>
                    <a:pt x="244878" y="331340"/>
                  </a:lnTo>
                  <a:lnTo>
                    <a:pt x="292693" y="313142"/>
                  </a:lnTo>
                  <a:lnTo>
                    <a:pt x="336578" y="291717"/>
                  </a:lnTo>
                  <a:lnTo>
                    <a:pt x="376095" y="267305"/>
                  </a:lnTo>
                  <a:lnTo>
                    <a:pt x="410804" y="240148"/>
                  </a:lnTo>
                  <a:lnTo>
                    <a:pt x="440267" y="210486"/>
                  </a:lnTo>
                  <a:lnTo>
                    <a:pt x="464045" y="178561"/>
                  </a:lnTo>
                  <a:lnTo>
                    <a:pt x="440556" y="146495"/>
                  </a:lnTo>
                  <a:lnTo>
                    <a:pt x="411272" y="116718"/>
                  </a:lnTo>
                  <a:lnTo>
                    <a:pt x="376646" y="89477"/>
                  </a:lnTo>
                  <a:lnTo>
                    <a:pt x="337131" y="65020"/>
                  </a:lnTo>
                  <a:lnTo>
                    <a:pt x="293177" y="43596"/>
                  </a:lnTo>
                  <a:lnTo>
                    <a:pt x="245239" y="25453"/>
                  </a:lnTo>
                  <a:lnTo>
                    <a:pt x="193768" y="10838"/>
                  </a:lnTo>
                  <a:lnTo>
                    <a:pt x="139217" y="0"/>
                  </a:lnTo>
                  <a:close/>
                </a:path>
              </a:pathLst>
            </a:custGeom>
            <a:solidFill>
              <a:srgbClr val="7CAADA"/>
            </a:solidFill>
          </p:spPr>
          <p:txBody>
            <a:bodyPr wrap="square" lIns="0" tIns="0" rIns="0" bIns="0" rtlCol="0"/>
            <a:lstStyle/>
            <a:p/>
          </p:txBody>
        </p:sp>
        <p:sp>
          <p:nvSpPr>
            <p:cNvPr id="7" name="object 7"/>
            <p:cNvSpPr/>
            <p:nvPr/>
          </p:nvSpPr>
          <p:spPr>
            <a:xfrm>
              <a:off x="8402669" y="3765516"/>
              <a:ext cx="464184" cy="357505"/>
            </a:xfrm>
            <a:custGeom>
              <a:avLst/>
              <a:gdLst/>
              <a:ahLst/>
              <a:cxnLst/>
              <a:rect l="l" t="t" r="r" b="b"/>
              <a:pathLst>
                <a:path w="464184" h="357504">
                  <a:moveTo>
                    <a:pt x="464045" y="178564"/>
                  </a:moveTo>
                  <a:lnTo>
                    <a:pt x="440269" y="210486"/>
                  </a:lnTo>
                  <a:lnTo>
                    <a:pt x="410808" y="240146"/>
                  </a:lnTo>
                  <a:lnTo>
                    <a:pt x="376099" y="267302"/>
                  </a:lnTo>
                  <a:lnTo>
                    <a:pt x="336582" y="291713"/>
                  </a:lnTo>
                  <a:lnTo>
                    <a:pt x="292696" y="313138"/>
                  </a:lnTo>
                  <a:lnTo>
                    <a:pt x="244880" y="331336"/>
                  </a:lnTo>
                  <a:lnTo>
                    <a:pt x="193572" y="346066"/>
                  </a:lnTo>
                  <a:lnTo>
                    <a:pt x="139213" y="357087"/>
                  </a:lnTo>
                  <a:lnTo>
                    <a:pt x="0" y="357087"/>
                  </a:lnTo>
                  <a:lnTo>
                    <a:pt x="28283" y="313894"/>
                  </a:lnTo>
                  <a:lnTo>
                    <a:pt x="48486" y="269464"/>
                  </a:lnTo>
                  <a:lnTo>
                    <a:pt x="60607" y="224210"/>
                  </a:lnTo>
                  <a:lnTo>
                    <a:pt x="64648" y="178543"/>
                  </a:lnTo>
                  <a:lnTo>
                    <a:pt x="60607" y="132876"/>
                  </a:lnTo>
                  <a:lnTo>
                    <a:pt x="48486" y="87622"/>
                  </a:lnTo>
                  <a:lnTo>
                    <a:pt x="28283" y="43192"/>
                  </a:lnTo>
                  <a:lnTo>
                    <a:pt x="0" y="0"/>
                  </a:lnTo>
                  <a:lnTo>
                    <a:pt x="139213" y="0"/>
                  </a:lnTo>
                  <a:lnTo>
                    <a:pt x="193767" y="10836"/>
                  </a:lnTo>
                  <a:lnTo>
                    <a:pt x="245240" y="25450"/>
                  </a:lnTo>
                  <a:lnTo>
                    <a:pt x="293179" y="43593"/>
                  </a:lnTo>
                  <a:lnTo>
                    <a:pt x="337133" y="65017"/>
                  </a:lnTo>
                  <a:lnTo>
                    <a:pt x="376648" y="89474"/>
                  </a:lnTo>
                  <a:lnTo>
                    <a:pt x="411274" y="116716"/>
                  </a:lnTo>
                  <a:lnTo>
                    <a:pt x="440557" y="146496"/>
                  </a:lnTo>
                  <a:lnTo>
                    <a:pt x="464045" y="178564"/>
                  </a:lnTo>
                  <a:close/>
                </a:path>
              </a:pathLst>
            </a:custGeom>
            <a:ln w="26240">
              <a:solidFill>
                <a:srgbClr val="4A80B1"/>
              </a:solidFill>
            </a:ln>
          </p:spPr>
          <p:txBody>
            <a:bodyPr wrap="square" lIns="0" tIns="0" rIns="0" bIns="0" rtlCol="0"/>
            <a:lstStyle/>
            <a:p/>
          </p:txBody>
        </p:sp>
        <p:sp>
          <p:nvSpPr>
            <p:cNvPr id="8" name="object 8"/>
            <p:cNvSpPr/>
            <p:nvPr/>
          </p:nvSpPr>
          <p:spPr>
            <a:xfrm>
              <a:off x="8402663" y="3765512"/>
              <a:ext cx="464184" cy="357505"/>
            </a:xfrm>
            <a:custGeom>
              <a:avLst/>
              <a:gdLst/>
              <a:ahLst/>
              <a:cxnLst/>
              <a:rect l="l" t="t" r="r" b="b"/>
              <a:pathLst>
                <a:path w="464184" h="357504">
                  <a:moveTo>
                    <a:pt x="285559" y="0"/>
                  </a:moveTo>
                  <a:lnTo>
                    <a:pt x="0" y="0"/>
                  </a:lnTo>
                  <a:lnTo>
                    <a:pt x="0" y="357085"/>
                  </a:lnTo>
                  <a:lnTo>
                    <a:pt x="285559" y="357085"/>
                  </a:lnTo>
                  <a:lnTo>
                    <a:pt x="333013" y="350707"/>
                  </a:lnTo>
                  <a:lnTo>
                    <a:pt x="375651" y="332707"/>
                  </a:lnTo>
                  <a:lnTo>
                    <a:pt x="411773" y="304788"/>
                  </a:lnTo>
                  <a:lnTo>
                    <a:pt x="439680" y="268654"/>
                  </a:lnTo>
                  <a:lnTo>
                    <a:pt x="457670" y="226006"/>
                  </a:lnTo>
                  <a:lnTo>
                    <a:pt x="464045" y="178549"/>
                  </a:lnTo>
                  <a:lnTo>
                    <a:pt x="457670" y="131081"/>
                  </a:lnTo>
                  <a:lnTo>
                    <a:pt x="439680" y="88429"/>
                  </a:lnTo>
                  <a:lnTo>
                    <a:pt x="411773" y="52293"/>
                  </a:lnTo>
                  <a:lnTo>
                    <a:pt x="375651" y="24376"/>
                  </a:lnTo>
                  <a:lnTo>
                    <a:pt x="333013" y="6377"/>
                  </a:lnTo>
                  <a:lnTo>
                    <a:pt x="285559" y="0"/>
                  </a:lnTo>
                  <a:close/>
                </a:path>
              </a:pathLst>
            </a:custGeom>
            <a:solidFill>
              <a:srgbClr val="7CAADA"/>
            </a:solidFill>
          </p:spPr>
          <p:txBody>
            <a:bodyPr wrap="square" lIns="0" tIns="0" rIns="0" bIns="0" rtlCol="0"/>
            <a:lstStyle/>
            <a:p/>
          </p:txBody>
        </p:sp>
        <p:sp>
          <p:nvSpPr>
            <p:cNvPr id="9" name="object 9"/>
            <p:cNvSpPr/>
            <p:nvPr/>
          </p:nvSpPr>
          <p:spPr>
            <a:xfrm>
              <a:off x="8402669" y="3378678"/>
              <a:ext cx="1749425" cy="744220"/>
            </a:xfrm>
            <a:custGeom>
              <a:avLst/>
              <a:gdLst/>
              <a:ahLst/>
              <a:cxnLst/>
              <a:rect l="l" t="t" r="r" b="b"/>
              <a:pathLst>
                <a:path w="1749425" h="744220">
                  <a:moveTo>
                    <a:pt x="285563" y="743925"/>
                  </a:moveTo>
                  <a:lnTo>
                    <a:pt x="0" y="743925"/>
                  </a:lnTo>
                  <a:lnTo>
                    <a:pt x="0" y="386837"/>
                  </a:lnTo>
                  <a:lnTo>
                    <a:pt x="285563" y="386837"/>
                  </a:lnTo>
                  <a:lnTo>
                    <a:pt x="333013" y="393214"/>
                  </a:lnTo>
                  <a:lnTo>
                    <a:pt x="375649" y="411212"/>
                  </a:lnTo>
                  <a:lnTo>
                    <a:pt x="411771" y="439128"/>
                  </a:lnTo>
                  <a:lnTo>
                    <a:pt x="439678" y="475263"/>
                  </a:lnTo>
                  <a:lnTo>
                    <a:pt x="457670" y="517914"/>
                  </a:lnTo>
                  <a:lnTo>
                    <a:pt x="464045" y="565381"/>
                  </a:lnTo>
                  <a:lnTo>
                    <a:pt x="457670" y="612840"/>
                  </a:lnTo>
                  <a:lnTo>
                    <a:pt x="439678" y="655489"/>
                  </a:lnTo>
                  <a:lnTo>
                    <a:pt x="411771" y="691625"/>
                  </a:lnTo>
                  <a:lnTo>
                    <a:pt x="375649" y="719545"/>
                  </a:lnTo>
                  <a:lnTo>
                    <a:pt x="333013" y="737546"/>
                  </a:lnTo>
                  <a:lnTo>
                    <a:pt x="285563" y="743925"/>
                  </a:lnTo>
                  <a:close/>
                </a:path>
                <a:path w="1749425" h="744220">
                  <a:moveTo>
                    <a:pt x="1035192" y="0"/>
                  </a:moveTo>
                  <a:lnTo>
                    <a:pt x="1392135" y="0"/>
                  </a:lnTo>
                </a:path>
                <a:path w="1749425" h="744220">
                  <a:moveTo>
                    <a:pt x="1035192" y="178543"/>
                  </a:moveTo>
                  <a:lnTo>
                    <a:pt x="1392135" y="178543"/>
                  </a:lnTo>
                </a:path>
                <a:path w="1749425" h="744220">
                  <a:moveTo>
                    <a:pt x="1749099" y="89271"/>
                  </a:moveTo>
                  <a:lnTo>
                    <a:pt x="1392135" y="89271"/>
                  </a:lnTo>
                </a:path>
              </a:pathLst>
            </a:custGeom>
            <a:ln w="26239">
              <a:solidFill>
                <a:srgbClr val="4A80B1"/>
              </a:solidFill>
            </a:ln>
          </p:spPr>
          <p:txBody>
            <a:bodyPr wrap="square" lIns="0" tIns="0" rIns="0" bIns="0" rtlCol="0"/>
            <a:lstStyle/>
            <a:p/>
          </p:txBody>
        </p:sp>
        <p:sp>
          <p:nvSpPr>
            <p:cNvPr id="10" name="object 10"/>
            <p:cNvSpPr/>
            <p:nvPr/>
          </p:nvSpPr>
          <p:spPr>
            <a:xfrm>
              <a:off x="9562769" y="3289401"/>
              <a:ext cx="464184" cy="357505"/>
            </a:xfrm>
            <a:custGeom>
              <a:avLst/>
              <a:gdLst/>
              <a:ahLst/>
              <a:cxnLst/>
              <a:rect l="l" t="t" r="r" b="b"/>
              <a:pathLst>
                <a:path w="464184" h="357504">
                  <a:moveTo>
                    <a:pt x="139217" y="0"/>
                  </a:moveTo>
                  <a:lnTo>
                    <a:pt x="0" y="0"/>
                  </a:lnTo>
                  <a:lnTo>
                    <a:pt x="28286" y="43193"/>
                  </a:lnTo>
                  <a:lnTo>
                    <a:pt x="48491" y="87621"/>
                  </a:lnTo>
                  <a:lnTo>
                    <a:pt x="60614" y="132873"/>
                  </a:lnTo>
                  <a:lnTo>
                    <a:pt x="64655" y="178536"/>
                  </a:lnTo>
                  <a:lnTo>
                    <a:pt x="60614" y="224199"/>
                  </a:lnTo>
                  <a:lnTo>
                    <a:pt x="48491" y="269451"/>
                  </a:lnTo>
                  <a:lnTo>
                    <a:pt x="28286" y="313879"/>
                  </a:lnTo>
                  <a:lnTo>
                    <a:pt x="0" y="357073"/>
                  </a:lnTo>
                  <a:lnTo>
                    <a:pt x="139217" y="357073"/>
                  </a:lnTo>
                  <a:lnTo>
                    <a:pt x="193581" y="346059"/>
                  </a:lnTo>
                  <a:lnTo>
                    <a:pt x="244891" y="331334"/>
                  </a:lnTo>
                  <a:lnTo>
                    <a:pt x="292709" y="313138"/>
                  </a:lnTo>
                  <a:lnTo>
                    <a:pt x="336596" y="291714"/>
                  </a:lnTo>
                  <a:lnTo>
                    <a:pt x="376113" y="267301"/>
                  </a:lnTo>
                  <a:lnTo>
                    <a:pt x="410824" y="240142"/>
                  </a:lnTo>
                  <a:lnTo>
                    <a:pt x="440289" y="210477"/>
                  </a:lnTo>
                  <a:lnTo>
                    <a:pt x="464070" y="178549"/>
                  </a:lnTo>
                  <a:lnTo>
                    <a:pt x="440573" y="146487"/>
                  </a:lnTo>
                  <a:lnTo>
                    <a:pt x="411285" y="116712"/>
                  </a:lnTo>
                  <a:lnTo>
                    <a:pt x="376656" y="89474"/>
                  </a:lnTo>
                  <a:lnTo>
                    <a:pt x="337138" y="65019"/>
                  </a:lnTo>
                  <a:lnTo>
                    <a:pt x="293184" y="43596"/>
                  </a:lnTo>
                  <a:lnTo>
                    <a:pt x="245245" y="25453"/>
                  </a:lnTo>
                  <a:lnTo>
                    <a:pt x="193772" y="10838"/>
                  </a:lnTo>
                  <a:lnTo>
                    <a:pt x="139217" y="0"/>
                  </a:lnTo>
                  <a:close/>
                </a:path>
              </a:pathLst>
            </a:custGeom>
            <a:solidFill>
              <a:srgbClr val="7CAADA"/>
            </a:solidFill>
          </p:spPr>
          <p:txBody>
            <a:bodyPr wrap="square" lIns="0" tIns="0" rIns="0" bIns="0" rtlCol="0"/>
            <a:lstStyle/>
            <a:p/>
          </p:txBody>
        </p:sp>
        <p:sp>
          <p:nvSpPr>
            <p:cNvPr id="11" name="object 11"/>
            <p:cNvSpPr/>
            <p:nvPr/>
          </p:nvSpPr>
          <p:spPr>
            <a:xfrm>
              <a:off x="9562782" y="3289407"/>
              <a:ext cx="464184" cy="357505"/>
            </a:xfrm>
            <a:custGeom>
              <a:avLst/>
              <a:gdLst/>
              <a:ahLst/>
              <a:cxnLst/>
              <a:rect l="l" t="t" r="r" b="b"/>
              <a:pathLst>
                <a:path w="464184" h="357504">
                  <a:moveTo>
                    <a:pt x="464066" y="178543"/>
                  </a:moveTo>
                  <a:lnTo>
                    <a:pt x="440284" y="210472"/>
                  </a:lnTo>
                  <a:lnTo>
                    <a:pt x="410819" y="240137"/>
                  </a:lnTo>
                  <a:lnTo>
                    <a:pt x="376109" y="267296"/>
                  </a:lnTo>
                  <a:lnTo>
                    <a:pt x="336592" y="291708"/>
                  </a:lnTo>
                  <a:lnTo>
                    <a:pt x="292706" y="313132"/>
                  </a:lnTo>
                  <a:lnTo>
                    <a:pt x="244889" y="331327"/>
                  </a:lnTo>
                  <a:lnTo>
                    <a:pt x="193578" y="346052"/>
                  </a:lnTo>
                  <a:lnTo>
                    <a:pt x="139213" y="357066"/>
                  </a:lnTo>
                  <a:lnTo>
                    <a:pt x="0" y="357066"/>
                  </a:lnTo>
                  <a:lnTo>
                    <a:pt x="28283" y="313874"/>
                  </a:lnTo>
                  <a:lnTo>
                    <a:pt x="48486" y="269447"/>
                  </a:lnTo>
                  <a:lnTo>
                    <a:pt x="60607" y="224196"/>
                  </a:lnTo>
                  <a:lnTo>
                    <a:pt x="64648" y="178533"/>
                  </a:lnTo>
                  <a:lnTo>
                    <a:pt x="60607" y="132870"/>
                  </a:lnTo>
                  <a:lnTo>
                    <a:pt x="48486" y="87619"/>
                  </a:lnTo>
                  <a:lnTo>
                    <a:pt x="28283" y="43191"/>
                  </a:lnTo>
                  <a:lnTo>
                    <a:pt x="0" y="0"/>
                  </a:lnTo>
                  <a:lnTo>
                    <a:pt x="139213" y="0"/>
                  </a:lnTo>
                  <a:lnTo>
                    <a:pt x="193767" y="10836"/>
                  </a:lnTo>
                  <a:lnTo>
                    <a:pt x="245240" y="25449"/>
                  </a:lnTo>
                  <a:lnTo>
                    <a:pt x="293180" y="43591"/>
                  </a:lnTo>
                  <a:lnTo>
                    <a:pt x="337135" y="65014"/>
                  </a:lnTo>
                  <a:lnTo>
                    <a:pt x="376654" y="89469"/>
                  </a:lnTo>
                  <a:lnTo>
                    <a:pt x="411283" y="116707"/>
                  </a:lnTo>
                  <a:lnTo>
                    <a:pt x="440571" y="146481"/>
                  </a:lnTo>
                  <a:lnTo>
                    <a:pt x="464066" y="178543"/>
                  </a:lnTo>
                  <a:close/>
                </a:path>
              </a:pathLst>
            </a:custGeom>
            <a:ln w="26240">
              <a:solidFill>
                <a:srgbClr val="4A80B1"/>
              </a:solidFill>
            </a:ln>
          </p:spPr>
          <p:txBody>
            <a:bodyPr wrap="square" lIns="0" tIns="0" rIns="0" bIns="0" rtlCol="0"/>
            <a:lstStyle/>
            <a:p/>
          </p:txBody>
        </p:sp>
        <p:pic>
          <p:nvPicPr>
            <p:cNvPr id="12" name="object 12"/>
            <p:cNvPicPr/>
            <p:nvPr/>
          </p:nvPicPr>
          <p:blipFill>
            <a:blip r:embed="rId1" cstate="print"/>
            <a:stretch>
              <a:fillRect/>
            </a:stretch>
          </p:blipFill>
          <p:spPr>
            <a:xfrm>
              <a:off x="10012343" y="3428083"/>
              <a:ext cx="79675" cy="79714"/>
            </a:xfrm>
            <a:prstGeom prst="rect">
              <a:avLst/>
            </a:prstGeom>
          </p:spPr>
        </p:pic>
        <p:sp>
          <p:nvSpPr>
            <p:cNvPr id="13" name="object 13"/>
            <p:cNvSpPr/>
            <p:nvPr/>
          </p:nvSpPr>
          <p:spPr>
            <a:xfrm>
              <a:off x="8991656" y="3378678"/>
              <a:ext cx="446405" cy="565785"/>
            </a:xfrm>
            <a:custGeom>
              <a:avLst/>
              <a:gdLst/>
              <a:ahLst/>
              <a:cxnLst/>
              <a:rect l="l" t="t" r="r" b="b"/>
              <a:pathLst>
                <a:path w="446404" h="565785">
                  <a:moveTo>
                    <a:pt x="0" y="565381"/>
                  </a:moveTo>
                  <a:lnTo>
                    <a:pt x="0" y="178543"/>
                  </a:lnTo>
                </a:path>
                <a:path w="446404" h="565785">
                  <a:moveTo>
                    <a:pt x="446205" y="178543"/>
                  </a:moveTo>
                  <a:lnTo>
                    <a:pt x="0" y="178543"/>
                  </a:lnTo>
                </a:path>
                <a:path w="446404" h="565785">
                  <a:moveTo>
                    <a:pt x="446205" y="0"/>
                  </a:moveTo>
                  <a:lnTo>
                    <a:pt x="0" y="0"/>
                  </a:lnTo>
                </a:path>
              </a:pathLst>
            </a:custGeom>
            <a:ln w="20991">
              <a:solidFill>
                <a:srgbClr val="5B9BD5"/>
              </a:solidFill>
            </a:ln>
          </p:spPr>
          <p:txBody>
            <a:bodyPr wrap="square" lIns="0" tIns="0" rIns="0" bIns="0" rtlCol="0"/>
            <a:lstStyle/>
            <a:p/>
          </p:txBody>
        </p:sp>
        <p:sp>
          <p:nvSpPr>
            <p:cNvPr id="14" name="object 14"/>
            <p:cNvSpPr/>
            <p:nvPr/>
          </p:nvSpPr>
          <p:spPr>
            <a:xfrm>
              <a:off x="8396706" y="3304273"/>
              <a:ext cx="594995" cy="149225"/>
            </a:xfrm>
            <a:custGeom>
              <a:avLst/>
              <a:gdLst/>
              <a:ahLst/>
              <a:cxnLst/>
              <a:rect l="l" t="t" r="r" b="b"/>
              <a:pathLst>
                <a:path w="594995" h="149225">
                  <a:moveTo>
                    <a:pt x="446201" y="0"/>
                  </a:moveTo>
                  <a:lnTo>
                    <a:pt x="0" y="0"/>
                  </a:lnTo>
                  <a:lnTo>
                    <a:pt x="0" y="74409"/>
                  </a:lnTo>
                  <a:lnTo>
                    <a:pt x="0" y="148793"/>
                  </a:lnTo>
                  <a:lnTo>
                    <a:pt x="446201" y="148793"/>
                  </a:lnTo>
                  <a:lnTo>
                    <a:pt x="594944" y="74409"/>
                  </a:lnTo>
                  <a:lnTo>
                    <a:pt x="446201" y="0"/>
                  </a:lnTo>
                  <a:close/>
                </a:path>
              </a:pathLst>
            </a:custGeom>
            <a:solidFill>
              <a:srgbClr val="7CAADA"/>
            </a:solidFill>
          </p:spPr>
          <p:txBody>
            <a:bodyPr wrap="square" lIns="0" tIns="0" rIns="0" bIns="0" rtlCol="0"/>
            <a:lstStyle/>
            <a:p/>
          </p:txBody>
        </p:sp>
        <p:sp>
          <p:nvSpPr>
            <p:cNvPr id="15" name="object 15"/>
            <p:cNvSpPr/>
            <p:nvPr/>
          </p:nvSpPr>
          <p:spPr>
            <a:xfrm>
              <a:off x="8396709" y="3304271"/>
              <a:ext cx="594995" cy="149225"/>
            </a:xfrm>
            <a:custGeom>
              <a:avLst/>
              <a:gdLst/>
              <a:ahLst/>
              <a:cxnLst/>
              <a:rect l="l" t="t" r="r" b="b"/>
              <a:pathLst>
                <a:path w="594995" h="149225">
                  <a:moveTo>
                    <a:pt x="0" y="74407"/>
                  </a:moveTo>
                  <a:lnTo>
                    <a:pt x="0" y="0"/>
                  </a:lnTo>
                  <a:lnTo>
                    <a:pt x="446205" y="0"/>
                  </a:lnTo>
                  <a:lnTo>
                    <a:pt x="594947" y="74407"/>
                  </a:lnTo>
                  <a:lnTo>
                    <a:pt x="446205" y="148793"/>
                  </a:lnTo>
                  <a:lnTo>
                    <a:pt x="0" y="148793"/>
                  </a:lnTo>
                  <a:lnTo>
                    <a:pt x="0" y="74407"/>
                  </a:lnTo>
                  <a:close/>
                </a:path>
              </a:pathLst>
            </a:custGeom>
            <a:ln w="26243">
              <a:solidFill>
                <a:srgbClr val="4A80B1"/>
              </a:solidFill>
            </a:ln>
          </p:spPr>
          <p:txBody>
            <a:bodyPr wrap="square" lIns="0" tIns="0" rIns="0" bIns="0" rtlCol="0"/>
            <a:lstStyle/>
            <a:p/>
          </p:txBody>
        </p:sp>
      </p:grpSp>
      <p:sp>
        <p:nvSpPr>
          <p:cNvPr id="16" name="object 16"/>
          <p:cNvSpPr txBox="1"/>
          <p:nvPr/>
        </p:nvSpPr>
        <p:spPr>
          <a:xfrm>
            <a:off x="8586168" y="3107947"/>
            <a:ext cx="235585" cy="178435"/>
          </a:xfrm>
          <a:prstGeom prst="rect">
            <a:avLst/>
          </a:prstGeom>
        </p:spPr>
        <p:txBody>
          <a:bodyPr vert="horz" wrap="square" lIns="0" tIns="12700" rIns="0" bIns="0" rtlCol="0">
            <a:spAutoFit/>
          </a:bodyPr>
          <a:lstStyle/>
          <a:p>
            <a:pPr>
              <a:lnSpc>
                <a:spcPct val="100000"/>
              </a:lnSpc>
              <a:spcBef>
                <a:spcPts val="100"/>
              </a:spcBef>
            </a:pPr>
            <a:r>
              <a:rPr sz="1000" spc="-20" dirty="0">
                <a:solidFill>
                  <a:srgbClr val="4A80B1"/>
                </a:solidFill>
                <a:latin typeface="Calibri" panose="020F0502020204030204"/>
                <a:cs typeface="Calibri" panose="020F0502020204030204"/>
              </a:rPr>
              <a:t>1'b0</a:t>
            </a:r>
            <a:endParaRPr sz="1000">
              <a:latin typeface="Calibri" panose="020F0502020204030204"/>
              <a:cs typeface="Calibri" panose="020F0502020204030204"/>
            </a:endParaRPr>
          </a:p>
        </p:txBody>
      </p:sp>
      <p:grpSp>
        <p:nvGrpSpPr>
          <p:cNvPr id="17" name="object 17"/>
          <p:cNvGrpSpPr/>
          <p:nvPr/>
        </p:nvGrpSpPr>
        <p:grpSpPr>
          <a:xfrm>
            <a:off x="8383374" y="3933264"/>
            <a:ext cx="1781810" cy="678815"/>
            <a:chOff x="8383374" y="3933264"/>
            <a:chExt cx="1781810" cy="678815"/>
          </a:xfrm>
        </p:grpSpPr>
        <p:sp>
          <p:nvSpPr>
            <p:cNvPr id="18" name="object 18"/>
            <p:cNvSpPr/>
            <p:nvPr/>
          </p:nvSpPr>
          <p:spPr>
            <a:xfrm>
              <a:off x="9437862" y="4330897"/>
              <a:ext cx="714375" cy="179070"/>
            </a:xfrm>
            <a:custGeom>
              <a:avLst/>
              <a:gdLst/>
              <a:ahLst/>
              <a:cxnLst/>
              <a:rect l="l" t="t" r="r" b="b"/>
              <a:pathLst>
                <a:path w="714375" h="179070">
                  <a:moveTo>
                    <a:pt x="0" y="0"/>
                  </a:moveTo>
                  <a:lnTo>
                    <a:pt x="356943" y="0"/>
                  </a:lnTo>
                </a:path>
                <a:path w="714375" h="179070">
                  <a:moveTo>
                    <a:pt x="0" y="178543"/>
                  </a:moveTo>
                  <a:lnTo>
                    <a:pt x="356943" y="178543"/>
                  </a:lnTo>
                </a:path>
                <a:path w="714375" h="179070">
                  <a:moveTo>
                    <a:pt x="713907" y="89271"/>
                  </a:moveTo>
                  <a:lnTo>
                    <a:pt x="356943" y="89271"/>
                  </a:lnTo>
                </a:path>
              </a:pathLst>
            </a:custGeom>
            <a:ln w="26239">
              <a:solidFill>
                <a:srgbClr val="4A80B1"/>
              </a:solidFill>
            </a:ln>
          </p:spPr>
          <p:txBody>
            <a:bodyPr wrap="square" lIns="0" tIns="0" rIns="0" bIns="0" rtlCol="0"/>
            <a:lstStyle/>
            <a:p/>
          </p:txBody>
        </p:sp>
        <p:sp>
          <p:nvSpPr>
            <p:cNvPr id="19" name="object 19"/>
            <p:cNvSpPr/>
            <p:nvPr/>
          </p:nvSpPr>
          <p:spPr>
            <a:xfrm>
              <a:off x="9562769" y="4241622"/>
              <a:ext cx="464184" cy="357505"/>
            </a:xfrm>
            <a:custGeom>
              <a:avLst/>
              <a:gdLst/>
              <a:ahLst/>
              <a:cxnLst/>
              <a:rect l="l" t="t" r="r" b="b"/>
              <a:pathLst>
                <a:path w="464184" h="357504">
                  <a:moveTo>
                    <a:pt x="139217" y="0"/>
                  </a:moveTo>
                  <a:lnTo>
                    <a:pt x="0" y="0"/>
                  </a:lnTo>
                  <a:lnTo>
                    <a:pt x="28286" y="43194"/>
                  </a:lnTo>
                  <a:lnTo>
                    <a:pt x="48491" y="87625"/>
                  </a:lnTo>
                  <a:lnTo>
                    <a:pt x="60614" y="132880"/>
                  </a:lnTo>
                  <a:lnTo>
                    <a:pt x="64655" y="178547"/>
                  </a:lnTo>
                  <a:lnTo>
                    <a:pt x="60614" y="224214"/>
                  </a:lnTo>
                  <a:lnTo>
                    <a:pt x="48491" y="269467"/>
                  </a:lnTo>
                  <a:lnTo>
                    <a:pt x="28286" y="313895"/>
                  </a:lnTo>
                  <a:lnTo>
                    <a:pt x="0" y="357085"/>
                  </a:lnTo>
                  <a:lnTo>
                    <a:pt x="139217" y="357085"/>
                  </a:lnTo>
                  <a:lnTo>
                    <a:pt x="193581" y="346064"/>
                  </a:lnTo>
                  <a:lnTo>
                    <a:pt x="244891" y="331334"/>
                  </a:lnTo>
                  <a:lnTo>
                    <a:pt x="292709" y="313137"/>
                  </a:lnTo>
                  <a:lnTo>
                    <a:pt x="336596" y="291712"/>
                  </a:lnTo>
                  <a:lnTo>
                    <a:pt x="376113" y="267302"/>
                  </a:lnTo>
                  <a:lnTo>
                    <a:pt x="410824" y="240146"/>
                  </a:lnTo>
                  <a:lnTo>
                    <a:pt x="440289" y="210485"/>
                  </a:lnTo>
                  <a:lnTo>
                    <a:pt x="464070" y="178562"/>
                  </a:lnTo>
                  <a:lnTo>
                    <a:pt x="440573" y="146499"/>
                  </a:lnTo>
                  <a:lnTo>
                    <a:pt x="411285" y="116723"/>
                  </a:lnTo>
                  <a:lnTo>
                    <a:pt x="376656" y="89482"/>
                  </a:lnTo>
                  <a:lnTo>
                    <a:pt x="337138" y="65025"/>
                  </a:lnTo>
                  <a:lnTo>
                    <a:pt x="293184" y="43600"/>
                  </a:lnTo>
                  <a:lnTo>
                    <a:pt x="245245" y="25455"/>
                  </a:lnTo>
                  <a:lnTo>
                    <a:pt x="193772" y="10839"/>
                  </a:lnTo>
                  <a:lnTo>
                    <a:pt x="139217" y="0"/>
                  </a:lnTo>
                  <a:close/>
                </a:path>
              </a:pathLst>
            </a:custGeom>
            <a:solidFill>
              <a:srgbClr val="7CAADA"/>
            </a:solidFill>
          </p:spPr>
          <p:txBody>
            <a:bodyPr wrap="square" lIns="0" tIns="0" rIns="0" bIns="0" rtlCol="0"/>
            <a:lstStyle/>
            <a:p/>
          </p:txBody>
        </p:sp>
        <p:sp>
          <p:nvSpPr>
            <p:cNvPr id="20" name="object 20"/>
            <p:cNvSpPr/>
            <p:nvPr/>
          </p:nvSpPr>
          <p:spPr>
            <a:xfrm>
              <a:off x="9562782" y="4241625"/>
              <a:ext cx="464184" cy="357505"/>
            </a:xfrm>
            <a:custGeom>
              <a:avLst/>
              <a:gdLst/>
              <a:ahLst/>
              <a:cxnLst/>
              <a:rect l="l" t="t" r="r" b="b"/>
              <a:pathLst>
                <a:path w="464184" h="357504">
                  <a:moveTo>
                    <a:pt x="464066" y="178564"/>
                  </a:moveTo>
                  <a:lnTo>
                    <a:pt x="440284" y="210486"/>
                  </a:lnTo>
                  <a:lnTo>
                    <a:pt x="410819" y="240146"/>
                  </a:lnTo>
                  <a:lnTo>
                    <a:pt x="376109" y="267301"/>
                  </a:lnTo>
                  <a:lnTo>
                    <a:pt x="336592" y="291712"/>
                  </a:lnTo>
                  <a:lnTo>
                    <a:pt x="292706" y="313136"/>
                  </a:lnTo>
                  <a:lnTo>
                    <a:pt x="244889" y="331334"/>
                  </a:lnTo>
                  <a:lnTo>
                    <a:pt x="193578" y="346063"/>
                  </a:lnTo>
                  <a:lnTo>
                    <a:pt x="139213" y="357083"/>
                  </a:lnTo>
                  <a:lnTo>
                    <a:pt x="0" y="357083"/>
                  </a:lnTo>
                  <a:lnTo>
                    <a:pt x="28283" y="313891"/>
                  </a:lnTo>
                  <a:lnTo>
                    <a:pt x="48486" y="269463"/>
                  </a:lnTo>
                  <a:lnTo>
                    <a:pt x="60607" y="224209"/>
                  </a:lnTo>
                  <a:lnTo>
                    <a:pt x="64648" y="178543"/>
                  </a:lnTo>
                  <a:lnTo>
                    <a:pt x="60607" y="132876"/>
                  </a:lnTo>
                  <a:lnTo>
                    <a:pt x="48486" y="87622"/>
                  </a:lnTo>
                  <a:lnTo>
                    <a:pt x="28283" y="43192"/>
                  </a:lnTo>
                  <a:lnTo>
                    <a:pt x="0" y="0"/>
                  </a:lnTo>
                  <a:lnTo>
                    <a:pt x="139213" y="0"/>
                  </a:lnTo>
                  <a:lnTo>
                    <a:pt x="193767" y="10837"/>
                  </a:lnTo>
                  <a:lnTo>
                    <a:pt x="245240" y="25453"/>
                  </a:lnTo>
                  <a:lnTo>
                    <a:pt x="293180" y="43598"/>
                  </a:lnTo>
                  <a:lnTo>
                    <a:pt x="337135" y="65024"/>
                  </a:lnTo>
                  <a:lnTo>
                    <a:pt x="376654" y="89483"/>
                  </a:lnTo>
                  <a:lnTo>
                    <a:pt x="411283" y="116725"/>
                  </a:lnTo>
                  <a:lnTo>
                    <a:pt x="440571" y="146502"/>
                  </a:lnTo>
                  <a:lnTo>
                    <a:pt x="464066" y="178564"/>
                  </a:lnTo>
                  <a:close/>
                </a:path>
              </a:pathLst>
            </a:custGeom>
            <a:ln w="26240">
              <a:solidFill>
                <a:srgbClr val="4A80B1"/>
              </a:solidFill>
            </a:ln>
          </p:spPr>
          <p:txBody>
            <a:bodyPr wrap="square" lIns="0" tIns="0" rIns="0" bIns="0" rtlCol="0"/>
            <a:lstStyle/>
            <a:p/>
          </p:txBody>
        </p:sp>
        <p:sp>
          <p:nvSpPr>
            <p:cNvPr id="21" name="object 21"/>
            <p:cNvSpPr/>
            <p:nvPr/>
          </p:nvSpPr>
          <p:spPr>
            <a:xfrm>
              <a:off x="9562769" y="4241622"/>
              <a:ext cx="464184" cy="357505"/>
            </a:xfrm>
            <a:custGeom>
              <a:avLst/>
              <a:gdLst/>
              <a:ahLst/>
              <a:cxnLst/>
              <a:rect l="l" t="t" r="r" b="b"/>
              <a:pathLst>
                <a:path w="464184" h="357504">
                  <a:moveTo>
                    <a:pt x="285584" y="0"/>
                  </a:moveTo>
                  <a:lnTo>
                    <a:pt x="0" y="0"/>
                  </a:lnTo>
                  <a:lnTo>
                    <a:pt x="0" y="357085"/>
                  </a:lnTo>
                  <a:lnTo>
                    <a:pt x="285584" y="357085"/>
                  </a:lnTo>
                  <a:lnTo>
                    <a:pt x="333029" y="350707"/>
                  </a:lnTo>
                  <a:lnTo>
                    <a:pt x="375665" y="332707"/>
                  </a:lnTo>
                  <a:lnTo>
                    <a:pt x="411789" y="304788"/>
                  </a:lnTo>
                  <a:lnTo>
                    <a:pt x="439699" y="268654"/>
                  </a:lnTo>
                  <a:lnTo>
                    <a:pt x="457694" y="226006"/>
                  </a:lnTo>
                  <a:lnTo>
                    <a:pt x="464070" y="178549"/>
                  </a:lnTo>
                  <a:lnTo>
                    <a:pt x="457694" y="131081"/>
                  </a:lnTo>
                  <a:lnTo>
                    <a:pt x="439699" y="88429"/>
                  </a:lnTo>
                  <a:lnTo>
                    <a:pt x="411789" y="52293"/>
                  </a:lnTo>
                  <a:lnTo>
                    <a:pt x="375665" y="24376"/>
                  </a:lnTo>
                  <a:lnTo>
                    <a:pt x="333029" y="6377"/>
                  </a:lnTo>
                  <a:lnTo>
                    <a:pt x="285584" y="0"/>
                  </a:lnTo>
                  <a:close/>
                </a:path>
              </a:pathLst>
            </a:custGeom>
            <a:solidFill>
              <a:srgbClr val="7CAADA"/>
            </a:solidFill>
          </p:spPr>
          <p:txBody>
            <a:bodyPr wrap="square" lIns="0" tIns="0" rIns="0" bIns="0" rtlCol="0"/>
            <a:lstStyle/>
            <a:p/>
          </p:txBody>
        </p:sp>
        <p:sp>
          <p:nvSpPr>
            <p:cNvPr id="22" name="object 22"/>
            <p:cNvSpPr/>
            <p:nvPr/>
          </p:nvSpPr>
          <p:spPr>
            <a:xfrm>
              <a:off x="9562782" y="4241625"/>
              <a:ext cx="464184" cy="357505"/>
            </a:xfrm>
            <a:custGeom>
              <a:avLst/>
              <a:gdLst/>
              <a:ahLst/>
              <a:cxnLst/>
              <a:rect l="l" t="t" r="r" b="b"/>
              <a:pathLst>
                <a:path w="464184" h="357504">
                  <a:moveTo>
                    <a:pt x="285583" y="357083"/>
                  </a:moveTo>
                  <a:lnTo>
                    <a:pt x="0" y="357083"/>
                  </a:lnTo>
                  <a:lnTo>
                    <a:pt x="0" y="0"/>
                  </a:lnTo>
                  <a:lnTo>
                    <a:pt x="285583" y="0"/>
                  </a:lnTo>
                  <a:lnTo>
                    <a:pt x="333027" y="6377"/>
                  </a:lnTo>
                  <a:lnTo>
                    <a:pt x="375661" y="24374"/>
                  </a:lnTo>
                  <a:lnTo>
                    <a:pt x="411784" y="52291"/>
                  </a:lnTo>
                  <a:lnTo>
                    <a:pt x="439695" y="88425"/>
                  </a:lnTo>
                  <a:lnTo>
                    <a:pt x="457689" y="131076"/>
                  </a:lnTo>
                  <a:lnTo>
                    <a:pt x="464066" y="178543"/>
                  </a:lnTo>
                  <a:lnTo>
                    <a:pt x="457689" y="226002"/>
                  </a:lnTo>
                  <a:lnTo>
                    <a:pt x="439695" y="268651"/>
                  </a:lnTo>
                  <a:lnTo>
                    <a:pt x="411784" y="304786"/>
                  </a:lnTo>
                  <a:lnTo>
                    <a:pt x="375661" y="332704"/>
                  </a:lnTo>
                  <a:lnTo>
                    <a:pt x="333027" y="350704"/>
                  </a:lnTo>
                  <a:lnTo>
                    <a:pt x="285583" y="357083"/>
                  </a:lnTo>
                  <a:close/>
                </a:path>
              </a:pathLst>
            </a:custGeom>
            <a:ln w="26240">
              <a:solidFill>
                <a:srgbClr val="4A80B1"/>
              </a:solidFill>
            </a:ln>
          </p:spPr>
          <p:txBody>
            <a:bodyPr wrap="square" lIns="0" tIns="0" rIns="0" bIns="0" rtlCol="0"/>
            <a:lstStyle/>
            <a:p/>
          </p:txBody>
        </p:sp>
        <p:sp>
          <p:nvSpPr>
            <p:cNvPr id="23" name="object 23"/>
            <p:cNvSpPr/>
            <p:nvPr/>
          </p:nvSpPr>
          <p:spPr>
            <a:xfrm>
              <a:off x="8991656" y="3944059"/>
              <a:ext cx="446405" cy="565785"/>
            </a:xfrm>
            <a:custGeom>
              <a:avLst/>
              <a:gdLst/>
              <a:ahLst/>
              <a:cxnLst/>
              <a:rect l="l" t="t" r="r" b="b"/>
              <a:pathLst>
                <a:path w="446404" h="565785">
                  <a:moveTo>
                    <a:pt x="0" y="386837"/>
                  </a:moveTo>
                  <a:lnTo>
                    <a:pt x="0" y="0"/>
                  </a:lnTo>
                </a:path>
                <a:path w="446404" h="565785">
                  <a:moveTo>
                    <a:pt x="446205" y="386837"/>
                  </a:moveTo>
                  <a:lnTo>
                    <a:pt x="0" y="386837"/>
                  </a:lnTo>
                </a:path>
                <a:path w="446404" h="565785">
                  <a:moveTo>
                    <a:pt x="446205" y="565381"/>
                  </a:moveTo>
                  <a:lnTo>
                    <a:pt x="0" y="565381"/>
                  </a:lnTo>
                </a:path>
              </a:pathLst>
            </a:custGeom>
            <a:ln w="20991">
              <a:solidFill>
                <a:srgbClr val="5B9BD5"/>
              </a:solidFill>
            </a:ln>
          </p:spPr>
          <p:txBody>
            <a:bodyPr wrap="square" lIns="0" tIns="0" rIns="0" bIns="0" rtlCol="0"/>
            <a:lstStyle/>
            <a:p/>
          </p:txBody>
        </p:sp>
        <p:sp>
          <p:nvSpPr>
            <p:cNvPr id="24" name="object 24"/>
            <p:cNvSpPr/>
            <p:nvPr/>
          </p:nvSpPr>
          <p:spPr>
            <a:xfrm>
              <a:off x="8396706" y="4435055"/>
              <a:ext cx="594995" cy="149225"/>
            </a:xfrm>
            <a:custGeom>
              <a:avLst/>
              <a:gdLst/>
              <a:ahLst/>
              <a:cxnLst/>
              <a:rect l="l" t="t" r="r" b="b"/>
              <a:pathLst>
                <a:path w="594995" h="149225">
                  <a:moveTo>
                    <a:pt x="446201" y="0"/>
                  </a:moveTo>
                  <a:lnTo>
                    <a:pt x="0" y="0"/>
                  </a:lnTo>
                  <a:lnTo>
                    <a:pt x="0" y="74383"/>
                  </a:lnTo>
                  <a:lnTo>
                    <a:pt x="0" y="148767"/>
                  </a:lnTo>
                  <a:lnTo>
                    <a:pt x="446201" y="148767"/>
                  </a:lnTo>
                  <a:lnTo>
                    <a:pt x="594944" y="74383"/>
                  </a:lnTo>
                  <a:lnTo>
                    <a:pt x="446201" y="0"/>
                  </a:lnTo>
                  <a:close/>
                </a:path>
              </a:pathLst>
            </a:custGeom>
            <a:solidFill>
              <a:srgbClr val="7CAADA"/>
            </a:solidFill>
          </p:spPr>
          <p:txBody>
            <a:bodyPr wrap="square" lIns="0" tIns="0" rIns="0" bIns="0" rtlCol="0"/>
            <a:lstStyle/>
            <a:p/>
          </p:txBody>
        </p:sp>
        <p:sp>
          <p:nvSpPr>
            <p:cNvPr id="25" name="object 25"/>
            <p:cNvSpPr/>
            <p:nvPr/>
          </p:nvSpPr>
          <p:spPr>
            <a:xfrm>
              <a:off x="8396709" y="4435055"/>
              <a:ext cx="594995" cy="149225"/>
            </a:xfrm>
            <a:custGeom>
              <a:avLst/>
              <a:gdLst/>
              <a:ahLst/>
              <a:cxnLst/>
              <a:rect l="l" t="t" r="r" b="b"/>
              <a:pathLst>
                <a:path w="594995" h="149225">
                  <a:moveTo>
                    <a:pt x="0" y="74386"/>
                  </a:moveTo>
                  <a:lnTo>
                    <a:pt x="0" y="0"/>
                  </a:lnTo>
                  <a:lnTo>
                    <a:pt x="446205" y="0"/>
                  </a:lnTo>
                  <a:lnTo>
                    <a:pt x="594947" y="74386"/>
                  </a:lnTo>
                  <a:lnTo>
                    <a:pt x="446205" y="148774"/>
                  </a:lnTo>
                  <a:lnTo>
                    <a:pt x="0" y="148774"/>
                  </a:lnTo>
                  <a:lnTo>
                    <a:pt x="0" y="74386"/>
                  </a:lnTo>
                  <a:close/>
                </a:path>
              </a:pathLst>
            </a:custGeom>
            <a:ln w="26243">
              <a:solidFill>
                <a:srgbClr val="4A80B1"/>
              </a:solidFill>
            </a:ln>
          </p:spPr>
          <p:txBody>
            <a:bodyPr wrap="square" lIns="0" tIns="0" rIns="0" bIns="0" rtlCol="0"/>
            <a:lstStyle/>
            <a:p/>
          </p:txBody>
        </p:sp>
      </p:grpSp>
      <p:sp>
        <p:nvSpPr>
          <p:cNvPr id="26" name="object 26"/>
          <p:cNvSpPr txBox="1"/>
          <p:nvPr/>
        </p:nvSpPr>
        <p:spPr>
          <a:xfrm>
            <a:off x="8586168" y="4249039"/>
            <a:ext cx="235585" cy="178435"/>
          </a:xfrm>
          <a:prstGeom prst="rect">
            <a:avLst/>
          </a:prstGeom>
        </p:spPr>
        <p:txBody>
          <a:bodyPr vert="horz" wrap="square" lIns="0" tIns="12700" rIns="0" bIns="0" rtlCol="0">
            <a:spAutoFit/>
          </a:bodyPr>
          <a:lstStyle/>
          <a:p>
            <a:pPr>
              <a:lnSpc>
                <a:spcPct val="100000"/>
              </a:lnSpc>
              <a:spcBef>
                <a:spcPts val="100"/>
              </a:spcBef>
            </a:pPr>
            <a:r>
              <a:rPr sz="1000" spc="-20" dirty="0">
                <a:solidFill>
                  <a:srgbClr val="4A80B1"/>
                </a:solidFill>
                <a:latin typeface="Calibri" panose="020F0502020204030204"/>
                <a:cs typeface="Calibri" panose="020F0502020204030204"/>
              </a:rPr>
              <a:t>1'b1</a:t>
            </a:r>
            <a:endParaRPr sz="1000">
              <a:latin typeface="Calibri" panose="020F0502020204030204"/>
              <a:cs typeface="Calibri" panose="020F0502020204030204"/>
            </a:endParaRPr>
          </a:p>
        </p:txBody>
      </p:sp>
      <p:grpSp>
        <p:nvGrpSpPr>
          <p:cNvPr id="27" name="object 27"/>
          <p:cNvGrpSpPr/>
          <p:nvPr/>
        </p:nvGrpSpPr>
        <p:grpSpPr>
          <a:xfrm>
            <a:off x="10138434" y="3457155"/>
            <a:ext cx="1005840" cy="974090"/>
            <a:chOff x="10138434" y="3457155"/>
            <a:chExt cx="1005840" cy="974090"/>
          </a:xfrm>
        </p:grpSpPr>
        <p:sp>
          <p:nvSpPr>
            <p:cNvPr id="28" name="object 28"/>
            <p:cNvSpPr/>
            <p:nvPr/>
          </p:nvSpPr>
          <p:spPr>
            <a:xfrm>
              <a:off x="10151769" y="3854788"/>
              <a:ext cx="714375" cy="179070"/>
            </a:xfrm>
            <a:custGeom>
              <a:avLst/>
              <a:gdLst/>
              <a:ahLst/>
              <a:cxnLst/>
              <a:rect l="l" t="t" r="r" b="b"/>
              <a:pathLst>
                <a:path w="714375" h="179070">
                  <a:moveTo>
                    <a:pt x="0" y="0"/>
                  </a:moveTo>
                  <a:lnTo>
                    <a:pt x="356901" y="0"/>
                  </a:lnTo>
                </a:path>
                <a:path w="714375" h="179070">
                  <a:moveTo>
                    <a:pt x="0" y="178543"/>
                  </a:moveTo>
                  <a:lnTo>
                    <a:pt x="356901" y="178543"/>
                  </a:lnTo>
                </a:path>
                <a:path w="714375" h="179070">
                  <a:moveTo>
                    <a:pt x="713907" y="89271"/>
                  </a:moveTo>
                  <a:lnTo>
                    <a:pt x="356901" y="89271"/>
                  </a:lnTo>
                </a:path>
              </a:pathLst>
            </a:custGeom>
            <a:ln w="26239">
              <a:solidFill>
                <a:srgbClr val="4A80B1"/>
              </a:solidFill>
            </a:ln>
          </p:spPr>
          <p:txBody>
            <a:bodyPr wrap="square" lIns="0" tIns="0" rIns="0" bIns="0" rtlCol="0"/>
            <a:lstStyle/>
            <a:p/>
          </p:txBody>
        </p:sp>
        <p:sp>
          <p:nvSpPr>
            <p:cNvPr id="29" name="object 29"/>
            <p:cNvSpPr/>
            <p:nvPr/>
          </p:nvSpPr>
          <p:spPr>
            <a:xfrm>
              <a:off x="10276738" y="3765511"/>
              <a:ext cx="464184" cy="357505"/>
            </a:xfrm>
            <a:custGeom>
              <a:avLst/>
              <a:gdLst/>
              <a:ahLst/>
              <a:cxnLst/>
              <a:rect l="l" t="t" r="r" b="b"/>
              <a:pathLst>
                <a:path w="464184" h="357504">
                  <a:moveTo>
                    <a:pt x="139153" y="0"/>
                  </a:moveTo>
                  <a:lnTo>
                    <a:pt x="0" y="0"/>
                  </a:lnTo>
                  <a:lnTo>
                    <a:pt x="28307" y="43194"/>
                  </a:lnTo>
                  <a:lnTo>
                    <a:pt x="48527" y="87625"/>
                  </a:lnTo>
                  <a:lnTo>
                    <a:pt x="60659" y="132880"/>
                  </a:lnTo>
                  <a:lnTo>
                    <a:pt x="64703" y="178547"/>
                  </a:lnTo>
                  <a:lnTo>
                    <a:pt x="60659" y="224214"/>
                  </a:lnTo>
                  <a:lnTo>
                    <a:pt x="48527" y="269467"/>
                  </a:lnTo>
                  <a:lnTo>
                    <a:pt x="28307" y="313895"/>
                  </a:lnTo>
                  <a:lnTo>
                    <a:pt x="0" y="357085"/>
                  </a:lnTo>
                  <a:lnTo>
                    <a:pt x="139153" y="357085"/>
                  </a:lnTo>
                  <a:lnTo>
                    <a:pt x="193502" y="346068"/>
                  </a:lnTo>
                  <a:lnTo>
                    <a:pt x="244812" y="331340"/>
                  </a:lnTo>
                  <a:lnTo>
                    <a:pt x="292639" y="313142"/>
                  </a:lnTo>
                  <a:lnTo>
                    <a:pt x="336542" y="291717"/>
                  </a:lnTo>
                  <a:lnTo>
                    <a:pt x="376076" y="267305"/>
                  </a:lnTo>
                  <a:lnTo>
                    <a:pt x="410800" y="240148"/>
                  </a:lnTo>
                  <a:lnTo>
                    <a:pt x="440270" y="210486"/>
                  </a:lnTo>
                  <a:lnTo>
                    <a:pt x="464045" y="178561"/>
                  </a:lnTo>
                  <a:lnTo>
                    <a:pt x="440541" y="146495"/>
                  </a:lnTo>
                  <a:lnTo>
                    <a:pt x="411248" y="116718"/>
                  </a:lnTo>
                  <a:lnTo>
                    <a:pt x="376617" y="89477"/>
                  </a:lnTo>
                  <a:lnTo>
                    <a:pt x="337099" y="65020"/>
                  </a:lnTo>
                  <a:lnTo>
                    <a:pt x="293143" y="43596"/>
                  </a:lnTo>
                  <a:lnTo>
                    <a:pt x="245200" y="25453"/>
                  </a:lnTo>
                  <a:lnTo>
                    <a:pt x="193720" y="10838"/>
                  </a:lnTo>
                  <a:lnTo>
                    <a:pt x="139153" y="0"/>
                  </a:lnTo>
                  <a:close/>
                </a:path>
              </a:pathLst>
            </a:custGeom>
            <a:solidFill>
              <a:srgbClr val="7CAADA"/>
            </a:solidFill>
          </p:spPr>
          <p:txBody>
            <a:bodyPr wrap="square" lIns="0" tIns="0" rIns="0" bIns="0" rtlCol="0"/>
            <a:lstStyle/>
            <a:p/>
          </p:txBody>
        </p:sp>
        <p:sp>
          <p:nvSpPr>
            <p:cNvPr id="30" name="object 30"/>
            <p:cNvSpPr/>
            <p:nvPr/>
          </p:nvSpPr>
          <p:spPr>
            <a:xfrm>
              <a:off x="10276753" y="3765516"/>
              <a:ext cx="464184" cy="357505"/>
            </a:xfrm>
            <a:custGeom>
              <a:avLst/>
              <a:gdLst/>
              <a:ahLst/>
              <a:cxnLst/>
              <a:rect l="l" t="t" r="r" b="b"/>
              <a:pathLst>
                <a:path w="464184" h="357504">
                  <a:moveTo>
                    <a:pt x="464045" y="178564"/>
                  </a:moveTo>
                  <a:lnTo>
                    <a:pt x="440271" y="210486"/>
                  </a:lnTo>
                  <a:lnTo>
                    <a:pt x="410801" y="240146"/>
                  </a:lnTo>
                  <a:lnTo>
                    <a:pt x="376077" y="267302"/>
                  </a:lnTo>
                  <a:lnTo>
                    <a:pt x="336542" y="291713"/>
                  </a:lnTo>
                  <a:lnTo>
                    <a:pt x="292640" y="313138"/>
                  </a:lnTo>
                  <a:lnTo>
                    <a:pt x="244812" y="331336"/>
                  </a:lnTo>
                  <a:lnTo>
                    <a:pt x="193501" y="346066"/>
                  </a:lnTo>
                  <a:lnTo>
                    <a:pt x="139150" y="357087"/>
                  </a:lnTo>
                  <a:lnTo>
                    <a:pt x="0" y="357087"/>
                  </a:lnTo>
                  <a:lnTo>
                    <a:pt x="28304" y="313894"/>
                  </a:lnTo>
                  <a:lnTo>
                    <a:pt x="48521" y="269464"/>
                  </a:lnTo>
                  <a:lnTo>
                    <a:pt x="60652" y="224210"/>
                  </a:lnTo>
                  <a:lnTo>
                    <a:pt x="64695" y="178543"/>
                  </a:lnTo>
                  <a:lnTo>
                    <a:pt x="60652" y="132876"/>
                  </a:lnTo>
                  <a:lnTo>
                    <a:pt x="48521" y="87622"/>
                  </a:lnTo>
                  <a:lnTo>
                    <a:pt x="28304" y="43192"/>
                  </a:lnTo>
                  <a:lnTo>
                    <a:pt x="0" y="0"/>
                  </a:lnTo>
                  <a:lnTo>
                    <a:pt x="139150" y="0"/>
                  </a:lnTo>
                  <a:lnTo>
                    <a:pt x="193716" y="10836"/>
                  </a:lnTo>
                  <a:lnTo>
                    <a:pt x="245195" y="25450"/>
                  </a:lnTo>
                  <a:lnTo>
                    <a:pt x="293138" y="43593"/>
                  </a:lnTo>
                  <a:lnTo>
                    <a:pt x="337093" y="65017"/>
                  </a:lnTo>
                  <a:lnTo>
                    <a:pt x="376612" y="89474"/>
                  </a:lnTo>
                  <a:lnTo>
                    <a:pt x="411243" y="116716"/>
                  </a:lnTo>
                  <a:lnTo>
                    <a:pt x="440538" y="146496"/>
                  </a:lnTo>
                  <a:lnTo>
                    <a:pt x="464045" y="178564"/>
                  </a:lnTo>
                  <a:close/>
                </a:path>
              </a:pathLst>
            </a:custGeom>
            <a:ln w="26240">
              <a:solidFill>
                <a:srgbClr val="4A80B1"/>
              </a:solidFill>
            </a:ln>
          </p:spPr>
          <p:txBody>
            <a:bodyPr wrap="square" lIns="0" tIns="0" rIns="0" bIns="0" rtlCol="0"/>
            <a:lstStyle/>
            <a:p/>
          </p:txBody>
        </p:sp>
        <p:pic>
          <p:nvPicPr>
            <p:cNvPr id="31" name="object 31"/>
            <p:cNvPicPr/>
            <p:nvPr/>
          </p:nvPicPr>
          <p:blipFill>
            <a:blip r:embed="rId2" cstate="print"/>
            <a:stretch>
              <a:fillRect/>
            </a:stretch>
          </p:blipFill>
          <p:spPr>
            <a:xfrm>
              <a:off x="10726209" y="3904192"/>
              <a:ext cx="79759" cy="79714"/>
            </a:xfrm>
            <a:prstGeom prst="rect">
              <a:avLst/>
            </a:prstGeom>
          </p:spPr>
        </p:pic>
        <p:sp>
          <p:nvSpPr>
            <p:cNvPr id="32" name="object 32"/>
            <p:cNvSpPr/>
            <p:nvPr/>
          </p:nvSpPr>
          <p:spPr>
            <a:xfrm>
              <a:off x="10151769" y="3467950"/>
              <a:ext cx="981710" cy="952500"/>
            </a:xfrm>
            <a:custGeom>
              <a:avLst/>
              <a:gdLst/>
              <a:ahLst/>
              <a:cxnLst/>
              <a:rect l="l" t="t" r="r" b="b"/>
              <a:pathLst>
                <a:path w="981709" h="952500">
                  <a:moveTo>
                    <a:pt x="0" y="386837"/>
                  </a:moveTo>
                  <a:lnTo>
                    <a:pt x="0" y="0"/>
                  </a:lnTo>
                </a:path>
                <a:path w="981709" h="952500">
                  <a:moveTo>
                    <a:pt x="0" y="565381"/>
                  </a:moveTo>
                  <a:lnTo>
                    <a:pt x="0" y="952218"/>
                  </a:lnTo>
                </a:path>
                <a:path w="981709" h="952500">
                  <a:moveTo>
                    <a:pt x="713907" y="476109"/>
                  </a:moveTo>
                  <a:lnTo>
                    <a:pt x="981714" y="476109"/>
                  </a:lnTo>
                </a:path>
              </a:pathLst>
            </a:custGeom>
            <a:ln w="20991">
              <a:solidFill>
                <a:srgbClr val="5B9BD5"/>
              </a:solidFill>
            </a:ln>
          </p:spPr>
          <p:txBody>
            <a:bodyPr wrap="square" lIns="0" tIns="0" rIns="0" bIns="0" rtlCol="0"/>
            <a:lstStyle/>
            <a:p/>
          </p:txBody>
        </p:sp>
      </p:grpSp>
      <p:sp>
        <p:nvSpPr>
          <p:cNvPr id="33" name="object 33"/>
          <p:cNvSpPr txBox="1"/>
          <p:nvPr/>
        </p:nvSpPr>
        <p:spPr>
          <a:xfrm>
            <a:off x="9035836" y="3806039"/>
            <a:ext cx="104775" cy="255270"/>
          </a:xfrm>
          <a:prstGeom prst="rect">
            <a:avLst/>
          </a:prstGeom>
        </p:spPr>
        <p:txBody>
          <a:bodyPr vert="horz" wrap="square" lIns="0" tIns="13335" rIns="0" bIns="0" rtlCol="0">
            <a:spAutoFit/>
          </a:bodyPr>
          <a:lstStyle/>
          <a:p>
            <a:pPr>
              <a:lnSpc>
                <a:spcPct val="100000"/>
              </a:lnSpc>
              <a:spcBef>
                <a:spcPts val="105"/>
              </a:spcBef>
            </a:pPr>
            <a:r>
              <a:rPr sz="1500" spc="-50" dirty="0">
                <a:latin typeface="Calibri" panose="020F0502020204030204"/>
                <a:cs typeface="Calibri" panose="020F0502020204030204"/>
              </a:rPr>
              <a:t>a</a:t>
            </a:r>
            <a:endParaRPr sz="1500">
              <a:latin typeface="Calibri" panose="020F0502020204030204"/>
              <a:cs typeface="Calibri" panose="020F0502020204030204"/>
            </a:endParaRPr>
          </a:p>
        </p:txBody>
      </p:sp>
      <p:sp>
        <p:nvSpPr>
          <p:cNvPr id="34" name="object 34"/>
          <p:cNvSpPr txBox="1"/>
          <p:nvPr/>
        </p:nvSpPr>
        <p:spPr>
          <a:xfrm>
            <a:off x="10228060" y="3296379"/>
            <a:ext cx="165735" cy="254635"/>
          </a:xfrm>
          <a:prstGeom prst="rect">
            <a:avLst/>
          </a:prstGeom>
        </p:spPr>
        <p:txBody>
          <a:bodyPr vert="horz" wrap="square" lIns="0" tIns="12700" rIns="0" bIns="0" rtlCol="0">
            <a:spAutoFit/>
          </a:bodyPr>
          <a:lstStyle/>
          <a:p>
            <a:pPr>
              <a:lnSpc>
                <a:spcPct val="100000"/>
              </a:lnSpc>
              <a:spcBef>
                <a:spcPts val="100"/>
              </a:spcBef>
            </a:pPr>
            <a:r>
              <a:rPr sz="1500" spc="-25" dirty="0">
                <a:latin typeface="Calibri" panose="020F0502020204030204"/>
                <a:cs typeface="Calibri" panose="020F0502020204030204"/>
              </a:rPr>
              <a:t>!a</a:t>
            </a:r>
            <a:endParaRPr sz="1500">
              <a:latin typeface="Calibri" panose="020F0502020204030204"/>
              <a:cs typeface="Calibri" panose="020F0502020204030204"/>
            </a:endParaRPr>
          </a:p>
        </p:txBody>
      </p:sp>
      <p:sp>
        <p:nvSpPr>
          <p:cNvPr id="35" name="object 35"/>
          <p:cNvSpPr txBox="1"/>
          <p:nvPr/>
        </p:nvSpPr>
        <p:spPr>
          <a:xfrm>
            <a:off x="10258913" y="4317273"/>
            <a:ext cx="104139" cy="254635"/>
          </a:xfrm>
          <a:prstGeom prst="rect">
            <a:avLst/>
          </a:prstGeom>
        </p:spPr>
        <p:txBody>
          <a:bodyPr vert="horz" wrap="square" lIns="0" tIns="12700" rIns="0" bIns="0" rtlCol="0">
            <a:spAutoFit/>
          </a:bodyPr>
          <a:lstStyle/>
          <a:p>
            <a:pPr>
              <a:lnSpc>
                <a:spcPct val="100000"/>
              </a:lnSpc>
              <a:spcBef>
                <a:spcPts val="100"/>
              </a:spcBef>
            </a:pPr>
            <a:r>
              <a:rPr sz="1500" spc="-50" dirty="0">
                <a:latin typeface="Calibri" panose="020F0502020204030204"/>
                <a:cs typeface="Calibri" panose="020F0502020204030204"/>
              </a:rPr>
              <a:t>a</a:t>
            </a:r>
            <a:endParaRPr sz="1500">
              <a:latin typeface="Calibri" panose="020F0502020204030204"/>
              <a:cs typeface="Calibri" panose="020F0502020204030204"/>
            </a:endParaRPr>
          </a:p>
        </p:txBody>
      </p:sp>
      <p:sp>
        <p:nvSpPr>
          <p:cNvPr id="36" name="object 36"/>
          <p:cNvSpPr txBox="1"/>
          <p:nvPr/>
        </p:nvSpPr>
        <p:spPr>
          <a:xfrm>
            <a:off x="10891701" y="3685841"/>
            <a:ext cx="109855" cy="255270"/>
          </a:xfrm>
          <a:prstGeom prst="rect">
            <a:avLst/>
          </a:prstGeom>
        </p:spPr>
        <p:txBody>
          <a:bodyPr vert="horz" wrap="square" lIns="0" tIns="13335" rIns="0" bIns="0" rtlCol="0">
            <a:spAutoFit/>
          </a:bodyPr>
          <a:lstStyle/>
          <a:p>
            <a:pPr>
              <a:lnSpc>
                <a:spcPct val="100000"/>
              </a:lnSpc>
              <a:spcBef>
                <a:spcPts val="105"/>
              </a:spcBef>
            </a:pPr>
            <a:r>
              <a:rPr sz="1500" spc="-50" dirty="0">
                <a:latin typeface="Calibri" panose="020F0502020204030204"/>
                <a:cs typeface="Calibri" panose="020F0502020204030204"/>
              </a:rPr>
              <a:t>0</a:t>
            </a:r>
            <a:endParaRPr sz="1500">
              <a:latin typeface="Calibri" panose="020F0502020204030204"/>
              <a:cs typeface="Calibri" panose="020F0502020204030204"/>
            </a:endParaRPr>
          </a:p>
        </p:txBody>
      </p:sp>
      <p:sp>
        <p:nvSpPr>
          <p:cNvPr id="37" name="object 37"/>
          <p:cNvSpPr/>
          <p:nvPr/>
        </p:nvSpPr>
        <p:spPr>
          <a:xfrm>
            <a:off x="8099245" y="3020396"/>
            <a:ext cx="3123565" cy="1697355"/>
          </a:xfrm>
          <a:custGeom>
            <a:avLst/>
            <a:gdLst/>
            <a:ahLst/>
            <a:cxnLst/>
            <a:rect l="l" t="t" r="r" b="b"/>
            <a:pathLst>
              <a:path w="3123565" h="1697354">
                <a:moveTo>
                  <a:pt x="0" y="1697340"/>
                </a:moveTo>
                <a:lnTo>
                  <a:pt x="3123437" y="1697340"/>
                </a:lnTo>
                <a:lnTo>
                  <a:pt x="3123437" y="0"/>
                </a:lnTo>
                <a:lnTo>
                  <a:pt x="0" y="0"/>
                </a:lnTo>
                <a:lnTo>
                  <a:pt x="0" y="1697340"/>
                </a:lnTo>
                <a:close/>
              </a:path>
            </a:pathLst>
          </a:custGeom>
          <a:ln w="15760">
            <a:solidFill>
              <a:srgbClr val="5B9BD5"/>
            </a:solidFill>
          </a:ln>
        </p:spPr>
        <p:txBody>
          <a:bodyPr wrap="square" lIns="0" tIns="0" rIns="0" bIns="0" rtlCol="0"/>
          <a:lstStyle/>
          <a:p/>
        </p:txBody>
      </p:sp>
      <p:sp>
        <p:nvSpPr>
          <p:cNvPr id="38" name="object 38"/>
          <p:cNvSpPr txBox="1"/>
          <p:nvPr/>
        </p:nvSpPr>
        <p:spPr>
          <a:xfrm>
            <a:off x="9181553" y="4769611"/>
            <a:ext cx="114681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4472C4"/>
                </a:solidFill>
                <a:latin typeface="Arial" panose="020B0604020202020204"/>
                <a:cs typeface="Arial" panose="020B0604020202020204"/>
              </a:rPr>
              <a:t>Redundant</a:t>
            </a:r>
            <a:r>
              <a:rPr sz="1200" spc="-80" dirty="0">
                <a:solidFill>
                  <a:srgbClr val="4472C4"/>
                </a:solidFill>
                <a:latin typeface="Arial" panose="020B0604020202020204"/>
                <a:cs typeface="Arial" panose="020B0604020202020204"/>
              </a:rPr>
              <a:t> </a:t>
            </a:r>
            <a:r>
              <a:rPr sz="1200" spc="-10" dirty="0">
                <a:solidFill>
                  <a:srgbClr val="4472C4"/>
                </a:solidFill>
                <a:latin typeface="Arial" panose="020B0604020202020204"/>
                <a:cs typeface="Arial" panose="020B0604020202020204"/>
              </a:rPr>
              <a:t>Fault</a:t>
            </a:r>
            <a:endParaRPr sz="1200">
              <a:latin typeface="Arial" panose="020B0604020202020204"/>
              <a:cs typeface="Arial" panose="020B0604020202020204"/>
            </a:endParaRPr>
          </a:p>
        </p:txBody>
      </p:sp>
      <p:sp>
        <p:nvSpPr>
          <p:cNvPr id="40" name="object 40"/>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51027"/>
            <a:ext cx="2565400" cy="635000"/>
          </a:xfrm>
          <a:prstGeom prst="rect">
            <a:avLst/>
          </a:prstGeom>
        </p:spPr>
        <p:txBody>
          <a:bodyPr vert="horz" wrap="square" lIns="0" tIns="12700" rIns="0" bIns="0" rtlCol="0">
            <a:spAutoFit/>
          </a:bodyPr>
          <a:lstStyle/>
          <a:p>
            <a:pPr marL="12700">
              <a:lnSpc>
                <a:spcPct val="100000"/>
              </a:lnSpc>
              <a:spcBef>
                <a:spcPts val="100"/>
              </a:spcBef>
            </a:pPr>
            <a:r>
              <a:rPr spc="-10" dirty="0"/>
              <a:t>测试覆盖率</a:t>
            </a:r>
            <a:endParaRPr spc="-10" dirty="0"/>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
        <p:nvSpPr>
          <p:cNvPr id="3" name="object 3"/>
          <p:cNvSpPr txBox="1"/>
          <p:nvPr/>
        </p:nvSpPr>
        <p:spPr>
          <a:xfrm>
            <a:off x="455930" y="1537715"/>
            <a:ext cx="6863080" cy="3724910"/>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2"/>
              <a:tabLst>
                <a:tab pos="469265" algn="l"/>
              </a:tabLst>
            </a:pPr>
            <a:r>
              <a:rPr sz="2000" b="1" dirty="0">
                <a:solidFill>
                  <a:srgbClr val="009FE8"/>
                </a:solidFill>
                <a:latin typeface="微软雅黑" panose="020B0503020204020204" charset="-122"/>
                <a:cs typeface="微软雅黑" panose="020B0503020204020204" charset="-122"/>
              </a:rPr>
              <a:t>Fault</a:t>
            </a:r>
            <a:r>
              <a:rPr sz="2000" b="1" spc="-75" dirty="0">
                <a:solidFill>
                  <a:srgbClr val="009FE8"/>
                </a:solidFill>
                <a:latin typeface="微软雅黑" panose="020B0503020204020204" charset="-122"/>
                <a:cs typeface="微软雅黑" panose="020B0503020204020204" charset="-122"/>
              </a:rPr>
              <a:t> </a:t>
            </a:r>
            <a:r>
              <a:rPr sz="2000" b="1" dirty="0">
                <a:solidFill>
                  <a:srgbClr val="009FE8"/>
                </a:solidFill>
                <a:latin typeface="微软雅黑" panose="020B0503020204020204" charset="-122"/>
                <a:cs typeface="微软雅黑" panose="020B0503020204020204" charset="-122"/>
              </a:rPr>
              <a:t>Class</a:t>
            </a:r>
            <a:r>
              <a:rPr sz="2000" b="1" spc="-30" dirty="0">
                <a:solidFill>
                  <a:srgbClr val="009FE8"/>
                </a:solidFill>
                <a:latin typeface="微软雅黑" panose="020B0503020204020204" charset="-122"/>
                <a:cs typeface="微软雅黑" panose="020B0503020204020204" charset="-122"/>
              </a:rPr>
              <a:t> 故障类型</a:t>
            </a:r>
            <a:endParaRPr sz="2000">
              <a:latin typeface="微软雅黑" panose="020B0503020204020204" charset="-122"/>
              <a:cs typeface="微软雅黑" panose="020B0503020204020204" charset="-122"/>
            </a:endParaRPr>
          </a:p>
          <a:p>
            <a:pPr marL="697865" lvl="1" indent="-227965">
              <a:lnSpc>
                <a:spcPct val="100000"/>
              </a:lnSpc>
              <a:spcBef>
                <a:spcPts val="2720"/>
              </a:spcBef>
              <a:buFont typeface="Wingdings" panose="05000000000000000000"/>
              <a:buChar char=""/>
              <a:tabLst>
                <a:tab pos="697865" algn="l"/>
              </a:tabLst>
            </a:pPr>
            <a:r>
              <a:rPr sz="1800" dirty="0">
                <a:solidFill>
                  <a:srgbClr val="009FE8"/>
                </a:solidFill>
                <a:latin typeface="微软雅黑" panose="020B0503020204020204" charset="-122"/>
                <a:cs typeface="微软雅黑" panose="020B0503020204020204" charset="-122"/>
              </a:rPr>
              <a:t>UC</a:t>
            </a:r>
            <a:r>
              <a:rPr sz="1800" spc="-15" dirty="0">
                <a:solidFill>
                  <a:srgbClr val="009FE8"/>
                </a:solidFill>
                <a:latin typeface="微软雅黑" panose="020B0503020204020204" charset="-122"/>
                <a:cs typeface="微软雅黑" panose="020B0503020204020204" charset="-122"/>
              </a:rPr>
              <a:t> </a:t>
            </a:r>
            <a:r>
              <a:rPr sz="1800" dirty="0">
                <a:solidFill>
                  <a:srgbClr val="009FE8"/>
                </a:solidFill>
                <a:latin typeface="微软雅黑" panose="020B0503020204020204" charset="-122"/>
                <a:cs typeface="微软雅黑" panose="020B0503020204020204" charset="-122"/>
              </a:rPr>
              <a:t>&amp;</a:t>
            </a:r>
            <a:r>
              <a:rPr sz="1800" spc="-10" dirty="0">
                <a:solidFill>
                  <a:srgbClr val="009FE8"/>
                </a:solidFill>
                <a:latin typeface="微软雅黑" panose="020B0503020204020204" charset="-122"/>
                <a:cs typeface="微软雅黑" panose="020B0503020204020204" charset="-122"/>
              </a:rPr>
              <a:t> </a:t>
            </a:r>
            <a:r>
              <a:rPr sz="1800" spc="-25" dirty="0">
                <a:solidFill>
                  <a:srgbClr val="009FE8"/>
                </a:solidFill>
                <a:latin typeface="微软雅黑" panose="020B0503020204020204" charset="-122"/>
                <a:cs typeface="微软雅黑" panose="020B0503020204020204" charset="-122"/>
              </a:rPr>
              <a:t>UO</a:t>
            </a:r>
            <a:endParaRPr sz="1800">
              <a:latin typeface="微软雅黑" panose="020B0503020204020204" charset="-122"/>
              <a:cs typeface="微软雅黑" panose="020B0503020204020204" charset="-122"/>
            </a:endParaRPr>
          </a:p>
          <a:p>
            <a:pPr marL="1155065" lvl="2" indent="-227965">
              <a:lnSpc>
                <a:spcPct val="100000"/>
              </a:lnSpc>
              <a:spcBef>
                <a:spcPts val="2525"/>
              </a:spcBef>
              <a:buFont typeface="Wingdings" panose="05000000000000000000"/>
              <a:buChar char=""/>
              <a:tabLst>
                <a:tab pos="1155065" algn="l"/>
              </a:tabLst>
            </a:pPr>
            <a:r>
              <a:rPr sz="1600" dirty="0">
                <a:solidFill>
                  <a:srgbClr val="009FE8"/>
                </a:solidFill>
                <a:latin typeface="微软雅黑" panose="020B0503020204020204" charset="-122"/>
                <a:cs typeface="微软雅黑" panose="020B0503020204020204" charset="-122"/>
              </a:rPr>
              <a:t>UC : </a:t>
            </a:r>
            <a:r>
              <a:rPr sz="1600" spc="-10" dirty="0">
                <a:solidFill>
                  <a:srgbClr val="009FE8"/>
                </a:solidFill>
                <a:latin typeface="微软雅黑" panose="020B0503020204020204" charset="-122"/>
                <a:cs typeface="微软雅黑" panose="020B0503020204020204" charset="-122"/>
              </a:rPr>
              <a:t>Uncontrollable：无法设置电路状态来激活这个故障</a:t>
            </a:r>
            <a:endParaRPr sz="1600">
              <a:latin typeface="微软雅黑" panose="020B0503020204020204" charset="-122"/>
              <a:cs typeface="微软雅黑" panose="020B0503020204020204" charset="-122"/>
            </a:endParaRPr>
          </a:p>
          <a:p>
            <a:pPr marL="1155065" lvl="2" indent="-227965">
              <a:lnSpc>
                <a:spcPct val="100000"/>
              </a:lnSpc>
              <a:spcBef>
                <a:spcPts val="2380"/>
              </a:spcBef>
              <a:buFont typeface="Wingdings" panose="05000000000000000000"/>
              <a:buChar char=""/>
              <a:tabLst>
                <a:tab pos="1155065" algn="l"/>
              </a:tabLst>
            </a:pPr>
            <a:r>
              <a:rPr sz="1600" dirty="0">
                <a:solidFill>
                  <a:srgbClr val="009FE8"/>
                </a:solidFill>
                <a:latin typeface="微软雅黑" panose="020B0503020204020204" charset="-122"/>
                <a:cs typeface="微软雅黑" panose="020B0503020204020204" charset="-122"/>
              </a:rPr>
              <a:t>UO</a:t>
            </a:r>
            <a:r>
              <a:rPr sz="1600" spc="-20" dirty="0">
                <a:solidFill>
                  <a:srgbClr val="009FE8"/>
                </a:solidFill>
                <a:latin typeface="微软雅黑" panose="020B0503020204020204" charset="-122"/>
                <a:cs typeface="微软雅黑" panose="020B0503020204020204" charset="-122"/>
              </a:rPr>
              <a:t> : </a:t>
            </a:r>
            <a:r>
              <a:rPr sz="1600" dirty="0">
                <a:solidFill>
                  <a:srgbClr val="009FE8"/>
                </a:solidFill>
                <a:latin typeface="微软雅黑" panose="020B0503020204020204" charset="-122"/>
                <a:cs typeface="微软雅黑" panose="020B0503020204020204" charset="-122"/>
              </a:rPr>
              <a:t>Unobservable</a:t>
            </a:r>
            <a:r>
              <a:rPr sz="1600" spc="-15" dirty="0">
                <a:solidFill>
                  <a:srgbClr val="009FE8"/>
                </a:solidFill>
                <a:latin typeface="微软雅黑" panose="020B0503020204020204" charset="-122"/>
                <a:cs typeface="微软雅黑" panose="020B0503020204020204" charset="-122"/>
              </a:rPr>
              <a:t>: 故障无法传递到后面的可观测点</a:t>
            </a:r>
            <a:endParaRPr sz="1600">
              <a:latin typeface="微软雅黑" panose="020B0503020204020204" charset="-122"/>
              <a:cs typeface="微软雅黑" panose="020B0503020204020204" charset="-122"/>
            </a:endParaRPr>
          </a:p>
          <a:p>
            <a:pPr marL="1155065" lvl="2" indent="-227965">
              <a:lnSpc>
                <a:spcPct val="100000"/>
              </a:lnSpc>
              <a:spcBef>
                <a:spcPts val="2495"/>
              </a:spcBef>
              <a:buFont typeface="Wingdings" panose="05000000000000000000"/>
              <a:buChar char=""/>
              <a:tabLst>
                <a:tab pos="1155065" algn="l"/>
              </a:tabLst>
            </a:pPr>
            <a:r>
              <a:rPr sz="1600" dirty="0">
                <a:solidFill>
                  <a:srgbClr val="009FE8"/>
                </a:solidFill>
                <a:latin typeface="微软雅黑" panose="020B0503020204020204" charset="-122"/>
                <a:cs typeface="微软雅黑" panose="020B0503020204020204" charset="-122"/>
              </a:rPr>
              <a:t>在做</a:t>
            </a:r>
            <a:r>
              <a:rPr sz="1600" spc="-45" dirty="0">
                <a:solidFill>
                  <a:srgbClr val="009FE8"/>
                </a:solidFill>
                <a:latin typeface="微软雅黑" panose="020B0503020204020204" charset="-122"/>
                <a:cs typeface="微软雅黑" panose="020B0503020204020204" charset="-122"/>
              </a:rPr>
              <a:t>ATPG</a:t>
            </a:r>
            <a:r>
              <a:rPr sz="1600" dirty="0">
                <a:solidFill>
                  <a:srgbClr val="009FE8"/>
                </a:solidFill>
                <a:latin typeface="微软雅黑" panose="020B0503020204020204" charset="-122"/>
                <a:cs typeface="微软雅黑" panose="020B0503020204020204" charset="-122"/>
              </a:rPr>
              <a:t>之前，覆盖率报告会把所有testable</a:t>
            </a:r>
            <a:r>
              <a:rPr sz="1600" spc="-20" dirty="0">
                <a:solidFill>
                  <a:srgbClr val="009FE8"/>
                </a:solidFill>
                <a:latin typeface="微软雅黑" panose="020B0503020204020204" charset="-122"/>
                <a:cs typeface="微软雅黑" panose="020B0503020204020204" charset="-122"/>
              </a:rPr>
              <a:t> </a:t>
            </a:r>
            <a:r>
              <a:rPr sz="1600" spc="-10" dirty="0">
                <a:solidFill>
                  <a:srgbClr val="009FE8"/>
                </a:solidFill>
                <a:latin typeface="微软雅黑" panose="020B0503020204020204" charset="-122"/>
                <a:cs typeface="微软雅黑" panose="020B0503020204020204" charset="-122"/>
              </a:rPr>
              <a:t>faults</a:t>
            </a:r>
            <a:r>
              <a:rPr sz="1600" dirty="0">
                <a:solidFill>
                  <a:srgbClr val="009FE8"/>
                </a:solidFill>
                <a:latin typeface="微软雅黑" panose="020B0503020204020204" charset="-122"/>
                <a:cs typeface="微软雅黑" panose="020B0503020204020204" charset="-122"/>
              </a:rPr>
              <a:t>归为</a:t>
            </a:r>
            <a:r>
              <a:rPr sz="1600" spc="-25" dirty="0">
                <a:solidFill>
                  <a:srgbClr val="009FE8"/>
                </a:solidFill>
                <a:latin typeface="微软雅黑" panose="020B0503020204020204" charset="-122"/>
                <a:cs typeface="微软雅黑" panose="020B0503020204020204" charset="-122"/>
              </a:rPr>
              <a:t>UC</a:t>
            </a:r>
            <a:endParaRPr sz="1600">
              <a:latin typeface="微软雅黑" panose="020B0503020204020204" charset="-122"/>
              <a:cs typeface="微软雅黑" panose="020B0503020204020204" charset="-122"/>
            </a:endParaRPr>
          </a:p>
          <a:p>
            <a:pPr marL="1155065" lvl="2" indent="-227965">
              <a:lnSpc>
                <a:spcPct val="100000"/>
              </a:lnSpc>
              <a:spcBef>
                <a:spcPts val="2375"/>
              </a:spcBef>
              <a:buFont typeface="Wingdings" panose="05000000000000000000"/>
              <a:buChar char=""/>
              <a:tabLst>
                <a:tab pos="1155065" algn="l"/>
              </a:tabLst>
            </a:pPr>
            <a:r>
              <a:rPr sz="1600" dirty="0">
                <a:solidFill>
                  <a:srgbClr val="009FE8"/>
                </a:solidFill>
                <a:latin typeface="微软雅黑" panose="020B0503020204020204" charset="-122"/>
                <a:cs typeface="微软雅黑" panose="020B0503020204020204" charset="-122"/>
              </a:rPr>
              <a:t>在做</a:t>
            </a:r>
            <a:r>
              <a:rPr sz="1600" spc="-45" dirty="0">
                <a:solidFill>
                  <a:srgbClr val="009FE8"/>
                </a:solidFill>
                <a:latin typeface="微软雅黑" panose="020B0503020204020204" charset="-122"/>
                <a:cs typeface="微软雅黑" panose="020B0503020204020204" charset="-122"/>
              </a:rPr>
              <a:t>ATPG</a:t>
            </a:r>
            <a:r>
              <a:rPr sz="1600" dirty="0">
                <a:solidFill>
                  <a:srgbClr val="009FE8"/>
                </a:solidFill>
                <a:latin typeface="微软雅黑" panose="020B0503020204020204" charset="-122"/>
                <a:cs typeface="微软雅黑" panose="020B0503020204020204" charset="-122"/>
              </a:rPr>
              <a:t>之后，某一个故障同时是</a:t>
            </a:r>
            <a:r>
              <a:rPr sz="1600" spc="-10" dirty="0">
                <a:solidFill>
                  <a:srgbClr val="009FE8"/>
                </a:solidFill>
                <a:latin typeface="微软雅黑" panose="020B0503020204020204" charset="-122"/>
                <a:cs typeface="微软雅黑" panose="020B0503020204020204" charset="-122"/>
              </a:rPr>
              <a:t>UC</a:t>
            </a:r>
            <a:r>
              <a:rPr sz="1600" dirty="0">
                <a:solidFill>
                  <a:srgbClr val="009FE8"/>
                </a:solidFill>
                <a:latin typeface="微软雅黑" panose="020B0503020204020204" charset="-122"/>
                <a:cs typeface="微软雅黑" panose="020B0503020204020204" charset="-122"/>
              </a:rPr>
              <a:t>和</a:t>
            </a:r>
            <a:r>
              <a:rPr sz="1600" spc="-10" dirty="0">
                <a:solidFill>
                  <a:srgbClr val="009FE8"/>
                </a:solidFill>
                <a:latin typeface="微软雅黑" panose="020B0503020204020204" charset="-122"/>
                <a:cs typeface="微软雅黑" panose="020B0503020204020204" charset="-122"/>
              </a:rPr>
              <a:t>UO</a:t>
            </a:r>
            <a:r>
              <a:rPr sz="1600" dirty="0">
                <a:solidFill>
                  <a:srgbClr val="009FE8"/>
                </a:solidFill>
                <a:latin typeface="微软雅黑" panose="020B0503020204020204" charset="-122"/>
                <a:cs typeface="微软雅黑" panose="020B0503020204020204" charset="-122"/>
              </a:rPr>
              <a:t>的话，归为</a:t>
            </a:r>
            <a:r>
              <a:rPr sz="1600" spc="-25" dirty="0">
                <a:solidFill>
                  <a:srgbClr val="009FE8"/>
                </a:solidFill>
                <a:latin typeface="微软雅黑" panose="020B0503020204020204" charset="-122"/>
                <a:cs typeface="微软雅黑" panose="020B0503020204020204" charset="-122"/>
              </a:rPr>
              <a:t>UC</a:t>
            </a:r>
            <a:endParaRPr sz="1600">
              <a:latin typeface="微软雅黑" panose="020B0503020204020204" charset="-122"/>
              <a:cs typeface="微软雅黑" panose="020B0503020204020204" charset="-122"/>
            </a:endParaRPr>
          </a:p>
          <a:p>
            <a:pPr marL="1155065" lvl="2" indent="-227965">
              <a:lnSpc>
                <a:spcPct val="100000"/>
              </a:lnSpc>
              <a:spcBef>
                <a:spcPts val="2470"/>
              </a:spcBef>
              <a:buFont typeface="Wingdings" panose="05000000000000000000"/>
              <a:buChar char=""/>
              <a:tabLst>
                <a:tab pos="1155065" algn="l"/>
              </a:tabLst>
            </a:pPr>
            <a:r>
              <a:rPr sz="1600" dirty="0">
                <a:solidFill>
                  <a:srgbClr val="009FE8"/>
                </a:solidFill>
                <a:latin typeface="微软雅黑" panose="020B0503020204020204" charset="-122"/>
                <a:cs typeface="微软雅黑" panose="020B0503020204020204" charset="-122"/>
              </a:rPr>
              <a:t>设置</a:t>
            </a:r>
            <a:r>
              <a:rPr sz="1600" spc="-20" dirty="0">
                <a:solidFill>
                  <a:srgbClr val="009FE8"/>
                </a:solidFill>
                <a:latin typeface="微软雅黑" panose="020B0503020204020204" charset="-122"/>
                <a:cs typeface="微软雅黑" panose="020B0503020204020204" charset="-122"/>
              </a:rPr>
              <a:t>ATPG</a:t>
            </a:r>
            <a:r>
              <a:rPr sz="1600" spc="-25" dirty="0">
                <a:solidFill>
                  <a:srgbClr val="009FE8"/>
                </a:solidFill>
                <a:latin typeface="微软雅黑" panose="020B0503020204020204" charset="-122"/>
                <a:cs typeface="微软雅黑" panose="020B0503020204020204" charset="-122"/>
              </a:rPr>
              <a:t> </a:t>
            </a:r>
            <a:r>
              <a:rPr sz="1600" dirty="0">
                <a:solidFill>
                  <a:srgbClr val="009FE8"/>
                </a:solidFill>
                <a:latin typeface="微软雅黑" panose="020B0503020204020204" charset="-122"/>
                <a:cs typeface="微软雅黑" panose="020B0503020204020204" charset="-122"/>
              </a:rPr>
              <a:t>abort</a:t>
            </a:r>
            <a:r>
              <a:rPr sz="1600" spc="-15" dirty="0">
                <a:solidFill>
                  <a:srgbClr val="009FE8"/>
                </a:solidFill>
                <a:latin typeface="微软雅黑" panose="020B0503020204020204" charset="-122"/>
                <a:cs typeface="微软雅黑" panose="020B0503020204020204" charset="-122"/>
              </a:rPr>
              <a:t> </a:t>
            </a:r>
            <a:r>
              <a:rPr sz="1600" spc="-10" dirty="0">
                <a:solidFill>
                  <a:srgbClr val="009FE8"/>
                </a:solidFill>
                <a:latin typeface="微软雅黑" panose="020B0503020204020204" charset="-122"/>
                <a:cs typeface="微软雅黑" panose="020B0503020204020204" charset="-122"/>
              </a:rPr>
              <a:t>limit</a:t>
            </a:r>
            <a:r>
              <a:rPr sz="1600" dirty="0">
                <a:solidFill>
                  <a:srgbClr val="009FE8"/>
                </a:solidFill>
                <a:latin typeface="微软雅黑" panose="020B0503020204020204" charset="-122"/>
                <a:cs typeface="微软雅黑" panose="020B0503020204020204" charset="-122"/>
              </a:rPr>
              <a:t>导致的</a:t>
            </a:r>
            <a:r>
              <a:rPr sz="1600" spc="-10" dirty="0">
                <a:solidFill>
                  <a:srgbClr val="009FE8"/>
                </a:solidFill>
                <a:latin typeface="微软雅黑" panose="020B0503020204020204" charset="-122"/>
                <a:cs typeface="微软雅黑" panose="020B0503020204020204" charset="-122"/>
              </a:rPr>
              <a:t>UC,UO</a:t>
            </a:r>
            <a:r>
              <a:rPr sz="1600" spc="-5" dirty="0">
                <a:solidFill>
                  <a:srgbClr val="009FE8"/>
                </a:solidFill>
                <a:latin typeface="微软雅黑" panose="020B0503020204020204" charset="-122"/>
                <a:cs typeface="微软雅黑" panose="020B0503020204020204" charset="-122"/>
              </a:rPr>
              <a:t>，称为</a:t>
            </a:r>
            <a:r>
              <a:rPr sz="1600" spc="-20" dirty="0">
                <a:solidFill>
                  <a:srgbClr val="009FE8"/>
                </a:solidFill>
                <a:latin typeface="微软雅黑" panose="020B0503020204020204" charset="-122"/>
                <a:cs typeface="微软雅黑" panose="020B0503020204020204" charset="-122"/>
              </a:rPr>
              <a:t>ATPG</a:t>
            </a:r>
            <a:r>
              <a:rPr sz="1600" spc="-25" dirty="0">
                <a:solidFill>
                  <a:srgbClr val="009FE8"/>
                </a:solidFill>
                <a:latin typeface="微软雅黑" panose="020B0503020204020204" charset="-122"/>
                <a:cs typeface="微软雅黑" panose="020B0503020204020204" charset="-122"/>
              </a:rPr>
              <a:t> </a:t>
            </a:r>
            <a:r>
              <a:rPr sz="1600" dirty="0">
                <a:solidFill>
                  <a:srgbClr val="009FE8"/>
                </a:solidFill>
                <a:latin typeface="微软雅黑" panose="020B0503020204020204" charset="-122"/>
                <a:cs typeface="微软雅黑" panose="020B0503020204020204" charset="-122"/>
              </a:rPr>
              <a:t>Abort</a:t>
            </a:r>
            <a:r>
              <a:rPr sz="1600" spc="-10" dirty="0">
                <a:solidFill>
                  <a:srgbClr val="009FE8"/>
                </a:solidFill>
                <a:latin typeface="微软雅黑" panose="020B0503020204020204" charset="-122"/>
                <a:cs typeface="微软雅黑" panose="020B0503020204020204" charset="-122"/>
              </a:rPr>
              <a:t>： </a:t>
            </a:r>
            <a:r>
              <a:rPr sz="1600" spc="-25" dirty="0">
                <a:solidFill>
                  <a:srgbClr val="009FE8"/>
                </a:solidFill>
                <a:latin typeface="微软雅黑" panose="020B0503020204020204" charset="-122"/>
                <a:cs typeface="微软雅黑" panose="020B0503020204020204" charset="-122"/>
              </a:rPr>
              <a:t>AAB</a:t>
            </a:r>
            <a:endParaRPr sz="1600">
              <a:latin typeface="微软雅黑" panose="020B0503020204020204" charset="-122"/>
              <a:cs typeface="微软雅黑" panose="020B050302020402020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184670"/>
            <a:ext cx="146050" cy="369570"/>
          </a:xfrm>
          <a:custGeom>
            <a:avLst/>
            <a:gdLst/>
            <a:ahLst/>
            <a:cxnLst/>
            <a:rect l="l" t="t" r="r" b="b"/>
            <a:pathLst>
              <a:path w="146050" h="369570">
                <a:moveTo>
                  <a:pt x="145492" y="0"/>
                </a:moveTo>
                <a:lnTo>
                  <a:pt x="0" y="0"/>
                </a:lnTo>
                <a:lnTo>
                  <a:pt x="0" y="369328"/>
                </a:lnTo>
                <a:lnTo>
                  <a:pt x="145492" y="369328"/>
                </a:lnTo>
                <a:lnTo>
                  <a:pt x="145492" y="0"/>
                </a:lnTo>
                <a:close/>
              </a:path>
            </a:pathLst>
          </a:custGeom>
          <a:solidFill>
            <a:srgbClr val="5B9BD5"/>
          </a:solidFill>
        </p:spPr>
        <p:txBody>
          <a:bodyPr wrap="square" lIns="0" tIns="0" rIns="0" bIns="0" rtlCol="0"/>
          <a:lstStyle/>
          <a:p/>
        </p:txBody>
      </p:sp>
      <p:sp>
        <p:nvSpPr>
          <p:cNvPr id="4" name="object 4"/>
          <p:cNvSpPr txBox="1">
            <a:spLocks noGrp="1"/>
          </p:cNvSpPr>
          <p:nvPr>
            <p:ph type="title"/>
          </p:nvPr>
        </p:nvSpPr>
        <p:spPr>
          <a:xfrm>
            <a:off x="4703445" y="2410459"/>
            <a:ext cx="2785110" cy="756920"/>
          </a:xfrm>
          <a:prstGeom prst="rect">
            <a:avLst/>
          </a:prstGeom>
        </p:spPr>
        <p:txBody>
          <a:bodyPr vert="horz" wrap="square" lIns="0" tIns="12700" rIns="0" bIns="0" rtlCol="0">
            <a:spAutoFit/>
          </a:bodyPr>
          <a:lstStyle/>
          <a:p>
            <a:pPr marL="12700">
              <a:lnSpc>
                <a:spcPct val="100000"/>
              </a:lnSpc>
              <a:spcBef>
                <a:spcPts val="100"/>
              </a:spcBef>
            </a:pPr>
            <a:r>
              <a:rPr sz="4800" spc="-140" dirty="0"/>
              <a:t>JTAG</a:t>
            </a:r>
            <a:r>
              <a:rPr sz="4800" spc="-25" dirty="0"/>
              <a:t>简介</a:t>
            </a:r>
            <a:endParaRPr sz="48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10" dirty="0"/>
              <a:t>JTAG</a:t>
            </a:r>
            <a:r>
              <a:rPr spc="-20" dirty="0"/>
              <a:t>的概念</a:t>
            </a:r>
            <a:endParaRPr spc="-20" dirty="0"/>
          </a:p>
        </p:txBody>
      </p:sp>
      <p:sp>
        <p:nvSpPr>
          <p:cNvPr id="3" name="object 3"/>
          <p:cNvSpPr txBox="1"/>
          <p:nvPr/>
        </p:nvSpPr>
        <p:spPr>
          <a:xfrm>
            <a:off x="963930" y="1578355"/>
            <a:ext cx="4427220" cy="4014470"/>
          </a:xfrm>
          <a:prstGeom prst="rect">
            <a:avLst/>
          </a:prstGeom>
        </p:spPr>
        <p:txBody>
          <a:bodyPr vert="horz" wrap="square" lIns="0" tIns="12700" rIns="0" bIns="0" rtlCol="0">
            <a:spAutoFit/>
          </a:bodyPr>
          <a:lstStyle/>
          <a:p>
            <a:pPr marL="469265" indent="-456565">
              <a:lnSpc>
                <a:spcPct val="100000"/>
              </a:lnSpc>
              <a:spcBef>
                <a:spcPts val="100"/>
              </a:spcBef>
              <a:buAutoNum type="arabicPeriod"/>
              <a:tabLst>
                <a:tab pos="469265" algn="l"/>
              </a:tabLst>
            </a:pPr>
            <a:r>
              <a:rPr lang="zh-CN" altLang="en-US" sz="2400" b="1" spc="-135" dirty="0">
                <a:solidFill>
                  <a:srgbClr val="009FE8"/>
                </a:solidFill>
                <a:latin typeface="微软雅黑" panose="020B0503020204020204" charset="-122"/>
                <a:cs typeface="微软雅黑" panose="020B0503020204020204" charset="-122"/>
              </a:rPr>
              <a:t>背</a:t>
            </a:r>
            <a:r>
              <a:rPr sz="2400" b="1" spc="-135" dirty="0">
                <a:solidFill>
                  <a:srgbClr val="009FE8"/>
                </a:solidFill>
                <a:latin typeface="微软雅黑" panose="020B0503020204020204" charset="-122"/>
                <a:cs typeface="微软雅黑" panose="020B0503020204020204" charset="-122"/>
              </a:rPr>
              <a:t>景介绍</a:t>
            </a:r>
            <a:endParaRPr sz="2400">
              <a:latin typeface="微软雅黑" panose="020B0503020204020204" charset="-122"/>
              <a:cs typeface="微软雅黑" panose="020B0503020204020204" charset="-122"/>
            </a:endParaRPr>
          </a:p>
          <a:p>
            <a:pPr marL="926465" lvl="1" indent="-456565">
              <a:lnSpc>
                <a:spcPct val="100000"/>
              </a:lnSpc>
              <a:spcBef>
                <a:spcPts val="3110"/>
              </a:spcBef>
              <a:buAutoNum type="arabicPeriod"/>
              <a:tabLst>
                <a:tab pos="926465" algn="l"/>
              </a:tabLst>
            </a:pPr>
            <a:r>
              <a:rPr sz="2000" spc="-5" dirty="0">
                <a:solidFill>
                  <a:srgbClr val="009FE8"/>
                </a:solidFill>
                <a:latin typeface="微软雅黑" panose="020B0503020204020204" charset="-122"/>
                <a:cs typeface="微软雅黑" panose="020B0503020204020204" charset="-122"/>
              </a:rPr>
              <a:t>机台芯片测试 </a:t>
            </a:r>
            <a:r>
              <a:rPr sz="2000" dirty="0">
                <a:solidFill>
                  <a:srgbClr val="009FE8"/>
                </a:solidFill>
                <a:latin typeface="微软雅黑" panose="020B0503020204020204" charset="-122"/>
                <a:cs typeface="微软雅黑" panose="020B0503020204020204" charset="-122"/>
              </a:rPr>
              <a:t>VS</a:t>
            </a:r>
            <a:r>
              <a:rPr sz="2000" spc="-25" dirty="0">
                <a:solidFill>
                  <a:srgbClr val="009FE8"/>
                </a:solidFill>
                <a:latin typeface="微软雅黑" panose="020B0503020204020204" charset="-122"/>
                <a:cs typeface="微软雅黑" panose="020B0503020204020204" charset="-122"/>
              </a:rPr>
              <a:t> </a:t>
            </a:r>
            <a:r>
              <a:rPr sz="2000" spc="-10" dirty="0">
                <a:solidFill>
                  <a:srgbClr val="009FE8"/>
                </a:solidFill>
                <a:latin typeface="微软雅黑" panose="020B0503020204020204" charset="-122"/>
                <a:cs typeface="微软雅黑" panose="020B0503020204020204" charset="-122"/>
              </a:rPr>
              <a:t>PCB</a:t>
            </a:r>
            <a:r>
              <a:rPr sz="2000" spc="-15" dirty="0">
                <a:solidFill>
                  <a:srgbClr val="009FE8"/>
                </a:solidFill>
                <a:latin typeface="微软雅黑" panose="020B0503020204020204" charset="-122"/>
                <a:cs typeface="微软雅黑" panose="020B0503020204020204" charset="-122"/>
              </a:rPr>
              <a:t>板上测试</a:t>
            </a:r>
            <a:endParaRPr sz="2000">
              <a:latin typeface="微软雅黑" panose="020B0503020204020204" charset="-122"/>
              <a:cs typeface="微软雅黑" panose="020B0503020204020204" charset="-122"/>
            </a:endParaRPr>
          </a:p>
          <a:p>
            <a:pPr marL="926465" lvl="1" indent="-456565">
              <a:lnSpc>
                <a:spcPct val="100000"/>
              </a:lnSpc>
              <a:spcBef>
                <a:spcPts val="2905"/>
              </a:spcBef>
              <a:buAutoNum type="arabicPeriod"/>
              <a:tabLst>
                <a:tab pos="926465" algn="l"/>
              </a:tabLst>
            </a:pPr>
            <a:r>
              <a:rPr sz="2000" spc="-10" dirty="0">
                <a:solidFill>
                  <a:srgbClr val="009FE8"/>
                </a:solidFill>
                <a:latin typeface="微软雅黑" panose="020B0503020204020204" charset="-122"/>
                <a:cs typeface="微软雅黑" panose="020B0503020204020204" charset="-122"/>
              </a:rPr>
              <a:t>板级芯片间测试</a:t>
            </a:r>
            <a:endParaRPr sz="2000">
              <a:latin typeface="微软雅黑" panose="020B0503020204020204" charset="-122"/>
              <a:cs typeface="微软雅黑" panose="020B0503020204020204" charset="-122"/>
            </a:endParaRPr>
          </a:p>
          <a:p>
            <a:pPr marL="1383665" lvl="2" indent="-456565">
              <a:lnSpc>
                <a:spcPct val="100000"/>
              </a:lnSpc>
              <a:spcBef>
                <a:spcPts val="2485"/>
              </a:spcBef>
              <a:buAutoNum type="arabicPeriod"/>
              <a:tabLst>
                <a:tab pos="1383665" algn="l"/>
              </a:tabLst>
            </a:pPr>
            <a:r>
              <a:rPr sz="1600" spc="-10" dirty="0">
                <a:solidFill>
                  <a:srgbClr val="009FE8"/>
                </a:solidFill>
                <a:latin typeface="微软雅黑" panose="020B0503020204020204" charset="-122"/>
                <a:cs typeface="微软雅黑" panose="020B0503020204020204" charset="-122"/>
              </a:rPr>
              <a:t>传统针床测试</a:t>
            </a:r>
            <a:endParaRPr sz="1600">
              <a:latin typeface="微软雅黑" panose="020B0503020204020204" charset="-122"/>
              <a:cs typeface="微软雅黑" panose="020B0503020204020204" charset="-122"/>
            </a:endParaRPr>
          </a:p>
          <a:p>
            <a:pPr marL="1840865" lvl="3" indent="-456565">
              <a:lnSpc>
                <a:spcPct val="100000"/>
              </a:lnSpc>
              <a:spcBef>
                <a:spcPts val="2500"/>
              </a:spcBef>
              <a:buAutoNum type="arabicPeriod"/>
              <a:tabLst>
                <a:tab pos="1840230" algn="l"/>
              </a:tabLst>
            </a:pPr>
            <a:r>
              <a:rPr sz="1600" spc="-10" dirty="0">
                <a:solidFill>
                  <a:srgbClr val="009FE8"/>
                </a:solidFill>
                <a:latin typeface="微软雅黑" panose="020B0503020204020204" charset="-122"/>
                <a:cs typeface="微软雅黑" panose="020B0503020204020204" charset="-122"/>
              </a:rPr>
              <a:t>芯片管脚日益增多</a:t>
            </a:r>
            <a:endParaRPr sz="1600">
              <a:latin typeface="微软雅黑" panose="020B0503020204020204" charset="-122"/>
              <a:cs typeface="微软雅黑" panose="020B0503020204020204" charset="-122"/>
            </a:endParaRPr>
          </a:p>
          <a:p>
            <a:pPr marL="1840865" lvl="3" indent="-456565">
              <a:lnSpc>
                <a:spcPct val="100000"/>
              </a:lnSpc>
              <a:spcBef>
                <a:spcPts val="2375"/>
              </a:spcBef>
              <a:buAutoNum type="arabicPeriod"/>
              <a:tabLst>
                <a:tab pos="1840230" algn="l"/>
              </a:tabLst>
            </a:pPr>
            <a:r>
              <a:rPr sz="1600" spc="-10" dirty="0">
                <a:solidFill>
                  <a:srgbClr val="009FE8"/>
                </a:solidFill>
                <a:latin typeface="微软雅黑" panose="020B0503020204020204" charset="-122"/>
                <a:cs typeface="微软雅黑" panose="020B0503020204020204" charset="-122"/>
              </a:rPr>
              <a:t>多层印刷电路板</a:t>
            </a:r>
            <a:endParaRPr sz="1600">
              <a:latin typeface="微软雅黑" panose="020B0503020204020204" charset="-122"/>
              <a:cs typeface="微软雅黑" panose="020B0503020204020204" charset="-122"/>
            </a:endParaRPr>
          </a:p>
          <a:p>
            <a:pPr marL="1383665" lvl="2" indent="-456565">
              <a:lnSpc>
                <a:spcPct val="100000"/>
              </a:lnSpc>
              <a:spcBef>
                <a:spcPts val="2470"/>
              </a:spcBef>
              <a:buAutoNum type="arabicPeriod"/>
              <a:tabLst>
                <a:tab pos="1383665" algn="l"/>
              </a:tabLst>
            </a:pPr>
            <a:r>
              <a:rPr sz="1600" spc="-10" dirty="0">
                <a:solidFill>
                  <a:srgbClr val="009FE8"/>
                </a:solidFill>
                <a:latin typeface="微软雅黑" panose="020B0503020204020204" charset="-122"/>
                <a:cs typeface="微软雅黑" panose="020B0503020204020204" charset="-122"/>
              </a:rPr>
              <a:t>新型边界扫描测试</a:t>
            </a:r>
            <a:endParaRPr sz="1600">
              <a:latin typeface="微软雅黑" panose="020B0503020204020204" charset="-122"/>
              <a:cs typeface="微软雅黑" panose="020B0503020204020204" charset="-122"/>
            </a:endParaRPr>
          </a:p>
        </p:txBody>
      </p:sp>
      <p:pic>
        <p:nvPicPr>
          <p:cNvPr id="4" name="object 4"/>
          <p:cNvPicPr/>
          <p:nvPr/>
        </p:nvPicPr>
        <p:blipFill>
          <a:blip r:embed="rId1" cstate="print"/>
          <a:stretch>
            <a:fillRect/>
          </a:stretch>
        </p:blipFill>
        <p:spPr>
          <a:xfrm>
            <a:off x="6729641" y="3327400"/>
            <a:ext cx="4248150" cy="18288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10" dirty="0"/>
              <a:t>JTAG</a:t>
            </a:r>
            <a:r>
              <a:rPr spc="-20" dirty="0"/>
              <a:t>的概念</a:t>
            </a:r>
            <a:endParaRPr spc="-20" dirty="0"/>
          </a:p>
        </p:txBody>
      </p:sp>
      <p:sp>
        <p:nvSpPr>
          <p:cNvPr id="3" name="object 3"/>
          <p:cNvSpPr txBox="1">
            <a:spLocks noGrp="1"/>
          </p:cNvSpPr>
          <p:nvPr>
            <p:ph type="body" idx="1"/>
          </p:nvPr>
        </p:nvSpPr>
        <p:spPr>
          <a:xfrm>
            <a:off x="963930" y="1578355"/>
            <a:ext cx="5314315" cy="2219325"/>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2"/>
              <a:tabLst>
                <a:tab pos="469265" algn="l"/>
              </a:tabLst>
            </a:pPr>
            <a:r>
              <a:rPr dirty="0"/>
              <a:t>边界扫描测试 （Boundary</a:t>
            </a:r>
            <a:r>
              <a:rPr spc="15" dirty="0"/>
              <a:t> </a:t>
            </a:r>
            <a:r>
              <a:rPr spc="-10" dirty="0"/>
              <a:t>Scan）</a:t>
            </a:r>
            <a:endParaRPr spc="-10" dirty="0"/>
          </a:p>
          <a:p>
            <a:pPr marL="926465" lvl="1" indent="-456565">
              <a:lnSpc>
                <a:spcPct val="100000"/>
              </a:lnSpc>
              <a:spcBef>
                <a:spcPts val="3110"/>
              </a:spcBef>
              <a:buAutoNum type="arabicPeriod"/>
              <a:tabLst>
                <a:tab pos="926465" algn="l"/>
              </a:tabLst>
            </a:pPr>
            <a:r>
              <a:rPr sz="2000" spc="-25" dirty="0">
                <a:solidFill>
                  <a:srgbClr val="009FE8"/>
                </a:solidFill>
                <a:latin typeface="微软雅黑" panose="020B0503020204020204" charset="-122"/>
                <a:cs typeface="微软雅黑" panose="020B0503020204020204" charset="-122"/>
              </a:rPr>
              <a:t>目的</a:t>
            </a:r>
            <a:endParaRPr sz="2000">
              <a:latin typeface="微软雅黑" panose="020B0503020204020204" charset="-122"/>
              <a:cs typeface="微软雅黑" panose="020B0503020204020204" charset="-122"/>
            </a:endParaRPr>
          </a:p>
          <a:p>
            <a:pPr marL="1383665" lvl="2" indent="-456565">
              <a:lnSpc>
                <a:spcPct val="100000"/>
              </a:lnSpc>
              <a:spcBef>
                <a:spcPts val="2490"/>
              </a:spcBef>
              <a:buAutoNum type="arabicPeriod"/>
              <a:tabLst>
                <a:tab pos="1383665" algn="l"/>
              </a:tabLst>
            </a:pPr>
            <a:r>
              <a:rPr sz="1600" spc="-10" dirty="0">
                <a:solidFill>
                  <a:srgbClr val="009FE8"/>
                </a:solidFill>
                <a:latin typeface="微软雅黑" panose="020B0503020204020204" charset="-122"/>
                <a:cs typeface="微软雅黑" panose="020B0503020204020204" charset="-122"/>
              </a:rPr>
              <a:t>板级芯片互连线测试</a:t>
            </a:r>
            <a:endParaRPr sz="1600" spc="-10" dirty="0">
              <a:solidFill>
                <a:srgbClr val="009FE8"/>
              </a:solidFill>
              <a:latin typeface="微软雅黑" panose="020B0503020204020204" charset="-122"/>
              <a:cs typeface="微软雅黑" panose="020B0503020204020204" charset="-122"/>
            </a:endParaRPr>
          </a:p>
          <a:p>
            <a:pPr marL="457835" lvl="2" indent="0">
              <a:lnSpc>
                <a:spcPct val="100000"/>
              </a:lnSpc>
              <a:spcBef>
                <a:spcPts val="2490"/>
              </a:spcBef>
              <a:buNone/>
              <a:tabLst>
                <a:tab pos="1383665" algn="l"/>
              </a:tabLst>
            </a:pPr>
            <a:r>
              <a:rPr lang="en-US" sz="1600" spc="-10" dirty="0">
                <a:solidFill>
                  <a:srgbClr val="009FE8"/>
                </a:solidFill>
                <a:latin typeface="微软雅黑" panose="020B0503020204020204" charset="-122"/>
                <a:cs typeface="微软雅黑" panose="020B0503020204020204" charset="-122"/>
                <a:sym typeface="+mn-ea"/>
              </a:rPr>
              <a:t>        2.     </a:t>
            </a:r>
            <a:r>
              <a:rPr sz="1600" spc="-10" dirty="0">
                <a:solidFill>
                  <a:srgbClr val="009FE8"/>
                </a:solidFill>
                <a:latin typeface="微软雅黑" panose="020B0503020204020204" charset="-122"/>
                <a:cs typeface="微软雅黑" panose="020B0503020204020204" charset="-122"/>
                <a:sym typeface="+mn-ea"/>
              </a:rPr>
              <a:t>PCB板级芯片测试</a:t>
            </a:r>
            <a:endParaRPr sz="1600">
              <a:latin typeface="微软雅黑" panose="020B0503020204020204" charset="-122"/>
              <a:cs typeface="微软雅黑" panose="020B0503020204020204" charset="-122"/>
            </a:endParaRPr>
          </a:p>
        </p:txBody>
      </p:sp>
      <p:pic>
        <p:nvPicPr>
          <p:cNvPr id="4" name="object 4"/>
          <p:cNvPicPr/>
          <p:nvPr/>
        </p:nvPicPr>
        <p:blipFill>
          <a:blip r:embed="rId1" cstate="print"/>
          <a:stretch>
            <a:fillRect/>
          </a:stretch>
        </p:blipFill>
        <p:spPr>
          <a:xfrm>
            <a:off x="5239070" y="2435347"/>
            <a:ext cx="4983299" cy="3422352"/>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10" dirty="0"/>
              <a:t>JTAG</a:t>
            </a:r>
            <a:r>
              <a:rPr spc="-20" dirty="0"/>
              <a:t>的概念</a:t>
            </a:r>
            <a:endParaRPr spc="-20" dirty="0"/>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469265" indent="-456565">
              <a:lnSpc>
                <a:spcPct val="100000"/>
              </a:lnSpc>
              <a:spcBef>
                <a:spcPts val="100"/>
              </a:spcBef>
              <a:buAutoNum type="arabicPeriod" startAt="2"/>
              <a:tabLst>
                <a:tab pos="469265" algn="l"/>
              </a:tabLst>
            </a:pPr>
            <a:r>
              <a:rPr dirty="0"/>
              <a:t>边界扫描测试 （Boundary</a:t>
            </a:r>
            <a:r>
              <a:rPr spc="15" dirty="0"/>
              <a:t> </a:t>
            </a:r>
            <a:r>
              <a:rPr spc="-10" dirty="0"/>
              <a:t>Scan）</a:t>
            </a:r>
            <a:endParaRPr spc="-10" dirty="0"/>
          </a:p>
          <a:p>
            <a:pPr marL="926465" indent="-456565">
              <a:lnSpc>
                <a:spcPct val="100000"/>
              </a:lnSpc>
              <a:spcBef>
                <a:spcPts val="3110"/>
              </a:spcBef>
              <a:buAutoNum type="arabicPeriod" startAt="2"/>
              <a:tabLst>
                <a:tab pos="926465" algn="l"/>
              </a:tabLst>
            </a:pPr>
            <a:r>
              <a:rPr sz="2000" b="0" spc="-25" dirty="0">
                <a:latin typeface="微软雅黑" panose="020B0503020204020204" charset="-122"/>
                <a:cs typeface="微软雅黑" panose="020B0503020204020204" charset="-122"/>
              </a:rPr>
              <a:t>标准</a:t>
            </a:r>
            <a:endParaRPr sz="2000">
              <a:latin typeface="微软雅黑" panose="020B0503020204020204" charset="-122"/>
              <a:cs typeface="微软雅黑" panose="020B0503020204020204" charset="-122"/>
            </a:endParaRPr>
          </a:p>
          <a:p>
            <a:pPr marL="1155065" lvl="1" indent="-227965">
              <a:lnSpc>
                <a:spcPct val="100000"/>
              </a:lnSpc>
              <a:spcBef>
                <a:spcPts val="2490"/>
              </a:spcBef>
              <a:buFont typeface="Wingdings" panose="05000000000000000000"/>
              <a:buChar char=""/>
              <a:tabLst>
                <a:tab pos="1155065" algn="l"/>
              </a:tabLst>
            </a:pPr>
            <a:r>
              <a:rPr sz="1600" spc="-20" dirty="0">
                <a:solidFill>
                  <a:srgbClr val="009FE8"/>
                </a:solidFill>
                <a:latin typeface="微软雅黑" panose="020B0503020204020204" charset="-122"/>
                <a:cs typeface="微软雅黑" panose="020B0503020204020204" charset="-122"/>
              </a:rPr>
              <a:t>JTAG:</a:t>
            </a:r>
            <a:r>
              <a:rPr sz="1600" spc="-60" dirty="0">
                <a:solidFill>
                  <a:srgbClr val="009FE8"/>
                </a:solidFill>
                <a:latin typeface="微软雅黑" panose="020B0503020204020204" charset="-122"/>
                <a:cs typeface="微软雅黑" panose="020B0503020204020204" charset="-122"/>
              </a:rPr>
              <a:t> </a:t>
            </a:r>
            <a:r>
              <a:rPr sz="1600" dirty="0">
                <a:solidFill>
                  <a:srgbClr val="009FE8"/>
                </a:solidFill>
                <a:latin typeface="微软雅黑" panose="020B0503020204020204" charset="-122"/>
                <a:cs typeface="微软雅黑" panose="020B0503020204020204" charset="-122"/>
              </a:rPr>
              <a:t>Joint</a:t>
            </a:r>
            <a:r>
              <a:rPr sz="1600" spc="-55" dirty="0">
                <a:solidFill>
                  <a:srgbClr val="009FE8"/>
                </a:solidFill>
                <a:latin typeface="微软雅黑" panose="020B0503020204020204" charset="-122"/>
                <a:cs typeface="微软雅黑" panose="020B0503020204020204" charset="-122"/>
              </a:rPr>
              <a:t> </a:t>
            </a:r>
            <a:r>
              <a:rPr sz="1600" spc="-30" dirty="0">
                <a:solidFill>
                  <a:srgbClr val="009FE8"/>
                </a:solidFill>
                <a:latin typeface="微软雅黑" panose="020B0503020204020204" charset="-122"/>
                <a:cs typeface="微软雅黑" panose="020B0503020204020204" charset="-122"/>
              </a:rPr>
              <a:t>Test</a:t>
            </a:r>
            <a:r>
              <a:rPr sz="1600" spc="-55" dirty="0">
                <a:solidFill>
                  <a:srgbClr val="009FE8"/>
                </a:solidFill>
                <a:latin typeface="微软雅黑" panose="020B0503020204020204" charset="-122"/>
                <a:cs typeface="微软雅黑" panose="020B0503020204020204" charset="-122"/>
              </a:rPr>
              <a:t> </a:t>
            </a:r>
            <a:r>
              <a:rPr sz="1600" dirty="0">
                <a:solidFill>
                  <a:srgbClr val="009FE8"/>
                </a:solidFill>
                <a:latin typeface="微软雅黑" panose="020B0503020204020204" charset="-122"/>
                <a:cs typeface="微软雅黑" panose="020B0503020204020204" charset="-122"/>
              </a:rPr>
              <a:t>Action</a:t>
            </a:r>
            <a:r>
              <a:rPr sz="1600" spc="-60" dirty="0">
                <a:solidFill>
                  <a:srgbClr val="009FE8"/>
                </a:solidFill>
                <a:latin typeface="微软雅黑" panose="020B0503020204020204" charset="-122"/>
                <a:cs typeface="微软雅黑" panose="020B0503020204020204" charset="-122"/>
              </a:rPr>
              <a:t> </a:t>
            </a:r>
            <a:r>
              <a:rPr sz="1600" spc="-20" dirty="0">
                <a:solidFill>
                  <a:srgbClr val="009FE8"/>
                </a:solidFill>
                <a:latin typeface="微软雅黑" panose="020B0503020204020204" charset="-122"/>
                <a:cs typeface="微软雅黑" panose="020B0503020204020204" charset="-122"/>
              </a:rPr>
              <a:t>Group</a:t>
            </a:r>
            <a:endParaRPr sz="1600">
              <a:latin typeface="微软雅黑" panose="020B0503020204020204" charset="-122"/>
              <a:cs typeface="微软雅黑" panose="020B0503020204020204" charset="-122"/>
            </a:endParaRPr>
          </a:p>
        </p:txBody>
      </p:sp>
      <p:grpSp>
        <p:nvGrpSpPr>
          <p:cNvPr id="4" name="object 4"/>
          <p:cNvGrpSpPr/>
          <p:nvPr/>
        </p:nvGrpSpPr>
        <p:grpSpPr>
          <a:xfrm>
            <a:off x="174186" y="3852126"/>
            <a:ext cx="10610850" cy="2247900"/>
            <a:chOff x="174186" y="3852126"/>
            <a:chExt cx="10610850" cy="2247900"/>
          </a:xfrm>
        </p:grpSpPr>
        <p:pic>
          <p:nvPicPr>
            <p:cNvPr id="5" name="object 5"/>
            <p:cNvPicPr/>
            <p:nvPr/>
          </p:nvPicPr>
          <p:blipFill>
            <a:blip r:embed="rId1" cstate="print"/>
            <a:stretch>
              <a:fillRect/>
            </a:stretch>
          </p:blipFill>
          <p:spPr>
            <a:xfrm>
              <a:off x="1469529" y="3852126"/>
              <a:ext cx="7061" cy="1080884"/>
            </a:xfrm>
            <a:prstGeom prst="rect">
              <a:avLst/>
            </a:prstGeom>
          </p:spPr>
        </p:pic>
        <p:pic>
          <p:nvPicPr>
            <p:cNvPr id="6" name="object 6"/>
            <p:cNvPicPr/>
            <p:nvPr/>
          </p:nvPicPr>
          <p:blipFill>
            <a:blip r:embed="rId2" cstate="print"/>
            <a:stretch>
              <a:fillRect/>
            </a:stretch>
          </p:blipFill>
          <p:spPr>
            <a:xfrm>
              <a:off x="174186" y="5015661"/>
              <a:ext cx="10610373" cy="1084052"/>
            </a:xfrm>
            <a:prstGeom prst="rect">
              <a:avLst/>
            </a:prstGeom>
          </p:spPr>
        </p:pic>
        <p:pic>
          <p:nvPicPr>
            <p:cNvPr id="7" name="object 7"/>
            <p:cNvPicPr/>
            <p:nvPr/>
          </p:nvPicPr>
          <p:blipFill>
            <a:blip r:embed="rId3" cstate="print"/>
            <a:stretch>
              <a:fillRect/>
            </a:stretch>
          </p:blipFill>
          <p:spPr>
            <a:xfrm>
              <a:off x="5529617" y="3852126"/>
              <a:ext cx="7061" cy="1080884"/>
            </a:xfrm>
            <a:prstGeom prst="rect">
              <a:avLst/>
            </a:prstGeom>
          </p:spPr>
        </p:pic>
      </p:grpSp>
      <p:sp>
        <p:nvSpPr>
          <p:cNvPr id="8" name="object 8"/>
          <p:cNvSpPr txBox="1"/>
          <p:nvPr/>
        </p:nvSpPr>
        <p:spPr>
          <a:xfrm>
            <a:off x="1717294" y="3648286"/>
            <a:ext cx="2006600" cy="833119"/>
          </a:xfrm>
          <a:prstGeom prst="rect">
            <a:avLst/>
          </a:prstGeom>
        </p:spPr>
        <p:txBody>
          <a:bodyPr vert="horz" wrap="square" lIns="0" tIns="128905" rIns="0" bIns="0" rtlCol="0">
            <a:spAutoFit/>
          </a:bodyPr>
          <a:lstStyle/>
          <a:p>
            <a:pPr marL="12700">
              <a:lnSpc>
                <a:spcPct val="100000"/>
              </a:lnSpc>
              <a:spcBef>
                <a:spcPts val="1015"/>
              </a:spcBef>
            </a:pPr>
            <a:r>
              <a:rPr sz="1600" spc="-10" dirty="0">
                <a:latin typeface="Segoe UI" panose="020B0502040204020203"/>
                <a:cs typeface="Segoe UI" panose="020B0502040204020203"/>
              </a:rPr>
              <a:t>IEEE1149.1</a:t>
            </a:r>
            <a:endParaRPr sz="1600">
              <a:latin typeface="Segoe UI" panose="020B0502040204020203"/>
              <a:cs typeface="Segoe UI" panose="020B0502040204020203"/>
            </a:endParaRPr>
          </a:p>
          <a:p>
            <a:pPr marL="12700" marR="5080">
              <a:lnSpc>
                <a:spcPts val="1390"/>
              </a:lnSpc>
              <a:spcBef>
                <a:spcPts val="775"/>
              </a:spcBef>
            </a:pPr>
            <a:r>
              <a:rPr sz="1200" spc="-5" dirty="0">
                <a:latin typeface="宋体" panose="02010600030101010101" pitchFamily="2" charset="-122"/>
                <a:cs typeface="宋体" panose="02010600030101010101" pitchFamily="2" charset="-122"/>
              </a:rPr>
              <a:t>数字电路的边界扫描测试和可编程芯片的在线系统编程</a:t>
            </a:r>
            <a:endParaRPr sz="1200">
              <a:latin typeface="宋体" panose="02010600030101010101" pitchFamily="2" charset="-122"/>
              <a:cs typeface="宋体" panose="02010600030101010101" pitchFamily="2" charset="-122"/>
            </a:endParaRPr>
          </a:p>
        </p:txBody>
      </p:sp>
      <p:sp>
        <p:nvSpPr>
          <p:cNvPr id="9" name="object 9"/>
          <p:cNvSpPr txBox="1"/>
          <p:nvPr/>
        </p:nvSpPr>
        <p:spPr>
          <a:xfrm>
            <a:off x="5722543" y="3648286"/>
            <a:ext cx="2159000" cy="833119"/>
          </a:xfrm>
          <a:prstGeom prst="rect">
            <a:avLst/>
          </a:prstGeom>
        </p:spPr>
        <p:txBody>
          <a:bodyPr vert="horz" wrap="square" lIns="0" tIns="128905" rIns="0" bIns="0" rtlCol="0">
            <a:spAutoFit/>
          </a:bodyPr>
          <a:lstStyle/>
          <a:p>
            <a:pPr marL="12700">
              <a:lnSpc>
                <a:spcPct val="100000"/>
              </a:lnSpc>
              <a:spcBef>
                <a:spcPts val="1015"/>
              </a:spcBef>
            </a:pPr>
            <a:r>
              <a:rPr sz="1600" spc="-45" dirty="0">
                <a:latin typeface="Lucida Sans" panose="020B0602030504020204"/>
                <a:cs typeface="Lucida Sans" panose="020B0602030504020204"/>
              </a:rPr>
              <a:t>IEEE1149.4</a:t>
            </a:r>
            <a:endParaRPr sz="1600">
              <a:latin typeface="Lucida Sans" panose="020B0602030504020204"/>
              <a:cs typeface="Lucida Sans" panose="020B0602030504020204"/>
            </a:endParaRPr>
          </a:p>
          <a:p>
            <a:pPr marL="12700" marR="5080">
              <a:lnSpc>
                <a:spcPts val="1390"/>
              </a:lnSpc>
              <a:spcBef>
                <a:spcPts val="775"/>
              </a:spcBef>
            </a:pPr>
            <a:r>
              <a:rPr sz="1200" spc="-5" dirty="0">
                <a:latin typeface="宋体" panose="02010600030101010101" pitchFamily="2" charset="-122"/>
                <a:cs typeface="宋体" panose="02010600030101010101" pitchFamily="2" charset="-122"/>
              </a:rPr>
              <a:t>增加模拟端口，扩展到数模混合</a:t>
            </a:r>
            <a:r>
              <a:rPr sz="1200" spc="-10" dirty="0">
                <a:latin typeface="宋体" panose="02010600030101010101" pitchFamily="2" charset="-122"/>
                <a:cs typeface="宋体" panose="02010600030101010101" pitchFamily="2" charset="-122"/>
              </a:rPr>
              <a:t>芯片的测试</a:t>
            </a:r>
            <a:endParaRPr sz="1200">
              <a:latin typeface="宋体" panose="02010600030101010101" pitchFamily="2" charset="-122"/>
              <a:cs typeface="宋体" panose="02010600030101010101" pitchFamily="2" charset="-122"/>
            </a:endParaRPr>
          </a:p>
        </p:txBody>
      </p:sp>
      <p:sp>
        <p:nvSpPr>
          <p:cNvPr id="10" name="object 10"/>
          <p:cNvSpPr txBox="1"/>
          <p:nvPr/>
        </p:nvSpPr>
        <p:spPr>
          <a:xfrm>
            <a:off x="3803713" y="5339926"/>
            <a:ext cx="2006600" cy="656590"/>
          </a:xfrm>
          <a:prstGeom prst="rect">
            <a:avLst/>
          </a:prstGeom>
        </p:spPr>
        <p:txBody>
          <a:bodyPr vert="horz" wrap="square" lIns="0" tIns="128905" rIns="0" bIns="0" rtlCol="0">
            <a:spAutoFit/>
          </a:bodyPr>
          <a:lstStyle/>
          <a:p>
            <a:pPr marL="12700">
              <a:lnSpc>
                <a:spcPct val="100000"/>
              </a:lnSpc>
              <a:spcBef>
                <a:spcPts val="1015"/>
              </a:spcBef>
            </a:pPr>
            <a:r>
              <a:rPr sz="1600" spc="-45" dirty="0">
                <a:latin typeface="Lucida Sans" panose="020B0602030504020204"/>
                <a:cs typeface="Lucida Sans" panose="020B0602030504020204"/>
              </a:rPr>
              <a:t>IEEE1149.5</a:t>
            </a:r>
            <a:endParaRPr sz="1600">
              <a:latin typeface="Lucida Sans" panose="020B0602030504020204"/>
              <a:cs typeface="Lucida Sans" panose="020B0602030504020204"/>
            </a:endParaRPr>
          </a:p>
          <a:p>
            <a:pPr marL="12700">
              <a:lnSpc>
                <a:spcPct val="100000"/>
              </a:lnSpc>
              <a:spcBef>
                <a:spcPts val="690"/>
              </a:spcBef>
            </a:pPr>
            <a:r>
              <a:rPr sz="1200" spc="-5" dirty="0">
                <a:latin typeface="宋体" panose="02010600030101010101" pitchFamily="2" charset="-122"/>
                <a:cs typeface="宋体" panose="02010600030101010101" pitchFamily="2" charset="-122"/>
              </a:rPr>
              <a:t>将边界扫描测试扩展到系统级</a:t>
            </a:r>
            <a:endParaRPr sz="1200">
              <a:latin typeface="宋体" panose="02010600030101010101" pitchFamily="2" charset="-122"/>
              <a:cs typeface="宋体" panose="02010600030101010101" pitchFamily="2" charset="-122"/>
            </a:endParaRPr>
          </a:p>
        </p:txBody>
      </p:sp>
      <p:sp>
        <p:nvSpPr>
          <p:cNvPr id="11" name="object 11"/>
          <p:cNvSpPr txBox="1"/>
          <p:nvPr/>
        </p:nvSpPr>
        <p:spPr>
          <a:xfrm>
            <a:off x="7817980" y="5339926"/>
            <a:ext cx="2463800" cy="656590"/>
          </a:xfrm>
          <a:prstGeom prst="rect">
            <a:avLst/>
          </a:prstGeom>
        </p:spPr>
        <p:txBody>
          <a:bodyPr vert="horz" wrap="square" lIns="0" tIns="128905" rIns="0" bIns="0" rtlCol="0">
            <a:spAutoFit/>
          </a:bodyPr>
          <a:lstStyle/>
          <a:p>
            <a:pPr marL="12700">
              <a:lnSpc>
                <a:spcPct val="100000"/>
              </a:lnSpc>
              <a:spcBef>
                <a:spcPts val="1015"/>
              </a:spcBef>
            </a:pPr>
            <a:r>
              <a:rPr sz="1600" spc="-45" dirty="0">
                <a:latin typeface="Lucida Sans" panose="020B0602030504020204"/>
                <a:cs typeface="Lucida Sans" panose="020B0602030504020204"/>
              </a:rPr>
              <a:t>IEEE1149.6</a:t>
            </a:r>
            <a:endParaRPr sz="1600">
              <a:latin typeface="Lucida Sans" panose="020B0602030504020204"/>
              <a:cs typeface="Lucida Sans" panose="020B0602030504020204"/>
            </a:endParaRPr>
          </a:p>
          <a:p>
            <a:pPr marL="12700">
              <a:lnSpc>
                <a:spcPct val="100000"/>
              </a:lnSpc>
              <a:spcBef>
                <a:spcPts val="690"/>
              </a:spcBef>
            </a:pPr>
            <a:r>
              <a:rPr sz="1200" spc="-5" dirty="0">
                <a:latin typeface="宋体" panose="02010600030101010101" pitchFamily="2" charset="-122"/>
                <a:cs typeface="宋体" panose="02010600030101010101" pitchFamily="2" charset="-122"/>
              </a:rPr>
              <a:t>提高差分互联和交流耦合信号的测试</a:t>
            </a:r>
            <a:endParaRPr sz="1200">
              <a:latin typeface="宋体" panose="02010600030101010101" pitchFamily="2" charset="-122"/>
              <a:cs typeface="宋体" panose="02010600030101010101" pitchFamily="2" charset="-122"/>
            </a:endParaRPr>
          </a:p>
        </p:txBody>
      </p:sp>
      <p:grpSp>
        <p:nvGrpSpPr>
          <p:cNvPr id="12" name="object 12"/>
          <p:cNvGrpSpPr/>
          <p:nvPr/>
        </p:nvGrpSpPr>
        <p:grpSpPr>
          <a:xfrm>
            <a:off x="1000696" y="4885944"/>
            <a:ext cx="1230630" cy="661670"/>
            <a:chOff x="1000696" y="4885944"/>
            <a:chExt cx="1230630" cy="661670"/>
          </a:xfrm>
        </p:grpSpPr>
        <p:pic>
          <p:nvPicPr>
            <p:cNvPr id="13" name="object 13"/>
            <p:cNvPicPr/>
            <p:nvPr/>
          </p:nvPicPr>
          <p:blipFill>
            <a:blip r:embed="rId4" cstate="print"/>
            <a:stretch>
              <a:fillRect/>
            </a:stretch>
          </p:blipFill>
          <p:spPr>
            <a:xfrm>
              <a:off x="1002791" y="4934712"/>
              <a:ext cx="1228344" cy="505968"/>
            </a:xfrm>
            <a:prstGeom prst="rect">
              <a:avLst/>
            </a:prstGeom>
          </p:spPr>
        </p:pic>
        <p:pic>
          <p:nvPicPr>
            <p:cNvPr id="14" name="object 14"/>
            <p:cNvPicPr/>
            <p:nvPr/>
          </p:nvPicPr>
          <p:blipFill>
            <a:blip r:embed="rId5" cstate="print"/>
            <a:stretch>
              <a:fillRect/>
            </a:stretch>
          </p:blipFill>
          <p:spPr>
            <a:xfrm>
              <a:off x="1179575" y="4885944"/>
              <a:ext cx="874776" cy="661416"/>
            </a:xfrm>
            <a:prstGeom prst="rect">
              <a:avLst/>
            </a:prstGeom>
          </p:spPr>
        </p:pic>
        <p:sp>
          <p:nvSpPr>
            <p:cNvPr id="15" name="object 15"/>
            <p:cNvSpPr/>
            <p:nvPr/>
          </p:nvSpPr>
          <p:spPr>
            <a:xfrm>
              <a:off x="1000696" y="4932997"/>
              <a:ext cx="944244" cy="223520"/>
            </a:xfrm>
            <a:custGeom>
              <a:avLst/>
              <a:gdLst/>
              <a:ahLst/>
              <a:cxnLst/>
              <a:rect l="l" t="t" r="r" b="b"/>
              <a:pathLst>
                <a:path w="944244" h="223520">
                  <a:moveTo>
                    <a:pt x="944016" y="0"/>
                  </a:moveTo>
                  <a:lnTo>
                    <a:pt x="0" y="0"/>
                  </a:lnTo>
                  <a:lnTo>
                    <a:pt x="0" y="223177"/>
                  </a:lnTo>
                  <a:lnTo>
                    <a:pt x="944016" y="223177"/>
                  </a:lnTo>
                  <a:lnTo>
                    <a:pt x="944016" y="0"/>
                  </a:lnTo>
                  <a:close/>
                </a:path>
              </a:pathLst>
            </a:custGeom>
            <a:solidFill>
              <a:srgbClr val="ED7D31"/>
            </a:solidFill>
          </p:spPr>
          <p:txBody>
            <a:bodyPr wrap="square" lIns="0" tIns="0" rIns="0" bIns="0" rtlCol="0"/>
            <a:lstStyle/>
            <a:p/>
          </p:txBody>
        </p:sp>
      </p:grpSp>
      <p:sp>
        <p:nvSpPr>
          <p:cNvPr id="16" name="object 16"/>
          <p:cNvSpPr txBox="1"/>
          <p:nvPr/>
        </p:nvSpPr>
        <p:spPr>
          <a:xfrm>
            <a:off x="1272679" y="4911852"/>
            <a:ext cx="400685" cy="238760"/>
          </a:xfrm>
          <a:prstGeom prst="rect">
            <a:avLst/>
          </a:prstGeom>
        </p:spPr>
        <p:txBody>
          <a:bodyPr vert="horz" wrap="square" lIns="0" tIns="12700" rIns="0" bIns="0" rtlCol="0">
            <a:spAutoFit/>
          </a:bodyPr>
          <a:lstStyle/>
          <a:p>
            <a:pPr marL="12700">
              <a:lnSpc>
                <a:spcPct val="100000"/>
              </a:lnSpc>
              <a:spcBef>
                <a:spcPts val="100"/>
              </a:spcBef>
            </a:pPr>
            <a:r>
              <a:rPr sz="1400" spc="-145" dirty="0">
                <a:solidFill>
                  <a:srgbClr val="FFFFFF"/>
                </a:solidFill>
                <a:latin typeface="Lucida Sans" panose="020B0602030504020204"/>
                <a:cs typeface="Lucida Sans" panose="020B0602030504020204"/>
              </a:rPr>
              <a:t>1990</a:t>
            </a:r>
            <a:endParaRPr sz="1400">
              <a:latin typeface="Lucida Sans" panose="020B0602030504020204"/>
              <a:cs typeface="Lucida Sans" panose="020B0602030504020204"/>
            </a:endParaRPr>
          </a:p>
        </p:txBody>
      </p:sp>
      <p:grpSp>
        <p:nvGrpSpPr>
          <p:cNvPr id="17" name="object 17"/>
          <p:cNvGrpSpPr/>
          <p:nvPr/>
        </p:nvGrpSpPr>
        <p:grpSpPr>
          <a:xfrm>
            <a:off x="3129991" y="4885944"/>
            <a:ext cx="1228725" cy="661670"/>
            <a:chOff x="3129991" y="4885944"/>
            <a:chExt cx="1228725" cy="661670"/>
          </a:xfrm>
        </p:grpSpPr>
        <p:pic>
          <p:nvPicPr>
            <p:cNvPr id="18" name="object 18"/>
            <p:cNvPicPr/>
            <p:nvPr/>
          </p:nvPicPr>
          <p:blipFill>
            <a:blip r:embed="rId6" cstate="print"/>
            <a:stretch>
              <a:fillRect/>
            </a:stretch>
          </p:blipFill>
          <p:spPr>
            <a:xfrm>
              <a:off x="3133343" y="4934712"/>
              <a:ext cx="1225295" cy="505968"/>
            </a:xfrm>
            <a:prstGeom prst="rect">
              <a:avLst/>
            </a:prstGeom>
          </p:spPr>
        </p:pic>
        <p:pic>
          <p:nvPicPr>
            <p:cNvPr id="19" name="object 19"/>
            <p:cNvPicPr/>
            <p:nvPr/>
          </p:nvPicPr>
          <p:blipFill>
            <a:blip r:embed="rId7" cstate="print"/>
            <a:stretch>
              <a:fillRect/>
            </a:stretch>
          </p:blipFill>
          <p:spPr>
            <a:xfrm>
              <a:off x="3310127" y="4885944"/>
              <a:ext cx="871727" cy="661416"/>
            </a:xfrm>
            <a:prstGeom prst="rect">
              <a:avLst/>
            </a:prstGeom>
          </p:spPr>
        </p:pic>
        <p:sp>
          <p:nvSpPr>
            <p:cNvPr id="20" name="object 20"/>
            <p:cNvSpPr/>
            <p:nvPr/>
          </p:nvSpPr>
          <p:spPr>
            <a:xfrm>
              <a:off x="3129991" y="4932997"/>
              <a:ext cx="944244" cy="223520"/>
            </a:xfrm>
            <a:custGeom>
              <a:avLst/>
              <a:gdLst/>
              <a:ahLst/>
              <a:cxnLst/>
              <a:rect l="l" t="t" r="r" b="b"/>
              <a:pathLst>
                <a:path w="944245" h="223520">
                  <a:moveTo>
                    <a:pt x="944016" y="0"/>
                  </a:moveTo>
                  <a:lnTo>
                    <a:pt x="0" y="0"/>
                  </a:lnTo>
                  <a:lnTo>
                    <a:pt x="0" y="223177"/>
                  </a:lnTo>
                  <a:lnTo>
                    <a:pt x="944016" y="223177"/>
                  </a:lnTo>
                  <a:lnTo>
                    <a:pt x="944016" y="0"/>
                  </a:lnTo>
                  <a:close/>
                </a:path>
              </a:pathLst>
            </a:custGeom>
            <a:solidFill>
              <a:srgbClr val="4472C4"/>
            </a:solidFill>
          </p:spPr>
          <p:txBody>
            <a:bodyPr wrap="square" lIns="0" tIns="0" rIns="0" bIns="0" rtlCol="0"/>
            <a:lstStyle/>
            <a:p/>
          </p:txBody>
        </p:sp>
      </p:grpSp>
      <p:sp>
        <p:nvSpPr>
          <p:cNvPr id="21" name="object 21"/>
          <p:cNvSpPr txBox="1"/>
          <p:nvPr/>
        </p:nvSpPr>
        <p:spPr>
          <a:xfrm>
            <a:off x="3401974" y="4911852"/>
            <a:ext cx="400685" cy="238760"/>
          </a:xfrm>
          <a:prstGeom prst="rect">
            <a:avLst/>
          </a:prstGeom>
        </p:spPr>
        <p:txBody>
          <a:bodyPr vert="horz" wrap="square" lIns="0" tIns="12700" rIns="0" bIns="0" rtlCol="0">
            <a:spAutoFit/>
          </a:bodyPr>
          <a:lstStyle/>
          <a:p>
            <a:pPr marL="12700">
              <a:lnSpc>
                <a:spcPct val="100000"/>
              </a:lnSpc>
              <a:spcBef>
                <a:spcPts val="100"/>
              </a:spcBef>
            </a:pPr>
            <a:r>
              <a:rPr sz="1400" spc="-145" dirty="0">
                <a:solidFill>
                  <a:srgbClr val="FFFFFF"/>
                </a:solidFill>
                <a:latin typeface="Lucida Sans" panose="020B0602030504020204"/>
                <a:cs typeface="Lucida Sans" panose="020B0602030504020204"/>
              </a:rPr>
              <a:t>1995</a:t>
            </a:r>
            <a:endParaRPr sz="1400">
              <a:latin typeface="Lucida Sans" panose="020B0602030504020204"/>
              <a:cs typeface="Lucida Sans" panose="020B0602030504020204"/>
            </a:endParaRPr>
          </a:p>
        </p:txBody>
      </p:sp>
      <p:grpSp>
        <p:nvGrpSpPr>
          <p:cNvPr id="22" name="object 22"/>
          <p:cNvGrpSpPr/>
          <p:nvPr/>
        </p:nvGrpSpPr>
        <p:grpSpPr>
          <a:xfrm>
            <a:off x="5056733" y="4885944"/>
            <a:ext cx="1228725" cy="661670"/>
            <a:chOff x="5056733" y="4885944"/>
            <a:chExt cx="1228725" cy="661670"/>
          </a:xfrm>
        </p:grpSpPr>
        <p:pic>
          <p:nvPicPr>
            <p:cNvPr id="23" name="object 23"/>
            <p:cNvPicPr/>
            <p:nvPr/>
          </p:nvPicPr>
          <p:blipFill>
            <a:blip r:embed="rId8" cstate="print"/>
            <a:stretch>
              <a:fillRect/>
            </a:stretch>
          </p:blipFill>
          <p:spPr>
            <a:xfrm>
              <a:off x="5059679" y="4934712"/>
              <a:ext cx="1225296" cy="505968"/>
            </a:xfrm>
            <a:prstGeom prst="rect">
              <a:avLst/>
            </a:prstGeom>
          </p:spPr>
        </p:pic>
        <p:pic>
          <p:nvPicPr>
            <p:cNvPr id="24" name="object 24"/>
            <p:cNvPicPr/>
            <p:nvPr/>
          </p:nvPicPr>
          <p:blipFill>
            <a:blip r:embed="rId9" cstate="print"/>
            <a:stretch>
              <a:fillRect/>
            </a:stretch>
          </p:blipFill>
          <p:spPr>
            <a:xfrm>
              <a:off x="5236463" y="4885944"/>
              <a:ext cx="871727" cy="661416"/>
            </a:xfrm>
            <a:prstGeom prst="rect">
              <a:avLst/>
            </a:prstGeom>
          </p:spPr>
        </p:pic>
        <p:sp>
          <p:nvSpPr>
            <p:cNvPr id="25" name="object 25"/>
            <p:cNvSpPr/>
            <p:nvPr/>
          </p:nvSpPr>
          <p:spPr>
            <a:xfrm>
              <a:off x="5056733" y="4932997"/>
              <a:ext cx="944244" cy="223520"/>
            </a:xfrm>
            <a:custGeom>
              <a:avLst/>
              <a:gdLst/>
              <a:ahLst/>
              <a:cxnLst/>
              <a:rect l="l" t="t" r="r" b="b"/>
              <a:pathLst>
                <a:path w="944245" h="223520">
                  <a:moveTo>
                    <a:pt x="944016" y="0"/>
                  </a:moveTo>
                  <a:lnTo>
                    <a:pt x="0" y="0"/>
                  </a:lnTo>
                  <a:lnTo>
                    <a:pt x="0" y="223177"/>
                  </a:lnTo>
                  <a:lnTo>
                    <a:pt x="944016" y="223177"/>
                  </a:lnTo>
                  <a:lnTo>
                    <a:pt x="944016" y="0"/>
                  </a:lnTo>
                  <a:close/>
                </a:path>
              </a:pathLst>
            </a:custGeom>
            <a:solidFill>
              <a:srgbClr val="ED7D31"/>
            </a:solidFill>
          </p:spPr>
          <p:txBody>
            <a:bodyPr wrap="square" lIns="0" tIns="0" rIns="0" bIns="0" rtlCol="0"/>
            <a:lstStyle/>
            <a:p/>
          </p:txBody>
        </p:sp>
      </p:grpSp>
      <p:sp>
        <p:nvSpPr>
          <p:cNvPr id="26" name="object 26"/>
          <p:cNvSpPr txBox="1"/>
          <p:nvPr/>
        </p:nvSpPr>
        <p:spPr>
          <a:xfrm>
            <a:off x="5328716" y="4911852"/>
            <a:ext cx="400685" cy="238760"/>
          </a:xfrm>
          <a:prstGeom prst="rect">
            <a:avLst/>
          </a:prstGeom>
        </p:spPr>
        <p:txBody>
          <a:bodyPr vert="horz" wrap="square" lIns="0" tIns="12700" rIns="0" bIns="0" rtlCol="0">
            <a:spAutoFit/>
          </a:bodyPr>
          <a:lstStyle/>
          <a:p>
            <a:pPr marL="12700">
              <a:lnSpc>
                <a:spcPct val="100000"/>
              </a:lnSpc>
              <a:spcBef>
                <a:spcPts val="100"/>
              </a:spcBef>
            </a:pPr>
            <a:r>
              <a:rPr sz="1400" spc="-145" dirty="0">
                <a:solidFill>
                  <a:srgbClr val="FFFFFF"/>
                </a:solidFill>
                <a:latin typeface="Lucida Sans" panose="020B0602030504020204"/>
                <a:cs typeface="Lucida Sans" panose="020B0602030504020204"/>
              </a:rPr>
              <a:t>1999</a:t>
            </a:r>
            <a:endParaRPr sz="1400">
              <a:latin typeface="Lucida Sans" panose="020B0602030504020204"/>
              <a:cs typeface="Lucida Sans" panose="020B0602030504020204"/>
            </a:endParaRPr>
          </a:p>
        </p:txBody>
      </p:sp>
      <p:grpSp>
        <p:nvGrpSpPr>
          <p:cNvPr id="27" name="object 27"/>
          <p:cNvGrpSpPr/>
          <p:nvPr/>
        </p:nvGrpSpPr>
        <p:grpSpPr>
          <a:xfrm>
            <a:off x="7155408" y="4885944"/>
            <a:ext cx="1229995" cy="661670"/>
            <a:chOff x="7155408" y="4885944"/>
            <a:chExt cx="1229995" cy="661670"/>
          </a:xfrm>
        </p:grpSpPr>
        <p:pic>
          <p:nvPicPr>
            <p:cNvPr id="28" name="object 28"/>
            <p:cNvPicPr/>
            <p:nvPr/>
          </p:nvPicPr>
          <p:blipFill>
            <a:blip r:embed="rId10" cstate="print"/>
            <a:stretch>
              <a:fillRect/>
            </a:stretch>
          </p:blipFill>
          <p:spPr>
            <a:xfrm>
              <a:off x="7156704" y="4934712"/>
              <a:ext cx="1228344" cy="505968"/>
            </a:xfrm>
            <a:prstGeom prst="rect">
              <a:avLst/>
            </a:prstGeom>
          </p:spPr>
        </p:pic>
        <p:pic>
          <p:nvPicPr>
            <p:cNvPr id="29" name="object 29"/>
            <p:cNvPicPr/>
            <p:nvPr/>
          </p:nvPicPr>
          <p:blipFill>
            <a:blip r:embed="rId11" cstate="print"/>
            <a:stretch>
              <a:fillRect/>
            </a:stretch>
          </p:blipFill>
          <p:spPr>
            <a:xfrm>
              <a:off x="7333488" y="4885944"/>
              <a:ext cx="874776" cy="661416"/>
            </a:xfrm>
            <a:prstGeom prst="rect">
              <a:avLst/>
            </a:prstGeom>
          </p:spPr>
        </p:pic>
        <p:sp>
          <p:nvSpPr>
            <p:cNvPr id="30" name="object 30"/>
            <p:cNvSpPr/>
            <p:nvPr/>
          </p:nvSpPr>
          <p:spPr>
            <a:xfrm>
              <a:off x="7155408" y="4932997"/>
              <a:ext cx="944244" cy="223520"/>
            </a:xfrm>
            <a:custGeom>
              <a:avLst/>
              <a:gdLst/>
              <a:ahLst/>
              <a:cxnLst/>
              <a:rect l="l" t="t" r="r" b="b"/>
              <a:pathLst>
                <a:path w="944245" h="223520">
                  <a:moveTo>
                    <a:pt x="944016" y="0"/>
                  </a:moveTo>
                  <a:lnTo>
                    <a:pt x="0" y="0"/>
                  </a:lnTo>
                  <a:lnTo>
                    <a:pt x="0" y="223177"/>
                  </a:lnTo>
                  <a:lnTo>
                    <a:pt x="944016" y="223177"/>
                  </a:lnTo>
                  <a:lnTo>
                    <a:pt x="944016" y="0"/>
                  </a:lnTo>
                  <a:close/>
                </a:path>
              </a:pathLst>
            </a:custGeom>
            <a:solidFill>
              <a:srgbClr val="4472C4"/>
            </a:solidFill>
          </p:spPr>
          <p:txBody>
            <a:bodyPr wrap="square" lIns="0" tIns="0" rIns="0" bIns="0" rtlCol="0"/>
            <a:lstStyle/>
            <a:p/>
          </p:txBody>
        </p:sp>
      </p:grpSp>
      <p:sp>
        <p:nvSpPr>
          <p:cNvPr id="31" name="object 31"/>
          <p:cNvSpPr txBox="1"/>
          <p:nvPr/>
        </p:nvSpPr>
        <p:spPr>
          <a:xfrm>
            <a:off x="7427391" y="4911852"/>
            <a:ext cx="400685" cy="238760"/>
          </a:xfrm>
          <a:prstGeom prst="rect">
            <a:avLst/>
          </a:prstGeom>
        </p:spPr>
        <p:txBody>
          <a:bodyPr vert="horz" wrap="square" lIns="0" tIns="12700" rIns="0" bIns="0" rtlCol="0">
            <a:spAutoFit/>
          </a:bodyPr>
          <a:lstStyle/>
          <a:p>
            <a:pPr marL="12700">
              <a:lnSpc>
                <a:spcPct val="100000"/>
              </a:lnSpc>
              <a:spcBef>
                <a:spcPts val="100"/>
              </a:spcBef>
            </a:pPr>
            <a:r>
              <a:rPr sz="1400" spc="-145" dirty="0">
                <a:solidFill>
                  <a:srgbClr val="FFFFFF"/>
                </a:solidFill>
                <a:latin typeface="Lucida Sans" panose="020B0602030504020204"/>
                <a:cs typeface="Lucida Sans" panose="020B0602030504020204"/>
              </a:rPr>
              <a:t>2003</a:t>
            </a:r>
            <a:endParaRPr sz="1400">
              <a:latin typeface="Lucida Sans" panose="020B0602030504020204"/>
              <a:cs typeface="Lucida Sans" panose="020B0602030504020204"/>
            </a:endParaRPr>
          </a:p>
        </p:txBody>
      </p:sp>
      <p:grpSp>
        <p:nvGrpSpPr>
          <p:cNvPr id="32" name="object 32"/>
          <p:cNvGrpSpPr/>
          <p:nvPr/>
        </p:nvGrpSpPr>
        <p:grpSpPr>
          <a:xfrm>
            <a:off x="9034919" y="3835755"/>
            <a:ext cx="1228090" cy="1693545"/>
            <a:chOff x="9034919" y="3835755"/>
            <a:chExt cx="1228090" cy="1693545"/>
          </a:xfrm>
        </p:grpSpPr>
        <p:pic>
          <p:nvPicPr>
            <p:cNvPr id="33" name="object 33"/>
            <p:cNvPicPr/>
            <p:nvPr/>
          </p:nvPicPr>
          <p:blipFill>
            <a:blip r:embed="rId12" cstate="print"/>
            <a:stretch>
              <a:fillRect/>
            </a:stretch>
          </p:blipFill>
          <p:spPr>
            <a:xfrm>
              <a:off x="9507803" y="3835755"/>
              <a:ext cx="7061" cy="1080871"/>
            </a:xfrm>
            <a:prstGeom prst="rect">
              <a:avLst/>
            </a:prstGeom>
          </p:spPr>
        </p:pic>
        <p:pic>
          <p:nvPicPr>
            <p:cNvPr id="34" name="object 34"/>
            <p:cNvPicPr/>
            <p:nvPr/>
          </p:nvPicPr>
          <p:blipFill>
            <a:blip r:embed="rId13" cstate="print"/>
            <a:stretch>
              <a:fillRect/>
            </a:stretch>
          </p:blipFill>
          <p:spPr>
            <a:xfrm>
              <a:off x="9037320" y="4919472"/>
              <a:ext cx="1225296" cy="505967"/>
            </a:xfrm>
            <a:prstGeom prst="rect">
              <a:avLst/>
            </a:prstGeom>
          </p:spPr>
        </p:pic>
        <p:pic>
          <p:nvPicPr>
            <p:cNvPr id="35" name="object 35"/>
            <p:cNvPicPr/>
            <p:nvPr/>
          </p:nvPicPr>
          <p:blipFill>
            <a:blip r:embed="rId14" cstate="print"/>
            <a:stretch>
              <a:fillRect/>
            </a:stretch>
          </p:blipFill>
          <p:spPr>
            <a:xfrm>
              <a:off x="9214104" y="4870704"/>
              <a:ext cx="871727" cy="658368"/>
            </a:xfrm>
            <a:prstGeom prst="rect">
              <a:avLst/>
            </a:prstGeom>
          </p:spPr>
        </p:pic>
        <p:sp>
          <p:nvSpPr>
            <p:cNvPr id="36" name="object 36"/>
            <p:cNvSpPr/>
            <p:nvPr/>
          </p:nvSpPr>
          <p:spPr>
            <a:xfrm>
              <a:off x="9034919" y="4916627"/>
              <a:ext cx="944244" cy="223520"/>
            </a:xfrm>
            <a:custGeom>
              <a:avLst/>
              <a:gdLst/>
              <a:ahLst/>
              <a:cxnLst/>
              <a:rect l="l" t="t" r="r" b="b"/>
              <a:pathLst>
                <a:path w="944245" h="223520">
                  <a:moveTo>
                    <a:pt x="944016" y="0"/>
                  </a:moveTo>
                  <a:lnTo>
                    <a:pt x="0" y="0"/>
                  </a:lnTo>
                  <a:lnTo>
                    <a:pt x="0" y="223177"/>
                  </a:lnTo>
                  <a:lnTo>
                    <a:pt x="944016" y="223177"/>
                  </a:lnTo>
                  <a:lnTo>
                    <a:pt x="944016" y="0"/>
                  </a:lnTo>
                  <a:close/>
                </a:path>
              </a:pathLst>
            </a:custGeom>
            <a:solidFill>
              <a:srgbClr val="ED7D31"/>
            </a:solidFill>
          </p:spPr>
          <p:txBody>
            <a:bodyPr wrap="square" lIns="0" tIns="0" rIns="0" bIns="0" rtlCol="0"/>
            <a:lstStyle/>
            <a:p/>
          </p:txBody>
        </p:sp>
      </p:grpSp>
      <p:sp>
        <p:nvSpPr>
          <p:cNvPr id="37" name="object 37"/>
          <p:cNvSpPr txBox="1"/>
          <p:nvPr/>
        </p:nvSpPr>
        <p:spPr>
          <a:xfrm>
            <a:off x="9700729" y="3637110"/>
            <a:ext cx="2159000" cy="829310"/>
          </a:xfrm>
          <a:prstGeom prst="rect">
            <a:avLst/>
          </a:prstGeom>
        </p:spPr>
        <p:txBody>
          <a:bodyPr vert="horz" wrap="square" lIns="0" tIns="125095" rIns="0" bIns="0" rtlCol="0">
            <a:spAutoFit/>
          </a:bodyPr>
          <a:lstStyle/>
          <a:p>
            <a:pPr marL="12700">
              <a:lnSpc>
                <a:spcPct val="100000"/>
              </a:lnSpc>
              <a:spcBef>
                <a:spcPts val="985"/>
              </a:spcBef>
            </a:pPr>
            <a:r>
              <a:rPr sz="1600" spc="-45" dirty="0">
                <a:latin typeface="Lucida Sans" panose="020B0602030504020204"/>
                <a:cs typeface="Lucida Sans" panose="020B0602030504020204"/>
              </a:rPr>
              <a:t>IEEE1149.7</a:t>
            </a:r>
            <a:endParaRPr sz="1600">
              <a:latin typeface="Lucida Sans" panose="020B0602030504020204"/>
              <a:cs typeface="Lucida Sans" panose="020B0602030504020204"/>
            </a:endParaRPr>
          </a:p>
          <a:p>
            <a:pPr marL="12700" marR="5080">
              <a:lnSpc>
                <a:spcPts val="1420"/>
              </a:lnSpc>
              <a:spcBef>
                <a:spcPts val="725"/>
              </a:spcBef>
            </a:pPr>
            <a:r>
              <a:rPr sz="1200" spc="-5" dirty="0">
                <a:latin typeface="宋体" panose="02010600030101010101" pitchFamily="2" charset="-122"/>
                <a:cs typeface="宋体" panose="02010600030101010101" pitchFamily="2" charset="-122"/>
              </a:rPr>
              <a:t>合并测试端口和调试端口，引脚</a:t>
            </a:r>
            <a:r>
              <a:rPr sz="1200" spc="-20" dirty="0">
                <a:latin typeface="宋体" panose="02010600030101010101" pitchFamily="2" charset="-122"/>
                <a:cs typeface="宋体" panose="02010600030101010101" pitchFamily="2" charset="-122"/>
              </a:rPr>
              <a:t>数减少</a:t>
            </a:r>
            <a:endParaRPr sz="1200">
              <a:latin typeface="宋体" panose="02010600030101010101" pitchFamily="2" charset="-122"/>
              <a:cs typeface="宋体" panose="02010600030101010101" pitchFamily="2" charset="-122"/>
            </a:endParaRPr>
          </a:p>
        </p:txBody>
      </p:sp>
      <p:sp>
        <p:nvSpPr>
          <p:cNvPr id="38" name="object 38"/>
          <p:cNvSpPr txBox="1"/>
          <p:nvPr/>
        </p:nvSpPr>
        <p:spPr>
          <a:xfrm>
            <a:off x="9306903" y="4896611"/>
            <a:ext cx="400685" cy="238760"/>
          </a:xfrm>
          <a:prstGeom prst="rect">
            <a:avLst/>
          </a:prstGeom>
        </p:spPr>
        <p:txBody>
          <a:bodyPr vert="horz" wrap="square" lIns="0" tIns="12700" rIns="0" bIns="0" rtlCol="0">
            <a:spAutoFit/>
          </a:bodyPr>
          <a:lstStyle/>
          <a:p>
            <a:pPr marL="12700">
              <a:lnSpc>
                <a:spcPct val="100000"/>
              </a:lnSpc>
              <a:spcBef>
                <a:spcPts val="100"/>
              </a:spcBef>
            </a:pPr>
            <a:r>
              <a:rPr sz="1400" spc="-145" dirty="0">
                <a:solidFill>
                  <a:srgbClr val="FFFFFF"/>
                </a:solidFill>
                <a:latin typeface="Lucida Sans" panose="020B0602030504020204"/>
                <a:cs typeface="Lucida Sans" panose="020B0602030504020204"/>
              </a:rPr>
              <a:t>2010</a:t>
            </a:r>
            <a:endParaRPr sz="1400">
              <a:latin typeface="Lucida Sans" panose="020B0602030504020204"/>
              <a:cs typeface="Lucida Sans" panose="020B0602030504020204"/>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10" dirty="0"/>
              <a:t>JTAG</a:t>
            </a:r>
            <a:r>
              <a:rPr spc="-20" dirty="0"/>
              <a:t>的概念</a:t>
            </a:r>
            <a:endParaRPr spc="-20" dirty="0"/>
          </a:p>
        </p:txBody>
      </p:sp>
      <p:sp>
        <p:nvSpPr>
          <p:cNvPr id="3" name="object 3"/>
          <p:cNvSpPr txBox="1"/>
          <p:nvPr/>
        </p:nvSpPr>
        <p:spPr>
          <a:xfrm>
            <a:off x="963930" y="1578355"/>
            <a:ext cx="2292350" cy="1091565"/>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2"/>
              <a:tabLst>
                <a:tab pos="469265" algn="l"/>
              </a:tabLst>
            </a:pPr>
            <a:r>
              <a:rPr sz="2400" b="1" spc="-70" dirty="0">
                <a:solidFill>
                  <a:srgbClr val="009FE8"/>
                </a:solidFill>
                <a:latin typeface="微软雅黑" panose="020B0503020204020204" charset="-122"/>
                <a:cs typeface="微软雅黑" panose="020B0503020204020204" charset="-122"/>
              </a:rPr>
              <a:t>JTAG</a:t>
            </a:r>
            <a:r>
              <a:rPr sz="2400" b="1" spc="-20" dirty="0">
                <a:solidFill>
                  <a:srgbClr val="009FE8"/>
                </a:solidFill>
                <a:latin typeface="微软雅黑" panose="020B0503020204020204" charset="-122"/>
                <a:cs typeface="微软雅黑" panose="020B0503020204020204" charset="-122"/>
              </a:rPr>
              <a:t>的架构</a:t>
            </a:r>
            <a:endParaRPr sz="2400">
              <a:latin typeface="微软雅黑" panose="020B0503020204020204" charset="-122"/>
              <a:cs typeface="微软雅黑" panose="020B0503020204020204" charset="-122"/>
            </a:endParaRPr>
          </a:p>
          <a:p>
            <a:pPr marL="926465" lvl="1" indent="-456565">
              <a:lnSpc>
                <a:spcPct val="100000"/>
              </a:lnSpc>
              <a:spcBef>
                <a:spcPts val="3110"/>
              </a:spcBef>
              <a:buAutoNum type="arabicPeriod"/>
              <a:tabLst>
                <a:tab pos="926465" algn="l"/>
              </a:tabLst>
            </a:pPr>
            <a:r>
              <a:rPr sz="2000" spc="-65" dirty="0">
                <a:solidFill>
                  <a:srgbClr val="009FE8"/>
                </a:solidFill>
                <a:latin typeface="微软雅黑" panose="020B0503020204020204" charset="-122"/>
                <a:cs typeface="微软雅黑" panose="020B0503020204020204" charset="-122"/>
              </a:rPr>
              <a:t>JTAG</a:t>
            </a:r>
            <a:r>
              <a:rPr sz="2000" spc="-20" dirty="0">
                <a:solidFill>
                  <a:srgbClr val="009FE8"/>
                </a:solidFill>
                <a:latin typeface="微软雅黑" panose="020B0503020204020204" charset="-122"/>
                <a:cs typeface="微软雅黑" panose="020B0503020204020204" charset="-122"/>
              </a:rPr>
              <a:t>的架构</a:t>
            </a:r>
            <a:endParaRPr sz="2000">
              <a:latin typeface="微软雅黑" panose="020B0503020204020204" charset="-122"/>
              <a:cs typeface="微软雅黑" panose="020B0503020204020204" charset="-122"/>
            </a:endParaRPr>
          </a:p>
        </p:txBody>
      </p:sp>
      <p:sp>
        <p:nvSpPr>
          <p:cNvPr id="4" name="object 4"/>
          <p:cNvSpPr txBox="1"/>
          <p:nvPr/>
        </p:nvSpPr>
        <p:spPr>
          <a:xfrm>
            <a:off x="1878329" y="2960115"/>
            <a:ext cx="1538605" cy="269240"/>
          </a:xfrm>
          <a:prstGeom prst="rect">
            <a:avLst/>
          </a:prstGeom>
        </p:spPr>
        <p:txBody>
          <a:bodyPr vert="horz" wrap="square" lIns="0" tIns="12700" rIns="0" bIns="0" rtlCol="0">
            <a:spAutoFit/>
          </a:bodyPr>
          <a:lstStyle/>
          <a:p>
            <a:pPr marL="240665" indent="-227965">
              <a:lnSpc>
                <a:spcPct val="100000"/>
              </a:lnSpc>
              <a:spcBef>
                <a:spcPts val="100"/>
              </a:spcBef>
              <a:buFont typeface="Wingdings" panose="05000000000000000000"/>
              <a:buChar char=""/>
              <a:tabLst>
                <a:tab pos="240665" algn="l"/>
              </a:tabLst>
            </a:pPr>
            <a:r>
              <a:rPr sz="1600" spc="-50" dirty="0">
                <a:solidFill>
                  <a:srgbClr val="009FE8"/>
                </a:solidFill>
                <a:latin typeface="微软雅黑" panose="020B0503020204020204" charset="-122"/>
                <a:cs typeface="微软雅黑" panose="020B0503020204020204" charset="-122"/>
              </a:rPr>
              <a:t>JTAG</a:t>
            </a:r>
            <a:r>
              <a:rPr sz="1600" spc="-15" dirty="0">
                <a:solidFill>
                  <a:srgbClr val="009FE8"/>
                </a:solidFill>
                <a:latin typeface="微软雅黑" panose="020B0503020204020204" charset="-122"/>
                <a:cs typeface="微软雅黑" panose="020B0503020204020204" charset="-122"/>
              </a:rPr>
              <a:t>标准端口</a:t>
            </a:r>
            <a:endParaRPr sz="1600">
              <a:latin typeface="微软雅黑" panose="020B0503020204020204" charset="-122"/>
              <a:cs typeface="微软雅黑" panose="020B0503020204020204" charset="-122"/>
            </a:endParaRPr>
          </a:p>
        </p:txBody>
      </p:sp>
      <p:sp>
        <p:nvSpPr>
          <p:cNvPr id="5" name="object 5"/>
          <p:cNvSpPr txBox="1"/>
          <p:nvPr/>
        </p:nvSpPr>
        <p:spPr>
          <a:xfrm>
            <a:off x="1878329" y="3520947"/>
            <a:ext cx="1945005" cy="269240"/>
          </a:xfrm>
          <a:prstGeom prst="rect">
            <a:avLst/>
          </a:prstGeom>
        </p:spPr>
        <p:txBody>
          <a:bodyPr vert="horz" wrap="square" lIns="0" tIns="12700" rIns="0" bIns="0" rtlCol="0">
            <a:spAutoFit/>
          </a:bodyPr>
          <a:lstStyle/>
          <a:p>
            <a:pPr marL="240665" indent="-227965">
              <a:lnSpc>
                <a:spcPct val="100000"/>
              </a:lnSpc>
              <a:spcBef>
                <a:spcPts val="100"/>
              </a:spcBef>
              <a:buFont typeface="Wingdings" panose="05000000000000000000"/>
              <a:buChar char=""/>
              <a:tabLst>
                <a:tab pos="240665" algn="l"/>
              </a:tabLst>
            </a:pPr>
            <a:r>
              <a:rPr sz="1600" spc="-50" dirty="0">
                <a:solidFill>
                  <a:srgbClr val="009FE8"/>
                </a:solidFill>
                <a:latin typeface="微软雅黑" panose="020B0503020204020204" charset="-122"/>
                <a:cs typeface="微软雅黑" panose="020B0503020204020204" charset="-122"/>
              </a:rPr>
              <a:t>JTAG</a:t>
            </a:r>
            <a:r>
              <a:rPr sz="1600" spc="-10" dirty="0">
                <a:solidFill>
                  <a:srgbClr val="009FE8"/>
                </a:solidFill>
                <a:latin typeface="微软雅黑" panose="020B0503020204020204" charset="-122"/>
                <a:cs typeface="微软雅黑" panose="020B0503020204020204" charset="-122"/>
              </a:rPr>
              <a:t>状态机控制器</a:t>
            </a:r>
            <a:endParaRPr sz="1600">
              <a:latin typeface="微软雅黑" panose="020B0503020204020204" charset="-122"/>
              <a:cs typeface="微软雅黑" panose="020B0503020204020204" charset="-122"/>
            </a:endParaRPr>
          </a:p>
        </p:txBody>
      </p:sp>
      <p:sp>
        <p:nvSpPr>
          <p:cNvPr id="6" name="object 6"/>
          <p:cNvSpPr txBox="1"/>
          <p:nvPr/>
        </p:nvSpPr>
        <p:spPr>
          <a:xfrm>
            <a:off x="1878329" y="4066539"/>
            <a:ext cx="1335405" cy="269240"/>
          </a:xfrm>
          <a:prstGeom prst="rect">
            <a:avLst/>
          </a:prstGeom>
        </p:spPr>
        <p:txBody>
          <a:bodyPr vert="horz" wrap="square" lIns="0" tIns="12700" rIns="0" bIns="0" rtlCol="0">
            <a:spAutoFit/>
          </a:bodyPr>
          <a:lstStyle/>
          <a:p>
            <a:pPr marL="240665" indent="-227965">
              <a:lnSpc>
                <a:spcPct val="100000"/>
              </a:lnSpc>
              <a:spcBef>
                <a:spcPts val="100"/>
              </a:spcBef>
              <a:buFont typeface="Wingdings" panose="05000000000000000000"/>
              <a:buChar char=""/>
              <a:tabLst>
                <a:tab pos="240665" algn="l"/>
              </a:tabLst>
            </a:pPr>
            <a:r>
              <a:rPr sz="1600" spc="-50" dirty="0">
                <a:solidFill>
                  <a:srgbClr val="009FE8"/>
                </a:solidFill>
                <a:latin typeface="微软雅黑" panose="020B0503020204020204" charset="-122"/>
                <a:cs typeface="微软雅黑" panose="020B0503020204020204" charset="-122"/>
              </a:rPr>
              <a:t>JTAG</a:t>
            </a:r>
            <a:r>
              <a:rPr sz="1600" spc="-20" dirty="0">
                <a:solidFill>
                  <a:srgbClr val="009FE8"/>
                </a:solidFill>
                <a:latin typeface="微软雅黑" panose="020B0503020204020204" charset="-122"/>
                <a:cs typeface="微软雅黑" panose="020B0503020204020204" charset="-122"/>
              </a:rPr>
              <a:t>寄存器</a:t>
            </a:r>
            <a:endParaRPr sz="1600">
              <a:latin typeface="微软雅黑" panose="020B0503020204020204" charset="-122"/>
              <a:cs typeface="微软雅黑" panose="020B0503020204020204" charset="-122"/>
            </a:endParaRPr>
          </a:p>
        </p:txBody>
      </p:sp>
      <p:sp>
        <p:nvSpPr>
          <p:cNvPr id="7" name="object 7"/>
          <p:cNvSpPr txBox="1"/>
          <p:nvPr/>
        </p:nvSpPr>
        <p:spPr>
          <a:xfrm>
            <a:off x="1878329" y="4624323"/>
            <a:ext cx="1741805" cy="269240"/>
          </a:xfrm>
          <a:prstGeom prst="rect">
            <a:avLst/>
          </a:prstGeom>
        </p:spPr>
        <p:txBody>
          <a:bodyPr vert="horz" wrap="square" lIns="0" tIns="12700" rIns="0" bIns="0" rtlCol="0">
            <a:spAutoFit/>
          </a:bodyPr>
          <a:lstStyle/>
          <a:p>
            <a:pPr marL="240665" indent="-227965">
              <a:lnSpc>
                <a:spcPct val="100000"/>
              </a:lnSpc>
              <a:spcBef>
                <a:spcPts val="100"/>
              </a:spcBef>
              <a:buFont typeface="Wingdings" panose="05000000000000000000"/>
              <a:buChar char=""/>
              <a:tabLst>
                <a:tab pos="240665" algn="l"/>
              </a:tabLst>
            </a:pPr>
            <a:r>
              <a:rPr sz="1600" spc="-50" dirty="0">
                <a:solidFill>
                  <a:srgbClr val="009FE8"/>
                </a:solidFill>
                <a:latin typeface="微软雅黑" panose="020B0503020204020204" charset="-122"/>
                <a:cs typeface="微软雅黑" panose="020B0503020204020204" charset="-122"/>
              </a:rPr>
              <a:t>JTAG</a:t>
            </a:r>
            <a:r>
              <a:rPr sz="1600" spc="-10" dirty="0">
                <a:solidFill>
                  <a:srgbClr val="009FE8"/>
                </a:solidFill>
                <a:latin typeface="微软雅黑" panose="020B0503020204020204" charset="-122"/>
                <a:cs typeface="微软雅黑" panose="020B0503020204020204" charset="-122"/>
              </a:rPr>
              <a:t>指令解码器</a:t>
            </a:r>
            <a:endParaRPr sz="1600">
              <a:latin typeface="微软雅黑" panose="020B0503020204020204" charset="-122"/>
              <a:cs typeface="微软雅黑" panose="020B0503020204020204" charset="-122"/>
            </a:endParaRPr>
          </a:p>
        </p:txBody>
      </p:sp>
      <p:pic>
        <p:nvPicPr>
          <p:cNvPr id="66" name="图片 65"/>
          <p:cNvPicPr/>
          <p:nvPr/>
        </p:nvPicPr>
        <p:blipFill>
          <a:blip r:embed="rId1"/>
          <a:stretch>
            <a:fillRect/>
          </a:stretch>
        </p:blipFill>
        <p:spPr>
          <a:xfrm>
            <a:off x="7162483" y="1219200"/>
            <a:ext cx="3267075" cy="417195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10" dirty="0"/>
              <a:t>JTAG</a:t>
            </a:r>
            <a:r>
              <a:rPr spc="-20" dirty="0"/>
              <a:t>的概念</a:t>
            </a:r>
            <a:endParaRPr spc="-20" dirty="0"/>
          </a:p>
        </p:txBody>
      </p:sp>
      <p:sp>
        <p:nvSpPr>
          <p:cNvPr id="3" name="object 3"/>
          <p:cNvSpPr txBox="1"/>
          <p:nvPr/>
        </p:nvSpPr>
        <p:spPr>
          <a:xfrm>
            <a:off x="963930" y="1578355"/>
            <a:ext cx="2292350" cy="1091565"/>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2"/>
              <a:tabLst>
                <a:tab pos="469265" algn="l"/>
              </a:tabLst>
            </a:pPr>
            <a:r>
              <a:rPr sz="2400" b="1" spc="-70" dirty="0">
                <a:solidFill>
                  <a:srgbClr val="009FE8"/>
                </a:solidFill>
                <a:latin typeface="微软雅黑" panose="020B0503020204020204" charset="-122"/>
                <a:cs typeface="微软雅黑" panose="020B0503020204020204" charset="-122"/>
              </a:rPr>
              <a:t>JTAG</a:t>
            </a:r>
            <a:r>
              <a:rPr sz="2400" b="1" spc="-20" dirty="0">
                <a:solidFill>
                  <a:srgbClr val="009FE8"/>
                </a:solidFill>
                <a:latin typeface="微软雅黑" panose="020B0503020204020204" charset="-122"/>
                <a:cs typeface="微软雅黑" panose="020B0503020204020204" charset="-122"/>
              </a:rPr>
              <a:t>的架构</a:t>
            </a:r>
            <a:endParaRPr sz="2400">
              <a:latin typeface="微软雅黑" panose="020B0503020204020204" charset="-122"/>
              <a:cs typeface="微软雅黑" panose="020B0503020204020204" charset="-122"/>
            </a:endParaRPr>
          </a:p>
          <a:p>
            <a:pPr marL="926465" lvl="1" indent="-456565">
              <a:lnSpc>
                <a:spcPct val="100000"/>
              </a:lnSpc>
              <a:spcBef>
                <a:spcPts val="3110"/>
              </a:spcBef>
              <a:buAutoNum type="arabicPeriod"/>
              <a:tabLst>
                <a:tab pos="926465" algn="l"/>
              </a:tabLst>
            </a:pPr>
            <a:r>
              <a:rPr sz="2000" spc="-65" dirty="0">
                <a:solidFill>
                  <a:srgbClr val="009FE8"/>
                </a:solidFill>
                <a:latin typeface="微软雅黑" panose="020B0503020204020204" charset="-122"/>
                <a:cs typeface="微软雅黑" panose="020B0503020204020204" charset="-122"/>
              </a:rPr>
              <a:t>JTAG</a:t>
            </a:r>
            <a:r>
              <a:rPr sz="2000" spc="-20" dirty="0">
                <a:solidFill>
                  <a:srgbClr val="009FE8"/>
                </a:solidFill>
                <a:latin typeface="微软雅黑" panose="020B0503020204020204" charset="-122"/>
                <a:cs typeface="微软雅黑" panose="020B0503020204020204" charset="-122"/>
              </a:rPr>
              <a:t>的架构</a:t>
            </a:r>
            <a:endParaRPr sz="2000">
              <a:latin typeface="微软雅黑" panose="020B0503020204020204" charset="-122"/>
              <a:cs typeface="微软雅黑" panose="020B0503020204020204" charset="-122"/>
            </a:endParaRPr>
          </a:p>
        </p:txBody>
      </p:sp>
      <p:sp>
        <p:nvSpPr>
          <p:cNvPr id="4" name="object 4"/>
          <p:cNvSpPr txBox="1"/>
          <p:nvPr/>
        </p:nvSpPr>
        <p:spPr>
          <a:xfrm>
            <a:off x="1878329" y="2960115"/>
            <a:ext cx="1538605" cy="269240"/>
          </a:xfrm>
          <a:prstGeom prst="rect">
            <a:avLst/>
          </a:prstGeom>
        </p:spPr>
        <p:txBody>
          <a:bodyPr vert="horz" wrap="square" lIns="0" tIns="12700" rIns="0" bIns="0" rtlCol="0">
            <a:spAutoFit/>
          </a:bodyPr>
          <a:lstStyle/>
          <a:p>
            <a:pPr marL="240665" indent="-227965">
              <a:lnSpc>
                <a:spcPct val="100000"/>
              </a:lnSpc>
              <a:spcBef>
                <a:spcPts val="100"/>
              </a:spcBef>
              <a:buFont typeface="Wingdings" panose="05000000000000000000"/>
              <a:buChar char=""/>
              <a:tabLst>
                <a:tab pos="240665" algn="l"/>
              </a:tabLst>
            </a:pPr>
            <a:r>
              <a:rPr sz="1600" spc="-50" dirty="0">
                <a:solidFill>
                  <a:srgbClr val="009FE8"/>
                </a:solidFill>
                <a:latin typeface="微软雅黑" panose="020B0503020204020204" charset="-122"/>
                <a:cs typeface="微软雅黑" panose="020B0503020204020204" charset="-122"/>
              </a:rPr>
              <a:t>JTAG</a:t>
            </a:r>
            <a:r>
              <a:rPr sz="1600" spc="-15" dirty="0">
                <a:solidFill>
                  <a:srgbClr val="009FE8"/>
                </a:solidFill>
                <a:latin typeface="微软雅黑" panose="020B0503020204020204" charset="-122"/>
                <a:cs typeface="微软雅黑" panose="020B0503020204020204" charset="-122"/>
              </a:rPr>
              <a:t>标准端口</a:t>
            </a:r>
            <a:endParaRPr sz="1600">
              <a:latin typeface="微软雅黑" panose="020B0503020204020204" charset="-122"/>
              <a:cs typeface="微软雅黑" panose="020B0503020204020204" charset="-122"/>
            </a:endParaRPr>
          </a:p>
        </p:txBody>
      </p:sp>
      <p:sp>
        <p:nvSpPr>
          <p:cNvPr id="5" name="object 5"/>
          <p:cNvSpPr txBox="1"/>
          <p:nvPr/>
        </p:nvSpPr>
        <p:spPr>
          <a:xfrm>
            <a:off x="2335529" y="3520947"/>
            <a:ext cx="626110" cy="269240"/>
          </a:xfrm>
          <a:prstGeom prst="rect">
            <a:avLst/>
          </a:prstGeom>
        </p:spPr>
        <p:txBody>
          <a:bodyPr vert="horz" wrap="square" lIns="0" tIns="12700" rIns="0" bIns="0" rtlCol="0">
            <a:spAutoFit/>
          </a:bodyPr>
          <a:lstStyle/>
          <a:p>
            <a:pPr marL="240665" indent="-227965">
              <a:lnSpc>
                <a:spcPct val="100000"/>
              </a:lnSpc>
              <a:spcBef>
                <a:spcPts val="100"/>
              </a:spcBef>
              <a:buFont typeface="Wingdings" panose="05000000000000000000"/>
              <a:buChar char=""/>
              <a:tabLst>
                <a:tab pos="240665" algn="l"/>
              </a:tabLst>
            </a:pPr>
            <a:r>
              <a:rPr sz="1600" spc="-25" dirty="0">
                <a:solidFill>
                  <a:srgbClr val="009FE8"/>
                </a:solidFill>
                <a:latin typeface="微软雅黑" panose="020B0503020204020204" charset="-122"/>
                <a:cs typeface="微软雅黑" panose="020B0503020204020204" charset="-122"/>
              </a:rPr>
              <a:t>TCK</a:t>
            </a:r>
            <a:endParaRPr sz="1600">
              <a:latin typeface="微软雅黑" panose="020B0503020204020204" charset="-122"/>
              <a:cs typeface="微软雅黑" panose="020B0503020204020204" charset="-122"/>
            </a:endParaRPr>
          </a:p>
        </p:txBody>
      </p:sp>
      <p:sp>
        <p:nvSpPr>
          <p:cNvPr id="6" name="object 6"/>
          <p:cNvSpPr txBox="1"/>
          <p:nvPr/>
        </p:nvSpPr>
        <p:spPr>
          <a:xfrm>
            <a:off x="2335529" y="4066539"/>
            <a:ext cx="685800" cy="269240"/>
          </a:xfrm>
          <a:prstGeom prst="rect">
            <a:avLst/>
          </a:prstGeom>
        </p:spPr>
        <p:txBody>
          <a:bodyPr vert="horz" wrap="square" lIns="0" tIns="12700" rIns="0" bIns="0" rtlCol="0">
            <a:spAutoFit/>
          </a:bodyPr>
          <a:lstStyle/>
          <a:p>
            <a:pPr marL="240665" indent="-227965">
              <a:lnSpc>
                <a:spcPct val="100000"/>
              </a:lnSpc>
              <a:spcBef>
                <a:spcPts val="100"/>
              </a:spcBef>
              <a:buFont typeface="Wingdings" panose="05000000000000000000"/>
              <a:buChar char=""/>
              <a:tabLst>
                <a:tab pos="240665" algn="l"/>
              </a:tabLst>
            </a:pPr>
            <a:r>
              <a:rPr sz="1600" spc="-25" dirty="0">
                <a:solidFill>
                  <a:srgbClr val="009FE8"/>
                </a:solidFill>
                <a:latin typeface="微软雅黑" panose="020B0503020204020204" charset="-122"/>
                <a:cs typeface="微软雅黑" panose="020B0503020204020204" charset="-122"/>
              </a:rPr>
              <a:t>TMS</a:t>
            </a:r>
            <a:endParaRPr sz="1600">
              <a:latin typeface="微软雅黑" panose="020B0503020204020204" charset="-122"/>
              <a:cs typeface="微软雅黑" panose="020B0503020204020204" charset="-122"/>
            </a:endParaRPr>
          </a:p>
        </p:txBody>
      </p:sp>
      <p:sp>
        <p:nvSpPr>
          <p:cNvPr id="7" name="object 7"/>
          <p:cNvSpPr txBox="1"/>
          <p:nvPr/>
        </p:nvSpPr>
        <p:spPr>
          <a:xfrm>
            <a:off x="2335529" y="4624323"/>
            <a:ext cx="585470" cy="269240"/>
          </a:xfrm>
          <a:prstGeom prst="rect">
            <a:avLst/>
          </a:prstGeom>
        </p:spPr>
        <p:txBody>
          <a:bodyPr vert="horz" wrap="square" lIns="0" tIns="12700" rIns="0" bIns="0" rtlCol="0">
            <a:spAutoFit/>
          </a:bodyPr>
          <a:lstStyle/>
          <a:p>
            <a:pPr marL="240665" indent="-227965">
              <a:lnSpc>
                <a:spcPct val="100000"/>
              </a:lnSpc>
              <a:spcBef>
                <a:spcPts val="100"/>
              </a:spcBef>
              <a:buFont typeface="Wingdings" panose="05000000000000000000"/>
              <a:buChar char=""/>
              <a:tabLst>
                <a:tab pos="240665" algn="l"/>
              </a:tabLst>
            </a:pPr>
            <a:r>
              <a:rPr sz="1600" spc="-25" dirty="0">
                <a:solidFill>
                  <a:srgbClr val="009FE8"/>
                </a:solidFill>
                <a:latin typeface="微软雅黑" panose="020B0503020204020204" charset="-122"/>
                <a:cs typeface="微软雅黑" panose="020B0503020204020204" charset="-122"/>
              </a:rPr>
              <a:t>TDI</a:t>
            </a:r>
            <a:endParaRPr sz="1600">
              <a:latin typeface="微软雅黑" panose="020B0503020204020204" charset="-122"/>
              <a:cs typeface="微软雅黑" panose="020B0503020204020204" charset="-122"/>
            </a:endParaRPr>
          </a:p>
        </p:txBody>
      </p:sp>
      <p:sp>
        <p:nvSpPr>
          <p:cNvPr id="8" name="object 8"/>
          <p:cNvSpPr txBox="1"/>
          <p:nvPr/>
        </p:nvSpPr>
        <p:spPr>
          <a:xfrm>
            <a:off x="2335529" y="5169915"/>
            <a:ext cx="691515" cy="269240"/>
          </a:xfrm>
          <a:prstGeom prst="rect">
            <a:avLst/>
          </a:prstGeom>
        </p:spPr>
        <p:txBody>
          <a:bodyPr vert="horz" wrap="square" lIns="0" tIns="12700" rIns="0" bIns="0" rtlCol="0">
            <a:spAutoFit/>
          </a:bodyPr>
          <a:lstStyle/>
          <a:p>
            <a:pPr marL="240665" indent="-227965">
              <a:lnSpc>
                <a:spcPct val="100000"/>
              </a:lnSpc>
              <a:spcBef>
                <a:spcPts val="100"/>
              </a:spcBef>
              <a:buFont typeface="Wingdings" panose="05000000000000000000"/>
              <a:buChar char=""/>
              <a:tabLst>
                <a:tab pos="240665" algn="l"/>
              </a:tabLst>
            </a:pPr>
            <a:r>
              <a:rPr sz="1600" spc="-25" dirty="0">
                <a:solidFill>
                  <a:srgbClr val="009FE8"/>
                </a:solidFill>
                <a:latin typeface="微软雅黑" panose="020B0503020204020204" charset="-122"/>
                <a:cs typeface="微软雅黑" panose="020B0503020204020204" charset="-122"/>
              </a:rPr>
              <a:t>TDO</a:t>
            </a:r>
            <a:endParaRPr sz="1600">
              <a:latin typeface="微软雅黑" panose="020B0503020204020204" charset="-122"/>
              <a:cs typeface="微软雅黑" panose="020B0503020204020204" charset="-122"/>
            </a:endParaRPr>
          </a:p>
        </p:txBody>
      </p:sp>
      <p:sp>
        <p:nvSpPr>
          <p:cNvPr id="9" name="object 9"/>
          <p:cNvSpPr txBox="1"/>
          <p:nvPr/>
        </p:nvSpPr>
        <p:spPr>
          <a:xfrm>
            <a:off x="2335529" y="5718555"/>
            <a:ext cx="1609725" cy="269240"/>
          </a:xfrm>
          <a:prstGeom prst="rect">
            <a:avLst/>
          </a:prstGeom>
        </p:spPr>
        <p:txBody>
          <a:bodyPr vert="horz" wrap="square" lIns="0" tIns="12700" rIns="0" bIns="0" rtlCol="0">
            <a:spAutoFit/>
          </a:bodyPr>
          <a:lstStyle/>
          <a:p>
            <a:pPr marL="240665" indent="-227965">
              <a:lnSpc>
                <a:spcPct val="100000"/>
              </a:lnSpc>
              <a:spcBef>
                <a:spcPts val="100"/>
              </a:spcBef>
              <a:buFont typeface="Wingdings" panose="05000000000000000000"/>
              <a:buChar char=""/>
              <a:tabLst>
                <a:tab pos="240665" algn="l"/>
              </a:tabLst>
            </a:pPr>
            <a:r>
              <a:rPr sz="1600" dirty="0">
                <a:solidFill>
                  <a:srgbClr val="009FE8"/>
                </a:solidFill>
                <a:latin typeface="微软雅黑" panose="020B0503020204020204" charset="-122"/>
                <a:cs typeface="微软雅黑" panose="020B0503020204020204" charset="-122"/>
              </a:rPr>
              <a:t>TRST</a:t>
            </a:r>
            <a:r>
              <a:rPr sz="1600" spc="-35" dirty="0">
                <a:solidFill>
                  <a:srgbClr val="009FE8"/>
                </a:solidFill>
                <a:latin typeface="微软雅黑" panose="020B0503020204020204" charset="-122"/>
                <a:cs typeface="微软雅黑" panose="020B0503020204020204" charset="-122"/>
              </a:rPr>
              <a:t> </a:t>
            </a:r>
            <a:r>
              <a:rPr sz="1600" dirty="0">
                <a:solidFill>
                  <a:srgbClr val="009FE8"/>
                </a:solidFill>
                <a:latin typeface="微软雅黑" panose="020B0503020204020204" charset="-122"/>
                <a:cs typeface="微软雅黑" panose="020B0503020204020204" charset="-122"/>
              </a:rPr>
              <a:t>（可选</a:t>
            </a:r>
            <a:r>
              <a:rPr sz="1600" spc="-50" dirty="0">
                <a:solidFill>
                  <a:srgbClr val="009FE8"/>
                </a:solidFill>
                <a:latin typeface="微软雅黑" panose="020B0503020204020204" charset="-122"/>
                <a:cs typeface="微软雅黑" panose="020B0503020204020204" charset="-122"/>
              </a:rPr>
              <a:t>）</a:t>
            </a:r>
            <a:endParaRPr sz="1600">
              <a:latin typeface="微软雅黑" panose="020B0503020204020204" charset="-122"/>
              <a:cs typeface="微软雅黑" panose="020B0503020204020204" charset="-122"/>
            </a:endParaRPr>
          </a:p>
        </p:txBody>
      </p:sp>
      <p:pic>
        <p:nvPicPr>
          <p:cNvPr id="68" name="图片 67"/>
          <p:cNvPicPr/>
          <p:nvPr/>
        </p:nvPicPr>
        <p:blipFill>
          <a:blip r:embed="rId1"/>
          <a:stretch>
            <a:fillRect/>
          </a:stretch>
        </p:blipFill>
        <p:spPr>
          <a:xfrm>
            <a:off x="7695883" y="1371600"/>
            <a:ext cx="3267075" cy="417195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10" dirty="0"/>
              <a:t>JTAG</a:t>
            </a:r>
            <a:r>
              <a:rPr spc="-20" dirty="0"/>
              <a:t>的概念</a:t>
            </a:r>
            <a:endParaRPr spc="-20" dirty="0"/>
          </a:p>
        </p:txBody>
      </p:sp>
      <p:sp>
        <p:nvSpPr>
          <p:cNvPr id="3" name="object 3"/>
          <p:cNvSpPr txBox="1"/>
          <p:nvPr/>
        </p:nvSpPr>
        <p:spPr>
          <a:xfrm>
            <a:off x="963930" y="1578355"/>
            <a:ext cx="2292350" cy="1091565"/>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2"/>
              <a:tabLst>
                <a:tab pos="469265" algn="l"/>
              </a:tabLst>
            </a:pPr>
            <a:r>
              <a:rPr sz="2400" b="1" spc="-70" dirty="0">
                <a:solidFill>
                  <a:srgbClr val="009FE8"/>
                </a:solidFill>
                <a:latin typeface="微软雅黑" panose="020B0503020204020204" charset="-122"/>
                <a:cs typeface="微软雅黑" panose="020B0503020204020204" charset="-122"/>
              </a:rPr>
              <a:t>JTAG</a:t>
            </a:r>
            <a:r>
              <a:rPr sz="2400" b="1" spc="-20" dirty="0">
                <a:solidFill>
                  <a:srgbClr val="009FE8"/>
                </a:solidFill>
                <a:latin typeface="微软雅黑" panose="020B0503020204020204" charset="-122"/>
                <a:cs typeface="微软雅黑" panose="020B0503020204020204" charset="-122"/>
              </a:rPr>
              <a:t>的架构</a:t>
            </a:r>
            <a:endParaRPr sz="2400">
              <a:latin typeface="微软雅黑" panose="020B0503020204020204" charset="-122"/>
              <a:cs typeface="微软雅黑" panose="020B0503020204020204" charset="-122"/>
            </a:endParaRPr>
          </a:p>
          <a:p>
            <a:pPr marL="926465" lvl="1" indent="-456565">
              <a:lnSpc>
                <a:spcPct val="100000"/>
              </a:lnSpc>
              <a:spcBef>
                <a:spcPts val="3110"/>
              </a:spcBef>
              <a:buAutoNum type="arabicPeriod"/>
              <a:tabLst>
                <a:tab pos="926465" algn="l"/>
              </a:tabLst>
            </a:pPr>
            <a:r>
              <a:rPr sz="2000" spc="-65" dirty="0">
                <a:solidFill>
                  <a:srgbClr val="009FE8"/>
                </a:solidFill>
                <a:latin typeface="微软雅黑" panose="020B0503020204020204" charset="-122"/>
                <a:cs typeface="微软雅黑" panose="020B0503020204020204" charset="-122"/>
              </a:rPr>
              <a:t>JTAG</a:t>
            </a:r>
            <a:r>
              <a:rPr sz="2000" spc="-20" dirty="0">
                <a:solidFill>
                  <a:srgbClr val="009FE8"/>
                </a:solidFill>
                <a:latin typeface="微软雅黑" panose="020B0503020204020204" charset="-122"/>
                <a:cs typeface="微软雅黑" panose="020B0503020204020204" charset="-122"/>
              </a:rPr>
              <a:t>的架构</a:t>
            </a:r>
            <a:endParaRPr sz="2000">
              <a:latin typeface="微软雅黑" panose="020B0503020204020204" charset="-122"/>
              <a:cs typeface="微软雅黑" panose="020B0503020204020204" charset="-122"/>
            </a:endParaRPr>
          </a:p>
        </p:txBody>
      </p:sp>
      <p:sp>
        <p:nvSpPr>
          <p:cNvPr id="4" name="object 4"/>
          <p:cNvSpPr txBox="1"/>
          <p:nvPr/>
        </p:nvSpPr>
        <p:spPr>
          <a:xfrm>
            <a:off x="1878329" y="2960115"/>
            <a:ext cx="2247900" cy="3027680"/>
          </a:xfrm>
          <a:prstGeom prst="rect">
            <a:avLst/>
          </a:prstGeom>
        </p:spPr>
        <p:txBody>
          <a:bodyPr vert="horz" wrap="square" lIns="0" tIns="12700" rIns="0" bIns="0" rtlCol="0">
            <a:spAutoFit/>
          </a:bodyPr>
          <a:lstStyle/>
          <a:p>
            <a:pPr marL="240665" indent="-227965">
              <a:lnSpc>
                <a:spcPct val="100000"/>
              </a:lnSpc>
              <a:spcBef>
                <a:spcPts val="100"/>
              </a:spcBef>
              <a:buFont typeface="Wingdings" panose="05000000000000000000"/>
              <a:buChar char=""/>
              <a:tabLst>
                <a:tab pos="240665" algn="l"/>
              </a:tabLst>
            </a:pPr>
            <a:r>
              <a:rPr sz="1600" spc="-50" dirty="0">
                <a:solidFill>
                  <a:srgbClr val="009FE8"/>
                </a:solidFill>
                <a:latin typeface="微软雅黑" panose="020B0503020204020204" charset="-122"/>
                <a:cs typeface="微软雅黑" panose="020B0503020204020204" charset="-122"/>
              </a:rPr>
              <a:t>JTAG</a:t>
            </a:r>
            <a:r>
              <a:rPr sz="1600" spc="-20" dirty="0">
                <a:solidFill>
                  <a:srgbClr val="009FE8"/>
                </a:solidFill>
                <a:latin typeface="微软雅黑" panose="020B0503020204020204" charset="-122"/>
                <a:cs typeface="微软雅黑" panose="020B0503020204020204" charset="-122"/>
              </a:rPr>
              <a:t>寄存器</a:t>
            </a:r>
            <a:endParaRPr sz="1600">
              <a:latin typeface="微软雅黑" panose="020B0503020204020204" charset="-122"/>
              <a:cs typeface="微软雅黑" panose="020B0503020204020204" charset="-122"/>
            </a:endParaRPr>
          </a:p>
          <a:p>
            <a:pPr marL="812165" lvl="1" indent="-342265">
              <a:lnSpc>
                <a:spcPct val="100000"/>
              </a:lnSpc>
              <a:spcBef>
                <a:spcPts val="2495"/>
              </a:spcBef>
              <a:buAutoNum type="arabicPeriod"/>
              <a:tabLst>
                <a:tab pos="812165" algn="l"/>
              </a:tabLst>
            </a:pPr>
            <a:r>
              <a:rPr sz="1600" spc="-10" dirty="0">
                <a:solidFill>
                  <a:srgbClr val="009FE8"/>
                </a:solidFill>
                <a:latin typeface="微软雅黑" panose="020B0503020204020204" charset="-122"/>
                <a:cs typeface="微软雅黑" panose="020B0503020204020204" charset="-122"/>
              </a:rPr>
              <a:t>指令寄存器</a:t>
            </a:r>
            <a:endParaRPr sz="1600">
              <a:latin typeface="微软雅黑" panose="020B0503020204020204" charset="-122"/>
              <a:cs typeface="微软雅黑" panose="020B0503020204020204" charset="-122"/>
            </a:endParaRPr>
          </a:p>
          <a:p>
            <a:pPr marL="812165" lvl="1" indent="-342265">
              <a:lnSpc>
                <a:spcPct val="100000"/>
              </a:lnSpc>
              <a:spcBef>
                <a:spcPts val="2375"/>
              </a:spcBef>
              <a:buAutoNum type="arabicPeriod"/>
              <a:tabLst>
                <a:tab pos="812165" algn="l"/>
              </a:tabLst>
            </a:pPr>
            <a:r>
              <a:rPr sz="1600" spc="-10" dirty="0">
                <a:solidFill>
                  <a:srgbClr val="009FE8"/>
                </a:solidFill>
                <a:latin typeface="微软雅黑" panose="020B0503020204020204" charset="-122"/>
                <a:cs typeface="微软雅黑" panose="020B0503020204020204" charset="-122"/>
              </a:rPr>
              <a:t>边界扫描寄存器</a:t>
            </a:r>
            <a:endParaRPr sz="1600">
              <a:latin typeface="微软雅黑" panose="020B0503020204020204" charset="-122"/>
              <a:cs typeface="微软雅黑" panose="020B0503020204020204" charset="-122"/>
            </a:endParaRPr>
          </a:p>
          <a:p>
            <a:pPr marL="812165" lvl="1" indent="-342265">
              <a:lnSpc>
                <a:spcPct val="100000"/>
              </a:lnSpc>
              <a:spcBef>
                <a:spcPts val="2475"/>
              </a:spcBef>
              <a:buAutoNum type="arabicPeriod"/>
              <a:tabLst>
                <a:tab pos="812165" algn="l"/>
              </a:tabLst>
            </a:pPr>
            <a:r>
              <a:rPr sz="1600" spc="-10" dirty="0">
                <a:solidFill>
                  <a:srgbClr val="009FE8"/>
                </a:solidFill>
                <a:latin typeface="微软雅黑" panose="020B0503020204020204" charset="-122"/>
                <a:cs typeface="微软雅黑" panose="020B0503020204020204" charset="-122"/>
              </a:rPr>
              <a:t>旁路寄存器</a:t>
            </a:r>
            <a:endParaRPr sz="1600">
              <a:latin typeface="微软雅黑" panose="020B0503020204020204" charset="-122"/>
              <a:cs typeface="微软雅黑" panose="020B0503020204020204" charset="-122"/>
            </a:endParaRPr>
          </a:p>
          <a:p>
            <a:pPr marL="812165" lvl="1" indent="-342265">
              <a:lnSpc>
                <a:spcPct val="100000"/>
              </a:lnSpc>
              <a:spcBef>
                <a:spcPts val="2375"/>
              </a:spcBef>
              <a:buAutoNum type="arabicPeriod"/>
              <a:tabLst>
                <a:tab pos="812165" algn="l"/>
              </a:tabLst>
            </a:pPr>
            <a:r>
              <a:rPr sz="1600" spc="-10" dirty="0">
                <a:solidFill>
                  <a:srgbClr val="009FE8"/>
                </a:solidFill>
                <a:latin typeface="微软雅黑" panose="020B0503020204020204" charset="-122"/>
                <a:cs typeface="微软雅黑" panose="020B0503020204020204" charset="-122"/>
              </a:rPr>
              <a:t>芯片标识寄存器</a:t>
            </a:r>
            <a:endParaRPr sz="1600">
              <a:latin typeface="微软雅黑" panose="020B0503020204020204" charset="-122"/>
              <a:cs typeface="微软雅黑" panose="020B0503020204020204" charset="-122"/>
            </a:endParaRPr>
          </a:p>
          <a:p>
            <a:pPr marL="812165" lvl="1" indent="-342265">
              <a:lnSpc>
                <a:spcPct val="100000"/>
              </a:lnSpc>
              <a:spcBef>
                <a:spcPts val="2400"/>
              </a:spcBef>
              <a:buAutoNum type="arabicPeriod"/>
              <a:tabLst>
                <a:tab pos="812165" algn="l"/>
              </a:tabLst>
            </a:pPr>
            <a:r>
              <a:rPr sz="1600" spc="-10" dirty="0">
                <a:solidFill>
                  <a:srgbClr val="009FE8"/>
                </a:solidFill>
                <a:latin typeface="微软雅黑" panose="020B0503020204020204" charset="-122"/>
                <a:cs typeface="微软雅黑" panose="020B0503020204020204" charset="-122"/>
              </a:rPr>
              <a:t>其他数据寄存器</a:t>
            </a:r>
            <a:endParaRPr sz="1600">
              <a:latin typeface="微软雅黑" panose="020B0503020204020204" charset="-122"/>
              <a:cs typeface="微软雅黑" panose="020B0503020204020204" charset="-122"/>
            </a:endParaRPr>
          </a:p>
        </p:txBody>
      </p:sp>
      <p:pic>
        <p:nvPicPr>
          <p:cNvPr id="63" name="图片 62"/>
          <p:cNvPicPr/>
          <p:nvPr/>
        </p:nvPicPr>
        <p:blipFill>
          <a:blip r:embed="rId1"/>
          <a:stretch>
            <a:fillRect/>
          </a:stretch>
        </p:blipFill>
        <p:spPr>
          <a:xfrm>
            <a:off x="7391083" y="1371600"/>
            <a:ext cx="3267075" cy="417195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10" dirty="0"/>
              <a:t>JTAG</a:t>
            </a:r>
            <a:r>
              <a:rPr spc="-20" dirty="0"/>
              <a:t>的概念</a:t>
            </a:r>
            <a:endParaRPr spc="-20" dirty="0"/>
          </a:p>
        </p:txBody>
      </p:sp>
      <p:sp>
        <p:nvSpPr>
          <p:cNvPr id="3" name="object 3"/>
          <p:cNvSpPr txBox="1"/>
          <p:nvPr/>
        </p:nvSpPr>
        <p:spPr>
          <a:xfrm>
            <a:off x="963930" y="1578355"/>
            <a:ext cx="3162300" cy="2212340"/>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2"/>
              <a:tabLst>
                <a:tab pos="469265" algn="l"/>
              </a:tabLst>
            </a:pPr>
            <a:r>
              <a:rPr sz="2400" b="1" spc="-70" dirty="0">
                <a:solidFill>
                  <a:srgbClr val="009FE8"/>
                </a:solidFill>
                <a:latin typeface="微软雅黑" panose="020B0503020204020204" charset="-122"/>
                <a:cs typeface="微软雅黑" panose="020B0503020204020204" charset="-122"/>
              </a:rPr>
              <a:t>JTAG</a:t>
            </a:r>
            <a:r>
              <a:rPr sz="2400" b="1" spc="-20" dirty="0">
                <a:solidFill>
                  <a:srgbClr val="009FE8"/>
                </a:solidFill>
                <a:latin typeface="微软雅黑" panose="020B0503020204020204" charset="-122"/>
                <a:cs typeface="微软雅黑" panose="020B0503020204020204" charset="-122"/>
              </a:rPr>
              <a:t>的架构</a:t>
            </a:r>
            <a:endParaRPr sz="2400">
              <a:latin typeface="微软雅黑" panose="020B0503020204020204" charset="-122"/>
              <a:cs typeface="微软雅黑" panose="020B0503020204020204" charset="-122"/>
            </a:endParaRPr>
          </a:p>
          <a:p>
            <a:pPr marL="926465" lvl="1" indent="-456565">
              <a:lnSpc>
                <a:spcPct val="100000"/>
              </a:lnSpc>
              <a:spcBef>
                <a:spcPts val="3110"/>
              </a:spcBef>
              <a:buAutoNum type="arabicPeriod"/>
              <a:tabLst>
                <a:tab pos="926465" algn="l"/>
              </a:tabLst>
            </a:pPr>
            <a:r>
              <a:rPr sz="2000" spc="-65" dirty="0">
                <a:solidFill>
                  <a:srgbClr val="009FE8"/>
                </a:solidFill>
                <a:latin typeface="微软雅黑" panose="020B0503020204020204" charset="-122"/>
                <a:cs typeface="微软雅黑" panose="020B0503020204020204" charset="-122"/>
              </a:rPr>
              <a:t>JTAG</a:t>
            </a:r>
            <a:r>
              <a:rPr sz="2000" spc="-20" dirty="0">
                <a:solidFill>
                  <a:srgbClr val="009FE8"/>
                </a:solidFill>
                <a:latin typeface="微软雅黑" panose="020B0503020204020204" charset="-122"/>
                <a:cs typeface="微软雅黑" panose="020B0503020204020204" charset="-122"/>
              </a:rPr>
              <a:t>的架构</a:t>
            </a:r>
            <a:endParaRPr sz="2000">
              <a:latin typeface="微软雅黑" panose="020B0503020204020204" charset="-122"/>
              <a:cs typeface="微软雅黑" panose="020B0503020204020204" charset="-122"/>
            </a:endParaRPr>
          </a:p>
          <a:p>
            <a:pPr marL="1155065" lvl="2" indent="-227965">
              <a:lnSpc>
                <a:spcPct val="100000"/>
              </a:lnSpc>
              <a:spcBef>
                <a:spcPts val="2490"/>
              </a:spcBef>
              <a:buFont typeface="Wingdings" panose="05000000000000000000"/>
              <a:buChar char=""/>
              <a:tabLst>
                <a:tab pos="1155065" algn="l"/>
              </a:tabLst>
            </a:pPr>
            <a:r>
              <a:rPr sz="1600" spc="-50" dirty="0">
                <a:solidFill>
                  <a:srgbClr val="009FE8"/>
                </a:solidFill>
                <a:latin typeface="微软雅黑" panose="020B0503020204020204" charset="-122"/>
                <a:cs typeface="微软雅黑" panose="020B0503020204020204" charset="-122"/>
              </a:rPr>
              <a:t>JTAG</a:t>
            </a:r>
            <a:r>
              <a:rPr sz="1600" spc="-20" dirty="0">
                <a:solidFill>
                  <a:srgbClr val="009FE8"/>
                </a:solidFill>
                <a:latin typeface="微软雅黑" panose="020B0503020204020204" charset="-122"/>
                <a:cs typeface="微软雅黑" panose="020B0503020204020204" charset="-122"/>
              </a:rPr>
              <a:t>寄存器</a:t>
            </a:r>
            <a:endParaRPr sz="1600">
              <a:latin typeface="微软雅黑" panose="020B0503020204020204" charset="-122"/>
              <a:cs typeface="微软雅黑" panose="020B0503020204020204" charset="-122"/>
            </a:endParaRPr>
          </a:p>
          <a:p>
            <a:pPr marL="1726565" lvl="3" indent="-342265">
              <a:lnSpc>
                <a:spcPct val="100000"/>
              </a:lnSpc>
              <a:spcBef>
                <a:spcPts val="2495"/>
              </a:spcBef>
              <a:buAutoNum type="arabicPeriod"/>
              <a:tabLst>
                <a:tab pos="1725930" algn="l"/>
              </a:tabLst>
            </a:pPr>
            <a:r>
              <a:rPr sz="1600" spc="-10" dirty="0">
                <a:solidFill>
                  <a:srgbClr val="009FE8"/>
                </a:solidFill>
                <a:latin typeface="微软雅黑" panose="020B0503020204020204" charset="-122"/>
                <a:cs typeface="微软雅黑" panose="020B0503020204020204" charset="-122"/>
              </a:rPr>
              <a:t>边界扫描寄存器</a:t>
            </a:r>
            <a:endParaRPr sz="1600">
              <a:latin typeface="微软雅黑" panose="020B0503020204020204" charset="-122"/>
              <a:cs typeface="微软雅黑" panose="020B0503020204020204" charset="-122"/>
            </a:endParaRPr>
          </a:p>
        </p:txBody>
      </p:sp>
      <p:pic>
        <p:nvPicPr>
          <p:cNvPr id="4" name="object 4"/>
          <p:cNvPicPr/>
          <p:nvPr/>
        </p:nvPicPr>
        <p:blipFill>
          <a:blip r:embed="rId1" cstate="print"/>
          <a:stretch>
            <a:fillRect/>
          </a:stretch>
        </p:blipFill>
        <p:spPr>
          <a:xfrm>
            <a:off x="4506543" y="2493708"/>
            <a:ext cx="7260663" cy="333374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10" dirty="0"/>
              <a:t>JTAG</a:t>
            </a:r>
            <a:r>
              <a:rPr spc="-20" dirty="0"/>
              <a:t>的概念</a:t>
            </a:r>
            <a:endParaRPr spc="-20" dirty="0"/>
          </a:p>
        </p:txBody>
      </p:sp>
      <p:sp>
        <p:nvSpPr>
          <p:cNvPr id="3" name="object 3"/>
          <p:cNvSpPr txBox="1"/>
          <p:nvPr/>
        </p:nvSpPr>
        <p:spPr>
          <a:xfrm>
            <a:off x="963930" y="1578355"/>
            <a:ext cx="2292350" cy="1091565"/>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2"/>
              <a:tabLst>
                <a:tab pos="469265" algn="l"/>
              </a:tabLst>
            </a:pPr>
            <a:r>
              <a:rPr sz="2400" b="1" spc="-70" dirty="0">
                <a:solidFill>
                  <a:srgbClr val="009FE8"/>
                </a:solidFill>
                <a:latin typeface="微软雅黑" panose="020B0503020204020204" charset="-122"/>
                <a:cs typeface="微软雅黑" panose="020B0503020204020204" charset="-122"/>
              </a:rPr>
              <a:t>JTAG</a:t>
            </a:r>
            <a:r>
              <a:rPr sz="2400" b="1" spc="-20" dirty="0">
                <a:solidFill>
                  <a:srgbClr val="009FE8"/>
                </a:solidFill>
                <a:latin typeface="微软雅黑" panose="020B0503020204020204" charset="-122"/>
                <a:cs typeface="微软雅黑" panose="020B0503020204020204" charset="-122"/>
              </a:rPr>
              <a:t>的架构</a:t>
            </a:r>
            <a:endParaRPr sz="2400">
              <a:latin typeface="微软雅黑" panose="020B0503020204020204" charset="-122"/>
              <a:cs typeface="微软雅黑" panose="020B0503020204020204" charset="-122"/>
            </a:endParaRPr>
          </a:p>
          <a:p>
            <a:pPr marL="926465" lvl="1" indent="-456565">
              <a:lnSpc>
                <a:spcPct val="100000"/>
              </a:lnSpc>
              <a:spcBef>
                <a:spcPts val="3110"/>
              </a:spcBef>
              <a:buAutoNum type="arabicPeriod"/>
              <a:tabLst>
                <a:tab pos="926465" algn="l"/>
              </a:tabLst>
            </a:pPr>
            <a:r>
              <a:rPr sz="2000" spc="-65" dirty="0">
                <a:solidFill>
                  <a:srgbClr val="009FE8"/>
                </a:solidFill>
                <a:latin typeface="微软雅黑" panose="020B0503020204020204" charset="-122"/>
                <a:cs typeface="微软雅黑" panose="020B0503020204020204" charset="-122"/>
              </a:rPr>
              <a:t>JTAG</a:t>
            </a:r>
            <a:r>
              <a:rPr sz="2000" spc="-20" dirty="0">
                <a:solidFill>
                  <a:srgbClr val="009FE8"/>
                </a:solidFill>
                <a:latin typeface="微软雅黑" panose="020B0503020204020204" charset="-122"/>
                <a:cs typeface="微软雅黑" panose="020B0503020204020204" charset="-122"/>
              </a:rPr>
              <a:t>的架构</a:t>
            </a:r>
            <a:endParaRPr sz="2000">
              <a:latin typeface="微软雅黑" panose="020B0503020204020204" charset="-122"/>
              <a:cs typeface="微软雅黑" panose="020B0503020204020204" charset="-122"/>
            </a:endParaRPr>
          </a:p>
        </p:txBody>
      </p:sp>
      <p:sp>
        <p:nvSpPr>
          <p:cNvPr id="4" name="object 4"/>
          <p:cNvSpPr txBox="1"/>
          <p:nvPr/>
        </p:nvSpPr>
        <p:spPr>
          <a:xfrm>
            <a:off x="1878329" y="2960115"/>
            <a:ext cx="2315210" cy="1376045"/>
          </a:xfrm>
          <a:prstGeom prst="rect">
            <a:avLst/>
          </a:prstGeom>
        </p:spPr>
        <p:txBody>
          <a:bodyPr vert="horz" wrap="square" lIns="0" tIns="12700" rIns="0" bIns="0" rtlCol="0">
            <a:spAutoFit/>
          </a:bodyPr>
          <a:lstStyle/>
          <a:p>
            <a:pPr marL="240665" indent="-227965">
              <a:lnSpc>
                <a:spcPct val="100000"/>
              </a:lnSpc>
              <a:spcBef>
                <a:spcPts val="100"/>
              </a:spcBef>
              <a:buFont typeface="Wingdings" panose="05000000000000000000"/>
              <a:buChar char=""/>
              <a:tabLst>
                <a:tab pos="240665" algn="l"/>
              </a:tabLst>
            </a:pPr>
            <a:r>
              <a:rPr sz="1600" spc="-50" dirty="0">
                <a:solidFill>
                  <a:srgbClr val="009FE8"/>
                </a:solidFill>
                <a:latin typeface="微软雅黑" panose="020B0503020204020204" charset="-122"/>
                <a:cs typeface="微软雅黑" panose="020B0503020204020204" charset="-122"/>
              </a:rPr>
              <a:t>JTAG</a:t>
            </a:r>
            <a:r>
              <a:rPr sz="1600" spc="-20" dirty="0">
                <a:solidFill>
                  <a:srgbClr val="009FE8"/>
                </a:solidFill>
                <a:latin typeface="微软雅黑" panose="020B0503020204020204" charset="-122"/>
                <a:cs typeface="微软雅黑" panose="020B0503020204020204" charset="-122"/>
              </a:rPr>
              <a:t>寄存器</a:t>
            </a:r>
            <a:endParaRPr sz="1600">
              <a:latin typeface="微软雅黑" panose="020B0503020204020204" charset="-122"/>
              <a:cs typeface="微软雅黑" panose="020B0503020204020204" charset="-122"/>
            </a:endParaRPr>
          </a:p>
          <a:p>
            <a:pPr marL="812165" lvl="1" indent="-342265">
              <a:lnSpc>
                <a:spcPct val="100000"/>
              </a:lnSpc>
              <a:spcBef>
                <a:spcPts val="2495"/>
              </a:spcBef>
              <a:buAutoNum type="arabicPeriod"/>
              <a:tabLst>
                <a:tab pos="812165" algn="l"/>
              </a:tabLst>
            </a:pPr>
            <a:r>
              <a:rPr sz="1600" spc="-10" dirty="0">
                <a:solidFill>
                  <a:srgbClr val="009FE8"/>
                </a:solidFill>
                <a:latin typeface="微软雅黑" panose="020B0503020204020204" charset="-122"/>
                <a:cs typeface="微软雅黑" panose="020B0503020204020204" charset="-122"/>
              </a:rPr>
              <a:t>边界扫描寄存器</a:t>
            </a:r>
            <a:endParaRPr sz="1600">
              <a:latin typeface="微软雅黑" panose="020B0503020204020204" charset="-122"/>
              <a:cs typeface="微软雅黑" panose="020B0503020204020204" charset="-122"/>
            </a:endParaRPr>
          </a:p>
          <a:p>
            <a:pPr marL="1269365" lvl="2" indent="-342265">
              <a:lnSpc>
                <a:spcPct val="100000"/>
              </a:lnSpc>
              <a:spcBef>
                <a:spcPts val="2375"/>
              </a:spcBef>
              <a:buAutoNum type="arabicPeriod"/>
              <a:tabLst>
                <a:tab pos="1269365" algn="l"/>
              </a:tabLst>
            </a:pPr>
            <a:r>
              <a:rPr sz="1600" spc="-5" dirty="0">
                <a:solidFill>
                  <a:srgbClr val="009FE8"/>
                </a:solidFill>
                <a:latin typeface="微软雅黑" panose="020B0503020204020204" charset="-122"/>
                <a:cs typeface="微软雅黑" panose="020B0503020204020204" charset="-122"/>
              </a:rPr>
              <a:t>移位：</a:t>
            </a:r>
            <a:r>
              <a:rPr sz="1600" spc="-10" dirty="0">
                <a:solidFill>
                  <a:srgbClr val="009FE8"/>
                </a:solidFill>
                <a:latin typeface="微软雅黑" panose="020B0503020204020204" charset="-122"/>
                <a:cs typeface="微软雅黑" panose="020B0503020204020204" charset="-122"/>
              </a:rPr>
              <a:t>shift</a:t>
            </a:r>
            <a:endParaRPr sz="1600">
              <a:latin typeface="微软雅黑" panose="020B0503020204020204" charset="-122"/>
              <a:cs typeface="微软雅黑" panose="020B0503020204020204" charset="-122"/>
            </a:endParaRPr>
          </a:p>
        </p:txBody>
      </p:sp>
      <p:grpSp>
        <p:nvGrpSpPr>
          <p:cNvPr id="5" name="object 5"/>
          <p:cNvGrpSpPr/>
          <p:nvPr/>
        </p:nvGrpSpPr>
        <p:grpSpPr>
          <a:xfrm>
            <a:off x="6297302" y="2788173"/>
            <a:ext cx="4358005" cy="2399030"/>
            <a:chOff x="6297302" y="2788173"/>
            <a:chExt cx="4358005" cy="2399030"/>
          </a:xfrm>
        </p:grpSpPr>
        <p:pic>
          <p:nvPicPr>
            <p:cNvPr id="6" name="object 6"/>
            <p:cNvPicPr/>
            <p:nvPr/>
          </p:nvPicPr>
          <p:blipFill>
            <a:blip r:embed="rId1" cstate="print"/>
            <a:stretch>
              <a:fillRect/>
            </a:stretch>
          </p:blipFill>
          <p:spPr>
            <a:xfrm>
              <a:off x="6297302" y="2788173"/>
              <a:ext cx="4357912" cy="2310264"/>
            </a:xfrm>
            <a:prstGeom prst="rect">
              <a:avLst/>
            </a:prstGeom>
          </p:spPr>
        </p:pic>
        <p:sp>
          <p:nvSpPr>
            <p:cNvPr id="7" name="object 7"/>
            <p:cNvSpPr/>
            <p:nvPr/>
          </p:nvSpPr>
          <p:spPr>
            <a:xfrm>
              <a:off x="6599389" y="4875237"/>
              <a:ext cx="305435" cy="305435"/>
            </a:xfrm>
            <a:custGeom>
              <a:avLst/>
              <a:gdLst/>
              <a:ahLst/>
              <a:cxnLst/>
              <a:rect l="l" t="t" r="r" b="b"/>
              <a:pathLst>
                <a:path w="305434" h="305435">
                  <a:moveTo>
                    <a:pt x="152628" y="0"/>
                  </a:moveTo>
                  <a:lnTo>
                    <a:pt x="104387" y="7781"/>
                  </a:lnTo>
                  <a:lnTo>
                    <a:pt x="62490" y="29450"/>
                  </a:lnTo>
                  <a:lnTo>
                    <a:pt x="29449" y="62492"/>
                  </a:lnTo>
                  <a:lnTo>
                    <a:pt x="7781" y="104394"/>
                  </a:lnTo>
                  <a:lnTo>
                    <a:pt x="0" y="152641"/>
                  </a:lnTo>
                  <a:lnTo>
                    <a:pt x="7781" y="200881"/>
                  </a:lnTo>
                  <a:lnTo>
                    <a:pt x="29449" y="242779"/>
                  </a:lnTo>
                  <a:lnTo>
                    <a:pt x="62490" y="275820"/>
                  </a:lnTo>
                  <a:lnTo>
                    <a:pt x="104387" y="297488"/>
                  </a:lnTo>
                  <a:lnTo>
                    <a:pt x="152628" y="305269"/>
                  </a:lnTo>
                  <a:lnTo>
                    <a:pt x="200875" y="297488"/>
                  </a:lnTo>
                  <a:lnTo>
                    <a:pt x="242777" y="275820"/>
                  </a:lnTo>
                  <a:lnTo>
                    <a:pt x="275819" y="242779"/>
                  </a:lnTo>
                  <a:lnTo>
                    <a:pt x="297488" y="200881"/>
                  </a:lnTo>
                  <a:lnTo>
                    <a:pt x="305269" y="152641"/>
                  </a:lnTo>
                  <a:lnTo>
                    <a:pt x="297488" y="104394"/>
                  </a:lnTo>
                  <a:lnTo>
                    <a:pt x="275819" y="62492"/>
                  </a:lnTo>
                  <a:lnTo>
                    <a:pt x="242777" y="29450"/>
                  </a:lnTo>
                  <a:lnTo>
                    <a:pt x="200875" y="7781"/>
                  </a:lnTo>
                  <a:lnTo>
                    <a:pt x="152628" y="0"/>
                  </a:lnTo>
                  <a:close/>
                </a:path>
              </a:pathLst>
            </a:custGeom>
            <a:solidFill>
              <a:srgbClr val="ED7D31"/>
            </a:solidFill>
          </p:spPr>
          <p:txBody>
            <a:bodyPr wrap="square" lIns="0" tIns="0" rIns="0" bIns="0" rtlCol="0"/>
            <a:lstStyle/>
            <a:p/>
          </p:txBody>
        </p:sp>
        <p:sp>
          <p:nvSpPr>
            <p:cNvPr id="8" name="object 8"/>
            <p:cNvSpPr/>
            <p:nvPr/>
          </p:nvSpPr>
          <p:spPr>
            <a:xfrm>
              <a:off x="6599389" y="4875237"/>
              <a:ext cx="305435" cy="305435"/>
            </a:xfrm>
            <a:custGeom>
              <a:avLst/>
              <a:gdLst/>
              <a:ahLst/>
              <a:cxnLst/>
              <a:rect l="l" t="t" r="r" b="b"/>
              <a:pathLst>
                <a:path w="305434" h="305435">
                  <a:moveTo>
                    <a:pt x="0" y="152631"/>
                  </a:moveTo>
                  <a:lnTo>
                    <a:pt x="7781" y="104387"/>
                  </a:lnTo>
                  <a:lnTo>
                    <a:pt x="29448" y="62489"/>
                  </a:lnTo>
                  <a:lnTo>
                    <a:pt x="62489" y="29448"/>
                  </a:lnTo>
                  <a:lnTo>
                    <a:pt x="104387" y="7781"/>
                  </a:lnTo>
                  <a:lnTo>
                    <a:pt x="152631" y="0"/>
                  </a:lnTo>
                  <a:lnTo>
                    <a:pt x="200874" y="7781"/>
                  </a:lnTo>
                  <a:lnTo>
                    <a:pt x="242773" y="29448"/>
                  </a:lnTo>
                  <a:lnTo>
                    <a:pt x="275813" y="62489"/>
                  </a:lnTo>
                  <a:lnTo>
                    <a:pt x="297480" y="104387"/>
                  </a:lnTo>
                  <a:lnTo>
                    <a:pt x="305262" y="152631"/>
                  </a:lnTo>
                  <a:lnTo>
                    <a:pt x="297480" y="200874"/>
                  </a:lnTo>
                  <a:lnTo>
                    <a:pt x="275813" y="242773"/>
                  </a:lnTo>
                  <a:lnTo>
                    <a:pt x="242773" y="275813"/>
                  </a:lnTo>
                  <a:lnTo>
                    <a:pt x="200874" y="297480"/>
                  </a:lnTo>
                  <a:lnTo>
                    <a:pt x="152631" y="305262"/>
                  </a:lnTo>
                  <a:lnTo>
                    <a:pt x="104387" y="297480"/>
                  </a:lnTo>
                  <a:lnTo>
                    <a:pt x="62489" y="275813"/>
                  </a:lnTo>
                  <a:lnTo>
                    <a:pt x="29448" y="242773"/>
                  </a:lnTo>
                  <a:lnTo>
                    <a:pt x="7781" y="200874"/>
                  </a:lnTo>
                  <a:lnTo>
                    <a:pt x="0" y="152631"/>
                  </a:lnTo>
                  <a:close/>
                </a:path>
              </a:pathLst>
            </a:custGeom>
            <a:ln w="12700">
              <a:solidFill>
                <a:srgbClr val="ED7D31"/>
              </a:solidFill>
            </a:ln>
          </p:spPr>
          <p:txBody>
            <a:bodyPr wrap="square" lIns="0" tIns="0" rIns="0" bIns="0" rtlCol="0"/>
            <a:lstStyle/>
            <a:p/>
          </p:txBody>
        </p:sp>
      </p:grpSp>
      <p:sp>
        <p:nvSpPr>
          <p:cNvPr id="9" name="object 9"/>
          <p:cNvSpPr txBox="1"/>
          <p:nvPr/>
        </p:nvSpPr>
        <p:spPr>
          <a:xfrm>
            <a:off x="6675818" y="4879340"/>
            <a:ext cx="153035"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Arial" panose="020B0604020202020204"/>
                <a:cs typeface="Arial" panose="020B0604020202020204"/>
              </a:rPr>
              <a:t>1</a:t>
            </a:r>
            <a:endParaRPr sz="1800">
              <a:latin typeface="Arial" panose="020B0604020202020204"/>
              <a:cs typeface="Arial" panose="020B0604020202020204"/>
            </a:endParaRPr>
          </a:p>
        </p:txBody>
      </p:sp>
      <p:grpSp>
        <p:nvGrpSpPr>
          <p:cNvPr id="10" name="object 10"/>
          <p:cNvGrpSpPr/>
          <p:nvPr/>
        </p:nvGrpSpPr>
        <p:grpSpPr>
          <a:xfrm>
            <a:off x="8029956" y="4008945"/>
            <a:ext cx="318135" cy="318135"/>
            <a:chOff x="8029956" y="4008945"/>
            <a:chExt cx="318135" cy="318135"/>
          </a:xfrm>
        </p:grpSpPr>
        <p:sp>
          <p:nvSpPr>
            <p:cNvPr id="11" name="object 11"/>
            <p:cNvSpPr/>
            <p:nvPr/>
          </p:nvSpPr>
          <p:spPr>
            <a:xfrm>
              <a:off x="8036306" y="4015295"/>
              <a:ext cx="305435" cy="305435"/>
            </a:xfrm>
            <a:custGeom>
              <a:avLst/>
              <a:gdLst/>
              <a:ahLst/>
              <a:cxnLst/>
              <a:rect l="l" t="t" r="r" b="b"/>
              <a:pathLst>
                <a:path w="305434" h="305435">
                  <a:moveTo>
                    <a:pt x="152628" y="0"/>
                  </a:moveTo>
                  <a:lnTo>
                    <a:pt x="104387" y="7781"/>
                  </a:lnTo>
                  <a:lnTo>
                    <a:pt x="62490" y="29450"/>
                  </a:lnTo>
                  <a:lnTo>
                    <a:pt x="29449" y="62492"/>
                  </a:lnTo>
                  <a:lnTo>
                    <a:pt x="7781" y="104394"/>
                  </a:lnTo>
                  <a:lnTo>
                    <a:pt x="0" y="152641"/>
                  </a:lnTo>
                  <a:lnTo>
                    <a:pt x="7781" y="200881"/>
                  </a:lnTo>
                  <a:lnTo>
                    <a:pt x="29449" y="242779"/>
                  </a:lnTo>
                  <a:lnTo>
                    <a:pt x="62490" y="275820"/>
                  </a:lnTo>
                  <a:lnTo>
                    <a:pt x="104387" y="297488"/>
                  </a:lnTo>
                  <a:lnTo>
                    <a:pt x="152628" y="305269"/>
                  </a:lnTo>
                  <a:lnTo>
                    <a:pt x="200874" y="297488"/>
                  </a:lnTo>
                  <a:lnTo>
                    <a:pt x="242772" y="275820"/>
                  </a:lnTo>
                  <a:lnTo>
                    <a:pt x="275811" y="242779"/>
                  </a:lnTo>
                  <a:lnTo>
                    <a:pt x="297476" y="200881"/>
                  </a:lnTo>
                  <a:lnTo>
                    <a:pt x="305257" y="152641"/>
                  </a:lnTo>
                  <a:lnTo>
                    <a:pt x="297476" y="104394"/>
                  </a:lnTo>
                  <a:lnTo>
                    <a:pt x="275811" y="62492"/>
                  </a:lnTo>
                  <a:lnTo>
                    <a:pt x="242772" y="29450"/>
                  </a:lnTo>
                  <a:lnTo>
                    <a:pt x="200874" y="7781"/>
                  </a:lnTo>
                  <a:lnTo>
                    <a:pt x="152628" y="0"/>
                  </a:lnTo>
                  <a:close/>
                </a:path>
              </a:pathLst>
            </a:custGeom>
            <a:solidFill>
              <a:srgbClr val="ED7D31"/>
            </a:solidFill>
          </p:spPr>
          <p:txBody>
            <a:bodyPr wrap="square" lIns="0" tIns="0" rIns="0" bIns="0" rtlCol="0"/>
            <a:lstStyle/>
            <a:p/>
          </p:txBody>
        </p:sp>
        <p:sp>
          <p:nvSpPr>
            <p:cNvPr id="12" name="object 12"/>
            <p:cNvSpPr/>
            <p:nvPr/>
          </p:nvSpPr>
          <p:spPr>
            <a:xfrm>
              <a:off x="8036306" y="4015295"/>
              <a:ext cx="305435" cy="305435"/>
            </a:xfrm>
            <a:custGeom>
              <a:avLst/>
              <a:gdLst/>
              <a:ahLst/>
              <a:cxnLst/>
              <a:rect l="l" t="t" r="r" b="b"/>
              <a:pathLst>
                <a:path w="305434" h="305435">
                  <a:moveTo>
                    <a:pt x="0" y="152631"/>
                  </a:moveTo>
                  <a:lnTo>
                    <a:pt x="7781" y="104387"/>
                  </a:lnTo>
                  <a:lnTo>
                    <a:pt x="29448" y="62489"/>
                  </a:lnTo>
                  <a:lnTo>
                    <a:pt x="62489" y="29448"/>
                  </a:lnTo>
                  <a:lnTo>
                    <a:pt x="104387" y="7781"/>
                  </a:lnTo>
                  <a:lnTo>
                    <a:pt x="152631" y="0"/>
                  </a:lnTo>
                  <a:lnTo>
                    <a:pt x="200874" y="7781"/>
                  </a:lnTo>
                  <a:lnTo>
                    <a:pt x="242773" y="29448"/>
                  </a:lnTo>
                  <a:lnTo>
                    <a:pt x="275813" y="62489"/>
                  </a:lnTo>
                  <a:lnTo>
                    <a:pt x="297480" y="104387"/>
                  </a:lnTo>
                  <a:lnTo>
                    <a:pt x="305262" y="152631"/>
                  </a:lnTo>
                  <a:lnTo>
                    <a:pt x="297480" y="200874"/>
                  </a:lnTo>
                  <a:lnTo>
                    <a:pt x="275813" y="242773"/>
                  </a:lnTo>
                  <a:lnTo>
                    <a:pt x="242773" y="275813"/>
                  </a:lnTo>
                  <a:lnTo>
                    <a:pt x="200874" y="297480"/>
                  </a:lnTo>
                  <a:lnTo>
                    <a:pt x="152631" y="305262"/>
                  </a:lnTo>
                  <a:lnTo>
                    <a:pt x="104387" y="297480"/>
                  </a:lnTo>
                  <a:lnTo>
                    <a:pt x="62489" y="275813"/>
                  </a:lnTo>
                  <a:lnTo>
                    <a:pt x="29448" y="242773"/>
                  </a:lnTo>
                  <a:lnTo>
                    <a:pt x="7781" y="200874"/>
                  </a:lnTo>
                  <a:lnTo>
                    <a:pt x="0" y="152631"/>
                  </a:lnTo>
                  <a:close/>
                </a:path>
              </a:pathLst>
            </a:custGeom>
            <a:ln w="12700">
              <a:solidFill>
                <a:srgbClr val="ED7D31"/>
              </a:solidFill>
            </a:ln>
          </p:spPr>
          <p:txBody>
            <a:bodyPr wrap="square" lIns="0" tIns="0" rIns="0" bIns="0" rtlCol="0"/>
            <a:lstStyle/>
            <a:p/>
          </p:txBody>
        </p:sp>
      </p:grpSp>
      <p:sp>
        <p:nvSpPr>
          <p:cNvPr id="13" name="object 13"/>
          <p:cNvSpPr txBox="1"/>
          <p:nvPr/>
        </p:nvSpPr>
        <p:spPr>
          <a:xfrm>
            <a:off x="8112734" y="4016755"/>
            <a:ext cx="153035"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Arial" panose="020B0604020202020204"/>
                <a:cs typeface="Arial" panose="020B0604020202020204"/>
              </a:rPr>
              <a:t>1</a:t>
            </a:r>
            <a:endParaRPr sz="1800">
              <a:latin typeface="Arial" panose="020B0604020202020204"/>
              <a:cs typeface="Arial" panose="020B0604020202020204"/>
            </a:endParaRPr>
          </a:p>
        </p:txBody>
      </p:sp>
      <p:grpSp>
        <p:nvGrpSpPr>
          <p:cNvPr id="14" name="object 14"/>
          <p:cNvGrpSpPr/>
          <p:nvPr/>
        </p:nvGrpSpPr>
        <p:grpSpPr>
          <a:xfrm>
            <a:off x="9046997" y="2547124"/>
            <a:ext cx="318135" cy="318135"/>
            <a:chOff x="9046997" y="2547124"/>
            <a:chExt cx="318135" cy="318135"/>
          </a:xfrm>
        </p:grpSpPr>
        <p:sp>
          <p:nvSpPr>
            <p:cNvPr id="15" name="object 15"/>
            <p:cNvSpPr/>
            <p:nvPr/>
          </p:nvSpPr>
          <p:spPr>
            <a:xfrm>
              <a:off x="9053347" y="2553474"/>
              <a:ext cx="305435" cy="305435"/>
            </a:xfrm>
            <a:custGeom>
              <a:avLst/>
              <a:gdLst/>
              <a:ahLst/>
              <a:cxnLst/>
              <a:rect l="l" t="t" r="r" b="b"/>
              <a:pathLst>
                <a:path w="305434" h="305435">
                  <a:moveTo>
                    <a:pt x="152628" y="0"/>
                  </a:moveTo>
                  <a:lnTo>
                    <a:pt x="104383" y="7780"/>
                  </a:lnTo>
                  <a:lnTo>
                    <a:pt x="62484" y="29446"/>
                  </a:lnTo>
                  <a:lnTo>
                    <a:pt x="29446" y="62484"/>
                  </a:lnTo>
                  <a:lnTo>
                    <a:pt x="7780" y="104383"/>
                  </a:lnTo>
                  <a:lnTo>
                    <a:pt x="0" y="152628"/>
                  </a:lnTo>
                  <a:lnTo>
                    <a:pt x="7780" y="200869"/>
                  </a:lnTo>
                  <a:lnTo>
                    <a:pt x="29446" y="242767"/>
                  </a:lnTo>
                  <a:lnTo>
                    <a:pt x="62484" y="275807"/>
                  </a:lnTo>
                  <a:lnTo>
                    <a:pt x="104383" y="297475"/>
                  </a:lnTo>
                  <a:lnTo>
                    <a:pt x="152628" y="305257"/>
                  </a:lnTo>
                  <a:lnTo>
                    <a:pt x="200869" y="297475"/>
                  </a:lnTo>
                  <a:lnTo>
                    <a:pt x="242767" y="275807"/>
                  </a:lnTo>
                  <a:lnTo>
                    <a:pt x="275807" y="242767"/>
                  </a:lnTo>
                  <a:lnTo>
                    <a:pt x="297475" y="200869"/>
                  </a:lnTo>
                  <a:lnTo>
                    <a:pt x="305257" y="152628"/>
                  </a:lnTo>
                  <a:lnTo>
                    <a:pt x="297475" y="104383"/>
                  </a:lnTo>
                  <a:lnTo>
                    <a:pt x="275807" y="62484"/>
                  </a:lnTo>
                  <a:lnTo>
                    <a:pt x="242767" y="29446"/>
                  </a:lnTo>
                  <a:lnTo>
                    <a:pt x="200869" y="7780"/>
                  </a:lnTo>
                  <a:lnTo>
                    <a:pt x="152628" y="0"/>
                  </a:lnTo>
                  <a:close/>
                </a:path>
              </a:pathLst>
            </a:custGeom>
            <a:solidFill>
              <a:srgbClr val="ED7D31"/>
            </a:solidFill>
          </p:spPr>
          <p:txBody>
            <a:bodyPr wrap="square" lIns="0" tIns="0" rIns="0" bIns="0" rtlCol="0"/>
            <a:lstStyle/>
            <a:p/>
          </p:txBody>
        </p:sp>
        <p:sp>
          <p:nvSpPr>
            <p:cNvPr id="16" name="object 16"/>
            <p:cNvSpPr/>
            <p:nvPr/>
          </p:nvSpPr>
          <p:spPr>
            <a:xfrm>
              <a:off x="9053347" y="2553474"/>
              <a:ext cx="305435" cy="305435"/>
            </a:xfrm>
            <a:custGeom>
              <a:avLst/>
              <a:gdLst/>
              <a:ahLst/>
              <a:cxnLst/>
              <a:rect l="l" t="t" r="r" b="b"/>
              <a:pathLst>
                <a:path w="305434" h="305435">
                  <a:moveTo>
                    <a:pt x="0" y="152631"/>
                  </a:moveTo>
                  <a:lnTo>
                    <a:pt x="7781" y="104387"/>
                  </a:lnTo>
                  <a:lnTo>
                    <a:pt x="29448" y="62489"/>
                  </a:lnTo>
                  <a:lnTo>
                    <a:pt x="62489" y="29448"/>
                  </a:lnTo>
                  <a:lnTo>
                    <a:pt x="104387" y="7781"/>
                  </a:lnTo>
                  <a:lnTo>
                    <a:pt x="152631" y="0"/>
                  </a:lnTo>
                  <a:lnTo>
                    <a:pt x="200874" y="7781"/>
                  </a:lnTo>
                  <a:lnTo>
                    <a:pt x="242773" y="29448"/>
                  </a:lnTo>
                  <a:lnTo>
                    <a:pt x="275813" y="62489"/>
                  </a:lnTo>
                  <a:lnTo>
                    <a:pt x="297480" y="104387"/>
                  </a:lnTo>
                  <a:lnTo>
                    <a:pt x="305262" y="152631"/>
                  </a:lnTo>
                  <a:lnTo>
                    <a:pt x="297480" y="200874"/>
                  </a:lnTo>
                  <a:lnTo>
                    <a:pt x="275813" y="242773"/>
                  </a:lnTo>
                  <a:lnTo>
                    <a:pt x="242773" y="275813"/>
                  </a:lnTo>
                  <a:lnTo>
                    <a:pt x="200874" y="297480"/>
                  </a:lnTo>
                  <a:lnTo>
                    <a:pt x="152631" y="305262"/>
                  </a:lnTo>
                  <a:lnTo>
                    <a:pt x="104387" y="297480"/>
                  </a:lnTo>
                  <a:lnTo>
                    <a:pt x="62489" y="275813"/>
                  </a:lnTo>
                  <a:lnTo>
                    <a:pt x="29448" y="242773"/>
                  </a:lnTo>
                  <a:lnTo>
                    <a:pt x="7781" y="200874"/>
                  </a:lnTo>
                  <a:lnTo>
                    <a:pt x="0" y="152631"/>
                  </a:lnTo>
                  <a:close/>
                </a:path>
              </a:pathLst>
            </a:custGeom>
            <a:ln w="12700">
              <a:solidFill>
                <a:srgbClr val="ED7D31"/>
              </a:solidFill>
            </a:ln>
          </p:spPr>
          <p:txBody>
            <a:bodyPr wrap="square" lIns="0" tIns="0" rIns="0" bIns="0" rtlCol="0"/>
            <a:lstStyle/>
            <a:p/>
          </p:txBody>
        </p:sp>
      </p:grpSp>
      <p:sp>
        <p:nvSpPr>
          <p:cNvPr id="17" name="object 17"/>
          <p:cNvSpPr txBox="1"/>
          <p:nvPr/>
        </p:nvSpPr>
        <p:spPr>
          <a:xfrm>
            <a:off x="9129776" y="2556764"/>
            <a:ext cx="153035"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Arial" panose="020B0604020202020204"/>
                <a:cs typeface="Arial" panose="020B0604020202020204"/>
              </a:rPr>
              <a:t>1</a:t>
            </a:r>
            <a:endParaRPr sz="1800">
              <a:latin typeface="Arial" panose="020B0604020202020204"/>
              <a:cs typeface="Arial" panose="020B0604020202020204"/>
            </a:endParaRPr>
          </a:p>
        </p:txBody>
      </p:sp>
      <p:sp>
        <p:nvSpPr>
          <p:cNvPr id="18" name="object 18"/>
          <p:cNvSpPr/>
          <p:nvPr/>
        </p:nvSpPr>
        <p:spPr>
          <a:xfrm>
            <a:off x="6851523" y="2929813"/>
            <a:ext cx="2239645" cy="1743710"/>
          </a:xfrm>
          <a:custGeom>
            <a:avLst/>
            <a:gdLst/>
            <a:ahLst/>
            <a:cxnLst/>
            <a:rect l="l" t="t" r="r" b="b"/>
            <a:pathLst>
              <a:path w="2239645" h="1743710">
                <a:moveTo>
                  <a:pt x="1116825" y="1306283"/>
                </a:moveTo>
                <a:lnTo>
                  <a:pt x="1021448" y="1296784"/>
                </a:lnTo>
                <a:lnTo>
                  <a:pt x="1031633" y="1323492"/>
                </a:lnTo>
                <a:lnTo>
                  <a:pt x="0" y="1717001"/>
                </a:lnTo>
                <a:lnTo>
                  <a:pt x="10185" y="1743710"/>
                </a:lnTo>
                <a:lnTo>
                  <a:pt x="1041819" y="1350187"/>
                </a:lnTo>
                <a:lnTo>
                  <a:pt x="1052004" y="1376883"/>
                </a:lnTo>
                <a:lnTo>
                  <a:pt x="1105700" y="1318399"/>
                </a:lnTo>
                <a:lnTo>
                  <a:pt x="1116825" y="1306283"/>
                </a:lnTo>
                <a:close/>
              </a:path>
              <a:path w="2239645" h="1743710">
                <a:moveTo>
                  <a:pt x="2239137" y="0"/>
                </a:moveTo>
                <a:lnTo>
                  <a:pt x="2151062" y="37782"/>
                </a:lnTo>
                <a:lnTo>
                  <a:pt x="2172868" y="56235"/>
                </a:lnTo>
                <a:lnTo>
                  <a:pt x="1363827" y="1012990"/>
                </a:lnTo>
                <a:lnTo>
                  <a:pt x="1385646" y="1031443"/>
                </a:lnTo>
                <a:lnTo>
                  <a:pt x="2194687" y="74688"/>
                </a:lnTo>
                <a:lnTo>
                  <a:pt x="2216518" y="93129"/>
                </a:lnTo>
                <a:lnTo>
                  <a:pt x="2228126" y="45326"/>
                </a:lnTo>
                <a:lnTo>
                  <a:pt x="2239137" y="0"/>
                </a:lnTo>
                <a:close/>
              </a:path>
            </a:pathLst>
          </a:custGeom>
          <a:solidFill>
            <a:srgbClr val="FF0000"/>
          </a:solidFill>
        </p:spPr>
        <p:txBody>
          <a:bodyPr wrap="square" lIns="0" tIns="0" rIns="0" bIns="0" rtlCol="0"/>
          <a:lstStyle/>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10" dirty="0"/>
              <a:t>JTAG</a:t>
            </a:r>
            <a:r>
              <a:rPr spc="-20" dirty="0"/>
              <a:t>的概念</a:t>
            </a:r>
            <a:endParaRPr spc="-20" dirty="0"/>
          </a:p>
        </p:txBody>
      </p:sp>
      <p:sp>
        <p:nvSpPr>
          <p:cNvPr id="3" name="object 3"/>
          <p:cNvSpPr txBox="1"/>
          <p:nvPr/>
        </p:nvSpPr>
        <p:spPr>
          <a:xfrm>
            <a:off x="963930" y="1578355"/>
            <a:ext cx="2292350" cy="1091565"/>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2"/>
              <a:tabLst>
                <a:tab pos="469265" algn="l"/>
              </a:tabLst>
            </a:pPr>
            <a:r>
              <a:rPr sz="2400" b="1" spc="-70" dirty="0">
                <a:solidFill>
                  <a:srgbClr val="009FE8"/>
                </a:solidFill>
                <a:latin typeface="微软雅黑" panose="020B0503020204020204" charset="-122"/>
                <a:cs typeface="微软雅黑" panose="020B0503020204020204" charset="-122"/>
              </a:rPr>
              <a:t>JTAG</a:t>
            </a:r>
            <a:r>
              <a:rPr sz="2400" b="1" spc="-20" dirty="0">
                <a:solidFill>
                  <a:srgbClr val="009FE8"/>
                </a:solidFill>
                <a:latin typeface="微软雅黑" panose="020B0503020204020204" charset="-122"/>
                <a:cs typeface="微软雅黑" panose="020B0503020204020204" charset="-122"/>
              </a:rPr>
              <a:t>的架构</a:t>
            </a:r>
            <a:endParaRPr sz="2400">
              <a:latin typeface="微软雅黑" panose="020B0503020204020204" charset="-122"/>
              <a:cs typeface="微软雅黑" panose="020B0503020204020204" charset="-122"/>
            </a:endParaRPr>
          </a:p>
          <a:p>
            <a:pPr marL="926465" lvl="1" indent="-456565">
              <a:lnSpc>
                <a:spcPct val="100000"/>
              </a:lnSpc>
              <a:spcBef>
                <a:spcPts val="3110"/>
              </a:spcBef>
              <a:buAutoNum type="arabicPeriod"/>
              <a:tabLst>
                <a:tab pos="926465" algn="l"/>
              </a:tabLst>
            </a:pPr>
            <a:r>
              <a:rPr sz="2000" spc="-65" dirty="0">
                <a:solidFill>
                  <a:srgbClr val="009FE8"/>
                </a:solidFill>
                <a:latin typeface="微软雅黑" panose="020B0503020204020204" charset="-122"/>
                <a:cs typeface="微软雅黑" panose="020B0503020204020204" charset="-122"/>
              </a:rPr>
              <a:t>JTAG</a:t>
            </a:r>
            <a:r>
              <a:rPr sz="2000" spc="-20" dirty="0">
                <a:solidFill>
                  <a:srgbClr val="009FE8"/>
                </a:solidFill>
                <a:latin typeface="微软雅黑" panose="020B0503020204020204" charset="-122"/>
                <a:cs typeface="微软雅黑" panose="020B0503020204020204" charset="-122"/>
              </a:rPr>
              <a:t>的架构</a:t>
            </a:r>
            <a:endParaRPr sz="2000">
              <a:latin typeface="微软雅黑" panose="020B0503020204020204" charset="-122"/>
              <a:cs typeface="微软雅黑" panose="020B0503020204020204" charset="-122"/>
            </a:endParaRPr>
          </a:p>
        </p:txBody>
      </p:sp>
      <p:sp>
        <p:nvSpPr>
          <p:cNvPr id="4" name="object 4"/>
          <p:cNvSpPr txBox="1"/>
          <p:nvPr/>
        </p:nvSpPr>
        <p:spPr>
          <a:xfrm>
            <a:off x="1878329" y="2960115"/>
            <a:ext cx="2607945" cy="1376045"/>
          </a:xfrm>
          <a:prstGeom prst="rect">
            <a:avLst/>
          </a:prstGeom>
        </p:spPr>
        <p:txBody>
          <a:bodyPr vert="horz" wrap="square" lIns="0" tIns="12700" rIns="0" bIns="0" rtlCol="0">
            <a:spAutoFit/>
          </a:bodyPr>
          <a:lstStyle/>
          <a:p>
            <a:pPr marL="240665" indent="-227965">
              <a:lnSpc>
                <a:spcPct val="100000"/>
              </a:lnSpc>
              <a:spcBef>
                <a:spcPts val="100"/>
              </a:spcBef>
              <a:buFont typeface="Wingdings" panose="05000000000000000000"/>
              <a:buChar char=""/>
              <a:tabLst>
                <a:tab pos="240665" algn="l"/>
              </a:tabLst>
            </a:pPr>
            <a:r>
              <a:rPr sz="1600" spc="-50" dirty="0">
                <a:solidFill>
                  <a:srgbClr val="009FE8"/>
                </a:solidFill>
                <a:latin typeface="微软雅黑" panose="020B0503020204020204" charset="-122"/>
                <a:cs typeface="微软雅黑" panose="020B0503020204020204" charset="-122"/>
              </a:rPr>
              <a:t>JTAG</a:t>
            </a:r>
            <a:r>
              <a:rPr sz="1600" spc="-20" dirty="0">
                <a:solidFill>
                  <a:srgbClr val="009FE8"/>
                </a:solidFill>
                <a:latin typeface="微软雅黑" panose="020B0503020204020204" charset="-122"/>
                <a:cs typeface="微软雅黑" panose="020B0503020204020204" charset="-122"/>
              </a:rPr>
              <a:t>寄存器</a:t>
            </a:r>
            <a:endParaRPr sz="1600">
              <a:latin typeface="微软雅黑" panose="020B0503020204020204" charset="-122"/>
              <a:cs typeface="微软雅黑" panose="020B0503020204020204" charset="-122"/>
            </a:endParaRPr>
          </a:p>
          <a:p>
            <a:pPr marL="812165" lvl="1" indent="-342265">
              <a:lnSpc>
                <a:spcPct val="100000"/>
              </a:lnSpc>
              <a:spcBef>
                <a:spcPts val="2495"/>
              </a:spcBef>
              <a:buAutoNum type="arabicPeriod"/>
              <a:tabLst>
                <a:tab pos="812165" algn="l"/>
              </a:tabLst>
            </a:pPr>
            <a:r>
              <a:rPr sz="1600" spc="-10" dirty="0">
                <a:solidFill>
                  <a:srgbClr val="009FE8"/>
                </a:solidFill>
                <a:latin typeface="微软雅黑" panose="020B0503020204020204" charset="-122"/>
                <a:cs typeface="微软雅黑" panose="020B0503020204020204" charset="-122"/>
              </a:rPr>
              <a:t>边界扫描寄存器</a:t>
            </a:r>
            <a:endParaRPr sz="1600">
              <a:latin typeface="微软雅黑" panose="020B0503020204020204" charset="-122"/>
              <a:cs typeface="微软雅黑" panose="020B0503020204020204" charset="-122"/>
            </a:endParaRPr>
          </a:p>
          <a:p>
            <a:pPr marL="1269365" lvl="2" indent="-342265">
              <a:lnSpc>
                <a:spcPct val="100000"/>
              </a:lnSpc>
              <a:spcBef>
                <a:spcPts val="2375"/>
              </a:spcBef>
              <a:buAutoNum type="arabicPeriod"/>
              <a:tabLst>
                <a:tab pos="1269365" algn="l"/>
              </a:tabLst>
            </a:pPr>
            <a:r>
              <a:rPr sz="1600" spc="-5" dirty="0">
                <a:solidFill>
                  <a:srgbClr val="009FE8"/>
                </a:solidFill>
                <a:latin typeface="微软雅黑" panose="020B0503020204020204" charset="-122"/>
                <a:cs typeface="微软雅黑" panose="020B0503020204020204" charset="-122"/>
              </a:rPr>
              <a:t>更新：</a:t>
            </a:r>
            <a:r>
              <a:rPr sz="1600" spc="-10" dirty="0">
                <a:solidFill>
                  <a:srgbClr val="009FE8"/>
                </a:solidFill>
                <a:latin typeface="微软雅黑" panose="020B0503020204020204" charset="-122"/>
                <a:cs typeface="微软雅黑" panose="020B0503020204020204" charset="-122"/>
              </a:rPr>
              <a:t>Update</a:t>
            </a:r>
            <a:endParaRPr sz="1600">
              <a:latin typeface="微软雅黑" panose="020B0503020204020204" charset="-122"/>
              <a:cs typeface="微软雅黑" panose="020B0503020204020204" charset="-122"/>
            </a:endParaRPr>
          </a:p>
        </p:txBody>
      </p:sp>
      <p:grpSp>
        <p:nvGrpSpPr>
          <p:cNvPr id="5" name="object 5"/>
          <p:cNvGrpSpPr/>
          <p:nvPr/>
        </p:nvGrpSpPr>
        <p:grpSpPr>
          <a:xfrm>
            <a:off x="6297302" y="2788173"/>
            <a:ext cx="4358005" cy="2310765"/>
            <a:chOff x="6297302" y="2788173"/>
            <a:chExt cx="4358005" cy="2310765"/>
          </a:xfrm>
        </p:grpSpPr>
        <p:pic>
          <p:nvPicPr>
            <p:cNvPr id="6" name="object 6"/>
            <p:cNvPicPr/>
            <p:nvPr/>
          </p:nvPicPr>
          <p:blipFill>
            <a:blip r:embed="rId1" cstate="print"/>
            <a:stretch>
              <a:fillRect/>
            </a:stretch>
          </p:blipFill>
          <p:spPr>
            <a:xfrm>
              <a:off x="6297302" y="2788173"/>
              <a:ext cx="4357912" cy="2310264"/>
            </a:xfrm>
            <a:prstGeom prst="rect">
              <a:avLst/>
            </a:prstGeom>
          </p:spPr>
        </p:pic>
        <p:sp>
          <p:nvSpPr>
            <p:cNvPr id="7" name="object 7"/>
            <p:cNvSpPr/>
            <p:nvPr/>
          </p:nvSpPr>
          <p:spPr>
            <a:xfrm>
              <a:off x="9057310" y="3704246"/>
              <a:ext cx="1573530" cy="492125"/>
            </a:xfrm>
            <a:custGeom>
              <a:avLst/>
              <a:gdLst/>
              <a:ahLst/>
              <a:cxnLst/>
              <a:rect l="l" t="t" r="r" b="b"/>
              <a:pathLst>
                <a:path w="1573529" h="492125">
                  <a:moveTo>
                    <a:pt x="786485" y="448932"/>
                  </a:moveTo>
                  <a:lnTo>
                    <a:pt x="757910" y="434644"/>
                  </a:lnTo>
                  <a:lnTo>
                    <a:pt x="700760" y="406069"/>
                  </a:lnTo>
                  <a:lnTo>
                    <a:pt x="700760" y="434644"/>
                  </a:lnTo>
                  <a:lnTo>
                    <a:pt x="0" y="434644"/>
                  </a:lnTo>
                  <a:lnTo>
                    <a:pt x="0" y="463219"/>
                  </a:lnTo>
                  <a:lnTo>
                    <a:pt x="700760" y="463219"/>
                  </a:lnTo>
                  <a:lnTo>
                    <a:pt x="700760" y="491794"/>
                  </a:lnTo>
                  <a:lnTo>
                    <a:pt x="757910" y="463219"/>
                  </a:lnTo>
                  <a:lnTo>
                    <a:pt x="786485" y="448932"/>
                  </a:lnTo>
                  <a:close/>
                </a:path>
                <a:path w="1573529" h="492125">
                  <a:moveTo>
                    <a:pt x="1572971" y="0"/>
                  </a:moveTo>
                  <a:lnTo>
                    <a:pt x="1477276" y="5283"/>
                  </a:lnTo>
                  <a:lnTo>
                    <a:pt x="1491437" y="30099"/>
                  </a:lnTo>
                  <a:lnTo>
                    <a:pt x="779399" y="436524"/>
                  </a:lnTo>
                  <a:lnTo>
                    <a:pt x="786485" y="448932"/>
                  </a:lnTo>
                  <a:lnTo>
                    <a:pt x="793572" y="461340"/>
                  </a:lnTo>
                  <a:lnTo>
                    <a:pt x="1505597" y="54914"/>
                  </a:lnTo>
                  <a:lnTo>
                    <a:pt x="1519770" y="79730"/>
                  </a:lnTo>
                  <a:lnTo>
                    <a:pt x="1557604" y="23012"/>
                  </a:lnTo>
                  <a:lnTo>
                    <a:pt x="1572971" y="0"/>
                  </a:lnTo>
                  <a:close/>
                </a:path>
              </a:pathLst>
            </a:custGeom>
            <a:solidFill>
              <a:srgbClr val="FF0000"/>
            </a:solidFill>
          </p:spPr>
          <p:txBody>
            <a:bodyPr wrap="square" lIns="0" tIns="0" rIns="0" bIns="0" rtlCol="0"/>
            <a:lstStyle/>
            <a:p/>
          </p:txBody>
        </p:sp>
        <p:sp>
          <p:nvSpPr>
            <p:cNvPr id="8" name="object 8"/>
            <p:cNvSpPr/>
            <p:nvPr/>
          </p:nvSpPr>
          <p:spPr>
            <a:xfrm>
              <a:off x="9053347" y="3704247"/>
              <a:ext cx="305435" cy="305435"/>
            </a:xfrm>
            <a:custGeom>
              <a:avLst/>
              <a:gdLst/>
              <a:ahLst/>
              <a:cxnLst/>
              <a:rect l="l" t="t" r="r" b="b"/>
              <a:pathLst>
                <a:path w="305434" h="305435">
                  <a:moveTo>
                    <a:pt x="152628" y="0"/>
                  </a:moveTo>
                  <a:lnTo>
                    <a:pt x="104383" y="7781"/>
                  </a:lnTo>
                  <a:lnTo>
                    <a:pt x="62484" y="29450"/>
                  </a:lnTo>
                  <a:lnTo>
                    <a:pt x="29446" y="62492"/>
                  </a:lnTo>
                  <a:lnTo>
                    <a:pt x="7780" y="104394"/>
                  </a:lnTo>
                  <a:lnTo>
                    <a:pt x="0" y="152641"/>
                  </a:lnTo>
                  <a:lnTo>
                    <a:pt x="7780" y="200881"/>
                  </a:lnTo>
                  <a:lnTo>
                    <a:pt x="29446" y="242779"/>
                  </a:lnTo>
                  <a:lnTo>
                    <a:pt x="62484" y="275820"/>
                  </a:lnTo>
                  <a:lnTo>
                    <a:pt x="104383" y="297488"/>
                  </a:lnTo>
                  <a:lnTo>
                    <a:pt x="152628" y="305269"/>
                  </a:lnTo>
                  <a:lnTo>
                    <a:pt x="200869" y="297488"/>
                  </a:lnTo>
                  <a:lnTo>
                    <a:pt x="242767" y="275820"/>
                  </a:lnTo>
                  <a:lnTo>
                    <a:pt x="275807" y="242779"/>
                  </a:lnTo>
                  <a:lnTo>
                    <a:pt x="297475" y="200881"/>
                  </a:lnTo>
                  <a:lnTo>
                    <a:pt x="305257" y="152641"/>
                  </a:lnTo>
                  <a:lnTo>
                    <a:pt x="297475" y="104394"/>
                  </a:lnTo>
                  <a:lnTo>
                    <a:pt x="275807" y="62492"/>
                  </a:lnTo>
                  <a:lnTo>
                    <a:pt x="242767" y="29450"/>
                  </a:lnTo>
                  <a:lnTo>
                    <a:pt x="200869" y="7781"/>
                  </a:lnTo>
                  <a:lnTo>
                    <a:pt x="152628" y="0"/>
                  </a:lnTo>
                  <a:close/>
                </a:path>
              </a:pathLst>
            </a:custGeom>
            <a:solidFill>
              <a:srgbClr val="ED7D31"/>
            </a:solidFill>
          </p:spPr>
          <p:txBody>
            <a:bodyPr wrap="square" lIns="0" tIns="0" rIns="0" bIns="0" rtlCol="0"/>
            <a:lstStyle/>
            <a:p/>
          </p:txBody>
        </p:sp>
        <p:sp>
          <p:nvSpPr>
            <p:cNvPr id="9" name="object 9"/>
            <p:cNvSpPr/>
            <p:nvPr/>
          </p:nvSpPr>
          <p:spPr>
            <a:xfrm>
              <a:off x="9053347" y="3704247"/>
              <a:ext cx="305435" cy="305435"/>
            </a:xfrm>
            <a:custGeom>
              <a:avLst/>
              <a:gdLst/>
              <a:ahLst/>
              <a:cxnLst/>
              <a:rect l="l" t="t" r="r" b="b"/>
              <a:pathLst>
                <a:path w="305434" h="305435">
                  <a:moveTo>
                    <a:pt x="0" y="152631"/>
                  </a:moveTo>
                  <a:lnTo>
                    <a:pt x="7781" y="104387"/>
                  </a:lnTo>
                  <a:lnTo>
                    <a:pt x="29448" y="62489"/>
                  </a:lnTo>
                  <a:lnTo>
                    <a:pt x="62489" y="29448"/>
                  </a:lnTo>
                  <a:lnTo>
                    <a:pt x="104387" y="7781"/>
                  </a:lnTo>
                  <a:lnTo>
                    <a:pt x="152631" y="0"/>
                  </a:lnTo>
                  <a:lnTo>
                    <a:pt x="200874" y="7781"/>
                  </a:lnTo>
                  <a:lnTo>
                    <a:pt x="242773" y="29448"/>
                  </a:lnTo>
                  <a:lnTo>
                    <a:pt x="275813" y="62489"/>
                  </a:lnTo>
                  <a:lnTo>
                    <a:pt x="297480" y="104387"/>
                  </a:lnTo>
                  <a:lnTo>
                    <a:pt x="305262" y="152631"/>
                  </a:lnTo>
                  <a:lnTo>
                    <a:pt x="297480" y="200874"/>
                  </a:lnTo>
                  <a:lnTo>
                    <a:pt x="275813" y="242773"/>
                  </a:lnTo>
                  <a:lnTo>
                    <a:pt x="242773" y="275813"/>
                  </a:lnTo>
                  <a:lnTo>
                    <a:pt x="200874" y="297480"/>
                  </a:lnTo>
                  <a:lnTo>
                    <a:pt x="152631" y="305262"/>
                  </a:lnTo>
                  <a:lnTo>
                    <a:pt x="104387" y="297480"/>
                  </a:lnTo>
                  <a:lnTo>
                    <a:pt x="62489" y="275813"/>
                  </a:lnTo>
                  <a:lnTo>
                    <a:pt x="29448" y="242773"/>
                  </a:lnTo>
                  <a:lnTo>
                    <a:pt x="7781" y="200874"/>
                  </a:lnTo>
                  <a:lnTo>
                    <a:pt x="0" y="152631"/>
                  </a:lnTo>
                  <a:close/>
                </a:path>
              </a:pathLst>
            </a:custGeom>
            <a:ln w="12700">
              <a:solidFill>
                <a:srgbClr val="ED7D31"/>
              </a:solidFill>
            </a:ln>
          </p:spPr>
          <p:txBody>
            <a:bodyPr wrap="square" lIns="0" tIns="0" rIns="0" bIns="0" rtlCol="0"/>
            <a:lstStyle/>
            <a:p/>
          </p:txBody>
        </p:sp>
      </p:grpSp>
      <p:sp>
        <p:nvSpPr>
          <p:cNvPr id="10" name="object 10"/>
          <p:cNvSpPr txBox="1"/>
          <p:nvPr/>
        </p:nvSpPr>
        <p:spPr>
          <a:xfrm>
            <a:off x="9129776" y="3705859"/>
            <a:ext cx="153035"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Arial" panose="020B0604020202020204"/>
                <a:cs typeface="Arial" panose="020B0604020202020204"/>
              </a:rPr>
              <a:t>1</a:t>
            </a:r>
            <a:endParaRPr sz="1800">
              <a:latin typeface="Arial" panose="020B0604020202020204"/>
              <a:cs typeface="Arial" panose="020B0604020202020204"/>
            </a:endParaRPr>
          </a:p>
        </p:txBody>
      </p:sp>
      <p:grpSp>
        <p:nvGrpSpPr>
          <p:cNvPr id="11" name="object 11"/>
          <p:cNvGrpSpPr/>
          <p:nvPr/>
        </p:nvGrpSpPr>
        <p:grpSpPr>
          <a:xfrm>
            <a:off x="10648581" y="3495967"/>
            <a:ext cx="318135" cy="318135"/>
            <a:chOff x="10648581" y="3495967"/>
            <a:chExt cx="318135" cy="318135"/>
          </a:xfrm>
        </p:grpSpPr>
        <p:sp>
          <p:nvSpPr>
            <p:cNvPr id="12" name="object 12"/>
            <p:cNvSpPr/>
            <p:nvPr/>
          </p:nvSpPr>
          <p:spPr>
            <a:xfrm>
              <a:off x="10654931" y="3502317"/>
              <a:ext cx="305435" cy="305435"/>
            </a:xfrm>
            <a:custGeom>
              <a:avLst/>
              <a:gdLst/>
              <a:ahLst/>
              <a:cxnLst/>
              <a:rect l="l" t="t" r="r" b="b"/>
              <a:pathLst>
                <a:path w="305434" h="305435">
                  <a:moveTo>
                    <a:pt x="152628" y="0"/>
                  </a:moveTo>
                  <a:lnTo>
                    <a:pt x="104387" y="7781"/>
                  </a:lnTo>
                  <a:lnTo>
                    <a:pt x="62490" y="29450"/>
                  </a:lnTo>
                  <a:lnTo>
                    <a:pt x="29449" y="62492"/>
                  </a:lnTo>
                  <a:lnTo>
                    <a:pt x="7781" y="104394"/>
                  </a:lnTo>
                  <a:lnTo>
                    <a:pt x="0" y="152641"/>
                  </a:lnTo>
                  <a:lnTo>
                    <a:pt x="7781" y="200881"/>
                  </a:lnTo>
                  <a:lnTo>
                    <a:pt x="29449" y="242779"/>
                  </a:lnTo>
                  <a:lnTo>
                    <a:pt x="62490" y="275820"/>
                  </a:lnTo>
                  <a:lnTo>
                    <a:pt x="104387" y="297488"/>
                  </a:lnTo>
                  <a:lnTo>
                    <a:pt x="152628" y="305269"/>
                  </a:lnTo>
                  <a:lnTo>
                    <a:pt x="200869" y="297488"/>
                  </a:lnTo>
                  <a:lnTo>
                    <a:pt x="242767" y="275820"/>
                  </a:lnTo>
                  <a:lnTo>
                    <a:pt x="275807" y="242779"/>
                  </a:lnTo>
                  <a:lnTo>
                    <a:pt x="297475" y="200881"/>
                  </a:lnTo>
                  <a:lnTo>
                    <a:pt x="305257" y="152641"/>
                  </a:lnTo>
                  <a:lnTo>
                    <a:pt x="297475" y="104394"/>
                  </a:lnTo>
                  <a:lnTo>
                    <a:pt x="275807" y="62492"/>
                  </a:lnTo>
                  <a:lnTo>
                    <a:pt x="242767" y="29450"/>
                  </a:lnTo>
                  <a:lnTo>
                    <a:pt x="200869" y="7781"/>
                  </a:lnTo>
                  <a:lnTo>
                    <a:pt x="152628" y="0"/>
                  </a:lnTo>
                  <a:close/>
                </a:path>
              </a:pathLst>
            </a:custGeom>
            <a:solidFill>
              <a:srgbClr val="ED7D31"/>
            </a:solidFill>
          </p:spPr>
          <p:txBody>
            <a:bodyPr wrap="square" lIns="0" tIns="0" rIns="0" bIns="0" rtlCol="0"/>
            <a:lstStyle/>
            <a:p/>
          </p:txBody>
        </p:sp>
        <p:sp>
          <p:nvSpPr>
            <p:cNvPr id="13" name="object 13"/>
            <p:cNvSpPr/>
            <p:nvPr/>
          </p:nvSpPr>
          <p:spPr>
            <a:xfrm>
              <a:off x="10654931" y="3502317"/>
              <a:ext cx="305435" cy="305435"/>
            </a:xfrm>
            <a:custGeom>
              <a:avLst/>
              <a:gdLst/>
              <a:ahLst/>
              <a:cxnLst/>
              <a:rect l="l" t="t" r="r" b="b"/>
              <a:pathLst>
                <a:path w="305434" h="305435">
                  <a:moveTo>
                    <a:pt x="0" y="152631"/>
                  </a:moveTo>
                  <a:lnTo>
                    <a:pt x="7781" y="104387"/>
                  </a:lnTo>
                  <a:lnTo>
                    <a:pt x="29448" y="62489"/>
                  </a:lnTo>
                  <a:lnTo>
                    <a:pt x="62489" y="29448"/>
                  </a:lnTo>
                  <a:lnTo>
                    <a:pt x="104387" y="7781"/>
                  </a:lnTo>
                  <a:lnTo>
                    <a:pt x="152631" y="0"/>
                  </a:lnTo>
                  <a:lnTo>
                    <a:pt x="200874" y="7781"/>
                  </a:lnTo>
                  <a:lnTo>
                    <a:pt x="242773" y="29448"/>
                  </a:lnTo>
                  <a:lnTo>
                    <a:pt x="275813" y="62489"/>
                  </a:lnTo>
                  <a:lnTo>
                    <a:pt x="297480" y="104387"/>
                  </a:lnTo>
                  <a:lnTo>
                    <a:pt x="305262" y="152631"/>
                  </a:lnTo>
                  <a:lnTo>
                    <a:pt x="297480" y="200874"/>
                  </a:lnTo>
                  <a:lnTo>
                    <a:pt x="275813" y="242773"/>
                  </a:lnTo>
                  <a:lnTo>
                    <a:pt x="242773" y="275813"/>
                  </a:lnTo>
                  <a:lnTo>
                    <a:pt x="200874" y="297480"/>
                  </a:lnTo>
                  <a:lnTo>
                    <a:pt x="152631" y="305262"/>
                  </a:lnTo>
                  <a:lnTo>
                    <a:pt x="104387" y="297480"/>
                  </a:lnTo>
                  <a:lnTo>
                    <a:pt x="62489" y="275813"/>
                  </a:lnTo>
                  <a:lnTo>
                    <a:pt x="29448" y="242773"/>
                  </a:lnTo>
                  <a:lnTo>
                    <a:pt x="7781" y="200874"/>
                  </a:lnTo>
                  <a:lnTo>
                    <a:pt x="0" y="152631"/>
                  </a:lnTo>
                  <a:close/>
                </a:path>
              </a:pathLst>
            </a:custGeom>
            <a:ln w="12700">
              <a:solidFill>
                <a:srgbClr val="ED7D31"/>
              </a:solidFill>
            </a:ln>
          </p:spPr>
          <p:txBody>
            <a:bodyPr wrap="square" lIns="0" tIns="0" rIns="0" bIns="0" rtlCol="0"/>
            <a:lstStyle/>
            <a:p/>
          </p:txBody>
        </p:sp>
      </p:grpSp>
      <p:sp>
        <p:nvSpPr>
          <p:cNvPr id="14" name="object 14"/>
          <p:cNvSpPr txBox="1"/>
          <p:nvPr/>
        </p:nvSpPr>
        <p:spPr>
          <a:xfrm>
            <a:off x="10731360" y="3504692"/>
            <a:ext cx="153035"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Arial" panose="020B0604020202020204"/>
                <a:cs typeface="Arial" panose="020B0604020202020204"/>
              </a:rPr>
              <a:t>1</a:t>
            </a:r>
            <a:endParaRPr sz="1800">
              <a:latin typeface="Arial" panose="020B0604020202020204"/>
              <a:cs typeface="Arial" panose="020B0604020202020204"/>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10" dirty="0"/>
              <a:t>JTAG</a:t>
            </a:r>
            <a:r>
              <a:rPr spc="-20" dirty="0"/>
              <a:t>的概念</a:t>
            </a:r>
            <a:endParaRPr spc="-20" dirty="0"/>
          </a:p>
        </p:txBody>
      </p:sp>
      <p:sp>
        <p:nvSpPr>
          <p:cNvPr id="3" name="object 3"/>
          <p:cNvSpPr txBox="1"/>
          <p:nvPr/>
        </p:nvSpPr>
        <p:spPr>
          <a:xfrm>
            <a:off x="963930" y="1578355"/>
            <a:ext cx="2292350" cy="1091565"/>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2"/>
              <a:tabLst>
                <a:tab pos="469265" algn="l"/>
              </a:tabLst>
            </a:pPr>
            <a:r>
              <a:rPr sz="2400" b="1" spc="-70" dirty="0">
                <a:solidFill>
                  <a:srgbClr val="009FE8"/>
                </a:solidFill>
                <a:latin typeface="微软雅黑" panose="020B0503020204020204" charset="-122"/>
                <a:cs typeface="微软雅黑" panose="020B0503020204020204" charset="-122"/>
              </a:rPr>
              <a:t>JTAG</a:t>
            </a:r>
            <a:r>
              <a:rPr sz="2400" b="1" spc="-20" dirty="0">
                <a:solidFill>
                  <a:srgbClr val="009FE8"/>
                </a:solidFill>
                <a:latin typeface="微软雅黑" panose="020B0503020204020204" charset="-122"/>
                <a:cs typeface="微软雅黑" panose="020B0503020204020204" charset="-122"/>
              </a:rPr>
              <a:t>的架构</a:t>
            </a:r>
            <a:endParaRPr sz="2400">
              <a:latin typeface="微软雅黑" panose="020B0503020204020204" charset="-122"/>
              <a:cs typeface="微软雅黑" panose="020B0503020204020204" charset="-122"/>
            </a:endParaRPr>
          </a:p>
          <a:p>
            <a:pPr marL="926465" lvl="1" indent="-456565">
              <a:lnSpc>
                <a:spcPct val="100000"/>
              </a:lnSpc>
              <a:spcBef>
                <a:spcPts val="3110"/>
              </a:spcBef>
              <a:buAutoNum type="arabicPeriod"/>
              <a:tabLst>
                <a:tab pos="926465" algn="l"/>
              </a:tabLst>
            </a:pPr>
            <a:r>
              <a:rPr sz="2000" spc="-65" dirty="0">
                <a:solidFill>
                  <a:srgbClr val="009FE8"/>
                </a:solidFill>
                <a:latin typeface="微软雅黑" panose="020B0503020204020204" charset="-122"/>
                <a:cs typeface="微软雅黑" panose="020B0503020204020204" charset="-122"/>
              </a:rPr>
              <a:t>JTAG</a:t>
            </a:r>
            <a:r>
              <a:rPr sz="2000" spc="-20" dirty="0">
                <a:solidFill>
                  <a:srgbClr val="009FE8"/>
                </a:solidFill>
                <a:latin typeface="微软雅黑" panose="020B0503020204020204" charset="-122"/>
                <a:cs typeface="微软雅黑" panose="020B0503020204020204" charset="-122"/>
              </a:rPr>
              <a:t>的架构</a:t>
            </a:r>
            <a:endParaRPr sz="2000">
              <a:latin typeface="微软雅黑" panose="020B0503020204020204" charset="-122"/>
              <a:cs typeface="微软雅黑" panose="020B0503020204020204" charset="-122"/>
            </a:endParaRPr>
          </a:p>
        </p:txBody>
      </p:sp>
      <p:sp>
        <p:nvSpPr>
          <p:cNvPr id="4" name="object 4"/>
          <p:cNvSpPr txBox="1"/>
          <p:nvPr/>
        </p:nvSpPr>
        <p:spPr>
          <a:xfrm>
            <a:off x="1878329" y="2960115"/>
            <a:ext cx="2663825" cy="1376045"/>
          </a:xfrm>
          <a:prstGeom prst="rect">
            <a:avLst/>
          </a:prstGeom>
        </p:spPr>
        <p:txBody>
          <a:bodyPr vert="horz" wrap="square" lIns="0" tIns="12700" rIns="0" bIns="0" rtlCol="0">
            <a:spAutoFit/>
          </a:bodyPr>
          <a:lstStyle/>
          <a:p>
            <a:pPr marL="240665" indent="-227965">
              <a:lnSpc>
                <a:spcPct val="100000"/>
              </a:lnSpc>
              <a:spcBef>
                <a:spcPts val="100"/>
              </a:spcBef>
              <a:buFont typeface="Wingdings" panose="05000000000000000000"/>
              <a:buChar char=""/>
              <a:tabLst>
                <a:tab pos="240665" algn="l"/>
              </a:tabLst>
            </a:pPr>
            <a:r>
              <a:rPr sz="1600" spc="-50" dirty="0">
                <a:solidFill>
                  <a:srgbClr val="009FE8"/>
                </a:solidFill>
                <a:latin typeface="微软雅黑" panose="020B0503020204020204" charset="-122"/>
                <a:cs typeface="微软雅黑" panose="020B0503020204020204" charset="-122"/>
              </a:rPr>
              <a:t>JTAG</a:t>
            </a:r>
            <a:r>
              <a:rPr sz="1600" spc="-20" dirty="0">
                <a:solidFill>
                  <a:srgbClr val="009FE8"/>
                </a:solidFill>
                <a:latin typeface="微软雅黑" panose="020B0503020204020204" charset="-122"/>
                <a:cs typeface="微软雅黑" panose="020B0503020204020204" charset="-122"/>
              </a:rPr>
              <a:t>寄存器</a:t>
            </a:r>
            <a:endParaRPr sz="1600">
              <a:latin typeface="微软雅黑" panose="020B0503020204020204" charset="-122"/>
              <a:cs typeface="微软雅黑" panose="020B0503020204020204" charset="-122"/>
            </a:endParaRPr>
          </a:p>
          <a:p>
            <a:pPr marL="812165" lvl="1" indent="-342265">
              <a:lnSpc>
                <a:spcPct val="100000"/>
              </a:lnSpc>
              <a:spcBef>
                <a:spcPts val="2495"/>
              </a:spcBef>
              <a:buAutoNum type="arabicPeriod"/>
              <a:tabLst>
                <a:tab pos="812165" algn="l"/>
              </a:tabLst>
            </a:pPr>
            <a:r>
              <a:rPr sz="1600" spc="-10" dirty="0">
                <a:solidFill>
                  <a:srgbClr val="009FE8"/>
                </a:solidFill>
                <a:latin typeface="微软雅黑" panose="020B0503020204020204" charset="-122"/>
                <a:cs typeface="微软雅黑" panose="020B0503020204020204" charset="-122"/>
              </a:rPr>
              <a:t>边界扫描寄存器</a:t>
            </a:r>
            <a:endParaRPr sz="1600">
              <a:latin typeface="微软雅黑" panose="020B0503020204020204" charset="-122"/>
              <a:cs typeface="微软雅黑" panose="020B0503020204020204" charset="-122"/>
            </a:endParaRPr>
          </a:p>
          <a:p>
            <a:pPr marL="1269365" lvl="2" indent="-342265">
              <a:lnSpc>
                <a:spcPct val="100000"/>
              </a:lnSpc>
              <a:spcBef>
                <a:spcPts val="2375"/>
              </a:spcBef>
              <a:buAutoNum type="arabicPeriod"/>
              <a:tabLst>
                <a:tab pos="1269365" algn="l"/>
              </a:tabLst>
            </a:pPr>
            <a:r>
              <a:rPr sz="1600" spc="-5" dirty="0">
                <a:solidFill>
                  <a:srgbClr val="009FE8"/>
                </a:solidFill>
                <a:latin typeface="微软雅黑" panose="020B0503020204020204" charset="-122"/>
                <a:cs typeface="微软雅黑" panose="020B0503020204020204" charset="-122"/>
              </a:rPr>
              <a:t>捕获：</a:t>
            </a:r>
            <a:r>
              <a:rPr sz="1600" spc="-10" dirty="0">
                <a:solidFill>
                  <a:srgbClr val="009FE8"/>
                </a:solidFill>
                <a:latin typeface="微软雅黑" panose="020B0503020204020204" charset="-122"/>
                <a:cs typeface="微软雅黑" panose="020B0503020204020204" charset="-122"/>
              </a:rPr>
              <a:t>Capture</a:t>
            </a:r>
            <a:endParaRPr sz="1600">
              <a:latin typeface="微软雅黑" panose="020B0503020204020204" charset="-122"/>
              <a:cs typeface="微软雅黑" panose="020B0503020204020204" charset="-122"/>
            </a:endParaRPr>
          </a:p>
        </p:txBody>
      </p:sp>
      <p:grpSp>
        <p:nvGrpSpPr>
          <p:cNvPr id="5" name="object 5"/>
          <p:cNvGrpSpPr/>
          <p:nvPr/>
        </p:nvGrpSpPr>
        <p:grpSpPr>
          <a:xfrm>
            <a:off x="6002502" y="2788173"/>
            <a:ext cx="4653280" cy="2310765"/>
            <a:chOff x="6002502" y="2788173"/>
            <a:chExt cx="4653280" cy="2310765"/>
          </a:xfrm>
        </p:grpSpPr>
        <p:pic>
          <p:nvPicPr>
            <p:cNvPr id="6" name="object 6"/>
            <p:cNvPicPr/>
            <p:nvPr/>
          </p:nvPicPr>
          <p:blipFill>
            <a:blip r:embed="rId1" cstate="print"/>
            <a:stretch>
              <a:fillRect/>
            </a:stretch>
          </p:blipFill>
          <p:spPr>
            <a:xfrm>
              <a:off x="6297301" y="2788173"/>
              <a:ext cx="4357912" cy="2310264"/>
            </a:xfrm>
            <a:prstGeom prst="rect">
              <a:avLst/>
            </a:prstGeom>
          </p:spPr>
        </p:pic>
        <p:sp>
          <p:nvSpPr>
            <p:cNvPr id="7" name="object 7"/>
            <p:cNvSpPr/>
            <p:nvPr/>
          </p:nvSpPr>
          <p:spPr>
            <a:xfrm>
              <a:off x="6269558" y="3253384"/>
              <a:ext cx="1689100" cy="680720"/>
            </a:xfrm>
            <a:custGeom>
              <a:avLst/>
              <a:gdLst/>
              <a:ahLst/>
              <a:cxnLst/>
              <a:rect l="l" t="t" r="r" b="b"/>
              <a:pathLst>
                <a:path w="1689100" h="680720">
                  <a:moveTo>
                    <a:pt x="1073632" y="637476"/>
                  </a:moveTo>
                  <a:lnTo>
                    <a:pt x="1058138" y="613676"/>
                  </a:lnTo>
                  <a:lnTo>
                    <a:pt x="1021359" y="557149"/>
                  </a:lnTo>
                  <a:lnTo>
                    <a:pt x="1006894" y="581812"/>
                  </a:lnTo>
                  <a:lnTo>
                    <a:pt x="14452" y="0"/>
                  </a:lnTo>
                  <a:lnTo>
                    <a:pt x="0" y="24650"/>
                  </a:lnTo>
                  <a:lnTo>
                    <a:pt x="992441" y="606463"/>
                  </a:lnTo>
                  <a:lnTo>
                    <a:pt x="978001" y="631101"/>
                  </a:lnTo>
                  <a:lnTo>
                    <a:pt x="1073632" y="637476"/>
                  </a:lnTo>
                  <a:close/>
                </a:path>
                <a:path w="1689100" h="680720">
                  <a:moveTo>
                    <a:pt x="1689061" y="637476"/>
                  </a:moveTo>
                  <a:lnTo>
                    <a:pt x="1660486" y="623189"/>
                  </a:lnTo>
                  <a:lnTo>
                    <a:pt x="1603336" y="594614"/>
                  </a:lnTo>
                  <a:lnTo>
                    <a:pt x="1603336" y="623189"/>
                  </a:lnTo>
                  <a:lnTo>
                    <a:pt x="1073632" y="623189"/>
                  </a:lnTo>
                  <a:lnTo>
                    <a:pt x="1073632" y="637476"/>
                  </a:lnTo>
                  <a:lnTo>
                    <a:pt x="1073632" y="651764"/>
                  </a:lnTo>
                  <a:lnTo>
                    <a:pt x="1603336" y="651764"/>
                  </a:lnTo>
                  <a:lnTo>
                    <a:pt x="1603336" y="680339"/>
                  </a:lnTo>
                  <a:lnTo>
                    <a:pt x="1660486" y="651764"/>
                  </a:lnTo>
                  <a:lnTo>
                    <a:pt x="1689061" y="637476"/>
                  </a:lnTo>
                  <a:close/>
                </a:path>
              </a:pathLst>
            </a:custGeom>
            <a:solidFill>
              <a:srgbClr val="FF0000"/>
            </a:solidFill>
          </p:spPr>
          <p:txBody>
            <a:bodyPr wrap="square" lIns="0" tIns="0" rIns="0" bIns="0" rtlCol="0"/>
            <a:lstStyle/>
            <a:p/>
          </p:txBody>
        </p:sp>
        <p:sp>
          <p:nvSpPr>
            <p:cNvPr id="8" name="object 8"/>
            <p:cNvSpPr/>
            <p:nvPr/>
          </p:nvSpPr>
          <p:spPr>
            <a:xfrm>
              <a:off x="6008852" y="2960458"/>
              <a:ext cx="305435" cy="305435"/>
            </a:xfrm>
            <a:custGeom>
              <a:avLst/>
              <a:gdLst/>
              <a:ahLst/>
              <a:cxnLst/>
              <a:rect l="l" t="t" r="r" b="b"/>
              <a:pathLst>
                <a:path w="305435" h="305435">
                  <a:moveTo>
                    <a:pt x="152628" y="0"/>
                  </a:moveTo>
                  <a:lnTo>
                    <a:pt x="104383" y="7780"/>
                  </a:lnTo>
                  <a:lnTo>
                    <a:pt x="62484" y="29446"/>
                  </a:lnTo>
                  <a:lnTo>
                    <a:pt x="29446" y="62484"/>
                  </a:lnTo>
                  <a:lnTo>
                    <a:pt x="7780" y="104383"/>
                  </a:lnTo>
                  <a:lnTo>
                    <a:pt x="0" y="152628"/>
                  </a:lnTo>
                  <a:lnTo>
                    <a:pt x="7780" y="200869"/>
                  </a:lnTo>
                  <a:lnTo>
                    <a:pt x="29446" y="242767"/>
                  </a:lnTo>
                  <a:lnTo>
                    <a:pt x="62484" y="275807"/>
                  </a:lnTo>
                  <a:lnTo>
                    <a:pt x="104383" y="297475"/>
                  </a:lnTo>
                  <a:lnTo>
                    <a:pt x="152628" y="305257"/>
                  </a:lnTo>
                  <a:lnTo>
                    <a:pt x="200869" y="297475"/>
                  </a:lnTo>
                  <a:lnTo>
                    <a:pt x="242767" y="275807"/>
                  </a:lnTo>
                  <a:lnTo>
                    <a:pt x="275807" y="242767"/>
                  </a:lnTo>
                  <a:lnTo>
                    <a:pt x="297475" y="200869"/>
                  </a:lnTo>
                  <a:lnTo>
                    <a:pt x="305257" y="152628"/>
                  </a:lnTo>
                  <a:lnTo>
                    <a:pt x="297475" y="104383"/>
                  </a:lnTo>
                  <a:lnTo>
                    <a:pt x="275807" y="62484"/>
                  </a:lnTo>
                  <a:lnTo>
                    <a:pt x="242767" y="29446"/>
                  </a:lnTo>
                  <a:lnTo>
                    <a:pt x="200869" y="7780"/>
                  </a:lnTo>
                  <a:lnTo>
                    <a:pt x="152628" y="0"/>
                  </a:lnTo>
                  <a:close/>
                </a:path>
              </a:pathLst>
            </a:custGeom>
            <a:solidFill>
              <a:srgbClr val="ED7D31"/>
            </a:solidFill>
          </p:spPr>
          <p:txBody>
            <a:bodyPr wrap="square" lIns="0" tIns="0" rIns="0" bIns="0" rtlCol="0"/>
            <a:lstStyle/>
            <a:p/>
          </p:txBody>
        </p:sp>
        <p:sp>
          <p:nvSpPr>
            <p:cNvPr id="9" name="object 9"/>
            <p:cNvSpPr/>
            <p:nvPr/>
          </p:nvSpPr>
          <p:spPr>
            <a:xfrm>
              <a:off x="6008852" y="2960458"/>
              <a:ext cx="305435" cy="305435"/>
            </a:xfrm>
            <a:custGeom>
              <a:avLst/>
              <a:gdLst/>
              <a:ahLst/>
              <a:cxnLst/>
              <a:rect l="l" t="t" r="r" b="b"/>
              <a:pathLst>
                <a:path w="305435" h="305435">
                  <a:moveTo>
                    <a:pt x="0" y="152631"/>
                  </a:moveTo>
                  <a:lnTo>
                    <a:pt x="7781" y="104387"/>
                  </a:lnTo>
                  <a:lnTo>
                    <a:pt x="29448" y="62489"/>
                  </a:lnTo>
                  <a:lnTo>
                    <a:pt x="62489" y="29448"/>
                  </a:lnTo>
                  <a:lnTo>
                    <a:pt x="104387" y="7781"/>
                  </a:lnTo>
                  <a:lnTo>
                    <a:pt x="152631" y="0"/>
                  </a:lnTo>
                  <a:lnTo>
                    <a:pt x="200874" y="7781"/>
                  </a:lnTo>
                  <a:lnTo>
                    <a:pt x="242773" y="29448"/>
                  </a:lnTo>
                  <a:lnTo>
                    <a:pt x="275813" y="62489"/>
                  </a:lnTo>
                  <a:lnTo>
                    <a:pt x="297480" y="104387"/>
                  </a:lnTo>
                  <a:lnTo>
                    <a:pt x="305262" y="152631"/>
                  </a:lnTo>
                  <a:lnTo>
                    <a:pt x="297480" y="200874"/>
                  </a:lnTo>
                  <a:lnTo>
                    <a:pt x="275813" y="242773"/>
                  </a:lnTo>
                  <a:lnTo>
                    <a:pt x="242773" y="275813"/>
                  </a:lnTo>
                  <a:lnTo>
                    <a:pt x="200874" y="297480"/>
                  </a:lnTo>
                  <a:lnTo>
                    <a:pt x="152631" y="305262"/>
                  </a:lnTo>
                  <a:lnTo>
                    <a:pt x="104387" y="297480"/>
                  </a:lnTo>
                  <a:lnTo>
                    <a:pt x="62489" y="275813"/>
                  </a:lnTo>
                  <a:lnTo>
                    <a:pt x="29448" y="242773"/>
                  </a:lnTo>
                  <a:lnTo>
                    <a:pt x="7781" y="200874"/>
                  </a:lnTo>
                  <a:lnTo>
                    <a:pt x="0" y="152631"/>
                  </a:lnTo>
                  <a:close/>
                </a:path>
              </a:pathLst>
            </a:custGeom>
            <a:ln w="12700">
              <a:solidFill>
                <a:srgbClr val="ED7D31"/>
              </a:solidFill>
            </a:ln>
          </p:spPr>
          <p:txBody>
            <a:bodyPr wrap="square" lIns="0" tIns="0" rIns="0" bIns="0" rtlCol="0"/>
            <a:lstStyle/>
            <a:p/>
          </p:txBody>
        </p:sp>
      </p:grpSp>
      <p:sp>
        <p:nvSpPr>
          <p:cNvPr id="10" name="object 10"/>
          <p:cNvSpPr txBox="1"/>
          <p:nvPr/>
        </p:nvSpPr>
        <p:spPr>
          <a:xfrm>
            <a:off x="6085281" y="2962147"/>
            <a:ext cx="153035"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Arial" panose="020B0604020202020204"/>
                <a:cs typeface="Arial" panose="020B0604020202020204"/>
              </a:rPr>
              <a:t>1</a:t>
            </a:r>
            <a:endParaRPr sz="1800">
              <a:latin typeface="Arial" panose="020B0604020202020204"/>
              <a:cs typeface="Arial" panose="020B0604020202020204"/>
            </a:endParaRPr>
          </a:p>
        </p:txBody>
      </p:sp>
      <p:grpSp>
        <p:nvGrpSpPr>
          <p:cNvPr id="11" name="object 11"/>
          <p:cNvGrpSpPr/>
          <p:nvPr/>
        </p:nvGrpSpPr>
        <p:grpSpPr>
          <a:xfrm>
            <a:off x="7970926" y="3697897"/>
            <a:ext cx="318135" cy="318135"/>
            <a:chOff x="7970926" y="3697897"/>
            <a:chExt cx="318135" cy="318135"/>
          </a:xfrm>
        </p:grpSpPr>
        <p:sp>
          <p:nvSpPr>
            <p:cNvPr id="12" name="object 12"/>
            <p:cNvSpPr/>
            <p:nvPr/>
          </p:nvSpPr>
          <p:spPr>
            <a:xfrm>
              <a:off x="7977276" y="3704247"/>
              <a:ext cx="305435" cy="305435"/>
            </a:xfrm>
            <a:custGeom>
              <a:avLst/>
              <a:gdLst/>
              <a:ahLst/>
              <a:cxnLst/>
              <a:rect l="l" t="t" r="r" b="b"/>
              <a:pathLst>
                <a:path w="305434" h="305435">
                  <a:moveTo>
                    <a:pt x="152628" y="0"/>
                  </a:moveTo>
                  <a:lnTo>
                    <a:pt x="104387" y="7781"/>
                  </a:lnTo>
                  <a:lnTo>
                    <a:pt x="62490" y="29450"/>
                  </a:lnTo>
                  <a:lnTo>
                    <a:pt x="29449" y="62492"/>
                  </a:lnTo>
                  <a:lnTo>
                    <a:pt x="7781" y="104394"/>
                  </a:lnTo>
                  <a:lnTo>
                    <a:pt x="0" y="152641"/>
                  </a:lnTo>
                  <a:lnTo>
                    <a:pt x="7781" y="200881"/>
                  </a:lnTo>
                  <a:lnTo>
                    <a:pt x="29449" y="242779"/>
                  </a:lnTo>
                  <a:lnTo>
                    <a:pt x="62490" y="275820"/>
                  </a:lnTo>
                  <a:lnTo>
                    <a:pt x="104387" y="297488"/>
                  </a:lnTo>
                  <a:lnTo>
                    <a:pt x="152628" y="305269"/>
                  </a:lnTo>
                  <a:lnTo>
                    <a:pt x="200874" y="297488"/>
                  </a:lnTo>
                  <a:lnTo>
                    <a:pt x="242772" y="275820"/>
                  </a:lnTo>
                  <a:lnTo>
                    <a:pt x="275811" y="242779"/>
                  </a:lnTo>
                  <a:lnTo>
                    <a:pt x="297476" y="200881"/>
                  </a:lnTo>
                  <a:lnTo>
                    <a:pt x="305257" y="152641"/>
                  </a:lnTo>
                  <a:lnTo>
                    <a:pt x="297476" y="104394"/>
                  </a:lnTo>
                  <a:lnTo>
                    <a:pt x="275811" y="62492"/>
                  </a:lnTo>
                  <a:lnTo>
                    <a:pt x="242772" y="29450"/>
                  </a:lnTo>
                  <a:lnTo>
                    <a:pt x="200874" y="7781"/>
                  </a:lnTo>
                  <a:lnTo>
                    <a:pt x="152628" y="0"/>
                  </a:lnTo>
                  <a:close/>
                </a:path>
              </a:pathLst>
            </a:custGeom>
            <a:solidFill>
              <a:srgbClr val="ED7D31"/>
            </a:solidFill>
          </p:spPr>
          <p:txBody>
            <a:bodyPr wrap="square" lIns="0" tIns="0" rIns="0" bIns="0" rtlCol="0"/>
            <a:lstStyle/>
            <a:p/>
          </p:txBody>
        </p:sp>
        <p:sp>
          <p:nvSpPr>
            <p:cNvPr id="13" name="object 13"/>
            <p:cNvSpPr/>
            <p:nvPr/>
          </p:nvSpPr>
          <p:spPr>
            <a:xfrm>
              <a:off x="7977276" y="3704247"/>
              <a:ext cx="305435" cy="305435"/>
            </a:xfrm>
            <a:custGeom>
              <a:avLst/>
              <a:gdLst/>
              <a:ahLst/>
              <a:cxnLst/>
              <a:rect l="l" t="t" r="r" b="b"/>
              <a:pathLst>
                <a:path w="305434" h="305435">
                  <a:moveTo>
                    <a:pt x="0" y="152631"/>
                  </a:moveTo>
                  <a:lnTo>
                    <a:pt x="7781" y="104387"/>
                  </a:lnTo>
                  <a:lnTo>
                    <a:pt x="29448" y="62489"/>
                  </a:lnTo>
                  <a:lnTo>
                    <a:pt x="62489" y="29448"/>
                  </a:lnTo>
                  <a:lnTo>
                    <a:pt x="104387" y="7781"/>
                  </a:lnTo>
                  <a:lnTo>
                    <a:pt x="152631" y="0"/>
                  </a:lnTo>
                  <a:lnTo>
                    <a:pt x="200874" y="7781"/>
                  </a:lnTo>
                  <a:lnTo>
                    <a:pt x="242773" y="29448"/>
                  </a:lnTo>
                  <a:lnTo>
                    <a:pt x="275813" y="62489"/>
                  </a:lnTo>
                  <a:lnTo>
                    <a:pt x="297480" y="104387"/>
                  </a:lnTo>
                  <a:lnTo>
                    <a:pt x="305262" y="152631"/>
                  </a:lnTo>
                  <a:lnTo>
                    <a:pt x="297480" y="200874"/>
                  </a:lnTo>
                  <a:lnTo>
                    <a:pt x="275813" y="242773"/>
                  </a:lnTo>
                  <a:lnTo>
                    <a:pt x="242773" y="275813"/>
                  </a:lnTo>
                  <a:lnTo>
                    <a:pt x="200874" y="297480"/>
                  </a:lnTo>
                  <a:lnTo>
                    <a:pt x="152631" y="305262"/>
                  </a:lnTo>
                  <a:lnTo>
                    <a:pt x="104387" y="297480"/>
                  </a:lnTo>
                  <a:lnTo>
                    <a:pt x="62489" y="275813"/>
                  </a:lnTo>
                  <a:lnTo>
                    <a:pt x="29448" y="242773"/>
                  </a:lnTo>
                  <a:lnTo>
                    <a:pt x="7781" y="200874"/>
                  </a:lnTo>
                  <a:lnTo>
                    <a:pt x="0" y="152631"/>
                  </a:lnTo>
                  <a:close/>
                </a:path>
              </a:pathLst>
            </a:custGeom>
            <a:ln w="12700">
              <a:solidFill>
                <a:srgbClr val="ED7D31"/>
              </a:solidFill>
            </a:ln>
          </p:spPr>
          <p:txBody>
            <a:bodyPr wrap="square" lIns="0" tIns="0" rIns="0" bIns="0" rtlCol="0"/>
            <a:lstStyle/>
            <a:p/>
          </p:txBody>
        </p:sp>
      </p:grpSp>
      <p:sp>
        <p:nvSpPr>
          <p:cNvPr id="14" name="object 14"/>
          <p:cNvSpPr txBox="1"/>
          <p:nvPr/>
        </p:nvSpPr>
        <p:spPr>
          <a:xfrm>
            <a:off x="8053705" y="3705859"/>
            <a:ext cx="153035"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Arial" panose="020B0604020202020204"/>
                <a:cs typeface="Arial" panose="020B0604020202020204"/>
              </a:rPr>
              <a:t>1</a:t>
            </a:r>
            <a:endParaRPr sz="1800">
              <a:latin typeface="Arial" panose="020B0604020202020204"/>
              <a:cs typeface="Arial" panose="020B0604020202020204"/>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10" dirty="0"/>
              <a:t>JTAG</a:t>
            </a:r>
            <a:r>
              <a:rPr spc="-20" dirty="0"/>
              <a:t>的概念</a:t>
            </a:r>
            <a:endParaRPr spc="-20" dirty="0"/>
          </a:p>
        </p:txBody>
      </p:sp>
      <p:sp>
        <p:nvSpPr>
          <p:cNvPr id="10" name="object 10"/>
          <p:cNvSpPr txBox="1"/>
          <p:nvPr/>
        </p:nvSpPr>
        <p:spPr>
          <a:xfrm>
            <a:off x="6085281" y="2962147"/>
            <a:ext cx="153035"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Arial" panose="020B0604020202020204"/>
                <a:cs typeface="Arial" panose="020B0604020202020204"/>
              </a:rPr>
              <a:t>1</a:t>
            </a:r>
            <a:endParaRPr sz="1800">
              <a:latin typeface="Arial" panose="020B0604020202020204"/>
              <a:cs typeface="Arial" panose="020B0604020202020204"/>
            </a:endParaRPr>
          </a:p>
        </p:txBody>
      </p:sp>
      <p:grpSp>
        <p:nvGrpSpPr>
          <p:cNvPr id="11" name="object 11"/>
          <p:cNvGrpSpPr/>
          <p:nvPr/>
        </p:nvGrpSpPr>
        <p:grpSpPr>
          <a:xfrm>
            <a:off x="7970926" y="3697897"/>
            <a:ext cx="318135" cy="318135"/>
            <a:chOff x="7970926" y="3697897"/>
            <a:chExt cx="318135" cy="318135"/>
          </a:xfrm>
        </p:grpSpPr>
        <p:sp>
          <p:nvSpPr>
            <p:cNvPr id="12" name="object 12"/>
            <p:cNvSpPr/>
            <p:nvPr/>
          </p:nvSpPr>
          <p:spPr>
            <a:xfrm>
              <a:off x="7977276" y="3704247"/>
              <a:ext cx="305435" cy="305435"/>
            </a:xfrm>
            <a:custGeom>
              <a:avLst/>
              <a:gdLst/>
              <a:ahLst/>
              <a:cxnLst/>
              <a:rect l="l" t="t" r="r" b="b"/>
              <a:pathLst>
                <a:path w="305434" h="305435">
                  <a:moveTo>
                    <a:pt x="152628" y="0"/>
                  </a:moveTo>
                  <a:lnTo>
                    <a:pt x="104387" y="7781"/>
                  </a:lnTo>
                  <a:lnTo>
                    <a:pt x="62490" y="29450"/>
                  </a:lnTo>
                  <a:lnTo>
                    <a:pt x="29449" y="62492"/>
                  </a:lnTo>
                  <a:lnTo>
                    <a:pt x="7781" y="104394"/>
                  </a:lnTo>
                  <a:lnTo>
                    <a:pt x="0" y="152641"/>
                  </a:lnTo>
                  <a:lnTo>
                    <a:pt x="7781" y="200881"/>
                  </a:lnTo>
                  <a:lnTo>
                    <a:pt x="29449" y="242779"/>
                  </a:lnTo>
                  <a:lnTo>
                    <a:pt x="62490" y="275820"/>
                  </a:lnTo>
                  <a:lnTo>
                    <a:pt x="104387" y="297488"/>
                  </a:lnTo>
                  <a:lnTo>
                    <a:pt x="152628" y="305269"/>
                  </a:lnTo>
                  <a:lnTo>
                    <a:pt x="200874" y="297488"/>
                  </a:lnTo>
                  <a:lnTo>
                    <a:pt x="242772" y="275820"/>
                  </a:lnTo>
                  <a:lnTo>
                    <a:pt x="275811" y="242779"/>
                  </a:lnTo>
                  <a:lnTo>
                    <a:pt x="297476" y="200881"/>
                  </a:lnTo>
                  <a:lnTo>
                    <a:pt x="305257" y="152641"/>
                  </a:lnTo>
                  <a:lnTo>
                    <a:pt x="297476" y="104394"/>
                  </a:lnTo>
                  <a:lnTo>
                    <a:pt x="275811" y="62492"/>
                  </a:lnTo>
                  <a:lnTo>
                    <a:pt x="242772" y="29450"/>
                  </a:lnTo>
                  <a:lnTo>
                    <a:pt x="200874" y="7781"/>
                  </a:lnTo>
                  <a:lnTo>
                    <a:pt x="152628" y="0"/>
                  </a:lnTo>
                  <a:close/>
                </a:path>
              </a:pathLst>
            </a:custGeom>
            <a:solidFill>
              <a:srgbClr val="ED7D31"/>
            </a:solidFill>
          </p:spPr>
          <p:txBody>
            <a:bodyPr wrap="square" lIns="0" tIns="0" rIns="0" bIns="0" rtlCol="0"/>
            <a:lstStyle/>
            <a:p/>
          </p:txBody>
        </p:sp>
        <p:sp>
          <p:nvSpPr>
            <p:cNvPr id="13" name="object 13"/>
            <p:cNvSpPr/>
            <p:nvPr/>
          </p:nvSpPr>
          <p:spPr>
            <a:xfrm>
              <a:off x="7977276" y="3704247"/>
              <a:ext cx="305435" cy="305435"/>
            </a:xfrm>
            <a:custGeom>
              <a:avLst/>
              <a:gdLst/>
              <a:ahLst/>
              <a:cxnLst/>
              <a:rect l="l" t="t" r="r" b="b"/>
              <a:pathLst>
                <a:path w="305434" h="305435">
                  <a:moveTo>
                    <a:pt x="0" y="152631"/>
                  </a:moveTo>
                  <a:lnTo>
                    <a:pt x="7781" y="104387"/>
                  </a:lnTo>
                  <a:lnTo>
                    <a:pt x="29448" y="62489"/>
                  </a:lnTo>
                  <a:lnTo>
                    <a:pt x="62489" y="29448"/>
                  </a:lnTo>
                  <a:lnTo>
                    <a:pt x="104387" y="7781"/>
                  </a:lnTo>
                  <a:lnTo>
                    <a:pt x="152631" y="0"/>
                  </a:lnTo>
                  <a:lnTo>
                    <a:pt x="200874" y="7781"/>
                  </a:lnTo>
                  <a:lnTo>
                    <a:pt x="242773" y="29448"/>
                  </a:lnTo>
                  <a:lnTo>
                    <a:pt x="275813" y="62489"/>
                  </a:lnTo>
                  <a:lnTo>
                    <a:pt x="297480" y="104387"/>
                  </a:lnTo>
                  <a:lnTo>
                    <a:pt x="305262" y="152631"/>
                  </a:lnTo>
                  <a:lnTo>
                    <a:pt x="297480" y="200874"/>
                  </a:lnTo>
                  <a:lnTo>
                    <a:pt x="275813" y="242773"/>
                  </a:lnTo>
                  <a:lnTo>
                    <a:pt x="242773" y="275813"/>
                  </a:lnTo>
                  <a:lnTo>
                    <a:pt x="200874" y="297480"/>
                  </a:lnTo>
                  <a:lnTo>
                    <a:pt x="152631" y="305262"/>
                  </a:lnTo>
                  <a:lnTo>
                    <a:pt x="104387" y="297480"/>
                  </a:lnTo>
                  <a:lnTo>
                    <a:pt x="62489" y="275813"/>
                  </a:lnTo>
                  <a:lnTo>
                    <a:pt x="29448" y="242773"/>
                  </a:lnTo>
                  <a:lnTo>
                    <a:pt x="7781" y="200874"/>
                  </a:lnTo>
                  <a:lnTo>
                    <a:pt x="0" y="152631"/>
                  </a:lnTo>
                  <a:close/>
                </a:path>
              </a:pathLst>
            </a:custGeom>
            <a:ln w="12700">
              <a:solidFill>
                <a:srgbClr val="ED7D31"/>
              </a:solidFill>
            </a:ln>
          </p:spPr>
          <p:txBody>
            <a:bodyPr wrap="square" lIns="0" tIns="0" rIns="0" bIns="0" rtlCol="0"/>
            <a:lstStyle/>
            <a:p/>
          </p:txBody>
        </p:sp>
      </p:grpSp>
      <p:sp>
        <p:nvSpPr>
          <p:cNvPr id="14" name="object 14"/>
          <p:cNvSpPr txBox="1"/>
          <p:nvPr/>
        </p:nvSpPr>
        <p:spPr>
          <a:xfrm>
            <a:off x="8053705" y="3705859"/>
            <a:ext cx="153035" cy="299720"/>
          </a:xfrm>
          <a:prstGeom prst="rect">
            <a:avLst/>
          </a:prstGeom>
        </p:spPr>
        <p:txBody>
          <a:bodyPr vert="horz" wrap="square" lIns="0" tIns="12700" rIns="0" bIns="0" rtlCol="0">
            <a:spAutoFit/>
          </a:bodyPr>
          <a:lstStyle/>
          <a:p>
            <a:pPr marL="12700">
              <a:lnSpc>
                <a:spcPct val="100000"/>
              </a:lnSpc>
              <a:spcBef>
                <a:spcPts val="100"/>
              </a:spcBef>
            </a:pPr>
            <a:r>
              <a:rPr sz="1800" spc="-50" dirty="0">
                <a:solidFill>
                  <a:srgbClr val="FFFFFF"/>
                </a:solidFill>
                <a:latin typeface="Arial" panose="020B0604020202020204"/>
                <a:cs typeface="Arial" panose="020B0604020202020204"/>
              </a:rPr>
              <a:t>1</a:t>
            </a:r>
            <a:endParaRPr sz="1800">
              <a:latin typeface="Arial" panose="020B0604020202020204"/>
              <a:cs typeface="Arial" panose="020B0604020202020204"/>
            </a:endParaRPr>
          </a:p>
        </p:txBody>
      </p:sp>
      <p:pic>
        <p:nvPicPr>
          <p:cNvPr id="29" name="图片 28"/>
          <p:cNvPicPr>
            <a:picLocks noChangeAspect="1"/>
          </p:cNvPicPr>
          <p:nvPr/>
        </p:nvPicPr>
        <p:blipFill>
          <a:blip r:embed="rId1"/>
          <a:stretch>
            <a:fillRect/>
          </a:stretch>
        </p:blipFill>
        <p:spPr>
          <a:xfrm>
            <a:off x="1676400" y="1828800"/>
            <a:ext cx="9315450" cy="30099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10" dirty="0"/>
              <a:t>JTAG</a:t>
            </a:r>
            <a:r>
              <a:rPr spc="-20" dirty="0"/>
              <a:t>的概念</a:t>
            </a:r>
            <a:endParaRPr spc="-20" dirty="0"/>
          </a:p>
        </p:txBody>
      </p:sp>
      <p:sp>
        <p:nvSpPr>
          <p:cNvPr id="3" name="object 3"/>
          <p:cNvSpPr txBox="1"/>
          <p:nvPr/>
        </p:nvSpPr>
        <p:spPr>
          <a:xfrm>
            <a:off x="963930" y="1578355"/>
            <a:ext cx="2292350" cy="1091565"/>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2"/>
              <a:tabLst>
                <a:tab pos="469265" algn="l"/>
              </a:tabLst>
            </a:pPr>
            <a:r>
              <a:rPr sz="2400" b="1" spc="-70" dirty="0">
                <a:solidFill>
                  <a:srgbClr val="009FE8"/>
                </a:solidFill>
                <a:latin typeface="微软雅黑" panose="020B0503020204020204" charset="-122"/>
                <a:cs typeface="微软雅黑" panose="020B0503020204020204" charset="-122"/>
              </a:rPr>
              <a:t>JTAG</a:t>
            </a:r>
            <a:r>
              <a:rPr sz="2400" b="1" spc="-20" dirty="0">
                <a:solidFill>
                  <a:srgbClr val="009FE8"/>
                </a:solidFill>
                <a:latin typeface="微软雅黑" panose="020B0503020204020204" charset="-122"/>
                <a:cs typeface="微软雅黑" panose="020B0503020204020204" charset="-122"/>
              </a:rPr>
              <a:t>的架构</a:t>
            </a:r>
            <a:endParaRPr sz="2400">
              <a:latin typeface="微软雅黑" panose="020B0503020204020204" charset="-122"/>
              <a:cs typeface="微软雅黑" panose="020B0503020204020204" charset="-122"/>
            </a:endParaRPr>
          </a:p>
          <a:p>
            <a:pPr marL="926465" lvl="1" indent="-456565">
              <a:lnSpc>
                <a:spcPct val="100000"/>
              </a:lnSpc>
              <a:spcBef>
                <a:spcPts val="3110"/>
              </a:spcBef>
              <a:buAutoNum type="arabicPeriod"/>
              <a:tabLst>
                <a:tab pos="926465" algn="l"/>
              </a:tabLst>
            </a:pPr>
            <a:r>
              <a:rPr sz="2000" spc="-65" dirty="0">
                <a:solidFill>
                  <a:srgbClr val="009FE8"/>
                </a:solidFill>
                <a:latin typeface="微软雅黑" panose="020B0503020204020204" charset="-122"/>
                <a:cs typeface="微软雅黑" panose="020B0503020204020204" charset="-122"/>
              </a:rPr>
              <a:t>JTAG</a:t>
            </a:r>
            <a:r>
              <a:rPr sz="2000" spc="-20" dirty="0">
                <a:solidFill>
                  <a:srgbClr val="009FE8"/>
                </a:solidFill>
                <a:latin typeface="微软雅黑" panose="020B0503020204020204" charset="-122"/>
                <a:cs typeface="微软雅黑" panose="020B0503020204020204" charset="-122"/>
              </a:rPr>
              <a:t>的架构</a:t>
            </a:r>
            <a:endParaRPr sz="2000">
              <a:latin typeface="微软雅黑" panose="020B0503020204020204" charset="-122"/>
              <a:cs typeface="微软雅黑" panose="020B0503020204020204" charset="-122"/>
            </a:endParaRPr>
          </a:p>
        </p:txBody>
      </p:sp>
      <p:sp>
        <p:nvSpPr>
          <p:cNvPr id="4" name="object 4"/>
          <p:cNvSpPr txBox="1"/>
          <p:nvPr/>
        </p:nvSpPr>
        <p:spPr>
          <a:xfrm>
            <a:off x="1878329" y="2960115"/>
            <a:ext cx="1841500" cy="830580"/>
          </a:xfrm>
          <a:prstGeom prst="rect">
            <a:avLst/>
          </a:prstGeom>
        </p:spPr>
        <p:txBody>
          <a:bodyPr vert="horz" wrap="square" lIns="0" tIns="12700" rIns="0" bIns="0" rtlCol="0">
            <a:spAutoFit/>
          </a:bodyPr>
          <a:lstStyle/>
          <a:p>
            <a:pPr marL="240665" indent="-227965">
              <a:lnSpc>
                <a:spcPct val="100000"/>
              </a:lnSpc>
              <a:spcBef>
                <a:spcPts val="100"/>
              </a:spcBef>
              <a:buFont typeface="Wingdings" panose="05000000000000000000"/>
              <a:buChar char=""/>
              <a:tabLst>
                <a:tab pos="240665" algn="l"/>
              </a:tabLst>
            </a:pPr>
            <a:r>
              <a:rPr sz="1600" spc="-50" dirty="0">
                <a:solidFill>
                  <a:srgbClr val="009FE8"/>
                </a:solidFill>
                <a:latin typeface="微软雅黑" panose="020B0503020204020204" charset="-122"/>
                <a:cs typeface="微软雅黑" panose="020B0503020204020204" charset="-122"/>
              </a:rPr>
              <a:t>JTAG</a:t>
            </a:r>
            <a:r>
              <a:rPr sz="1600" spc="-20" dirty="0">
                <a:solidFill>
                  <a:srgbClr val="009FE8"/>
                </a:solidFill>
                <a:latin typeface="微软雅黑" panose="020B0503020204020204" charset="-122"/>
                <a:cs typeface="微软雅黑" panose="020B0503020204020204" charset="-122"/>
              </a:rPr>
              <a:t>寄存器</a:t>
            </a:r>
            <a:endParaRPr sz="1600">
              <a:latin typeface="微软雅黑" panose="020B0503020204020204" charset="-122"/>
              <a:cs typeface="微软雅黑" panose="020B0503020204020204" charset="-122"/>
            </a:endParaRPr>
          </a:p>
          <a:p>
            <a:pPr marL="812165" lvl="1" indent="-342265">
              <a:lnSpc>
                <a:spcPct val="100000"/>
              </a:lnSpc>
              <a:spcBef>
                <a:spcPts val="2495"/>
              </a:spcBef>
              <a:buAutoNum type="arabicPeriod"/>
              <a:tabLst>
                <a:tab pos="812165" algn="l"/>
              </a:tabLst>
            </a:pPr>
            <a:r>
              <a:rPr sz="1600" spc="-10" dirty="0">
                <a:solidFill>
                  <a:srgbClr val="009FE8"/>
                </a:solidFill>
                <a:latin typeface="微软雅黑" panose="020B0503020204020204" charset="-122"/>
                <a:cs typeface="微软雅黑" panose="020B0503020204020204" charset="-122"/>
              </a:rPr>
              <a:t>旁路寄存器</a:t>
            </a:r>
            <a:endParaRPr sz="1600">
              <a:latin typeface="微软雅黑" panose="020B0503020204020204" charset="-122"/>
              <a:cs typeface="微软雅黑" panose="020B0503020204020204" charset="-122"/>
            </a:endParaRPr>
          </a:p>
        </p:txBody>
      </p:sp>
      <p:pic>
        <p:nvPicPr>
          <p:cNvPr id="72" name="图片 71"/>
          <p:cNvPicPr>
            <a:picLocks noChangeAspect="1"/>
          </p:cNvPicPr>
          <p:nvPr/>
        </p:nvPicPr>
        <p:blipFill>
          <a:blip r:embed="rId1"/>
          <a:stretch>
            <a:fillRect/>
          </a:stretch>
        </p:blipFill>
        <p:spPr>
          <a:xfrm>
            <a:off x="6858000" y="1236345"/>
            <a:ext cx="4130675" cy="447675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10" dirty="0"/>
              <a:t>JTAG</a:t>
            </a:r>
            <a:r>
              <a:rPr spc="-20" dirty="0"/>
              <a:t>的概念</a:t>
            </a:r>
            <a:endParaRPr spc="-20" dirty="0"/>
          </a:p>
        </p:txBody>
      </p:sp>
      <p:sp>
        <p:nvSpPr>
          <p:cNvPr id="3" name="object 3"/>
          <p:cNvSpPr txBox="1"/>
          <p:nvPr/>
        </p:nvSpPr>
        <p:spPr>
          <a:xfrm>
            <a:off x="963930" y="1578355"/>
            <a:ext cx="2859405" cy="2212340"/>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2"/>
              <a:tabLst>
                <a:tab pos="469265" algn="l"/>
              </a:tabLst>
            </a:pPr>
            <a:r>
              <a:rPr sz="2400" b="1" spc="-70" dirty="0">
                <a:solidFill>
                  <a:srgbClr val="009FE8"/>
                </a:solidFill>
                <a:latin typeface="微软雅黑" panose="020B0503020204020204" charset="-122"/>
                <a:cs typeface="微软雅黑" panose="020B0503020204020204" charset="-122"/>
              </a:rPr>
              <a:t>JTAG</a:t>
            </a:r>
            <a:r>
              <a:rPr sz="2400" b="1" spc="-20" dirty="0">
                <a:solidFill>
                  <a:srgbClr val="009FE8"/>
                </a:solidFill>
                <a:latin typeface="微软雅黑" panose="020B0503020204020204" charset="-122"/>
                <a:cs typeface="微软雅黑" panose="020B0503020204020204" charset="-122"/>
              </a:rPr>
              <a:t>的架构</a:t>
            </a:r>
            <a:endParaRPr sz="2400">
              <a:latin typeface="微软雅黑" panose="020B0503020204020204" charset="-122"/>
              <a:cs typeface="微软雅黑" panose="020B0503020204020204" charset="-122"/>
            </a:endParaRPr>
          </a:p>
          <a:p>
            <a:pPr marL="926465" lvl="1" indent="-456565">
              <a:lnSpc>
                <a:spcPct val="100000"/>
              </a:lnSpc>
              <a:spcBef>
                <a:spcPts val="3110"/>
              </a:spcBef>
              <a:buAutoNum type="arabicPeriod"/>
              <a:tabLst>
                <a:tab pos="926465" algn="l"/>
              </a:tabLst>
            </a:pPr>
            <a:r>
              <a:rPr sz="2000" spc="-65" dirty="0">
                <a:solidFill>
                  <a:srgbClr val="009FE8"/>
                </a:solidFill>
                <a:latin typeface="微软雅黑" panose="020B0503020204020204" charset="-122"/>
                <a:cs typeface="微软雅黑" panose="020B0503020204020204" charset="-122"/>
              </a:rPr>
              <a:t>JTAG</a:t>
            </a:r>
            <a:r>
              <a:rPr sz="2000" spc="-20" dirty="0">
                <a:solidFill>
                  <a:srgbClr val="009FE8"/>
                </a:solidFill>
                <a:latin typeface="微软雅黑" panose="020B0503020204020204" charset="-122"/>
                <a:cs typeface="微软雅黑" panose="020B0503020204020204" charset="-122"/>
              </a:rPr>
              <a:t>的架构</a:t>
            </a:r>
            <a:endParaRPr sz="2000">
              <a:latin typeface="微软雅黑" panose="020B0503020204020204" charset="-122"/>
              <a:cs typeface="微软雅黑" panose="020B0503020204020204" charset="-122"/>
            </a:endParaRPr>
          </a:p>
          <a:p>
            <a:pPr marL="1155065" lvl="2" indent="-227965">
              <a:lnSpc>
                <a:spcPct val="100000"/>
              </a:lnSpc>
              <a:spcBef>
                <a:spcPts val="2490"/>
              </a:spcBef>
              <a:buFont typeface="Wingdings" panose="05000000000000000000"/>
              <a:buChar char=""/>
              <a:tabLst>
                <a:tab pos="1155065" algn="l"/>
              </a:tabLst>
            </a:pPr>
            <a:r>
              <a:rPr sz="1600" spc="-50" dirty="0">
                <a:solidFill>
                  <a:srgbClr val="009FE8"/>
                </a:solidFill>
                <a:latin typeface="微软雅黑" panose="020B0503020204020204" charset="-122"/>
                <a:cs typeface="微软雅黑" panose="020B0503020204020204" charset="-122"/>
              </a:rPr>
              <a:t>JTAG</a:t>
            </a:r>
            <a:r>
              <a:rPr sz="1600" spc="-10" dirty="0">
                <a:solidFill>
                  <a:srgbClr val="009FE8"/>
                </a:solidFill>
                <a:latin typeface="微软雅黑" panose="020B0503020204020204" charset="-122"/>
                <a:cs typeface="微软雅黑" panose="020B0503020204020204" charset="-122"/>
              </a:rPr>
              <a:t>状态机控制器</a:t>
            </a:r>
            <a:endParaRPr sz="1600">
              <a:latin typeface="微软雅黑" panose="020B0503020204020204" charset="-122"/>
              <a:cs typeface="微软雅黑" panose="020B0503020204020204" charset="-122"/>
            </a:endParaRPr>
          </a:p>
          <a:p>
            <a:pPr marL="1726565" lvl="3" indent="-342265">
              <a:lnSpc>
                <a:spcPct val="100000"/>
              </a:lnSpc>
              <a:spcBef>
                <a:spcPts val="2495"/>
              </a:spcBef>
              <a:buAutoNum type="arabicPeriod"/>
              <a:tabLst>
                <a:tab pos="1725930" algn="l"/>
              </a:tabLst>
            </a:pPr>
            <a:r>
              <a:rPr sz="1600" spc="-10" dirty="0">
                <a:solidFill>
                  <a:srgbClr val="009FE8"/>
                </a:solidFill>
                <a:latin typeface="微软雅黑" panose="020B0503020204020204" charset="-122"/>
                <a:cs typeface="微软雅黑" panose="020B0503020204020204" charset="-122"/>
              </a:rPr>
              <a:t>16</a:t>
            </a:r>
            <a:r>
              <a:rPr sz="1600" spc="-20" dirty="0">
                <a:solidFill>
                  <a:srgbClr val="009FE8"/>
                </a:solidFill>
                <a:latin typeface="微软雅黑" panose="020B0503020204020204" charset="-122"/>
                <a:cs typeface="微软雅黑" panose="020B0503020204020204" charset="-122"/>
              </a:rPr>
              <a:t>个状态</a:t>
            </a:r>
            <a:endParaRPr sz="1600">
              <a:latin typeface="微软雅黑" panose="020B0503020204020204" charset="-122"/>
              <a:cs typeface="微软雅黑" panose="020B0503020204020204" charset="-122"/>
            </a:endParaRPr>
          </a:p>
        </p:txBody>
      </p:sp>
      <p:pic>
        <p:nvPicPr>
          <p:cNvPr id="4" name="object 4"/>
          <p:cNvPicPr/>
          <p:nvPr/>
        </p:nvPicPr>
        <p:blipFill>
          <a:blip r:embed="rId1" cstate="print"/>
          <a:stretch>
            <a:fillRect/>
          </a:stretch>
        </p:blipFill>
        <p:spPr>
          <a:xfrm>
            <a:off x="6796938" y="949458"/>
            <a:ext cx="4871859" cy="5387047"/>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10" dirty="0"/>
              <a:t>JTAG</a:t>
            </a:r>
            <a:r>
              <a:rPr spc="-20" dirty="0"/>
              <a:t>的概念</a:t>
            </a:r>
            <a:endParaRPr spc="-20" dirty="0"/>
          </a:p>
        </p:txBody>
      </p:sp>
      <p:sp>
        <p:nvSpPr>
          <p:cNvPr id="3" name="object 3"/>
          <p:cNvSpPr txBox="1"/>
          <p:nvPr/>
        </p:nvSpPr>
        <p:spPr>
          <a:xfrm>
            <a:off x="963930" y="1578355"/>
            <a:ext cx="3199130" cy="3315335"/>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2"/>
              <a:tabLst>
                <a:tab pos="469265" algn="l"/>
              </a:tabLst>
            </a:pPr>
            <a:r>
              <a:rPr sz="2400" b="1" spc="-70" dirty="0">
                <a:solidFill>
                  <a:srgbClr val="009FE8"/>
                </a:solidFill>
                <a:latin typeface="微软雅黑" panose="020B0503020204020204" charset="-122"/>
                <a:cs typeface="微软雅黑" panose="020B0503020204020204" charset="-122"/>
              </a:rPr>
              <a:t>JTAG</a:t>
            </a:r>
            <a:r>
              <a:rPr sz="2400" b="1" spc="-20" dirty="0">
                <a:solidFill>
                  <a:srgbClr val="009FE8"/>
                </a:solidFill>
                <a:latin typeface="微软雅黑" panose="020B0503020204020204" charset="-122"/>
                <a:cs typeface="微软雅黑" panose="020B0503020204020204" charset="-122"/>
              </a:rPr>
              <a:t>的架构</a:t>
            </a:r>
            <a:endParaRPr sz="2400">
              <a:latin typeface="微软雅黑" panose="020B0503020204020204" charset="-122"/>
              <a:cs typeface="微软雅黑" panose="020B0503020204020204" charset="-122"/>
            </a:endParaRPr>
          </a:p>
          <a:p>
            <a:pPr marL="926465" lvl="1" indent="-456565">
              <a:lnSpc>
                <a:spcPct val="100000"/>
              </a:lnSpc>
              <a:spcBef>
                <a:spcPts val="3110"/>
              </a:spcBef>
              <a:buAutoNum type="arabicPeriod"/>
              <a:tabLst>
                <a:tab pos="926465" algn="l"/>
              </a:tabLst>
            </a:pPr>
            <a:r>
              <a:rPr sz="2000" spc="-65" dirty="0">
                <a:solidFill>
                  <a:srgbClr val="009FE8"/>
                </a:solidFill>
                <a:latin typeface="微软雅黑" panose="020B0503020204020204" charset="-122"/>
                <a:cs typeface="微软雅黑" panose="020B0503020204020204" charset="-122"/>
              </a:rPr>
              <a:t>JTAG</a:t>
            </a:r>
            <a:r>
              <a:rPr sz="2000" spc="-20" dirty="0">
                <a:solidFill>
                  <a:srgbClr val="009FE8"/>
                </a:solidFill>
                <a:latin typeface="微软雅黑" panose="020B0503020204020204" charset="-122"/>
                <a:cs typeface="微软雅黑" panose="020B0503020204020204" charset="-122"/>
              </a:rPr>
              <a:t>的架构</a:t>
            </a:r>
            <a:endParaRPr sz="2000">
              <a:latin typeface="微软雅黑" panose="020B0503020204020204" charset="-122"/>
              <a:cs typeface="微软雅黑" panose="020B0503020204020204" charset="-122"/>
            </a:endParaRPr>
          </a:p>
          <a:p>
            <a:pPr marL="1155065" lvl="2" indent="-227965">
              <a:lnSpc>
                <a:spcPct val="100000"/>
              </a:lnSpc>
              <a:spcBef>
                <a:spcPts val="2490"/>
              </a:spcBef>
              <a:buFont typeface="Wingdings" panose="05000000000000000000"/>
              <a:buChar char=""/>
              <a:tabLst>
                <a:tab pos="1155065" algn="l"/>
              </a:tabLst>
            </a:pPr>
            <a:r>
              <a:rPr sz="1600" spc="-50" dirty="0">
                <a:solidFill>
                  <a:srgbClr val="009FE8"/>
                </a:solidFill>
                <a:latin typeface="微软雅黑" panose="020B0503020204020204" charset="-122"/>
                <a:cs typeface="微软雅黑" panose="020B0503020204020204" charset="-122"/>
              </a:rPr>
              <a:t>JTAG</a:t>
            </a:r>
            <a:r>
              <a:rPr sz="1600" spc="-10" dirty="0">
                <a:solidFill>
                  <a:srgbClr val="009FE8"/>
                </a:solidFill>
                <a:latin typeface="微软雅黑" panose="020B0503020204020204" charset="-122"/>
                <a:cs typeface="微软雅黑" panose="020B0503020204020204" charset="-122"/>
              </a:rPr>
              <a:t>状态机控制器</a:t>
            </a:r>
            <a:endParaRPr sz="1600">
              <a:latin typeface="微软雅黑" panose="020B0503020204020204" charset="-122"/>
              <a:cs typeface="微软雅黑" panose="020B0503020204020204" charset="-122"/>
            </a:endParaRPr>
          </a:p>
          <a:p>
            <a:pPr marL="1726565" lvl="3" indent="-342265">
              <a:lnSpc>
                <a:spcPct val="100000"/>
              </a:lnSpc>
              <a:spcBef>
                <a:spcPts val="2495"/>
              </a:spcBef>
              <a:buAutoNum type="arabicPeriod" startAt="2"/>
              <a:tabLst>
                <a:tab pos="1725930" algn="l"/>
              </a:tabLst>
            </a:pPr>
            <a:r>
              <a:rPr sz="1600" spc="-50" dirty="0">
                <a:solidFill>
                  <a:srgbClr val="009FE8"/>
                </a:solidFill>
                <a:latin typeface="微软雅黑" panose="020B0503020204020204" charset="-122"/>
                <a:cs typeface="微软雅黑" panose="020B0503020204020204" charset="-122"/>
              </a:rPr>
              <a:t>JTAG</a:t>
            </a:r>
            <a:r>
              <a:rPr sz="1600" spc="-15" dirty="0">
                <a:solidFill>
                  <a:srgbClr val="009FE8"/>
                </a:solidFill>
                <a:latin typeface="微软雅黑" panose="020B0503020204020204" charset="-122"/>
                <a:cs typeface="微软雅黑" panose="020B0503020204020204" charset="-122"/>
              </a:rPr>
              <a:t>复位操作</a:t>
            </a:r>
            <a:endParaRPr sz="1600">
              <a:latin typeface="微软雅黑" panose="020B0503020204020204" charset="-122"/>
              <a:cs typeface="微软雅黑" panose="020B0503020204020204" charset="-122"/>
            </a:endParaRPr>
          </a:p>
          <a:p>
            <a:pPr marL="2183765" lvl="4" indent="-342265">
              <a:lnSpc>
                <a:spcPct val="100000"/>
              </a:lnSpc>
              <a:spcBef>
                <a:spcPts val="2375"/>
              </a:spcBef>
              <a:buAutoNum type="arabicPeriod"/>
              <a:tabLst>
                <a:tab pos="2183765" algn="l"/>
              </a:tabLst>
            </a:pPr>
            <a:r>
              <a:rPr sz="1600" dirty="0">
                <a:solidFill>
                  <a:srgbClr val="009FE8"/>
                </a:solidFill>
                <a:latin typeface="微软雅黑" panose="020B0503020204020204" charset="-122"/>
                <a:cs typeface="微软雅黑" panose="020B0503020204020204" charset="-122"/>
              </a:rPr>
              <a:t>5</a:t>
            </a:r>
            <a:r>
              <a:rPr sz="1600" spc="-20" dirty="0">
                <a:solidFill>
                  <a:srgbClr val="009FE8"/>
                </a:solidFill>
                <a:latin typeface="微软雅黑" panose="020B0503020204020204" charset="-122"/>
                <a:cs typeface="微软雅黑" panose="020B0503020204020204" charset="-122"/>
              </a:rPr>
              <a:t> </a:t>
            </a:r>
            <a:r>
              <a:rPr sz="1600" dirty="0">
                <a:solidFill>
                  <a:srgbClr val="009FE8"/>
                </a:solidFill>
                <a:latin typeface="微软雅黑" panose="020B0503020204020204" charset="-122"/>
                <a:cs typeface="微软雅黑" panose="020B0503020204020204" charset="-122"/>
              </a:rPr>
              <a:t>TMS</a:t>
            </a:r>
            <a:r>
              <a:rPr sz="1600" spc="-15" dirty="0">
                <a:solidFill>
                  <a:srgbClr val="009FE8"/>
                </a:solidFill>
                <a:latin typeface="微软雅黑" panose="020B0503020204020204" charset="-122"/>
                <a:cs typeface="微软雅黑" panose="020B0503020204020204" charset="-122"/>
              </a:rPr>
              <a:t> </a:t>
            </a:r>
            <a:r>
              <a:rPr sz="1600" dirty="0">
                <a:solidFill>
                  <a:srgbClr val="009FE8"/>
                </a:solidFill>
                <a:latin typeface="微软雅黑" panose="020B0503020204020204" charset="-122"/>
                <a:cs typeface="微软雅黑" panose="020B0503020204020204" charset="-122"/>
              </a:rPr>
              <a:t>=</a:t>
            </a:r>
            <a:r>
              <a:rPr sz="1600" spc="-20" dirty="0">
                <a:solidFill>
                  <a:srgbClr val="009FE8"/>
                </a:solidFill>
                <a:latin typeface="微软雅黑" panose="020B0503020204020204" charset="-122"/>
                <a:cs typeface="微软雅黑" panose="020B0503020204020204" charset="-122"/>
              </a:rPr>
              <a:t> </a:t>
            </a:r>
            <a:r>
              <a:rPr sz="1600" spc="-50" dirty="0">
                <a:solidFill>
                  <a:srgbClr val="009FE8"/>
                </a:solidFill>
                <a:latin typeface="微软雅黑" panose="020B0503020204020204" charset="-122"/>
                <a:cs typeface="微软雅黑" panose="020B0503020204020204" charset="-122"/>
              </a:rPr>
              <a:t>1</a:t>
            </a:r>
            <a:endParaRPr sz="1600">
              <a:latin typeface="微软雅黑" panose="020B0503020204020204" charset="-122"/>
              <a:cs typeface="微软雅黑" panose="020B0503020204020204" charset="-122"/>
            </a:endParaRPr>
          </a:p>
          <a:p>
            <a:pPr marL="2183765" lvl="4" indent="-342265">
              <a:lnSpc>
                <a:spcPct val="100000"/>
              </a:lnSpc>
              <a:spcBef>
                <a:spcPts val="2470"/>
              </a:spcBef>
              <a:buAutoNum type="arabicPeriod"/>
              <a:tabLst>
                <a:tab pos="2183765" algn="l"/>
              </a:tabLst>
            </a:pPr>
            <a:r>
              <a:rPr sz="1600" dirty="0">
                <a:solidFill>
                  <a:srgbClr val="009FE8"/>
                </a:solidFill>
                <a:latin typeface="微软雅黑" panose="020B0503020204020204" charset="-122"/>
                <a:cs typeface="微软雅黑" panose="020B0503020204020204" charset="-122"/>
              </a:rPr>
              <a:t>TRST</a:t>
            </a:r>
            <a:r>
              <a:rPr sz="1600" spc="-30" dirty="0">
                <a:solidFill>
                  <a:srgbClr val="009FE8"/>
                </a:solidFill>
                <a:latin typeface="微软雅黑" panose="020B0503020204020204" charset="-122"/>
                <a:cs typeface="微软雅黑" panose="020B0503020204020204" charset="-122"/>
              </a:rPr>
              <a:t> </a:t>
            </a:r>
            <a:r>
              <a:rPr sz="1600" dirty="0">
                <a:solidFill>
                  <a:srgbClr val="009FE8"/>
                </a:solidFill>
                <a:latin typeface="微软雅黑" panose="020B0503020204020204" charset="-122"/>
                <a:cs typeface="微软雅黑" panose="020B0503020204020204" charset="-122"/>
              </a:rPr>
              <a:t>=</a:t>
            </a:r>
            <a:r>
              <a:rPr sz="1600" spc="-20" dirty="0">
                <a:solidFill>
                  <a:srgbClr val="009FE8"/>
                </a:solidFill>
                <a:latin typeface="微软雅黑" panose="020B0503020204020204" charset="-122"/>
                <a:cs typeface="微软雅黑" panose="020B0503020204020204" charset="-122"/>
              </a:rPr>
              <a:t> </a:t>
            </a:r>
            <a:r>
              <a:rPr sz="1600" spc="-50" dirty="0">
                <a:solidFill>
                  <a:srgbClr val="009FE8"/>
                </a:solidFill>
                <a:latin typeface="微软雅黑" panose="020B0503020204020204" charset="-122"/>
                <a:cs typeface="微软雅黑" panose="020B0503020204020204" charset="-122"/>
              </a:rPr>
              <a:t>0</a:t>
            </a:r>
            <a:endParaRPr sz="1600">
              <a:latin typeface="微软雅黑" panose="020B0503020204020204" charset="-122"/>
              <a:cs typeface="微软雅黑" panose="020B0503020204020204" charset="-122"/>
            </a:endParaRPr>
          </a:p>
        </p:txBody>
      </p:sp>
      <p:grpSp>
        <p:nvGrpSpPr>
          <p:cNvPr id="4" name="object 4"/>
          <p:cNvGrpSpPr/>
          <p:nvPr/>
        </p:nvGrpSpPr>
        <p:grpSpPr>
          <a:xfrm>
            <a:off x="6644258" y="944499"/>
            <a:ext cx="5024755" cy="5392420"/>
            <a:chOff x="6644258" y="944499"/>
            <a:chExt cx="5024755" cy="5392420"/>
          </a:xfrm>
        </p:grpSpPr>
        <p:pic>
          <p:nvPicPr>
            <p:cNvPr id="5" name="object 5"/>
            <p:cNvPicPr/>
            <p:nvPr/>
          </p:nvPicPr>
          <p:blipFill>
            <a:blip r:embed="rId1" cstate="print"/>
            <a:stretch>
              <a:fillRect/>
            </a:stretch>
          </p:blipFill>
          <p:spPr>
            <a:xfrm>
              <a:off x="6796938" y="949458"/>
              <a:ext cx="4871859" cy="5387047"/>
            </a:xfrm>
            <a:prstGeom prst="rect">
              <a:avLst/>
            </a:prstGeom>
          </p:spPr>
        </p:pic>
        <p:sp>
          <p:nvSpPr>
            <p:cNvPr id="6" name="object 6"/>
            <p:cNvSpPr/>
            <p:nvPr/>
          </p:nvSpPr>
          <p:spPr>
            <a:xfrm>
              <a:off x="6658546" y="958786"/>
              <a:ext cx="1367155" cy="438784"/>
            </a:xfrm>
            <a:custGeom>
              <a:avLst/>
              <a:gdLst/>
              <a:ahLst/>
              <a:cxnLst/>
              <a:rect l="l" t="t" r="r" b="b"/>
              <a:pathLst>
                <a:path w="1367154" h="438784">
                  <a:moveTo>
                    <a:pt x="0" y="0"/>
                  </a:moveTo>
                  <a:lnTo>
                    <a:pt x="1366780" y="0"/>
                  </a:lnTo>
                  <a:lnTo>
                    <a:pt x="1366780" y="438539"/>
                  </a:lnTo>
                  <a:lnTo>
                    <a:pt x="0" y="438539"/>
                  </a:lnTo>
                  <a:lnTo>
                    <a:pt x="0" y="0"/>
                  </a:lnTo>
                  <a:close/>
                </a:path>
              </a:pathLst>
            </a:custGeom>
            <a:ln w="28575">
              <a:solidFill>
                <a:srgbClr val="70AD47"/>
              </a:solidFill>
            </a:ln>
          </p:spPr>
          <p:txBody>
            <a:bodyPr wrap="square" lIns="0" tIns="0" rIns="0" bIns="0" rtlCol="0"/>
            <a:lstStyle/>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176270" cy="604520"/>
          </a:xfrm>
          <a:prstGeom prst="rect">
            <a:avLst/>
          </a:prstGeom>
        </p:spPr>
        <p:txBody>
          <a:bodyPr vert="horz" wrap="square" lIns="0" tIns="12700" rIns="0" bIns="0" rtlCol="0">
            <a:spAutoFit/>
          </a:bodyPr>
          <a:lstStyle/>
          <a:p>
            <a:pPr marL="12700">
              <a:lnSpc>
                <a:spcPct val="100000"/>
              </a:lnSpc>
              <a:spcBef>
                <a:spcPts val="100"/>
              </a:spcBef>
            </a:pPr>
            <a:r>
              <a:rPr spc="-110" dirty="0"/>
              <a:t>JTAG</a:t>
            </a:r>
            <a:r>
              <a:rPr spc="-15" dirty="0"/>
              <a:t>的指令集</a:t>
            </a:r>
            <a:endParaRPr spc="-15" dirty="0"/>
          </a:p>
        </p:txBody>
      </p:sp>
      <p:graphicFrame>
        <p:nvGraphicFramePr>
          <p:cNvPr id="3" name="object 3"/>
          <p:cNvGraphicFramePr>
            <a:graphicFrameLocks noGrp="1"/>
          </p:cNvGraphicFramePr>
          <p:nvPr/>
        </p:nvGraphicFramePr>
        <p:xfrm>
          <a:off x="2816212" y="2211387"/>
          <a:ext cx="6663055" cy="4079240"/>
        </p:xfrm>
        <a:graphic>
          <a:graphicData uri="http://schemas.openxmlformats.org/drawingml/2006/table">
            <a:tbl>
              <a:tblPr firstRow="1" bandRow="1">
                <a:tableStyleId>{2D5ABB26-0587-4C30-8999-92F81FD0307C}</a:tableStyleId>
              </a:tblPr>
              <a:tblGrid>
                <a:gridCol w="3286760"/>
                <a:gridCol w="3286760"/>
              </a:tblGrid>
              <a:tr h="370840">
                <a:tc>
                  <a:txBody>
                    <a:bodyPr/>
                    <a:lstStyle/>
                    <a:p>
                      <a:pPr algn="ctr">
                        <a:lnSpc>
                          <a:spcPct val="100000"/>
                        </a:lnSpc>
                        <a:spcBef>
                          <a:spcPts val="370"/>
                        </a:spcBef>
                      </a:pPr>
                      <a:r>
                        <a:rPr sz="1800" b="1" spc="-50" dirty="0">
                          <a:solidFill>
                            <a:srgbClr val="FFFFFF"/>
                          </a:solidFill>
                          <a:latin typeface="Arial" panose="020B0604020202020204"/>
                          <a:cs typeface="Arial" panose="020B0604020202020204"/>
                        </a:rPr>
                        <a:t>JTAG</a:t>
                      </a:r>
                      <a:r>
                        <a:rPr sz="1750" b="1" spc="40" dirty="0">
                          <a:solidFill>
                            <a:srgbClr val="FFFFFF"/>
                          </a:solidFill>
                          <a:latin typeface="Microsoft JhengHei" panose="020B0604030504040204" charset="-120"/>
                          <a:cs typeface="Microsoft JhengHei" panose="020B0604030504040204" charset="-120"/>
                        </a:rPr>
                        <a:t>指令</a:t>
                      </a:r>
                      <a:endParaRPr sz="1750">
                        <a:latin typeface="Microsoft JhengHei" panose="020B0604030504040204" charset="-120"/>
                        <a:cs typeface="Microsoft JhengHei" panose="020B0604030504040204" charset="-120"/>
                      </a:endParaRPr>
                    </a:p>
                  </a:txBody>
                  <a:tcPr marL="0" marR="0" marT="469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2C4"/>
                    </a:solidFill>
                  </a:tcPr>
                </a:tc>
                <a:tc>
                  <a:txBody>
                    <a:bodyPr/>
                    <a:lstStyle/>
                    <a:p>
                      <a:pPr algn="ctr">
                        <a:lnSpc>
                          <a:spcPct val="100000"/>
                        </a:lnSpc>
                        <a:spcBef>
                          <a:spcPts val="370"/>
                        </a:spcBef>
                      </a:pPr>
                      <a:r>
                        <a:rPr sz="1750" b="1" spc="70" dirty="0">
                          <a:solidFill>
                            <a:srgbClr val="FFFFFF"/>
                          </a:solidFill>
                          <a:latin typeface="Microsoft JhengHei" panose="020B0604030504040204" charset="-120"/>
                          <a:cs typeface="Microsoft JhengHei" panose="020B0604030504040204" charset="-120"/>
                        </a:rPr>
                        <a:t>必须</a:t>
                      </a:r>
                      <a:r>
                        <a:rPr sz="1800" b="1" spc="-10" dirty="0">
                          <a:solidFill>
                            <a:srgbClr val="FFFFFF"/>
                          </a:solidFill>
                          <a:latin typeface="Arial" panose="020B0604020202020204"/>
                          <a:cs typeface="Arial" panose="020B0604020202020204"/>
                        </a:rPr>
                        <a:t>/</a:t>
                      </a:r>
                      <a:r>
                        <a:rPr sz="1750" b="1" spc="40" dirty="0">
                          <a:solidFill>
                            <a:srgbClr val="FFFFFF"/>
                          </a:solidFill>
                          <a:latin typeface="Microsoft JhengHei" panose="020B0604030504040204" charset="-120"/>
                          <a:cs typeface="Microsoft JhengHei" panose="020B0604030504040204" charset="-120"/>
                        </a:rPr>
                        <a:t>可选</a:t>
                      </a:r>
                      <a:endParaRPr sz="1750">
                        <a:latin typeface="Microsoft JhengHei" panose="020B0604030504040204" charset="-120"/>
                        <a:cs typeface="Microsoft JhengHei" panose="020B0604030504040204" charset="-120"/>
                      </a:endParaRPr>
                    </a:p>
                  </a:txBody>
                  <a:tcPr marL="0" marR="0" marT="469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2C4"/>
                    </a:solidFill>
                  </a:tcPr>
                </a:tc>
              </a:tr>
              <a:tr h="370840">
                <a:tc>
                  <a:txBody>
                    <a:bodyPr/>
                    <a:lstStyle/>
                    <a:p>
                      <a:pPr algn="ctr">
                        <a:lnSpc>
                          <a:spcPct val="100000"/>
                        </a:lnSpc>
                        <a:spcBef>
                          <a:spcPts val="350"/>
                        </a:spcBef>
                      </a:pPr>
                      <a:r>
                        <a:rPr sz="1800" spc="-10" dirty="0">
                          <a:latin typeface="Arial" panose="020B0604020202020204"/>
                          <a:cs typeface="Arial" panose="020B0604020202020204"/>
                        </a:rPr>
                        <a:t>EXTEST</a:t>
                      </a:r>
                      <a:endParaRPr sz="1800">
                        <a:latin typeface="Arial" panose="020B0604020202020204"/>
                        <a:cs typeface="Arial" panose="020B0604020202020204"/>
                      </a:endParaRPr>
                    </a:p>
                  </a:txBody>
                  <a:tcPr marL="0" marR="0" marT="444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5EA"/>
                    </a:solidFill>
                  </a:tcPr>
                </a:tc>
                <a:tc>
                  <a:txBody>
                    <a:bodyPr/>
                    <a:lstStyle/>
                    <a:p>
                      <a:pPr algn="ctr">
                        <a:lnSpc>
                          <a:spcPct val="100000"/>
                        </a:lnSpc>
                        <a:spcBef>
                          <a:spcPts val="350"/>
                        </a:spcBef>
                      </a:pPr>
                      <a:r>
                        <a:rPr sz="1800" spc="-25" dirty="0">
                          <a:latin typeface="宋体" panose="02010600030101010101" pitchFamily="2" charset="-122"/>
                          <a:cs typeface="宋体" panose="02010600030101010101" pitchFamily="2" charset="-122"/>
                        </a:rPr>
                        <a:t>必选</a:t>
                      </a:r>
                      <a:endParaRPr sz="1800">
                        <a:latin typeface="宋体" panose="02010600030101010101" pitchFamily="2" charset="-122"/>
                        <a:cs typeface="宋体" panose="02010600030101010101" pitchFamily="2" charset="-122"/>
                      </a:endParaRPr>
                    </a:p>
                  </a:txBody>
                  <a:tcPr marL="0" marR="0" marT="4445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5EA"/>
                    </a:solidFill>
                  </a:tcPr>
                </a:tc>
              </a:tr>
              <a:tr h="370840">
                <a:tc>
                  <a:txBody>
                    <a:bodyPr/>
                    <a:lstStyle/>
                    <a:p>
                      <a:pPr algn="ctr">
                        <a:lnSpc>
                          <a:spcPct val="100000"/>
                        </a:lnSpc>
                        <a:spcBef>
                          <a:spcPts val="360"/>
                        </a:spcBef>
                      </a:pPr>
                      <a:r>
                        <a:rPr sz="1800" spc="-10" dirty="0">
                          <a:latin typeface="Arial" panose="020B0604020202020204"/>
                          <a:cs typeface="Arial" panose="020B0604020202020204"/>
                        </a:rPr>
                        <a:t>BYPASS</a:t>
                      </a:r>
                      <a:endParaRPr sz="1800">
                        <a:latin typeface="Arial" panose="020B0604020202020204"/>
                        <a:cs typeface="Arial" panose="020B0604020202020204"/>
                      </a:endParaRPr>
                    </a:p>
                  </a:txBody>
                  <a:tcPr marL="0" marR="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360"/>
                        </a:spcBef>
                      </a:pPr>
                      <a:r>
                        <a:rPr sz="1800" spc="-25" dirty="0">
                          <a:latin typeface="宋体" panose="02010600030101010101" pitchFamily="2" charset="-122"/>
                          <a:cs typeface="宋体" panose="02010600030101010101" pitchFamily="2" charset="-122"/>
                        </a:rPr>
                        <a:t>必选</a:t>
                      </a:r>
                      <a:endParaRPr sz="1800">
                        <a:latin typeface="宋体" panose="02010600030101010101" pitchFamily="2" charset="-122"/>
                        <a:cs typeface="宋体" panose="02010600030101010101" pitchFamily="2" charset="-122"/>
                      </a:endParaRPr>
                    </a:p>
                  </a:txBody>
                  <a:tcPr marL="0" marR="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r>
              <a:tr h="370840">
                <a:tc>
                  <a:txBody>
                    <a:bodyPr/>
                    <a:lstStyle/>
                    <a:p>
                      <a:pPr algn="ctr">
                        <a:lnSpc>
                          <a:spcPct val="100000"/>
                        </a:lnSpc>
                        <a:spcBef>
                          <a:spcPts val="370"/>
                        </a:spcBef>
                      </a:pPr>
                      <a:r>
                        <a:rPr sz="1800" spc="-10" dirty="0">
                          <a:latin typeface="Arial" panose="020B0604020202020204"/>
                          <a:cs typeface="Arial" panose="020B0604020202020204"/>
                        </a:rPr>
                        <a:t>SAMPLE</a:t>
                      </a:r>
                      <a:endParaRPr sz="1800">
                        <a:latin typeface="Arial" panose="020B0604020202020204"/>
                        <a:cs typeface="Arial" panose="020B0604020202020204"/>
                      </a:endParaRPr>
                    </a:p>
                  </a:txBody>
                  <a:tcPr marL="0" marR="0" marT="469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algn="ctr">
                        <a:lnSpc>
                          <a:spcPct val="100000"/>
                        </a:lnSpc>
                        <a:spcBef>
                          <a:spcPts val="370"/>
                        </a:spcBef>
                      </a:pPr>
                      <a:r>
                        <a:rPr sz="1800" spc="-25" dirty="0">
                          <a:latin typeface="宋体" panose="02010600030101010101" pitchFamily="2" charset="-122"/>
                          <a:cs typeface="宋体" panose="02010600030101010101" pitchFamily="2" charset="-122"/>
                        </a:rPr>
                        <a:t>必选</a:t>
                      </a:r>
                      <a:endParaRPr sz="1800">
                        <a:latin typeface="宋体" panose="02010600030101010101" pitchFamily="2" charset="-122"/>
                        <a:cs typeface="宋体" panose="02010600030101010101" pitchFamily="2" charset="-122"/>
                      </a:endParaRPr>
                    </a:p>
                  </a:txBody>
                  <a:tcPr marL="0" marR="0" marT="469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r>
              <a:tr h="370840">
                <a:tc>
                  <a:txBody>
                    <a:bodyPr/>
                    <a:lstStyle/>
                    <a:p>
                      <a:pPr algn="ctr">
                        <a:lnSpc>
                          <a:spcPct val="100000"/>
                        </a:lnSpc>
                        <a:spcBef>
                          <a:spcPts val="350"/>
                        </a:spcBef>
                      </a:pPr>
                      <a:r>
                        <a:rPr sz="1800" spc="-10" dirty="0">
                          <a:latin typeface="Arial" panose="020B0604020202020204"/>
                          <a:cs typeface="Arial" panose="020B0604020202020204"/>
                        </a:rPr>
                        <a:t>PRELOAD</a:t>
                      </a:r>
                      <a:endParaRPr sz="1800">
                        <a:latin typeface="Arial" panose="020B0604020202020204"/>
                        <a:cs typeface="Arial" panose="020B0604020202020204"/>
                      </a:endParaRPr>
                    </a:p>
                  </a:txBody>
                  <a:tcPr marL="0" marR="0" marT="444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350"/>
                        </a:spcBef>
                      </a:pPr>
                      <a:r>
                        <a:rPr sz="1800" spc="-25" dirty="0">
                          <a:latin typeface="宋体" panose="02010600030101010101" pitchFamily="2" charset="-122"/>
                          <a:cs typeface="宋体" panose="02010600030101010101" pitchFamily="2" charset="-122"/>
                        </a:rPr>
                        <a:t>必选</a:t>
                      </a:r>
                      <a:endParaRPr sz="1800">
                        <a:latin typeface="宋体" panose="02010600030101010101" pitchFamily="2" charset="-122"/>
                        <a:cs typeface="宋体" panose="02010600030101010101" pitchFamily="2" charset="-122"/>
                      </a:endParaRPr>
                    </a:p>
                  </a:txBody>
                  <a:tcPr marL="0" marR="0" marT="444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r>
              <a:tr h="370840">
                <a:tc>
                  <a:txBody>
                    <a:bodyPr/>
                    <a:lstStyle/>
                    <a:p>
                      <a:pPr algn="ctr">
                        <a:lnSpc>
                          <a:spcPct val="100000"/>
                        </a:lnSpc>
                        <a:spcBef>
                          <a:spcPts val="360"/>
                        </a:spcBef>
                      </a:pPr>
                      <a:r>
                        <a:rPr sz="1800" spc="-10" dirty="0">
                          <a:latin typeface="Arial" panose="020B0604020202020204"/>
                          <a:cs typeface="Arial" panose="020B0604020202020204"/>
                        </a:rPr>
                        <a:t>IDCODE</a:t>
                      </a:r>
                      <a:endParaRPr sz="1800">
                        <a:latin typeface="Arial" panose="020B0604020202020204"/>
                        <a:cs typeface="Arial" panose="020B0604020202020204"/>
                      </a:endParaRPr>
                    </a:p>
                  </a:txBody>
                  <a:tcPr marL="0" marR="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algn="ctr">
                        <a:lnSpc>
                          <a:spcPct val="100000"/>
                        </a:lnSpc>
                        <a:spcBef>
                          <a:spcPts val="360"/>
                        </a:spcBef>
                      </a:pPr>
                      <a:r>
                        <a:rPr sz="1800" spc="-25" dirty="0">
                          <a:latin typeface="宋体" panose="02010600030101010101" pitchFamily="2" charset="-122"/>
                          <a:cs typeface="宋体" panose="02010600030101010101" pitchFamily="2" charset="-122"/>
                        </a:rPr>
                        <a:t>可选</a:t>
                      </a:r>
                      <a:endParaRPr sz="1800">
                        <a:latin typeface="宋体" panose="02010600030101010101" pitchFamily="2" charset="-122"/>
                        <a:cs typeface="宋体" panose="02010600030101010101" pitchFamily="2" charset="-122"/>
                      </a:endParaRPr>
                    </a:p>
                  </a:txBody>
                  <a:tcPr marL="0" marR="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r>
              <a:tr h="370840">
                <a:tc>
                  <a:txBody>
                    <a:bodyPr/>
                    <a:lstStyle/>
                    <a:p>
                      <a:pPr algn="ctr">
                        <a:lnSpc>
                          <a:spcPct val="100000"/>
                        </a:lnSpc>
                        <a:spcBef>
                          <a:spcPts val="370"/>
                        </a:spcBef>
                      </a:pPr>
                      <a:r>
                        <a:rPr sz="1800" spc="-10" dirty="0">
                          <a:latin typeface="Arial" panose="020B0604020202020204"/>
                          <a:cs typeface="Arial" panose="020B0604020202020204"/>
                        </a:rPr>
                        <a:t>HIGHZ</a:t>
                      </a:r>
                      <a:endParaRPr sz="1800">
                        <a:latin typeface="Arial" panose="020B0604020202020204"/>
                        <a:cs typeface="Arial" panose="020B0604020202020204"/>
                      </a:endParaRPr>
                    </a:p>
                  </a:txBody>
                  <a:tcPr marL="0" marR="0" marT="469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370"/>
                        </a:spcBef>
                      </a:pPr>
                      <a:r>
                        <a:rPr sz="1800" spc="-25" dirty="0">
                          <a:latin typeface="宋体" panose="02010600030101010101" pitchFamily="2" charset="-122"/>
                          <a:cs typeface="宋体" panose="02010600030101010101" pitchFamily="2" charset="-122"/>
                        </a:rPr>
                        <a:t>可选</a:t>
                      </a:r>
                      <a:endParaRPr sz="1800">
                        <a:latin typeface="宋体" panose="02010600030101010101" pitchFamily="2" charset="-122"/>
                        <a:cs typeface="宋体" panose="02010600030101010101" pitchFamily="2" charset="-122"/>
                      </a:endParaRPr>
                    </a:p>
                  </a:txBody>
                  <a:tcPr marL="0" marR="0" marT="469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r>
              <a:tr h="370840">
                <a:tc>
                  <a:txBody>
                    <a:bodyPr/>
                    <a:lstStyle/>
                    <a:p>
                      <a:pPr algn="ctr">
                        <a:lnSpc>
                          <a:spcPct val="100000"/>
                        </a:lnSpc>
                        <a:spcBef>
                          <a:spcPts val="350"/>
                        </a:spcBef>
                      </a:pPr>
                      <a:r>
                        <a:rPr sz="1800" spc="-10" dirty="0">
                          <a:latin typeface="Arial" panose="020B0604020202020204"/>
                          <a:cs typeface="Arial" panose="020B0604020202020204"/>
                        </a:rPr>
                        <a:t>CLAMP</a:t>
                      </a:r>
                      <a:endParaRPr sz="1800">
                        <a:latin typeface="Arial" panose="020B0604020202020204"/>
                        <a:cs typeface="Arial" panose="020B0604020202020204"/>
                      </a:endParaRPr>
                    </a:p>
                  </a:txBody>
                  <a:tcPr marL="0" marR="0" marT="444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algn="ctr">
                        <a:lnSpc>
                          <a:spcPct val="100000"/>
                        </a:lnSpc>
                        <a:spcBef>
                          <a:spcPts val="350"/>
                        </a:spcBef>
                      </a:pPr>
                      <a:r>
                        <a:rPr sz="1800" spc="-25" dirty="0">
                          <a:latin typeface="宋体" panose="02010600030101010101" pitchFamily="2" charset="-122"/>
                          <a:cs typeface="宋体" panose="02010600030101010101" pitchFamily="2" charset="-122"/>
                        </a:rPr>
                        <a:t>可选</a:t>
                      </a:r>
                      <a:endParaRPr sz="1800">
                        <a:latin typeface="宋体" panose="02010600030101010101" pitchFamily="2" charset="-122"/>
                        <a:cs typeface="宋体" panose="02010600030101010101" pitchFamily="2" charset="-122"/>
                      </a:endParaRPr>
                    </a:p>
                  </a:txBody>
                  <a:tcPr marL="0" marR="0" marT="444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r>
              <a:tr h="370840">
                <a:tc>
                  <a:txBody>
                    <a:bodyPr/>
                    <a:lstStyle/>
                    <a:p>
                      <a:pPr algn="ctr">
                        <a:lnSpc>
                          <a:spcPct val="100000"/>
                        </a:lnSpc>
                        <a:spcBef>
                          <a:spcPts val="360"/>
                        </a:spcBef>
                      </a:pPr>
                      <a:r>
                        <a:rPr sz="1800" spc="-10" dirty="0">
                          <a:latin typeface="Arial" panose="020B0604020202020204"/>
                          <a:cs typeface="Arial" panose="020B0604020202020204"/>
                        </a:rPr>
                        <a:t>INTEST</a:t>
                      </a:r>
                      <a:endParaRPr sz="1800">
                        <a:latin typeface="Arial" panose="020B0604020202020204"/>
                        <a:cs typeface="Arial" panose="020B0604020202020204"/>
                      </a:endParaRPr>
                    </a:p>
                  </a:txBody>
                  <a:tcPr marL="0" marR="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360"/>
                        </a:spcBef>
                      </a:pPr>
                      <a:r>
                        <a:rPr sz="1800" spc="-25" dirty="0">
                          <a:latin typeface="宋体" panose="02010600030101010101" pitchFamily="2" charset="-122"/>
                          <a:cs typeface="宋体" panose="02010600030101010101" pitchFamily="2" charset="-122"/>
                        </a:rPr>
                        <a:t>可选</a:t>
                      </a:r>
                      <a:endParaRPr sz="1800">
                        <a:latin typeface="宋体" panose="02010600030101010101" pitchFamily="2" charset="-122"/>
                        <a:cs typeface="宋体" panose="02010600030101010101" pitchFamily="2" charset="-122"/>
                      </a:endParaRPr>
                    </a:p>
                  </a:txBody>
                  <a:tcPr marL="0" marR="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r>
              <a:tr h="370840">
                <a:tc>
                  <a:txBody>
                    <a:bodyPr/>
                    <a:lstStyle/>
                    <a:p>
                      <a:pPr algn="ctr">
                        <a:lnSpc>
                          <a:spcPct val="100000"/>
                        </a:lnSpc>
                        <a:spcBef>
                          <a:spcPts val="370"/>
                        </a:spcBef>
                      </a:pPr>
                      <a:r>
                        <a:rPr sz="1800" spc="-10" dirty="0">
                          <a:latin typeface="Arial" panose="020B0604020202020204"/>
                          <a:cs typeface="Arial" panose="020B0604020202020204"/>
                        </a:rPr>
                        <a:t>RUNBIST</a:t>
                      </a:r>
                      <a:endParaRPr sz="1800">
                        <a:latin typeface="Arial" panose="020B0604020202020204"/>
                        <a:cs typeface="Arial" panose="020B0604020202020204"/>
                      </a:endParaRPr>
                    </a:p>
                  </a:txBody>
                  <a:tcPr marL="0" marR="0" marT="469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c>
                  <a:txBody>
                    <a:bodyPr/>
                    <a:lstStyle/>
                    <a:p>
                      <a:pPr algn="ctr">
                        <a:lnSpc>
                          <a:spcPct val="100000"/>
                        </a:lnSpc>
                        <a:spcBef>
                          <a:spcPts val="370"/>
                        </a:spcBef>
                      </a:pPr>
                      <a:r>
                        <a:rPr sz="1800" spc="-25" dirty="0">
                          <a:latin typeface="宋体" panose="02010600030101010101" pitchFamily="2" charset="-122"/>
                          <a:cs typeface="宋体" panose="02010600030101010101" pitchFamily="2" charset="-122"/>
                        </a:rPr>
                        <a:t>可选</a:t>
                      </a:r>
                      <a:endParaRPr sz="1800">
                        <a:latin typeface="宋体" panose="02010600030101010101" pitchFamily="2" charset="-122"/>
                        <a:cs typeface="宋体" panose="02010600030101010101" pitchFamily="2" charset="-122"/>
                      </a:endParaRPr>
                    </a:p>
                  </a:txBody>
                  <a:tcPr marL="0" marR="0" marT="469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5EA"/>
                    </a:solidFill>
                  </a:tcPr>
                </a:tc>
              </a:tr>
              <a:tr h="370840">
                <a:tc>
                  <a:txBody>
                    <a:bodyPr/>
                    <a:lstStyle/>
                    <a:p>
                      <a:pPr algn="ctr">
                        <a:lnSpc>
                          <a:spcPct val="100000"/>
                        </a:lnSpc>
                        <a:spcBef>
                          <a:spcPts val="350"/>
                        </a:spcBef>
                      </a:pPr>
                      <a:r>
                        <a:rPr sz="1800" dirty="0">
                          <a:latin typeface="Arial" panose="020B0604020202020204"/>
                          <a:cs typeface="Arial" panose="020B0604020202020204"/>
                        </a:rPr>
                        <a:t>USER</a:t>
                      </a:r>
                      <a:r>
                        <a:rPr sz="1800" spc="-30" dirty="0">
                          <a:latin typeface="Arial" panose="020B0604020202020204"/>
                          <a:cs typeface="Arial" panose="020B0604020202020204"/>
                        </a:rPr>
                        <a:t> </a:t>
                      </a:r>
                      <a:r>
                        <a:rPr sz="1800" spc="-20" dirty="0">
                          <a:latin typeface="Arial" panose="020B0604020202020204"/>
                          <a:cs typeface="Arial" panose="020B0604020202020204"/>
                        </a:rPr>
                        <a:t>CODE</a:t>
                      </a:r>
                      <a:endParaRPr sz="1800">
                        <a:latin typeface="Arial" panose="020B0604020202020204"/>
                        <a:cs typeface="Arial" panose="020B0604020202020204"/>
                      </a:endParaRPr>
                    </a:p>
                  </a:txBody>
                  <a:tcPr marL="0" marR="0" marT="444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algn="ctr">
                        <a:lnSpc>
                          <a:spcPct val="100000"/>
                        </a:lnSpc>
                        <a:spcBef>
                          <a:spcPts val="350"/>
                        </a:spcBef>
                      </a:pPr>
                      <a:r>
                        <a:rPr sz="1800" spc="-25" dirty="0">
                          <a:latin typeface="宋体" panose="02010600030101010101" pitchFamily="2" charset="-122"/>
                          <a:cs typeface="宋体" panose="02010600030101010101" pitchFamily="2" charset="-122"/>
                        </a:rPr>
                        <a:t>可选</a:t>
                      </a:r>
                      <a:endParaRPr sz="1800">
                        <a:latin typeface="宋体" panose="02010600030101010101" pitchFamily="2" charset="-122"/>
                        <a:cs typeface="宋体" panose="02010600030101010101" pitchFamily="2" charset="-122"/>
                      </a:endParaRPr>
                    </a:p>
                  </a:txBody>
                  <a:tcPr marL="0" marR="0" marT="444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r>
            </a:tbl>
          </a:graphicData>
        </a:graphic>
      </p:graphicFrame>
      <p:sp>
        <p:nvSpPr>
          <p:cNvPr id="4" name="object 4"/>
          <p:cNvSpPr txBox="1"/>
          <p:nvPr/>
        </p:nvSpPr>
        <p:spPr>
          <a:xfrm>
            <a:off x="1421130" y="1537715"/>
            <a:ext cx="3656329" cy="330200"/>
          </a:xfrm>
          <a:prstGeom prst="rect">
            <a:avLst/>
          </a:prstGeom>
        </p:spPr>
        <p:txBody>
          <a:bodyPr vert="horz" wrap="square" lIns="0" tIns="12700" rIns="0" bIns="0" rtlCol="0">
            <a:spAutoFit/>
          </a:bodyPr>
          <a:lstStyle/>
          <a:p>
            <a:pPr marL="12700">
              <a:lnSpc>
                <a:spcPct val="100000"/>
              </a:lnSpc>
              <a:spcBef>
                <a:spcPts val="100"/>
              </a:spcBef>
            </a:pPr>
            <a:r>
              <a:rPr sz="2000" spc="-20" dirty="0">
                <a:solidFill>
                  <a:srgbClr val="009FE8"/>
                </a:solidFill>
                <a:latin typeface="微软雅黑" panose="020B0503020204020204" charset="-122"/>
                <a:cs typeface="微软雅黑" panose="020B0503020204020204" charset="-122"/>
              </a:rPr>
              <a:t>IEEE1149</a:t>
            </a:r>
            <a:r>
              <a:rPr sz="2000" spc="-5" dirty="0">
                <a:solidFill>
                  <a:srgbClr val="009FE8"/>
                </a:solidFill>
                <a:latin typeface="微软雅黑" panose="020B0503020204020204" charset="-122"/>
                <a:cs typeface="微软雅黑" panose="020B0503020204020204" charset="-122"/>
              </a:rPr>
              <a:t>协议规定的指令如下：</a:t>
            </a:r>
            <a:endParaRPr sz="2000">
              <a:latin typeface="微软雅黑" panose="020B0503020204020204" charset="-122"/>
              <a:cs typeface="微软雅黑" panose="020B0503020204020204"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176270" cy="604520"/>
          </a:xfrm>
          <a:prstGeom prst="rect">
            <a:avLst/>
          </a:prstGeom>
        </p:spPr>
        <p:txBody>
          <a:bodyPr vert="horz" wrap="square" lIns="0" tIns="12700" rIns="0" bIns="0" rtlCol="0">
            <a:spAutoFit/>
          </a:bodyPr>
          <a:lstStyle/>
          <a:p>
            <a:pPr marL="12700">
              <a:lnSpc>
                <a:spcPct val="100000"/>
              </a:lnSpc>
              <a:spcBef>
                <a:spcPts val="100"/>
              </a:spcBef>
            </a:pPr>
            <a:r>
              <a:rPr spc="-110" dirty="0"/>
              <a:t>JTAG</a:t>
            </a:r>
            <a:r>
              <a:rPr spc="-15" dirty="0"/>
              <a:t>的指令集</a:t>
            </a:r>
            <a:endParaRPr spc="-15" dirty="0"/>
          </a:p>
        </p:txBody>
      </p:sp>
      <p:sp>
        <p:nvSpPr>
          <p:cNvPr id="3" name="object 3"/>
          <p:cNvSpPr txBox="1"/>
          <p:nvPr/>
        </p:nvSpPr>
        <p:spPr>
          <a:xfrm>
            <a:off x="963930" y="1578355"/>
            <a:ext cx="3385185" cy="3782695"/>
          </a:xfrm>
          <a:prstGeom prst="rect">
            <a:avLst/>
          </a:prstGeom>
        </p:spPr>
        <p:txBody>
          <a:bodyPr vert="horz" wrap="square" lIns="0" tIns="12700" rIns="0" bIns="0" rtlCol="0">
            <a:spAutoFit/>
          </a:bodyPr>
          <a:lstStyle/>
          <a:p>
            <a:pPr marL="469265" indent="-456565">
              <a:lnSpc>
                <a:spcPct val="100000"/>
              </a:lnSpc>
              <a:spcBef>
                <a:spcPts val="100"/>
              </a:spcBef>
              <a:buAutoNum type="arabicPeriod"/>
              <a:tabLst>
                <a:tab pos="469265" algn="l"/>
              </a:tabLst>
            </a:pPr>
            <a:r>
              <a:rPr sz="2400" b="1" dirty="0">
                <a:solidFill>
                  <a:srgbClr val="009FE8"/>
                </a:solidFill>
                <a:latin typeface="微软雅黑" panose="020B0503020204020204" charset="-122"/>
                <a:cs typeface="微软雅黑" panose="020B0503020204020204" charset="-122"/>
              </a:rPr>
              <a:t>激活</a:t>
            </a:r>
            <a:r>
              <a:rPr sz="2400" b="1" spc="-70" dirty="0">
                <a:solidFill>
                  <a:srgbClr val="009FE8"/>
                </a:solidFill>
                <a:latin typeface="微软雅黑" panose="020B0503020204020204" charset="-122"/>
                <a:cs typeface="微软雅黑" panose="020B0503020204020204" charset="-122"/>
              </a:rPr>
              <a:t>JTAG</a:t>
            </a:r>
            <a:r>
              <a:rPr sz="2400" b="1" spc="-10" dirty="0">
                <a:solidFill>
                  <a:srgbClr val="009FE8"/>
                </a:solidFill>
                <a:latin typeface="微软雅黑" panose="020B0503020204020204" charset="-122"/>
                <a:cs typeface="微软雅黑" panose="020B0503020204020204" charset="-122"/>
              </a:rPr>
              <a:t>指令的方法</a:t>
            </a:r>
            <a:endParaRPr sz="2400">
              <a:latin typeface="微软雅黑" panose="020B0503020204020204" charset="-122"/>
              <a:cs typeface="微软雅黑" panose="020B0503020204020204" charset="-122"/>
            </a:endParaRPr>
          </a:p>
          <a:p>
            <a:pPr marL="926465" lvl="1" indent="-456565">
              <a:lnSpc>
                <a:spcPct val="100000"/>
              </a:lnSpc>
              <a:spcBef>
                <a:spcPts val="3110"/>
              </a:spcBef>
              <a:buAutoNum type="arabicPeriod"/>
              <a:tabLst>
                <a:tab pos="926465" algn="l"/>
              </a:tabLst>
            </a:pPr>
            <a:r>
              <a:rPr sz="2000" spc="-65" dirty="0">
                <a:solidFill>
                  <a:srgbClr val="009FE8"/>
                </a:solidFill>
                <a:latin typeface="微软雅黑" panose="020B0503020204020204" charset="-122"/>
                <a:cs typeface="微软雅黑" panose="020B0503020204020204" charset="-122"/>
              </a:rPr>
              <a:t>JTAG</a:t>
            </a:r>
            <a:r>
              <a:rPr sz="2000" spc="-20" dirty="0">
                <a:solidFill>
                  <a:srgbClr val="009FE8"/>
                </a:solidFill>
                <a:latin typeface="微软雅黑" panose="020B0503020204020204" charset="-122"/>
                <a:cs typeface="微软雅黑" panose="020B0503020204020204" charset="-122"/>
              </a:rPr>
              <a:t>初始化</a:t>
            </a:r>
            <a:endParaRPr sz="2000">
              <a:latin typeface="微软雅黑" panose="020B0503020204020204" charset="-122"/>
              <a:cs typeface="微软雅黑" panose="020B0503020204020204" charset="-122"/>
            </a:endParaRPr>
          </a:p>
          <a:p>
            <a:pPr marL="926465" lvl="1" indent="-456565">
              <a:lnSpc>
                <a:spcPct val="100000"/>
              </a:lnSpc>
              <a:spcBef>
                <a:spcPts val="2905"/>
              </a:spcBef>
              <a:buAutoNum type="arabicPeriod"/>
              <a:tabLst>
                <a:tab pos="926465" algn="l"/>
              </a:tabLst>
            </a:pPr>
            <a:r>
              <a:rPr sz="2000" dirty="0">
                <a:solidFill>
                  <a:srgbClr val="009FE8"/>
                </a:solidFill>
                <a:latin typeface="微软雅黑" panose="020B0503020204020204" charset="-122"/>
                <a:cs typeface="微软雅黑" panose="020B0503020204020204" charset="-122"/>
              </a:rPr>
              <a:t>通过</a:t>
            </a:r>
            <a:r>
              <a:rPr sz="2000" spc="-10" dirty="0">
                <a:solidFill>
                  <a:srgbClr val="009FE8"/>
                </a:solidFill>
                <a:latin typeface="微软雅黑" panose="020B0503020204020204" charset="-122"/>
                <a:cs typeface="微软雅黑" panose="020B0503020204020204" charset="-122"/>
              </a:rPr>
              <a:t>TMS运转状态机</a:t>
            </a:r>
            <a:endParaRPr sz="2000">
              <a:latin typeface="微软雅黑" panose="020B0503020204020204" charset="-122"/>
              <a:cs typeface="微软雅黑" panose="020B0503020204020204" charset="-122"/>
            </a:endParaRPr>
          </a:p>
          <a:p>
            <a:pPr marL="926465" lvl="1" indent="-456565">
              <a:lnSpc>
                <a:spcPct val="100000"/>
              </a:lnSpc>
              <a:spcBef>
                <a:spcPts val="2905"/>
              </a:spcBef>
              <a:buAutoNum type="arabicPeriod"/>
              <a:tabLst>
                <a:tab pos="926465" algn="l"/>
              </a:tabLst>
            </a:pPr>
            <a:r>
              <a:rPr sz="2000" spc="-30" dirty="0">
                <a:solidFill>
                  <a:srgbClr val="009FE8"/>
                </a:solidFill>
                <a:latin typeface="微软雅黑" panose="020B0503020204020204" charset="-122"/>
                <a:cs typeface="微软雅黑" panose="020B0503020204020204" charset="-122"/>
              </a:rPr>
              <a:t>Select-</a:t>
            </a:r>
            <a:r>
              <a:rPr sz="2000" spc="-25" dirty="0">
                <a:solidFill>
                  <a:srgbClr val="009FE8"/>
                </a:solidFill>
                <a:latin typeface="微软雅黑" panose="020B0503020204020204" charset="-122"/>
                <a:cs typeface="微软雅黑" panose="020B0503020204020204" charset="-122"/>
              </a:rPr>
              <a:t>IR</a:t>
            </a:r>
            <a:endParaRPr sz="2000">
              <a:latin typeface="微软雅黑" panose="020B0503020204020204" charset="-122"/>
              <a:cs typeface="微软雅黑" panose="020B0503020204020204" charset="-122"/>
            </a:endParaRPr>
          </a:p>
          <a:p>
            <a:pPr marL="926465" lvl="1" indent="-456565">
              <a:lnSpc>
                <a:spcPct val="100000"/>
              </a:lnSpc>
              <a:spcBef>
                <a:spcPts val="2880"/>
              </a:spcBef>
              <a:buAutoNum type="arabicPeriod"/>
              <a:tabLst>
                <a:tab pos="926465" algn="l"/>
              </a:tabLst>
            </a:pPr>
            <a:r>
              <a:rPr sz="2000" spc="-30" dirty="0">
                <a:solidFill>
                  <a:srgbClr val="009FE8"/>
                </a:solidFill>
                <a:latin typeface="微软雅黑" panose="020B0503020204020204" charset="-122"/>
                <a:cs typeface="微软雅黑" panose="020B0503020204020204" charset="-122"/>
              </a:rPr>
              <a:t>Shift-</a:t>
            </a:r>
            <a:r>
              <a:rPr sz="2000" spc="-25" dirty="0">
                <a:solidFill>
                  <a:srgbClr val="009FE8"/>
                </a:solidFill>
                <a:latin typeface="微软雅黑" panose="020B0503020204020204" charset="-122"/>
                <a:cs typeface="微软雅黑" panose="020B0503020204020204" charset="-122"/>
              </a:rPr>
              <a:t>IR</a:t>
            </a:r>
            <a:endParaRPr sz="2000">
              <a:latin typeface="微软雅黑" panose="020B0503020204020204" charset="-122"/>
              <a:cs typeface="微软雅黑" panose="020B0503020204020204" charset="-122"/>
            </a:endParaRPr>
          </a:p>
          <a:p>
            <a:pPr marL="926465" lvl="1" indent="-456565">
              <a:lnSpc>
                <a:spcPct val="100000"/>
              </a:lnSpc>
              <a:spcBef>
                <a:spcPts val="2905"/>
              </a:spcBef>
              <a:buAutoNum type="arabicPeriod"/>
              <a:tabLst>
                <a:tab pos="926465" algn="l"/>
              </a:tabLst>
            </a:pPr>
            <a:r>
              <a:rPr sz="2000" spc="-10" dirty="0">
                <a:solidFill>
                  <a:srgbClr val="009FE8"/>
                </a:solidFill>
                <a:latin typeface="微软雅黑" panose="020B0503020204020204" charset="-122"/>
                <a:cs typeface="微软雅黑" panose="020B0503020204020204" charset="-122"/>
              </a:rPr>
              <a:t>Run-Test/idle</a:t>
            </a:r>
            <a:endParaRPr sz="2000">
              <a:latin typeface="微软雅黑" panose="020B0503020204020204" charset="-122"/>
              <a:cs typeface="微软雅黑" panose="020B0503020204020204" charset="-122"/>
            </a:endParaRPr>
          </a:p>
        </p:txBody>
      </p:sp>
      <p:grpSp>
        <p:nvGrpSpPr>
          <p:cNvPr id="4" name="object 4"/>
          <p:cNvGrpSpPr/>
          <p:nvPr/>
        </p:nvGrpSpPr>
        <p:grpSpPr>
          <a:xfrm>
            <a:off x="6258991" y="927150"/>
            <a:ext cx="4994910" cy="5409565"/>
            <a:chOff x="6258991" y="927150"/>
            <a:chExt cx="4994910" cy="5409565"/>
          </a:xfrm>
        </p:grpSpPr>
        <p:pic>
          <p:nvPicPr>
            <p:cNvPr id="5" name="object 5"/>
            <p:cNvPicPr/>
            <p:nvPr/>
          </p:nvPicPr>
          <p:blipFill>
            <a:blip r:embed="rId1" cstate="print"/>
            <a:stretch>
              <a:fillRect/>
            </a:stretch>
          </p:blipFill>
          <p:spPr>
            <a:xfrm>
              <a:off x="6367729" y="949458"/>
              <a:ext cx="4871859" cy="5387047"/>
            </a:xfrm>
            <a:prstGeom prst="rect">
              <a:avLst/>
            </a:prstGeom>
          </p:spPr>
        </p:pic>
        <p:sp>
          <p:nvSpPr>
            <p:cNvPr id="6" name="object 6"/>
            <p:cNvSpPr/>
            <p:nvPr/>
          </p:nvSpPr>
          <p:spPr>
            <a:xfrm>
              <a:off x="6273279" y="941438"/>
              <a:ext cx="1367155" cy="438784"/>
            </a:xfrm>
            <a:custGeom>
              <a:avLst/>
              <a:gdLst/>
              <a:ahLst/>
              <a:cxnLst/>
              <a:rect l="l" t="t" r="r" b="b"/>
              <a:pathLst>
                <a:path w="1367154" h="438784">
                  <a:moveTo>
                    <a:pt x="0" y="0"/>
                  </a:moveTo>
                  <a:lnTo>
                    <a:pt x="1366780" y="0"/>
                  </a:lnTo>
                  <a:lnTo>
                    <a:pt x="1366780" y="438539"/>
                  </a:lnTo>
                  <a:lnTo>
                    <a:pt x="0" y="438539"/>
                  </a:lnTo>
                  <a:lnTo>
                    <a:pt x="0" y="0"/>
                  </a:lnTo>
                  <a:close/>
                </a:path>
              </a:pathLst>
            </a:custGeom>
            <a:ln w="28575">
              <a:solidFill>
                <a:srgbClr val="70AD47"/>
              </a:solidFill>
            </a:ln>
          </p:spPr>
          <p:txBody>
            <a:bodyPr wrap="square" lIns="0" tIns="0" rIns="0" bIns="0" rtlCol="0"/>
            <a:lstStyle/>
            <a:p/>
          </p:txBody>
        </p:sp>
        <p:sp>
          <p:nvSpPr>
            <p:cNvPr id="7" name="object 7"/>
            <p:cNvSpPr/>
            <p:nvPr/>
          </p:nvSpPr>
          <p:spPr>
            <a:xfrm>
              <a:off x="9755301" y="1576870"/>
              <a:ext cx="1367155" cy="438784"/>
            </a:xfrm>
            <a:custGeom>
              <a:avLst/>
              <a:gdLst/>
              <a:ahLst/>
              <a:cxnLst/>
              <a:rect l="l" t="t" r="r" b="b"/>
              <a:pathLst>
                <a:path w="1367154" h="438785">
                  <a:moveTo>
                    <a:pt x="0" y="0"/>
                  </a:moveTo>
                  <a:lnTo>
                    <a:pt x="1366780" y="0"/>
                  </a:lnTo>
                  <a:lnTo>
                    <a:pt x="1366780" y="438539"/>
                  </a:lnTo>
                  <a:lnTo>
                    <a:pt x="0" y="438539"/>
                  </a:lnTo>
                  <a:lnTo>
                    <a:pt x="0" y="0"/>
                  </a:lnTo>
                  <a:close/>
                </a:path>
              </a:pathLst>
            </a:custGeom>
            <a:ln w="28575">
              <a:solidFill>
                <a:srgbClr val="70AD47"/>
              </a:solidFill>
            </a:ln>
          </p:spPr>
          <p:txBody>
            <a:bodyPr wrap="square" lIns="0" tIns="0" rIns="0" bIns="0" rtlCol="0"/>
            <a:lstStyle/>
            <a:p/>
          </p:txBody>
        </p:sp>
        <p:sp>
          <p:nvSpPr>
            <p:cNvPr id="8" name="object 8"/>
            <p:cNvSpPr/>
            <p:nvPr/>
          </p:nvSpPr>
          <p:spPr>
            <a:xfrm>
              <a:off x="9872814" y="2923781"/>
              <a:ext cx="1367155" cy="438784"/>
            </a:xfrm>
            <a:custGeom>
              <a:avLst/>
              <a:gdLst/>
              <a:ahLst/>
              <a:cxnLst/>
              <a:rect l="l" t="t" r="r" b="b"/>
              <a:pathLst>
                <a:path w="1367154" h="438785">
                  <a:moveTo>
                    <a:pt x="0" y="0"/>
                  </a:moveTo>
                  <a:lnTo>
                    <a:pt x="1366780" y="0"/>
                  </a:lnTo>
                  <a:lnTo>
                    <a:pt x="1366780" y="438539"/>
                  </a:lnTo>
                  <a:lnTo>
                    <a:pt x="0" y="438539"/>
                  </a:lnTo>
                  <a:lnTo>
                    <a:pt x="0" y="0"/>
                  </a:lnTo>
                  <a:close/>
                </a:path>
              </a:pathLst>
            </a:custGeom>
            <a:ln w="28575">
              <a:solidFill>
                <a:srgbClr val="70AD47"/>
              </a:solidFill>
            </a:ln>
          </p:spPr>
          <p:txBody>
            <a:bodyPr wrap="square" lIns="0" tIns="0" rIns="0" bIns="0" rtlCol="0"/>
            <a:lstStyle/>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176270" cy="604520"/>
          </a:xfrm>
          <a:prstGeom prst="rect">
            <a:avLst/>
          </a:prstGeom>
        </p:spPr>
        <p:txBody>
          <a:bodyPr vert="horz" wrap="square" lIns="0" tIns="12700" rIns="0" bIns="0" rtlCol="0">
            <a:spAutoFit/>
          </a:bodyPr>
          <a:lstStyle/>
          <a:p>
            <a:pPr marL="12700">
              <a:lnSpc>
                <a:spcPct val="100000"/>
              </a:lnSpc>
              <a:spcBef>
                <a:spcPts val="100"/>
              </a:spcBef>
            </a:pPr>
            <a:r>
              <a:rPr spc="-110" dirty="0"/>
              <a:t>JTAG</a:t>
            </a:r>
            <a:r>
              <a:rPr spc="-15" dirty="0"/>
              <a:t>的指令集</a:t>
            </a:r>
            <a:endParaRPr spc="-15" dirty="0"/>
          </a:p>
        </p:txBody>
      </p:sp>
      <p:sp>
        <p:nvSpPr>
          <p:cNvPr id="3" name="object 3"/>
          <p:cNvSpPr txBox="1"/>
          <p:nvPr/>
        </p:nvSpPr>
        <p:spPr>
          <a:xfrm>
            <a:off x="963930" y="1578355"/>
            <a:ext cx="4241800" cy="1091565"/>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2"/>
              <a:tabLst>
                <a:tab pos="469265" algn="l"/>
              </a:tabLst>
            </a:pPr>
            <a:r>
              <a:rPr sz="2400" b="1" spc="-10" dirty="0">
                <a:solidFill>
                  <a:srgbClr val="009FE8"/>
                </a:solidFill>
                <a:latin typeface="微软雅黑" panose="020B0503020204020204" charset="-122"/>
                <a:cs typeface="微软雅黑" panose="020B0503020204020204" charset="-122"/>
              </a:rPr>
              <a:t>EXTEST</a:t>
            </a:r>
            <a:endParaRPr sz="2400">
              <a:latin typeface="微软雅黑" panose="020B0503020204020204" charset="-122"/>
              <a:cs typeface="微软雅黑" panose="020B0503020204020204" charset="-122"/>
            </a:endParaRPr>
          </a:p>
          <a:p>
            <a:pPr marL="926465" lvl="1" indent="-456565">
              <a:lnSpc>
                <a:spcPct val="100000"/>
              </a:lnSpc>
              <a:spcBef>
                <a:spcPts val="3110"/>
              </a:spcBef>
              <a:buAutoNum type="arabicPeriod"/>
              <a:tabLst>
                <a:tab pos="926465" algn="l"/>
              </a:tabLst>
            </a:pPr>
            <a:r>
              <a:rPr sz="2000" spc="-5" dirty="0">
                <a:solidFill>
                  <a:srgbClr val="009FE8"/>
                </a:solidFill>
                <a:latin typeface="微软雅黑" panose="020B0503020204020204" charset="-122"/>
                <a:cs typeface="微软雅黑" panose="020B0503020204020204" charset="-122"/>
              </a:rPr>
              <a:t>目的：测试板级芯片间互连线</a:t>
            </a:r>
            <a:endParaRPr sz="2000">
              <a:latin typeface="微软雅黑" panose="020B0503020204020204" charset="-122"/>
              <a:cs typeface="微软雅黑" panose="020B0503020204020204" charset="-122"/>
            </a:endParaRPr>
          </a:p>
        </p:txBody>
      </p:sp>
      <p:pic>
        <p:nvPicPr>
          <p:cNvPr id="62" name="图片 61"/>
          <p:cNvPicPr/>
          <p:nvPr/>
        </p:nvPicPr>
        <p:blipFill>
          <a:blip r:embed="rId1"/>
          <a:stretch>
            <a:fillRect/>
          </a:stretch>
        </p:blipFill>
        <p:spPr>
          <a:xfrm>
            <a:off x="2195830" y="3048000"/>
            <a:ext cx="7800340" cy="3288665"/>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176270" cy="604520"/>
          </a:xfrm>
          <a:prstGeom prst="rect">
            <a:avLst/>
          </a:prstGeom>
        </p:spPr>
        <p:txBody>
          <a:bodyPr vert="horz" wrap="square" lIns="0" tIns="12700" rIns="0" bIns="0" rtlCol="0">
            <a:spAutoFit/>
          </a:bodyPr>
          <a:lstStyle/>
          <a:p>
            <a:pPr marL="12700">
              <a:lnSpc>
                <a:spcPct val="100000"/>
              </a:lnSpc>
              <a:spcBef>
                <a:spcPts val="100"/>
              </a:spcBef>
            </a:pPr>
            <a:r>
              <a:rPr spc="-110" dirty="0"/>
              <a:t>JTAG</a:t>
            </a:r>
            <a:r>
              <a:rPr spc="-15" dirty="0"/>
              <a:t>的指令集</a:t>
            </a:r>
            <a:endParaRPr spc="-15" dirty="0"/>
          </a:p>
        </p:txBody>
      </p:sp>
      <p:sp>
        <p:nvSpPr>
          <p:cNvPr id="3" name="object 3"/>
          <p:cNvSpPr txBox="1"/>
          <p:nvPr/>
        </p:nvSpPr>
        <p:spPr>
          <a:xfrm>
            <a:off x="963930" y="1578355"/>
            <a:ext cx="3632200" cy="3860800"/>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2"/>
              <a:tabLst>
                <a:tab pos="469265" algn="l"/>
              </a:tabLst>
            </a:pPr>
            <a:r>
              <a:rPr sz="2400" b="1" spc="-10" dirty="0">
                <a:solidFill>
                  <a:srgbClr val="009FE8"/>
                </a:solidFill>
                <a:latin typeface="微软雅黑" panose="020B0503020204020204" charset="-122"/>
                <a:cs typeface="微软雅黑" panose="020B0503020204020204" charset="-122"/>
              </a:rPr>
              <a:t>EXTEST</a:t>
            </a:r>
            <a:endParaRPr sz="2400">
              <a:latin typeface="微软雅黑" panose="020B0503020204020204" charset="-122"/>
              <a:cs typeface="微软雅黑" panose="020B0503020204020204" charset="-122"/>
            </a:endParaRPr>
          </a:p>
          <a:p>
            <a:pPr marL="926465" lvl="1" indent="-456565">
              <a:lnSpc>
                <a:spcPct val="100000"/>
              </a:lnSpc>
              <a:spcBef>
                <a:spcPts val="3110"/>
              </a:spcBef>
              <a:buAutoNum type="arabicPeriod"/>
              <a:tabLst>
                <a:tab pos="926465" algn="l"/>
              </a:tabLst>
            </a:pPr>
            <a:r>
              <a:rPr sz="2000" spc="-10" dirty="0">
                <a:solidFill>
                  <a:srgbClr val="009FE8"/>
                </a:solidFill>
                <a:latin typeface="微软雅黑" panose="020B0503020204020204" charset="-122"/>
                <a:cs typeface="微软雅黑" panose="020B0503020204020204" charset="-122"/>
              </a:rPr>
              <a:t>测试序列：</a:t>
            </a:r>
            <a:endParaRPr sz="2000">
              <a:latin typeface="微软雅黑" panose="020B0503020204020204" charset="-122"/>
              <a:cs typeface="微软雅黑" panose="020B0503020204020204" charset="-122"/>
            </a:endParaRPr>
          </a:p>
          <a:p>
            <a:pPr marL="1383665" lvl="2" indent="-456565">
              <a:lnSpc>
                <a:spcPct val="100000"/>
              </a:lnSpc>
              <a:spcBef>
                <a:spcPts val="2490"/>
              </a:spcBef>
              <a:buAutoNum type="arabicPeriod"/>
              <a:tabLst>
                <a:tab pos="1383665" algn="l"/>
              </a:tabLst>
            </a:pPr>
            <a:r>
              <a:rPr sz="1600" dirty="0">
                <a:solidFill>
                  <a:srgbClr val="009FE8"/>
                </a:solidFill>
                <a:latin typeface="微软雅黑" panose="020B0503020204020204" charset="-122"/>
                <a:cs typeface="微软雅黑" panose="020B0503020204020204" charset="-122"/>
              </a:rPr>
              <a:t>输入</a:t>
            </a:r>
            <a:r>
              <a:rPr sz="1600" spc="-10" dirty="0">
                <a:solidFill>
                  <a:srgbClr val="009FE8"/>
                </a:solidFill>
                <a:latin typeface="微软雅黑" panose="020B0503020204020204" charset="-122"/>
                <a:cs typeface="微软雅黑" panose="020B0503020204020204" charset="-122"/>
              </a:rPr>
              <a:t>EXTEST</a:t>
            </a:r>
            <a:r>
              <a:rPr sz="1600" spc="-25" dirty="0">
                <a:solidFill>
                  <a:srgbClr val="009FE8"/>
                </a:solidFill>
                <a:latin typeface="微软雅黑" panose="020B0503020204020204" charset="-122"/>
                <a:cs typeface="微软雅黑" panose="020B0503020204020204" charset="-122"/>
              </a:rPr>
              <a:t>指令</a:t>
            </a:r>
            <a:endParaRPr sz="1600">
              <a:latin typeface="微软雅黑" panose="020B0503020204020204" charset="-122"/>
              <a:cs typeface="微软雅黑" panose="020B0503020204020204" charset="-122"/>
            </a:endParaRPr>
          </a:p>
          <a:p>
            <a:pPr marL="1383665" lvl="2" indent="-456565">
              <a:lnSpc>
                <a:spcPct val="100000"/>
              </a:lnSpc>
              <a:spcBef>
                <a:spcPts val="2495"/>
              </a:spcBef>
              <a:buAutoNum type="arabicPeriod"/>
              <a:tabLst>
                <a:tab pos="1383665" algn="l"/>
              </a:tabLst>
            </a:pPr>
            <a:r>
              <a:rPr sz="1600" spc="-10" dirty="0">
                <a:solidFill>
                  <a:srgbClr val="009FE8"/>
                </a:solidFill>
                <a:latin typeface="微软雅黑" panose="020B0503020204020204" charset="-122"/>
                <a:cs typeface="微软雅黑" panose="020B0503020204020204" charset="-122"/>
              </a:rPr>
              <a:t>TDI移入数据到芯片一</a:t>
            </a:r>
            <a:endParaRPr sz="1600">
              <a:latin typeface="微软雅黑" panose="020B0503020204020204" charset="-122"/>
              <a:cs typeface="微软雅黑" panose="020B0503020204020204" charset="-122"/>
            </a:endParaRPr>
          </a:p>
          <a:p>
            <a:pPr marL="1383665" lvl="2" indent="-456565">
              <a:lnSpc>
                <a:spcPct val="100000"/>
              </a:lnSpc>
              <a:spcBef>
                <a:spcPts val="2375"/>
              </a:spcBef>
              <a:buAutoNum type="arabicPeriod"/>
              <a:tabLst>
                <a:tab pos="1383665" algn="l"/>
              </a:tabLst>
            </a:pPr>
            <a:r>
              <a:rPr sz="1600" spc="-5" dirty="0">
                <a:solidFill>
                  <a:srgbClr val="009FE8"/>
                </a:solidFill>
                <a:latin typeface="微软雅黑" panose="020B0503020204020204" charset="-122"/>
                <a:cs typeface="微软雅黑" panose="020B0503020204020204" charset="-122"/>
              </a:rPr>
              <a:t>更新芯片一的输出管脚</a:t>
            </a:r>
            <a:endParaRPr sz="1600">
              <a:latin typeface="微软雅黑" panose="020B0503020204020204" charset="-122"/>
              <a:cs typeface="微软雅黑" panose="020B0503020204020204" charset="-122"/>
            </a:endParaRPr>
          </a:p>
          <a:p>
            <a:pPr marL="1383665" lvl="2" indent="-456565">
              <a:lnSpc>
                <a:spcPct val="100000"/>
              </a:lnSpc>
              <a:spcBef>
                <a:spcPts val="2470"/>
              </a:spcBef>
              <a:buAutoNum type="arabicPeriod"/>
              <a:tabLst>
                <a:tab pos="1383665" algn="l"/>
              </a:tabLst>
            </a:pPr>
            <a:r>
              <a:rPr sz="1600" spc="-5" dirty="0">
                <a:solidFill>
                  <a:srgbClr val="009FE8"/>
                </a:solidFill>
                <a:latin typeface="微软雅黑" panose="020B0503020204020204" charset="-122"/>
                <a:cs typeface="微软雅黑" panose="020B0503020204020204" charset="-122"/>
              </a:rPr>
              <a:t>芯片二捕获输入管脚数据</a:t>
            </a:r>
            <a:endParaRPr sz="1600">
              <a:latin typeface="微软雅黑" panose="020B0503020204020204" charset="-122"/>
              <a:cs typeface="微软雅黑" panose="020B0503020204020204" charset="-122"/>
            </a:endParaRPr>
          </a:p>
          <a:p>
            <a:pPr marL="1383665" lvl="2" indent="-456565">
              <a:lnSpc>
                <a:spcPct val="100000"/>
              </a:lnSpc>
              <a:spcBef>
                <a:spcPts val="2380"/>
              </a:spcBef>
              <a:buAutoNum type="arabicPeriod"/>
              <a:tabLst>
                <a:tab pos="1383665" algn="l"/>
              </a:tabLst>
            </a:pPr>
            <a:r>
              <a:rPr sz="1600" spc="-10" dirty="0">
                <a:solidFill>
                  <a:srgbClr val="009FE8"/>
                </a:solidFill>
                <a:latin typeface="微软雅黑" panose="020B0503020204020204" charset="-122"/>
                <a:cs typeface="微软雅黑" panose="020B0503020204020204" charset="-122"/>
              </a:rPr>
              <a:t>TDO移出数据从芯片二</a:t>
            </a:r>
            <a:endParaRPr sz="1600">
              <a:latin typeface="微软雅黑" panose="020B0503020204020204" charset="-122"/>
              <a:cs typeface="微软雅黑" panose="020B0503020204020204" charset="-122"/>
            </a:endParaRPr>
          </a:p>
        </p:txBody>
      </p:sp>
      <p:grpSp>
        <p:nvGrpSpPr>
          <p:cNvPr id="4" name="object 4"/>
          <p:cNvGrpSpPr/>
          <p:nvPr/>
        </p:nvGrpSpPr>
        <p:grpSpPr>
          <a:xfrm>
            <a:off x="5819902" y="2878349"/>
            <a:ext cx="5678805" cy="2044700"/>
            <a:chOff x="5819902" y="2878349"/>
            <a:chExt cx="5678805" cy="2044700"/>
          </a:xfrm>
        </p:grpSpPr>
        <p:pic>
          <p:nvPicPr>
            <p:cNvPr id="5" name="object 5"/>
            <p:cNvPicPr/>
            <p:nvPr/>
          </p:nvPicPr>
          <p:blipFill>
            <a:blip r:embed="rId1" cstate="print"/>
            <a:stretch>
              <a:fillRect/>
            </a:stretch>
          </p:blipFill>
          <p:spPr>
            <a:xfrm>
              <a:off x="9049217" y="2891411"/>
              <a:ext cx="2449197" cy="2031199"/>
            </a:xfrm>
            <a:prstGeom prst="rect">
              <a:avLst/>
            </a:prstGeom>
          </p:spPr>
        </p:pic>
        <p:pic>
          <p:nvPicPr>
            <p:cNvPr id="6" name="object 6"/>
            <p:cNvPicPr/>
            <p:nvPr/>
          </p:nvPicPr>
          <p:blipFill>
            <a:blip r:embed="rId2" cstate="print"/>
            <a:stretch>
              <a:fillRect/>
            </a:stretch>
          </p:blipFill>
          <p:spPr>
            <a:xfrm>
              <a:off x="5819902" y="2878349"/>
              <a:ext cx="2468791" cy="2031199"/>
            </a:xfrm>
            <a:prstGeom prst="rect">
              <a:avLst/>
            </a:prstGeom>
          </p:spPr>
        </p:pic>
        <p:sp>
          <p:nvSpPr>
            <p:cNvPr id="7" name="object 7"/>
            <p:cNvSpPr/>
            <p:nvPr/>
          </p:nvSpPr>
          <p:spPr>
            <a:xfrm>
              <a:off x="8288693" y="3723665"/>
              <a:ext cx="741045" cy="0"/>
            </a:xfrm>
            <a:custGeom>
              <a:avLst/>
              <a:gdLst/>
              <a:ahLst/>
              <a:cxnLst/>
              <a:rect l="l" t="t" r="r" b="b"/>
              <a:pathLst>
                <a:path w="741045">
                  <a:moveTo>
                    <a:pt x="0" y="0"/>
                  </a:moveTo>
                  <a:lnTo>
                    <a:pt x="740934" y="1"/>
                  </a:lnTo>
                </a:path>
              </a:pathLst>
            </a:custGeom>
            <a:ln w="28575">
              <a:solidFill>
                <a:srgbClr val="000000"/>
              </a:solidFill>
            </a:ln>
          </p:spPr>
          <p:txBody>
            <a:bodyPr wrap="square" lIns="0" tIns="0" rIns="0" bIns="0" rtlCol="0"/>
            <a:lstStyle/>
            <a:p/>
          </p:txBody>
        </p:sp>
      </p:grpSp>
      <p:sp>
        <p:nvSpPr>
          <p:cNvPr id="8" name="object 8"/>
          <p:cNvSpPr txBox="1"/>
          <p:nvPr/>
        </p:nvSpPr>
        <p:spPr>
          <a:xfrm>
            <a:off x="8305939" y="3388867"/>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宋体" panose="02010600030101010101" pitchFamily="2" charset="-122"/>
                <a:cs typeface="宋体" panose="02010600030101010101" pitchFamily="2" charset="-122"/>
              </a:rPr>
              <a:t>互连线</a:t>
            </a:r>
            <a:endParaRPr sz="1800">
              <a:latin typeface="宋体" panose="02010600030101010101" pitchFamily="2" charset="-122"/>
              <a:cs typeface="宋体" panose="02010600030101010101" pitchFamily="2" charset="-122"/>
            </a:endParaRPr>
          </a:p>
        </p:txBody>
      </p:sp>
      <p:sp>
        <p:nvSpPr>
          <p:cNvPr id="9" name="object 9"/>
          <p:cNvSpPr txBox="1"/>
          <p:nvPr/>
        </p:nvSpPr>
        <p:spPr>
          <a:xfrm>
            <a:off x="6503213" y="5068316"/>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宋体" panose="02010600030101010101" pitchFamily="2" charset="-122"/>
                <a:cs typeface="宋体" panose="02010600030101010101" pitchFamily="2" charset="-122"/>
              </a:rPr>
              <a:t>芯片一</a:t>
            </a:r>
            <a:endParaRPr sz="1800">
              <a:latin typeface="宋体" panose="02010600030101010101" pitchFamily="2" charset="-122"/>
              <a:cs typeface="宋体" panose="02010600030101010101" pitchFamily="2" charset="-122"/>
            </a:endParaRPr>
          </a:p>
        </p:txBody>
      </p:sp>
      <p:sp>
        <p:nvSpPr>
          <p:cNvPr id="10" name="object 10"/>
          <p:cNvSpPr txBox="1"/>
          <p:nvPr/>
        </p:nvSpPr>
        <p:spPr>
          <a:xfrm>
            <a:off x="9565563" y="5107940"/>
            <a:ext cx="711200"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宋体" panose="02010600030101010101" pitchFamily="2" charset="-122"/>
                <a:cs typeface="宋体" panose="02010600030101010101" pitchFamily="2" charset="-122"/>
              </a:rPr>
              <a:t>芯片二</a:t>
            </a:r>
            <a:endParaRPr sz="1800">
              <a:latin typeface="宋体" panose="02010600030101010101" pitchFamily="2" charset="-122"/>
              <a:cs typeface="宋体" panose="0201060003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176270" cy="604520"/>
          </a:xfrm>
          <a:prstGeom prst="rect">
            <a:avLst/>
          </a:prstGeom>
        </p:spPr>
        <p:txBody>
          <a:bodyPr vert="horz" wrap="square" lIns="0" tIns="12700" rIns="0" bIns="0" rtlCol="0">
            <a:spAutoFit/>
          </a:bodyPr>
          <a:lstStyle/>
          <a:p>
            <a:pPr marL="12700">
              <a:lnSpc>
                <a:spcPct val="100000"/>
              </a:lnSpc>
              <a:spcBef>
                <a:spcPts val="100"/>
              </a:spcBef>
            </a:pPr>
            <a:r>
              <a:rPr spc="-110" dirty="0"/>
              <a:t>JTAG</a:t>
            </a:r>
            <a:r>
              <a:rPr spc="-15" dirty="0"/>
              <a:t>的指令集</a:t>
            </a:r>
            <a:endParaRPr spc="-15" dirty="0"/>
          </a:p>
        </p:txBody>
      </p:sp>
      <p:sp>
        <p:nvSpPr>
          <p:cNvPr id="3" name="object 3"/>
          <p:cNvSpPr txBox="1"/>
          <p:nvPr/>
        </p:nvSpPr>
        <p:spPr>
          <a:xfrm>
            <a:off x="963930" y="1578355"/>
            <a:ext cx="5527675" cy="2438400"/>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3"/>
              <a:tabLst>
                <a:tab pos="469265" algn="l"/>
              </a:tabLst>
            </a:pPr>
            <a:r>
              <a:rPr sz="2400" b="1" spc="-10" dirty="0">
                <a:solidFill>
                  <a:srgbClr val="009FE8"/>
                </a:solidFill>
                <a:latin typeface="微软雅黑" panose="020B0503020204020204" charset="-122"/>
                <a:cs typeface="微软雅黑" panose="020B0503020204020204" charset="-122"/>
              </a:rPr>
              <a:t>BYPASS</a:t>
            </a:r>
            <a:endParaRPr sz="2400">
              <a:latin typeface="微软雅黑" panose="020B0503020204020204" charset="-122"/>
              <a:cs typeface="微软雅黑" panose="020B0503020204020204" charset="-122"/>
            </a:endParaRPr>
          </a:p>
          <a:p>
            <a:pPr marL="926465" lvl="1" indent="-456565">
              <a:lnSpc>
                <a:spcPct val="100000"/>
              </a:lnSpc>
              <a:spcBef>
                <a:spcPts val="3110"/>
              </a:spcBef>
              <a:buAutoNum type="arabicPeriod"/>
              <a:tabLst>
                <a:tab pos="926465" algn="l"/>
              </a:tabLst>
            </a:pPr>
            <a:r>
              <a:rPr sz="2000" spc="-5" dirty="0">
                <a:solidFill>
                  <a:srgbClr val="009FE8"/>
                </a:solidFill>
                <a:latin typeface="微软雅黑" panose="020B0503020204020204" charset="-122"/>
                <a:cs typeface="微软雅黑" panose="020B0503020204020204" charset="-122"/>
              </a:rPr>
              <a:t>目的：旁路不需要测试的芯片</a:t>
            </a:r>
            <a:endParaRPr sz="2000">
              <a:latin typeface="微软雅黑" panose="020B0503020204020204" charset="-122"/>
              <a:cs typeface="微软雅黑" panose="020B0503020204020204" charset="-122"/>
            </a:endParaRPr>
          </a:p>
          <a:p>
            <a:pPr marL="926465" lvl="1" indent="-456565">
              <a:lnSpc>
                <a:spcPct val="100000"/>
              </a:lnSpc>
              <a:spcBef>
                <a:spcPts val="2905"/>
              </a:spcBef>
              <a:buAutoNum type="arabicPeriod"/>
              <a:tabLst>
                <a:tab pos="926465" algn="l"/>
              </a:tabLst>
            </a:pPr>
            <a:r>
              <a:rPr sz="2000" spc="-20" dirty="0">
                <a:solidFill>
                  <a:srgbClr val="009FE8"/>
                </a:solidFill>
                <a:latin typeface="微软雅黑" panose="020B0503020204020204" charset="-122"/>
                <a:cs typeface="微软雅黑" panose="020B0503020204020204" charset="-122"/>
              </a:rPr>
              <a:t>TDI</a:t>
            </a:r>
            <a:r>
              <a:rPr sz="2000" dirty="0">
                <a:solidFill>
                  <a:srgbClr val="009FE8"/>
                </a:solidFill>
                <a:latin typeface="微软雅黑" panose="020B0503020204020204" charset="-122"/>
                <a:cs typeface="微软雅黑" panose="020B0503020204020204" charset="-122"/>
              </a:rPr>
              <a:t>和</a:t>
            </a:r>
            <a:r>
              <a:rPr sz="2000" spc="-20" dirty="0">
                <a:solidFill>
                  <a:srgbClr val="009FE8"/>
                </a:solidFill>
                <a:latin typeface="微软雅黑" panose="020B0503020204020204" charset="-122"/>
                <a:cs typeface="微软雅黑" panose="020B0503020204020204" charset="-122"/>
              </a:rPr>
              <a:t>TDO</a:t>
            </a:r>
            <a:r>
              <a:rPr sz="2000" dirty="0">
                <a:solidFill>
                  <a:srgbClr val="009FE8"/>
                </a:solidFill>
                <a:latin typeface="微软雅黑" panose="020B0503020204020204" charset="-122"/>
                <a:cs typeface="微软雅黑" panose="020B0503020204020204" charset="-122"/>
              </a:rPr>
              <a:t>之间只有一个</a:t>
            </a:r>
            <a:r>
              <a:rPr sz="2000" spc="-10" dirty="0">
                <a:solidFill>
                  <a:srgbClr val="009FE8"/>
                </a:solidFill>
                <a:latin typeface="微软雅黑" panose="020B0503020204020204" charset="-122"/>
                <a:cs typeface="微软雅黑" panose="020B0503020204020204" charset="-122"/>
              </a:rPr>
              <a:t>bit的旁路寄存器</a:t>
            </a:r>
            <a:endParaRPr sz="2000">
              <a:latin typeface="微软雅黑" panose="020B0503020204020204" charset="-122"/>
              <a:cs typeface="微软雅黑" panose="020B0503020204020204" charset="-122"/>
            </a:endParaRPr>
          </a:p>
          <a:p>
            <a:pPr marL="926465" lvl="1" indent="-456565">
              <a:lnSpc>
                <a:spcPct val="100000"/>
              </a:lnSpc>
              <a:spcBef>
                <a:spcPts val="2905"/>
              </a:spcBef>
              <a:buAutoNum type="arabicPeriod"/>
              <a:tabLst>
                <a:tab pos="926465" algn="l"/>
              </a:tabLst>
            </a:pPr>
            <a:r>
              <a:rPr sz="2000" spc="-10" dirty="0">
                <a:solidFill>
                  <a:srgbClr val="009FE8"/>
                </a:solidFill>
                <a:latin typeface="微软雅黑" panose="020B0503020204020204" charset="-122"/>
                <a:cs typeface="微软雅黑" panose="020B0503020204020204" charset="-122"/>
              </a:rPr>
              <a:t>缩短测试时间</a:t>
            </a:r>
            <a:endParaRPr sz="2000">
              <a:latin typeface="微软雅黑" panose="020B0503020204020204" charset="-122"/>
              <a:cs typeface="微软雅黑" panose="020B0503020204020204" charset="-122"/>
            </a:endParaRPr>
          </a:p>
        </p:txBody>
      </p:sp>
      <p:pic>
        <p:nvPicPr>
          <p:cNvPr id="90" name="图片 89"/>
          <p:cNvPicPr/>
          <p:nvPr/>
        </p:nvPicPr>
        <p:blipFill>
          <a:blip r:embed="rId1"/>
          <a:stretch>
            <a:fillRect/>
          </a:stretch>
        </p:blipFill>
        <p:spPr>
          <a:xfrm>
            <a:off x="1676400" y="4191000"/>
            <a:ext cx="8702040" cy="213042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176270" cy="604520"/>
          </a:xfrm>
          <a:prstGeom prst="rect">
            <a:avLst/>
          </a:prstGeom>
        </p:spPr>
        <p:txBody>
          <a:bodyPr vert="horz" wrap="square" lIns="0" tIns="12700" rIns="0" bIns="0" rtlCol="0">
            <a:spAutoFit/>
          </a:bodyPr>
          <a:lstStyle/>
          <a:p>
            <a:pPr marL="12700">
              <a:lnSpc>
                <a:spcPct val="100000"/>
              </a:lnSpc>
              <a:spcBef>
                <a:spcPts val="100"/>
              </a:spcBef>
            </a:pPr>
            <a:r>
              <a:rPr spc="-110" dirty="0"/>
              <a:t>JTAG</a:t>
            </a:r>
            <a:r>
              <a:rPr spc="-15" dirty="0"/>
              <a:t>的指令集</a:t>
            </a:r>
            <a:endParaRPr spc="-15" dirty="0"/>
          </a:p>
        </p:txBody>
      </p:sp>
      <p:sp>
        <p:nvSpPr>
          <p:cNvPr id="3" name="object 3"/>
          <p:cNvSpPr txBox="1"/>
          <p:nvPr/>
        </p:nvSpPr>
        <p:spPr>
          <a:xfrm>
            <a:off x="963930" y="1578355"/>
            <a:ext cx="6019800" cy="1091565"/>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4"/>
              <a:tabLst>
                <a:tab pos="469265" algn="l"/>
              </a:tabLst>
            </a:pPr>
            <a:r>
              <a:rPr sz="2400" b="1" spc="-10" dirty="0">
                <a:solidFill>
                  <a:srgbClr val="009FE8"/>
                </a:solidFill>
                <a:latin typeface="微软雅黑" panose="020B0503020204020204" charset="-122"/>
                <a:cs typeface="微软雅黑" panose="020B0503020204020204" charset="-122"/>
              </a:rPr>
              <a:t>SAMPLE</a:t>
            </a:r>
            <a:endParaRPr sz="2400">
              <a:latin typeface="微软雅黑" panose="020B0503020204020204" charset="-122"/>
              <a:cs typeface="微软雅黑" panose="020B0503020204020204" charset="-122"/>
            </a:endParaRPr>
          </a:p>
          <a:p>
            <a:pPr marL="926465" lvl="1" indent="-456565">
              <a:lnSpc>
                <a:spcPct val="100000"/>
              </a:lnSpc>
              <a:spcBef>
                <a:spcPts val="3110"/>
              </a:spcBef>
              <a:buAutoNum type="arabicPeriod"/>
              <a:tabLst>
                <a:tab pos="926465" algn="l"/>
              </a:tabLst>
            </a:pPr>
            <a:r>
              <a:rPr sz="2000" spc="-5" dirty="0">
                <a:solidFill>
                  <a:srgbClr val="009FE8"/>
                </a:solidFill>
                <a:latin typeface="微软雅黑" panose="020B0503020204020204" charset="-122"/>
                <a:cs typeface="微软雅黑" panose="020B0503020204020204" charset="-122"/>
              </a:rPr>
              <a:t>目的：获取芯片输入输出管脚上的即时数据。</a:t>
            </a:r>
            <a:endParaRPr sz="2000">
              <a:latin typeface="微软雅黑" panose="020B0503020204020204" charset="-122"/>
              <a:cs typeface="微软雅黑" panose="020B0503020204020204" charset="-122"/>
            </a:endParaRPr>
          </a:p>
        </p:txBody>
      </p:sp>
      <p:grpSp>
        <p:nvGrpSpPr>
          <p:cNvPr id="4" name="object 4"/>
          <p:cNvGrpSpPr/>
          <p:nvPr/>
        </p:nvGrpSpPr>
        <p:grpSpPr>
          <a:xfrm>
            <a:off x="2564269" y="3357464"/>
            <a:ext cx="6543675" cy="2590800"/>
            <a:chOff x="2564269" y="3357464"/>
            <a:chExt cx="6543675" cy="2590800"/>
          </a:xfrm>
        </p:grpSpPr>
        <p:pic>
          <p:nvPicPr>
            <p:cNvPr id="5" name="object 5"/>
            <p:cNvPicPr/>
            <p:nvPr/>
          </p:nvPicPr>
          <p:blipFill>
            <a:blip r:embed="rId1" cstate="print"/>
            <a:stretch>
              <a:fillRect/>
            </a:stretch>
          </p:blipFill>
          <p:spPr>
            <a:xfrm>
              <a:off x="2564269" y="3357464"/>
              <a:ext cx="6543675" cy="2590800"/>
            </a:xfrm>
            <a:prstGeom prst="rect">
              <a:avLst/>
            </a:prstGeom>
          </p:spPr>
        </p:pic>
        <p:sp>
          <p:nvSpPr>
            <p:cNvPr id="6" name="object 6"/>
            <p:cNvSpPr/>
            <p:nvPr/>
          </p:nvSpPr>
          <p:spPr>
            <a:xfrm>
              <a:off x="2630881" y="3971925"/>
              <a:ext cx="5130165" cy="862330"/>
            </a:xfrm>
            <a:custGeom>
              <a:avLst/>
              <a:gdLst/>
              <a:ahLst/>
              <a:cxnLst/>
              <a:rect l="l" t="t" r="r" b="b"/>
              <a:pathLst>
                <a:path w="5130165" h="862329">
                  <a:moveTo>
                    <a:pt x="483793" y="819150"/>
                  </a:moveTo>
                  <a:lnTo>
                    <a:pt x="469226" y="781850"/>
                  </a:lnTo>
                  <a:lnTo>
                    <a:pt x="448932" y="729869"/>
                  </a:lnTo>
                  <a:lnTo>
                    <a:pt x="429768" y="751065"/>
                  </a:lnTo>
                  <a:lnTo>
                    <a:pt x="19164" y="379920"/>
                  </a:lnTo>
                  <a:lnTo>
                    <a:pt x="0" y="401129"/>
                  </a:lnTo>
                  <a:lnTo>
                    <a:pt x="410616" y="772274"/>
                  </a:lnTo>
                  <a:lnTo>
                    <a:pt x="391452" y="793470"/>
                  </a:lnTo>
                  <a:lnTo>
                    <a:pt x="483793" y="819150"/>
                  </a:lnTo>
                  <a:close/>
                </a:path>
                <a:path w="5130165" h="862329">
                  <a:moveTo>
                    <a:pt x="1275384" y="819150"/>
                  </a:moveTo>
                  <a:lnTo>
                    <a:pt x="1246809" y="804862"/>
                  </a:lnTo>
                  <a:lnTo>
                    <a:pt x="1189659" y="776287"/>
                  </a:lnTo>
                  <a:lnTo>
                    <a:pt x="1189659" y="804862"/>
                  </a:lnTo>
                  <a:lnTo>
                    <a:pt x="534479" y="804862"/>
                  </a:lnTo>
                  <a:lnTo>
                    <a:pt x="534479" y="833437"/>
                  </a:lnTo>
                  <a:lnTo>
                    <a:pt x="1189659" y="833437"/>
                  </a:lnTo>
                  <a:lnTo>
                    <a:pt x="1189659" y="862012"/>
                  </a:lnTo>
                  <a:lnTo>
                    <a:pt x="1246809" y="833437"/>
                  </a:lnTo>
                  <a:lnTo>
                    <a:pt x="1275384" y="819150"/>
                  </a:lnTo>
                  <a:close/>
                </a:path>
                <a:path w="5130165" h="862329">
                  <a:moveTo>
                    <a:pt x="1491526" y="94475"/>
                  </a:moveTo>
                  <a:lnTo>
                    <a:pt x="1486357" y="64211"/>
                  </a:lnTo>
                  <a:lnTo>
                    <a:pt x="1475409" y="0"/>
                  </a:lnTo>
                  <a:lnTo>
                    <a:pt x="1409496" y="69583"/>
                  </a:lnTo>
                  <a:lnTo>
                    <a:pt x="1436839" y="77889"/>
                  </a:lnTo>
                  <a:lnTo>
                    <a:pt x="1224635" y="776897"/>
                  </a:lnTo>
                  <a:lnTo>
                    <a:pt x="1251978" y="785202"/>
                  </a:lnTo>
                  <a:lnTo>
                    <a:pt x="1464183" y="86182"/>
                  </a:lnTo>
                  <a:lnTo>
                    <a:pt x="1491526" y="94475"/>
                  </a:lnTo>
                  <a:close/>
                </a:path>
                <a:path w="5130165" h="862329">
                  <a:moveTo>
                    <a:pt x="4122343" y="819150"/>
                  </a:moveTo>
                  <a:lnTo>
                    <a:pt x="4107777" y="781850"/>
                  </a:lnTo>
                  <a:lnTo>
                    <a:pt x="4087482" y="729869"/>
                  </a:lnTo>
                  <a:lnTo>
                    <a:pt x="4068318" y="751065"/>
                  </a:lnTo>
                  <a:lnTo>
                    <a:pt x="3657714" y="379920"/>
                  </a:lnTo>
                  <a:lnTo>
                    <a:pt x="3638550" y="401129"/>
                  </a:lnTo>
                  <a:lnTo>
                    <a:pt x="4049166" y="772274"/>
                  </a:lnTo>
                  <a:lnTo>
                    <a:pt x="4030002" y="793470"/>
                  </a:lnTo>
                  <a:lnTo>
                    <a:pt x="4122343" y="819150"/>
                  </a:lnTo>
                  <a:close/>
                </a:path>
                <a:path w="5130165" h="862329">
                  <a:moveTo>
                    <a:pt x="4913935" y="819150"/>
                  </a:moveTo>
                  <a:lnTo>
                    <a:pt x="4885360" y="804862"/>
                  </a:lnTo>
                  <a:lnTo>
                    <a:pt x="4828210" y="776287"/>
                  </a:lnTo>
                  <a:lnTo>
                    <a:pt x="4828210" y="804862"/>
                  </a:lnTo>
                  <a:lnTo>
                    <a:pt x="4173029" y="804862"/>
                  </a:lnTo>
                  <a:lnTo>
                    <a:pt x="4173029" y="833437"/>
                  </a:lnTo>
                  <a:lnTo>
                    <a:pt x="4828210" y="833437"/>
                  </a:lnTo>
                  <a:lnTo>
                    <a:pt x="4828210" y="862012"/>
                  </a:lnTo>
                  <a:lnTo>
                    <a:pt x="4885360" y="833437"/>
                  </a:lnTo>
                  <a:lnTo>
                    <a:pt x="4913935" y="819150"/>
                  </a:lnTo>
                  <a:close/>
                </a:path>
                <a:path w="5130165" h="862329">
                  <a:moveTo>
                    <a:pt x="5130076" y="94475"/>
                  </a:moveTo>
                  <a:lnTo>
                    <a:pt x="5124907" y="64211"/>
                  </a:lnTo>
                  <a:lnTo>
                    <a:pt x="5113960" y="0"/>
                  </a:lnTo>
                  <a:lnTo>
                    <a:pt x="5048047" y="69583"/>
                  </a:lnTo>
                  <a:lnTo>
                    <a:pt x="5075390" y="77889"/>
                  </a:lnTo>
                  <a:lnTo>
                    <a:pt x="4863185" y="776897"/>
                  </a:lnTo>
                  <a:lnTo>
                    <a:pt x="4890528" y="785202"/>
                  </a:lnTo>
                  <a:lnTo>
                    <a:pt x="5102733" y="86182"/>
                  </a:lnTo>
                  <a:lnTo>
                    <a:pt x="5130076" y="94475"/>
                  </a:lnTo>
                  <a:close/>
                </a:path>
              </a:pathLst>
            </a:custGeom>
            <a:solidFill>
              <a:srgbClr val="FF0000"/>
            </a:solidFill>
          </p:spPr>
          <p:txBody>
            <a:bodyPr wrap="square" lIns="0" tIns="0" rIns="0" bIns="0" rtlCol="0"/>
            <a:lstStyle/>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176270" cy="604520"/>
          </a:xfrm>
          <a:prstGeom prst="rect">
            <a:avLst/>
          </a:prstGeom>
        </p:spPr>
        <p:txBody>
          <a:bodyPr vert="horz" wrap="square" lIns="0" tIns="12700" rIns="0" bIns="0" rtlCol="0">
            <a:spAutoFit/>
          </a:bodyPr>
          <a:lstStyle/>
          <a:p>
            <a:pPr marL="12700">
              <a:lnSpc>
                <a:spcPct val="100000"/>
              </a:lnSpc>
              <a:spcBef>
                <a:spcPts val="100"/>
              </a:spcBef>
            </a:pPr>
            <a:r>
              <a:rPr spc="-110" dirty="0"/>
              <a:t>JTAG</a:t>
            </a:r>
            <a:r>
              <a:rPr spc="-15" dirty="0"/>
              <a:t>的指令集</a:t>
            </a:r>
            <a:endParaRPr spc="-15" dirty="0"/>
          </a:p>
        </p:txBody>
      </p:sp>
      <p:sp>
        <p:nvSpPr>
          <p:cNvPr id="3" name="object 3"/>
          <p:cNvSpPr txBox="1"/>
          <p:nvPr/>
        </p:nvSpPr>
        <p:spPr>
          <a:xfrm>
            <a:off x="963930" y="1578355"/>
            <a:ext cx="4495800" cy="1091565"/>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5"/>
              <a:tabLst>
                <a:tab pos="469265" algn="l"/>
              </a:tabLst>
            </a:pPr>
            <a:r>
              <a:rPr sz="2400" b="1" spc="-10" dirty="0">
                <a:solidFill>
                  <a:srgbClr val="009FE8"/>
                </a:solidFill>
                <a:latin typeface="微软雅黑" panose="020B0503020204020204" charset="-122"/>
                <a:cs typeface="微软雅黑" panose="020B0503020204020204" charset="-122"/>
              </a:rPr>
              <a:t>PRELOAD</a:t>
            </a:r>
            <a:endParaRPr sz="2400">
              <a:latin typeface="微软雅黑" panose="020B0503020204020204" charset="-122"/>
              <a:cs typeface="微软雅黑" panose="020B0503020204020204" charset="-122"/>
            </a:endParaRPr>
          </a:p>
          <a:p>
            <a:pPr marL="926465" lvl="1" indent="-456565">
              <a:lnSpc>
                <a:spcPct val="100000"/>
              </a:lnSpc>
              <a:spcBef>
                <a:spcPts val="3110"/>
              </a:spcBef>
              <a:buAutoNum type="arabicPeriod"/>
              <a:tabLst>
                <a:tab pos="926465" algn="l"/>
              </a:tabLst>
            </a:pPr>
            <a:r>
              <a:rPr sz="2000" spc="-5" dirty="0">
                <a:solidFill>
                  <a:srgbClr val="009FE8"/>
                </a:solidFill>
                <a:latin typeface="微软雅黑" panose="020B0503020204020204" charset="-122"/>
                <a:cs typeface="微软雅黑" panose="020B0503020204020204" charset="-122"/>
              </a:rPr>
              <a:t>目的：控制芯片输入输出管脚。</a:t>
            </a:r>
            <a:endParaRPr sz="2000">
              <a:latin typeface="微软雅黑" panose="020B0503020204020204" charset="-122"/>
              <a:cs typeface="微软雅黑" panose="020B0503020204020204" charset="-122"/>
            </a:endParaRPr>
          </a:p>
        </p:txBody>
      </p:sp>
      <p:grpSp>
        <p:nvGrpSpPr>
          <p:cNvPr id="4" name="object 4"/>
          <p:cNvGrpSpPr/>
          <p:nvPr/>
        </p:nvGrpSpPr>
        <p:grpSpPr>
          <a:xfrm>
            <a:off x="2539396" y="3142900"/>
            <a:ext cx="7186930" cy="2862580"/>
            <a:chOff x="2539396" y="3142900"/>
            <a:chExt cx="7186930" cy="2862580"/>
          </a:xfrm>
        </p:grpSpPr>
        <p:pic>
          <p:nvPicPr>
            <p:cNvPr id="5" name="object 5"/>
            <p:cNvPicPr/>
            <p:nvPr/>
          </p:nvPicPr>
          <p:blipFill>
            <a:blip r:embed="rId1" cstate="print"/>
            <a:stretch>
              <a:fillRect/>
            </a:stretch>
          </p:blipFill>
          <p:spPr>
            <a:xfrm>
              <a:off x="2539396" y="3142900"/>
              <a:ext cx="7186669" cy="2862135"/>
            </a:xfrm>
            <a:prstGeom prst="rect">
              <a:avLst/>
            </a:prstGeom>
          </p:spPr>
        </p:pic>
        <p:sp>
          <p:nvSpPr>
            <p:cNvPr id="6" name="object 6"/>
            <p:cNvSpPr/>
            <p:nvPr/>
          </p:nvSpPr>
          <p:spPr>
            <a:xfrm>
              <a:off x="3008985" y="4166196"/>
              <a:ext cx="6230620" cy="1206500"/>
            </a:xfrm>
            <a:custGeom>
              <a:avLst/>
              <a:gdLst/>
              <a:ahLst/>
              <a:cxnLst/>
              <a:rect l="l" t="t" r="r" b="b"/>
              <a:pathLst>
                <a:path w="6230620" h="1206500">
                  <a:moveTo>
                    <a:pt x="579894" y="586778"/>
                  </a:moveTo>
                  <a:lnTo>
                    <a:pt x="490054" y="620166"/>
                  </a:lnTo>
                  <a:lnTo>
                    <a:pt x="510921" y="639673"/>
                  </a:lnTo>
                  <a:lnTo>
                    <a:pt x="0" y="1186624"/>
                  </a:lnTo>
                  <a:lnTo>
                    <a:pt x="20878" y="1206131"/>
                  </a:lnTo>
                  <a:lnTo>
                    <a:pt x="531812" y="659180"/>
                  </a:lnTo>
                  <a:lnTo>
                    <a:pt x="552704" y="678675"/>
                  </a:lnTo>
                  <a:lnTo>
                    <a:pt x="567334" y="629221"/>
                  </a:lnTo>
                  <a:lnTo>
                    <a:pt x="579894" y="586778"/>
                  </a:lnTo>
                  <a:close/>
                </a:path>
                <a:path w="6230620" h="1206500">
                  <a:moveTo>
                    <a:pt x="1371498" y="586778"/>
                  </a:moveTo>
                  <a:lnTo>
                    <a:pt x="1342923" y="572490"/>
                  </a:lnTo>
                  <a:lnTo>
                    <a:pt x="1285773" y="543915"/>
                  </a:lnTo>
                  <a:lnTo>
                    <a:pt x="1285773" y="572490"/>
                  </a:lnTo>
                  <a:lnTo>
                    <a:pt x="630580" y="572490"/>
                  </a:lnTo>
                  <a:lnTo>
                    <a:pt x="630580" y="601065"/>
                  </a:lnTo>
                  <a:lnTo>
                    <a:pt x="1285773" y="601065"/>
                  </a:lnTo>
                  <a:lnTo>
                    <a:pt x="1285773" y="629640"/>
                  </a:lnTo>
                  <a:lnTo>
                    <a:pt x="1342923" y="601065"/>
                  </a:lnTo>
                  <a:lnTo>
                    <a:pt x="1371498" y="586778"/>
                  </a:lnTo>
                  <a:close/>
                </a:path>
                <a:path w="6230620" h="1206500">
                  <a:moveTo>
                    <a:pt x="2248814" y="158153"/>
                  </a:moveTo>
                  <a:lnTo>
                    <a:pt x="2153145" y="152400"/>
                  </a:lnTo>
                  <a:lnTo>
                    <a:pt x="2164359" y="178689"/>
                  </a:lnTo>
                  <a:lnTo>
                    <a:pt x="1328801" y="535533"/>
                  </a:lnTo>
                  <a:lnTo>
                    <a:pt x="1340027" y="561809"/>
                  </a:lnTo>
                  <a:lnTo>
                    <a:pt x="2175586" y="204965"/>
                  </a:lnTo>
                  <a:lnTo>
                    <a:pt x="2186813" y="231241"/>
                  </a:lnTo>
                  <a:lnTo>
                    <a:pt x="2236152" y="173075"/>
                  </a:lnTo>
                  <a:lnTo>
                    <a:pt x="2248814" y="158153"/>
                  </a:lnTo>
                  <a:close/>
                </a:path>
                <a:path w="6230620" h="1206500">
                  <a:moveTo>
                    <a:pt x="4561344" y="434378"/>
                  </a:moveTo>
                  <a:lnTo>
                    <a:pt x="4471505" y="467766"/>
                  </a:lnTo>
                  <a:lnTo>
                    <a:pt x="4492371" y="487273"/>
                  </a:lnTo>
                  <a:lnTo>
                    <a:pt x="3981450" y="1034224"/>
                  </a:lnTo>
                  <a:lnTo>
                    <a:pt x="4002328" y="1053731"/>
                  </a:lnTo>
                  <a:lnTo>
                    <a:pt x="4513262" y="506768"/>
                  </a:lnTo>
                  <a:lnTo>
                    <a:pt x="4534154" y="526275"/>
                  </a:lnTo>
                  <a:lnTo>
                    <a:pt x="4548784" y="476821"/>
                  </a:lnTo>
                  <a:lnTo>
                    <a:pt x="4561344" y="434378"/>
                  </a:lnTo>
                  <a:close/>
                </a:path>
                <a:path w="6230620" h="1206500">
                  <a:moveTo>
                    <a:pt x="5352948" y="434378"/>
                  </a:moveTo>
                  <a:lnTo>
                    <a:pt x="5324373" y="420090"/>
                  </a:lnTo>
                  <a:lnTo>
                    <a:pt x="5267223" y="391515"/>
                  </a:lnTo>
                  <a:lnTo>
                    <a:pt x="5267223" y="420090"/>
                  </a:lnTo>
                  <a:lnTo>
                    <a:pt x="4612030" y="420090"/>
                  </a:lnTo>
                  <a:lnTo>
                    <a:pt x="4612030" y="448665"/>
                  </a:lnTo>
                  <a:lnTo>
                    <a:pt x="5267223" y="448665"/>
                  </a:lnTo>
                  <a:lnTo>
                    <a:pt x="5267223" y="477240"/>
                  </a:lnTo>
                  <a:lnTo>
                    <a:pt x="5324373" y="448665"/>
                  </a:lnTo>
                  <a:lnTo>
                    <a:pt x="5352948" y="434378"/>
                  </a:lnTo>
                  <a:close/>
                </a:path>
                <a:path w="6230620" h="1206500">
                  <a:moveTo>
                    <a:pt x="6230264" y="5753"/>
                  </a:moveTo>
                  <a:lnTo>
                    <a:pt x="6134595" y="0"/>
                  </a:lnTo>
                  <a:lnTo>
                    <a:pt x="6145809" y="26289"/>
                  </a:lnTo>
                  <a:lnTo>
                    <a:pt x="5310251" y="383133"/>
                  </a:lnTo>
                  <a:lnTo>
                    <a:pt x="5321478" y="409409"/>
                  </a:lnTo>
                  <a:lnTo>
                    <a:pt x="6157036" y="52565"/>
                  </a:lnTo>
                  <a:lnTo>
                    <a:pt x="6168263" y="78841"/>
                  </a:lnTo>
                  <a:lnTo>
                    <a:pt x="6217602" y="20675"/>
                  </a:lnTo>
                  <a:lnTo>
                    <a:pt x="6230264" y="5753"/>
                  </a:lnTo>
                  <a:close/>
                </a:path>
              </a:pathLst>
            </a:custGeom>
            <a:solidFill>
              <a:srgbClr val="FF0000"/>
            </a:solidFill>
          </p:spPr>
          <p:txBody>
            <a:bodyPr wrap="square" lIns="0" tIns="0" rIns="0" bIns="0" rtlCol="0"/>
            <a:lstStyle/>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176270" cy="604520"/>
          </a:xfrm>
          <a:prstGeom prst="rect">
            <a:avLst/>
          </a:prstGeom>
        </p:spPr>
        <p:txBody>
          <a:bodyPr vert="horz" wrap="square" lIns="0" tIns="12700" rIns="0" bIns="0" rtlCol="0">
            <a:spAutoFit/>
          </a:bodyPr>
          <a:lstStyle/>
          <a:p>
            <a:pPr marL="12700">
              <a:lnSpc>
                <a:spcPct val="100000"/>
              </a:lnSpc>
              <a:spcBef>
                <a:spcPts val="100"/>
              </a:spcBef>
            </a:pPr>
            <a:r>
              <a:rPr spc="-110" dirty="0"/>
              <a:t>JTAG</a:t>
            </a:r>
            <a:r>
              <a:rPr spc="-15" dirty="0"/>
              <a:t>的指令集</a:t>
            </a:r>
            <a:endParaRPr spc="-15" dirty="0"/>
          </a:p>
        </p:txBody>
      </p:sp>
      <p:sp>
        <p:nvSpPr>
          <p:cNvPr id="3" name="object 3"/>
          <p:cNvSpPr txBox="1"/>
          <p:nvPr/>
        </p:nvSpPr>
        <p:spPr>
          <a:xfrm>
            <a:off x="963930" y="1578355"/>
            <a:ext cx="8387080" cy="1765300"/>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6"/>
              <a:tabLst>
                <a:tab pos="469265" algn="l"/>
              </a:tabLst>
            </a:pPr>
            <a:r>
              <a:rPr sz="2400" b="1" spc="-10" dirty="0">
                <a:solidFill>
                  <a:srgbClr val="009FE8"/>
                </a:solidFill>
                <a:latin typeface="微软雅黑" panose="020B0503020204020204" charset="-122"/>
                <a:cs typeface="微软雅黑" panose="020B0503020204020204" charset="-122"/>
              </a:rPr>
              <a:t>IDCODE</a:t>
            </a:r>
            <a:endParaRPr sz="2400">
              <a:latin typeface="微软雅黑" panose="020B0503020204020204" charset="-122"/>
              <a:cs typeface="微软雅黑" panose="020B0503020204020204" charset="-122"/>
            </a:endParaRPr>
          </a:p>
          <a:p>
            <a:pPr marL="926465" lvl="1" indent="-456565">
              <a:lnSpc>
                <a:spcPct val="100000"/>
              </a:lnSpc>
              <a:spcBef>
                <a:spcPts val="3110"/>
              </a:spcBef>
              <a:buAutoNum type="arabicPeriod"/>
              <a:tabLst>
                <a:tab pos="926465" algn="l"/>
              </a:tabLst>
            </a:pPr>
            <a:r>
              <a:rPr sz="2000" dirty="0">
                <a:solidFill>
                  <a:srgbClr val="009FE8"/>
                </a:solidFill>
                <a:latin typeface="微软雅黑" panose="020B0503020204020204" charset="-122"/>
                <a:cs typeface="微软雅黑" panose="020B0503020204020204" charset="-122"/>
              </a:rPr>
              <a:t>目的：把储存芯片</a:t>
            </a:r>
            <a:r>
              <a:rPr sz="2000" spc="-20" dirty="0">
                <a:solidFill>
                  <a:srgbClr val="009FE8"/>
                </a:solidFill>
                <a:latin typeface="微软雅黑" panose="020B0503020204020204" charset="-122"/>
                <a:cs typeface="微软雅黑" panose="020B0503020204020204" charset="-122"/>
              </a:rPr>
              <a:t>ID</a:t>
            </a:r>
            <a:r>
              <a:rPr sz="2000" dirty="0">
                <a:solidFill>
                  <a:srgbClr val="009FE8"/>
                </a:solidFill>
                <a:latin typeface="微软雅黑" panose="020B0503020204020204" charset="-122"/>
                <a:cs typeface="微软雅黑" panose="020B0503020204020204" charset="-122"/>
              </a:rPr>
              <a:t>信息的寄存器接入</a:t>
            </a:r>
            <a:r>
              <a:rPr sz="2000" spc="-10" dirty="0">
                <a:solidFill>
                  <a:srgbClr val="009FE8"/>
                </a:solidFill>
                <a:latin typeface="微软雅黑" panose="020B0503020204020204" charset="-122"/>
                <a:cs typeface="微软雅黑" panose="020B0503020204020204" charset="-122"/>
              </a:rPr>
              <a:t>TDI/TDO</a:t>
            </a:r>
            <a:r>
              <a:rPr sz="2000" dirty="0">
                <a:solidFill>
                  <a:srgbClr val="009FE8"/>
                </a:solidFill>
                <a:latin typeface="微软雅黑" panose="020B0503020204020204" charset="-122"/>
                <a:cs typeface="微软雅黑" panose="020B0503020204020204" charset="-122"/>
              </a:rPr>
              <a:t>链，获取</a:t>
            </a:r>
            <a:r>
              <a:rPr sz="2000" spc="-20" dirty="0">
                <a:solidFill>
                  <a:srgbClr val="009FE8"/>
                </a:solidFill>
                <a:latin typeface="微软雅黑" panose="020B0503020204020204" charset="-122"/>
                <a:cs typeface="微软雅黑" panose="020B0503020204020204" charset="-122"/>
              </a:rPr>
              <a:t>ID信息。</a:t>
            </a:r>
            <a:endParaRPr sz="2000">
              <a:latin typeface="微软雅黑" panose="020B0503020204020204" charset="-122"/>
              <a:cs typeface="微软雅黑" panose="020B0503020204020204" charset="-122"/>
            </a:endParaRPr>
          </a:p>
          <a:p>
            <a:pPr marL="926465" lvl="1" indent="-456565">
              <a:lnSpc>
                <a:spcPct val="100000"/>
              </a:lnSpc>
              <a:spcBef>
                <a:spcPts val="2905"/>
              </a:spcBef>
              <a:buAutoNum type="arabicPeriod"/>
              <a:tabLst>
                <a:tab pos="926465" algn="l"/>
              </a:tabLst>
            </a:pPr>
            <a:r>
              <a:rPr sz="2000" spc="-20" dirty="0">
                <a:solidFill>
                  <a:srgbClr val="009FE8"/>
                </a:solidFill>
                <a:latin typeface="微软雅黑" panose="020B0503020204020204" charset="-122"/>
                <a:cs typeface="微软雅黑" panose="020B0503020204020204" charset="-122"/>
              </a:rPr>
              <a:t>ID</a:t>
            </a:r>
            <a:r>
              <a:rPr sz="2000" dirty="0">
                <a:solidFill>
                  <a:srgbClr val="009FE8"/>
                </a:solidFill>
                <a:latin typeface="微软雅黑" panose="020B0503020204020204" charset="-122"/>
                <a:cs typeface="微软雅黑" panose="020B0503020204020204" charset="-122"/>
              </a:rPr>
              <a:t>信息有</a:t>
            </a:r>
            <a:r>
              <a:rPr sz="2000" spc="-10" dirty="0">
                <a:solidFill>
                  <a:srgbClr val="009FE8"/>
                </a:solidFill>
                <a:latin typeface="微软雅黑" panose="020B0503020204020204" charset="-122"/>
                <a:cs typeface="微软雅黑" panose="020B0503020204020204" charset="-122"/>
              </a:rPr>
              <a:t>32BITS</a:t>
            </a:r>
            <a:r>
              <a:rPr sz="2000" spc="-5" dirty="0">
                <a:solidFill>
                  <a:srgbClr val="009FE8"/>
                </a:solidFill>
                <a:latin typeface="微软雅黑" panose="020B0503020204020204" charset="-122"/>
                <a:cs typeface="微软雅黑" panose="020B0503020204020204" charset="-122"/>
              </a:rPr>
              <a:t>，由</a:t>
            </a:r>
            <a:r>
              <a:rPr sz="2000" spc="-10" dirty="0">
                <a:solidFill>
                  <a:srgbClr val="009FE8"/>
                </a:solidFill>
                <a:latin typeface="微软雅黑" panose="020B0503020204020204" charset="-122"/>
                <a:cs typeface="微软雅黑" panose="020B0503020204020204" charset="-122"/>
              </a:rPr>
              <a:t>JEDEC</a:t>
            </a:r>
            <a:r>
              <a:rPr sz="2000" spc="-5" dirty="0">
                <a:solidFill>
                  <a:srgbClr val="009FE8"/>
                </a:solidFill>
                <a:latin typeface="微软雅黑" panose="020B0503020204020204" charset="-122"/>
                <a:cs typeface="微软雅黑" panose="020B0503020204020204" charset="-122"/>
              </a:rPr>
              <a:t>组织分配给每一个厂家。</a:t>
            </a:r>
            <a:endParaRPr sz="2000">
              <a:latin typeface="微软雅黑" panose="020B0503020204020204" charset="-122"/>
              <a:cs typeface="微软雅黑" panose="020B0503020204020204" charset="-122"/>
            </a:endParaRPr>
          </a:p>
        </p:txBody>
      </p:sp>
      <p:pic>
        <p:nvPicPr>
          <p:cNvPr id="4" name="object 4"/>
          <p:cNvPicPr/>
          <p:nvPr/>
        </p:nvPicPr>
        <p:blipFill>
          <a:blip r:embed="rId1" cstate="print"/>
          <a:stretch>
            <a:fillRect/>
          </a:stretch>
        </p:blipFill>
        <p:spPr>
          <a:xfrm>
            <a:off x="1914525" y="3747989"/>
            <a:ext cx="6743700" cy="23622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176270" cy="604520"/>
          </a:xfrm>
          <a:prstGeom prst="rect">
            <a:avLst/>
          </a:prstGeom>
        </p:spPr>
        <p:txBody>
          <a:bodyPr vert="horz" wrap="square" lIns="0" tIns="12700" rIns="0" bIns="0" rtlCol="0">
            <a:spAutoFit/>
          </a:bodyPr>
          <a:lstStyle/>
          <a:p>
            <a:pPr marL="12700">
              <a:lnSpc>
                <a:spcPct val="100000"/>
              </a:lnSpc>
              <a:spcBef>
                <a:spcPts val="100"/>
              </a:spcBef>
            </a:pPr>
            <a:r>
              <a:rPr spc="-110" dirty="0"/>
              <a:t>JTAG</a:t>
            </a:r>
            <a:r>
              <a:rPr spc="-15" dirty="0"/>
              <a:t>的指令集</a:t>
            </a:r>
            <a:endParaRPr spc="-15" dirty="0"/>
          </a:p>
        </p:txBody>
      </p:sp>
      <p:sp>
        <p:nvSpPr>
          <p:cNvPr id="3" name="object 3"/>
          <p:cNvSpPr txBox="1"/>
          <p:nvPr/>
        </p:nvSpPr>
        <p:spPr>
          <a:xfrm>
            <a:off x="963930" y="1578355"/>
            <a:ext cx="3479800" cy="1091565"/>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7"/>
              <a:tabLst>
                <a:tab pos="469265" algn="l"/>
              </a:tabLst>
            </a:pPr>
            <a:r>
              <a:rPr sz="2400" b="1" spc="-10" dirty="0">
                <a:solidFill>
                  <a:srgbClr val="009FE8"/>
                </a:solidFill>
                <a:latin typeface="微软雅黑" panose="020B0503020204020204" charset="-122"/>
                <a:cs typeface="微软雅黑" panose="020B0503020204020204" charset="-122"/>
              </a:rPr>
              <a:t>INTEST</a:t>
            </a:r>
            <a:endParaRPr sz="2400">
              <a:latin typeface="微软雅黑" panose="020B0503020204020204" charset="-122"/>
              <a:cs typeface="微软雅黑" panose="020B0503020204020204" charset="-122"/>
            </a:endParaRPr>
          </a:p>
          <a:p>
            <a:pPr marL="926465" lvl="1" indent="-456565">
              <a:lnSpc>
                <a:spcPct val="100000"/>
              </a:lnSpc>
              <a:spcBef>
                <a:spcPts val="3110"/>
              </a:spcBef>
              <a:buAutoNum type="arabicPeriod"/>
              <a:tabLst>
                <a:tab pos="926465" algn="l"/>
              </a:tabLst>
            </a:pPr>
            <a:r>
              <a:rPr sz="2000" spc="-5" dirty="0">
                <a:solidFill>
                  <a:srgbClr val="009FE8"/>
                </a:solidFill>
                <a:latin typeface="微软雅黑" panose="020B0503020204020204" charset="-122"/>
                <a:cs typeface="微软雅黑" panose="020B0503020204020204" charset="-122"/>
              </a:rPr>
              <a:t>目的：芯片内部测试。</a:t>
            </a:r>
            <a:endParaRPr sz="2000">
              <a:latin typeface="微软雅黑" panose="020B0503020204020204" charset="-122"/>
              <a:cs typeface="微软雅黑" panose="020B0503020204020204" charset="-122"/>
            </a:endParaRPr>
          </a:p>
        </p:txBody>
      </p:sp>
      <p:pic>
        <p:nvPicPr>
          <p:cNvPr id="4" name="object 4"/>
          <p:cNvPicPr/>
          <p:nvPr/>
        </p:nvPicPr>
        <p:blipFill>
          <a:blip r:embed="rId1" cstate="print"/>
          <a:stretch>
            <a:fillRect/>
          </a:stretch>
        </p:blipFill>
        <p:spPr>
          <a:xfrm>
            <a:off x="2293035" y="3452714"/>
            <a:ext cx="6543675" cy="2600325"/>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176270" cy="604520"/>
          </a:xfrm>
          <a:prstGeom prst="rect">
            <a:avLst/>
          </a:prstGeom>
        </p:spPr>
        <p:txBody>
          <a:bodyPr vert="horz" wrap="square" lIns="0" tIns="12700" rIns="0" bIns="0" rtlCol="0">
            <a:spAutoFit/>
          </a:bodyPr>
          <a:lstStyle/>
          <a:p>
            <a:pPr marL="12700">
              <a:lnSpc>
                <a:spcPct val="100000"/>
              </a:lnSpc>
              <a:spcBef>
                <a:spcPts val="100"/>
              </a:spcBef>
            </a:pPr>
            <a:r>
              <a:rPr spc="-110" dirty="0"/>
              <a:t>JTAG</a:t>
            </a:r>
            <a:r>
              <a:rPr spc="-15" dirty="0"/>
              <a:t>的指令集</a:t>
            </a:r>
            <a:endParaRPr spc="-15" dirty="0"/>
          </a:p>
        </p:txBody>
      </p:sp>
      <p:pic>
        <p:nvPicPr>
          <p:cNvPr id="3" name="object 3"/>
          <p:cNvPicPr/>
          <p:nvPr/>
        </p:nvPicPr>
        <p:blipFill>
          <a:blip r:embed="rId1" cstate="print"/>
          <a:stretch>
            <a:fillRect/>
          </a:stretch>
        </p:blipFill>
        <p:spPr>
          <a:xfrm>
            <a:off x="3846398" y="1714982"/>
            <a:ext cx="5261546" cy="4702629"/>
          </a:xfrm>
          <a:prstGeom prst="rect">
            <a:avLst/>
          </a:prstGeom>
        </p:spPr>
      </p:pic>
      <p:sp>
        <p:nvSpPr>
          <p:cNvPr id="4" name="object 4"/>
          <p:cNvSpPr txBox="1"/>
          <p:nvPr/>
        </p:nvSpPr>
        <p:spPr>
          <a:xfrm>
            <a:off x="963930" y="1578355"/>
            <a:ext cx="4472305" cy="1091565"/>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8"/>
              <a:tabLst>
                <a:tab pos="469265" algn="l"/>
              </a:tabLst>
            </a:pPr>
            <a:r>
              <a:rPr sz="2400" b="1" spc="-10" dirty="0">
                <a:solidFill>
                  <a:srgbClr val="009FE8"/>
                </a:solidFill>
                <a:latin typeface="微软雅黑" panose="020B0503020204020204" charset="-122"/>
                <a:cs typeface="微软雅黑" panose="020B0503020204020204" charset="-122"/>
              </a:rPr>
              <a:t>USERCODE</a:t>
            </a:r>
            <a:endParaRPr sz="2400">
              <a:latin typeface="微软雅黑" panose="020B0503020204020204" charset="-122"/>
              <a:cs typeface="微软雅黑" panose="020B0503020204020204" charset="-122"/>
            </a:endParaRPr>
          </a:p>
          <a:p>
            <a:pPr marL="926465" lvl="1" indent="-456565">
              <a:lnSpc>
                <a:spcPct val="100000"/>
              </a:lnSpc>
              <a:spcBef>
                <a:spcPts val="3110"/>
              </a:spcBef>
              <a:buAutoNum type="arabicPeriod"/>
              <a:tabLst>
                <a:tab pos="926465" algn="l"/>
              </a:tabLst>
            </a:pPr>
            <a:r>
              <a:rPr sz="2000" dirty="0">
                <a:solidFill>
                  <a:srgbClr val="009FE8"/>
                </a:solidFill>
                <a:latin typeface="微软雅黑" panose="020B0503020204020204" charset="-122"/>
                <a:cs typeface="微软雅黑" panose="020B0503020204020204" charset="-122"/>
              </a:rPr>
              <a:t>目的：芯片内部集成的</a:t>
            </a:r>
            <a:r>
              <a:rPr sz="2000" spc="-10" dirty="0">
                <a:solidFill>
                  <a:srgbClr val="009FE8"/>
                </a:solidFill>
                <a:latin typeface="微软雅黑" panose="020B0503020204020204" charset="-122"/>
                <a:cs typeface="微软雅黑" panose="020B0503020204020204" charset="-122"/>
              </a:rPr>
              <a:t>IP</a:t>
            </a:r>
            <a:r>
              <a:rPr sz="2000" spc="-20" dirty="0">
                <a:solidFill>
                  <a:srgbClr val="009FE8"/>
                </a:solidFill>
                <a:latin typeface="微软雅黑" panose="020B0503020204020204" charset="-122"/>
                <a:cs typeface="微软雅黑" panose="020B0503020204020204" charset="-122"/>
              </a:rPr>
              <a:t>测试。</a:t>
            </a:r>
            <a:endParaRPr sz="2000">
              <a:latin typeface="微软雅黑" panose="020B0503020204020204" charset="-122"/>
              <a:cs typeface="微软雅黑" panose="020B0503020204020204"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184670"/>
            <a:ext cx="146050" cy="369570"/>
          </a:xfrm>
          <a:custGeom>
            <a:avLst/>
            <a:gdLst/>
            <a:ahLst/>
            <a:cxnLst/>
            <a:rect l="l" t="t" r="r" b="b"/>
            <a:pathLst>
              <a:path w="146050" h="369570">
                <a:moveTo>
                  <a:pt x="145492" y="0"/>
                </a:moveTo>
                <a:lnTo>
                  <a:pt x="0" y="0"/>
                </a:lnTo>
                <a:lnTo>
                  <a:pt x="0" y="369328"/>
                </a:lnTo>
                <a:lnTo>
                  <a:pt x="145492" y="369328"/>
                </a:lnTo>
                <a:lnTo>
                  <a:pt x="145492" y="0"/>
                </a:lnTo>
                <a:close/>
              </a:path>
            </a:pathLst>
          </a:custGeom>
          <a:solidFill>
            <a:srgbClr val="5B9BD5"/>
          </a:solidFill>
        </p:spPr>
        <p:txBody>
          <a:bodyPr wrap="square" lIns="0" tIns="0" rIns="0" bIns="0" rtlCol="0"/>
          <a:lstStyle/>
          <a:p/>
        </p:txBody>
      </p:sp>
      <p:sp>
        <p:nvSpPr>
          <p:cNvPr id="4" name="object 4"/>
          <p:cNvSpPr txBox="1">
            <a:spLocks noGrp="1"/>
          </p:cNvSpPr>
          <p:nvPr>
            <p:ph type="title"/>
          </p:nvPr>
        </p:nvSpPr>
        <p:spPr>
          <a:xfrm>
            <a:off x="4601044" y="2410459"/>
            <a:ext cx="2990215" cy="756920"/>
          </a:xfrm>
          <a:prstGeom prst="rect">
            <a:avLst/>
          </a:prstGeom>
        </p:spPr>
        <p:txBody>
          <a:bodyPr vert="horz" wrap="square" lIns="0" tIns="12700" rIns="0" bIns="0" rtlCol="0">
            <a:spAutoFit/>
          </a:bodyPr>
          <a:lstStyle/>
          <a:p>
            <a:pPr marL="12700">
              <a:lnSpc>
                <a:spcPct val="100000"/>
              </a:lnSpc>
              <a:spcBef>
                <a:spcPts val="100"/>
              </a:spcBef>
            </a:pPr>
            <a:r>
              <a:rPr sz="4800" spc="-114" dirty="0"/>
              <a:t>IJTAG</a:t>
            </a:r>
            <a:r>
              <a:rPr sz="4800" spc="-25" dirty="0"/>
              <a:t>简介</a:t>
            </a:r>
            <a:endParaRPr sz="48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2855595" cy="604520"/>
          </a:xfrm>
          <a:prstGeom prst="rect">
            <a:avLst/>
          </a:prstGeom>
        </p:spPr>
        <p:txBody>
          <a:bodyPr vert="horz" wrap="square" lIns="0" tIns="12700" rIns="0" bIns="0" rtlCol="0">
            <a:spAutoFit/>
          </a:bodyPr>
          <a:lstStyle/>
          <a:p>
            <a:pPr marL="12700">
              <a:lnSpc>
                <a:spcPct val="100000"/>
              </a:lnSpc>
              <a:spcBef>
                <a:spcPts val="100"/>
              </a:spcBef>
            </a:pPr>
            <a:r>
              <a:rPr spc="-90" dirty="0"/>
              <a:t>IJTAG</a:t>
            </a:r>
            <a:r>
              <a:rPr spc="-20" dirty="0"/>
              <a:t>的概念</a:t>
            </a:r>
            <a:endParaRPr spc="-20" dirty="0"/>
          </a:p>
        </p:txBody>
      </p:sp>
      <p:sp>
        <p:nvSpPr>
          <p:cNvPr id="3" name="object 3"/>
          <p:cNvSpPr txBox="1"/>
          <p:nvPr/>
        </p:nvSpPr>
        <p:spPr>
          <a:xfrm>
            <a:off x="963930" y="1578355"/>
            <a:ext cx="3962400" cy="3215005"/>
          </a:xfrm>
          <a:prstGeom prst="rect">
            <a:avLst/>
          </a:prstGeom>
        </p:spPr>
        <p:txBody>
          <a:bodyPr vert="horz" wrap="square" lIns="0" tIns="12700" rIns="0" bIns="0" rtlCol="0">
            <a:spAutoFit/>
          </a:bodyPr>
          <a:lstStyle/>
          <a:p>
            <a:pPr marL="469265" indent="-456565">
              <a:lnSpc>
                <a:spcPct val="100000"/>
              </a:lnSpc>
              <a:spcBef>
                <a:spcPts val="100"/>
              </a:spcBef>
              <a:buAutoNum type="arabicPeriod"/>
              <a:tabLst>
                <a:tab pos="469265" algn="l"/>
              </a:tabLst>
            </a:pPr>
            <a:r>
              <a:rPr lang="zh-CN" altLang="" sz="2400" b="1" spc="-135" dirty="0">
                <a:solidFill>
                  <a:srgbClr val="009FE8"/>
                </a:solidFill>
                <a:latin typeface="微软雅黑" panose="020B0503020204020204" charset="-122"/>
                <a:cs typeface="微软雅黑" panose="020B0503020204020204" charset="-122"/>
              </a:rPr>
              <a:t>背</a:t>
            </a:r>
            <a:r>
              <a:rPr sz="2400" b="1" spc="-135" dirty="0">
                <a:solidFill>
                  <a:srgbClr val="009FE8"/>
                </a:solidFill>
                <a:latin typeface="微软雅黑" panose="020B0503020204020204" charset="-122"/>
                <a:cs typeface="微软雅黑" panose="020B0503020204020204" charset="-122"/>
              </a:rPr>
              <a:t>景介绍</a:t>
            </a:r>
            <a:endParaRPr sz="2400">
              <a:latin typeface="微软雅黑" panose="020B0503020204020204" charset="-122"/>
              <a:cs typeface="微软雅黑" panose="020B0503020204020204" charset="-122"/>
            </a:endParaRPr>
          </a:p>
          <a:p>
            <a:pPr marL="469900">
              <a:lnSpc>
                <a:spcPct val="100000"/>
              </a:lnSpc>
              <a:spcBef>
                <a:spcPts val="3110"/>
              </a:spcBef>
            </a:pPr>
            <a:r>
              <a:rPr sz="2000" spc="-65" dirty="0">
                <a:solidFill>
                  <a:srgbClr val="009FE8"/>
                </a:solidFill>
                <a:latin typeface="微软雅黑" panose="020B0503020204020204" charset="-122"/>
                <a:cs typeface="微软雅黑" panose="020B0503020204020204" charset="-122"/>
              </a:rPr>
              <a:t>JTAG</a:t>
            </a:r>
            <a:r>
              <a:rPr sz="2000" spc="-20" dirty="0">
                <a:solidFill>
                  <a:srgbClr val="009FE8"/>
                </a:solidFill>
                <a:latin typeface="微软雅黑" panose="020B0503020204020204" charset="-122"/>
                <a:cs typeface="微软雅黑" panose="020B0503020204020204" charset="-122"/>
              </a:rPr>
              <a:t>架构：</a:t>
            </a:r>
            <a:endParaRPr sz="2000">
              <a:latin typeface="微软雅黑" panose="020B0503020204020204" charset="-122"/>
              <a:cs typeface="微软雅黑" panose="020B0503020204020204" charset="-122"/>
            </a:endParaRPr>
          </a:p>
          <a:p>
            <a:pPr marL="697865" lvl="1" indent="-227965">
              <a:lnSpc>
                <a:spcPct val="100000"/>
              </a:lnSpc>
              <a:spcBef>
                <a:spcPts val="2490"/>
              </a:spcBef>
              <a:buFont typeface="Arial" panose="020B0604020202020204"/>
              <a:buChar char="•"/>
              <a:tabLst>
                <a:tab pos="697865" algn="l"/>
              </a:tabLst>
            </a:pPr>
            <a:r>
              <a:rPr sz="1600" spc="-5" dirty="0">
                <a:solidFill>
                  <a:srgbClr val="009FE8"/>
                </a:solidFill>
                <a:latin typeface="微软雅黑" panose="020B0503020204020204" charset="-122"/>
                <a:cs typeface="微软雅黑" panose="020B0503020204020204" charset="-122"/>
              </a:rPr>
              <a:t>基本目标：实现芯片间互连线的测试</a:t>
            </a:r>
            <a:endParaRPr sz="1600">
              <a:latin typeface="微软雅黑" panose="020B0503020204020204" charset="-122"/>
              <a:cs typeface="微软雅黑" panose="020B0503020204020204" charset="-122"/>
            </a:endParaRPr>
          </a:p>
          <a:p>
            <a:pPr marL="697865" lvl="1" indent="-227965">
              <a:lnSpc>
                <a:spcPct val="100000"/>
              </a:lnSpc>
              <a:spcBef>
                <a:spcPts val="2495"/>
              </a:spcBef>
              <a:buFont typeface="Arial" panose="020B0604020202020204"/>
              <a:buChar char="•"/>
              <a:tabLst>
                <a:tab pos="697865" algn="l"/>
              </a:tabLst>
            </a:pPr>
            <a:r>
              <a:rPr sz="1600" dirty="0">
                <a:solidFill>
                  <a:srgbClr val="009FE8"/>
                </a:solidFill>
                <a:latin typeface="微软雅黑" panose="020B0503020204020204" charset="-122"/>
                <a:cs typeface="微软雅黑" panose="020B0503020204020204" charset="-122"/>
              </a:rPr>
              <a:t>扩展功能：实现芯片内各种</a:t>
            </a:r>
            <a:r>
              <a:rPr sz="1600" spc="-10" dirty="0">
                <a:solidFill>
                  <a:srgbClr val="009FE8"/>
                </a:solidFill>
                <a:latin typeface="微软雅黑" panose="020B0503020204020204" charset="-122"/>
                <a:cs typeface="微软雅黑" panose="020B0503020204020204" charset="-122"/>
              </a:rPr>
              <a:t>IP</a:t>
            </a:r>
            <a:r>
              <a:rPr sz="1600" spc="-20" dirty="0">
                <a:solidFill>
                  <a:srgbClr val="009FE8"/>
                </a:solidFill>
                <a:latin typeface="微软雅黑" panose="020B0503020204020204" charset="-122"/>
                <a:cs typeface="微软雅黑" panose="020B0503020204020204" charset="-122"/>
              </a:rPr>
              <a:t>的调试</a:t>
            </a:r>
            <a:endParaRPr sz="1600">
              <a:latin typeface="微软雅黑" panose="020B0503020204020204" charset="-122"/>
              <a:cs typeface="微软雅黑" panose="020B0503020204020204" charset="-122"/>
            </a:endParaRPr>
          </a:p>
          <a:p>
            <a:pPr marL="1155065" lvl="2" indent="-227965">
              <a:lnSpc>
                <a:spcPct val="100000"/>
              </a:lnSpc>
              <a:spcBef>
                <a:spcPts val="2265"/>
              </a:spcBef>
              <a:buFont typeface="Arial" panose="020B0604020202020204"/>
              <a:buChar char="•"/>
              <a:tabLst>
                <a:tab pos="1155065" algn="l"/>
              </a:tabLst>
            </a:pPr>
            <a:r>
              <a:rPr sz="1400" dirty="0">
                <a:solidFill>
                  <a:srgbClr val="009FE8"/>
                </a:solidFill>
                <a:latin typeface="微软雅黑" panose="020B0503020204020204" charset="-122"/>
                <a:cs typeface="微软雅黑" panose="020B0503020204020204" charset="-122"/>
              </a:rPr>
              <a:t>通过</a:t>
            </a:r>
            <a:r>
              <a:rPr sz="1400" spc="-10" dirty="0">
                <a:solidFill>
                  <a:srgbClr val="009FE8"/>
                </a:solidFill>
                <a:latin typeface="微软雅黑" panose="020B0503020204020204" charset="-122"/>
                <a:cs typeface="微软雅黑" panose="020B0503020204020204" charset="-122"/>
              </a:rPr>
              <a:t>TDR</a:t>
            </a:r>
            <a:r>
              <a:rPr sz="1400" dirty="0">
                <a:solidFill>
                  <a:srgbClr val="009FE8"/>
                </a:solidFill>
                <a:latin typeface="微软雅黑" panose="020B0503020204020204" charset="-122"/>
                <a:cs typeface="微软雅黑" panose="020B0503020204020204" charset="-122"/>
              </a:rPr>
              <a:t>操纵和观测</a:t>
            </a:r>
            <a:r>
              <a:rPr sz="1400" spc="-25" dirty="0">
                <a:solidFill>
                  <a:srgbClr val="009FE8"/>
                </a:solidFill>
                <a:latin typeface="微软雅黑" panose="020B0503020204020204" charset="-122"/>
                <a:cs typeface="微软雅黑" panose="020B0503020204020204" charset="-122"/>
              </a:rPr>
              <a:t>IP</a:t>
            </a:r>
            <a:endParaRPr sz="1400">
              <a:latin typeface="微软雅黑" panose="020B0503020204020204" charset="-122"/>
              <a:cs typeface="微软雅黑" panose="020B0503020204020204" charset="-122"/>
            </a:endParaRPr>
          </a:p>
          <a:p>
            <a:pPr marL="1155065" lvl="2" indent="-227965">
              <a:lnSpc>
                <a:spcPct val="100000"/>
              </a:lnSpc>
              <a:spcBef>
                <a:spcPts val="2135"/>
              </a:spcBef>
              <a:buFont typeface="Arial" panose="020B0604020202020204"/>
              <a:buChar char="•"/>
              <a:tabLst>
                <a:tab pos="1155065" algn="l"/>
              </a:tabLst>
            </a:pPr>
            <a:r>
              <a:rPr sz="1400" dirty="0">
                <a:solidFill>
                  <a:srgbClr val="009FE8"/>
                </a:solidFill>
                <a:latin typeface="微软雅黑" panose="020B0503020204020204" charset="-122"/>
                <a:cs typeface="微软雅黑" panose="020B0503020204020204" charset="-122"/>
              </a:rPr>
              <a:t>通过指令集激活某一个</a:t>
            </a:r>
            <a:r>
              <a:rPr sz="1400" spc="-10" dirty="0">
                <a:solidFill>
                  <a:srgbClr val="009FE8"/>
                </a:solidFill>
                <a:latin typeface="微软雅黑" panose="020B0503020204020204" charset="-122"/>
                <a:cs typeface="微软雅黑" panose="020B0503020204020204" charset="-122"/>
              </a:rPr>
              <a:t>IP</a:t>
            </a:r>
            <a:r>
              <a:rPr sz="1400" dirty="0">
                <a:solidFill>
                  <a:srgbClr val="009FE8"/>
                </a:solidFill>
                <a:latin typeface="微软雅黑" panose="020B0503020204020204" charset="-122"/>
                <a:cs typeface="微软雅黑" panose="020B0503020204020204" charset="-122"/>
              </a:rPr>
              <a:t>的</a:t>
            </a:r>
            <a:r>
              <a:rPr sz="1400" spc="-25" dirty="0">
                <a:solidFill>
                  <a:srgbClr val="009FE8"/>
                </a:solidFill>
                <a:latin typeface="微软雅黑" panose="020B0503020204020204" charset="-122"/>
                <a:cs typeface="微软雅黑" panose="020B0503020204020204" charset="-122"/>
              </a:rPr>
              <a:t>TDR</a:t>
            </a:r>
            <a:endParaRPr sz="1400">
              <a:latin typeface="微软雅黑" panose="020B0503020204020204" charset="-122"/>
              <a:cs typeface="微软雅黑" panose="020B0503020204020204" charset="-122"/>
            </a:endParaRPr>
          </a:p>
        </p:txBody>
      </p:sp>
      <p:pic>
        <p:nvPicPr>
          <p:cNvPr id="4" name="object 4"/>
          <p:cNvPicPr/>
          <p:nvPr/>
        </p:nvPicPr>
        <p:blipFill>
          <a:blip r:embed="rId1" cstate="print"/>
          <a:stretch>
            <a:fillRect/>
          </a:stretch>
        </p:blipFill>
        <p:spPr>
          <a:xfrm>
            <a:off x="6563204" y="1384930"/>
            <a:ext cx="5049542" cy="4577353"/>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2855595" cy="604520"/>
          </a:xfrm>
          <a:prstGeom prst="rect">
            <a:avLst/>
          </a:prstGeom>
        </p:spPr>
        <p:txBody>
          <a:bodyPr vert="horz" wrap="square" lIns="0" tIns="12700" rIns="0" bIns="0" rtlCol="0">
            <a:spAutoFit/>
          </a:bodyPr>
          <a:lstStyle/>
          <a:p>
            <a:pPr marL="12700">
              <a:lnSpc>
                <a:spcPct val="100000"/>
              </a:lnSpc>
              <a:spcBef>
                <a:spcPts val="100"/>
              </a:spcBef>
            </a:pPr>
            <a:r>
              <a:rPr spc="-90" dirty="0"/>
              <a:t>IJTAG</a:t>
            </a:r>
            <a:r>
              <a:rPr spc="-20" dirty="0"/>
              <a:t>的概念</a:t>
            </a:r>
            <a:endParaRPr spc="-20" dirty="0"/>
          </a:p>
        </p:txBody>
      </p:sp>
      <p:sp>
        <p:nvSpPr>
          <p:cNvPr id="3" name="object 3"/>
          <p:cNvSpPr txBox="1"/>
          <p:nvPr/>
        </p:nvSpPr>
        <p:spPr>
          <a:xfrm>
            <a:off x="963930" y="1578355"/>
            <a:ext cx="4978400" cy="3885565"/>
          </a:xfrm>
          <a:prstGeom prst="rect">
            <a:avLst/>
          </a:prstGeom>
        </p:spPr>
        <p:txBody>
          <a:bodyPr vert="horz" wrap="square" lIns="0" tIns="12700" rIns="0" bIns="0" rtlCol="0">
            <a:spAutoFit/>
          </a:bodyPr>
          <a:lstStyle/>
          <a:p>
            <a:pPr marL="469265" indent="-456565">
              <a:lnSpc>
                <a:spcPct val="100000"/>
              </a:lnSpc>
              <a:spcBef>
                <a:spcPts val="100"/>
              </a:spcBef>
              <a:buAutoNum type="arabicPeriod"/>
              <a:tabLst>
                <a:tab pos="469265" algn="l"/>
              </a:tabLst>
            </a:pPr>
            <a:r>
              <a:rPr lang="zh-CN" altLang="" sz="2400" b="1" spc="-135" dirty="0">
                <a:solidFill>
                  <a:srgbClr val="009FE8"/>
                </a:solidFill>
                <a:latin typeface="微软雅黑" panose="020B0503020204020204" charset="-122"/>
                <a:cs typeface="微软雅黑" panose="020B0503020204020204" charset="-122"/>
              </a:rPr>
              <a:t>背</a:t>
            </a:r>
            <a:r>
              <a:rPr sz="2400" b="1" spc="-135" dirty="0">
                <a:solidFill>
                  <a:srgbClr val="009FE8"/>
                </a:solidFill>
                <a:latin typeface="微软雅黑" panose="020B0503020204020204" charset="-122"/>
                <a:cs typeface="微软雅黑" panose="020B0503020204020204" charset="-122"/>
              </a:rPr>
              <a:t>景介绍</a:t>
            </a:r>
            <a:endParaRPr sz="2400">
              <a:latin typeface="微软雅黑" panose="020B0503020204020204" charset="-122"/>
              <a:cs typeface="微软雅黑" panose="020B0503020204020204" charset="-122"/>
            </a:endParaRPr>
          </a:p>
          <a:p>
            <a:pPr marL="469900">
              <a:lnSpc>
                <a:spcPct val="100000"/>
              </a:lnSpc>
              <a:spcBef>
                <a:spcPts val="3110"/>
              </a:spcBef>
            </a:pPr>
            <a:r>
              <a:rPr sz="2000" spc="-65" dirty="0">
                <a:solidFill>
                  <a:srgbClr val="009FE8"/>
                </a:solidFill>
                <a:latin typeface="微软雅黑" panose="020B0503020204020204" charset="-122"/>
                <a:cs typeface="微软雅黑" panose="020B0503020204020204" charset="-122"/>
              </a:rPr>
              <a:t>JTAG</a:t>
            </a:r>
            <a:r>
              <a:rPr sz="2000" spc="-20" dirty="0">
                <a:solidFill>
                  <a:srgbClr val="009FE8"/>
                </a:solidFill>
                <a:latin typeface="微软雅黑" panose="020B0503020204020204" charset="-122"/>
                <a:cs typeface="微软雅黑" panose="020B0503020204020204" charset="-122"/>
              </a:rPr>
              <a:t>架构：</a:t>
            </a:r>
            <a:endParaRPr sz="2000">
              <a:latin typeface="微软雅黑" panose="020B0503020204020204" charset="-122"/>
              <a:cs typeface="微软雅黑" panose="020B0503020204020204" charset="-122"/>
            </a:endParaRPr>
          </a:p>
          <a:p>
            <a:pPr marL="697865" lvl="1" indent="-227965">
              <a:lnSpc>
                <a:spcPct val="100000"/>
              </a:lnSpc>
              <a:spcBef>
                <a:spcPts val="2490"/>
              </a:spcBef>
              <a:buFont typeface="Arial" panose="020B0604020202020204"/>
              <a:buChar char="•"/>
              <a:tabLst>
                <a:tab pos="697865" algn="l"/>
              </a:tabLst>
            </a:pPr>
            <a:r>
              <a:rPr sz="1600" dirty="0">
                <a:solidFill>
                  <a:srgbClr val="009FE8"/>
                </a:solidFill>
                <a:latin typeface="微软雅黑" panose="020B0503020204020204" charset="-122"/>
                <a:cs typeface="微软雅黑" panose="020B0503020204020204" charset="-122"/>
              </a:rPr>
              <a:t>片上</a:t>
            </a:r>
            <a:r>
              <a:rPr sz="1600" spc="-10" dirty="0">
                <a:solidFill>
                  <a:srgbClr val="009FE8"/>
                </a:solidFill>
                <a:latin typeface="微软雅黑" panose="020B0503020204020204" charset="-122"/>
                <a:cs typeface="微软雅黑" panose="020B0503020204020204" charset="-122"/>
              </a:rPr>
              <a:t>IP</a:t>
            </a:r>
            <a:r>
              <a:rPr sz="1600" dirty="0">
                <a:solidFill>
                  <a:srgbClr val="009FE8"/>
                </a:solidFill>
                <a:latin typeface="微软雅黑" panose="020B0503020204020204" charset="-122"/>
                <a:cs typeface="微软雅黑" panose="020B0503020204020204" charset="-122"/>
              </a:rPr>
              <a:t>数量导致</a:t>
            </a:r>
            <a:r>
              <a:rPr sz="1600" spc="-50" dirty="0">
                <a:solidFill>
                  <a:srgbClr val="009FE8"/>
                </a:solidFill>
                <a:latin typeface="微软雅黑" panose="020B0503020204020204" charset="-122"/>
                <a:cs typeface="微软雅黑" panose="020B0503020204020204" charset="-122"/>
              </a:rPr>
              <a:t>JTAG</a:t>
            </a:r>
            <a:r>
              <a:rPr sz="1600" spc="-10" dirty="0">
                <a:solidFill>
                  <a:srgbClr val="009FE8"/>
                </a:solidFill>
                <a:latin typeface="微软雅黑" panose="020B0503020204020204" charset="-122"/>
                <a:cs typeface="微软雅黑" panose="020B0503020204020204" charset="-122"/>
              </a:rPr>
              <a:t>指令集增加</a:t>
            </a:r>
            <a:endParaRPr sz="1600">
              <a:latin typeface="微软雅黑" panose="020B0503020204020204" charset="-122"/>
              <a:cs typeface="微软雅黑" panose="020B0503020204020204" charset="-122"/>
            </a:endParaRPr>
          </a:p>
          <a:p>
            <a:pPr marL="697865" lvl="1" indent="-227965">
              <a:lnSpc>
                <a:spcPct val="100000"/>
              </a:lnSpc>
              <a:spcBef>
                <a:spcPts val="2495"/>
              </a:spcBef>
              <a:buFont typeface="Arial" panose="020B0604020202020204"/>
              <a:buChar char="•"/>
              <a:tabLst>
                <a:tab pos="697865" algn="l"/>
              </a:tabLst>
            </a:pPr>
            <a:r>
              <a:rPr sz="1600" spc="-5" dirty="0">
                <a:solidFill>
                  <a:srgbClr val="009FE8"/>
                </a:solidFill>
                <a:latin typeface="微软雅黑" panose="020B0503020204020204" charset="-122"/>
                <a:cs typeface="微软雅黑" panose="020B0503020204020204" charset="-122"/>
              </a:rPr>
              <a:t>指令解码器变得非常复杂</a:t>
            </a:r>
            <a:endParaRPr sz="1600">
              <a:latin typeface="微软雅黑" panose="020B0503020204020204" charset="-122"/>
              <a:cs typeface="微软雅黑" panose="020B0503020204020204" charset="-122"/>
            </a:endParaRPr>
          </a:p>
          <a:p>
            <a:pPr marL="697865" lvl="1" indent="-227965">
              <a:lnSpc>
                <a:spcPct val="100000"/>
              </a:lnSpc>
              <a:spcBef>
                <a:spcPts val="2375"/>
              </a:spcBef>
              <a:buFont typeface="Arial" panose="020B0604020202020204"/>
              <a:buChar char="•"/>
              <a:tabLst>
                <a:tab pos="697865" algn="l"/>
              </a:tabLst>
            </a:pPr>
            <a:r>
              <a:rPr sz="1600" dirty="0">
                <a:solidFill>
                  <a:srgbClr val="009FE8"/>
                </a:solidFill>
                <a:latin typeface="微软雅黑" panose="020B0503020204020204" charset="-122"/>
                <a:cs typeface="微软雅黑" panose="020B0503020204020204" charset="-122"/>
              </a:rPr>
              <a:t>广播架构不利于</a:t>
            </a:r>
            <a:r>
              <a:rPr sz="1600" spc="-25" dirty="0">
                <a:solidFill>
                  <a:srgbClr val="009FE8"/>
                </a:solidFill>
                <a:latin typeface="微软雅黑" panose="020B0503020204020204" charset="-122"/>
                <a:cs typeface="微软雅黑" panose="020B0503020204020204" charset="-122"/>
              </a:rPr>
              <a:t>P&amp;R</a:t>
            </a:r>
            <a:endParaRPr sz="1600">
              <a:latin typeface="微软雅黑" panose="020B0503020204020204" charset="-122"/>
              <a:cs typeface="微软雅黑" panose="020B0503020204020204" charset="-122"/>
            </a:endParaRPr>
          </a:p>
          <a:p>
            <a:pPr marL="697865" lvl="1" indent="-227965">
              <a:lnSpc>
                <a:spcPct val="100000"/>
              </a:lnSpc>
              <a:spcBef>
                <a:spcPts val="2470"/>
              </a:spcBef>
              <a:buFont typeface="Arial" panose="020B0604020202020204"/>
              <a:buChar char="•"/>
              <a:tabLst>
                <a:tab pos="697865" algn="l"/>
              </a:tabLst>
            </a:pPr>
            <a:r>
              <a:rPr sz="1600" spc="-5" dirty="0">
                <a:solidFill>
                  <a:srgbClr val="009FE8"/>
                </a:solidFill>
                <a:latin typeface="微软雅黑" panose="020B0503020204020204" charset="-122"/>
                <a:cs typeface="微软雅黑" panose="020B0503020204020204" charset="-122"/>
              </a:rPr>
              <a:t>测试模式在芯片设计阶段固定下来，缺乏灵活性</a:t>
            </a:r>
            <a:endParaRPr sz="1600">
              <a:latin typeface="微软雅黑" panose="020B0503020204020204" charset="-122"/>
              <a:cs typeface="微软雅黑" panose="020B0503020204020204" charset="-122"/>
            </a:endParaRPr>
          </a:p>
          <a:p>
            <a:pPr marL="697865" lvl="1" indent="-227965">
              <a:lnSpc>
                <a:spcPct val="100000"/>
              </a:lnSpc>
              <a:spcBef>
                <a:spcPts val="2380"/>
              </a:spcBef>
              <a:buFont typeface="Arial" panose="020B0604020202020204"/>
              <a:buChar char="•"/>
              <a:tabLst>
                <a:tab pos="697865" algn="l"/>
              </a:tabLst>
            </a:pPr>
            <a:r>
              <a:rPr sz="1600" spc="-50" dirty="0">
                <a:solidFill>
                  <a:srgbClr val="009FE8"/>
                </a:solidFill>
                <a:latin typeface="微软雅黑" panose="020B0503020204020204" charset="-122"/>
                <a:cs typeface="微软雅黑" panose="020B0503020204020204" charset="-122"/>
              </a:rPr>
              <a:t>JTAG</a:t>
            </a:r>
            <a:r>
              <a:rPr sz="1600" dirty="0">
                <a:solidFill>
                  <a:srgbClr val="009FE8"/>
                </a:solidFill>
                <a:latin typeface="微软雅黑" panose="020B0503020204020204" charset="-122"/>
                <a:cs typeface="微软雅黑" panose="020B0503020204020204" charset="-122"/>
              </a:rPr>
              <a:t>标准并未定义</a:t>
            </a:r>
            <a:r>
              <a:rPr sz="1600" spc="-10" dirty="0">
                <a:solidFill>
                  <a:srgbClr val="009FE8"/>
                </a:solidFill>
                <a:latin typeface="微软雅黑" panose="020B0503020204020204" charset="-122"/>
                <a:cs typeface="微软雅黑" panose="020B0503020204020204" charset="-122"/>
              </a:rPr>
              <a:t>TDR</a:t>
            </a:r>
            <a:r>
              <a:rPr sz="1600" dirty="0">
                <a:solidFill>
                  <a:srgbClr val="009FE8"/>
                </a:solidFill>
                <a:latin typeface="微软雅黑" panose="020B0503020204020204" charset="-122"/>
                <a:cs typeface="微软雅黑" panose="020B0503020204020204" charset="-122"/>
              </a:rPr>
              <a:t>如何操纵</a:t>
            </a:r>
            <a:r>
              <a:rPr sz="1600" spc="-25" dirty="0">
                <a:solidFill>
                  <a:srgbClr val="009FE8"/>
                </a:solidFill>
                <a:latin typeface="微软雅黑" panose="020B0503020204020204" charset="-122"/>
                <a:cs typeface="微软雅黑" panose="020B0503020204020204" charset="-122"/>
              </a:rPr>
              <a:t>IP</a:t>
            </a:r>
            <a:endParaRPr sz="1600">
              <a:latin typeface="微软雅黑" panose="020B0503020204020204" charset="-122"/>
              <a:cs typeface="微软雅黑" panose="020B0503020204020204" charset="-122"/>
            </a:endParaRPr>
          </a:p>
        </p:txBody>
      </p:sp>
      <p:pic>
        <p:nvPicPr>
          <p:cNvPr id="4" name="object 4"/>
          <p:cNvPicPr/>
          <p:nvPr/>
        </p:nvPicPr>
        <p:blipFill>
          <a:blip r:embed="rId1" cstate="print"/>
          <a:stretch>
            <a:fillRect/>
          </a:stretch>
        </p:blipFill>
        <p:spPr>
          <a:xfrm>
            <a:off x="6563204" y="1384930"/>
            <a:ext cx="5049542" cy="4577353"/>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2855595" cy="604520"/>
          </a:xfrm>
          <a:prstGeom prst="rect">
            <a:avLst/>
          </a:prstGeom>
        </p:spPr>
        <p:txBody>
          <a:bodyPr vert="horz" wrap="square" lIns="0" tIns="12700" rIns="0" bIns="0" rtlCol="0">
            <a:spAutoFit/>
          </a:bodyPr>
          <a:lstStyle/>
          <a:p>
            <a:pPr marL="12700">
              <a:lnSpc>
                <a:spcPct val="100000"/>
              </a:lnSpc>
              <a:spcBef>
                <a:spcPts val="100"/>
              </a:spcBef>
            </a:pPr>
            <a:r>
              <a:rPr spc="-90" dirty="0"/>
              <a:t>IJTAG</a:t>
            </a:r>
            <a:r>
              <a:rPr spc="-20" dirty="0"/>
              <a:t>的概念</a:t>
            </a:r>
            <a:endParaRPr spc="-20" dirty="0"/>
          </a:p>
        </p:txBody>
      </p:sp>
      <p:grpSp>
        <p:nvGrpSpPr>
          <p:cNvPr id="3" name="object 3"/>
          <p:cNvGrpSpPr/>
          <p:nvPr/>
        </p:nvGrpSpPr>
        <p:grpSpPr>
          <a:xfrm>
            <a:off x="928968" y="365125"/>
            <a:ext cx="9458960" cy="5702300"/>
            <a:chOff x="928968" y="365125"/>
            <a:chExt cx="9458960" cy="5702300"/>
          </a:xfrm>
        </p:grpSpPr>
        <p:pic>
          <p:nvPicPr>
            <p:cNvPr id="4" name="object 4"/>
            <p:cNvPicPr/>
            <p:nvPr/>
          </p:nvPicPr>
          <p:blipFill>
            <a:blip r:embed="rId1" cstate="print"/>
            <a:stretch>
              <a:fillRect/>
            </a:stretch>
          </p:blipFill>
          <p:spPr>
            <a:xfrm>
              <a:off x="928968" y="2435934"/>
              <a:ext cx="3729814" cy="3631358"/>
            </a:xfrm>
            <a:prstGeom prst="rect">
              <a:avLst/>
            </a:prstGeom>
          </p:spPr>
        </p:pic>
        <p:pic>
          <p:nvPicPr>
            <p:cNvPr id="5" name="object 5"/>
            <p:cNvPicPr/>
            <p:nvPr/>
          </p:nvPicPr>
          <p:blipFill>
            <a:blip r:embed="rId2" cstate="print"/>
            <a:stretch>
              <a:fillRect/>
            </a:stretch>
          </p:blipFill>
          <p:spPr>
            <a:xfrm>
              <a:off x="3663962" y="365125"/>
              <a:ext cx="6723773" cy="2127707"/>
            </a:xfrm>
            <a:prstGeom prst="rect">
              <a:avLst/>
            </a:prstGeom>
          </p:spPr>
        </p:pic>
      </p:grpSp>
      <p:sp>
        <p:nvSpPr>
          <p:cNvPr id="6" name="object 6"/>
          <p:cNvSpPr txBox="1"/>
          <p:nvPr/>
        </p:nvSpPr>
        <p:spPr>
          <a:xfrm>
            <a:off x="6404190" y="3033267"/>
            <a:ext cx="3260725" cy="2466975"/>
          </a:xfrm>
          <a:prstGeom prst="rect">
            <a:avLst/>
          </a:prstGeom>
        </p:spPr>
        <p:txBody>
          <a:bodyPr vert="horz" wrap="square" lIns="0" tIns="12700" rIns="0" bIns="0" rtlCol="0">
            <a:spAutoFit/>
          </a:bodyPr>
          <a:lstStyle/>
          <a:p>
            <a:pPr marL="240665" indent="-227965">
              <a:lnSpc>
                <a:spcPct val="100000"/>
              </a:lnSpc>
              <a:spcBef>
                <a:spcPts val="100"/>
              </a:spcBef>
              <a:buFont typeface="Arial" panose="020B0604020202020204"/>
              <a:buChar char="•"/>
              <a:tabLst>
                <a:tab pos="240665" algn="l"/>
              </a:tabLst>
            </a:pPr>
            <a:r>
              <a:rPr sz="1600" spc="-45" dirty="0">
                <a:solidFill>
                  <a:srgbClr val="009FE8"/>
                </a:solidFill>
                <a:latin typeface="微软雅黑" panose="020B0503020204020204" charset="-122"/>
                <a:cs typeface="微软雅黑" panose="020B0503020204020204" charset="-122"/>
              </a:rPr>
              <a:t>IJTAG</a:t>
            </a:r>
            <a:r>
              <a:rPr sz="1600" dirty="0">
                <a:solidFill>
                  <a:srgbClr val="009FE8"/>
                </a:solidFill>
                <a:latin typeface="微软雅黑" panose="020B0503020204020204" charset="-122"/>
                <a:cs typeface="微软雅黑" panose="020B0503020204020204" charset="-122"/>
              </a:rPr>
              <a:t>完全兼容</a:t>
            </a:r>
            <a:r>
              <a:rPr sz="1600" spc="-50" dirty="0">
                <a:solidFill>
                  <a:srgbClr val="009FE8"/>
                </a:solidFill>
                <a:latin typeface="微软雅黑" panose="020B0503020204020204" charset="-122"/>
                <a:cs typeface="微软雅黑" panose="020B0503020204020204" charset="-122"/>
              </a:rPr>
              <a:t>JTAG</a:t>
            </a:r>
            <a:r>
              <a:rPr sz="1600" spc="-25" dirty="0">
                <a:solidFill>
                  <a:srgbClr val="009FE8"/>
                </a:solidFill>
                <a:latin typeface="微软雅黑" panose="020B0503020204020204" charset="-122"/>
                <a:cs typeface="微软雅黑" panose="020B0503020204020204" charset="-122"/>
              </a:rPr>
              <a:t>网络</a:t>
            </a:r>
            <a:endParaRPr sz="1600">
              <a:latin typeface="微软雅黑" panose="020B0503020204020204" charset="-122"/>
              <a:cs typeface="微软雅黑" panose="020B0503020204020204" charset="-122"/>
            </a:endParaRPr>
          </a:p>
          <a:p>
            <a:pPr marL="240665" indent="-227965">
              <a:lnSpc>
                <a:spcPct val="100000"/>
              </a:lnSpc>
              <a:spcBef>
                <a:spcPts val="2375"/>
              </a:spcBef>
              <a:buFont typeface="Arial" panose="020B0604020202020204"/>
              <a:buChar char="•"/>
              <a:tabLst>
                <a:tab pos="240665" algn="l"/>
              </a:tabLst>
            </a:pPr>
            <a:r>
              <a:rPr sz="1600" dirty="0">
                <a:solidFill>
                  <a:srgbClr val="009FE8"/>
                </a:solidFill>
                <a:latin typeface="微软雅黑" panose="020B0503020204020204" charset="-122"/>
                <a:cs typeface="微软雅黑" panose="020B0503020204020204" charset="-122"/>
              </a:rPr>
              <a:t>描述</a:t>
            </a:r>
            <a:r>
              <a:rPr sz="1600" spc="-10" dirty="0">
                <a:solidFill>
                  <a:srgbClr val="009FE8"/>
                </a:solidFill>
                <a:latin typeface="微软雅黑" panose="020B0503020204020204" charset="-122"/>
                <a:cs typeface="微软雅黑" panose="020B0503020204020204" charset="-122"/>
              </a:rPr>
              <a:t>TDR</a:t>
            </a:r>
            <a:r>
              <a:rPr sz="1600" dirty="0">
                <a:solidFill>
                  <a:srgbClr val="009FE8"/>
                </a:solidFill>
                <a:latin typeface="微软雅黑" panose="020B0503020204020204" charset="-122"/>
                <a:cs typeface="微软雅黑" panose="020B0503020204020204" charset="-122"/>
              </a:rPr>
              <a:t>到</a:t>
            </a:r>
            <a:r>
              <a:rPr sz="1600" spc="-50" dirty="0">
                <a:solidFill>
                  <a:srgbClr val="009FE8"/>
                </a:solidFill>
                <a:latin typeface="微软雅黑" panose="020B0503020204020204" charset="-122"/>
                <a:cs typeface="微软雅黑" panose="020B0503020204020204" charset="-122"/>
              </a:rPr>
              <a:t>TAP</a:t>
            </a:r>
            <a:r>
              <a:rPr sz="1600" spc="-10" dirty="0">
                <a:solidFill>
                  <a:srgbClr val="009FE8"/>
                </a:solidFill>
                <a:latin typeface="微软雅黑" panose="020B0503020204020204" charset="-122"/>
                <a:cs typeface="微软雅黑" panose="020B0503020204020204" charset="-122"/>
              </a:rPr>
              <a:t>的之间的网络结构</a:t>
            </a:r>
            <a:endParaRPr sz="1600">
              <a:latin typeface="微软雅黑" panose="020B0503020204020204" charset="-122"/>
              <a:cs typeface="微软雅黑" panose="020B0503020204020204" charset="-122"/>
            </a:endParaRPr>
          </a:p>
          <a:p>
            <a:pPr marL="240665" indent="-227965">
              <a:lnSpc>
                <a:spcPct val="100000"/>
              </a:lnSpc>
              <a:spcBef>
                <a:spcPts val="2470"/>
              </a:spcBef>
              <a:buFont typeface="Arial" panose="020B0604020202020204"/>
              <a:buChar char="•"/>
              <a:tabLst>
                <a:tab pos="240665" algn="l"/>
              </a:tabLst>
            </a:pPr>
            <a:r>
              <a:rPr sz="1600" dirty="0">
                <a:solidFill>
                  <a:srgbClr val="009FE8"/>
                </a:solidFill>
                <a:latin typeface="微软雅黑" panose="020B0503020204020204" charset="-122"/>
                <a:cs typeface="微软雅黑" panose="020B0503020204020204" charset="-122"/>
              </a:rPr>
              <a:t>串行</a:t>
            </a:r>
            <a:r>
              <a:rPr sz="1600" spc="-10" dirty="0">
                <a:solidFill>
                  <a:srgbClr val="009FE8"/>
                </a:solidFill>
                <a:latin typeface="微软雅黑" panose="020B0503020204020204" charset="-122"/>
                <a:cs typeface="微软雅黑" panose="020B0503020204020204" charset="-122"/>
              </a:rPr>
              <a:t>TDR</a:t>
            </a:r>
            <a:r>
              <a:rPr sz="1600" dirty="0">
                <a:solidFill>
                  <a:srgbClr val="009FE8"/>
                </a:solidFill>
                <a:latin typeface="微软雅黑" panose="020B0503020204020204" charset="-122"/>
                <a:cs typeface="微软雅黑" panose="020B0503020204020204" charset="-122"/>
              </a:rPr>
              <a:t>链路，通过</a:t>
            </a:r>
            <a:r>
              <a:rPr sz="1600" spc="-10" dirty="0">
                <a:solidFill>
                  <a:srgbClr val="009FE8"/>
                </a:solidFill>
                <a:latin typeface="微软雅黑" panose="020B0503020204020204" charset="-122"/>
                <a:cs typeface="微软雅黑" panose="020B0503020204020204" charset="-122"/>
              </a:rPr>
              <a:t>SIB</a:t>
            </a:r>
            <a:r>
              <a:rPr sz="1600" spc="-15" dirty="0">
                <a:solidFill>
                  <a:srgbClr val="009FE8"/>
                </a:solidFill>
                <a:latin typeface="微软雅黑" panose="020B0503020204020204" charset="-122"/>
                <a:cs typeface="微软雅黑" panose="020B0503020204020204" charset="-122"/>
              </a:rPr>
              <a:t>灵活配置</a:t>
            </a:r>
            <a:endParaRPr sz="1600">
              <a:latin typeface="微软雅黑" panose="020B0503020204020204" charset="-122"/>
              <a:cs typeface="微软雅黑" panose="020B0503020204020204" charset="-122"/>
            </a:endParaRPr>
          </a:p>
          <a:p>
            <a:pPr marL="240665" indent="-227965">
              <a:lnSpc>
                <a:spcPct val="100000"/>
              </a:lnSpc>
              <a:spcBef>
                <a:spcPts val="2380"/>
              </a:spcBef>
              <a:buFont typeface="Arial" panose="020B0604020202020204"/>
              <a:buChar char="•"/>
              <a:tabLst>
                <a:tab pos="240665" algn="l"/>
              </a:tabLst>
            </a:pPr>
            <a:r>
              <a:rPr sz="1600" dirty="0">
                <a:solidFill>
                  <a:srgbClr val="009FE8"/>
                </a:solidFill>
                <a:latin typeface="微软雅黑" panose="020B0503020204020204" charset="-122"/>
                <a:cs typeface="微软雅黑" panose="020B0503020204020204" charset="-122"/>
              </a:rPr>
              <a:t>规范了</a:t>
            </a:r>
            <a:r>
              <a:rPr sz="1600" spc="-10" dirty="0">
                <a:solidFill>
                  <a:srgbClr val="009FE8"/>
                </a:solidFill>
                <a:latin typeface="微软雅黑" panose="020B0503020204020204" charset="-122"/>
                <a:cs typeface="微软雅黑" panose="020B0503020204020204" charset="-122"/>
              </a:rPr>
              <a:t>TDR</a:t>
            </a:r>
            <a:r>
              <a:rPr sz="1600" dirty="0">
                <a:solidFill>
                  <a:srgbClr val="009FE8"/>
                </a:solidFill>
                <a:latin typeface="微软雅黑" panose="020B0503020204020204" charset="-122"/>
                <a:cs typeface="微软雅黑" panose="020B0503020204020204" charset="-122"/>
              </a:rPr>
              <a:t>和</a:t>
            </a:r>
            <a:r>
              <a:rPr sz="1600" spc="-10" dirty="0">
                <a:solidFill>
                  <a:srgbClr val="009FE8"/>
                </a:solidFill>
                <a:latin typeface="微软雅黑" panose="020B0503020204020204" charset="-122"/>
                <a:cs typeface="微软雅黑" panose="020B0503020204020204" charset="-122"/>
              </a:rPr>
              <a:t>IP之间的交互语言</a:t>
            </a:r>
            <a:endParaRPr sz="1600">
              <a:latin typeface="微软雅黑" panose="020B0503020204020204" charset="-122"/>
              <a:cs typeface="微软雅黑" panose="020B0503020204020204" charset="-122"/>
            </a:endParaRPr>
          </a:p>
          <a:p>
            <a:pPr marL="240665" indent="-227965">
              <a:lnSpc>
                <a:spcPct val="100000"/>
              </a:lnSpc>
              <a:spcBef>
                <a:spcPts val="2400"/>
              </a:spcBef>
              <a:buFont typeface="Arial" panose="020B0604020202020204"/>
              <a:buChar char="•"/>
              <a:tabLst>
                <a:tab pos="240665" algn="l"/>
              </a:tabLst>
            </a:pPr>
            <a:r>
              <a:rPr sz="1600" spc="-15" dirty="0">
                <a:solidFill>
                  <a:srgbClr val="009FE8"/>
                </a:solidFill>
                <a:latin typeface="微软雅黑" panose="020B0503020204020204" charset="-122"/>
                <a:cs typeface="微软雅黑" panose="020B0503020204020204" charset="-122"/>
              </a:rPr>
              <a:t>即插即用</a:t>
            </a:r>
            <a:endParaRPr sz="1600">
              <a:latin typeface="微软雅黑" panose="020B0503020204020204" charset="-122"/>
              <a:cs typeface="微软雅黑" panose="020B0503020204020204" charset="-122"/>
            </a:endParaRPr>
          </a:p>
        </p:txBody>
      </p:sp>
      <p:sp>
        <p:nvSpPr>
          <p:cNvPr id="7" name="object 7"/>
          <p:cNvSpPr txBox="1"/>
          <p:nvPr/>
        </p:nvSpPr>
        <p:spPr>
          <a:xfrm>
            <a:off x="963930" y="1578355"/>
            <a:ext cx="1657985" cy="391160"/>
          </a:xfrm>
          <a:prstGeom prst="rect">
            <a:avLst/>
          </a:prstGeom>
        </p:spPr>
        <p:txBody>
          <a:bodyPr vert="horz" wrap="square" lIns="0" tIns="12700" rIns="0" bIns="0" rtlCol="0">
            <a:spAutoFit/>
          </a:bodyPr>
          <a:lstStyle/>
          <a:p>
            <a:pPr marL="12700">
              <a:lnSpc>
                <a:spcPct val="100000"/>
              </a:lnSpc>
              <a:spcBef>
                <a:spcPts val="100"/>
              </a:spcBef>
              <a:tabLst>
                <a:tab pos="469265" algn="l"/>
              </a:tabLst>
            </a:pPr>
            <a:r>
              <a:rPr sz="2400" b="1" spc="-25" dirty="0">
                <a:solidFill>
                  <a:srgbClr val="009FE8"/>
                </a:solidFill>
                <a:latin typeface="微软雅黑" panose="020B0503020204020204" charset="-122"/>
                <a:cs typeface="微软雅黑" panose="020B0503020204020204" charset="-122"/>
              </a:rPr>
              <a:t>2.</a:t>
            </a:r>
            <a:r>
              <a:rPr sz="2400" b="1" dirty="0">
                <a:solidFill>
                  <a:srgbClr val="009FE8"/>
                </a:solidFill>
                <a:latin typeface="微软雅黑" panose="020B0503020204020204" charset="-122"/>
                <a:cs typeface="微软雅黑" panose="020B0503020204020204" charset="-122"/>
              </a:rPr>
              <a:t>	</a:t>
            </a:r>
            <a:r>
              <a:rPr sz="2400" b="1" spc="-35" dirty="0">
                <a:solidFill>
                  <a:srgbClr val="009FE8"/>
                </a:solidFill>
                <a:latin typeface="微软雅黑" panose="020B0503020204020204" charset="-122"/>
                <a:cs typeface="微软雅黑" panose="020B0503020204020204" charset="-122"/>
              </a:rPr>
              <a:t>IJTAG：</a:t>
            </a:r>
            <a:endParaRPr sz="2400">
              <a:latin typeface="微软雅黑" panose="020B0503020204020204" charset="-122"/>
              <a:cs typeface="微软雅黑" panose="020B0503020204020204"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2855595" cy="604520"/>
          </a:xfrm>
          <a:prstGeom prst="rect">
            <a:avLst/>
          </a:prstGeom>
        </p:spPr>
        <p:txBody>
          <a:bodyPr vert="horz" wrap="square" lIns="0" tIns="12700" rIns="0" bIns="0" rtlCol="0">
            <a:spAutoFit/>
          </a:bodyPr>
          <a:lstStyle/>
          <a:p>
            <a:pPr marL="12700">
              <a:lnSpc>
                <a:spcPct val="100000"/>
              </a:lnSpc>
              <a:spcBef>
                <a:spcPts val="100"/>
              </a:spcBef>
            </a:pPr>
            <a:r>
              <a:rPr spc="-90" dirty="0"/>
              <a:t>IJTAG</a:t>
            </a:r>
            <a:r>
              <a:rPr spc="-20" dirty="0"/>
              <a:t>的概念</a:t>
            </a:r>
            <a:endParaRPr spc="-20" dirty="0"/>
          </a:p>
        </p:txBody>
      </p:sp>
      <p:sp>
        <p:nvSpPr>
          <p:cNvPr id="3" name="object 3"/>
          <p:cNvSpPr txBox="1"/>
          <p:nvPr/>
        </p:nvSpPr>
        <p:spPr>
          <a:xfrm>
            <a:off x="963930" y="1578355"/>
            <a:ext cx="3553460" cy="3161030"/>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2"/>
              <a:tabLst>
                <a:tab pos="469265" algn="l"/>
              </a:tabLst>
            </a:pPr>
            <a:r>
              <a:rPr sz="2400" b="1" spc="-10" dirty="0">
                <a:solidFill>
                  <a:srgbClr val="009FE8"/>
                </a:solidFill>
                <a:latin typeface="微软雅黑" panose="020B0503020204020204" charset="-122"/>
                <a:cs typeface="微软雅黑" panose="020B0503020204020204" charset="-122"/>
              </a:rPr>
              <a:t>IJTAG：</a:t>
            </a:r>
            <a:endParaRPr sz="2400">
              <a:latin typeface="微软雅黑" panose="020B0503020204020204" charset="-122"/>
              <a:cs typeface="微软雅黑" panose="020B0503020204020204" charset="-122"/>
            </a:endParaRPr>
          </a:p>
          <a:p>
            <a:pPr marL="697865" lvl="1" indent="-227965">
              <a:lnSpc>
                <a:spcPct val="100000"/>
              </a:lnSpc>
              <a:spcBef>
                <a:spcPts val="3200"/>
              </a:spcBef>
              <a:buFont typeface="Arial" panose="020B0604020202020204"/>
              <a:buChar char="•"/>
              <a:tabLst>
                <a:tab pos="697865" algn="l"/>
              </a:tabLst>
            </a:pPr>
            <a:r>
              <a:rPr sz="2200" dirty="0">
                <a:solidFill>
                  <a:srgbClr val="009FE8"/>
                </a:solidFill>
                <a:latin typeface="微软雅黑" panose="020B0503020204020204" charset="-122"/>
                <a:cs typeface="微软雅黑" panose="020B0503020204020204" charset="-122"/>
              </a:rPr>
              <a:t>IEEE</a:t>
            </a:r>
            <a:r>
              <a:rPr sz="2200" spc="-30" dirty="0">
                <a:solidFill>
                  <a:srgbClr val="009FE8"/>
                </a:solidFill>
                <a:latin typeface="微软雅黑" panose="020B0503020204020204" charset="-122"/>
                <a:cs typeface="微软雅黑" panose="020B0503020204020204" charset="-122"/>
              </a:rPr>
              <a:t> </a:t>
            </a:r>
            <a:r>
              <a:rPr sz="2200" dirty="0">
                <a:solidFill>
                  <a:srgbClr val="009FE8"/>
                </a:solidFill>
                <a:latin typeface="微软雅黑" panose="020B0503020204020204" charset="-122"/>
                <a:cs typeface="微软雅黑" panose="020B0503020204020204" charset="-122"/>
              </a:rPr>
              <a:t>1687</a:t>
            </a:r>
            <a:r>
              <a:rPr sz="2200" spc="-35" dirty="0">
                <a:solidFill>
                  <a:srgbClr val="009FE8"/>
                </a:solidFill>
                <a:latin typeface="微软雅黑" panose="020B0503020204020204" charset="-122"/>
                <a:cs typeface="微软雅黑" panose="020B0503020204020204" charset="-122"/>
              </a:rPr>
              <a:t> </a:t>
            </a:r>
            <a:r>
              <a:rPr sz="2200" spc="-10" dirty="0">
                <a:solidFill>
                  <a:srgbClr val="009FE8"/>
                </a:solidFill>
                <a:latin typeface="微软雅黑" panose="020B0503020204020204" charset="-122"/>
                <a:cs typeface="微软雅黑" panose="020B0503020204020204" charset="-122"/>
              </a:rPr>
              <a:t>Standard</a:t>
            </a:r>
            <a:endParaRPr sz="2200">
              <a:latin typeface="微软雅黑" panose="020B0503020204020204" charset="-122"/>
              <a:cs typeface="微软雅黑" panose="020B0503020204020204" charset="-122"/>
            </a:endParaRPr>
          </a:p>
          <a:p>
            <a:pPr marL="1155065" lvl="2" indent="-227965">
              <a:lnSpc>
                <a:spcPct val="100000"/>
              </a:lnSpc>
              <a:spcBef>
                <a:spcPts val="2960"/>
              </a:spcBef>
              <a:buFont typeface="Arial" panose="020B0604020202020204"/>
              <a:buChar char="•"/>
              <a:tabLst>
                <a:tab pos="1155065" algn="l"/>
              </a:tabLst>
            </a:pPr>
            <a:r>
              <a:rPr sz="2000" spc="-20" dirty="0">
                <a:solidFill>
                  <a:srgbClr val="009FE8"/>
                </a:solidFill>
                <a:latin typeface="微软雅黑" panose="020B0503020204020204" charset="-122"/>
                <a:cs typeface="微软雅黑" panose="020B0503020204020204" charset="-122"/>
              </a:rPr>
              <a:t>2005年起草</a:t>
            </a:r>
            <a:endParaRPr sz="2000">
              <a:latin typeface="微软雅黑" panose="020B0503020204020204" charset="-122"/>
              <a:cs typeface="微软雅黑" panose="020B0503020204020204" charset="-122"/>
            </a:endParaRPr>
          </a:p>
          <a:p>
            <a:pPr marL="1155065" lvl="2" indent="-227965">
              <a:lnSpc>
                <a:spcPct val="100000"/>
              </a:lnSpc>
              <a:spcBef>
                <a:spcPts val="2900"/>
              </a:spcBef>
              <a:buFont typeface="Arial" panose="020B0604020202020204"/>
              <a:buChar char="•"/>
              <a:tabLst>
                <a:tab pos="1155065" algn="l"/>
              </a:tabLst>
            </a:pPr>
            <a:r>
              <a:rPr sz="2000" spc="-20" dirty="0">
                <a:solidFill>
                  <a:srgbClr val="009FE8"/>
                </a:solidFill>
                <a:latin typeface="微软雅黑" panose="020B0503020204020204" charset="-122"/>
                <a:cs typeface="微软雅黑" panose="020B0503020204020204" charset="-122"/>
              </a:rPr>
              <a:t>2014年颁布</a:t>
            </a:r>
            <a:endParaRPr sz="2000">
              <a:latin typeface="微软雅黑" panose="020B0503020204020204" charset="-122"/>
              <a:cs typeface="微软雅黑" panose="020B0503020204020204" charset="-122"/>
            </a:endParaRPr>
          </a:p>
          <a:p>
            <a:pPr marL="1155065" lvl="2" indent="-227965">
              <a:lnSpc>
                <a:spcPct val="100000"/>
              </a:lnSpc>
              <a:spcBef>
                <a:spcPts val="2905"/>
              </a:spcBef>
              <a:buFont typeface="Arial" panose="020B0604020202020204"/>
              <a:buChar char="•"/>
              <a:tabLst>
                <a:tab pos="1155065" algn="l"/>
              </a:tabLst>
            </a:pPr>
            <a:r>
              <a:rPr sz="2000" dirty="0">
                <a:solidFill>
                  <a:srgbClr val="009FE8"/>
                </a:solidFill>
                <a:latin typeface="微软雅黑" panose="020B0503020204020204" charset="-122"/>
                <a:cs typeface="微软雅黑" panose="020B0503020204020204" charset="-122"/>
              </a:rPr>
              <a:t>众多</a:t>
            </a:r>
            <a:r>
              <a:rPr sz="2000" spc="-20" dirty="0">
                <a:solidFill>
                  <a:srgbClr val="009FE8"/>
                </a:solidFill>
                <a:latin typeface="微软雅黑" panose="020B0503020204020204" charset="-122"/>
                <a:cs typeface="微软雅黑" panose="020B0503020204020204" charset="-122"/>
              </a:rPr>
              <a:t>IC/EDA</a:t>
            </a:r>
            <a:r>
              <a:rPr sz="2000" spc="-15" dirty="0">
                <a:solidFill>
                  <a:srgbClr val="009FE8"/>
                </a:solidFill>
                <a:latin typeface="微软雅黑" panose="020B0503020204020204" charset="-122"/>
                <a:cs typeface="微软雅黑" panose="020B0503020204020204" charset="-122"/>
              </a:rPr>
              <a:t>公司参与</a:t>
            </a:r>
            <a:endParaRPr sz="2000">
              <a:latin typeface="微软雅黑" panose="020B0503020204020204" charset="-122"/>
              <a:cs typeface="微软雅黑" panose="020B0503020204020204" charset="-122"/>
            </a:endParaRPr>
          </a:p>
        </p:txBody>
      </p:sp>
      <p:pic>
        <p:nvPicPr>
          <p:cNvPr id="4" name="object 4"/>
          <p:cNvPicPr/>
          <p:nvPr/>
        </p:nvPicPr>
        <p:blipFill>
          <a:blip r:embed="rId1" cstate="print"/>
          <a:stretch>
            <a:fillRect/>
          </a:stretch>
        </p:blipFill>
        <p:spPr>
          <a:xfrm>
            <a:off x="5381802" y="2013305"/>
            <a:ext cx="6360147" cy="3453383"/>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2855595" cy="604520"/>
          </a:xfrm>
          <a:prstGeom prst="rect">
            <a:avLst/>
          </a:prstGeom>
        </p:spPr>
        <p:txBody>
          <a:bodyPr vert="horz" wrap="square" lIns="0" tIns="12700" rIns="0" bIns="0" rtlCol="0">
            <a:spAutoFit/>
          </a:bodyPr>
          <a:lstStyle/>
          <a:p>
            <a:pPr marL="12700">
              <a:lnSpc>
                <a:spcPct val="100000"/>
              </a:lnSpc>
              <a:spcBef>
                <a:spcPts val="100"/>
              </a:spcBef>
            </a:pPr>
            <a:r>
              <a:rPr spc="-90" dirty="0"/>
              <a:t>IJTAG</a:t>
            </a:r>
            <a:r>
              <a:rPr spc="-20" dirty="0"/>
              <a:t>的概念</a:t>
            </a:r>
            <a:endParaRPr spc="-20" dirty="0"/>
          </a:p>
        </p:txBody>
      </p:sp>
      <p:sp>
        <p:nvSpPr>
          <p:cNvPr id="3" name="object 3"/>
          <p:cNvSpPr txBox="1"/>
          <p:nvPr/>
        </p:nvSpPr>
        <p:spPr>
          <a:xfrm>
            <a:off x="963930" y="1578355"/>
            <a:ext cx="6979284" cy="2821940"/>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2"/>
              <a:tabLst>
                <a:tab pos="469265" algn="l"/>
              </a:tabLst>
            </a:pPr>
            <a:r>
              <a:rPr sz="2400" b="1" spc="-10" dirty="0">
                <a:solidFill>
                  <a:srgbClr val="009FE8"/>
                </a:solidFill>
                <a:latin typeface="微软雅黑" panose="020B0503020204020204" charset="-122"/>
                <a:cs typeface="微软雅黑" panose="020B0503020204020204" charset="-122"/>
              </a:rPr>
              <a:t>IJTAG：</a:t>
            </a:r>
            <a:endParaRPr sz="2400">
              <a:latin typeface="微软雅黑" panose="020B0503020204020204" charset="-122"/>
              <a:cs typeface="微软雅黑" panose="020B0503020204020204" charset="-122"/>
            </a:endParaRPr>
          </a:p>
          <a:p>
            <a:pPr marL="697865" lvl="1" indent="-227965">
              <a:lnSpc>
                <a:spcPct val="100000"/>
              </a:lnSpc>
              <a:spcBef>
                <a:spcPts val="3200"/>
              </a:spcBef>
              <a:buFont typeface="Arial" panose="020B0604020202020204"/>
              <a:buChar char="•"/>
              <a:tabLst>
                <a:tab pos="697865" algn="l"/>
              </a:tabLst>
            </a:pPr>
            <a:r>
              <a:rPr sz="2200" spc="-10" dirty="0">
                <a:solidFill>
                  <a:srgbClr val="009FE8"/>
                </a:solidFill>
                <a:latin typeface="微软雅黑" panose="020B0503020204020204" charset="-122"/>
                <a:cs typeface="微软雅黑" panose="020B0503020204020204" charset="-122"/>
              </a:rPr>
              <a:t>包含三个部分：</a:t>
            </a:r>
            <a:endParaRPr sz="2200">
              <a:latin typeface="微软雅黑" panose="020B0503020204020204" charset="-122"/>
              <a:cs typeface="微软雅黑" panose="020B0503020204020204" charset="-122"/>
            </a:endParaRPr>
          </a:p>
          <a:p>
            <a:pPr marL="1155065" lvl="2" indent="-227965">
              <a:lnSpc>
                <a:spcPct val="100000"/>
              </a:lnSpc>
              <a:spcBef>
                <a:spcPts val="2660"/>
              </a:spcBef>
              <a:buFont typeface="Arial" panose="020B0604020202020204"/>
              <a:buChar char="•"/>
              <a:tabLst>
                <a:tab pos="1155065" algn="l"/>
              </a:tabLst>
            </a:pPr>
            <a:r>
              <a:rPr sz="1600" dirty="0">
                <a:solidFill>
                  <a:srgbClr val="009FE8"/>
                </a:solidFill>
                <a:latin typeface="微软雅黑" panose="020B0503020204020204" charset="-122"/>
                <a:cs typeface="微软雅黑" panose="020B0503020204020204" charset="-122"/>
              </a:rPr>
              <a:t>灵活的串行</a:t>
            </a:r>
            <a:r>
              <a:rPr sz="1600" spc="-10" dirty="0">
                <a:solidFill>
                  <a:srgbClr val="009FE8"/>
                </a:solidFill>
                <a:latin typeface="微软雅黑" panose="020B0503020204020204" charset="-122"/>
                <a:cs typeface="微软雅黑" panose="020B0503020204020204" charset="-122"/>
              </a:rPr>
              <a:t>TDR</a:t>
            </a:r>
            <a:r>
              <a:rPr sz="1600" dirty="0">
                <a:solidFill>
                  <a:srgbClr val="009FE8"/>
                </a:solidFill>
                <a:latin typeface="微软雅黑" panose="020B0503020204020204" charset="-122"/>
                <a:cs typeface="微软雅黑" panose="020B0503020204020204" charset="-122"/>
              </a:rPr>
              <a:t>链路，用以测试片上</a:t>
            </a:r>
            <a:r>
              <a:rPr sz="1600" spc="-25" dirty="0">
                <a:solidFill>
                  <a:srgbClr val="009FE8"/>
                </a:solidFill>
                <a:latin typeface="微软雅黑" panose="020B0503020204020204" charset="-122"/>
                <a:cs typeface="微软雅黑" panose="020B0503020204020204" charset="-122"/>
              </a:rPr>
              <a:t>IP</a:t>
            </a:r>
            <a:endParaRPr sz="1600">
              <a:latin typeface="微软雅黑" panose="020B0503020204020204" charset="-122"/>
              <a:cs typeface="微软雅黑" panose="020B0503020204020204" charset="-122"/>
            </a:endParaRPr>
          </a:p>
          <a:p>
            <a:pPr marL="1155065" lvl="2" indent="-227965">
              <a:lnSpc>
                <a:spcPct val="100000"/>
              </a:lnSpc>
              <a:spcBef>
                <a:spcPts val="2500"/>
              </a:spcBef>
              <a:buFont typeface="Arial" panose="020B0604020202020204"/>
              <a:buChar char="•"/>
              <a:tabLst>
                <a:tab pos="1155065" algn="l"/>
              </a:tabLst>
            </a:pPr>
            <a:r>
              <a:rPr sz="1600" spc="-45" dirty="0">
                <a:solidFill>
                  <a:srgbClr val="009FE8"/>
                </a:solidFill>
                <a:latin typeface="微软雅黑" panose="020B0503020204020204" charset="-122"/>
                <a:cs typeface="微软雅黑" panose="020B0503020204020204" charset="-122"/>
              </a:rPr>
              <a:t>IJTAG</a:t>
            </a:r>
            <a:r>
              <a:rPr sz="1600" dirty="0">
                <a:solidFill>
                  <a:srgbClr val="009FE8"/>
                </a:solidFill>
                <a:latin typeface="微软雅黑" panose="020B0503020204020204" charset="-122"/>
                <a:cs typeface="微软雅黑" panose="020B0503020204020204" charset="-122"/>
              </a:rPr>
              <a:t>网络连接语言：ICL：Instrument</a:t>
            </a:r>
            <a:r>
              <a:rPr sz="1600" spc="-65" dirty="0">
                <a:solidFill>
                  <a:srgbClr val="009FE8"/>
                </a:solidFill>
                <a:latin typeface="微软雅黑" panose="020B0503020204020204" charset="-122"/>
                <a:cs typeface="微软雅黑" panose="020B0503020204020204" charset="-122"/>
              </a:rPr>
              <a:t> </a:t>
            </a:r>
            <a:r>
              <a:rPr sz="1600" dirty="0">
                <a:solidFill>
                  <a:srgbClr val="009FE8"/>
                </a:solidFill>
                <a:latin typeface="微软雅黑" panose="020B0503020204020204" charset="-122"/>
                <a:cs typeface="微软雅黑" panose="020B0503020204020204" charset="-122"/>
              </a:rPr>
              <a:t>Connectivity</a:t>
            </a:r>
            <a:r>
              <a:rPr sz="1600" spc="-65" dirty="0">
                <a:solidFill>
                  <a:srgbClr val="009FE8"/>
                </a:solidFill>
                <a:latin typeface="微软雅黑" panose="020B0503020204020204" charset="-122"/>
                <a:cs typeface="微软雅黑" panose="020B0503020204020204" charset="-122"/>
              </a:rPr>
              <a:t> </a:t>
            </a:r>
            <a:r>
              <a:rPr sz="1600" spc="-10" dirty="0">
                <a:solidFill>
                  <a:srgbClr val="009FE8"/>
                </a:solidFill>
                <a:latin typeface="微软雅黑" panose="020B0503020204020204" charset="-122"/>
                <a:cs typeface="微软雅黑" panose="020B0503020204020204" charset="-122"/>
              </a:rPr>
              <a:t>Language</a:t>
            </a:r>
            <a:endParaRPr sz="1600">
              <a:latin typeface="微软雅黑" panose="020B0503020204020204" charset="-122"/>
              <a:cs typeface="微软雅黑" panose="020B0503020204020204" charset="-122"/>
            </a:endParaRPr>
          </a:p>
          <a:p>
            <a:pPr marL="1155065" lvl="2" indent="-227965">
              <a:lnSpc>
                <a:spcPct val="100000"/>
              </a:lnSpc>
              <a:spcBef>
                <a:spcPts val="2375"/>
              </a:spcBef>
              <a:buFont typeface="Arial" panose="020B0604020202020204"/>
              <a:buChar char="•"/>
              <a:tabLst>
                <a:tab pos="1155065" algn="l"/>
              </a:tabLst>
            </a:pPr>
            <a:r>
              <a:rPr sz="1600" spc="-45" dirty="0">
                <a:solidFill>
                  <a:srgbClr val="009FE8"/>
                </a:solidFill>
                <a:latin typeface="微软雅黑" panose="020B0503020204020204" charset="-122"/>
                <a:cs typeface="微软雅黑" panose="020B0503020204020204" charset="-122"/>
              </a:rPr>
              <a:t>IJTAG</a:t>
            </a:r>
            <a:r>
              <a:rPr sz="1600" spc="-5" dirty="0">
                <a:solidFill>
                  <a:srgbClr val="009FE8"/>
                </a:solidFill>
                <a:latin typeface="微软雅黑" panose="020B0503020204020204" charset="-122"/>
                <a:cs typeface="微软雅黑" panose="020B0503020204020204" charset="-122"/>
              </a:rPr>
              <a:t>程序描述语言：</a:t>
            </a:r>
            <a:r>
              <a:rPr sz="1600" spc="-10" dirty="0">
                <a:solidFill>
                  <a:srgbClr val="009FE8"/>
                </a:solidFill>
                <a:latin typeface="微软雅黑" panose="020B0503020204020204" charset="-122"/>
                <a:cs typeface="微软雅黑" panose="020B0503020204020204" charset="-122"/>
              </a:rPr>
              <a:t>PDL：Procedural</a:t>
            </a:r>
            <a:r>
              <a:rPr sz="1600" dirty="0">
                <a:solidFill>
                  <a:srgbClr val="009FE8"/>
                </a:solidFill>
                <a:latin typeface="微软雅黑" panose="020B0503020204020204" charset="-122"/>
                <a:cs typeface="微软雅黑" panose="020B0503020204020204" charset="-122"/>
              </a:rPr>
              <a:t> Description </a:t>
            </a:r>
            <a:r>
              <a:rPr sz="1600" spc="-10" dirty="0">
                <a:solidFill>
                  <a:srgbClr val="009FE8"/>
                </a:solidFill>
                <a:latin typeface="微软雅黑" panose="020B0503020204020204" charset="-122"/>
                <a:cs typeface="微软雅黑" panose="020B0503020204020204" charset="-122"/>
              </a:rPr>
              <a:t>Language</a:t>
            </a:r>
            <a:endParaRPr sz="1600">
              <a:latin typeface="微软雅黑" panose="020B0503020204020204" charset="-122"/>
              <a:cs typeface="微软雅黑" panose="020B0503020204020204"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5930" y="364236"/>
            <a:ext cx="2855595" cy="604520"/>
          </a:xfrm>
          <a:prstGeom prst="rect">
            <a:avLst/>
          </a:prstGeom>
        </p:spPr>
        <p:txBody>
          <a:bodyPr vert="horz" wrap="square" lIns="0" tIns="12700" rIns="0" bIns="0" rtlCol="0">
            <a:spAutoFit/>
          </a:bodyPr>
          <a:lstStyle/>
          <a:p>
            <a:pPr marL="12700">
              <a:lnSpc>
                <a:spcPct val="100000"/>
              </a:lnSpc>
              <a:spcBef>
                <a:spcPts val="100"/>
              </a:spcBef>
            </a:pPr>
            <a:r>
              <a:rPr sz="3800" b="1" spc="-90" dirty="0">
                <a:solidFill>
                  <a:srgbClr val="00B0F0"/>
                </a:solidFill>
                <a:latin typeface="微软雅黑" panose="020B0503020204020204" charset="-122"/>
                <a:cs typeface="微软雅黑" panose="020B0503020204020204" charset="-122"/>
              </a:rPr>
              <a:t>IJTAG</a:t>
            </a:r>
            <a:r>
              <a:rPr sz="3800" b="1" spc="-20" dirty="0">
                <a:solidFill>
                  <a:srgbClr val="00B0F0"/>
                </a:solidFill>
                <a:latin typeface="微软雅黑" panose="020B0503020204020204" charset="-122"/>
                <a:cs typeface="微软雅黑" panose="020B0503020204020204" charset="-122"/>
              </a:rPr>
              <a:t>的概念</a:t>
            </a:r>
            <a:endParaRPr sz="3800">
              <a:latin typeface="微软雅黑" panose="020B0503020204020204" charset="-122"/>
              <a:cs typeface="微软雅黑" panose="020B0503020204020204" charset="-122"/>
            </a:endParaRPr>
          </a:p>
        </p:txBody>
      </p:sp>
      <p:sp>
        <p:nvSpPr>
          <p:cNvPr id="3" name="object 3"/>
          <p:cNvSpPr txBox="1"/>
          <p:nvPr/>
        </p:nvSpPr>
        <p:spPr>
          <a:xfrm>
            <a:off x="963930" y="1578355"/>
            <a:ext cx="1657985" cy="391160"/>
          </a:xfrm>
          <a:prstGeom prst="rect">
            <a:avLst/>
          </a:prstGeom>
        </p:spPr>
        <p:txBody>
          <a:bodyPr vert="horz" wrap="square" lIns="0" tIns="12700" rIns="0" bIns="0" rtlCol="0">
            <a:spAutoFit/>
          </a:bodyPr>
          <a:lstStyle/>
          <a:p>
            <a:pPr marL="12700">
              <a:lnSpc>
                <a:spcPct val="100000"/>
              </a:lnSpc>
              <a:spcBef>
                <a:spcPts val="100"/>
              </a:spcBef>
              <a:tabLst>
                <a:tab pos="469265" algn="l"/>
              </a:tabLst>
            </a:pPr>
            <a:r>
              <a:rPr sz="2400" b="1" spc="-25" dirty="0">
                <a:solidFill>
                  <a:srgbClr val="009FE8"/>
                </a:solidFill>
                <a:latin typeface="微软雅黑" panose="020B0503020204020204" charset="-122"/>
                <a:cs typeface="微软雅黑" panose="020B0503020204020204" charset="-122"/>
              </a:rPr>
              <a:t>2.</a:t>
            </a:r>
            <a:r>
              <a:rPr sz="2400" b="1" dirty="0">
                <a:solidFill>
                  <a:srgbClr val="009FE8"/>
                </a:solidFill>
                <a:latin typeface="微软雅黑" panose="020B0503020204020204" charset="-122"/>
                <a:cs typeface="微软雅黑" panose="020B0503020204020204" charset="-122"/>
              </a:rPr>
              <a:t>	</a:t>
            </a:r>
            <a:r>
              <a:rPr sz="2400" b="1" spc="-35" dirty="0">
                <a:solidFill>
                  <a:srgbClr val="009FE8"/>
                </a:solidFill>
                <a:latin typeface="微软雅黑" panose="020B0503020204020204" charset="-122"/>
                <a:cs typeface="微软雅黑" panose="020B0503020204020204" charset="-122"/>
              </a:rPr>
              <a:t>IJTAG：</a:t>
            </a:r>
            <a:endParaRPr sz="2400">
              <a:latin typeface="微软雅黑" panose="020B0503020204020204" charset="-122"/>
              <a:cs typeface="微软雅黑" panose="020B0503020204020204" charset="-122"/>
            </a:endParaRPr>
          </a:p>
        </p:txBody>
      </p:sp>
      <p:pic>
        <p:nvPicPr>
          <p:cNvPr id="4" name="object 4"/>
          <p:cNvPicPr/>
          <p:nvPr/>
        </p:nvPicPr>
        <p:blipFill>
          <a:blip r:embed="rId1" cstate="print"/>
          <a:stretch>
            <a:fillRect/>
          </a:stretch>
        </p:blipFill>
        <p:spPr>
          <a:xfrm>
            <a:off x="1993328" y="2057400"/>
            <a:ext cx="8321039" cy="433197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30" dirty="0"/>
              <a:t>SIB</a:t>
            </a:r>
            <a:r>
              <a:rPr spc="-20" dirty="0"/>
              <a:t>的结构</a:t>
            </a:r>
            <a:endParaRPr spc="-20" dirty="0"/>
          </a:p>
        </p:txBody>
      </p:sp>
      <p:sp>
        <p:nvSpPr>
          <p:cNvPr id="3" name="object 3"/>
          <p:cNvSpPr txBox="1"/>
          <p:nvPr/>
        </p:nvSpPr>
        <p:spPr>
          <a:xfrm>
            <a:off x="963930" y="1578355"/>
            <a:ext cx="6003290" cy="4068445"/>
          </a:xfrm>
          <a:prstGeom prst="rect">
            <a:avLst/>
          </a:prstGeom>
        </p:spPr>
        <p:txBody>
          <a:bodyPr vert="horz" wrap="square" lIns="0" tIns="12700" rIns="0" bIns="0" rtlCol="0">
            <a:spAutoFit/>
          </a:bodyPr>
          <a:lstStyle/>
          <a:p>
            <a:pPr marL="469265" indent="-456565">
              <a:lnSpc>
                <a:spcPct val="100000"/>
              </a:lnSpc>
              <a:spcBef>
                <a:spcPts val="100"/>
              </a:spcBef>
              <a:buAutoNum type="arabicPeriod"/>
              <a:tabLst>
                <a:tab pos="469265" algn="l"/>
              </a:tabLst>
            </a:pPr>
            <a:r>
              <a:rPr sz="2400" b="1" spc="-20" dirty="0">
                <a:solidFill>
                  <a:srgbClr val="009FE8"/>
                </a:solidFill>
                <a:latin typeface="微软雅黑" panose="020B0503020204020204" charset="-122"/>
                <a:cs typeface="微软雅黑" panose="020B0503020204020204" charset="-122"/>
              </a:rPr>
              <a:t>SIB</a:t>
            </a:r>
            <a:r>
              <a:rPr sz="2400" b="1" spc="-15" dirty="0">
                <a:solidFill>
                  <a:srgbClr val="009FE8"/>
                </a:solidFill>
                <a:latin typeface="微软雅黑" panose="020B0503020204020204" charset="-122"/>
                <a:cs typeface="微软雅黑" panose="020B0503020204020204" charset="-122"/>
              </a:rPr>
              <a:t>的概念：</a:t>
            </a:r>
            <a:endParaRPr sz="2400">
              <a:latin typeface="微软雅黑" panose="020B0503020204020204" charset="-122"/>
              <a:cs typeface="微软雅黑" panose="020B0503020204020204" charset="-122"/>
            </a:endParaRPr>
          </a:p>
          <a:p>
            <a:pPr marL="926465" lvl="1" indent="-456565">
              <a:lnSpc>
                <a:spcPct val="100000"/>
              </a:lnSpc>
              <a:spcBef>
                <a:spcPts val="3200"/>
              </a:spcBef>
              <a:buAutoNum type="arabicPeriod"/>
              <a:tabLst>
                <a:tab pos="926465" algn="l"/>
              </a:tabLst>
            </a:pPr>
            <a:r>
              <a:rPr sz="2200" dirty="0">
                <a:solidFill>
                  <a:srgbClr val="009FE8"/>
                </a:solidFill>
                <a:latin typeface="微软雅黑" panose="020B0503020204020204" charset="-122"/>
                <a:cs typeface="微软雅黑" panose="020B0503020204020204" charset="-122"/>
              </a:rPr>
              <a:t>SIB:</a:t>
            </a:r>
            <a:r>
              <a:rPr sz="2200" spc="30" dirty="0">
                <a:solidFill>
                  <a:srgbClr val="009FE8"/>
                </a:solidFill>
                <a:latin typeface="微软雅黑" panose="020B0503020204020204" charset="-122"/>
                <a:cs typeface="微软雅黑" panose="020B0503020204020204" charset="-122"/>
              </a:rPr>
              <a:t> </a:t>
            </a:r>
            <a:r>
              <a:rPr sz="2200" spc="-35" dirty="0">
                <a:solidFill>
                  <a:srgbClr val="009FE8"/>
                </a:solidFill>
                <a:latin typeface="微软雅黑" panose="020B0503020204020204" charset="-122"/>
                <a:cs typeface="微软雅黑" panose="020B0503020204020204" charset="-122"/>
              </a:rPr>
              <a:t>Segment-</a:t>
            </a:r>
            <a:r>
              <a:rPr sz="2200" dirty="0">
                <a:solidFill>
                  <a:srgbClr val="009FE8"/>
                </a:solidFill>
                <a:latin typeface="微软雅黑" panose="020B0503020204020204" charset="-122"/>
                <a:cs typeface="微软雅黑" panose="020B0503020204020204" charset="-122"/>
              </a:rPr>
              <a:t>Insertion-</a:t>
            </a:r>
            <a:r>
              <a:rPr sz="2200" spc="-25" dirty="0">
                <a:solidFill>
                  <a:srgbClr val="009FE8"/>
                </a:solidFill>
                <a:latin typeface="微软雅黑" panose="020B0503020204020204" charset="-122"/>
                <a:cs typeface="微软雅黑" panose="020B0503020204020204" charset="-122"/>
              </a:rPr>
              <a:t>Bit</a:t>
            </a:r>
            <a:endParaRPr sz="2200">
              <a:latin typeface="微软雅黑" panose="020B0503020204020204" charset="-122"/>
              <a:cs typeface="微软雅黑" panose="020B0503020204020204" charset="-122"/>
            </a:endParaRPr>
          </a:p>
          <a:p>
            <a:pPr marL="926465" lvl="1" indent="-456565">
              <a:lnSpc>
                <a:spcPct val="100000"/>
              </a:lnSpc>
              <a:spcBef>
                <a:spcPts val="3165"/>
              </a:spcBef>
              <a:buAutoNum type="arabicPeriod"/>
              <a:tabLst>
                <a:tab pos="926465" algn="l"/>
              </a:tabLst>
            </a:pPr>
            <a:r>
              <a:rPr sz="2200" dirty="0">
                <a:solidFill>
                  <a:srgbClr val="009FE8"/>
                </a:solidFill>
                <a:latin typeface="微软雅黑" panose="020B0503020204020204" charset="-122"/>
                <a:cs typeface="微软雅黑" panose="020B0503020204020204" charset="-122"/>
              </a:rPr>
              <a:t>SIB</a:t>
            </a:r>
            <a:r>
              <a:rPr sz="2200" spc="-10" dirty="0">
                <a:solidFill>
                  <a:srgbClr val="009FE8"/>
                </a:solidFill>
                <a:latin typeface="微软雅黑" panose="020B0503020204020204" charset="-122"/>
                <a:cs typeface="微软雅黑" panose="020B0503020204020204" charset="-122"/>
              </a:rPr>
              <a:t> 是单比特的</a:t>
            </a:r>
            <a:r>
              <a:rPr sz="2200" spc="-25" dirty="0">
                <a:solidFill>
                  <a:srgbClr val="009FE8"/>
                </a:solidFill>
                <a:latin typeface="微软雅黑" panose="020B0503020204020204" charset="-122"/>
                <a:cs typeface="微软雅黑" panose="020B0503020204020204" charset="-122"/>
              </a:rPr>
              <a:t>TDR</a:t>
            </a:r>
            <a:endParaRPr sz="2200">
              <a:latin typeface="微软雅黑" panose="020B0503020204020204" charset="-122"/>
              <a:cs typeface="微软雅黑" panose="020B0503020204020204" charset="-122"/>
            </a:endParaRPr>
          </a:p>
          <a:p>
            <a:pPr marL="926465" lvl="1" indent="-456565">
              <a:lnSpc>
                <a:spcPct val="100000"/>
              </a:lnSpc>
              <a:spcBef>
                <a:spcPts val="3170"/>
              </a:spcBef>
              <a:buAutoNum type="arabicPeriod"/>
              <a:tabLst>
                <a:tab pos="926465" algn="l"/>
              </a:tabLst>
            </a:pPr>
            <a:r>
              <a:rPr sz="2200" spc="-10" dirty="0">
                <a:solidFill>
                  <a:srgbClr val="009FE8"/>
                </a:solidFill>
                <a:latin typeface="微软雅黑" panose="020B0503020204020204" charset="-122"/>
                <a:cs typeface="微软雅黑" panose="020B0503020204020204" charset="-122"/>
              </a:rPr>
              <a:t>SIB有开和关两种状态</a:t>
            </a:r>
            <a:endParaRPr sz="2200">
              <a:latin typeface="微软雅黑" panose="020B0503020204020204" charset="-122"/>
              <a:cs typeface="微软雅黑" panose="020B0503020204020204" charset="-122"/>
            </a:endParaRPr>
          </a:p>
          <a:p>
            <a:pPr marL="926465" lvl="1" indent="-456565">
              <a:lnSpc>
                <a:spcPct val="100000"/>
              </a:lnSpc>
              <a:spcBef>
                <a:spcPts val="3145"/>
              </a:spcBef>
              <a:buAutoNum type="arabicPeriod"/>
              <a:tabLst>
                <a:tab pos="926465" algn="l"/>
              </a:tabLst>
            </a:pPr>
            <a:r>
              <a:rPr sz="2200" dirty="0">
                <a:solidFill>
                  <a:srgbClr val="009FE8"/>
                </a:solidFill>
                <a:latin typeface="微软雅黑" panose="020B0503020204020204" charset="-122"/>
                <a:cs typeface="微软雅黑" panose="020B0503020204020204" charset="-122"/>
              </a:rPr>
              <a:t>插入</a:t>
            </a:r>
            <a:r>
              <a:rPr sz="2200" spc="-10" dirty="0">
                <a:solidFill>
                  <a:srgbClr val="009FE8"/>
                </a:solidFill>
                <a:latin typeface="微软雅黑" panose="020B0503020204020204" charset="-122"/>
                <a:cs typeface="微软雅黑" panose="020B0503020204020204" charset="-122"/>
              </a:rPr>
              <a:t>SIB</a:t>
            </a:r>
            <a:r>
              <a:rPr sz="2200" spc="-5" dirty="0">
                <a:solidFill>
                  <a:srgbClr val="009FE8"/>
                </a:solidFill>
                <a:latin typeface="微软雅黑" panose="020B0503020204020204" charset="-122"/>
                <a:cs typeface="微软雅黑" panose="020B0503020204020204" charset="-122"/>
              </a:rPr>
              <a:t>来实现任意层次化结构</a:t>
            </a:r>
            <a:endParaRPr sz="2200">
              <a:latin typeface="微软雅黑" panose="020B0503020204020204" charset="-122"/>
              <a:cs typeface="微软雅黑" panose="020B0503020204020204" charset="-122"/>
            </a:endParaRPr>
          </a:p>
          <a:p>
            <a:pPr marL="926465" lvl="1" indent="-456565">
              <a:lnSpc>
                <a:spcPct val="100000"/>
              </a:lnSpc>
              <a:spcBef>
                <a:spcPts val="3070"/>
              </a:spcBef>
              <a:buAutoNum type="arabicPeriod"/>
              <a:tabLst>
                <a:tab pos="926465" algn="l"/>
              </a:tabLst>
            </a:pPr>
            <a:r>
              <a:rPr sz="2200" dirty="0">
                <a:solidFill>
                  <a:srgbClr val="009FE8"/>
                </a:solidFill>
                <a:latin typeface="微软雅黑" panose="020B0503020204020204" charset="-122"/>
                <a:cs typeface="微软雅黑" panose="020B0503020204020204" charset="-122"/>
              </a:rPr>
              <a:t>利用</a:t>
            </a:r>
            <a:r>
              <a:rPr sz="2200" spc="-10" dirty="0">
                <a:solidFill>
                  <a:srgbClr val="009FE8"/>
                </a:solidFill>
                <a:latin typeface="微软雅黑" panose="020B0503020204020204" charset="-122"/>
                <a:cs typeface="微软雅黑" panose="020B0503020204020204" charset="-122"/>
              </a:rPr>
              <a:t>SIB</a:t>
            </a:r>
            <a:r>
              <a:rPr sz="2200" dirty="0">
                <a:solidFill>
                  <a:srgbClr val="009FE8"/>
                </a:solidFill>
                <a:latin typeface="微软雅黑" panose="020B0503020204020204" charset="-122"/>
                <a:cs typeface="微软雅黑" panose="020B0503020204020204" charset="-122"/>
              </a:rPr>
              <a:t>可以实现对</a:t>
            </a:r>
            <a:r>
              <a:rPr sz="2200" spc="-60" dirty="0">
                <a:solidFill>
                  <a:srgbClr val="009FE8"/>
                </a:solidFill>
                <a:latin typeface="微软雅黑" panose="020B0503020204020204" charset="-122"/>
                <a:cs typeface="微软雅黑" panose="020B0503020204020204" charset="-122"/>
              </a:rPr>
              <a:t>IJTAG</a:t>
            </a:r>
            <a:r>
              <a:rPr sz="2200" spc="-10" dirty="0">
                <a:solidFill>
                  <a:srgbClr val="009FE8"/>
                </a:solidFill>
                <a:latin typeface="微软雅黑" panose="020B0503020204020204" charset="-122"/>
                <a:cs typeface="微软雅黑" panose="020B0503020204020204" charset="-122"/>
              </a:rPr>
              <a:t>网络的灵活配置</a:t>
            </a:r>
            <a:endParaRPr sz="2200">
              <a:latin typeface="微软雅黑" panose="020B0503020204020204" charset="-122"/>
              <a:cs typeface="微软雅黑" panose="020B0503020204020204" charset="-122"/>
            </a:endParaRPr>
          </a:p>
        </p:txBody>
      </p:sp>
      <p:sp>
        <p:nvSpPr>
          <p:cNvPr id="4" name="object 4"/>
          <p:cNvSpPr/>
          <p:nvPr/>
        </p:nvSpPr>
        <p:spPr>
          <a:xfrm>
            <a:off x="8446200" y="3158116"/>
            <a:ext cx="897255" cy="848360"/>
          </a:xfrm>
          <a:custGeom>
            <a:avLst/>
            <a:gdLst/>
            <a:ahLst/>
            <a:cxnLst/>
            <a:rect l="l" t="t" r="r" b="b"/>
            <a:pathLst>
              <a:path w="897254" h="848360">
                <a:moveTo>
                  <a:pt x="0" y="848177"/>
                </a:moveTo>
                <a:lnTo>
                  <a:pt x="897041" y="848177"/>
                </a:lnTo>
                <a:lnTo>
                  <a:pt x="897041" y="0"/>
                </a:lnTo>
                <a:lnTo>
                  <a:pt x="0" y="0"/>
                </a:lnTo>
                <a:lnTo>
                  <a:pt x="0" y="848177"/>
                </a:lnTo>
                <a:close/>
              </a:path>
            </a:pathLst>
          </a:custGeom>
          <a:ln w="35733">
            <a:solidFill>
              <a:srgbClr val="92CDDC"/>
            </a:solidFill>
          </a:ln>
        </p:spPr>
        <p:txBody>
          <a:bodyPr wrap="square" lIns="0" tIns="0" rIns="0" bIns="0" rtlCol="0"/>
          <a:lstStyle/>
          <a:p/>
        </p:txBody>
      </p:sp>
      <p:sp>
        <p:nvSpPr>
          <p:cNvPr id="5" name="object 5"/>
          <p:cNvSpPr txBox="1"/>
          <p:nvPr/>
        </p:nvSpPr>
        <p:spPr>
          <a:xfrm>
            <a:off x="8446198" y="3140250"/>
            <a:ext cx="897255" cy="883919"/>
          </a:xfrm>
          <a:prstGeom prst="rect">
            <a:avLst/>
          </a:prstGeom>
          <a:solidFill>
            <a:srgbClr val="92CDDC"/>
          </a:solidFill>
        </p:spPr>
        <p:txBody>
          <a:bodyPr vert="horz" wrap="square" lIns="0" tIns="257175" rIns="0" bIns="0" rtlCol="0">
            <a:spAutoFit/>
          </a:bodyPr>
          <a:lstStyle/>
          <a:p>
            <a:pPr marL="281305">
              <a:lnSpc>
                <a:spcPct val="100000"/>
              </a:lnSpc>
              <a:spcBef>
                <a:spcPts val="2025"/>
              </a:spcBef>
            </a:pPr>
            <a:r>
              <a:rPr sz="2250" spc="-25" dirty="0">
                <a:latin typeface="Calibri" panose="020F0502020204030204"/>
                <a:cs typeface="Calibri" panose="020F0502020204030204"/>
              </a:rPr>
              <a:t>SIB</a:t>
            </a:r>
            <a:endParaRPr sz="2250">
              <a:latin typeface="Calibri" panose="020F0502020204030204"/>
              <a:cs typeface="Calibri" panose="020F0502020204030204"/>
            </a:endParaRPr>
          </a:p>
        </p:txBody>
      </p:sp>
      <p:grpSp>
        <p:nvGrpSpPr>
          <p:cNvPr id="6" name="object 6"/>
          <p:cNvGrpSpPr/>
          <p:nvPr/>
        </p:nvGrpSpPr>
        <p:grpSpPr>
          <a:xfrm>
            <a:off x="7791931" y="2762412"/>
            <a:ext cx="2527300" cy="1856105"/>
            <a:chOff x="7791931" y="2762412"/>
            <a:chExt cx="2527300" cy="1856105"/>
          </a:xfrm>
        </p:grpSpPr>
        <p:sp>
          <p:nvSpPr>
            <p:cNvPr id="7" name="object 7"/>
            <p:cNvSpPr/>
            <p:nvPr/>
          </p:nvSpPr>
          <p:spPr>
            <a:xfrm>
              <a:off x="9990734" y="2780271"/>
              <a:ext cx="310515" cy="1604010"/>
            </a:xfrm>
            <a:custGeom>
              <a:avLst/>
              <a:gdLst/>
              <a:ahLst/>
              <a:cxnLst/>
              <a:rect l="l" t="t" r="r" b="b"/>
              <a:pathLst>
                <a:path w="310515" h="1604010">
                  <a:moveTo>
                    <a:pt x="310262" y="0"/>
                  </a:moveTo>
                  <a:lnTo>
                    <a:pt x="0" y="0"/>
                  </a:lnTo>
                  <a:lnTo>
                    <a:pt x="0" y="1603857"/>
                  </a:lnTo>
                  <a:lnTo>
                    <a:pt x="310262" y="1603857"/>
                  </a:lnTo>
                  <a:lnTo>
                    <a:pt x="310262" y="0"/>
                  </a:lnTo>
                  <a:close/>
                </a:path>
              </a:pathLst>
            </a:custGeom>
            <a:solidFill>
              <a:srgbClr val="92CDDC"/>
            </a:solidFill>
          </p:spPr>
          <p:txBody>
            <a:bodyPr wrap="square" lIns="0" tIns="0" rIns="0" bIns="0" rtlCol="0"/>
            <a:lstStyle/>
            <a:p/>
          </p:txBody>
        </p:sp>
        <p:sp>
          <p:nvSpPr>
            <p:cNvPr id="8" name="object 8"/>
            <p:cNvSpPr/>
            <p:nvPr/>
          </p:nvSpPr>
          <p:spPr>
            <a:xfrm>
              <a:off x="9990730" y="2780276"/>
              <a:ext cx="310515" cy="1604010"/>
            </a:xfrm>
            <a:custGeom>
              <a:avLst/>
              <a:gdLst/>
              <a:ahLst/>
              <a:cxnLst/>
              <a:rect l="l" t="t" r="r" b="b"/>
              <a:pathLst>
                <a:path w="310515" h="1604010">
                  <a:moveTo>
                    <a:pt x="0" y="1603857"/>
                  </a:moveTo>
                  <a:lnTo>
                    <a:pt x="310262" y="1603857"/>
                  </a:lnTo>
                  <a:lnTo>
                    <a:pt x="310262" y="0"/>
                  </a:lnTo>
                  <a:lnTo>
                    <a:pt x="0" y="0"/>
                  </a:lnTo>
                  <a:lnTo>
                    <a:pt x="0" y="1603857"/>
                  </a:lnTo>
                  <a:close/>
                </a:path>
              </a:pathLst>
            </a:custGeom>
            <a:ln w="35727">
              <a:solidFill>
                <a:srgbClr val="92CDDC"/>
              </a:solidFill>
            </a:ln>
          </p:spPr>
          <p:txBody>
            <a:bodyPr wrap="square" lIns="0" tIns="0" rIns="0" bIns="0" rtlCol="0"/>
            <a:lstStyle/>
            <a:p/>
          </p:txBody>
        </p:sp>
        <p:sp>
          <p:nvSpPr>
            <p:cNvPr id="9" name="object 9"/>
            <p:cNvSpPr/>
            <p:nvPr/>
          </p:nvSpPr>
          <p:spPr>
            <a:xfrm>
              <a:off x="9343242" y="3318117"/>
              <a:ext cx="501015" cy="0"/>
            </a:xfrm>
            <a:custGeom>
              <a:avLst/>
              <a:gdLst/>
              <a:ahLst/>
              <a:cxnLst/>
              <a:rect l="l" t="t" r="r" b="b"/>
              <a:pathLst>
                <a:path w="501015">
                  <a:moveTo>
                    <a:pt x="0" y="0"/>
                  </a:moveTo>
                  <a:lnTo>
                    <a:pt x="500535" y="0"/>
                  </a:lnTo>
                </a:path>
              </a:pathLst>
            </a:custGeom>
            <a:ln w="35739">
              <a:solidFill>
                <a:srgbClr val="000000"/>
              </a:solidFill>
            </a:ln>
          </p:spPr>
          <p:txBody>
            <a:bodyPr wrap="square" lIns="0" tIns="0" rIns="0" bIns="0" rtlCol="0"/>
            <a:lstStyle/>
            <a:p/>
          </p:txBody>
        </p:sp>
        <p:pic>
          <p:nvPicPr>
            <p:cNvPr id="10" name="object 10"/>
            <p:cNvPicPr/>
            <p:nvPr/>
          </p:nvPicPr>
          <p:blipFill>
            <a:blip r:embed="rId1" cstate="print"/>
            <a:stretch>
              <a:fillRect/>
            </a:stretch>
          </p:blipFill>
          <p:spPr>
            <a:xfrm>
              <a:off x="9796564" y="3220999"/>
              <a:ext cx="194170" cy="194233"/>
            </a:xfrm>
            <a:prstGeom prst="rect">
              <a:avLst/>
            </a:prstGeom>
          </p:spPr>
        </p:pic>
        <p:sp>
          <p:nvSpPr>
            <p:cNvPr id="11" name="object 11"/>
            <p:cNvSpPr/>
            <p:nvPr/>
          </p:nvSpPr>
          <p:spPr>
            <a:xfrm>
              <a:off x="9495382" y="3857861"/>
              <a:ext cx="495934" cy="0"/>
            </a:xfrm>
            <a:custGeom>
              <a:avLst/>
              <a:gdLst/>
              <a:ahLst/>
              <a:cxnLst/>
              <a:rect l="l" t="t" r="r" b="b"/>
              <a:pathLst>
                <a:path w="495934">
                  <a:moveTo>
                    <a:pt x="0" y="0"/>
                  </a:moveTo>
                  <a:lnTo>
                    <a:pt x="495347" y="0"/>
                  </a:lnTo>
                </a:path>
              </a:pathLst>
            </a:custGeom>
            <a:ln w="35739">
              <a:solidFill>
                <a:srgbClr val="000000"/>
              </a:solidFill>
            </a:ln>
          </p:spPr>
          <p:txBody>
            <a:bodyPr wrap="square" lIns="0" tIns="0" rIns="0" bIns="0" rtlCol="0"/>
            <a:lstStyle/>
            <a:p/>
          </p:txBody>
        </p:sp>
        <p:pic>
          <p:nvPicPr>
            <p:cNvPr id="12" name="object 12"/>
            <p:cNvPicPr/>
            <p:nvPr/>
          </p:nvPicPr>
          <p:blipFill>
            <a:blip r:embed="rId2" cstate="print"/>
            <a:stretch>
              <a:fillRect/>
            </a:stretch>
          </p:blipFill>
          <p:spPr>
            <a:xfrm>
              <a:off x="9348431" y="3760749"/>
              <a:ext cx="194157" cy="194221"/>
            </a:xfrm>
            <a:prstGeom prst="rect">
              <a:avLst/>
            </a:prstGeom>
          </p:spPr>
        </p:pic>
        <p:sp>
          <p:nvSpPr>
            <p:cNvPr id="13" name="object 13"/>
            <p:cNvSpPr/>
            <p:nvPr/>
          </p:nvSpPr>
          <p:spPr>
            <a:xfrm>
              <a:off x="7791931" y="3574469"/>
              <a:ext cx="501015" cy="0"/>
            </a:xfrm>
            <a:custGeom>
              <a:avLst/>
              <a:gdLst/>
              <a:ahLst/>
              <a:cxnLst/>
              <a:rect l="l" t="t" r="r" b="b"/>
              <a:pathLst>
                <a:path w="501015">
                  <a:moveTo>
                    <a:pt x="0" y="0"/>
                  </a:moveTo>
                  <a:lnTo>
                    <a:pt x="500511" y="0"/>
                  </a:lnTo>
                </a:path>
              </a:pathLst>
            </a:custGeom>
            <a:ln w="35739">
              <a:solidFill>
                <a:srgbClr val="000000"/>
              </a:solidFill>
            </a:ln>
          </p:spPr>
          <p:txBody>
            <a:bodyPr wrap="square" lIns="0" tIns="0" rIns="0" bIns="0" rtlCol="0"/>
            <a:lstStyle/>
            <a:p/>
          </p:txBody>
        </p:sp>
        <p:pic>
          <p:nvPicPr>
            <p:cNvPr id="14" name="object 14"/>
            <p:cNvPicPr/>
            <p:nvPr/>
          </p:nvPicPr>
          <p:blipFill>
            <a:blip r:embed="rId3" cstate="print"/>
            <a:stretch>
              <a:fillRect/>
            </a:stretch>
          </p:blipFill>
          <p:spPr>
            <a:xfrm>
              <a:off x="8245284" y="3477348"/>
              <a:ext cx="194157" cy="194233"/>
            </a:xfrm>
            <a:prstGeom prst="rect">
              <a:avLst/>
            </a:prstGeom>
          </p:spPr>
        </p:pic>
        <p:sp>
          <p:nvSpPr>
            <p:cNvPr id="15" name="object 15"/>
            <p:cNvSpPr/>
            <p:nvPr/>
          </p:nvSpPr>
          <p:spPr>
            <a:xfrm>
              <a:off x="8913994" y="4013625"/>
              <a:ext cx="0" cy="457834"/>
            </a:xfrm>
            <a:custGeom>
              <a:avLst/>
              <a:gdLst/>
              <a:ahLst/>
              <a:cxnLst/>
              <a:rect l="l" t="t" r="r" b="b"/>
              <a:pathLst>
                <a:path h="457835">
                  <a:moveTo>
                    <a:pt x="0" y="457407"/>
                  </a:moveTo>
                  <a:lnTo>
                    <a:pt x="0" y="0"/>
                  </a:lnTo>
                </a:path>
              </a:pathLst>
            </a:custGeom>
            <a:ln w="35727">
              <a:solidFill>
                <a:srgbClr val="000000"/>
              </a:solidFill>
            </a:ln>
          </p:spPr>
          <p:txBody>
            <a:bodyPr wrap="square" lIns="0" tIns="0" rIns="0" bIns="0" rtlCol="0"/>
            <a:lstStyle/>
            <a:p/>
          </p:txBody>
        </p:sp>
        <p:pic>
          <p:nvPicPr>
            <p:cNvPr id="16" name="object 16"/>
            <p:cNvPicPr/>
            <p:nvPr/>
          </p:nvPicPr>
          <p:blipFill>
            <a:blip r:embed="rId4" cstate="print"/>
            <a:stretch>
              <a:fillRect/>
            </a:stretch>
          </p:blipFill>
          <p:spPr>
            <a:xfrm>
              <a:off x="8816911" y="4423829"/>
              <a:ext cx="194157" cy="194221"/>
            </a:xfrm>
            <a:prstGeom prst="rect">
              <a:avLst/>
            </a:prstGeom>
          </p:spPr>
        </p:pic>
      </p:grpSp>
      <p:sp>
        <p:nvSpPr>
          <p:cNvPr id="17" name="object 17"/>
          <p:cNvSpPr txBox="1"/>
          <p:nvPr/>
        </p:nvSpPr>
        <p:spPr>
          <a:xfrm>
            <a:off x="10610481" y="3375729"/>
            <a:ext cx="506730" cy="374015"/>
          </a:xfrm>
          <a:prstGeom prst="rect">
            <a:avLst/>
          </a:prstGeom>
        </p:spPr>
        <p:txBody>
          <a:bodyPr vert="horz" wrap="square" lIns="0" tIns="17145" rIns="0" bIns="0" rtlCol="0">
            <a:spAutoFit/>
          </a:bodyPr>
          <a:lstStyle/>
          <a:p>
            <a:pPr marL="12700">
              <a:lnSpc>
                <a:spcPct val="100000"/>
              </a:lnSpc>
              <a:spcBef>
                <a:spcPts val="135"/>
              </a:spcBef>
            </a:pPr>
            <a:r>
              <a:rPr sz="2250" spc="-25" dirty="0">
                <a:latin typeface="Calibri" panose="020F0502020204030204"/>
                <a:cs typeface="Calibri" panose="020F0502020204030204"/>
              </a:rPr>
              <a:t>TDR</a:t>
            </a:r>
            <a:endParaRPr sz="2250">
              <a:latin typeface="Calibri" panose="020F0502020204030204"/>
              <a:cs typeface="Calibri" panose="020F0502020204030204"/>
            </a:endParaRPr>
          </a:p>
        </p:txBody>
      </p:sp>
      <p:sp>
        <p:nvSpPr>
          <p:cNvPr id="18" name="object 18"/>
          <p:cNvSpPr txBox="1"/>
          <p:nvPr/>
        </p:nvSpPr>
        <p:spPr>
          <a:xfrm>
            <a:off x="7561252" y="3266238"/>
            <a:ext cx="422275" cy="374015"/>
          </a:xfrm>
          <a:prstGeom prst="rect">
            <a:avLst/>
          </a:prstGeom>
        </p:spPr>
        <p:txBody>
          <a:bodyPr vert="horz" wrap="square" lIns="0" tIns="17145" rIns="0" bIns="0" rtlCol="0">
            <a:spAutoFit/>
          </a:bodyPr>
          <a:lstStyle/>
          <a:p>
            <a:pPr marL="12700">
              <a:lnSpc>
                <a:spcPct val="100000"/>
              </a:lnSpc>
              <a:spcBef>
                <a:spcPts val="135"/>
              </a:spcBef>
            </a:pPr>
            <a:r>
              <a:rPr sz="2250" spc="-25" dirty="0">
                <a:latin typeface="Calibri" panose="020F0502020204030204"/>
                <a:cs typeface="Calibri" panose="020F0502020204030204"/>
              </a:rPr>
              <a:t>TDI</a:t>
            </a:r>
            <a:endParaRPr sz="2250">
              <a:latin typeface="Calibri" panose="020F0502020204030204"/>
              <a:cs typeface="Calibri" panose="020F0502020204030204"/>
            </a:endParaRPr>
          </a:p>
        </p:txBody>
      </p:sp>
      <p:sp>
        <p:nvSpPr>
          <p:cNvPr id="19" name="object 19"/>
          <p:cNvSpPr txBox="1"/>
          <p:nvPr/>
        </p:nvSpPr>
        <p:spPr>
          <a:xfrm>
            <a:off x="9067426" y="4363532"/>
            <a:ext cx="545465" cy="374015"/>
          </a:xfrm>
          <a:prstGeom prst="rect">
            <a:avLst/>
          </a:prstGeom>
        </p:spPr>
        <p:txBody>
          <a:bodyPr vert="horz" wrap="square" lIns="0" tIns="17145" rIns="0" bIns="0" rtlCol="0">
            <a:spAutoFit/>
          </a:bodyPr>
          <a:lstStyle/>
          <a:p>
            <a:pPr marL="12700">
              <a:lnSpc>
                <a:spcPct val="100000"/>
              </a:lnSpc>
              <a:spcBef>
                <a:spcPts val="135"/>
              </a:spcBef>
            </a:pPr>
            <a:r>
              <a:rPr sz="2250" spc="-25" dirty="0">
                <a:latin typeface="Calibri" panose="020F0502020204030204"/>
                <a:cs typeface="Calibri" panose="020F0502020204030204"/>
              </a:rPr>
              <a:t>TDO</a:t>
            </a:r>
            <a:endParaRPr sz="2250">
              <a:latin typeface="Calibri" panose="020F0502020204030204"/>
              <a:cs typeface="Calibri" panose="020F0502020204030204"/>
            </a:endParaRPr>
          </a:p>
        </p:txBody>
      </p:sp>
      <p:sp>
        <p:nvSpPr>
          <p:cNvPr id="20" name="object 20"/>
          <p:cNvSpPr txBox="1"/>
          <p:nvPr/>
        </p:nvSpPr>
        <p:spPr>
          <a:xfrm>
            <a:off x="9481445" y="2923482"/>
            <a:ext cx="422275" cy="374015"/>
          </a:xfrm>
          <a:prstGeom prst="rect">
            <a:avLst/>
          </a:prstGeom>
        </p:spPr>
        <p:txBody>
          <a:bodyPr vert="horz" wrap="square" lIns="0" tIns="17145" rIns="0" bIns="0" rtlCol="0">
            <a:spAutoFit/>
          </a:bodyPr>
          <a:lstStyle/>
          <a:p>
            <a:pPr marL="12700">
              <a:lnSpc>
                <a:spcPct val="100000"/>
              </a:lnSpc>
              <a:spcBef>
                <a:spcPts val="135"/>
              </a:spcBef>
            </a:pPr>
            <a:r>
              <a:rPr sz="2250" spc="-25" dirty="0">
                <a:latin typeface="Calibri" panose="020F0502020204030204"/>
                <a:cs typeface="Calibri" panose="020F0502020204030204"/>
              </a:rPr>
              <a:t>TDI</a:t>
            </a:r>
            <a:endParaRPr sz="2250">
              <a:latin typeface="Calibri" panose="020F0502020204030204"/>
              <a:cs typeface="Calibri" panose="020F0502020204030204"/>
            </a:endParaRPr>
          </a:p>
        </p:txBody>
      </p:sp>
      <p:sp>
        <p:nvSpPr>
          <p:cNvPr id="21" name="object 21"/>
          <p:cNvSpPr txBox="1"/>
          <p:nvPr/>
        </p:nvSpPr>
        <p:spPr>
          <a:xfrm>
            <a:off x="9489773" y="3516164"/>
            <a:ext cx="541020" cy="374015"/>
          </a:xfrm>
          <a:prstGeom prst="rect">
            <a:avLst/>
          </a:prstGeom>
        </p:spPr>
        <p:txBody>
          <a:bodyPr vert="horz" wrap="square" lIns="0" tIns="17145" rIns="0" bIns="0" rtlCol="0">
            <a:spAutoFit/>
          </a:bodyPr>
          <a:lstStyle/>
          <a:p>
            <a:pPr marL="12700">
              <a:lnSpc>
                <a:spcPct val="100000"/>
              </a:lnSpc>
              <a:spcBef>
                <a:spcPts val="135"/>
              </a:spcBef>
            </a:pPr>
            <a:r>
              <a:rPr sz="2250" spc="-25" dirty="0">
                <a:latin typeface="Calibri" panose="020F0502020204030204"/>
                <a:cs typeface="Calibri" panose="020F0502020204030204"/>
              </a:rPr>
              <a:t>TDO</a:t>
            </a:r>
            <a:endParaRPr sz="2250">
              <a:latin typeface="Calibri" panose="020F0502020204030204"/>
              <a:cs typeface="Calibri" panose="020F0502020204030204"/>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30" dirty="0"/>
              <a:t>SIB</a:t>
            </a:r>
            <a:r>
              <a:rPr spc="-20" dirty="0"/>
              <a:t>的结构</a:t>
            </a:r>
            <a:endParaRPr spc="-20" dirty="0"/>
          </a:p>
        </p:txBody>
      </p:sp>
      <p:sp>
        <p:nvSpPr>
          <p:cNvPr id="3" name="object 3"/>
          <p:cNvSpPr txBox="1"/>
          <p:nvPr/>
        </p:nvSpPr>
        <p:spPr>
          <a:xfrm>
            <a:off x="963930" y="1578355"/>
            <a:ext cx="2195830" cy="391160"/>
          </a:xfrm>
          <a:prstGeom prst="rect">
            <a:avLst/>
          </a:prstGeom>
        </p:spPr>
        <p:txBody>
          <a:bodyPr vert="horz" wrap="square" lIns="0" tIns="12700" rIns="0" bIns="0" rtlCol="0">
            <a:spAutoFit/>
          </a:bodyPr>
          <a:lstStyle/>
          <a:p>
            <a:pPr marL="12700">
              <a:lnSpc>
                <a:spcPct val="100000"/>
              </a:lnSpc>
              <a:spcBef>
                <a:spcPts val="100"/>
              </a:spcBef>
              <a:tabLst>
                <a:tab pos="469265" algn="l"/>
              </a:tabLst>
            </a:pPr>
            <a:r>
              <a:rPr sz="2400" b="1" spc="-25" dirty="0">
                <a:solidFill>
                  <a:srgbClr val="009FE8"/>
                </a:solidFill>
                <a:latin typeface="微软雅黑" panose="020B0503020204020204" charset="-122"/>
                <a:cs typeface="微软雅黑" panose="020B0503020204020204" charset="-122"/>
              </a:rPr>
              <a:t>2.</a:t>
            </a:r>
            <a:r>
              <a:rPr sz="2400" b="1" dirty="0">
                <a:solidFill>
                  <a:srgbClr val="009FE8"/>
                </a:solidFill>
                <a:latin typeface="微软雅黑" panose="020B0503020204020204" charset="-122"/>
                <a:cs typeface="微软雅黑" panose="020B0503020204020204" charset="-122"/>
              </a:rPr>
              <a:t>	</a:t>
            </a:r>
            <a:r>
              <a:rPr sz="2400" b="1" spc="-20" dirty="0">
                <a:solidFill>
                  <a:srgbClr val="009FE8"/>
                </a:solidFill>
                <a:latin typeface="微软雅黑" panose="020B0503020204020204" charset="-122"/>
                <a:cs typeface="微软雅黑" panose="020B0503020204020204" charset="-122"/>
              </a:rPr>
              <a:t>SIB</a:t>
            </a:r>
            <a:r>
              <a:rPr sz="2400" b="1" spc="-15" dirty="0">
                <a:solidFill>
                  <a:srgbClr val="009FE8"/>
                </a:solidFill>
                <a:latin typeface="微软雅黑" panose="020B0503020204020204" charset="-122"/>
                <a:cs typeface="微软雅黑" panose="020B0503020204020204" charset="-122"/>
              </a:rPr>
              <a:t>的结构：</a:t>
            </a:r>
            <a:endParaRPr sz="2400">
              <a:latin typeface="微软雅黑" panose="020B0503020204020204" charset="-122"/>
              <a:cs typeface="微软雅黑" panose="020B0503020204020204" charset="-122"/>
            </a:endParaRPr>
          </a:p>
        </p:txBody>
      </p:sp>
      <p:pic>
        <p:nvPicPr>
          <p:cNvPr id="4" name="object 4"/>
          <p:cNvPicPr/>
          <p:nvPr/>
        </p:nvPicPr>
        <p:blipFill>
          <a:blip r:embed="rId1" cstate="print"/>
          <a:stretch>
            <a:fillRect/>
          </a:stretch>
        </p:blipFill>
        <p:spPr>
          <a:xfrm>
            <a:off x="2083592" y="2307213"/>
            <a:ext cx="7465531" cy="3433443"/>
          </a:xfrm>
          <a:prstGeom prst="rect">
            <a:avLst/>
          </a:prstGeom>
        </p:spPr>
      </p:pic>
      <p:sp>
        <p:nvSpPr>
          <p:cNvPr id="5" name="object 5"/>
          <p:cNvSpPr txBox="1"/>
          <p:nvPr/>
        </p:nvSpPr>
        <p:spPr>
          <a:xfrm>
            <a:off x="8826957" y="4104132"/>
            <a:ext cx="2969895" cy="1854200"/>
          </a:xfrm>
          <a:prstGeom prst="rect">
            <a:avLst/>
          </a:prstGeom>
        </p:spPr>
        <p:txBody>
          <a:bodyPr vert="horz" wrap="square" lIns="0" tIns="12700" rIns="0" bIns="0" rtlCol="0">
            <a:spAutoFit/>
          </a:bodyPr>
          <a:lstStyle/>
          <a:p>
            <a:pPr marL="12700" marR="1202690">
              <a:lnSpc>
                <a:spcPct val="150000"/>
              </a:lnSpc>
              <a:spcBef>
                <a:spcPts val="100"/>
              </a:spcBef>
            </a:pPr>
            <a:r>
              <a:rPr sz="2000" dirty="0">
                <a:solidFill>
                  <a:srgbClr val="009FE8"/>
                </a:solidFill>
                <a:latin typeface="微软雅黑" panose="020B0503020204020204" charset="-122"/>
                <a:cs typeface="微软雅黑" panose="020B0503020204020204" charset="-122"/>
              </a:rPr>
              <a:t>TDI: 从</a:t>
            </a:r>
            <a:r>
              <a:rPr sz="2000" spc="-60" dirty="0">
                <a:solidFill>
                  <a:srgbClr val="009FE8"/>
                </a:solidFill>
                <a:latin typeface="微软雅黑" panose="020B0503020204020204" charset="-122"/>
                <a:cs typeface="微软雅黑" panose="020B0503020204020204" charset="-122"/>
              </a:rPr>
              <a:t>TAPC</a:t>
            </a:r>
            <a:r>
              <a:rPr sz="2000" spc="-50" dirty="0">
                <a:solidFill>
                  <a:srgbClr val="009FE8"/>
                </a:solidFill>
                <a:latin typeface="微软雅黑" panose="020B0503020204020204" charset="-122"/>
                <a:cs typeface="微软雅黑" panose="020B0503020204020204" charset="-122"/>
              </a:rPr>
              <a:t>来 </a:t>
            </a:r>
            <a:r>
              <a:rPr sz="2000" spc="-20" dirty="0">
                <a:solidFill>
                  <a:srgbClr val="009FE8"/>
                </a:solidFill>
                <a:latin typeface="微软雅黑" panose="020B0503020204020204" charset="-122"/>
                <a:cs typeface="微软雅黑" panose="020B0503020204020204" charset="-122"/>
              </a:rPr>
              <a:t>TDO</a:t>
            </a:r>
            <a:r>
              <a:rPr sz="2000" spc="-10" dirty="0">
                <a:solidFill>
                  <a:srgbClr val="009FE8"/>
                </a:solidFill>
                <a:latin typeface="微软雅黑" panose="020B0503020204020204" charset="-122"/>
                <a:cs typeface="微软雅黑" panose="020B0503020204020204" charset="-122"/>
              </a:rPr>
              <a:t>:到</a:t>
            </a:r>
            <a:r>
              <a:rPr sz="2000" spc="-60" dirty="0">
                <a:solidFill>
                  <a:srgbClr val="009FE8"/>
                </a:solidFill>
                <a:latin typeface="微软雅黑" panose="020B0503020204020204" charset="-122"/>
                <a:cs typeface="微软雅黑" panose="020B0503020204020204" charset="-122"/>
              </a:rPr>
              <a:t>TAPC</a:t>
            </a:r>
            <a:r>
              <a:rPr sz="2000" spc="-50" dirty="0">
                <a:solidFill>
                  <a:srgbClr val="009FE8"/>
                </a:solidFill>
                <a:latin typeface="微软雅黑" panose="020B0503020204020204" charset="-122"/>
                <a:cs typeface="微软雅黑" panose="020B0503020204020204" charset="-122"/>
              </a:rPr>
              <a:t>去</a:t>
            </a:r>
            <a:endParaRPr sz="2000">
              <a:latin typeface="微软雅黑" panose="020B0503020204020204" charset="-122"/>
              <a:cs typeface="微软雅黑" panose="020B0503020204020204" charset="-122"/>
            </a:endParaRPr>
          </a:p>
          <a:p>
            <a:pPr marL="12700">
              <a:lnSpc>
                <a:spcPct val="100000"/>
              </a:lnSpc>
              <a:spcBef>
                <a:spcPts val="1200"/>
              </a:spcBef>
            </a:pPr>
            <a:r>
              <a:rPr sz="2000" spc="-30" dirty="0">
                <a:solidFill>
                  <a:srgbClr val="009FE8"/>
                </a:solidFill>
                <a:latin typeface="微软雅黑" panose="020B0503020204020204" charset="-122"/>
                <a:cs typeface="微软雅黑" panose="020B0503020204020204" charset="-122"/>
              </a:rPr>
              <a:t>ToTDI: 到</a:t>
            </a:r>
            <a:r>
              <a:rPr sz="2000" dirty="0">
                <a:solidFill>
                  <a:srgbClr val="009FE8"/>
                </a:solidFill>
                <a:latin typeface="微软雅黑" panose="020B0503020204020204" charset="-122"/>
                <a:cs typeface="微软雅黑" panose="020B0503020204020204" charset="-122"/>
              </a:rPr>
              <a:t>TDR</a:t>
            </a:r>
            <a:r>
              <a:rPr sz="2000" spc="-60" dirty="0">
                <a:solidFill>
                  <a:srgbClr val="009FE8"/>
                </a:solidFill>
                <a:latin typeface="微软雅黑" panose="020B0503020204020204" charset="-122"/>
                <a:cs typeface="微软雅黑" panose="020B0503020204020204" charset="-122"/>
              </a:rPr>
              <a:t> </a:t>
            </a:r>
            <a:r>
              <a:rPr sz="2000" spc="-20" dirty="0">
                <a:solidFill>
                  <a:srgbClr val="009FE8"/>
                </a:solidFill>
                <a:latin typeface="微软雅黑" panose="020B0503020204020204" charset="-122"/>
                <a:cs typeface="微软雅黑" panose="020B0503020204020204" charset="-122"/>
              </a:rPr>
              <a:t>TDI</a:t>
            </a:r>
            <a:r>
              <a:rPr sz="2000" spc="-50" dirty="0">
                <a:solidFill>
                  <a:srgbClr val="009FE8"/>
                </a:solidFill>
                <a:latin typeface="微软雅黑" panose="020B0503020204020204" charset="-122"/>
                <a:cs typeface="微软雅黑" panose="020B0503020204020204" charset="-122"/>
              </a:rPr>
              <a:t>去</a:t>
            </a:r>
            <a:endParaRPr sz="2000">
              <a:latin typeface="微软雅黑" panose="020B0503020204020204" charset="-122"/>
              <a:cs typeface="微软雅黑" panose="020B0503020204020204" charset="-122"/>
            </a:endParaRPr>
          </a:p>
          <a:p>
            <a:pPr marL="12700">
              <a:lnSpc>
                <a:spcPct val="100000"/>
              </a:lnSpc>
              <a:spcBef>
                <a:spcPts val="1200"/>
              </a:spcBef>
            </a:pPr>
            <a:r>
              <a:rPr sz="2000" dirty="0">
                <a:solidFill>
                  <a:srgbClr val="009FE8"/>
                </a:solidFill>
                <a:latin typeface="微软雅黑" panose="020B0503020204020204" charset="-122"/>
                <a:cs typeface="微软雅黑" panose="020B0503020204020204" charset="-122"/>
              </a:rPr>
              <a:t>FromTDO</a:t>
            </a:r>
            <a:r>
              <a:rPr sz="2000" spc="-20" dirty="0">
                <a:solidFill>
                  <a:srgbClr val="009FE8"/>
                </a:solidFill>
                <a:latin typeface="微软雅黑" panose="020B0503020204020204" charset="-122"/>
                <a:cs typeface="微软雅黑" panose="020B0503020204020204" charset="-122"/>
              </a:rPr>
              <a:t>: 从</a:t>
            </a:r>
            <a:r>
              <a:rPr sz="2000" dirty="0">
                <a:solidFill>
                  <a:srgbClr val="009FE8"/>
                </a:solidFill>
                <a:latin typeface="微软雅黑" panose="020B0503020204020204" charset="-122"/>
                <a:cs typeface="微软雅黑" panose="020B0503020204020204" charset="-122"/>
              </a:rPr>
              <a:t>TDR</a:t>
            </a:r>
            <a:r>
              <a:rPr sz="2000" spc="-55" dirty="0">
                <a:solidFill>
                  <a:srgbClr val="009FE8"/>
                </a:solidFill>
                <a:latin typeface="微软雅黑" panose="020B0503020204020204" charset="-122"/>
                <a:cs typeface="微软雅黑" panose="020B0503020204020204" charset="-122"/>
              </a:rPr>
              <a:t> </a:t>
            </a:r>
            <a:r>
              <a:rPr sz="2000" spc="-20" dirty="0">
                <a:solidFill>
                  <a:srgbClr val="009FE8"/>
                </a:solidFill>
                <a:latin typeface="微软雅黑" panose="020B0503020204020204" charset="-122"/>
                <a:cs typeface="微软雅黑" panose="020B0503020204020204" charset="-122"/>
              </a:rPr>
              <a:t>TDO</a:t>
            </a:r>
            <a:r>
              <a:rPr sz="2000" spc="-50" dirty="0">
                <a:solidFill>
                  <a:srgbClr val="009FE8"/>
                </a:solidFill>
                <a:latin typeface="微软雅黑" panose="020B0503020204020204" charset="-122"/>
                <a:cs typeface="微软雅黑" panose="020B0503020204020204" charset="-122"/>
              </a:rPr>
              <a:t>来</a:t>
            </a:r>
            <a:endParaRPr sz="2000">
              <a:latin typeface="微软雅黑" panose="020B0503020204020204" charset="-122"/>
              <a:cs typeface="微软雅黑" panose="020B0503020204020204"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30" dirty="0"/>
              <a:t>SIB</a:t>
            </a:r>
            <a:r>
              <a:rPr spc="-20" dirty="0"/>
              <a:t>的结构</a:t>
            </a:r>
            <a:endParaRPr spc="-20" dirty="0"/>
          </a:p>
        </p:txBody>
      </p:sp>
      <p:sp>
        <p:nvSpPr>
          <p:cNvPr id="3" name="object 3"/>
          <p:cNvSpPr txBox="1"/>
          <p:nvPr/>
        </p:nvSpPr>
        <p:spPr>
          <a:xfrm>
            <a:off x="963930" y="1578355"/>
            <a:ext cx="7285990" cy="391160"/>
          </a:xfrm>
          <a:prstGeom prst="rect">
            <a:avLst/>
          </a:prstGeom>
        </p:spPr>
        <p:txBody>
          <a:bodyPr vert="horz" wrap="square" lIns="0" tIns="12700" rIns="0" bIns="0" rtlCol="0">
            <a:spAutoFit/>
          </a:bodyPr>
          <a:lstStyle/>
          <a:p>
            <a:pPr marL="12700">
              <a:lnSpc>
                <a:spcPct val="100000"/>
              </a:lnSpc>
              <a:spcBef>
                <a:spcPts val="100"/>
              </a:spcBef>
              <a:tabLst>
                <a:tab pos="469265" algn="l"/>
              </a:tabLst>
            </a:pPr>
            <a:r>
              <a:rPr sz="2400" b="1" spc="-25" dirty="0">
                <a:solidFill>
                  <a:srgbClr val="009FE8"/>
                </a:solidFill>
                <a:latin typeface="微软雅黑" panose="020B0503020204020204" charset="-122"/>
                <a:cs typeface="微软雅黑" panose="020B0503020204020204" charset="-122"/>
              </a:rPr>
              <a:t>2.</a:t>
            </a:r>
            <a:r>
              <a:rPr sz="2400" b="1" dirty="0">
                <a:solidFill>
                  <a:srgbClr val="009FE8"/>
                </a:solidFill>
                <a:latin typeface="微软雅黑" panose="020B0503020204020204" charset="-122"/>
                <a:cs typeface="微软雅黑" panose="020B0503020204020204" charset="-122"/>
              </a:rPr>
              <a:t>	</a:t>
            </a:r>
            <a:r>
              <a:rPr sz="2400" b="1" spc="-20" dirty="0">
                <a:solidFill>
                  <a:srgbClr val="009FE8"/>
                </a:solidFill>
                <a:latin typeface="微软雅黑" panose="020B0503020204020204" charset="-122"/>
                <a:cs typeface="微软雅黑" panose="020B0503020204020204" charset="-122"/>
              </a:rPr>
              <a:t>SIB</a:t>
            </a:r>
            <a:r>
              <a:rPr sz="2400" b="1" spc="-5" dirty="0">
                <a:solidFill>
                  <a:srgbClr val="009FE8"/>
                </a:solidFill>
                <a:latin typeface="微软雅黑" panose="020B0503020204020204" charset="-122"/>
                <a:cs typeface="微软雅黑" panose="020B0503020204020204" charset="-122"/>
              </a:rPr>
              <a:t>的结构：</a:t>
            </a:r>
            <a:r>
              <a:rPr sz="2400" b="1" spc="-10" dirty="0">
                <a:solidFill>
                  <a:srgbClr val="009FE8"/>
                </a:solidFill>
                <a:latin typeface="微软雅黑" panose="020B0503020204020204" charset="-122"/>
                <a:cs typeface="微软雅黑" panose="020B0503020204020204" charset="-122"/>
              </a:rPr>
              <a:t>RESET</a:t>
            </a:r>
            <a:r>
              <a:rPr sz="2400" b="1" spc="-5" dirty="0">
                <a:solidFill>
                  <a:srgbClr val="009FE8"/>
                </a:solidFill>
                <a:latin typeface="微软雅黑" panose="020B0503020204020204" charset="-122"/>
                <a:cs typeface="微软雅黑" panose="020B0503020204020204" charset="-122"/>
              </a:rPr>
              <a:t>：关闭到下一级</a:t>
            </a:r>
            <a:r>
              <a:rPr sz="2400" b="1" spc="-20" dirty="0">
                <a:solidFill>
                  <a:srgbClr val="009FE8"/>
                </a:solidFill>
                <a:latin typeface="微软雅黑" panose="020B0503020204020204" charset="-122"/>
                <a:cs typeface="微软雅黑" panose="020B0503020204020204" charset="-122"/>
              </a:rPr>
              <a:t>SIB</a:t>
            </a:r>
            <a:r>
              <a:rPr sz="2400" b="1" spc="-10" dirty="0">
                <a:solidFill>
                  <a:srgbClr val="009FE8"/>
                </a:solidFill>
                <a:latin typeface="微软雅黑" panose="020B0503020204020204" charset="-122"/>
                <a:cs typeface="微软雅黑" panose="020B0503020204020204" charset="-122"/>
              </a:rPr>
              <a:t>网络的入口</a:t>
            </a:r>
            <a:endParaRPr sz="2400">
              <a:latin typeface="微软雅黑" panose="020B0503020204020204" charset="-122"/>
              <a:cs typeface="微软雅黑" panose="020B0503020204020204" charset="-122"/>
            </a:endParaRPr>
          </a:p>
        </p:txBody>
      </p:sp>
      <p:pic>
        <p:nvPicPr>
          <p:cNvPr id="4" name="object 4"/>
          <p:cNvPicPr/>
          <p:nvPr/>
        </p:nvPicPr>
        <p:blipFill>
          <a:blip r:embed="rId1" cstate="print"/>
          <a:stretch>
            <a:fillRect/>
          </a:stretch>
        </p:blipFill>
        <p:spPr>
          <a:xfrm>
            <a:off x="2056413" y="2379292"/>
            <a:ext cx="7535479" cy="3288549"/>
          </a:xfrm>
          <a:prstGeom prst="rect">
            <a:avLst/>
          </a:prstGeom>
        </p:spPr>
      </p:pic>
      <p:sp>
        <p:nvSpPr>
          <p:cNvPr id="5" name="object 5"/>
          <p:cNvSpPr txBox="1"/>
          <p:nvPr/>
        </p:nvSpPr>
        <p:spPr>
          <a:xfrm>
            <a:off x="8070075" y="3586988"/>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FF0000"/>
                </a:solidFill>
                <a:latin typeface="Arial" panose="020B0604020202020204"/>
                <a:cs typeface="Arial" panose="020B0604020202020204"/>
              </a:rPr>
              <a:t>0</a:t>
            </a:r>
            <a:endParaRPr sz="1800">
              <a:latin typeface="Arial" panose="020B0604020202020204"/>
              <a:cs typeface="Arial" panose="020B0604020202020204"/>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30" dirty="0"/>
              <a:t>SIB</a:t>
            </a:r>
            <a:r>
              <a:rPr spc="-20" dirty="0"/>
              <a:t>的结构</a:t>
            </a:r>
            <a:endParaRPr spc="-20" dirty="0"/>
          </a:p>
        </p:txBody>
      </p:sp>
      <p:sp>
        <p:nvSpPr>
          <p:cNvPr id="3" name="object 3"/>
          <p:cNvSpPr txBox="1"/>
          <p:nvPr/>
        </p:nvSpPr>
        <p:spPr>
          <a:xfrm>
            <a:off x="963930" y="1578355"/>
            <a:ext cx="7171055" cy="391160"/>
          </a:xfrm>
          <a:prstGeom prst="rect">
            <a:avLst/>
          </a:prstGeom>
        </p:spPr>
        <p:txBody>
          <a:bodyPr vert="horz" wrap="square" lIns="0" tIns="12700" rIns="0" bIns="0" rtlCol="0">
            <a:spAutoFit/>
          </a:bodyPr>
          <a:lstStyle/>
          <a:p>
            <a:pPr marL="12700">
              <a:lnSpc>
                <a:spcPct val="100000"/>
              </a:lnSpc>
              <a:spcBef>
                <a:spcPts val="100"/>
              </a:spcBef>
              <a:tabLst>
                <a:tab pos="469265" algn="l"/>
              </a:tabLst>
            </a:pPr>
            <a:r>
              <a:rPr sz="2400" b="1" spc="-25" dirty="0">
                <a:solidFill>
                  <a:srgbClr val="009FE8"/>
                </a:solidFill>
                <a:latin typeface="微软雅黑" panose="020B0503020204020204" charset="-122"/>
                <a:cs typeface="微软雅黑" panose="020B0503020204020204" charset="-122"/>
              </a:rPr>
              <a:t>2.</a:t>
            </a:r>
            <a:r>
              <a:rPr sz="2400" b="1" dirty="0">
                <a:solidFill>
                  <a:srgbClr val="009FE8"/>
                </a:solidFill>
                <a:latin typeface="微软雅黑" panose="020B0503020204020204" charset="-122"/>
                <a:cs typeface="微软雅黑" panose="020B0503020204020204" charset="-122"/>
              </a:rPr>
              <a:t>	</a:t>
            </a:r>
            <a:r>
              <a:rPr sz="2400" b="1" spc="-20" dirty="0">
                <a:solidFill>
                  <a:srgbClr val="009FE8"/>
                </a:solidFill>
                <a:latin typeface="微软雅黑" panose="020B0503020204020204" charset="-122"/>
                <a:cs typeface="微软雅黑" panose="020B0503020204020204" charset="-122"/>
              </a:rPr>
              <a:t>SIB</a:t>
            </a:r>
            <a:r>
              <a:rPr sz="2400" b="1" spc="-5" dirty="0">
                <a:solidFill>
                  <a:srgbClr val="009FE8"/>
                </a:solidFill>
                <a:latin typeface="微软雅黑" panose="020B0503020204020204" charset="-122"/>
                <a:cs typeface="微软雅黑" panose="020B0503020204020204" charset="-122"/>
              </a:rPr>
              <a:t>的结构：</a:t>
            </a:r>
            <a:r>
              <a:rPr sz="2400" b="1" spc="-10" dirty="0">
                <a:solidFill>
                  <a:srgbClr val="009FE8"/>
                </a:solidFill>
                <a:latin typeface="微软雅黑" panose="020B0503020204020204" charset="-122"/>
                <a:cs typeface="微软雅黑" panose="020B0503020204020204" charset="-122"/>
              </a:rPr>
              <a:t>Close</a:t>
            </a:r>
            <a:r>
              <a:rPr sz="2400" b="1" spc="-5" dirty="0">
                <a:solidFill>
                  <a:srgbClr val="009FE8"/>
                </a:solidFill>
                <a:latin typeface="微软雅黑" panose="020B0503020204020204" charset="-122"/>
                <a:cs typeface="微软雅黑" panose="020B0503020204020204" charset="-122"/>
              </a:rPr>
              <a:t>：关闭到下一级</a:t>
            </a:r>
            <a:r>
              <a:rPr sz="2400" b="1" spc="-20" dirty="0">
                <a:solidFill>
                  <a:srgbClr val="009FE8"/>
                </a:solidFill>
                <a:latin typeface="微软雅黑" panose="020B0503020204020204" charset="-122"/>
                <a:cs typeface="微软雅黑" panose="020B0503020204020204" charset="-122"/>
              </a:rPr>
              <a:t>SIB</a:t>
            </a:r>
            <a:r>
              <a:rPr sz="2400" b="1" spc="-10" dirty="0">
                <a:solidFill>
                  <a:srgbClr val="009FE8"/>
                </a:solidFill>
                <a:latin typeface="微软雅黑" panose="020B0503020204020204" charset="-122"/>
                <a:cs typeface="微软雅黑" panose="020B0503020204020204" charset="-122"/>
              </a:rPr>
              <a:t>网络的入口</a:t>
            </a:r>
            <a:endParaRPr sz="2400">
              <a:latin typeface="微软雅黑" panose="020B0503020204020204" charset="-122"/>
              <a:cs typeface="微软雅黑" panose="020B0503020204020204" charset="-122"/>
            </a:endParaRPr>
          </a:p>
        </p:txBody>
      </p:sp>
      <p:sp>
        <p:nvSpPr>
          <p:cNvPr id="4" name="object 4"/>
          <p:cNvSpPr txBox="1"/>
          <p:nvPr/>
        </p:nvSpPr>
        <p:spPr>
          <a:xfrm>
            <a:off x="8082775" y="3621342"/>
            <a:ext cx="127635" cy="255904"/>
          </a:xfrm>
          <a:prstGeom prst="rect">
            <a:avLst/>
          </a:prstGeom>
        </p:spPr>
        <p:txBody>
          <a:bodyPr vert="horz" wrap="square" lIns="0" tIns="0" rIns="0" bIns="0" rtlCol="0">
            <a:spAutoFit/>
          </a:bodyPr>
          <a:lstStyle/>
          <a:p>
            <a:pPr>
              <a:lnSpc>
                <a:spcPts val="1990"/>
              </a:lnSpc>
            </a:pPr>
            <a:r>
              <a:rPr sz="1800" b="1" spc="-50" dirty="0">
                <a:solidFill>
                  <a:srgbClr val="FF0000"/>
                </a:solidFill>
                <a:latin typeface="Arial" panose="020B0604020202020204"/>
                <a:cs typeface="Arial" panose="020B0604020202020204"/>
              </a:rPr>
              <a:t>0</a:t>
            </a:r>
            <a:endParaRPr sz="1800">
              <a:latin typeface="Arial" panose="020B0604020202020204"/>
              <a:cs typeface="Arial" panose="020B0604020202020204"/>
            </a:endParaRPr>
          </a:p>
        </p:txBody>
      </p:sp>
      <p:pic>
        <p:nvPicPr>
          <p:cNvPr id="5" name="object 5"/>
          <p:cNvPicPr/>
          <p:nvPr/>
        </p:nvPicPr>
        <p:blipFill>
          <a:blip r:embed="rId1" cstate="print"/>
          <a:stretch>
            <a:fillRect/>
          </a:stretch>
        </p:blipFill>
        <p:spPr>
          <a:xfrm>
            <a:off x="2062199" y="2268029"/>
            <a:ext cx="7506180" cy="3515920"/>
          </a:xfrm>
          <a:prstGeom prst="rect">
            <a:avLst/>
          </a:prstGeom>
        </p:spPr>
      </p:pic>
      <p:sp>
        <p:nvSpPr>
          <p:cNvPr id="6" name="object 6"/>
          <p:cNvSpPr txBox="1"/>
          <p:nvPr/>
        </p:nvSpPr>
        <p:spPr>
          <a:xfrm>
            <a:off x="8070075" y="3556507"/>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FF0000"/>
                </a:solidFill>
                <a:latin typeface="Arial" panose="020B0604020202020204"/>
                <a:cs typeface="Arial" panose="020B0604020202020204"/>
              </a:rPr>
              <a:t>0</a:t>
            </a:r>
            <a:endParaRPr sz="1800">
              <a:latin typeface="Arial" panose="020B0604020202020204"/>
              <a:cs typeface="Arial" panose="020B0604020202020204"/>
            </a:endParaRPr>
          </a:p>
        </p:txBody>
      </p:sp>
      <p:sp>
        <p:nvSpPr>
          <p:cNvPr id="7" name="object 7"/>
          <p:cNvSpPr txBox="1"/>
          <p:nvPr/>
        </p:nvSpPr>
        <p:spPr>
          <a:xfrm>
            <a:off x="5788368" y="3416300"/>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FF0000"/>
                </a:solidFill>
                <a:latin typeface="Arial" panose="020B0604020202020204"/>
                <a:cs typeface="Arial" panose="020B0604020202020204"/>
              </a:rPr>
              <a:t>0</a:t>
            </a:r>
            <a:endParaRPr sz="1800">
              <a:latin typeface="Arial" panose="020B0604020202020204"/>
              <a:cs typeface="Arial" panose="020B0604020202020204"/>
            </a:endParaRPr>
          </a:p>
        </p:txBody>
      </p:sp>
      <p:sp>
        <p:nvSpPr>
          <p:cNvPr id="8" name="object 8"/>
          <p:cNvSpPr txBox="1"/>
          <p:nvPr/>
        </p:nvSpPr>
        <p:spPr>
          <a:xfrm>
            <a:off x="2220925" y="3696716"/>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FF0000"/>
                </a:solidFill>
                <a:latin typeface="Arial" panose="020B0604020202020204"/>
                <a:cs typeface="Arial" panose="020B0604020202020204"/>
              </a:rPr>
              <a:t>0</a:t>
            </a:r>
            <a:endParaRPr sz="1800">
              <a:latin typeface="Arial" panose="020B0604020202020204"/>
              <a:cs typeface="Arial" panose="020B0604020202020204"/>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30" dirty="0"/>
              <a:t>SIB</a:t>
            </a:r>
            <a:r>
              <a:rPr spc="-20" dirty="0"/>
              <a:t>的结构</a:t>
            </a:r>
            <a:endParaRPr spc="-20" dirty="0"/>
          </a:p>
        </p:txBody>
      </p:sp>
      <p:sp>
        <p:nvSpPr>
          <p:cNvPr id="3" name="object 3"/>
          <p:cNvSpPr txBox="1"/>
          <p:nvPr/>
        </p:nvSpPr>
        <p:spPr>
          <a:xfrm>
            <a:off x="963930" y="1578355"/>
            <a:ext cx="7174230" cy="391160"/>
          </a:xfrm>
          <a:prstGeom prst="rect">
            <a:avLst/>
          </a:prstGeom>
        </p:spPr>
        <p:txBody>
          <a:bodyPr vert="horz" wrap="square" lIns="0" tIns="12700" rIns="0" bIns="0" rtlCol="0">
            <a:spAutoFit/>
          </a:bodyPr>
          <a:lstStyle/>
          <a:p>
            <a:pPr marL="12700">
              <a:lnSpc>
                <a:spcPct val="100000"/>
              </a:lnSpc>
              <a:spcBef>
                <a:spcPts val="100"/>
              </a:spcBef>
              <a:tabLst>
                <a:tab pos="469265" algn="l"/>
              </a:tabLst>
            </a:pPr>
            <a:r>
              <a:rPr sz="2400" b="1" spc="-25" dirty="0">
                <a:solidFill>
                  <a:srgbClr val="009FE8"/>
                </a:solidFill>
                <a:latin typeface="微软雅黑" panose="020B0503020204020204" charset="-122"/>
                <a:cs typeface="微软雅黑" panose="020B0503020204020204" charset="-122"/>
              </a:rPr>
              <a:t>2.</a:t>
            </a:r>
            <a:r>
              <a:rPr sz="2400" b="1" dirty="0">
                <a:solidFill>
                  <a:srgbClr val="009FE8"/>
                </a:solidFill>
                <a:latin typeface="微软雅黑" panose="020B0503020204020204" charset="-122"/>
                <a:cs typeface="微软雅黑" panose="020B0503020204020204" charset="-122"/>
              </a:rPr>
              <a:t>	</a:t>
            </a:r>
            <a:r>
              <a:rPr sz="2400" b="1" spc="-20" dirty="0">
                <a:solidFill>
                  <a:srgbClr val="009FE8"/>
                </a:solidFill>
                <a:latin typeface="微软雅黑" panose="020B0503020204020204" charset="-122"/>
                <a:cs typeface="微软雅黑" panose="020B0503020204020204" charset="-122"/>
              </a:rPr>
              <a:t>SIB</a:t>
            </a:r>
            <a:r>
              <a:rPr sz="2400" b="1" spc="-5" dirty="0">
                <a:solidFill>
                  <a:srgbClr val="009FE8"/>
                </a:solidFill>
                <a:latin typeface="微软雅黑" panose="020B0503020204020204" charset="-122"/>
                <a:cs typeface="微软雅黑" panose="020B0503020204020204" charset="-122"/>
              </a:rPr>
              <a:t>的结构：</a:t>
            </a:r>
            <a:r>
              <a:rPr sz="2400" b="1" spc="-10" dirty="0">
                <a:solidFill>
                  <a:srgbClr val="009FE8"/>
                </a:solidFill>
                <a:latin typeface="微软雅黑" panose="020B0503020204020204" charset="-122"/>
                <a:cs typeface="微软雅黑" panose="020B0503020204020204" charset="-122"/>
              </a:rPr>
              <a:t>Open</a:t>
            </a:r>
            <a:r>
              <a:rPr sz="2400" b="1" spc="-5" dirty="0">
                <a:solidFill>
                  <a:srgbClr val="009FE8"/>
                </a:solidFill>
                <a:latin typeface="微软雅黑" panose="020B0503020204020204" charset="-122"/>
                <a:cs typeface="微软雅黑" panose="020B0503020204020204" charset="-122"/>
              </a:rPr>
              <a:t>：打开到下一级</a:t>
            </a:r>
            <a:r>
              <a:rPr sz="2400" b="1" spc="-20" dirty="0">
                <a:solidFill>
                  <a:srgbClr val="009FE8"/>
                </a:solidFill>
                <a:latin typeface="微软雅黑" panose="020B0503020204020204" charset="-122"/>
                <a:cs typeface="微软雅黑" panose="020B0503020204020204" charset="-122"/>
              </a:rPr>
              <a:t>SIB</a:t>
            </a:r>
            <a:r>
              <a:rPr sz="2400" b="1" spc="-10" dirty="0">
                <a:solidFill>
                  <a:srgbClr val="009FE8"/>
                </a:solidFill>
                <a:latin typeface="微软雅黑" panose="020B0503020204020204" charset="-122"/>
                <a:cs typeface="微软雅黑" panose="020B0503020204020204" charset="-122"/>
              </a:rPr>
              <a:t>网络的入口</a:t>
            </a:r>
            <a:endParaRPr sz="2400">
              <a:latin typeface="微软雅黑" panose="020B0503020204020204" charset="-122"/>
              <a:cs typeface="微软雅黑" panose="020B0503020204020204" charset="-122"/>
            </a:endParaRPr>
          </a:p>
        </p:txBody>
      </p:sp>
      <p:pic>
        <p:nvPicPr>
          <p:cNvPr id="4" name="object 4"/>
          <p:cNvPicPr/>
          <p:nvPr/>
        </p:nvPicPr>
        <p:blipFill>
          <a:blip r:embed="rId1" cstate="print"/>
          <a:stretch>
            <a:fillRect/>
          </a:stretch>
        </p:blipFill>
        <p:spPr>
          <a:xfrm>
            <a:off x="2056206" y="2354822"/>
            <a:ext cx="7482905" cy="3406765"/>
          </a:xfrm>
          <a:prstGeom prst="rect">
            <a:avLst/>
          </a:prstGeom>
        </p:spPr>
      </p:pic>
      <p:sp>
        <p:nvSpPr>
          <p:cNvPr id="5" name="object 5"/>
          <p:cNvSpPr txBox="1"/>
          <p:nvPr/>
        </p:nvSpPr>
        <p:spPr>
          <a:xfrm>
            <a:off x="8070075" y="3556507"/>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FF0000"/>
                </a:solidFill>
                <a:latin typeface="Arial" panose="020B0604020202020204"/>
                <a:cs typeface="Arial" panose="020B0604020202020204"/>
              </a:rPr>
              <a:t>1</a:t>
            </a:r>
            <a:endParaRPr sz="1800">
              <a:latin typeface="Arial" panose="020B0604020202020204"/>
              <a:cs typeface="Arial" panose="020B0604020202020204"/>
            </a:endParaRPr>
          </a:p>
        </p:txBody>
      </p:sp>
      <p:sp>
        <p:nvSpPr>
          <p:cNvPr id="6" name="object 6"/>
          <p:cNvSpPr txBox="1"/>
          <p:nvPr/>
        </p:nvSpPr>
        <p:spPr>
          <a:xfrm>
            <a:off x="2188730" y="3757676"/>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FF0000"/>
                </a:solidFill>
                <a:latin typeface="Arial" panose="020B0604020202020204"/>
                <a:cs typeface="Arial" panose="020B0604020202020204"/>
              </a:rPr>
              <a:t>1</a:t>
            </a:r>
            <a:endParaRPr sz="1800">
              <a:latin typeface="Arial" panose="020B0604020202020204"/>
              <a:cs typeface="Arial" panose="020B0604020202020204"/>
            </a:endParaRPr>
          </a:p>
        </p:txBody>
      </p:sp>
      <p:sp>
        <p:nvSpPr>
          <p:cNvPr id="7" name="object 7"/>
          <p:cNvSpPr txBox="1"/>
          <p:nvPr/>
        </p:nvSpPr>
        <p:spPr>
          <a:xfrm>
            <a:off x="3742702" y="4126483"/>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solidFill>
                  <a:srgbClr val="FF0000"/>
                </a:solidFill>
                <a:latin typeface="Arial" panose="020B0604020202020204"/>
                <a:cs typeface="Arial" panose="020B0604020202020204"/>
              </a:rPr>
              <a:t>1</a:t>
            </a:r>
            <a:endParaRPr sz="1800">
              <a:latin typeface="Arial" panose="020B0604020202020204"/>
              <a:cs typeface="Arial" panose="020B0604020202020204"/>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09600" y="685545"/>
            <a:ext cx="6205855" cy="391160"/>
          </a:xfrm>
          <a:prstGeom prst="rect">
            <a:avLst/>
          </a:prstGeom>
        </p:spPr>
        <p:txBody>
          <a:bodyPr vert="horz" wrap="square" lIns="0" tIns="12700" rIns="0" bIns="0" rtlCol="0">
            <a:spAutoFit/>
          </a:bodyPr>
          <a:lstStyle/>
          <a:p>
            <a:pPr marL="12700">
              <a:lnSpc>
                <a:spcPct val="100000"/>
              </a:lnSpc>
              <a:spcBef>
                <a:spcPts val="100"/>
              </a:spcBef>
              <a:tabLst>
                <a:tab pos="469265" algn="l"/>
              </a:tabLst>
            </a:pPr>
            <a:r>
              <a:rPr sz="2400" b="1" spc="-25" dirty="0">
                <a:solidFill>
                  <a:srgbClr val="009FE8"/>
                </a:solidFill>
                <a:latin typeface="微软雅黑" panose="020B0503020204020204" charset="-122"/>
                <a:cs typeface="微软雅黑" panose="020B0503020204020204" charset="-122"/>
              </a:rPr>
              <a:t>1.</a:t>
            </a:r>
            <a:r>
              <a:rPr sz="2400" b="1" dirty="0">
                <a:solidFill>
                  <a:srgbClr val="009FE8"/>
                </a:solidFill>
                <a:latin typeface="微软雅黑" panose="020B0503020204020204" charset="-122"/>
                <a:cs typeface="微软雅黑" panose="020B0503020204020204" charset="-122"/>
              </a:rPr>
              <a:t>	</a:t>
            </a:r>
            <a:r>
              <a:rPr sz="2400" b="1" spc="-20" dirty="0">
                <a:solidFill>
                  <a:srgbClr val="009FE8"/>
                </a:solidFill>
                <a:latin typeface="微软雅黑" panose="020B0503020204020204" charset="-122"/>
                <a:cs typeface="微软雅黑" panose="020B0503020204020204" charset="-122"/>
              </a:rPr>
              <a:t>SIB</a:t>
            </a:r>
            <a:r>
              <a:rPr sz="2400" b="1" dirty="0">
                <a:solidFill>
                  <a:srgbClr val="009FE8"/>
                </a:solidFill>
                <a:latin typeface="微软雅黑" panose="020B0503020204020204" charset="-122"/>
                <a:cs typeface="微软雅黑" panose="020B0503020204020204" charset="-122"/>
              </a:rPr>
              <a:t>的多级网络结构</a:t>
            </a:r>
            <a:r>
              <a:rPr sz="2400" b="1" spc="-10" dirty="0">
                <a:solidFill>
                  <a:srgbClr val="009FE8"/>
                </a:solidFill>
                <a:latin typeface="微软雅黑" panose="020B0503020204020204" charset="-122"/>
                <a:cs typeface="微软雅黑" panose="020B0503020204020204" charset="-122"/>
              </a:rPr>
              <a:t>（plug-and-play）：</a:t>
            </a:r>
            <a:endParaRPr sz="2400">
              <a:latin typeface="微软雅黑" panose="020B0503020204020204" charset="-122"/>
              <a:cs typeface="微软雅黑" panose="020B0503020204020204" charset="-122"/>
            </a:endParaRPr>
          </a:p>
        </p:txBody>
      </p:sp>
      <p:sp>
        <p:nvSpPr>
          <p:cNvPr id="4" name="object 4"/>
          <p:cNvSpPr txBox="1"/>
          <p:nvPr/>
        </p:nvSpPr>
        <p:spPr>
          <a:xfrm>
            <a:off x="9877082" y="6214364"/>
            <a:ext cx="897255" cy="208279"/>
          </a:xfrm>
          <a:prstGeom prst="rect">
            <a:avLst/>
          </a:prstGeom>
        </p:spPr>
        <p:txBody>
          <a:bodyPr vert="horz" wrap="square" lIns="0" tIns="12700" rIns="0" bIns="0" rtlCol="0">
            <a:spAutoFit/>
          </a:bodyPr>
          <a:lstStyle/>
          <a:p>
            <a:pPr marL="12700">
              <a:lnSpc>
                <a:spcPct val="100000"/>
              </a:lnSpc>
              <a:spcBef>
                <a:spcPts val="100"/>
              </a:spcBef>
            </a:pPr>
            <a:r>
              <a:rPr sz="1200" i="1" dirty="0">
                <a:latin typeface="Arial" panose="020B0604020202020204"/>
                <a:cs typeface="Arial" panose="020B0604020202020204"/>
              </a:rPr>
              <a:t>From</a:t>
            </a:r>
            <a:r>
              <a:rPr sz="1200" i="1" spc="-30" dirty="0">
                <a:latin typeface="Arial" panose="020B0604020202020204"/>
                <a:cs typeface="Arial" panose="020B0604020202020204"/>
              </a:rPr>
              <a:t> </a:t>
            </a:r>
            <a:r>
              <a:rPr sz="1200" i="1" spc="-10" dirty="0">
                <a:latin typeface="Arial" panose="020B0604020202020204"/>
                <a:cs typeface="Arial" panose="020B0604020202020204"/>
              </a:rPr>
              <a:t>Mentor</a:t>
            </a:r>
            <a:endParaRPr sz="1200">
              <a:latin typeface="Arial" panose="020B0604020202020204"/>
              <a:cs typeface="Arial" panose="020B0604020202020204"/>
            </a:endParaRPr>
          </a:p>
        </p:txBody>
      </p:sp>
      <p:pic>
        <p:nvPicPr>
          <p:cNvPr id="5" name="object 5"/>
          <p:cNvPicPr/>
          <p:nvPr/>
        </p:nvPicPr>
        <p:blipFill>
          <a:blip r:embed="rId1" cstate="print"/>
          <a:stretch>
            <a:fillRect/>
          </a:stretch>
        </p:blipFill>
        <p:spPr>
          <a:xfrm>
            <a:off x="1219263" y="1523763"/>
            <a:ext cx="9553575" cy="4371975"/>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38200" y="609345"/>
            <a:ext cx="6205855" cy="391160"/>
          </a:xfrm>
          <a:prstGeom prst="rect">
            <a:avLst/>
          </a:prstGeom>
        </p:spPr>
        <p:txBody>
          <a:bodyPr vert="horz" wrap="square" lIns="0" tIns="12700" rIns="0" bIns="0" rtlCol="0">
            <a:spAutoFit/>
          </a:bodyPr>
          <a:lstStyle/>
          <a:p>
            <a:pPr marL="12700">
              <a:lnSpc>
                <a:spcPct val="100000"/>
              </a:lnSpc>
              <a:spcBef>
                <a:spcPts val="100"/>
              </a:spcBef>
              <a:tabLst>
                <a:tab pos="469265" algn="l"/>
              </a:tabLst>
            </a:pPr>
            <a:r>
              <a:rPr sz="2400" b="1" spc="-25" dirty="0">
                <a:solidFill>
                  <a:srgbClr val="009FE8"/>
                </a:solidFill>
                <a:latin typeface="微软雅黑" panose="020B0503020204020204" charset="-122"/>
                <a:cs typeface="微软雅黑" panose="020B0503020204020204" charset="-122"/>
              </a:rPr>
              <a:t>1.</a:t>
            </a:r>
            <a:r>
              <a:rPr sz="2400" b="1" dirty="0">
                <a:solidFill>
                  <a:srgbClr val="009FE8"/>
                </a:solidFill>
                <a:latin typeface="微软雅黑" panose="020B0503020204020204" charset="-122"/>
                <a:cs typeface="微软雅黑" panose="020B0503020204020204" charset="-122"/>
              </a:rPr>
              <a:t>	</a:t>
            </a:r>
            <a:r>
              <a:rPr sz="2400" b="1" spc="-20" dirty="0">
                <a:solidFill>
                  <a:srgbClr val="009FE8"/>
                </a:solidFill>
                <a:latin typeface="微软雅黑" panose="020B0503020204020204" charset="-122"/>
                <a:cs typeface="微软雅黑" panose="020B0503020204020204" charset="-122"/>
              </a:rPr>
              <a:t>SIB</a:t>
            </a:r>
            <a:r>
              <a:rPr sz="2400" b="1" dirty="0">
                <a:solidFill>
                  <a:srgbClr val="009FE8"/>
                </a:solidFill>
                <a:latin typeface="微软雅黑" panose="020B0503020204020204" charset="-122"/>
                <a:cs typeface="微软雅黑" panose="020B0503020204020204" charset="-122"/>
              </a:rPr>
              <a:t>的多级网络结构</a:t>
            </a:r>
            <a:r>
              <a:rPr sz="2400" b="1" spc="-10" dirty="0">
                <a:solidFill>
                  <a:srgbClr val="009FE8"/>
                </a:solidFill>
                <a:latin typeface="微软雅黑" panose="020B0503020204020204" charset="-122"/>
                <a:cs typeface="微软雅黑" panose="020B0503020204020204" charset="-122"/>
              </a:rPr>
              <a:t>（plug-and-play）：</a:t>
            </a:r>
            <a:endParaRPr sz="2400">
              <a:latin typeface="微软雅黑" panose="020B0503020204020204" charset="-122"/>
              <a:cs typeface="微软雅黑" panose="020B0503020204020204" charset="-122"/>
            </a:endParaRPr>
          </a:p>
        </p:txBody>
      </p:sp>
      <p:pic>
        <p:nvPicPr>
          <p:cNvPr id="4" name="object 4"/>
          <p:cNvPicPr/>
          <p:nvPr/>
        </p:nvPicPr>
        <p:blipFill>
          <a:blip r:embed="rId1" cstate="print"/>
          <a:stretch>
            <a:fillRect/>
          </a:stretch>
        </p:blipFill>
        <p:spPr>
          <a:xfrm>
            <a:off x="3200697" y="1371295"/>
            <a:ext cx="5980401" cy="4215096"/>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30" dirty="0"/>
              <a:t>SIB</a:t>
            </a:r>
            <a:r>
              <a:rPr spc="-20" dirty="0"/>
              <a:t>的网络</a:t>
            </a:r>
            <a:endParaRPr spc="-20" dirty="0"/>
          </a:p>
        </p:txBody>
      </p:sp>
      <p:sp>
        <p:nvSpPr>
          <p:cNvPr id="3" name="object 3"/>
          <p:cNvSpPr txBox="1"/>
          <p:nvPr/>
        </p:nvSpPr>
        <p:spPr>
          <a:xfrm>
            <a:off x="963930" y="1578355"/>
            <a:ext cx="3415029" cy="391160"/>
          </a:xfrm>
          <a:prstGeom prst="rect">
            <a:avLst/>
          </a:prstGeom>
        </p:spPr>
        <p:txBody>
          <a:bodyPr vert="horz" wrap="square" lIns="0" tIns="12700" rIns="0" bIns="0" rtlCol="0">
            <a:spAutoFit/>
          </a:bodyPr>
          <a:lstStyle/>
          <a:p>
            <a:pPr marL="12700">
              <a:lnSpc>
                <a:spcPct val="100000"/>
              </a:lnSpc>
              <a:spcBef>
                <a:spcPts val="100"/>
              </a:spcBef>
              <a:tabLst>
                <a:tab pos="469265" algn="l"/>
              </a:tabLst>
            </a:pPr>
            <a:r>
              <a:rPr sz="2400" b="1" spc="-25" dirty="0">
                <a:solidFill>
                  <a:srgbClr val="009FE8"/>
                </a:solidFill>
                <a:latin typeface="微软雅黑" panose="020B0503020204020204" charset="-122"/>
                <a:cs typeface="微软雅黑" panose="020B0503020204020204" charset="-122"/>
              </a:rPr>
              <a:t>2.</a:t>
            </a:r>
            <a:r>
              <a:rPr sz="2400" b="1" dirty="0">
                <a:solidFill>
                  <a:srgbClr val="009FE8"/>
                </a:solidFill>
                <a:latin typeface="微软雅黑" panose="020B0503020204020204" charset="-122"/>
                <a:cs typeface="微软雅黑" panose="020B0503020204020204" charset="-122"/>
              </a:rPr>
              <a:t>	配置</a:t>
            </a:r>
            <a:r>
              <a:rPr sz="2400" b="1" spc="-20" dirty="0">
                <a:solidFill>
                  <a:srgbClr val="009FE8"/>
                </a:solidFill>
                <a:latin typeface="微软雅黑" panose="020B0503020204020204" charset="-122"/>
                <a:cs typeface="微软雅黑" panose="020B0503020204020204" charset="-122"/>
              </a:rPr>
              <a:t>SIB</a:t>
            </a:r>
            <a:r>
              <a:rPr sz="2400" b="1" spc="-10" dirty="0">
                <a:solidFill>
                  <a:srgbClr val="009FE8"/>
                </a:solidFill>
                <a:latin typeface="微软雅黑" panose="020B0503020204020204" charset="-122"/>
                <a:cs typeface="微软雅黑" panose="020B0503020204020204" charset="-122"/>
              </a:rPr>
              <a:t>的网络结构：</a:t>
            </a:r>
            <a:endParaRPr sz="2400">
              <a:latin typeface="微软雅黑" panose="020B0503020204020204" charset="-122"/>
              <a:cs typeface="微软雅黑" panose="020B0503020204020204" charset="-122"/>
            </a:endParaRPr>
          </a:p>
        </p:txBody>
      </p:sp>
      <p:sp>
        <p:nvSpPr>
          <p:cNvPr id="4" name="object 4"/>
          <p:cNvSpPr txBox="1"/>
          <p:nvPr/>
        </p:nvSpPr>
        <p:spPr>
          <a:xfrm>
            <a:off x="1185133" y="2841320"/>
            <a:ext cx="1485900" cy="802640"/>
          </a:xfrm>
          <a:prstGeom prst="rect">
            <a:avLst/>
          </a:prstGeom>
          <a:ln w="12700">
            <a:solidFill>
              <a:srgbClr val="2F528F"/>
            </a:solidFill>
          </a:ln>
        </p:spPr>
        <p:txBody>
          <a:bodyPr vert="horz" wrap="square" lIns="0" tIns="139700" rIns="0" bIns="0" rtlCol="0">
            <a:spAutoFit/>
          </a:bodyPr>
          <a:lstStyle/>
          <a:p>
            <a:pPr marL="3810" algn="ctr">
              <a:lnSpc>
                <a:spcPts val="2135"/>
              </a:lnSpc>
              <a:spcBef>
                <a:spcPts val="1100"/>
              </a:spcBef>
            </a:pPr>
            <a:r>
              <a:rPr sz="1800" spc="-25" dirty="0">
                <a:latin typeface="Arial" panose="020B0604020202020204"/>
                <a:cs typeface="Arial" panose="020B0604020202020204"/>
              </a:rPr>
              <a:t>TAP</a:t>
            </a:r>
            <a:endParaRPr sz="1800">
              <a:latin typeface="Arial" panose="020B0604020202020204"/>
              <a:cs typeface="Arial" panose="020B0604020202020204"/>
            </a:endParaRPr>
          </a:p>
          <a:p>
            <a:pPr algn="ctr">
              <a:lnSpc>
                <a:spcPts val="2135"/>
              </a:lnSpc>
            </a:pPr>
            <a:r>
              <a:rPr sz="1800" spc="-10" dirty="0">
                <a:latin typeface="Arial" panose="020B0604020202020204"/>
                <a:cs typeface="Arial" panose="020B0604020202020204"/>
              </a:rPr>
              <a:t>Controller</a:t>
            </a:r>
            <a:endParaRPr sz="1800">
              <a:latin typeface="Arial" panose="020B0604020202020204"/>
              <a:cs typeface="Arial" panose="020B0604020202020204"/>
            </a:endParaRPr>
          </a:p>
        </p:txBody>
      </p:sp>
      <p:grpSp>
        <p:nvGrpSpPr>
          <p:cNvPr id="5" name="object 5"/>
          <p:cNvGrpSpPr/>
          <p:nvPr/>
        </p:nvGrpSpPr>
        <p:grpSpPr>
          <a:xfrm>
            <a:off x="3563937" y="2449982"/>
            <a:ext cx="2834640" cy="3169285"/>
            <a:chOff x="3563937" y="2449982"/>
            <a:chExt cx="2834640" cy="3169285"/>
          </a:xfrm>
        </p:grpSpPr>
        <p:sp>
          <p:nvSpPr>
            <p:cNvPr id="6" name="object 6"/>
            <p:cNvSpPr/>
            <p:nvPr/>
          </p:nvSpPr>
          <p:spPr>
            <a:xfrm>
              <a:off x="3570287" y="4711090"/>
              <a:ext cx="578485" cy="901700"/>
            </a:xfrm>
            <a:custGeom>
              <a:avLst/>
              <a:gdLst/>
              <a:ahLst/>
              <a:cxnLst/>
              <a:rect l="l" t="t" r="r" b="b"/>
              <a:pathLst>
                <a:path w="578485" h="901700">
                  <a:moveTo>
                    <a:pt x="578142" y="0"/>
                  </a:moveTo>
                  <a:lnTo>
                    <a:pt x="0" y="0"/>
                  </a:lnTo>
                  <a:lnTo>
                    <a:pt x="0" y="901701"/>
                  </a:lnTo>
                  <a:lnTo>
                    <a:pt x="578142" y="901701"/>
                  </a:lnTo>
                  <a:lnTo>
                    <a:pt x="578142" y="0"/>
                  </a:lnTo>
                  <a:close/>
                </a:path>
              </a:pathLst>
            </a:custGeom>
            <a:solidFill>
              <a:srgbClr val="D9D9D9"/>
            </a:solidFill>
          </p:spPr>
          <p:txBody>
            <a:bodyPr wrap="square" lIns="0" tIns="0" rIns="0" bIns="0" rtlCol="0"/>
            <a:lstStyle/>
            <a:p/>
          </p:txBody>
        </p:sp>
        <p:sp>
          <p:nvSpPr>
            <p:cNvPr id="7" name="object 7"/>
            <p:cNvSpPr/>
            <p:nvPr/>
          </p:nvSpPr>
          <p:spPr>
            <a:xfrm>
              <a:off x="3570287" y="4711090"/>
              <a:ext cx="578485" cy="901700"/>
            </a:xfrm>
            <a:custGeom>
              <a:avLst/>
              <a:gdLst/>
              <a:ahLst/>
              <a:cxnLst/>
              <a:rect l="l" t="t" r="r" b="b"/>
              <a:pathLst>
                <a:path w="578485" h="901700">
                  <a:moveTo>
                    <a:pt x="0" y="0"/>
                  </a:moveTo>
                  <a:lnTo>
                    <a:pt x="578140" y="0"/>
                  </a:lnTo>
                  <a:lnTo>
                    <a:pt x="578140" y="901700"/>
                  </a:lnTo>
                  <a:lnTo>
                    <a:pt x="0" y="901700"/>
                  </a:lnTo>
                  <a:lnTo>
                    <a:pt x="0" y="0"/>
                  </a:lnTo>
                  <a:close/>
                </a:path>
              </a:pathLst>
            </a:custGeom>
            <a:ln w="12700">
              <a:solidFill>
                <a:srgbClr val="2F528F"/>
              </a:solidFill>
            </a:ln>
          </p:spPr>
          <p:txBody>
            <a:bodyPr wrap="square" lIns="0" tIns="0" rIns="0" bIns="0" rtlCol="0"/>
            <a:lstStyle/>
            <a:p/>
          </p:txBody>
        </p:sp>
        <p:sp>
          <p:nvSpPr>
            <p:cNvPr id="8" name="object 8"/>
            <p:cNvSpPr/>
            <p:nvPr/>
          </p:nvSpPr>
          <p:spPr>
            <a:xfrm>
              <a:off x="3572738" y="2725940"/>
              <a:ext cx="578485" cy="901700"/>
            </a:xfrm>
            <a:custGeom>
              <a:avLst/>
              <a:gdLst/>
              <a:ahLst/>
              <a:cxnLst/>
              <a:rect l="l" t="t" r="r" b="b"/>
              <a:pathLst>
                <a:path w="578485" h="901700">
                  <a:moveTo>
                    <a:pt x="578129" y="0"/>
                  </a:moveTo>
                  <a:lnTo>
                    <a:pt x="0" y="0"/>
                  </a:lnTo>
                  <a:lnTo>
                    <a:pt x="0" y="901699"/>
                  </a:lnTo>
                  <a:lnTo>
                    <a:pt x="578129" y="901699"/>
                  </a:lnTo>
                  <a:lnTo>
                    <a:pt x="578129" y="0"/>
                  </a:lnTo>
                  <a:close/>
                </a:path>
              </a:pathLst>
            </a:custGeom>
            <a:solidFill>
              <a:srgbClr val="D9D9D9"/>
            </a:solidFill>
          </p:spPr>
          <p:txBody>
            <a:bodyPr wrap="square" lIns="0" tIns="0" rIns="0" bIns="0" rtlCol="0"/>
            <a:lstStyle/>
            <a:p/>
          </p:txBody>
        </p:sp>
        <p:sp>
          <p:nvSpPr>
            <p:cNvPr id="9" name="object 9"/>
            <p:cNvSpPr/>
            <p:nvPr/>
          </p:nvSpPr>
          <p:spPr>
            <a:xfrm>
              <a:off x="3572738" y="2725940"/>
              <a:ext cx="578485" cy="901700"/>
            </a:xfrm>
            <a:custGeom>
              <a:avLst/>
              <a:gdLst/>
              <a:ahLst/>
              <a:cxnLst/>
              <a:rect l="l" t="t" r="r" b="b"/>
              <a:pathLst>
                <a:path w="578485" h="901700">
                  <a:moveTo>
                    <a:pt x="0" y="0"/>
                  </a:moveTo>
                  <a:lnTo>
                    <a:pt x="578140" y="0"/>
                  </a:lnTo>
                  <a:lnTo>
                    <a:pt x="578140" y="901700"/>
                  </a:lnTo>
                  <a:lnTo>
                    <a:pt x="0" y="901700"/>
                  </a:lnTo>
                  <a:lnTo>
                    <a:pt x="0" y="0"/>
                  </a:lnTo>
                  <a:close/>
                </a:path>
              </a:pathLst>
            </a:custGeom>
            <a:ln w="12700">
              <a:solidFill>
                <a:srgbClr val="2F528F"/>
              </a:solidFill>
            </a:ln>
          </p:spPr>
          <p:txBody>
            <a:bodyPr wrap="square" lIns="0" tIns="0" rIns="0" bIns="0" rtlCol="0"/>
            <a:lstStyle/>
            <a:p/>
          </p:txBody>
        </p:sp>
        <p:sp>
          <p:nvSpPr>
            <p:cNvPr id="10" name="object 10"/>
            <p:cNvSpPr/>
            <p:nvPr/>
          </p:nvSpPr>
          <p:spPr>
            <a:xfrm>
              <a:off x="4646294" y="2456332"/>
              <a:ext cx="1746250" cy="1441450"/>
            </a:xfrm>
            <a:custGeom>
              <a:avLst/>
              <a:gdLst/>
              <a:ahLst/>
              <a:cxnLst/>
              <a:rect l="l" t="t" r="r" b="b"/>
              <a:pathLst>
                <a:path w="1746250" h="1441450">
                  <a:moveTo>
                    <a:pt x="1745830" y="0"/>
                  </a:moveTo>
                  <a:lnTo>
                    <a:pt x="0" y="0"/>
                  </a:lnTo>
                  <a:lnTo>
                    <a:pt x="0" y="1440929"/>
                  </a:lnTo>
                  <a:lnTo>
                    <a:pt x="1745830" y="1440929"/>
                  </a:lnTo>
                  <a:lnTo>
                    <a:pt x="1745830" y="0"/>
                  </a:lnTo>
                  <a:close/>
                </a:path>
              </a:pathLst>
            </a:custGeom>
            <a:solidFill>
              <a:srgbClr val="D9D9D9"/>
            </a:solidFill>
          </p:spPr>
          <p:txBody>
            <a:bodyPr wrap="square" lIns="0" tIns="0" rIns="0" bIns="0" rtlCol="0"/>
            <a:lstStyle/>
            <a:p/>
          </p:txBody>
        </p:sp>
        <p:sp>
          <p:nvSpPr>
            <p:cNvPr id="11" name="object 11"/>
            <p:cNvSpPr/>
            <p:nvPr/>
          </p:nvSpPr>
          <p:spPr>
            <a:xfrm>
              <a:off x="4646294" y="2456332"/>
              <a:ext cx="1746250" cy="1441450"/>
            </a:xfrm>
            <a:custGeom>
              <a:avLst/>
              <a:gdLst/>
              <a:ahLst/>
              <a:cxnLst/>
              <a:rect l="l" t="t" r="r" b="b"/>
              <a:pathLst>
                <a:path w="1746250" h="1441450">
                  <a:moveTo>
                    <a:pt x="0" y="0"/>
                  </a:moveTo>
                  <a:lnTo>
                    <a:pt x="1745840" y="0"/>
                  </a:lnTo>
                  <a:lnTo>
                    <a:pt x="1745840" y="1440930"/>
                  </a:lnTo>
                  <a:lnTo>
                    <a:pt x="0" y="1440930"/>
                  </a:lnTo>
                  <a:lnTo>
                    <a:pt x="0" y="0"/>
                  </a:lnTo>
                  <a:close/>
                </a:path>
              </a:pathLst>
            </a:custGeom>
            <a:ln w="12700">
              <a:solidFill>
                <a:srgbClr val="2F528F"/>
              </a:solidFill>
            </a:ln>
          </p:spPr>
          <p:txBody>
            <a:bodyPr wrap="square" lIns="0" tIns="0" rIns="0" bIns="0" rtlCol="0"/>
            <a:lstStyle/>
            <a:p/>
          </p:txBody>
        </p:sp>
        <p:sp>
          <p:nvSpPr>
            <p:cNvPr id="12" name="object 12"/>
            <p:cNvSpPr/>
            <p:nvPr/>
          </p:nvSpPr>
          <p:spPr>
            <a:xfrm>
              <a:off x="4804638" y="2725940"/>
              <a:ext cx="578485" cy="901700"/>
            </a:xfrm>
            <a:custGeom>
              <a:avLst/>
              <a:gdLst/>
              <a:ahLst/>
              <a:cxnLst/>
              <a:rect l="l" t="t" r="r" b="b"/>
              <a:pathLst>
                <a:path w="578485" h="901700">
                  <a:moveTo>
                    <a:pt x="0" y="0"/>
                  </a:moveTo>
                  <a:lnTo>
                    <a:pt x="578140" y="0"/>
                  </a:lnTo>
                  <a:lnTo>
                    <a:pt x="578140" y="901700"/>
                  </a:lnTo>
                  <a:lnTo>
                    <a:pt x="0" y="901700"/>
                  </a:lnTo>
                  <a:lnTo>
                    <a:pt x="0" y="0"/>
                  </a:lnTo>
                  <a:close/>
                </a:path>
              </a:pathLst>
            </a:custGeom>
            <a:ln w="12700">
              <a:solidFill>
                <a:srgbClr val="2F528F"/>
              </a:solidFill>
            </a:ln>
          </p:spPr>
          <p:txBody>
            <a:bodyPr wrap="square" lIns="0" tIns="0" rIns="0" bIns="0" rtlCol="0"/>
            <a:lstStyle/>
            <a:p/>
          </p:txBody>
        </p:sp>
      </p:grpSp>
      <p:sp>
        <p:nvSpPr>
          <p:cNvPr id="13" name="object 13"/>
          <p:cNvSpPr txBox="1"/>
          <p:nvPr/>
        </p:nvSpPr>
        <p:spPr>
          <a:xfrm>
            <a:off x="3601249" y="5772403"/>
            <a:ext cx="520700"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Arial" panose="020B0604020202020204"/>
                <a:cs typeface="Arial" panose="020B0604020202020204"/>
              </a:rPr>
              <a:t>SIB2</a:t>
            </a:r>
            <a:endParaRPr sz="1800">
              <a:latin typeface="Arial" panose="020B0604020202020204"/>
              <a:cs typeface="Arial" panose="020B0604020202020204"/>
            </a:endParaRPr>
          </a:p>
        </p:txBody>
      </p:sp>
      <p:sp>
        <p:nvSpPr>
          <p:cNvPr id="14" name="object 14"/>
          <p:cNvSpPr txBox="1"/>
          <p:nvPr/>
        </p:nvSpPr>
        <p:spPr>
          <a:xfrm>
            <a:off x="3572243" y="2315971"/>
            <a:ext cx="520700"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Arial" panose="020B0604020202020204"/>
                <a:cs typeface="Arial" panose="020B0604020202020204"/>
              </a:rPr>
              <a:t>SIB1</a:t>
            </a:r>
            <a:endParaRPr sz="1800">
              <a:latin typeface="Arial" panose="020B0604020202020204"/>
              <a:cs typeface="Arial" panose="020B0604020202020204"/>
            </a:endParaRPr>
          </a:p>
        </p:txBody>
      </p:sp>
      <p:sp>
        <p:nvSpPr>
          <p:cNvPr id="15" name="object 15"/>
          <p:cNvSpPr txBox="1"/>
          <p:nvPr/>
        </p:nvSpPr>
        <p:spPr>
          <a:xfrm>
            <a:off x="4804143" y="2428747"/>
            <a:ext cx="622300"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Arial" panose="020B0604020202020204"/>
                <a:cs typeface="Arial" panose="020B0604020202020204"/>
              </a:rPr>
              <a:t>TDR1</a:t>
            </a:r>
            <a:endParaRPr sz="1800">
              <a:latin typeface="Arial" panose="020B0604020202020204"/>
              <a:cs typeface="Arial" panose="020B0604020202020204"/>
            </a:endParaRPr>
          </a:p>
        </p:txBody>
      </p:sp>
      <p:grpSp>
        <p:nvGrpSpPr>
          <p:cNvPr id="16" name="object 16"/>
          <p:cNvGrpSpPr/>
          <p:nvPr/>
        </p:nvGrpSpPr>
        <p:grpSpPr>
          <a:xfrm>
            <a:off x="4655896" y="2696588"/>
            <a:ext cx="1758950" cy="3153410"/>
            <a:chOff x="4655896" y="2696588"/>
            <a:chExt cx="1758950" cy="3153410"/>
          </a:xfrm>
        </p:grpSpPr>
        <p:sp>
          <p:nvSpPr>
            <p:cNvPr id="17" name="object 17"/>
            <p:cNvSpPr/>
            <p:nvPr/>
          </p:nvSpPr>
          <p:spPr>
            <a:xfrm>
              <a:off x="5658069" y="2702935"/>
              <a:ext cx="495300" cy="955040"/>
            </a:xfrm>
            <a:custGeom>
              <a:avLst/>
              <a:gdLst/>
              <a:ahLst/>
              <a:cxnLst/>
              <a:rect l="l" t="t" r="r" b="b"/>
              <a:pathLst>
                <a:path w="495300" h="955039">
                  <a:moveTo>
                    <a:pt x="305405" y="0"/>
                  </a:moveTo>
                  <a:lnTo>
                    <a:pt x="286381" y="6552"/>
                  </a:lnTo>
                  <a:lnTo>
                    <a:pt x="269681" y="31344"/>
                  </a:lnTo>
                  <a:lnTo>
                    <a:pt x="257463" y="72484"/>
                  </a:lnTo>
                  <a:lnTo>
                    <a:pt x="254203" y="64644"/>
                  </a:lnTo>
                  <a:lnTo>
                    <a:pt x="250740" y="57452"/>
                  </a:lnTo>
                  <a:lnTo>
                    <a:pt x="247088" y="50933"/>
                  </a:lnTo>
                  <a:lnTo>
                    <a:pt x="243264" y="45115"/>
                  </a:lnTo>
                  <a:lnTo>
                    <a:pt x="219986" y="26942"/>
                  </a:lnTo>
                  <a:lnTo>
                    <a:pt x="196671" y="33388"/>
                  </a:lnTo>
                  <a:lnTo>
                    <a:pt x="175981" y="62315"/>
                  </a:lnTo>
                  <a:lnTo>
                    <a:pt x="160575" y="111587"/>
                  </a:lnTo>
                  <a:lnTo>
                    <a:pt x="148936" y="96977"/>
                  </a:lnTo>
                  <a:lnTo>
                    <a:pt x="136619" y="87682"/>
                  </a:lnTo>
                  <a:lnTo>
                    <a:pt x="123888" y="83841"/>
                  </a:lnTo>
                  <a:lnTo>
                    <a:pt x="111006" y="85590"/>
                  </a:lnTo>
                  <a:lnTo>
                    <a:pt x="67706" y="140567"/>
                  </a:lnTo>
                  <a:lnTo>
                    <a:pt x="53357" y="190039"/>
                  </a:lnTo>
                  <a:lnTo>
                    <a:pt x="45329" y="249147"/>
                  </a:lnTo>
                  <a:lnTo>
                    <a:pt x="44712" y="314126"/>
                  </a:lnTo>
                  <a:lnTo>
                    <a:pt x="44306" y="317098"/>
                  </a:lnTo>
                  <a:lnTo>
                    <a:pt x="13506" y="356701"/>
                  </a:lnTo>
                  <a:lnTo>
                    <a:pt x="0" y="430706"/>
                  </a:lnTo>
                  <a:lnTo>
                    <a:pt x="1210" y="480955"/>
                  </a:lnTo>
                  <a:lnTo>
                    <a:pt x="9481" y="526339"/>
                  </a:lnTo>
                  <a:lnTo>
                    <a:pt x="24240" y="561078"/>
                  </a:lnTo>
                  <a:lnTo>
                    <a:pt x="17700" y="583900"/>
                  </a:lnTo>
                  <a:lnTo>
                    <a:pt x="13247" y="609574"/>
                  </a:lnTo>
                  <a:lnTo>
                    <a:pt x="11001" y="637146"/>
                  </a:lnTo>
                  <a:lnTo>
                    <a:pt x="11083" y="665662"/>
                  </a:lnTo>
                  <a:lnTo>
                    <a:pt x="17256" y="715009"/>
                  </a:lnTo>
                  <a:lnTo>
                    <a:pt x="29747" y="753018"/>
                  </a:lnTo>
                  <a:lnTo>
                    <a:pt x="46775" y="776003"/>
                  </a:lnTo>
                  <a:lnTo>
                    <a:pt x="66556" y="780280"/>
                  </a:lnTo>
                  <a:lnTo>
                    <a:pt x="66861" y="781677"/>
                  </a:lnTo>
                  <a:lnTo>
                    <a:pt x="85777" y="841450"/>
                  </a:lnTo>
                  <a:lnTo>
                    <a:pt x="109064" y="879213"/>
                  </a:lnTo>
                  <a:lnTo>
                    <a:pt x="135358" y="896450"/>
                  </a:lnTo>
                  <a:lnTo>
                    <a:pt x="162656" y="891850"/>
                  </a:lnTo>
                  <a:lnTo>
                    <a:pt x="188959" y="864100"/>
                  </a:lnTo>
                  <a:lnTo>
                    <a:pt x="197299" y="891469"/>
                  </a:lnTo>
                  <a:lnTo>
                    <a:pt x="207225" y="914517"/>
                  </a:lnTo>
                  <a:lnTo>
                    <a:pt x="218498" y="932782"/>
                  </a:lnTo>
                  <a:lnTo>
                    <a:pt x="230882" y="945799"/>
                  </a:lnTo>
                  <a:lnTo>
                    <a:pt x="255444" y="954516"/>
                  </a:lnTo>
                  <a:lnTo>
                    <a:pt x="278968" y="943052"/>
                  </a:lnTo>
                  <a:lnTo>
                    <a:pt x="299862" y="913644"/>
                  </a:lnTo>
                  <a:lnTo>
                    <a:pt x="316537" y="868530"/>
                  </a:lnTo>
                  <a:lnTo>
                    <a:pt x="327402" y="809947"/>
                  </a:lnTo>
                  <a:lnTo>
                    <a:pt x="335468" y="821200"/>
                  </a:lnTo>
                  <a:lnTo>
                    <a:pt x="344004" y="829407"/>
                  </a:lnTo>
                  <a:lnTo>
                    <a:pt x="352887" y="834475"/>
                  </a:lnTo>
                  <a:lnTo>
                    <a:pt x="361997" y="836312"/>
                  </a:lnTo>
                  <a:lnTo>
                    <a:pt x="387853" y="823200"/>
                  </a:lnTo>
                  <a:lnTo>
                    <a:pt x="409048" y="786398"/>
                  </a:lnTo>
                  <a:lnTo>
                    <a:pt x="423431" y="731456"/>
                  </a:lnTo>
                  <a:lnTo>
                    <a:pt x="428849" y="663923"/>
                  </a:lnTo>
                  <a:lnTo>
                    <a:pt x="438613" y="658561"/>
                  </a:lnTo>
                  <a:lnTo>
                    <a:pt x="465171" y="623816"/>
                  </a:lnTo>
                  <a:lnTo>
                    <a:pt x="479858" y="585065"/>
                  </a:lnTo>
                  <a:lnTo>
                    <a:pt x="489805" y="539143"/>
                  </a:lnTo>
                  <a:lnTo>
                    <a:pt x="494875" y="488774"/>
                  </a:lnTo>
                  <a:lnTo>
                    <a:pt x="494932" y="436679"/>
                  </a:lnTo>
                  <a:lnTo>
                    <a:pt x="489838" y="385582"/>
                  </a:lnTo>
                  <a:lnTo>
                    <a:pt x="479459" y="338206"/>
                  </a:lnTo>
                  <a:lnTo>
                    <a:pt x="480576" y="331348"/>
                  </a:lnTo>
                  <a:lnTo>
                    <a:pt x="482266" y="317098"/>
                  </a:lnTo>
                  <a:lnTo>
                    <a:pt x="483879" y="253434"/>
                  </a:lnTo>
                  <a:lnTo>
                    <a:pt x="476341" y="195107"/>
                  </a:lnTo>
                  <a:lnTo>
                    <a:pt x="461031" y="148465"/>
                  </a:lnTo>
                  <a:lnTo>
                    <a:pt x="439327" y="119855"/>
                  </a:lnTo>
                  <a:lnTo>
                    <a:pt x="436813" y="95556"/>
                  </a:lnTo>
                  <a:lnTo>
                    <a:pt x="427309" y="52412"/>
                  </a:lnTo>
                  <a:lnTo>
                    <a:pt x="401168" y="6599"/>
                  </a:lnTo>
                  <a:lnTo>
                    <a:pt x="379950" y="473"/>
                  </a:lnTo>
                  <a:lnTo>
                    <a:pt x="359400" y="15614"/>
                  </a:lnTo>
                  <a:lnTo>
                    <a:pt x="342045" y="51478"/>
                  </a:lnTo>
                  <a:lnTo>
                    <a:pt x="338325" y="40082"/>
                  </a:lnTo>
                  <a:lnTo>
                    <a:pt x="334149" y="29905"/>
                  </a:lnTo>
                  <a:lnTo>
                    <a:pt x="329558" y="21040"/>
                  </a:lnTo>
                  <a:lnTo>
                    <a:pt x="324595" y="13581"/>
                  </a:lnTo>
                  <a:lnTo>
                    <a:pt x="305405" y="0"/>
                  </a:lnTo>
                  <a:close/>
                </a:path>
              </a:pathLst>
            </a:custGeom>
            <a:solidFill>
              <a:srgbClr val="FFFFFF"/>
            </a:solidFill>
          </p:spPr>
          <p:txBody>
            <a:bodyPr wrap="square" lIns="0" tIns="0" rIns="0" bIns="0" rtlCol="0"/>
            <a:lstStyle/>
            <a:p/>
          </p:txBody>
        </p:sp>
        <p:sp>
          <p:nvSpPr>
            <p:cNvPr id="18" name="object 18"/>
            <p:cNvSpPr/>
            <p:nvPr/>
          </p:nvSpPr>
          <p:spPr>
            <a:xfrm>
              <a:off x="5658076" y="2702938"/>
              <a:ext cx="495300" cy="955040"/>
            </a:xfrm>
            <a:custGeom>
              <a:avLst/>
              <a:gdLst/>
              <a:ahLst/>
              <a:cxnLst/>
              <a:rect l="l" t="t" r="r" b="b"/>
              <a:pathLst>
                <a:path w="495300" h="955039">
                  <a:moveTo>
                    <a:pt x="44716" y="314128"/>
                  </a:moveTo>
                  <a:lnTo>
                    <a:pt x="45328" y="249146"/>
                  </a:lnTo>
                  <a:lnTo>
                    <a:pt x="53355" y="190037"/>
                  </a:lnTo>
                  <a:lnTo>
                    <a:pt x="67703" y="140564"/>
                  </a:lnTo>
                  <a:lnTo>
                    <a:pt x="87281" y="104493"/>
                  </a:lnTo>
                  <a:lnTo>
                    <a:pt x="123886" y="83837"/>
                  </a:lnTo>
                  <a:lnTo>
                    <a:pt x="136619" y="87678"/>
                  </a:lnTo>
                  <a:lnTo>
                    <a:pt x="148935" y="96974"/>
                  </a:lnTo>
                  <a:lnTo>
                    <a:pt x="160574" y="111587"/>
                  </a:lnTo>
                  <a:lnTo>
                    <a:pt x="175982" y="62317"/>
                  </a:lnTo>
                  <a:lnTo>
                    <a:pt x="196672" y="33390"/>
                  </a:lnTo>
                  <a:lnTo>
                    <a:pt x="219983" y="26944"/>
                  </a:lnTo>
                  <a:lnTo>
                    <a:pt x="243256" y="45117"/>
                  </a:lnTo>
                  <a:lnTo>
                    <a:pt x="247085" y="50932"/>
                  </a:lnTo>
                  <a:lnTo>
                    <a:pt x="250738" y="57449"/>
                  </a:lnTo>
                  <a:lnTo>
                    <a:pt x="254203" y="64643"/>
                  </a:lnTo>
                  <a:lnTo>
                    <a:pt x="257465" y="72485"/>
                  </a:lnTo>
                  <a:lnTo>
                    <a:pt x="269680" y="31345"/>
                  </a:lnTo>
                  <a:lnTo>
                    <a:pt x="286379" y="6551"/>
                  </a:lnTo>
                  <a:lnTo>
                    <a:pt x="305401" y="0"/>
                  </a:lnTo>
                  <a:lnTo>
                    <a:pt x="324588" y="13584"/>
                  </a:lnTo>
                  <a:lnTo>
                    <a:pt x="329552" y="21039"/>
                  </a:lnTo>
                  <a:lnTo>
                    <a:pt x="334144" y="29901"/>
                  </a:lnTo>
                  <a:lnTo>
                    <a:pt x="338322" y="40076"/>
                  </a:lnTo>
                  <a:lnTo>
                    <a:pt x="342044" y="51470"/>
                  </a:lnTo>
                  <a:lnTo>
                    <a:pt x="359398" y="15611"/>
                  </a:lnTo>
                  <a:lnTo>
                    <a:pt x="379947" y="473"/>
                  </a:lnTo>
                  <a:lnTo>
                    <a:pt x="401167" y="6599"/>
                  </a:lnTo>
                  <a:lnTo>
                    <a:pt x="420531" y="34535"/>
                  </a:lnTo>
                  <a:lnTo>
                    <a:pt x="427306" y="52410"/>
                  </a:lnTo>
                  <a:lnTo>
                    <a:pt x="432768" y="72910"/>
                  </a:lnTo>
                  <a:lnTo>
                    <a:pt x="436811" y="95551"/>
                  </a:lnTo>
                  <a:lnTo>
                    <a:pt x="439328" y="119848"/>
                  </a:lnTo>
                  <a:lnTo>
                    <a:pt x="461030" y="148463"/>
                  </a:lnTo>
                  <a:lnTo>
                    <a:pt x="476341" y="195106"/>
                  </a:lnTo>
                  <a:lnTo>
                    <a:pt x="483878" y="253431"/>
                  </a:lnTo>
                  <a:lnTo>
                    <a:pt x="482261" y="317094"/>
                  </a:lnTo>
                  <a:lnTo>
                    <a:pt x="481515" y="324293"/>
                  </a:lnTo>
                  <a:lnTo>
                    <a:pt x="480579" y="331346"/>
                  </a:lnTo>
                  <a:lnTo>
                    <a:pt x="479460" y="338202"/>
                  </a:lnTo>
                  <a:lnTo>
                    <a:pt x="489838" y="385578"/>
                  </a:lnTo>
                  <a:lnTo>
                    <a:pt x="494931" y="436675"/>
                  </a:lnTo>
                  <a:lnTo>
                    <a:pt x="494875" y="488770"/>
                  </a:lnTo>
                  <a:lnTo>
                    <a:pt x="489805" y="539140"/>
                  </a:lnTo>
                  <a:lnTo>
                    <a:pt x="479859" y="585063"/>
                  </a:lnTo>
                  <a:lnTo>
                    <a:pt x="465172" y="623817"/>
                  </a:lnTo>
                  <a:lnTo>
                    <a:pt x="438615" y="658559"/>
                  </a:lnTo>
                  <a:lnTo>
                    <a:pt x="428852" y="663915"/>
                  </a:lnTo>
                  <a:lnTo>
                    <a:pt x="423433" y="731454"/>
                  </a:lnTo>
                  <a:lnTo>
                    <a:pt x="409050" y="786398"/>
                  </a:lnTo>
                  <a:lnTo>
                    <a:pt x="387855" y="823201"/>
                  </a:lnTo>
                  <a:lnTo>
                    <a:pt x="361996" y="836315"/>
                  </a:lnTo>
                  <a:lnTo>
                    <a:pt x="352888" y="834476"/>
                  </a:lnTo>
                  <a:lnTo>
                    <a:pt x="344004" y="829405"/>
                  </a:lnTo>
                  <a:lnTo>
                    <a:pt x="335468" y="821199"/>
                  </a:lnTo>
                  <a:lnTo>
                    <a:pt x="327404" y="809950"/>
                  </a:lnTo>
                  <a:lnTo>
                    <a:pt x="316536" y="868529"/>
                  </a:lnTo>
                  <a:lnTo>
                    <a:pt x="299860" y="913641"/>
                  </a:lnTo>
                  <a:lnTo>
                    <a:pt x="278965" y="943048"/>
                  </a:lnTo>
                  <a:lnTo>
                    <a:pt x="255441" y="954514"/>
                  </a:lnTo>
                  <a:lnTo>
                    <a:pt x="230878" y="945801"/>
                  </a:lnTo>
                  <a:lnTo>
                    <a:pt x="218493" y="932782"/>
                  </a:lnTo>
                  <a:lnTo>
                    <a:pt x="207220" y="914518"/>
                  </a:lnTo>
                  <a:lnTo>
                    <a:pt x="197294" y="891469"/>
                  </a:lnTo>
                  <a:lnTo>
                    <a:pt x="188954" y="864096"/>
                  </a:lnTo>
                  <a:lnTo>
                    <a:pt x="162651" y="891849"/>
                  </a:lnTo>
                  <a:lnTo>
                    <a:pt x="109060" y="879214"/>
                  </a:lnTo>
                  <a:lnTo>
                    <a:pt x="85773" y="841449"/>
                  </a:lnTo>
                  <a:lnTo>
                    <a:pt x="67492" y="784469"/>
                  </a:lnTo>
                  <a:lnTo>
                    <a:pt x="66556" y="780274"/>
                  </a:lnTo>
                  <a:lnTo>
                    <a:pt x="46773" y="776002"/>
                  </a:lnTo>
                  <a:lnTo>
                    <a:pt x="29743" y="753019"/>
                  </a:lnTo>
                  <a:lnTo>
                    <a:pt x="17251" y="715011"/>
                  </a:lnTo>
                  <a:lnTo>
                    <a:pt x="11081" y="665664"/>
                  </a:lnTo>
                  <a:lnTo>
                    <a:pt x="10999" y="637148"/>
                  </a:lnTo>
                  <a:lnTo>
                    <a:pt x="13243" y="609575"/>
                  </a:lnTo>
                  <a:lnTo>
                    <a:pt x="17695" y="583900"/>
                  </a:lnTo>
                  <a:lnTo>
                    <a:pt x="24233" y="561080"/>
                  </a:lnTo>
                  <a:lnTo>
                    <a:pt x="9479" y="526339"/>
                  </a:lnTo>
                  <a:lnTo>
                    <a:pt x="1210" y="480954"/>
                  </a:lnTo>
                  <a:lnTo>
                    <a:pt x="0" y="430705"/>
                  </a:lnTo>
                  <a:lnTo>
                    <a:pt x="6420" y="381375"/>
                  </a:lnTo>
                  <a:lnTo>
                    <a:pt x="13502" y="356701"/>
                  </a:lnTo>
                  <a:lnTo>
                    <a:pt x="22447" y="337306"/>
                  </a:lnTo>
                  <a:lnTo>
                    <a:pt x="32847" y="323876"/>
                  </a:lnTo>
                  <a:lnTo>
                    <a:pt x="44299" y="317100"/>
                  </a:lnTo>
                  <a:lnTo>
                    <a:pt x="44716" y="314128"/>
                  </a:lnTo>
                  <a:close/>
                </a:path>
                <a:path w="495300" h="955039">
                  <a:moveTo>
                    <a:pt x="53808" y="574971"/>
                  </a:moveTo>
                  <a:lnTo>
                    <a:pt x="46227" y="575003"/>
                  </a:lnTo>
                  <a:lnTo>
                    <a:pt x="38775" y="572027"/>
                  </a:lnTo>
                  <a:lnTo>
                    <a:pt x="31578" y="566122"/>
                  </a:lnTo>
                  <a:lnTo>
                    <a:pt x="24765" y="557363"/>
                  </a:lnTo>
                </a:path>
                <a:path w="495300" h="955039">
                  <a:moveTo>
                    <a:pt x="79433" y="767659"/>
                  </a:moveTo>
                  <a:lnTo>
                    <a:pt x="75357" y="771915"/>
                  </a:lnTo>
                  <a:lnTo>
                    <a:pt x="71084" y="774748"/>
                  </a:lnTo>
                  <a:lnTo>
                    <a:pt x="66726" y="776086"/>
                  </a:lnTo>
                </a:path>
                <a:path w="495300" h="955039">
                  <a:moveTo>
                    <a:pt x="188926" y="860248"/>
                  </a:moveTo>
                  <a:lnTo>
                    <a:pt x="186721" y="851052"/>
                  </a:lnTo>
                  <a:lnTo>
                    <a:pt x="184707" y="841566"/>
                  </a:lnTo>
                  <a:lnTo>
                    <a:pt x="182889" y="831811"/>
                  </a:lnTo>
                  <a:lnTo>
                    <a:pt x="181270" y="821807"/>
                  </a:lnTo>
                </a:path>
                <a:path w="495300" h="955039">
                  <a:moveTo>
                    <a:pt x="330511" y="764390"/>
                  </a:moveTo>
                  <a:lnTo>
                    <a:pt x="330066" y="775084"/>
                  </a:lnTo>
                  <a:lnTo>
                    <a:pt x="329406" y="785693"/>
                  </a:lnTo>
                  <a:lnTo>
                    <a:pt x="328535" y="796196"/>
                  </a:lnTo>
                  <a:lnTo>
                    <a:pt x="327453" y="806570"/>
                  </a:lnTo>
                </a:path>
                <a:path w="495300" h="955039">
                  <a:moveTo>
                    <a:pt x="391299" y="503767"/>
                  </a:moveTo>
                  <a:lnTo>
                    <a:pt x="406848" y="531355"/>
                  </a:lnTo>
                  <a:lnTo>
                    <a:pt x="418634" y="568471"/>
                  </a:lnTo>
                  <a:lnTo>
                    <a:pt x="426072" y="612646"/>
                  </a:lnTo>
                  <a:lnTo>
                    <a:pt x="428578" y="661409"/>
                  </a:lnTo>
                </a:path>
                <a:path w="495300" h="955039">
                  <a:moveTo>
                    <a:pt x="479227" y="335866"/>
                  </a:moveTo>
                  <a:lnTo>
                    <a:pt x="476075" y="352465"/>
                  </a:lnTo>
                  <a:lnTo>
                    <a:pt x="472230" y="367949"/>
                  </a:lnTo>
                  <a:lnTo>
                    <a:pt x="467734" y="382169"/>
                  </a:lnTo>
                  <a:lnTo>
                    <a:pt x="462627" y="394978"/>
                  </a:lnTo>
                </a:path>
                <a:path w="495300" h="955039">
                  <a:moveTo>
                    <a:pt x="439396" y="116535"/>
                  </a:moveTo>
                  <a:lnTo>
                    <a:pt x="439808" y="123467"/>
                  </a:lnTo>
                  <a:lnTo>
                    <a:pt x="440092" y="130438"/>
                  </a:lnTo>
                  <a:lnTo>
                    <a:pt x="440247" y="137437"/>
                  </a:lnTo>
                  <a:lnTo>
                    <a:pt x="440273" y="144452"/>
                  </a:lnTo>
                </a:path>
                <a:path w="495300" h="955039">
                  <a:moveTo>
                    <a:pt x="333388" y="83971"/>
                  </a:moveTo>
                  <a:lnTo>
                    <a:pt x="335141" y="74483"/>
                  </a:lnTo>
                  <a:lnTo>
                    <a:pt x="337148" y="65364"/>
                  </a:lnTo>
                  <a:lnTo>
                    <a:pt x="339401" y="56647"/>
                  </a:lnTo>
                  <a:lnTo>
                    <a:pt x="341892" y="48368"/>
                  </a:lnTo>
                </a:path>
                <a:path w="495300" h="955039">
                  <a:moveTo>
                    <a:pt x="253854" y="100937"/>
                  </a:moveTo>
                  <a:lnTo>
                    <a:pt x="254609" y="93020"/>
                  </a:lnTo>
                  <a:lnTo>
                    <a:pt x="255550" y="85249"/>
                  </a:lnTo>
                  <a:lnTo>
                    <a:pt x="256672" y="77646"/>
                  </a:lnTo>
                  <a:lnTo>
                    <a:pt x="257972" y="70233"/>
                  </a:lnTo>
                </a:path>
                <a:path w="495300" h="955039">
                  <a:moveTo>
                    <a:pt x="160515" y="111365"/>
                  </a:moveTo>
                  <a:lnTo>
                    <a:pt x="164495" y="117912"/>
                  </a:lnTo>
                  <a:lnTo>
                    <a:pt x="168312" y="125073"/>
                  </a:lnTo>
                  <a:lnTo>
                    <a:pt x="171957" y="132827"/>
                  </a:lnTo>
                  <a:lnTo>
                    <a:pt x="175418" y="141154"/>
                  </a:lnTo>
                </a:path>
                <a:path w="495300" h="955039">
                  <a:moveTo>
                    <a:pt x="47318" y="345476"/>
                  </a:moveTo>
                  <a:lnTo>
                    <a:pt x="46491" y="337747"/>
                  </a:lnTo>
                  <a:lnTo>
                    <a:pt x="45782" y="329941"/>
                  </a:lnTo>
                  <a:lnTo>
                    <a:pt x="45190" y="322067"/>
                  </a:lnTo>
                  <a:lnTo>
                    <a:pt x="44717" y="314135"/>
                  </a:lnTo>
                </a:path>
              </a:pathLst>
            </a:custGeom>
            <a:ln w="12700">
              <a:solidFill>
                <a:srgbClr val="2F528F"/>
              </a:solidFill>
            </a:ln>
          </p:spPr>
          <p:txBody>
            <a:bodyPr wrap="square" lIns="0" tIns="0" rIns="0" bIns="0" rtlCol="0"/>
            <a:lstStyle/>
            <a:p/>
          </p:txBody>
        </p:sp>
        <p:sp>
          <p:nvSpPr>
            <p:cNvPr id="19" name="object 19"/>
            <p:cNvSpPr/>
            <p:nvPr/>
          </p:nvSpPr>
          <p:spPr>
            <a:xfrm>
              <a:off x="4662246" y="4402340"/>
              <a:ext cx="1746250" cy="1441450"/>
            </a:xfrm>
            <a:custGeom>
              <a:avLst/>
              <a:gdLst/>
              <a:ahLst/>
              <a:cxnLst/>
              <a:rect l="l" t="t" r="r" b="b"/>
              <a:pathLst>
                <a:path w="1746250" h="1441450">
                  <a:moveTo>
                    <a:pt x="1745843" y="0"/>
                  </a:moveTo>
                  <a:lnTo>
                    <a:pt x="0" y="0"/>
                  </a:lnTo>
                  <a:lnTo>
                    <a:pt x="0" y="1440935"/>
                  </a:lnTo>
                  <a:lnTo>
                    <a:pt x="1745843" y="1440935"/>
                  </a:lnTo>
                  <a:lnTo>
                    <a:pt x="1745843" y="0"/>
                  </a:lnTo>
                  <a:close/>
                </a:path>
              </a:pathLst>
            </a:custGeom>
            <a:solidFill>
              <a:srgbClr val="D9D9D9"/>
            </a:solidFill>
          </p:spPr>
          <p:txBody>
            <a:bodyPr wrap="square" lIns="0" tIns="0" rIns="0" bIns="0" rtlCol="0"/>
            <a:lstStyle/>
            <a:p/>
          </p:txBody>
        </p:sp>
        <p:sp>
          <p:nvSpPr>
            <p:cNvPr id="20" name="object 20"/>
            <p:cNvSpPr/>
            <p:nvPr/>
          </p:nvSpPr>
          <p:spPr>
            <a:xfrm>
              <a:off x="4662246" y="4402340"/>
              <a:ext cx="1746250" cy="1441450"/>
            </a:xfrm>
            <a:custGeom>
              <a:avLst/>
              <a:gdLst/>
              <a:ahLst/>
              <a:cxnLst/>
              <a:rect l="l" t="t" r="r" b="b"/>
              <a:pathLst>
                <a:path w="1746250" h="1441450">
                  <a:moveTo>
                    <a:pt x="0" y="0"/>
                  </a:moveTo>
                  <a:lnTo>
                    <a:pt x="1745840" y="0"/>
                  </a:lnTo>
                  <a:lnTo>
                    <a:pt x="1745840" y="1440930"/>
                  </a:lnTo>
                  <a:lnTo>
                    <a:pt x="0" y="1440930"/>
                  </a:lnTo>
                  <a:lnTo>
                    <a:pt x="0" y="0"/>
                  </a:lnTo>
                  <a:close/>
                </a:path>
              </a:pathLst>
            </a:custGeom>
            <a:ln w="12700">
              <a:solidFill>
                <a:srgbClr val="2F528F"/>
              </a:solidFill>
            </a:ln>
          </p:spPr>
          <p:txBody>
            <a:bodyPr wrap="square" lIns="0" tIns="0" rIns="0" bIns="0" rtlCol="0"/>
            <a:lstStyle/>
            <a:p/>
          </p:txBody>
        </p:sp>
        <p:sp>
          <p:nvSpPr>
            <p:cNvPr id="21" name="object 21"/>
            <p:cNvSpPr/>
            <p:nvPr/>
          </p:nvSpPr>
          <p:spPr>
            <a:xfrm>
              <a:off x="4820589" y="4671961"/>
              <a:ext cx="578485" cy="901700"/>
            </a:xfrm>
            <a:custGeom>
              <a:avLst/>
              <a:gdLst/>
              <a:ahLst/>
              <a:cxnLst/>
              <a:rect l="l" t="t" r="r" b="b"/>
              <a:pathLst>
                <a:path w="578485" h="901700">
                  <a:moveTo>
                    <a:pt x="0" y="0"/>
                  </a:moveTo>
                  <a:lnTo>
                    <a:pt x="578140" y="0"/>
                  </a:lnTo>
                  <a:lnTo>
                    <a:pt x="578140" y="901700"/>
                  </a:lnTo>
                  <a:lnTo>
                    <a:pt x="0" y="901700"/>
                  </a:lnTo>
                  <a:lnTo>
                    <a:pt x="0" y="0"/>
                  </a:lnTo>
                  <a:close/>
                </a:path>
              </a:pathLst>
            </a:custGeom>
            <a:ln w="12700">
              <a:solidFill>
                <a:srgbClr val="2F528F"/>
              </a:solidFill>
            </a:ln>
          </p:spPr>
          <p:txBody>
            <a:bodyPr wrap="square" lIns="0" tIns="0" rIns="0" bIns="0" rtlCol="0"/>
            <a:lstStyle/>
            <a:p/>
          </p:txBody>
        </p:sp>
      </p:grpSp>
      <p:sp>
        <p:nvSpPr>
          <p:cNvPr id="22" name="object 22"/>
          <p:cNvSpPr txBox="1"/>
          <p:nvPr/>
        </p:nvSpPr>
        <p:spPr>
          <a:xfrm>
            <a:off x="4660620" y="4373371"/>
            <a:ext cx="1733550" cy="299720"/>
          </a:xfrm>
          <a:prstGeom prst="rect">
            <a:avLst/>
          </a:prstGeom>
        </p:spPr>
        <p:txBody>
          <a:bodyPr vert="horz" wrap="square" lIns="0" tIns="12700" rIns="0" bIns="0" rtlCol="0">
            <a:spAutoFit/>
          </a:bodyPr>
          <a:lstStyle/>
          <a:p>
            <a:pPr marL="172085">
              <a:lnSpc>
                <a:spcPct val="100000"/>
              </a:lnSpc>
              <a:spcBef>
                <a:spcPts val="100"/>
              </a:spcBef>
            </a:pPr>
            <a:r>
              <a:rPr sz="1800" spc="-20" dirty="0">
                <a:latin typeface="Arial" panose="020B0604020202020204"/>
                <a:cs typeface="Arial" panose="020B0604020202020204"/>
              </a:rPr>
              <a:t>TDR2</a:t>
            </a:r>
            <a:endParaRPr sz="1800">
              <a:latin typeface="Arial" panose="020B0604020202020204"/>
              <a:cs typeface="Arial" panose="020B0604020202020204"/>
            </a:endParaRPr>
          </a:p>
        </p:txBody>
      </p:sp>
      <p:grpSp>
        <p:nvGrpSpPr>
          <p:cNvPr id="23" name="object 23"/>
          <p:cNvGrpSpPr/>
          <p:nvPr/>
        </p:nvGrpSpPr>
        <p:grpSpPr>
          <a:xfrm>
            <a:off x="2670314" y="2893707"/>
            <a:ext cx="3505200" cy="2716530"/>
            <a:chOff x="2670314" y="2893707"/>
            <a:chExt cx="3505200" cy="2716530"/>
          </a:xfrm>
        </p:grpSpPr>
        <p:sp>
          <p:nvSpPr>
            <p:cNvPr id="24" name="object 24"/>
            <p:cNvSpPr/>
            <p:nvPr/>
          </p:nvSpPr>
          <p:spPr>
            <a:xfrm>
              <a:off x="5674033" y="4648951"/>
              <a:ext cx="495300" cy="955040"/>
            </a:xfrm>
            <a:custGeom>
              <a:avLst/>
              <a:gdLst/>
              <a:ahLst/>
              <a:cxnLst/>
              <a:rect l="l" t="t" r="r" b="b"/>
              <a:pathLst>
                <a:path w="495300" h="955039">
                  <a:moveTo>
                    <a:pt x="305399" y="0"/>
                  </a:moveTo>
                  <a:lnTo>
                    <a:pt x="286379" y="6552"/>
                  </a:lnTo>
                  <a:lnTo>
                    <a:pt x="269681" y="31347"/>
                  </a:lnTo>
                  <a:lnTo>
                    <a:pt x="257463" y="72489"/>
                  </a:lnTo>
                  <a:lnTo>
                    <a:pt x="254203" y="64650"/>
                  </a:lnTo>
                  <a:lnTo>
                    <a:pt x="250738" y="57457"/>
                  </a:lnTo>
                  <a:lnTo>
                    <a:pt x="247083" y="50938"/>
                  </a:lnTo>
                  <a:lnTo>
                    <a:pt x="243252" y="45120"/>
                  </a:lnTo>
                  <a:lnTo>
                    <a:pt x="219980" y="26948"/>
                  </a:lnTo>
                  <a:lnTo>
                    <a:pt x="196670" y="33394"/>
                  </a:lnTo>
                  <a:lnTo>
                    <a:pt x="175981" y="62321"/>
                  </a:lnTo>
                  <a:lnTo>
                    <a:pt x="160575" y="111592"/>
                  </a:lnTo>
                  <a:lnTo>
                    <a:pt x="148936" y="96975"/>
                  </a:lnTo>
                  <a:lnTo>
                    <a:pt x="136618" y="87678"/>
                  </a:lnTo>
                  <a:lnTo>
                    <a:pt x="123883" y="83839"/>
                  </a:lnTo>
                  <a:lnTo>
                    <a:pt x="110994" y="85595"/>
                  </a:lnTo>
                  <a:lnTo>
                    <a:pt x="67700" y="140569"/>
                  </a:lnTo>
                  <a:lnTo>
                    <a:pt x="53351" y="190039"/>
                  </a:lnTo>
                  <a:lnTo>
                    <a:pt x="45325" y="249148"/>
                  </a:lnTo>
                  <a:lnTo>
                    <a:pt x="44713" y="314132"/>
                  </a:lnTo>
                  <a:lnTo>
                    <a:pt x="44294" y="317104"/>
                  </a:lnTo>
                  <a:lnTo>
                    <a:pt x="13500" y="356707"/>
                  </a:lnTo>
                  <a:lnTo>
                    <a:pt x="0" y="430706"/>
                  </a:lnTo>
                  <a:lnTo>
                    <a:pt x="1209" y="480956"/>
                  </a:lnTo>
                  <a:lnTo>
                    <a:pt x="9476" y="526343"/>
                  </a:lnTo>
                  <a:lnTo>
                    <a:pt x="24228" y="561083"/>
                  </a:lnTo>
                  <a:lnTo>
                    <a:pt x="17695" y="583900"/>
                  </a:lnTo>
                  <a:lnTo>
                    <a:pt x="13245" y="609575"/>
                  </a:lnTo>
                  <a:lnTo>
                    <a:pt x="11001" y="637150"/>
                  </a:lnTo>
                  <a:lnTo>
                    <a:pt x="11083" y="665668"/>
                  </a:lnTo>
                  <a:lnTo>
                    <a:pt x="17250" y="715014"/>
                  </a:lnTo>
                  <a:lnTo>
                    <a:pt x="29743" y="753022"/>
                  </a:lnTo>
                  <a:lnTo>
                    <a:pt x="46773" y="776003"/>
                  </a:lnTo>
                  <a:lnTo>
                    <a:pt x="66557" y="780273"/>
                  </a:lnTo>
                  <a:lnTo>
                    <a:pt x="66861" y="781682"/>
                  </a:lnTo>
                  <a:lnTo>
                    <a:pt x="85777" y="841455"/>
                  </a:lnTo>
                  <a:lnTo>
                    <a:pt x="109064" y="879218"/>
                  </a:lnTo>
                  <a:lnTo>
                    <a:pt x="135358" y="896453"/>
                  </a:lnTo>
                  <a:lnTo>
                    <a:pt x="162656" y="891848"/>
                  </a:lnTo>
                  <a:lnTo>
                    <a:pt x="188959" y="864093"/>
                  </a:lnTo>
                  <a:lnTo>
                    <a:pt x="197297" y="891469"/>
                  </a:lnTo>
                  <a:lnTo>
                    <a:pt x="207220" y="914521"/>
                  </a:lnTo>
                  <a:lnTo>
                    <a:pt x="218493" y="932786"/>
                  </a:lnTo>
                  <a:lnTo>
                    <a:pt x="230882" y="945803"/>
                  </a:lnTo>
                  <a:lnTo>
                    <a:pt x="255443" y="954516"/>
                  </a:lnTo>
                  <a:lnTo>
                    <a:pt x="278964" y="943050"/>
                  </a:lnTo>
                  <a:lnTo>
                    <a:pt x="299857" y="913642"/>
                  </a:lnTo>
                  <a:lnTo>
                    <a:pt x="316532" y="868530"/>
                  </a:lnTo>
                  <a:lnTo>
                    <a:pt x="327402" y="809953"/>
                  </a:lnTo>
                  <a:lnTo>
                    <a:pt x="335463" y="821200"/>
                  </a:lnTo>
                  <a:lnTo>
                    <a:pt x="343999" y="829407"/>
                  </a:lnTo>
                  <a:lnTo>
                    <a:pt x="352885" y="834479"/>
                  </a:lnTo>
                  <a:lnTo>
                    <a:pt x="361997" y="836318"/>
                  </a:lnTo>
                  <a:lnTo>
                    <a:pt x="387853" y="823205"/>
                  </a:lnTo>
                  <a:lnTo>
                    <a:pt x="409049" y="786402"/>
                  </a:lnTo>
                  <a:lnTo>
                    <a:pt x="423431" y="731456"/>
                  </a:lnTo>
                  <a:lnTo>
                    <a:pt x="428850" y="663915"/>
                  </a:lnTo>
                  <a:lnTo>
                    <a:pt x="438613" y="658560"/>
                  </a:lnTo>
                  <a:lnTo>
                    <a:pt x="465172" y="623821"/>
                  </a:lnTo>
                  <a:lnTo>
                    <a:pt x="479859" y="585066"/>
                  </a:lnTo>
                  <a:lnTo>
                    <a:pt x="489805" y="539143"/>
                  </a:lnTo>
                  <a:lnTo>
                    <a:pt x="494875" y="488774"/>
                  </a:lnTo>
                  <a:lnTo>
                    <a:pt x="494932" y="436682"/>
                  </a:lnTo>
                  <a:lnTo>
                    <a:pt x="489839" y="385587"/>
                  </a:lnTo>
                  <a:lnTo>
                    <a:pt x="479459" y="338211"/>
                  </a:lnTo>
                  <a:lnTo>
                    <a:pt x="480577" y="331353"/>
                  </a:lnTo>
                  <a:lnTo>
                    <a:pt x="482266" y="317104"/>
                  </a:lnTo>
                  <a:lnTo>
                    <a:pt x="483879" y="253439"/>
                  </a:lnTo>
                  <a:lnTo>
                    <a:pt x="476341" y="195111"/>
                  </a:lnTo>
                  <a:lnTo>
                    <a:pt x="461031" y="148465"/>
                  </a:lnTo>
                  <a:lnTo>
                    <a:pt x="439327" y="119847"/>
                  </a:lnTo>
                  <a:lnTo>
                    <a:pt x="436812" y="95556"/>
                  </a:lnTo>
                  <a:lnTo>
                    <a:pt x="427304" y="52417"/>
                  </a:lnTo>
                  <a:lnTo>
                    <a:pt x="401168" y="6604"/>
                  </a:lnTo>
                  <a:lnTo>
                    <a:pt x="379950" y="477"/>
                  </a:lnTo>
                  <a:lnTo>
                    <a:pt x="359400" y="15614"/>
                  </a:lnTo>
                  <a:lnTo>
                    <a:pt x="342045" y="51470"/>
                  </a:lnTo>
                  <a:lnTo>
                    <a:pt x="338324" y="40077"/>
                  </a:lnTo>
                  <a:lnTo>
                    <a:pt x="334142" y="29904"/>
                  </a:lnTo>
                  <a:lnTo>
                    <a:pt x="329547" y="21043"/>
                  </a:lnTo>
                  <a:lnTo>
                    <a:pt x="324583" y="13586"/>
                  </a:lnTo>
                  <a:lnTo>
                    <a:pt x="305399" y="0"/>
                  </a:lnTo>
                  <a:close/>
                </a:path>
              </a:pathLst>
            </a:custGeom>
            <a:solidFill>
              <a:srgbClr val="FFFFFF"/>
            </a:solidFill>
          </p:spPr>
          <p:txBody>
            <a:bodyPr wrap="square" lIns="0" tIns="0" rIns="0" bIns="0" rtlCol="0"/>
            <a:lstStyle/>
            <a:p/>
          </p:txBody>
        </p:sp>
        <p:sp>
          <p:nvSpPr>
            <p:cNvPr id="25" name="object 25"/>
            <p:cNvSpPr/>
            <p:nvPr/>
          </p:nvSpPr>
          <p:spPr>
            <a:xfrm>
              <a:off x="5674028" y="4648959"/>
              <a:ext cx="495300" cy="955040"/>
            </a:xfrm>
            <a:custGeom>
              <a:avLst/>
              <a:gdLst/>
              <a:ahLst/>
              <a:cxnLst/>
              <a:rect l="l" t="t" r="r" b="b"/>
              <a:pathLst>
                <a:path w="495300" h="955039">
                  <a:moveTo>
                    <a:pt x="44716" y="314128"/>
                  </a:moveTo>
                  <a:lnTo>
                    <a:pt x="45328" y="249146"/>
                  </a:lnTo>
                  <a:lnTo>
                    <a:pt x="53355" y="190037"/>
                  </a:lnTo>
                  <a:lnTo>
                    <a:pt x="67703" y="140564"/>
                  </a:lnTo>
                  <a:lnTo>
                    <a:pt x="87281" y="104493"/>
                  </a:lnTo>
                  <a:lnTo>
                    <a:pt x="123886" y="83837"/>
                  </a:lnTo>
                  <a:lnTo>
                    <a:pt x="136619" y="87678"/>
                  </a:lnTo>
                  <a:lnTo>
                    <a:pt x="148935" y="96974"/>
                  </a:lnTo>
                  <a:lnTo>
                    <a:pt x="160574" y="111587"/>
                  </a:lnTo>
                  <a:lnTo>
                    <a:pt x="175982" y="62317"/>
                  </a:lnTo>
                  <a:lnTo>
                    <a:pt x="196672" y="33390"/>
                  </a:lnTo>
                  <a:lnTo>
                    <a:pt x="219983" y="26944"/>
                  </a:lnTo>
                  <a:lnTo>
                    <a:pt x="243256" y="45117"/>
                  </a:lnTo>
                  <a:lnTo>
                    <a:pt x="247085" y="50932"/>
                  </a:lnTo>
                  <a:lnTo>
                    <a:pt x="250738" y="57449"/>
                  </a:lnTo>
                  <a:lnTo>
                    <a:pt x="254203" y="64643"/>
                  </a:lnTo>
                  <a:lnTo>
                    <a:pt x="257465" y="72485"/>
                  </a:lnTo>
                  <a:lnTo>
                    <a:pt x="269680" y="31345"/>
                  </a:lnTo>
                  <a:lnTo>
                    <a:pt x="286379" y="6551"/>
                  </a:lnTo>
                  <a:lnTo>
                    <a:pt x="305401" y="0"/>
                  </a:lnTo>
                  <a:lnTo>
                    <a:pt x="324588" y="13584"/>
                  </a:lnTo>
                  <a:lnTo>
                    <a:pt x="329552" y="21039"/>
                  </a:lnTo>
                  <a:lnTo>
                    <a:pt x="334144" y="29901"/>
                  </a:lnTo>
                  <a:lnTo>
                    <a:pt x="338322" y="40076"/>
                  </a:lnTo>
                  <a:lnTo>
                    <a:pt x="342044" y="51470"/>
                  </a:lnTo>
                  <a:lnTo>
                    <a:pt x="359398" y="15611"/>
                  </a:lnTo>
                  <a:lnTo>
                    <a:pt x="379947" y="473"/>
                  </a:lnTo>
                  <a:lnTo>
                    <a:pt x="401167" y="6599"/>
                  </a:lnTo>
                  <a:lnTo>
                    <a:pt x="420531" y="34535"/>
                  </a:lnTo>
                  <a:lnTo>
                    <a:pt x="427306" y="52410"/>
                  </a:lnTo>
                  <a:lnTo>
                    <a:pt x="432768" y="72910"/>
                  </a:lnTo>
                  <a:lnTo>
                    <a:pt x="436811" y="95551"/>
                  </a:lnTo>
                  <a:lnTo>
                    <a:pt x="439328" y="119848"/>
                  </a:lnTo>
                  <a:lnTo>
                    <a:pt x="461030" y="148463"/>
                  </a:lnTo>
                  <a:lnTo>
                    <a:pt x="476341" y="195106"/>
                  </a:lnTo>
                  <a:lnTo>
                    <a:pt x="483878" y="253431"/>
                  </a:lnTo>
                  <a:lnTo>
                    <a:pt x="482261" y="317094"/>
                  </a:lnTo>
                  <a:lnTo>
                    <a:pt x="481515" y="324293"/>
                  </a:lnTo>
                  <a:lnTo>
                    <a:pt x="480579" y="331346"/>
                  </a:lnTo>
                  <a:lnTo>
                    <a:pt x="479460" y="338202"/>
                  </a:lnTo>
                  <a:lnTo>
                    <a:pt x="489838" y="385578"/>
                  </a:lnTo>
                  <a:lnTo>
                    <a:pt x="494931" y="436675"/>
                  </a:lnTo>
                  <a:lnTo>
                    <a:pt x="494875" y="488770"/>
                  </a:lnTo>
                  <a:lnTo>
                    <a:pt x="489805" y="539140"/>
                  </a:lnTo>
                  <a:lnTo>
                    <a:pt x="479859" y="585063"/>
                  </a:lnTo>
                  <a:lnTo>
                    <a:pt x="465172" y="623817"/>
                  </a:lnTo>
                  <a:lnTo>
                    <a:pt x="438615" y="658559"/>
                  </a:lnTo>
                  <a:lnTo>
                    <a:pt x="428852" y="663915"/>
                  </a:lnTo>
                  <a:lnTo>
                    <a:pt x="423433" y="731454"/>
                  </a:lnTo>
                  <a:lnTo>
                    <a:pt x="409050" y="786398"/>
                  </a:lnTo>
                  <a:lnTo>
                    <a:pt x="387855" y="823201"/>
                  </a:lnTo>
                  <a:lnTo>
                    <a:pt x="361996" y="836315"/>
                  </a:lnTo>
                  <a:lnTo>
                    <a:pt x="352888" y="834476"/>
                  </a:lnTo>
                  <a:lnTo>
                    <a:pt x="344004" y="829405"/>
                  </a:lnTo>
                  <a:lnTo>
                    <a:pt x="335468" y="821199"/>
                  </a:lnTo>
                  <a:lnTo>
                    <a:pt x="327404" y="809950"/>
                  </a:lnTo>
                  <a:lnTo>
                    <a:pt x="316536" y="868529"/>
                  </a:lnTo>
                  <a:lnTo>
                    <a:pt x="299860" y="913641"/>
                  </a:lnTo>
                  <a:lnTo>
                    <a:pt x="278965" y="943048"/>
                  </a:lnTo>
                  <a:lnTo>
                    <a:pt x="255441" y="954514"/>
                  </a:lnTo>
                  <a:lnTo>
                    <a:pt x="230878" y="945801"/>
                  </a:lnTo>
                  <a:lnTo>
                    <a:pt x="218493" y="932782"/>
                  </a:lnTo>
                  <a:lnTo>
                    <a:pt x="207220" y="914518"/>
                  </a:lnTo>
                  <a:lnTo>
                    <a:pt x="197294" y="891469"/>
                  </a:lnTo>
                  <a:lnTo>
                    <a:pt x="188954" y="864096"/>
                  </a:lnTo>
                  <a:lnTo>
                    <a:pt x="162651" y="891849"/>
                  </a:lnTo>
                  <a:lnTo>
                    <a:pt x="109060" y="879214"/>
                  </a:lnTo>
                  <a:lnTo>
                    <a:pt x="85773" y="841449"/>
                  </a:lnTo>
                  <a:lnTo>
                    <a:pt x="67492" y="784469"/>
                  </a:lnTo>
                  <a:lnTo>
                    <a:pt x="66556" y="780274"/>
                  </a:lnTo>
                  <a:lnTo>
                    <a:pt x="46773" y="776002"/>
                  </a:lnTo>
                  <a:lnTo>
                    <a:pt x="29743" y="753019"/>
                  </a:lnTo>
                  <a:lnTo>
                    <a:pt x="17251" y="715011"/>
                  </a:lnTo>
                  <a:lnTo>
                    <a:pt x="11081" y="665664"/>
                  </a:lnTo>
                  <a:lnTo>
                    <a:pt x="10999" y="637148"/>
                  </a:lnTo>
                  <a:lnTo>
                    <a:pt x="13243" y="609575"/>
                  </a:lnTo>
                  <a:lnTo>
                    <a:pt x="17695" y="583900"/>
                  </a:lnTo>
                  <a:lnTo>
                    <a:pt x="24233" y="561080"/>
                  </a:lnTo>
                  <a:lnTo>
                    <a:pt x="9479" y="526339"/>
                  </a:lnTo>
                  <a:lnTo>
                    <a:pt x="1210" y="480954"/>
                  </a:lnTo>
                  <a:lnTo>
                    <a:pt x="0" y="430705"/>
                  </a:lnTo>
                  <a:lnTo>
                    <a:pt x="6420" y="381375"/>
                  </a:lnTo>
                  <a:lnTo>
                    <a:pt x="13502" y="356701"/>
                  </a:lnTo>
                  <a:lnTo>
                    <a:pt x="22447" y="337306"/>
                  </a:lnTo>
                  <a:lnTo>
                    <a:pt x="32847" y="323876"/>
                  </a:lnTo>
                  <a:lnTo>
                    <a:pt x="44299" y="317100"/>
                  </a:lnTo>
                  <a:lnTo>
                    <a:pt x="44716" y="314128"/>
                  </a:lnTo>
                  <a:close/>
                </a:path>
                <a:path w="495300" h="955039">
                  <a:moveTo>
                    <a:pt x="53808" y="574971"/>
                  </a:moveTo>
                  <a:lnTo>
                    <a:pt x="46227" y="575003"/>
                  </a:lnTo>
                  <a:lnTo>
                    <a:pt x="38775" y="572027"/>
                  </a:lnTo>
                  <a:lnTo>
                    <a:pt x="31578" y="566122"/>
                  </a:lnTo>
                  <a:lnTo>
                    <a:pt x="24765" y="557363"/>
                  </a:lnTo>
                </a:path>
                <a:path w="495300" h="955039">
                  <a:moveTo>
                    <a:pt x="79433" y="767659"/>
                  </a:moveTo>
                  <a:lnTo>
                    <a:pt x="75357" y="771915"/>
                  </a:lnTo>
                  <a:lnTo>
                    <a:pt x="71084" y="774748"/>
                  </a:lnTo>
                  <a:lnTo>
                    <a:pt x="66726" y="776086"/>
                  </a:lnTo>
                </a:path>
                <a:path w="495300" h="955039">
                  <a:moveTo>
                    <a:pt x="188926" y="860248"/>
                  </a:moveTo>
                  <a:lnTo>
                    <a:pt x="186721" y="851052"/>
                  </a:lnTo>
                  <a:lnTo>
                    <a:pt x="184707" y="841566"/>
                  </a:lnTo>
                  <a:lnTo>
                    <a:pt x="182889" y="831811"/>
                  </a:lnTo>
                  <a:lnTo>
                    <a:pt x="181270" y="821807"/>
                  </a:lnTo>
                </a:path>
                <a:path w="495300" h="955039">
                  <a:moveTo>
                    <a:pt x="330511" y="764390"/>
                  </a:moveTo>
                  <a:lnTo>
                    <a:pt x="330066" y="775084"/>
                  </a:lnTo>
                  <a:lnTo>
                    <a:pt x="329406" y="785693"/>
                  </a:lnTo>
                  <a:lnTo>
                    <a:pt x="328535" y="796196"/>
                  </a:lnTo>
                  <a:lnTo>
                    <a:pt x="327453" y="806570"/>
                  </a:lnTo>
                </a:path>
                <a:path w="495300" h="955039">
                  <a:moveTo>
                    <a:pt x="391299" y="503767"/>
                  </a:moveTo>
                  <a:lnTo>
                    <a:pt x="406848" y="531355"/>
                  </a:lnTo>
                  <a:lnTo>
                    <a:pt x="418634" y="568471"/>
                  </a:lnTo>
                  <a:lnTo>
                    <a:pt x="426072" y="612646"/>
                  </a:lnTo>
                  <a:lnTo>
                    <a:pt x="428578" y="661409"/>
                  </a:lnTo>
                </a:path>
                <a:path w="495300" h="955039">
                  <a:moveTo>
                    <a:pt x="479227" y="335866"/>
                  </a:moveTo>
                  <a:lnTo>
                    <a:pt x="476075" y="352465"/>
                  </a:lnTo>
                  <a:lnTo>
                    <a:pt x="472230" y="367949"/>
                  </a:lnTo>
                  <a:lnTo>
                    <a:pt x="467734" y="382169"/>
                  </a:lnTo>
                  <a:lnTo>
                    <a:pt x="462627" y="394978"/>
                  </a:lnTo>
                </a:path>
                <a:path w="495300" h="955039">
                  <a:moveTo>
                    <a:pt x="439396" y="116535"/>
                  </a:moveTo>
                  <a:lnTo>
                    <a:pt x="439808" y="123467"/>
                  </a:lnTo>
                  <a:lnTo>
                    <a:pt x="440092" y="130438"/>
                  </a:lnTo>
                  <a:lnTo>
                    <a:pt x="440247" y="137437"/>
                  </a:lnTo>
                  <a:lnTo>
                    <a:pt x="440273" y="144452"/>
                  </a:lnTo>
                </a:path>
                <a:path w="495300" h="955039">
                  <a:moveTo>
                    <a:pt x="333388" y="83971"/>
                  </a:moveTo>
                  <a:lnTo>
                    <a:pt x="335141" y="74483"/>
                  </a:lnTo>
                  <a:lnTo>
                    <a:pt x="337148" y="65364"/>
                  </a:lnTo>
                  <a:lnTo>
                    <a:pt x="339401" y="56647"/>
                  </a:lnTo>
                  <a:lnTo>
                    <a:pt x="341892" y="48368"/>
                  </a:lnTo>
                </a:path>
                <a:path w="495300" h="955039">
                  <a:moveTo>
                    <a:pt x="253854" y="100937"/>
                  </a:moveTo>
                  <a:lnTo>
                    <a:pt x="254609" y="93020"/>
                  </a:lnTo>
                  <a:lnTo>
                    <a:pt x="255550" y="85249"/>
                  </a:lnTo>
                  <a:lnTo>
                    <a:pt x="256672" y="77646"/>
                  </a:lnTo>
                  <a:lnTo>
                    <a:pt x="257972" y="70233"/>
                  </a:lnTo>
                </a:path>
                <a:path w="495300" h="955039">
                  <a:moveTo>
                    <a:pt x="160515" y="111365"/>
                  </a:moveTo>
                  <a:lnTo>
                    <a:pt x="164495" y="117912"/>
                  </a:lnTo>
                  <a:lnTo>
                    <a:pt x="168312" y="125073"/>
                  </a:lnTo>
                  <a:lnTo>
                    <a:pt x="171957" y="132827"/>
                  </a:lnTo>
                  <a:lnTo>
                    <a:pt x="175418" y="141154"/>
                  </a:lnTo>
                </a:path>
                <a:path w="495300" h="955039">
                  <a:moveTo>
                    <a:pt x="47318" y="345476"/>
                  </a:moveTo>
                  <a:lnTo>
                    <a:pt x="46491" y="337747"/>
                  </a:lnTo>
                  <a:lnTo>
                    <a:pt x="45782" y="329941"/>
                  </a:lnTo>
                  <a:lnTo>
                    <a:pt x="45190" y="322067"/>
                  </a:lnTo>
                  <a:lnTo>
                    <a:pt x="44717" y="314135"/>
                  </a:lnTo>
                </a:path>
              </a:pathLst>
            </a:custGeom>
            <a:ln w="12700">
              <a:solidFill>
                <a:srgbClr val="2F528F"/>
              </a:solidFill>
            </a:ln>
          </p:spPr>
          <p:txBody>
            <a:bodyPr wrap="square" lIns="0" tIns="0" rIns="0" bIns="0" rtlCol="0"/>
            <a:lstStyle/>
            <a:p/>
          </p:txBody>
        </p:sp>
        <p:sp>
          <p:nvSpPr>
            <p:cNvPr id="26" name="object 26"/>
            <p:cNvSpPr/>
            <p:nvPr/>
          </p:nvSpPr>
          <p:spPr>
            <a:xfrm>
              <a:off x="2671038" y="2896882"/>
              <a:ext cx="901700" cy="0"/>
            </a:xfrm>
            <a:custGeom>
              <a:avLst/>
              <a:gdLst/>
              <a:ahLst/>
              <a:cxnLst/>
              <a:rect l="l" t="t" r="r" b="b"/>
              <a:pathLst>
                <a:path w="901700">
                  <a:moveTo>
                    <a:pt x="0" y="0"/>
                  </a:moveTo>
                  <a:lnTo>
                    <a:pt x="901700" y="1"/>
                  </a:lnTo>
                </a:path>
              </a:pathLst>
            </a:custGeom>
            <a:ln w="6350">
              <a:solidFill>
                <a:srgbClr val="4472C4"/>
              </a:solidFill>
            </a:ln>
          </p:spPr>
          <p:txBody>
            <a:bodyPr wrap="square" lIns="0" tIns="0" rIns="0" bIns="0" rtlCol="0"/>
            <a:lstStyle/>
            <a:p/>
          </p:txBody>
        </p:sp>
        <p:sp>
          <p:nvSpPr>
            <p:cNvPr id="27" name="object 27"/>
            <p:cNvSpPr/>
            <p:nvPr/>
          </p:nvSpPr>
          <p:spPr>
            <a:xfrm>
              <a:off x="4125468" y="2896882"/>
              <a:ext cx="679450" cy="0"/>
            </a:xfrm>
            <a:custGeom>
              <a:avLst/>
              <a:gdLst/>
              <a:ahLst/>
              <a:cxnLst/>
              <a:rect l="l" t="t" r="r" b="b"/>
              <a:pathLst>
                <a:path w="679450">
                  <a:moveTo>
                    <a:pt x="0" y="0"/>
                  </a:moveTo>
                  <a:lnTo>
                    <a:pt x="679160" y="1"/>
                  </a:lnTo>
                </a:path>
              </a:pathLst>
            </a:custGeom>
            <a:ln w="6350">
              <a:solidFill>
                <a:srgbClr val="4472C4"/>
              </a:solidFill>
            </a:ln>
          </p:spPr>
          <p:txBody>
            <a:bodyPr wrap="square" lIns="0" tIns="0" rIns="0" bIns="0" rtlCol="0"/>
            <a:lstStyle/>
            <a:p/>
          </p:txBody>
        </p:sp>
        <p:sp>
          <p:nvSpPr>
            <p:cNvPr id="28" name="object 28"/>
            <p:cNvSpPr/>
            <p:nvPr/>
          </p:nvSpPr>
          <p:spPr>
            <a:xfrm>
              <a:off x="4141431" y="3455682"/>
              <a:ext cx="679450" cy="0"/>
            </a:xfrm>
            <a:custGeom>
              <a:avLst/>
              <a:gdLst/>
              <a:ahLst/>
              <a:cxnLst/>
              <a:rect l="l" t="t" r="r" b="b"/>
              <a:pathLst>
                <a:path w="679450">
                  <a:moveTo>
                    <a:pt x="0" y="0"/>
                  </a:moveTo>
                  <a:lnTo>
                    <a:pt x="679160" y="1"/>
                  </a:lnTo>
                </a:path>
              </a:pathLst>
            </a:custGeom>
            <a:ln w="6350">
              <a:solidFill>
                <a:srgbClr val="4472C4"/>
              </a:solidFill>
            </a:ln>
          </p:spPr>
          <p:txBody>
            <a:bodyPr wrap="square" lIns="0" tIns="0" rIns="0" bIns="0" rtlCol="0"/>
            <a:lstStyle/>
            <a:p/>
          </p:txBody>
        </p:sp>
        <p:sp>
          <p:nvSpPr>
            <p:cNvPr id="29" name="object 29"/>
            <p:cNvSpPr/>
            <p:nvPr/>
          </p:nvSpPr>
          <p:spPr>
            <a:xfrm>
              <a:off x="3859352" y="3627639"/>
              <a:ext cx="2540" cy="1083945"/>
            </a:xfrm>
            <a:custGeom>
              <a:avLst/>
              <a:gdLst/>
              <a:ahLst/>
              <a:cxnLst/>
              <a:rect l="l" t="t" r="r" b="b"/>
              <a:pathLst>
                <a:path w="2539" h="1083945">
                  <a:moveTo>
                    <a:pt x="0" y="1083450"/>
                  </a:moveTo>
                  <a:lnTo>
                    <a:pt x="2448" y="0"/>
                  </a:lnTo>
                </a:path>
              </a:pathLst>
            </a:custGeom>
            <a:ln w="6350">
              <a:solidFill>
                <a:srgbClr val="4472C4"/>
              </a:solidFill>
            </a:ln>
          </p:spPr>
          <p:txBody>
            <a:bodyPr wrap="square" lIns="0" tIns="0" rIns="0" bIns="0" rtlCol="0"/>
            <a:lstStyle/>
            <a:p/>
          </p:txBody>
        </p:sp>
        <p:sp>
          <p:nvSpPr>
            <p:cNvPr id="30" name="object 30"/>
            <p:cNvSpPr/>
            <p:nvPr/>
          </p:nvSpPr>
          <p:spPr>
            <a:xfrm>
              <a:off x="2957652" y="3627639"/>
              <a:ext cx="614680" cy="1534795"/>
            </a:xfrm>
            <a:custGeom>
              <a:avLst/>
              <a:gdLst/>
              <a:ahLst/>
              <a:cxnLst/>
              <a:rect l="l" t="t" r="r" b="b"/>
              <a:pathLst>
                <a:path w="614679" h="1534795">
                  <a:moveTo>
                    <a:pt x="0" y="1534300"/>
                  </a:moveTo>
                  <a:lnTo>
                    <a:pt x="614359" y="1534299"/>
                  </a:lnTo>
                </a:path>
                <a:path w="614679" h="1534795">
                  <a:moveTo>
                    <a:pt x="0" y="1534300"/>
                  </a:moveTo>
                  <a:lnTo>
                    <a:pt x="1" y="0"/>
                  </a:lnTo>
                </a:path>
              </a:pathLst>
            </a:custGeom>
            <a:ln w="6350">
              <a:solidFill>
                <a:srgbClr val="4472C4"/>
              </a:solidFill>
            </a:ln>
          </p:spPr>
          <p:txBody>
            <a:bodyPr wrap="square" lIns="0" tIns="0" rIns="0" bIns="0" rtlCol="0"/>
            <a:lstStyle/>
            <a:p/>
          </p:txBody>
        </p:sp>
        <p:sp>
          <p:nvSpPr>
            <p:cNvPr id="31" name="object 31"/>
            <p:cNvSpPr/>
            <p:nvPr/>
          </p:nvSpPr>
          <p:spPr>
            <a:xfrm>
              <a:off x="2670314" y="3627640"/>
              <a:ext cx="287655" cy="0"/>
            </a:xfrm>
            <a:custGeom>
              <a:avLst/>
              <a:gdLst/>
              <a:ahLst/>
              <a:cxnLst/>
              <a:rect l="l" t="t" r="r" b="b"/>
              <a:pathLst>
                <a:path w="287655">
                  <a:moveTo>
                    <a:pt x="0" y="0"/>
                  </a:moveTo>
                  <a:lnTo>
                    <a:pt x="287341" y="1"/>
                  </a:lnTo>
                </a:path>
              </a:pathLst>
            </a:custGeom>
            <a:ln w="6350">
              <a:solidFill>
                <a:srgbClr val="4472C4"/>
              </a:solidFill>
            </a:ln>
          </p:spPr>
          <p:txBody>
            <a:bodyPr wrap="square" lIns="0" tIns="0" rIns="0" bIns="0" rtlCol="0"/>
            <a:lstStyle/>
            <a:p/>
          </p:txBody>
        </p:sp>
        <p:sp>
          <p:nvSpPr>
            <p:cNvPr id="32" name="object 32"/>
            <p:cNvSpPr/>
            <p:nvPr/>
          </p:nvSpPr>
          <p:spPr>
            <a:xfrm>
              <a:off x="4134916" y="4865382"/>
              <a:ext cx="679450" cy="0"/>
            </a:xfrm>
            <a:custGeom>
              <a:avLst/>
              <a:gdLst/>
              <a:ahLst/>
              <a:cxnLst/>
              <a:rect l="l" t="t" r="r" b="b"/>
              <a:pathLst>
                <a:path w="679450">
                  <a:moveTo>
                    <a:pt x="0" y="0"/>
                  </a:moveTo>
                  <a:lnTo>
                    <a:pt x="679160" y="1"/>
                  </a:lnTo>
                </a:path>
              </a:pathLst>
            </a:custGeom>
            <a:ln w="6350">
              <a:solidFill>
                <a:srgbClr val="4472C4"/>
              </a:solidFill>
            </a:ln>
          </p:spPr>
          <p:txBody>
            <a:bodyPr wrap="square" lIns="0" tIns="0" rIns="0" bIns="0" rtlCol="0"/>
            <a:lstStyle/>
            <a:p/>
          </p:txBody>
        </p:sp>
        <p:sp>
          <p:nvSpPr>
            <p:cNvPr id="33" name="object 33"/>
            <p:cNvSpPr/>
            <p:nvPr/>
          </p:nvSpPr>
          <p:spPr>
            <a:xfrm>
              <a:off x="4150868" y="5424169"/>
              <a:ext cx="679450" cy="0"/>
            </a:xfrm>
            <a:custGeom>
              <a:avLst/>
              <a:gdLst/>
              <a:ahLst/>
              <a:cxnLst/>
              <a:rect l="l" t="t" r="r" b="b"/>
              <a:pathLst>
                <a:path w="679450">
                  <a:moveTo>
                    <a:pt x="0" y="0"/>
                  </a:moveTo>
                  <a:lnTo>
                    <a:pt x="679160" y="1"/>
                  </a:lnTo>
                </a:path>
              </a:pathLst>
            </a:custGeom>
            <a:ln w="6350">
              <a:solidFill>
                <a:srgbClr val="4472C4"/>
              </a:solidFill>
            </a:ln>
          </p:spPr>
          <p:txBody>
            <a:bodyPr wrap="square" lIns="0" tIns="0" rIns="0" bIns="0" rtlCol="0"/>
            <a:lstStyle/>
            <a:p/>
          </p:txBody>
        </p:sp>
      </p:grpSp>
      <p:sp>
        <p:nvSpPr>
          <p:cNvPr id="34" name="object 34"/>
          <p:cNvSpPr txBox="1"/>
          <p:nvPr/>
        </p:nvSpPr>
        <p:spPr>
          <a:xfrm>
            <a:off x="5723559" y="2937764"/>
            <a:ext cx="36830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panose="020B0604020202020204"/>
                <a:cs typeface="Arial" panose="020B0604020202020204"/>
              </a:rPr>
              <a:t>IP1</a:t>
            </a:r>
            <a:endParaRPr sz="1800">
              <a:latin typeface="Arial" panose="020B0604020202020204"/>
              <a:cs typeface="Arial" panose="020B0604020202020204"/>
            </a:endParaRPr>
          </a:p>
        </p:txBody>
      </p:sp>
      <p:sp>
        <p:nvSpPr>
          <p:cNvPr id="35" name="object 35"/>
          <p:cNvSpPr txBox="1"/>
          <p:nvPr/>
        </p:nvSpPr>
        <p:spPr>
          <a:xfrm>
            <a:off x="5750229" y="5010403"/>
            <a:ext cx="36830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panose="020B0604020202020204"/>
                <a:cs typeface="Arial" panose="020B0604020202020204"/>
              </a:rPr>
              <a:t>IP2</a:t>
            </a:r>
            <a:endParaRPr sz="1800">
              <a:latin typeface="Arial" panose="020B0604020202020204"/>
              <a:cs typeface="Arial" panose="020B0604020202020204"/>
            </a:endParaRPr>
          </a:p>
        </p:txBody>
      </p:sp>
      <p:sp>
        <p:nvSpPr>
          <p:cNvPr id="36" name="object 36"/>
          <p:cNvSpPr txBox="1"/>
          <p:nvPr/>
        </p:nvSpPr>
        <p:spPr>
          <a:xfrm>
            <a:off x="6797040" y="2447035"/>
            <a:ext cx="1739264" cy="299720"/>
          </a:xfrm>
          <a:prstGeom prst="rect">
            <a:avLst/>
          </a:prstGeom>
        </p:spPr>
        <p:txBody>
          <a:bodyPr vert="horz" wrap="square" lIns="0" tIns="12700" rIns="0" bIns="0" rtlCol="0">
            <a:spAutoFit/>
          </a:bodyPr>
          <a:lstStyle/>
          <a:p>
            <a:pPr marL="240665" indent="-227965">
              <a:lnSpc>
                <a:spcPct val="100000"/>
              </a:lnSpc>
              <a:spcBef>
                <a:spcPts val="100"/>
              </a:spcBef>
              <a:buFont typeface="Arial" panose="020B0604020202020204"/>
              <a:buChar char="•"/>
              <a:tabLst>
                <a:tab pos="240665" algn="l"/>
              </a:tabLst>
            </a:pPr>
            <a:r>
              <a:rPr sz="1800" dirty="0">
                <a:solidFill>
                  <a:srgbClr val="009FE8"/>
                </a:solidFill>
                <a:latin typeface="微软雅黑" panose="020B0503020204020204" charset="-122"/>
                <a:cs typeface="微软雅黑" panose="020B0503020204020204" charset="-122"/>
              </a:rPr>
              <a:t>串联的两个</a:t>
            </a:r>
            <a:r>
              <a:rPr sz="1800" spc="-25" dirty="0">
                <a:solidFill>
                  <a:srgbClr val="009FE8"/>
                </a:solidFill>
                <a:latin typeface="微软雅黑" panose="020B0503020204020204" charset="-122"/>
                <a:cs typeface="微软雅黑" panose="020B0503020204020204" charset="-122"/>
              </a:rPr>
              <a:t>SIB</a:t>
            </a:r>
            <a:endParaRPr sz="1800">
              <a:latin typeface="微软雅黑" panose="020B0503020204020204" charset="-122"/>
              <a:cs typeface="微软雅黑" panose="020B0503020204020204" charset="-122"/>
            </a:endParaRPr>
          </a:p>
        </p:txBody>
      </p:sp>
      <p:sp>
        <p:nvSpPr>
          <p:cNvPr id="37" name="object 37"/>
          <p:cNvSpPr txBox="1"/>
          <p:nvPr/>
        </p:nvSpPr>
        <p:spPr>
          <a:xfrm>
            <a:off x="6797040" y="3007867"/>
            <a:ext cx="4530725" cy="299720"/>
          </a:xfrm>
          <a:prstGeom prst="rect">
            <a:avLst/>
          </a:prstGeom>
        </p:spPr>
        <p:txBody>
          <a:bodyPr vert="horz" wrap="square" lIns="0" tIns="12700" rIns="0" bIns="0" rtlCol="0">
            <a:spAutoFit/>
          </a:bodyPr>
          <a:lstStyle/>
          <a:p>
            <a:pPr marL="240665" indent="-227965">
              <a:lnSpc>
                <a:spcPct val="100000"/>
              </a:lnSpc>
              <a:spcBef>
                <a:spcPts val="100"/>
              </a:spcBef>
              <a:buFont typeface="Arial" panose="020B0604020202020204"/>
              <a:buChar char="•"/>
              <a:tabLst>
                <a:tab pos="240665" algn="l"/>
              </a:tabLst>
            </a:pPr>
            <a:r>
              <a:rPr sz="1800" dirty="0">
                <a:solidFill>
                  <a:srgbClr val="009FE8"/>
                </a:solidFill>
                <a:latin typeface="微软雅黑" panose="020B0503020204020204" charset="-122"/>
                <a:cs typeface="微软雅黑" panose="020B0503020204020204" charset="-122"/>
              </a:rPr>
              <a:t>每个</a:t>
            </a:r>
            <a:r>
              <a:rPr sz="1800" spc="-10" dirty="0">
                <a:solidFill>
                  <a:srgbClr val="009FE8"/>
                </a:solidFill>
                <a:latin typeface="微软雅黑" panose="020B0503020204020204" charset="-122"/>
                <a:cs typeface="微软雅黑" panose="020B0503020204020204" charset="-122"/>
              </a:rPr>
              <a:t>SIB</a:t>
            </a:r>
            <a:r>
              <a:rPr sz="1800" dirty="0">
                <a:solidFill>
                  <a:srgbClr val="009FE8"/>
                </a:solidFill>
                <a:latin typeface="微软雅黑" panose="020B0503020204020204" charset="-122"/>
                <a:cs typeface="微软雅黑" panose="020B0503020204020204" charset="-122"/>
              </a:rPr>
              <a:t>后面分别挂一组</a:t>
            </a:r>
            <a:r>
              <a:rPr sz="1800" spc="-10" dirty="0">
                <a:solidFill>
                  <a:srgbClr val="009FE8"/>
                </a:solidFill>
                <a:latin typeface="微软雅黑" panose="020B0503020204020204" charset="-122"/>
                <a:cs typeface="微软雅黑" panose="020B0503020204020204" charset="-122"/>
              </a:rPr>
              <a:t>TDR</a:t>
            </a:r>
            <a:r>
              <a:rPr sz="1800" dirty="0">
                <a:solidFill>
                  <a:srgbClr val="009FE8"/>
                </a:solidFill>
                <a:latin typeface="微软雅黑" panose="020B0503020204020204" charset="-122"/>
                <a:cs typeface="微软雅黑" panose="020B0503020204020204" charset="-122"/>
              </a:rPr>
              <a:t>和</a:t>
            </a:r>
            <a:r>
              <a:rPr sz="1800" spc="-10" dirty="0">
                <a:solidFill>
                  <a:srgbClr val="009FE8"/>
                </a:solidFill>
                <a:latin typeface="微软雅黑" panose="020B0503020204020204" charset="-122"/>
                <a:cs typeface="微软雅黑" panose="020B0503020204020204" charset="-122"/>
              </a:rPr>
              <a:t>instrument</a:t>
            </a:r>
            <a:endParaRPr sz="1800">
              <a:latin typeface="微软雅黑" panose="020B0503020204020204" charset="-122"/>
              <a:cs typeface="微软雅黑" panose="020B0503020204020204" charset="-122"/>
            </a:endParaRPr>
          </a:p>
        </p:txBody>
      </p:sp>
      <p:sp>
        <p:nvSpPr>
          <p:cNvPr id="38" name="object 38"/>
          <p:cNvSpPr txBox="1"/>
          <p:nvPr/>
        </p:nvSpPr>
        <p:spPr>
          <a:xfrm>
            <a:off x="6797040" y="3577844"/>
            <a:ext cx="1795780" cy="873125"/>
          </a:xfrm>
          <a:prstGeom prst="rect">
            <a:avLst/>
          </a:prstGeom>
        </p:spPr>
        <p:txBody>
          <a:bodyPr vert="horz" wrap="square" lIns="0" tIns="12700" rIns="0" bIns="0" rtlCol="0">
            <a:spAutoFit/>
          </a:bodyPr>
          <a:lstStyle/>
          <a:p>
            <a:pPr marL="240665" indent="-227965">
              <a:lnSpc>
                <a:spcPct val="100000"/>
              </a:lnSpc>
              <a:spcBef>
                <a:spcPts val="100"/>
              </a:spcBef>
              <a:buFont typeface="Arial" panose="020B0604020202020204"/>
              <a:buChar char="•"/>
              <a:tabLst>
                <a:tab pos="240665" algn="l"/>
              </a:tabLst>
            </a:pPr>
            <a:r>
              <a:rPr sz="1800" spc="-10" dirty="0">
                <a:solidFill>
                  <a:srgbClr val="009FE8"/>
                </a:solidFill>
                <a:latin typeface="微软雅黑" panose="020B0503020204020204" charset="-122"/>
                <a:cs typeface="微软雅黑" panose="020B0503020204020204" charset="-122"/>
              </a:rPr>
              <a:t>TDR1</a:t>
            </a:r>
            <a:r>
              <a:rPr sz="1800" dirty="0">
                <a:solidFill>
                  <a:srgbClr val="009FE8"/>
                </a:solidFill>
                <a:latin typeface="微软雅黑" panose="020B0503020204020204" charset="-122"/>
                <a:cs typeface="微软雅黑" panose="020B0503020204020204" charset="-122"/>
              </a:rPr>
              <a:t>长度为</a:t>
            </a:r>
            <a:r>
              <a:rPr sz="1800" spc="-25" dirty="0">
                <a:solidFill>
                  <a:srgbClr val="009FE8"/>
                </a:solidFill>
                <a:latin typeface="微软雅黑" panose="020B0503020204020204" charset="-122"/>
                <a:cs typeface="微软雅黑" panose="020B0503020204020204" charset="-122"/>
              </a:rPr>
              <a:t>10</a:t>
            </a:r>
            <a:endParaRPr sz="1800">
              <a:latin typeface="微软雅黑" panose="020B0503020204020204" charset="-122"/>
              <a:cs typeface="微软雅黑" panose="020B0503020204020204" charset="-122"/>
            </a:endParaRPr>
          </a:p>
          <a:p>
            <a:pPr marL="240665" indent="-227965">
              <a:lnSpc>
                <a:spcPct val="100000"/>
              </a:lnSpc>
              <a:spcBef>
                <a:spcPts val="2350"/>
              </a:spcBef>
              <a:buFont typeface="Arial" panose="020B0604020202020204"/>
              <a:buChar char="•"/>
              <a:tabLst>
                <a:tab pos="240665" algn="l"/>
              </a:tabLst>
            </a:pPr>
            <a:r>
              <a:rPr sz="1800" spc="-10" dirty="0">
                <a:solidFill>
                  <a:srgbClr val="009FE8"/>
                </a:solidFill>
                <a:latin typeface="微软雅黑" panose="020B0503020204020204" charset="-122"/>
                <a:cs typeface="微软雅黑" panose="020B0503020204020204" charset="-122"/>
              </a:rPr>
              <a:t>TDR2</a:t>
            </a:r>
            <a:r>
              <a:rPr sz="1800" dirty="0">
                <a:solidFill>
                  <a:srgbClr val="009FE8"/>
                </a:solidFill>
                <a:latin typeface="微软雅黑" panose="020B0503020204020204" charset="-122"/>
                <a:cs typeface="微软雅黑" panose="020B0503020204020204" charset="-122"/>
              </a:rPr>
              <a:t>长度为</a:t>
            </a:r>
            <a:r>
              <a:rPr sz="1800" spc="-50" dirty="0">
                <a:solidFill>
                  <a:srgbClr val="009FE8"/>
                </a:solidFill>
                <a:latin typeface="微软雅黑" panose="020B0503020204020204" charset="-122"/>
                <a:cs typeface="微软雅黑" panose="020B0503020204020204" charset="-122"/>
              </a:rPr>
              <a:t>5</a:t>
            </a:r>
            <a:endParaRPr sz="1800">
              <a:latin typeface="微软雅黑" panose="020B0503020204020204" charset="-122"/>
              <a:cs typeface="微软雅黑" panose="020B0503020204020204" charset="-122"/>
            </a:endParaRPr>
          </a:p>
        </p:txBody>
      </p:sp>
      <p:sp>
        <p:nvSpPr>
          <p:cNvPr id="39" name="object 39"/>
          <p:cNvSpPr txBox="1"/>
          <p:nvPr/>
        </p:nvSpPr>
        <p:spPr>
          <a:xfrm>
            <a:off x="6797040" y="4708652"/>
            <a:ext cx="4056379" cy="1221740"/>
          </a:xfrm>
          <a:prstGeom prst="rect">
            <a:avLst/>
          </a:prstGeom>
        </p:spPr>
        <p:txBody>
          <a:bodyPr vert="horz" wrap="square" lIns="0" tIns="12700" rIns="0" bIns="0" rtlCol="0">
            <a:spAutoFit/>
          </a:bodyPr>
          <a:lstStyle/>
          <a:p>
            <a:pPr marL="240665" indent="-227965">
              <a:lnSpc>
                <a:spcPct val="100000"/>
              </a:lnSpc>
              <a:spcBef>
                <a:spcPts val="100"/>
              </a:spcBef>
              <a:buFont typeface="Arial" panose="020B0604020202020204"/>
              <a:buChar char="•"/>
              <a:tabLst>
                <a:tab pos="240665" algn="l"/>
              </a:tabLst>
            </a:pPr>
            <a:r>
              <a:rPr sz="1800" dirty="0">
                <a:solidFill>
                  <a:srgbClr val="009FE8"/>
                </a:solidFill>
                <a:latin typeface="微软雅黑" panose="020B0503020204020204" charset="-122"/>
                <a:cs typeface="微软雅黑" panose="020B0503020204020204" charset="-122"/>
              </a:rPr>
              <a:t>如何通过</a:t>
            </a:r>
            <a:r>
              <a:rPr sz="1800" spc="-10" dirty="0">
                <a:solidFill>
                  <a:srgbClr val="009FE8"/>
                </a:solidFill>
                <a:latin typeface="微软雅黑" panose="020B0503020204020204" charset="-122"/>
                <a:cs typeface="微软雅黑" panose="020B0503020204020204" charset="-122"/>
              </a:rPr>
              <a:t>TDI</a:t>
            </a:r>
            <a:r>
              <a:rPr sz="1800" spc="-5" dirty="0">
                <a:solidFill>
                  <a:srgbClr val="009FE8"/>
                </a:solidFill>
                <a:latin typeface="微软雅黑" panose="020B0503020204020204" charset="-122"/>
                <a:cs typeface="微软雅黑" panose="020B0503020204020204" charset="-122"/>
              </a:rPr>
              <a:t>扫描数据来配置该网络？</a:t>
            </a:r>
            <a:endParaRPr sz="1800">
              <a:latin typeface="微软雅黑" panose="020B0503020204020204" charset="-122"/>
              <a:cs typeface="微软雅黑" panose="020B0503020204020204" charset="-122"/>
            </a:endParaRPr>
          </a:p>
          <a:p>
            <a:pPr marL="697865" lvl="1" indent="-227965">
              <a:lnSpc>
                <a:spcPct val="100000"/>
              </a:lnSpc>
              <a:spcBef>
                <a:spcPts val="1735"/>
              </a:spcBef>
              <a:buFont typeface="Arial" panose="020B0604020202020204"/>
              <a:buChar char="•"/>
              <a:tabLst>
                <a:tab pos="697865" algn="l"/>
              </a:tabLst>
            </a:pPr>
            <a:r>
              <a:rPr sz="1600" dirty="0">
                <a:solidFill>
                  <a:srgbClr val="009FE8"/>
                </a:solidFill>
                <a:latin typeface="微软雅黑" panose="020B0503020204020204" charset="-122"/>
                <a:cs typeface="微软雅黑" panose="020B0503020204020204" charset="-122"/>
              </a:rPr>
              <a:t>激活</a:t>
            </a:r>
            <a:r>
              <a:rPr sz="1600" spc="-20" dirty="0">
                <a:solidFill>
                  <a:srgbClr val="009FE8"/>
                </a:solidFill>
                <a:latin typeface="微软雅黑" panose="020B0503020204020204" charset="-122"/>
                <a:cs typeface="微软雅黑" panose="020B0503020204020204" charset="-122"/>
              </a:rPr>
              <a:t>TDR1</a:t>
            </a:r>
            <a:endParaRPr sz="1600">
              <a:latin typeface="微软雅黑" panose="020B0503020204020204" charset="-122"/>
              <a:cs typeface="微软雅黑" panose="020B0503020204020204" charset="-122"/>
            </a:endParaRPr>
          </a:p>
          <a:p>
            <a:pPr marL="697865" lvl="1" indent="-227965">
              <a:lnSpc>
                <a:spcPct val="100000"/>
              </a:lnSpc>
              <a:spcBef>
                <a:spcPts val="1680"/>
              </a:spcBef>
              <a:buFont typeface="Arial" panose="020B0604020202020204"/>
              <a:buChar char="•"/>
              <a:tabLst>
                <a:tab pos="697865" algn="l"/>
              </a:tabLst>
            </a:pPr>
            <a:r>
              <a:rPr sz="1600" dirty="0">
                <a:solidFill>
                  <a:srgbClr val="009FE8"/>
                </a:solidFill>
                <a:latin typeface="微软雅黑" panose="020B0503020204020204" charset="-122"/>
                <a:cs typeface="微软雅黑" panose="020B0503020204020204" charset="-122"/>
              </a:rPr>
              <a:t>激活</a:t>
            </a:r>
            <a:r>
              <a:rPr sz="1600" spc="-20" dirty="0">
                <a:solidFill>
                  <a:srgbClr val="009FE8"/>
                </a:solidFill>
                <a:latin typeface="微软雅黑" panose="020B0503020204020204" charset="-122"/>
                <a:cs typeface="微软雅黑" panose="020B0503020204020204" charset="-122"/>
              </a:rPr>
              <a:t>TDR2</a:t>
            </a:r>
            <a:endParaRPr sz="1600">
              <a:latin typeface="微软雅黑" panose="020B0503020204020204" charset="-122"/>
              <a:cs typeface="微软雅黑" panose="020B0503020204020204"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30" dirty="0"/>
              <a:t>SIB</a:t>
            </a:r>
            <a:r>
              <a:rPr spc="-20" dirty="0"/>
              <a:t>的网络</a:t>
            </a:r>
            <a:endParaRPr spc="-20" dirty="0"/>
          </a:p>
        </p:txBody>
      </p:sp>
      <p:sp>
        <p:nvSpPr>
          <p:cNvPr id="3" name="object 3"/>
          <p:cNvSpPr txBox="1"/>
          <p:nvPr/>
        </p:nvSpPr>
        <p:spPr>
          <a:xfrm>
            <a:off x="963930" y="1578355"/>
            <a:ext cx="3415029" cy="391160"/>
          </a:xfrm>
          <a:prstGeom prst="rect">
            <a:avLst/>
          </a:prstGeom>
        </p:spPr>
        <p:txBody>
          <a:bodyPr vert="horz" wrap="square" lIns="0" tIns="12700" rIns="0" bIns="0" rtlCol="0">
            <a:spAutoFit/>
          </a:bodyPr>
          <a:lstStyle/>
          <a:p>
            <a:pPr marL="12700">
              <a:lnSpc>
                <a:spcPct val="100000"/>
              </a:lnSpc>
              <a:spcBef>
                <a:spcPts val="100"/>
              </a:spcBef>
              <a:tabLst>
                <a:tab pos="469265" algn="l"/>
              </a:tabLst>
            </a:pPr>
            <a:r>
              <a:rPr sz="2400" b="1" spc="-25" dirty="0">
                <a:solidFill>
                  <a:srgbClr val="009FE8"/>
                </a:solidFill>
                <a:latin typeface="微软雅黑" panose="020B0503020204020204" charset="-122"/>
                <a:cs typeface="微软雅黑" panose="020B0503020204020204" charset="-122"/>
              </a:rPr>
              <a:t>2.</a:t>
            </a:r>
            <a:r>
              <a:rPr sz="2400" b="1" dirty="0">
                <a:solidFill>
                  <a:srgbClr val="009FE8"/>
                </a:solidFill>
                <a:latin typeface="微软雅黑" panose="020B0503020204020204" charset="-122"/>
                <a:cs typeface="微软雅黑" panose="020B0503020204020204" charset="-122"/>
              </a:rPr>
              <a:t>	配置</a:t>
            </a:r>
            <a:r>
              <a:rPr sz="2400" b="1" spc="-20" dirty="0">
                <a:solidFill>
                  <a:srgbClr val="009FE8"/>
                </a:solidFill>
                <a:latin typeface="微软雅黑" panose="020B0503020204020204" charset="-122"/>
                <a:cs typeface="微软雅黑" panose="020B0503020204020204" charset="-122"/>
              </a:rPr>
              <a:t>SIB</a:t>
            </a:r>
            <a:r>
              <a:rPr sz="2400" b="1" spc="-10" dirty="0">
                <a:solidFill>
                  <a:srgbClr val="009FE8"/>
                </a:solidFill>
                <a:latin typeface="微软雅黑" panose="020B0503020204020204" charset="-122"/>
                <a:cs typeface="微软雅黑" panose="020B0503020204020204" charset="-122"/>
              </a:rPr>
              <a:t>的网络结构：</a:t>
            </a:r>
            <a:endParaRPr sz="2400">
              <a:latin typeface="微软雅黑" panose="020B0503020204020204" charset="-122"/>
              <a:cs typeface="微软雅黑" panose="020B0503020204020204" charset="-122"/>
            </a:endParaRPr>
          </a:p>
        </p:txBody>
      </p:sp>
      <p:sp>
        <p:nvSpPr>
          <p:cNvPr id="4" name="object 4"/>
          <p:cNvSpPr txBox="1"/>
          <p:nvPr/>
        </p:nvSpPr>
        <p:spPr>
          <a:xfrm>
            <a:off x="1185133" y="2841320"/>
            <a:ext cx="1485900" cy="802640"/>
          </a:xfrm>
          <a:prstGeom prst="rect">
            <a:avLst/>
          </a:prstGeom>
          <a:ln w="12700">
            <a:solidFill>
              <a:srgbClr val="2F528F"/>
            </a:solidFill>
          </a:ln>
        </p:spPr>
        <p:txBody>
          <a:bodyPr vert="horz" wrap="square" lIns="0" tIns="139700" rIns="0" bIns="0" rtlCol="0">
            <a:spAutoFit/>
          </a:bodyPr>
          <a:lstStyle/>
          <a:p>
            <a:pPr marL="3810" algn="ctr">
              <a:lnSpc>
                <a:spcPts val="2135"/>
              </a:lnSpc>
              <a:spcBef>
                <a:spcPts val="1100"/>
              </a:spcBef>
            </a:pPr>
            <a:r>
              <a:rPr sz="1800" spc="-25" dirty="0">
                <a:latin typeface="Arial" panose="020B0604020202020204"/>
                <a:cs typeface="Arial" panose="020B0604020202020204"/>
              </a:rPr>
              <a:t>TAP</a:t>
            </a:r>
            <a:endParaRPr sz="1800">
              <a:latin typeface="Arial" panose="020B0604020202020204"/>
              <a:cs typeface="Arial" panose="020B0604020202020204"/>
            </a:endParaRPr>
          </a:p>
          <a:p>
            <a:pPr algn="ctr">
              <a:lnSpc>
                <a:spcPts val="2135"/>
              </a:lnSpc>
            </a:pPr>
            <a:r>
              <a:rPr sz="1800" spc="-10" dirty="0">
                <a:latin typeface="Arial" panose="020B0604020202020204"/>
                <a:cs typeface="Arial" panose="020B0604020202020204"/>
              </a:rPr>
              <a:t>Controller</a:t>
            </a:r>
            <a:endParaRPr sz="1800">
              <a:latin typeface="Arial" panose="020B0604020202020204"/>
              <a:cs typeface="Arial" panose="020B0604020202020204"/>
            </a:endParaRPr>
          </a:p>
        </p:txBody>
      </p:sp>
      <p:grpSp>
        <p:nvGrpSpPr>
          <p:cNvPr id="5" name="object 5"/>
          <p:cNvGrpSpPr/>
          <p:nvPr/>
        </p:nvGrpSpPr>
        <p:grpSpPr>
          <a:xfrm>
            <a:off x="3563937" y="2449982"/>
            <a:ext cx="2834640" cy="3169285"/>
            <a:chOff x="3563937" y="2449982"/>
            <a:chExt cx="2834640" cy="3169285"/>
          </a:xfrm>
        </p:grpSpPr>
        <p:sp>
          <p:nvSpPr>
            <p:cNvPr id="6" name="object 6"/>
            <p:cNvSpPr/>
            <p:nvPr/>
          </p:nvSpPr>
          <p:spPr>
            <a:xfrm>
              <a:off x="3570287" y="4711090"/>
              <a:ext cx="578485" cy="901700"/>
            </a:xfrm>
            <a:custGeom>
              <a:avLst/>
              <a:gdLst/>
              <a:ahLst/>
              <a:cxnLst/>
              <a:rect l="l" t="t" r="r" b="b"/>
              <a:pathLst>
                <a:path w="578485" h="901700">
                  <a:moveTo>
                    <a:pt x="578142" y="0"/>
                  </a:moveTo>
                  <a:lnTo>
                    <a:pt x="0" y="0"/>
                  </a:lnTo>
                  <a:lnTo>
                    <a:pt x="0" y="901701"/>
                  </a:lnTo>
                  <a:lnTo>
                    <a:pt x="578142" y="901701"/>
                  </a:lnTo>
                  <a:lnTo>
                    <a:pt x="578142" y="0"/>
                  </a:lnTo>
                  <a:close/>
                </a:path>
              </a:pathLst>
            </a:custGeom>
            <a:solidFill>
              <a:srgbClr val="D9D9D9"/>
            </a:solidFill>
          </p:spPr>
          <p:txBody>
            <a:bodyPr wrap="square" lIns="0" tIns="0" rIns="0" bIns="0" rtlCol="0"/>
            <a:lstStyle/>
            <a:p/>
          </p:txBody>
        </p:sp>
        <p:sp>
          <p:nvSpPr>
            <p:cNvPr id="7" name="object 7"/>
            <p:cNvSpPr/>
            <p:nvPr/>
          </p:nvSpPr>
          <p:spPr>
            <a:xfrm>
              <a:off x="3570287" y="4711090"/>
              <a:ext cx="578485" cy="901700"/>
            </a:xfrm>
            <a:custGeom>
              <a:avLst/>
              <a:gdLst/>
              <a:ahLst/>
              <a:cxnLst/>
              <a:rect l="l" t="t" r="r" b="b"/>
              <a:pathLst>
                <a:path w="578485" h="901700">
                  <a:moveTo>
                    <a:pt x="0" y="0"/>
                  </a:moveTo>
                  <a:lnTo>
                    <a:pt x="578140" y="0"/>
                  </a:lnTo>
                  <a:lnTo>
                    <a:pt x="578140" y="901700"/>
                  </a:lnTo>
                  <a:lnTo>
                    <a:pt x="0" y="901700"/>
                  </a:lnTo>
                  <a:lnTo>
                    <a:pt x="0" y="0"/>
                  </a:lnTo>
                  <a:close/>
                </a:path>
              </a:pathLst>
            </a:custGeom>
            <a:ln w="12700">
              <a:solidFill>
                <a:srgbClr val="2F528F"/>
              </a:solidFill>
            </a:ln>
          </p:spPr>
          <p:txBody>
            <a:bodyPr wrap="square" lIns="0" tIns="0" rIns="0" bIns="0" rtlCol="0"/>
            <a:lstStyle/>
            <a:p/>
          </p:txBody>
        </p:sp>
        <p:sp>
          <p:nvSpPr>
            <p:cNvPr id="8" name="object 8"/>
            <p:cNvSpPr/>
            <p:nvPr/>
          </p:nvSpPr>
          <p:spPr>
            <a:xfrm>
              <a:off x="3572738" y="2725940"/>
              <a:ext cx="578485" cy="901700"/>
            </a:xfrm>
            <a:custGeom>
              <a:avLst/>
              <a:gdLst/>
              <a:ahLst/>
              <a:cxnLst/>
              <a:rect l="l" t="t" r="r" b="b"/>
              <a:pathLst>
                <a:path w="578485" h="901700">
                  <a:moveTo>
                    <a:pt x="578129" y="0"/>
                  </a:moveTo>
                  <a:lnTo>
                    <a:pt x="0" y="0"/>
                  </a:lnTo>
                  <a:lnTo>
                    <a:pt x="0" y="901699"/>
                  </a:lnTo>
                  <a:lnTo>
                    <a:pt x="578129" y="901699"/>
                  </a:lnTo>
                  <a:lnTo>
                    <a:pt x="578129" y="0"/>
                  </a:lnTo>
                  <a:close/>
                </a:path>
              </a:pathLst>
            </a:custGeom>
            <a:solidFill>
              <a:srgbClr val="D9D9D9"/>
            </a:solidFill>
          </p:spPr>
          <p:txBody>
            <a:bodyPr wrap="square" lIns="0" tIns="0" rIns="0" bIns="0" rtlCol="0"/>
            <a:lstStyle/>
            <a:p/>
          </p:txBody>
        </p:sp>
        <p:sp>
          <p:nvSpPr>
            <p:cNvPr id="9" name="object 9"/>
            <p:cNvSpPr/>
            <p:nvPr/>
          </p:nvSpPr>
          <p:spPr>
            <a:xfrm>
              <a:off x="3572738" y="2725940"/>
              <a:ext cx="578485" cy="901700"/>
            </a:xfrm>
            <a:custGeom>
              <a:avLst/>
              <a:gdLst/>
              <a:ahLst/>
              <a:cxnLst/>
              <a:rect l="l" t="t" r="r" b="b"/>
              <a:pathLst>
                <a:path w="578485" h="901700">
                  <a:moveTo>
                    <a:pt x="0" y="0"/>
                  </a:moveTo>
                  <a:lnTo>
                    <a:pt x="578140" y="0"/>
                  </a:lnTo>
                  <a:lnTo>
                    <a:pt x="578140" y="901700"/>
                  </a:lnTo>
                  <a:lnTo>
                    <a:pt x="0" y="901700"/>
                  </a:lnTo>
                  <a:lnTo>
                    <a:pt x="0" y="0"/>
                  </a:lnTo>
                  <a:close/>
                </a:path>
              </a:pathLst>
            </a:custGeom>
            <a:ln w="12700">
              <a:solidFill>
                <a:srgbClr val="2F528F"/>
              </a:solidFill>
            </a:ln>
          </p:spPr>
          <p:txBody>
            <a:bodyPr wrap="square" lIns="0" tIns="0" rIns="0" bIns="0" rtlCol="0"/>
            <a:lstStyle/>
            <a:p/>
          </p:txBody>
        </p:sp>
        <p:sp>
          <p:nvSpPr>
            <p:cNvPr id="10" name="object 10"/>
            <p:cNvSpPr/>
            <p:nvPr/>
          </p:nvSpPr>
          <p:spPr>
            <a:xfrm>
              <a:off x="4646294" y="2456332"/>
              <a:ext cx="1746250" cy="1441450"/>
            </a:xfrm>
            <a:custGeom>
              <a:avLst/>
              <a:gdLst/>
              <a:ahLst/>
              <a:cxnLst/>
              <a:rect l="l" t="t" r="r" b="b"/>
              <a:pathLst>
                <a:path w="1746250" h="1441450">
                  <a:moveTo>
                    <a:pt x="1745830" y="0"/>
                  </a:moveTo>
                  <a:lnTo>
                    <a:pt x="0" y="0"/>
                  </a:lnTo>
                  <a:lnTo>
                    <a:pt x="0" y="1440929"/>
                  </a:lnTo>
                  <a:lnTo>
                    <a:pt x="1745830" y="1440929"/>
                  </a:lnTo>
                  <a:lnTo>
                    <a:pt x="1745830" y="0"/>
                  </a:lnTo>
                  <a:close/>
                </a:path>
              </a:pathLst>
            </a:custGeom>
            <a:solidFill>
              <a:srgbClr val="D9D9D9"/>
            </a:solidFill>
          </p:spPr>
          <p:txBody>
            <a:bodyPr wrap="square" lIns="0" tIns="0" rIns="0" bIns="0" rtlCol="0"/>
            <a:lstStyle/>
            <a:p/>
          </p:txBody>
        </p:sp>
        <p:sp>
          <p:nvSpPr>
            <p:cNvPr id="11" name="object 11"/>
            <p:cNvSpPr/>
            <p:nvPr/>
          </p:nvSpPr>
          <p:spPr>
            <a:xfrm>
              <a:off x="4646294" y="2456332"/>
              <a:ext cx="1746250" cy="1441450"/>
            </a:xfrm>
            <a:custGeom>
              <a:avLst/>
              <a:gdLst/>
              <a:ahLst/>
              <a:cxnLst/>
              <a:rect l="l" t="t" r="r" b="b"/>
              <a:pathLst>
                <a:path w="1746250" h="1441450">
                  <a:moveTo>
                    <a:pt x="0" y="0"/>
                  </a:moveTo>
                  <a:lnTo>
                    <a:pt x="1745840" y="0"/>
                  </a:lnTo>
                  <a:lnTo>
                    <a:pt x="1745840" y="1440930"/>
                  </a:lnTo>
                  <a:lnTo>
                    <a:pt x="0" y="1440930"/>
                  </a:lnTo>
                  <a:lnTo>
                    <a:pt x="0" y="0"/>
                  </a:lnTo>
                  <a:close/>
                </a:path>
              </a:pathLst>
            </a:custGeom>
            <a:ln w="12700">
              <a:solidFill>
                <a:srgbClr val="2F528F"/>
              </a:solidFill>
            </a:ln>
          </p:spPr>
          <p:txBody>
            <a:bodyPr wrap="square" lIns="0" tIns="0" rIns="0" bIns="0" rtlCol="0"/>
            <a:lstStyle/>
            <a:p/>
          </p:txBody>
        </p:sp>
        <p:sp>
          <p:nvSpPr>
            <p:cNvPr id="12" name="object 12"/>
            <p:cNvSpPr/>
            <p:nvPr/>
          </p:nvSpPr>
          <p:spPr>
            <a:xfrm>
              <a:off x="4804638" y="2725940"/>
              <a:ext cx="578485" cy="901700"/>
            </a:xfrm>
            <a:custGeom>
              <a:avLst/>
              <a:gdLst/>
              <a:ahLst/>
              <a:cxnLst/>
              <a:rect l="l" t="t" r="r" b="b"/>
              <a:pathLst>
                <a:path w="578485" h="901700">
                  <a:moveTo>
                    <a:pt x="0" y="0"/>
                  </a:moveTo>
                  <a:lnTo>
                    <a:pt x="578140" y="0"/>
                  </a:lnTo>
                  <a:lnTo>
                    <a:pt x="578140" y="901700"/>
                  </a:lnTo>
                  <a:lnTo>
                    <a:pt x="0" y="901700"/>
                  </a:lnTo>
                  <a:lnTo>
                    <a:pt x="0" y="0"/>
                  </a:lnTo>
                  <a:close/>
                </a:path>
              </a:pathLst>
            </a:custGeom>
            <a:ln w="12700">
              <a:solidFill>
                <a:srgbClr val="2F528F"/>
              </a:solidFill>
            </a:ln>
          </p:spPr>
          <p:txBody>
            <a:bodyPr wrap="square" lIns="0" tIns="0" rIns="0" bIns="0" rtlCol="0"/>
            <a:lstStyle/>
            <a:p/>
          </p:txBody>
        </p:sp>
      </p:grpSp>
      <p:sp>
        <p:nvSpPr>
          <p:cNvPr id="13" name="object 13"/>
          <p:cNvSpPr txBox="1"/>
          <p:nvPr/>
        </p:nvSpPr>
        <p:spPr>
          <a:xfrm>
            <a:off x="3601249" y="5772403"/>
            <a:ext cx="520700"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Arial" panose="020B0604020202020204"/>
                <a:cs typeface="Arial" panose="020B0604020202020204"/>
              </a:rPr>
              <a:t>SIB2</a:t>
            </a:r>
            <a:endParaRPr sz="1800">
              <a:latin typeface="Arial" panose="020B0604020202020204"/>
              <a:cs typeface="Arial" panose="020B0604020202020204"/>
            </a:endParaRPr>
          </a:p>
        </p:txBody>
      </p:sp>
      <p:sp>
        <p:nvSpPr>
          <p:cNvPr id="14" name="object 14"/>
          <p:cNvSpPr txBox="1"/>
          <p:nvPr/>
        </p:nvSpPr>
        <p:spPr>
          <a:xfrm>
            <a:off x="3572243" y="2315971"/>
            <a:ext cx="520700"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Arial" panose="020B0604020202020204"/>
                <a:cs typeface="Arial" panose="020B0604020202020204"/>
              </a:rPr>
              <a:t>SIB1</a:t>
            </a:r>
            <a:endParaRPr sz="1800">
              <a:latin typeface="Arial" panose="020B0604020202020204"/>
              <a:cs typeface="Arial" panose="020B0604020202020204"/>
            </a:endParaRPr>
          </a:p>
        </p:txBody>
      </p:sp>
      <p:sp>
        <p:nvSpPr>
          <p:cNvPr id="15" name="object 15"/>
          <p:cNvSpPr txBox="1"/>
          <p:nvPr/>
        </p:nvSpPr>
        <p:spPr>
          <a:xfrm>
            <a:off x="4804143" y="2428747"/>
            <a:ext cx="622300"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Arial" panose="020B0604020202020204"/>
                <a:cs typeface="Arial" panose="020B0604020202020204"/>
              </a:rPr>
              <a:t>TDR1</a:t>
            </a:r>
            <a:endParaRPr sz="1800">
              <a:latin typeface="Arial" panose="020B0604020202020204"/>
              <a:cs typeface="Arial" panose="020B0604020202020204"/>
            </a:endParaRPr>
          </a:p>
        </p:txBody>
      </p:sp>
      <p:grpSp>
        <p:nvGrpSpPr>
          <p:cNvPr id="16" name="object 16"/>
          <p:cNvGrpSpPr/>
          <p:nvPr/>
        </p:nvGrpSpPr>
        <p:grpSpPr>
          <a:xfrm>
            <a:off x="4655896" y="2696588"/>
            <a:ext cx="1758950" cy="3153410"/>
            <a:chOff x="4655896" y="2696588"/>
            <a:chExt cx="1758950" cy="3153410"/>
          </a:xfrm>
        </p:grpSpPr>
        <p:sp>
          <p:nvSpPr>
            <p:cNvPr id="17" name="object 17"/>
            <p:cNvSpPr/>
            <p:nvPr/>
          </p:nvSpPr>
          <p:spPr>
            <a:xfrm>
              <a:off x="5658069" y="2702935"/>
              <a:ext cx="495300" cy="955040"/>
            </a:xfrm>
            <a:custGeom>
              <a:avLst/>
              <a:gdLst/>
              <a:ahLst/>
              <a:cxnLst/>
              <a:rect l="l" t="t" r="r" b="b"/>
              <a:pathLst>
                <a:path w="495300" h="955039">
                  <a:moveTo>
                    <a:pt x="305405" y="0"/>
                  </a:moveTo>
                  <a:lnTo>
                    <a:pt x="286381" y="6552"/>
                  </a:lnTo>
                  <a:lnTo>
                    <a:pt x="269681" y="31344"/>
                  </a:lnTo>
                  <a:lnTo>
                    <a:pt x="257463" y="72484"/>
                  </a:lnTo>
                  <a:lnTo>
                    <a:pt x="254203" y="64644"/>
                  </a:lnTo>
                  <a:lnTo>
                    <a:pt x="250740" y="57452"/>
                  </a:lnTo>
                  <a:lnTo>
                    <a:pt x="247088" y="50933"/>
                  </a:lnTo>
                  <a:lnTo>
                    <a:pt x="243264" y="45115"/>
                  </a:lnTo>
                  <a:lnTo>
                    <a:pt x="219986" y="26942"/>
                  </a:lnTo>
                  <a:lnTo>
                    <a:pt x="196671" y="33388"/>
                  </a:lnTo>
                  <a:lnTo>
                    <a:pt x="175981" y="62315"/>
                  </a:lnTo>
                  <a:lnTo>
                    <a:pt x="160575" y="111587"/>
                  </a:lnTo>
                  <a:lnTo>
                    <a:pt x="148936" y="96977"/>
                  </a:lnTo>
                  <a:lnTo>
                    <a:pt x="136619" y="87682"/>
                  </a:lnTo>
                  <a:lnTo>
                    <a:pt x="123888" y="83841"/>
                  </a:lnTo>
                  <a:lnTo>
                    <a:pt x="111006" y="85590"/>
                  </a:lnTo>
                  <a:lnTo>
                    <a:pt x="67706" y="140567"/>
                  </a:lnTo>
                  <a:lnTo>
                    <a:pt x="53357" y="190039"/>
                  </a:lnTo>
                  <a:lnTo>
                    <a:pt x="45329" y="249147"/>
                  </a:lnTo>
                  <a:lnTo>
                    <a:pt x="44712" y="314126"/>
                  </a:lnTo>
                  <a:lnTo>
                    <a:pt x="44306" y="317098"/>
                  </a:lnTo>
                  <a:lnTo>
                    <a:pt x="13506" y="356701"/>
                  </a:lnTo>
                  <a:lnTo>
                    <a:pt x="0" y="430706"/>
                  </a:lnTo>
                  <a:lnTo>
                    <a:pt x="1210" y="480955"/>
                  </a:lnTo>
                  <a:lnTo>
                    <a:pt x="9481" y="526339"/>
                  </a:lnTo>
                  <a:lnTo>
                    <a:pt x="24240" y="561078"/>
                  </a:lnTo>
                  <a:lnTo>
                    <a:pt x="17700" y="583900"/>
                  </a:lnTo>
                  <a:lnTo>
                    <a:pt x="13247" y="609574"/>
                  </a:lnTo>
                  <a:lnTo>
                    <a:pt x="11001" y="637146"/>
                  </a:lnTo>
                  <a:lnTo>
                    <a:pt x="11083" y="665662"/>
                  </a:lnTo>
                  <a:lnTo>
                    <a:pt x="17256" y="715009"/>
                  </a:lnTo>
                  <a:lnTo>
                    <a:pt x="29747" y="753018"/>
                  </a:lnTo>
                  <a:lnTo>
                    <a:pt x="46775" y="776003"/>
                  </a:lnTo>
                  <a:lnTo>
                    <a:pt x="66556" y="780280"/>
                  </a:lnTo>
                  <a:lnTo>
                    <a:pt x="66861" y="781677"/>
                  </a:lnTo>
                  <a:lnTo>
                    <a:pt x="85777" y="841450"/>
                  </a:lnTo>
                  <a:lnTo>
                    <a:pt x="109064" y="879213"/>
                  </a:lnTo>
                  <a:lnTo>
                    <a:pt x="135358" y="896450"/>
                  </a:lnTo>
                  <a:lnTo>
                    <a:pt x="162656" y="891850"/>
                  </a:lnTo>
                  <a:lnTo>
                    <a:pt x="188959" y="864100"/>
                  </a:lnTo>
                  <a:lnTo>
                    <a:pt x="197299" y="891469"/>
                  </a:lnTo>
                  <a:lnTo>
                    <a:pt x="207225" y="914517"/>
                  </a:lnTo>
                  <a:lnTo>
                    <a:pt x="218498" y="932782"/>
                  </a:lnTo>
                  <a:lnTo>
                    <a:pt x="230882" y="945799"/>
                  </a:lnTo>
                  <a:lnTo>
                    <a:pt x="255444" y="954516"/>
                  </a:lnTo>
                  <a:lnTo>
                    <a:pt x="278968" y="943052"/>
                  </a:lnTo>
                  <a:lnTo>
                    <a:pt x="299862" y="913644"/>
                  </a:lnTo>
                  <a:lnTo>
                    <a:pt x="316537" y="868530"/>
                  </a:lnTo>
                  <a:lnTo>
                    <a:pt x="327402" y="809947"/>
                  </a:lnTo>
                  <a:lnTo>
                    <a:pt x="335468" y="821200"/>
                  </a:lnTo>
                  <a:lnTo>
                    <a:pt x="344004" y="829407"/>
                  </a:lnTo>
                  <a:lnTo>
                    <a:pt x="352887" y="834475"/>
                  </a:lnTo>
                  <a:lnTo>
                    <a:pt x="361997" y="836312"/>
                  </a:lnTo>
                  <a:lnTo>
                    <a:pt x="387853" y="823200"/>
                  </a:lnTo>
                  <a:lnTo>
                    <a:pt x="409048" y="786398"/>
                  </a:lnTo>
                  <a:lnTo>
                    <a:pt x="423431" y="731456"/>
                  </a:lnTo>
                  <a:lnTo>
                    <a:pt x="428849" y="663923"/>
                  </a:lnTo>
                  <a:lnTo>
                    <a:pt x="438613" y="658561"/>
                  </a:lnTo>
                  <a:lnTo>
                    <a:pt x="465171" y="623816"/>
                  </a:lnTo>
                  <a:lnTo>
                    <a:pt x="479858" y="585065"/>
                  </a:lnTo>
                  <a:lnTo>
                    <a:pt x="489805" y="539143"/>
                  </a:lnTo>
                  <a:lnTo>
                    <a:pt x="494875" y="488774"/>
                  </a:lnTo>
                  <a:lnTo>
                    <a:pt x="494932" y="436679"/>
                  </a:lnTo>
                  <a:lnTo>
                    <a:pt x="489838" y="385582"/>
                  </a:lnTo>
                  <a:lnTo>
                    <a:pt x="479459" y="338206"/>
                  </a:lnTo>
                  <a:lnTo>
                    <a:pt x="480576" y="331348"/>
                  </a:lnTo>
                  <a:lnTo>
                    <a:pt x="482266" y="317098"/>
                  </a:lnTo>
                  <a:lnTo>
                    <a:pt x="483879" y="253434"/>
                  </a:lnTo>
                  <a:lnTo>
                    <a:pt x="476341" y="195107"/>
                  </a:lnTo>
                  <a:lnTo>
                    <a:pt x="461031" y="148465"/>
                  </a:lnTo>
                  <a:lnTo>
                    <a:pt x="439327" y="119855"/>
                  </a:lnTo>
                  <a:lnTo>
                    <a:pt x="436813" y="95556"/>
                  </a:lnTo>
                  <a:lnTo>
                    <a:pt x="427309" y="52412"/>
                  </a:lnTo>
                  <a:lnTo>
                    <a:pt x="401168" y="6599"/>
                  </a:lnTo>
                  <a:lnTo>
                    <a:pt x="379950" y="473"/>
                  </a:lnTo>
                  <a:lnTo>
                    <a:pt x="359400" y="15614"/>
                  </a:lnTo>
                  <a:lnTo>
                    <a:pt x="342045" y="51478"/>
                  </a:lnTo>
                  <a:lnTo>
                    <a:pt x="338325" y="40082"/>
                  </a:lnTo>
                  <a:lnTo>
                    <a:pt x="334149" y="29905"/>
                  </a:lnTo>
                  <a:lnTo>
                    <a:pt x="329558" y="21040"/>
                  </a:lnTo>
                  <a:lnTo>
                    <a:pt x="324595" y="13581"/>
                  </a:lnTo>
                  <a:lnTo>
                    <a:pt x="305405" y="0"/>
                  </a:lnTo>
                  <a:close/>
                </a:path>
              </a:pathLst>
            </a:custGeom>
            <a:solidFill>
              <a:srgbClr val="FFFFFF"/>
            </a:solidFill>
          </p:spPr>
          <p:txBody>
            <a:bodyPr wrap="square" lIns="0" tIns="0" rIns="0" bIns="0" rtlCol="0"/>
            <a:lstStyle/>
            <a:p/>
          </p:txBody>
        </p:sp>
        <p:sp>
          <p:nvSpPr>
            <p:cNvPr id="18" name="object 18"/>
            <p:cNvSpPr/>
            <p:nvPr/>
          </p:nvSpPr>
          <p:spPr>
            <a:xfrm>
              <a:off x="5658076" y="2702938"/>
              <a:ext cx="495300" cy="955040"/>
            </a:xfrm>
            <a:custGeom>
              <a:avLst/>
              <a:gdLst/>
              <a:ahLst/>
              <a:cxnLst/>
              <a:rect l="l" t="t" r="r" b="b"/>
              <a:pathLst>
                <a:path w="495300" h="955039">
                  <a:moveTo>
                    <a:pt x="44716" y="314128"/>
                  </a:moveTo>
                  <a:lnTo>
                    <a:pt x="45328" y="249146"/>
                  </a:lnTo>
                  <a:lnTo>
                    <a:pt x="53355" y="190037"/>
                  </a:lnTo>
                  <a:lnTo>
                    <a:pt x="67703" y="140564"/>
                  </a:lnTo>
                  <a:lnTo>
                    <a:pt x="87281" y="104493"/>
                  </a:lnTo>
                  <a:lnTo>
                    <a:pt x="123886" y="83837"/>
                  </a:lnTo>
                  <a:lnTo>
                    <a:pt x="136619" y="87678"/>
                  </a:lnTo>
                  <a:lnTo>
                    <a:pt x="148935" y="96974"/>
                  </a:lnTo>
                  <a:lnTo>
                    <a:pt x="160574" y="111587"/>
                  </a:lnTo>
                  <a:lnTo>
                    <a:pt x="175982" y="62317"/>
                  </a:lnTo>
                  <a:lnTo>
                    <a:pt x="196672" y="33390"/>
                  </a:lnTo>
                  <a:lnTo>
                    <a:pt x="219983" y="26944"/>
                  </a:lnTo>
                  <a:lnTo>
                    <a:pt x="243256" y="45117"/>
                  </a:lnTo>
                  <a:lnTo>
                    <a:pt x="247085" y="50932"/>
                  </a:lnTo>
                  <a:lnTo>
                    <a:pt x="250738" y="57449"/>
                  </a:lnTo>
                  <a:lnTo>
                    <a:pt x="254203" y="64643"/>
                  </a:lnTo>
                  <a:lnTo>
                    <a:pt x="257465" y="72485"/>
                  </a:lnTo>
                  <a:lnTo>
                    <a:pt x="269680" y="31345"/>
                  </a:lnTo>
                  <a:lnTo>
                    <a:pt x="286379" y="6551"/>
                  </a:lnTo>
                  <a:lnTo>
                    <a:pt x="305401" y="0"/>
                  </a:lnTo>
                  <a:lnTo>
                    <a:pt x="324588" y="13584"/>
                  </a:lnTo>
                  <a:lnTo>
                    <a:pt x="329552" y="21039"/>
                  </a:lnTo>
                  <a:lnTo>
                    <a:pt x="334144" y="29901"/>
                  </a:lnTo>
                  <a:lnTo>
                    <a:pt x="338322" y="40076"/>
                  </a:lnTo>
                  <a:lnTo>
                    <a:pt x="342044" y="51470"/>
                  </a:lnTo>
                  <a:lnTo>
                    <a:pt x="359398" y="15611"/>
                  </a:lnTo>
                  <a:lnTo>
                    <a:pt x="379947" y="473"/>
                  </a:lnTo>
                  <a:lnTo>
                    <a:pt x="401167" y="6599"/>
                  </a:lnTo>
                  <a:lnTo>
                    <a:pt x="420531" y="34535"/>
                  </a:lnTo>
                  <a:lnTo>
                    <a:pt x="427306" y="52410"/>
                  </a:lnTo>
                  <a:lnTo>
                    <a:pt x="432768" y="72910"/>
                  </a:lnTo>
                  <a:lnTo>
                    <a:pt x="436811" y="95551"/>
                  </a:lnTo>
                  <a:lnTo>
                    <a:pt x="439328" y="119848"/>
                  </a:lnTo>
                  <a:lnTo>
                    <a:pt x="461030" y="148463"/>
                  </a:lnTo>
                  <a:lnTo>
                    <a:pt x="476341" y="195106"/>
                  </a:lnTo>
                  <a:lnTo>
                    <a:pt x="483878" y="253431"/>
                  </a:lnTo>
                  <a:lnTo>
                    <a:pt x="482261" y="317094"/>
                  </a:lnTo>
                  <a:lnTo>
                    <a:pt x="481515" y="324293"/>
                  </a:lnTo>
                  <a:lnTo>
                    <a:pt x="480579" y="331346"/>
                  </a:lnTo>
                  <a:lnTo>
                    <a:pt x="479460" y="338202"/>
                  </a:lnTo>
                  <a:lnTo>
                    <a:pt x="489838" y="385578"/>
                  </a:lnTo>
                  <a:lnTo>
                    <a:pt x="494931" y="436675"/>
                  </a:lnTo>
                  <a:lnTo>
                    <a:pt x="494875" y="488770"/>
                  </a:lnTo>
                  <a:lnTo>
                    <a:pt x="489805" y="539140"/>
                  </a:lnTo>
                  <a:lnTo>
                    <a:pt x="479859" y="585063"/>
                  </a:lnTo>
                  <a:lnTo>
                    <a:pt x="465172" y="623817"/>
                  </a:lnTo>
                  <a:lnTo>
                    <a:pt x="438615" y="658559"/>
                  </a:lnTo>
                  <a:lnTo>
                    <a:pt x="428852" y="663915"/>
                  </a:lnTo>
                  <a:lnTo>
                    <a:pt x="423433" y="731454"/>
                  </a:lnTo>
                  <a:lnTo>
                    <a:pt x="409050" y="786398"/>
                  </a:lnTo>
                  <a:lnTo>
                    <a:pt x="387855" y="823201"/>
                  </a:lnTo>
                  <a:lnTo>
                    <a:pt x="361996" y="836315"/>
                  </a:lnTo>
                  <a:lnTo>
                    <a:pt x="352888" y="834476"/>
                  </a:lnTo>
                  <a:lnTo>
                    <a:pt x="344004" y="829405"/>
                  </a:lnTo>
                  <a:lnTo>
                    <a:pt x="335468" y="821199"/>
                  </a:lnTo>
                  <a:lnTo>
                    <a:pt x="327404" y="809950"/>
                  </a:lnTo>
                  <a:lnTo>
                    <a:pt x="316536" y="868529"/>
                  </a:lnTo>
                  <a:lnTo>
                    <a:pt x="299860" y="913641"/>
                  </a:lnTo>
                  <a:lnTo>
                    <a:pt x="278965" y="943048"/>
                  </a:lnTo>
                  <a:lnTo>
                    <a:pt x="255441" y="954514"/>
                  </a:lnTo>
                  <a:lnTo>
                    <a:pt x="230878" y="945801"/>
                  </a:lnTo>
                  <a:lnTo>
                    <a:pt x="218493" y="932782"/>
                  </a:lnTo>
                  <a:lnTo>
                    <a:pt x="207220" y="914518"/>
                  </a:lnTo>
                  <a:lnTo>
                    <a:pt x="197294" y="891469"/>
                  </a:lnTo>
                  <a:lnTo>
                    <a:pt x="188954" y="864096"/>
                  </a:lnTo>
                  <a:lnTo>
                    <a:pt x="162651" y="891849"/>
                  </a:lnTo>
                  <a:lnTo>
                    <a:pt x="109060" y="879214"/>
                  </a:lnTo>
                  <a:lnTo>
                    <a:pt x="85773" y="841449"/>
                  </a:lnTo>
                  <a:lnTo>
                    <a:pt x="67492" y="784469"/>
                  </a:lnTo>
                  <a:lnTo>
                    <a:pt x="66556" y="780274"/>
                  </a:lnTo>
                  <a:lnTo>
                    <a:pt x="46773" y="776002"/>
                  </a:lnTo>
                  <a:lnTo>
                    <a:pt x="29743" y="753019"/>
                  </a:lnTo>
                  <a:lnTo>
                    <a:pt x="17251" y="715011"/>
                  </a:lnTo>
                  <a:lnTo>
                    <a:pt x="11081" y="665664"/>
                  </a:lnTo>
                  <a:lnTo>
                    <a:pt x="10999" y="637148"/>
                  </a:lnTo>
                  <a:lnTo>
                    <a:pt x="13243" y="609575"/>
                  </a:lnTo>
                  <a:lnTo>
                    <a:pt x="17695" y="583900"/>
                  </a:lnTo>
                  <a:lnTo>
                    <a:pt x="24233" y="561080"/>
                  </a:lnTo>
                  <a:lnTo>
                    <a:pt x="9479" y="526339"/>
                  </a:lnTo>
                  <a:lnTo>
                    <a:pt x="1210" y="480954"/>
                  </a:lnTo>
                  <a:lnTo>
                    <a:pt x="0" y="430705"/>
                  </a:lnTo>
                  <a:lnTo>
                    <a:pt x="6420" y="381375"/>
                  </a:lnTo>
                  <a:lnTo>
                    <a:pt x="13502" y="356701"/>
                  </a:lnTo>
                  <a:lnTo>
                    <a:pt x="22447" y="337306"/>
                  </a:lnTo>
                  <a:lnTo>
                    <a:pt x="32847" y="323876"/>
                  </a:lnTo>
                  <a:lnTo>
                    <a:pt x="44299" y="317100"/>
                  </a:lnTo>
                  <a:lnTo>
                    <a:pt x="44716" y="314128"/>
                  </a:lnTo>
                  <a:close/>
                </a:path>
                <a:path w="495300" h="955039">
                  <a:moveTo>
                    <a:pt x="53808" y="574971"/>
                  </a:moveTo>
                  <a:lnTo>
                    <a:pt x="46227" y="575003"/>
                  </a:lnTo>
                  <a:lnTo>
                    <a:pt x="38775" y="572027"/>
                  </a:lnTo>
                  <a:lnTo>
                    <a:pt x="31578" y="566122"/>
                  </a:lnTo>
                  <a:lnTo>
                    <a:pt x="24765" y="557363"/>
                  </a:lnTo>
                </a:path>
                <a:path w="495300" h="955039">
                  <a:moveTo>
                    <a:pt x="79433" y="767659"/>
                  </a:moveTo>
                  <a:lnTo>
                    <a:pt x="75357" y="771915"/>
                  </a:lnTo>
                  <a:lnTo>
                    <a:pt x="71084" y="774748"/>
                  </a:lnTo>
                  <a:lnTo>
                    <a:pt x="66726" y="776086"/>
                  </a:lnTo>
                </a:path>
                <a:path w="495300" h="955039">
                  <a:moveTo>
                    <a:pt x="188926" y="860248"/>
                  </a:moveTo>
                  <a:lnTo>
                    <a:pt x="186721" y="851052"/>
                  </a:lnTo>
                  <a:lnTo>
                    <a:pt x="184707" y="841566"/>
                  </a:lnTo>
                  <a:lnTo>
                    <a:pt x="182889" y="831811"/>
                  </a:lnTo>
                  <a:lnTo>
                    <a:pt x="181270" y="821807"/>
                  </a:lnTo>
                </a:path>
                <a:path w="495300" h="955039">
                  <a:moveTo>
                    <a:pt x="330511" y="764390"/>
                  </a:moveTo>
                  <a:lnTo>
                    <a:pt x="330066" y="775084"/>
                  </a:lnTo>
                  <a:lnTo>
                    <a:pt x="329406" y="785693"/>
                  </a:lnTo>
                  <a:lnTo>
                    <a:pt x="328535" y="796196"/>
                  </a:lnTo>
                  <a:lnTo>
                    <a:pt x="327453" y="806570"/>
                  </a:lnTo>
                </a:path>
                <a:path w="495300" h="955039">
                  <a:moveTo>
                    <a:pt x="391299" y="503767"/>
                  </a:moveTo>
                  <a:lnTo>
                    <a:pt x="406848" y="531355"/>
                  </a:lnTo>
                  <a:lnTo>
                    <a:pt x="418634" y="568471"/>
                  </a:lnTo>
                  <a:lnTo>
                    <a:pt x="426072" y="612646"/>
                  </a:lnTo>
                  <a:lnTo>
                    <a:pt x="428578" y="661409"/>
                  </a:lnTo>
                </a:path>
                <a:path w="495300" h="955039">
                  <a:moveTo>
                    <a:pt x="479227" y="335866"/>
                  </a:moveTo>
                  <a:lnTo>
                    <a:pt x="476075" y="352465"/>
                  </a:lnTo>
                  <a:lnTo>
                    <a:pt x="472230" y="367949"/>
                  </a:lnTo>
                  <a:lnTo>
                    <a:pt x="467734" y="382169"/>
                  </a:lnTo>
                  <a:lnTo>
                    <a:pt x="462627" y="394978"/>
                  </a:lnTo>
                </a:path>
                <a:path w="495300" h="955039">
                  <a:moveTo>
                    <a:pt x="439396" y="116535"/>
                  </a:moveTo>
                  <a:lnTo>
                    <a:pt x="439808" y="123467"/>
                  </a:lnTo>
                  <a:lnTo>
                    <a:pt x="440092" y="130438"/>
                  </a:lnTo>
                  <a:lnTo>
                    <a:pt x="440247" y="137437"/>
                  </a:lnTo>
                  <a:lnTo>
                    <a:pt x="440273" y="144452"/>
                  </a:lnTo>
                </a:path>
                <a:path w="495300" h="955039">
                  <a:moveTo>
                    <a:pt x="333388" y="83971"/>
                  </a:moveTo>
                  <a:lnTo>
                    <a:pt x="335141" y="74483"/>
                  </a:lnTo>
                  <a:lnTo>
                    <a:pt x="337148" y="65364"/>
                  </a:lnTo>
                  <a:lnTo>
                    <a:pt x="339401" y="56647"/>
                  </a:lnTo>
                  <a:lnTo>
                    <a:pt x="341892" y="48368"/>
                  </a:lnTo>
                </a:path>
                <a:path w="495300" h="955039">
                  <a:moveTo>
                    <a:pt x="253854" y="100937"/>
                  </a:moveTo>
                  <a:lnTo>
                    <a:pt x="254609" y="93020"/>
                  </a:lnTo>
                  <a:lnTo>
                    <a:pt x="255550" y="85249"/>
                  </a:lnTo>
                  <a:lnTo>
                    <a:pt x="256672" y="77646"/>
                  </a:lnTo>
                  <a:lnTo>
                    <a:pt x="257972" y="70233"/>
                  </a:lnTo>
                </a:path>
                <a:path w="495300" h="955039">
                  <a:moveTo>
                    <a:pt x="160515" y="111365"/>
                  </a:moveTo>
                  <a:lnTo>
                    <a:pt x="164495" y="117912"/>
                  </a:lnTo>
                  <a:lnTo>
                    <a:pt x="168312" y="125073"/>
                  </a:lnTo>
                  <a:lnTo>
                    <a:pt x="171957" y="132827"/>
                  </a:lnTo>
                  <a:lnTo>
                    <a:pt x="175418" y="141154"/>
                  </a:lnTo>
                </a:path>
                <a:path w="495300" h="955039">
                  <a:moveTo>
                    <a:pt x="47318" y="345476"/>
                  </a:moveTo>
                  <a:lnTo>
                    <a:pt x="46491" y="337747"/>
                  </a:lnTo>
                  <a:lnTo>
                    <a:pt x="45782" y="329941"/>
                  </a:lnTo>
                  <a:lnTo>
                    <a:pt x="45190" y="322067"/>
                  </a:lnTo>
                  <a:lnTo>
                    <a:pt x="44717" y="314135"/>
                  </a:lnTo>
                </a:path>
              </a:pathLst>
            </a:custGeom>
            <a:ln w="12700">
              <a:solidFill>
                <a:srgbClr val="2F528F"/>
              </a:solidFill>
            </a:ln>
          </p:spPr>
          <p:txBody>
            <a:bodyPr wrap="square" lIns="0" tIns="0" rIns="0" bIns="0" rtlCol="0"/>
            <a:lstStyle/>
            <a:p/>
          </p:txBody>
        </p:sp>
        <p:sp>
          <p:nvSpPr>
            <p:cNvPr id="19" name="object 19"/>
            <p:cNvSpPr/>
            <p:nvPr/>
          </p:nvSpPr>
          <p:spPr>
            <a:xfrm>
              <a:off x="4662246" y="4402340"/>
              <a:ext cx="1746250" cy="1441450"/>
            </a:xfrm>
            <a:custGeom>
              <a:avLst/>
              <a:gdLst/>
              <a:ahLst/>
              <a:cxnLst/>
              <a:rect l="l" t="t" r="r" b="b"/>
              <a:pathLst>
                <a:path w="1746250" h="1441450">
                  <a:moveTo>
                    <a:pt x="1745843" y="0"/>
                  </a:moveTo>
                  <a:lnTo>
                    <a:pt x="0" y="0"/>
                  </a:lnTo>
                  <a:lnTo>
                    <a:pt x="0" y="1440935"/>
                  </a:lnTo>
                  <a:lnTo>
                    <a:pt x="1745843" y="1440935"/>
                  </a:lnTo>
                  <a:lnTo>
                    <a:pt x="1745843" y="0"/>
                  </a:lnTo>
                  <a:close/>
                </a:path>
              </a:pathLst>
            </a:custGeom>
            <a:solidFill>
              <a:srgbClr val="D9D9D9"/>
            </a:solidFill>
          </p:spPr>
          <p:txBody>
            <a:bodyPr wrap="square" lIns="0" tIns="0" rIns="0" bIns="0" rtlCol="0"/>
            <a:lstStyle/>
            <a:p/>
          </p:txBody>
        </p:sp>
        <p:sp>
          <p:nvSpPr>
            <p:cNvPr id="20" name="object 20"/>
            <p:cNvSpPr/>
            <p:nvPr/>
          </p:nvSpPr>
          <p:spPr>
            <a:xfrm>
              <a:off x="4662246" y="4402340"/>
              <a:ext cx="1746250" cy="1441450"/>
            </a:xfrm>
            <a:custGeom>
              <a:avLst/>
              <a:gdLst/>
              <a:ahLst/>
              <a:cxnLst/>
              <a:rect l="l" t="t" r="r" b="b"/>
              <a:pathLst>
                <a:path w="1746250" h="1441450">
                  <a:moveTo>
                    <a:pt x="0" y="0"/>
                  </a:moveTo>
                  <a:lnTo>
                    <a:pt x="1745840" y="0"/>
                  </a:lnTo>
                  <a:lnTo>
                    <a:pt x="1745840" y="1440930"/>
                  </a:lnTo>
                  <a:lnTo>
                    <a:pt x="0" y="1440930"/>
                  </a:lnTo>
                  <a:lnTo>
                    <a:pt x="0" y="0"/>
                  </a:lnTo>
                  <a:close/>
                </a:path>
              </a:pathLst>
            </a:custGeom>
            <a:ln w="12700">
              <a:solidFill>
                <a:srgbClr val="2F528F"/>
              </a:solidFill>
            </a:ln>
          </p:spPr>
          <p:txBody>
            <a:bodyPr wrap="square" lIns="0" tIns="0" rIns="0" bIns="0" rtlCol="0"/>
            <a:lstStyle/>
            <a:p/>
          </p:txBody>
        </p:sp>
        <p:sp>
          <p:nvSpPr>
            <p:cNvPr id="21" name="object 21"/>
            <p:cNvSpPr/>
            <p:nvPr/>
          </p:nvSpPr>
          <p:spPr>
            <a:xfrm>
              <a:off x="4820589" y="4671961"/>
              <a:ext cx="578485" cy="901700"/>
            </a:xfrm>
            <a:custGeom>
              <a:avLst/>
              <a:gdLst/>
              <a:ahLst/>
              <a:cxnLst/>
              <a:rect l="l" t="t" r="r" b="b"/>
              <a:pathLst>
                <a:path w="578485" h="901700">
                  <a:moveTo>
                    <a:pt x="0" y="0"/>
                  </a:moveTo>
                  <a:lnTo>
                    <a:pt x="578140" y="0"/>
                  </a:lnTo>
                  <a:lnTo>
                    <a:pt x="578140" y="901700"/>
                  </a:lnTo>
                  <a:lnTo>
                    <a:pt x="0" y="901700"/>
                  </a:lnTo>
                  <a:lnTo>
                    <a:pt x="0" y="0"/>
                  </a:lnTo>
                  <a:close/>
                </a:path>
              </a:pathLst>
            </a:custGeom>
            <a:ln w="12700">
              <a:solidFill>
                <a:srgbClr val="2F528F"/>
              </a:solidFill>
            </a:ln>
          </p:spPr>
          <p:txBody>
            <a:bodyPr wrap="square" lIns="0" tIns="0" rIns="0" bIns="0" rtlCol="0"/>
            <a:lstStyle/>
            <a:p/>
          </p:txBody>
        </p:sp>
      </p:grpSp>
      <p:sp>
        <p:nvSpPr>
          <p:cNvPr id="22" name="object 22"/>
          <p:cNvSpPr txBox="1"/>
          <p:nvPr/>
        </p:nvSpPr>
        <p:spPr>
          <a:xfrm>
            <a:off x="4660620" y="4373371"/>
            <a:ext cx="1733550" cy="299720"/>
          </a:xfrm>
          <a:prstGeom prst="rect">
            <a:avLst/>
          </a:prstGeom>
        </p:spPr>
        <p:txBody>
          <a:bodyPr vert="horz" wrap="square" lIns="0" tIns="12700" rIns="0" bIns="0" rtlCol="0">
            <a:spAutoFit/>
          </a:bodyPr>
          <a:lstStyle/>
          <a:p>
            <a:pPr marL="172085">
              <a:lnSpc>
                <a:spcPct val="100000"/>
              </a:lnSpc>
              <a:spcBef>
                <a:spcPts val="100"/>
              </a:spcBef>
            </a:pPr>
            <a:r>
              <a:rPr sz="1800" spc="-20" dirty="0">
                <a:latin typeface="Arial" panose="020B0604020202020204"/>
                <a:cs typeface="Arial" panose="020B0604020202020204"/>
              </a:rPr>
              <a:t>TDR2</a:t>
            </a:r>
            <a:endParaRPr sz="1800">
              <a:latin typeface="Arial" panose="020B0604020202020204"/>
              <a:cs typeface="Arial" panose="020B0604020202020204"/>
            </a:endParaRPr>
          </a:p>
        </p:txBody>
      </p:sp>
      <p:grpSp>
        <p:nvGrpSpPr>
          <p:cNvPr id="23" name="object 23"/>
          <p:cNvGrpSpPr/>
          <p:nvPr/>
        </p:nvGrpSpPr>
        <p:grpSpPr>
          <a:xfrm>
            <a:off x="2670314" y="2893707"/>
            <a:ext cx="3505200" cy="2716530"/>
            <a:chOff x="2670314" y="2893707"/>
            <a:chExt cx="3505200" cy="2716530"/>
          </a:xfrm>
        </p:grpSpPr>
        <p:sp>
          <p:nvSpPr>
            <p:cNvPr id="24" name="object 24"/>
            <p:cNvSpPr/>
            <p:nvPr/>
          </p:nvSpPr>
          <p:spPr>
            <a:xfrm>
              <a:off x="5674033" y="4648951"/>
              <a:ext cx="495300" cy="955040"/>
            </a:xfrm>
            <a:custGeom>
              <a:avLst/>
              <a:gdLst/>
              <a:ahLst/>
              <a:cxnLst/>
              <a:rect l="l" t="t" r="r" b="b"/>
              <a:pathLst>
                <a:path w="495300" h="955039">
                  <a:moveTo>
                    <a:pt x="305399" y="0"/>
                  </a:moveTo>
                  <a:lnTo>
                    <a:pt x="286379" y="6552"/>
                  </a:lnTo>
                  <a:lnTo>
                    <a:pt x="269681" y="31347"/>
                  </a:lnTo>
                  <a:lnTo>
                    <a:pt x="257463" y="72489"/>
                  </a:lnTo>
                  <a:lnTo>
                    <a:pt x="254203" y="64650"/>
                  </a:lnTo>
                  <a:lnTo>
                    <a:pt x="250738" y="57457"/>
                  </a:lnTo>
                  <a:lnTo>
                    <a:pt x="247083" y="50938"/>
                  </a:lnTo>
                  <a:lnTo>
                    <a:pt x="243252" y="45120"/>
                  </a:lnTo>
                  <a:lnTo>
                    <a:pt x="219980" y="26948"/>
                  </a:lnTo>
                  <a:lnTo>
                    <a:pt x="196670" y="33394"/>
                  </a:lnTo>
                  <a:lnTo>
                    <a:pt x="175981" y="62321"/>
                  </a:lnTo>
                  <a:lnTo>
                    <a:pt x="160575" y="111592"/>
                  </a:lnTo>
                  <a:lnTo>
                    <a:pt x="148936" y="96975"/>
                  </a:lnTo>
                  <a:lnTo>
                    <a:pt x="136618" y="87678"/>
                  </a:lnTo>
                  <a:lnTo>
                    <a:pt x="123883" y="83839"/>
                  </a:lnTo>
                  <a:lnTo>
                    <a:pt x="110994" y="85595"/>
                  </a:lnTo>
                  <a:lnTo>
                    <a:pt x="67700" y="140569"/>
                  </a:lnTo>
                  <a:lnTo>
                    <a:pt x="53351" y="190039"/>
                  </a:lnTo>
                  <a:lnTo>
                    <a:pt x="45325" y="249148"/>
                  </a:lnTo>
                  <a:lnTo>
                    <a:pt x="44713" y="314132"/>
                  </a:lnTo>
                  <a:lnTo>
                    <a:pt x="44294" y="317104"/>
                  </a:lnTo>
                  <a:lnTo>
                    <a:pt x="13500" y="356707"/>
                  </a:lnTo>
                  <a:lnTo>
                    <a:pt x="0" y="430706"/>
                  </a:lnTo>
                  <a:lnTo>
                    <a:pt x="1209" y="480956"/>
                  </a:lnTo>
                  <a:lnTo>
                    <a:pt x="9476" y="526343"/>
                  </a:lnTo>
                  <a:lnTo>
                    <a:pt x="24228" y="561083"/>
                  </a:lnTo>
                  <a:lnTo>
                    <a:pt x="17695" y="583900"/>
                  </a:lnTo>
                  <a:lnTo>
                    <a:pt x="13245" y="609575"/>
                  </a:lnTo>
                  <a:lnTo>
                    <a:pt x="11001" y="637150"/>
                  </a:lnTo>
                  <a:lnTo>
                    <a:pt x="11083" y="665668"/>
                  </a:lnTo>
                  <a:lnTo>
                    <a:pt x="17250" y="715014"/>
                  </a:lnTo>
                  <a:lnTo>
                    <a:pt x="29743" y="753022"/>
                  </a:lnTo>
                  <a:lnTo>
                    <a:pt x="46773" y="776003"/>
                  </a:lnTo>
                  <a:lnTo>
                    <a:pt x="66557" y="780273"/>
                  </a:lnTo>
                  <a:lnTo>
                    <a:pt x="66861" y="781682"/>
                  </a:lnTo>
                  <a:lnTo>
                    <a:pt x="85777" y="841455"/>
                  </a:lnTo>
                  <a:lnTo>
                    <a:pt x="109064" y="879218"/>
                  </a:lnTo>
                  <a:lnTo>
                    <a:pt x="135358" y="896453"/>
                  </a:lnTo>
                  <a:lnTo>
                    <a:pt x="162656" y="891848"/>
                  </a:lnTo>
                  <a:lnTo>
                    <a:pt x="188959" y="864093"/>
                  </a:lnTo>
                  <a:lnTo>
                    <a:pt x="197297" y="891469"/>
                  </a:lnTo>
                  <a:lnTo>
                    <a:pt x="207220" y="914521"/>
                  </a:lnTo>
                  <a:lnTo>
                    <a:pt x="218493" y="932786"/>
                  </a:lnTo>
                  <a:lnTo>
                    <a:pt x="230882" y="945803"/>
                  </a:lnTo>
                  <a:lnTo>
                    <a:pt x="255443" y="954516"/>
                  </a:lnTo>
                  <a:lnTo>
                    <a:pt x="278964" y="943050"/>
                  </a:lnTo>
                  <a:lnTo>
                    <a:pt x="299857" y="913642"/>
                  </a:lnTo>
                  <a:lnTo>
                    <a:pt x="316532" y="868530"/>
                  </a:lnTo>
                  <a:lnTo>
                    <a:pt x="327402" y="809953"/>
                  </a:lnTo>
                  <a:lnTo>
                    <a:pt x="335463" y="821200"/>
                  </a:lnTo>
                  <a:lnTo>
                    <a:pt x="343999" y="829407"/>
                  </a:lnTo>
                  <a:lnTo>
                    <a:pt x="352885" y="834479"/>
                  </a:lnTo>
                  <a:lnTo>
                    <a:pt x="361997" y="836318"/>
                  </a:lnTo>
                  <a:lnTo>
                    <a:pt x="387853" y="823205"/>
                  </a:lnTo>
                  <a:lnTo>
                    <a:pt x="409049" y="786402"/>
                  </a:lnTo>
                  <a:lnTo>
                    <a:pt x="423431" y="731456"/>
                  </a:lnTo>
                  <a:lnTo>
                    <a:pt x="428850" y="663915"/>
                  </a:lnTo>
                  <a:lnTo>
                    <a:pt x="438613" y="658560"/>
                  </a:lnTo>
                  <a:lnTo>
                    <a:pt x="465172" y="623821"/>
                  </a:lnTo>
                  <a:lnTo>
                    <a:pt x="479859" y="585066"/>
                  </a:lnTo>
                  <a:lnTo>
                    <a:pt x="489805" y="539143"/>
                  </a:lnTo>
                  <a:lnTo>
                    <a:pt x="494875" y="488774"/>
                  </a:lnTo>
                  <a:lnTo>
                    <a:pt x="494932" y="436682"/>
                  </a:lnTo>
                  <a:lnTo>
                    <a:pt x="489839" y="385587"/>
                  </a:lnTo>
                  <a:lnTo>
                    <a:pt x="479459" y="338211"/>
                  </a:lnTo>
                  <a:lnTo>
                    <a:pt x="480577" y="331353"/>
                  </a:lnTo>
                  <a:lnTo>
                    <a:pt x="482266" y="317104"/>
                  </a:lnTo>
                  <a:lnTo>
                    <a:pt x="483879" y="253439"/>
                  </a:lnTo>
                  <a:lnTo>
                    <a:pt x="476341" y="195111"/>
                  </a:lnTo>
                  <a:lnTo>
                    <a:pt x="461031" y="148465"/>
                  </a:lnTo>
                  <a:lnTo>
                    <a:pt x="439327" y="119847"/>
                  </a:lnTo>
                  <a:lnTo>
                    <a:pt x="436812" y="95556"/>
                  </a:lnTo>
                  <a:lnTo>
                    <a:pt x="427304" y="52417"/>
                  </a:lnTo>
                  <a:lnTo>
                    <a:pt x="401168" y="6604"/>
                  </a:lnTo>
                  <a:lnTo>
                    <a:pt x="379950" y="477"/>
                  </a:lnTo>
                  <a:lnTo>
                    <a:pt x="359400" y="15614"/>
                  </a:lnTo>
                  <a:lnTo>
                    <a:pt x="342045" y="51470"/>
                  </a:lnTo>
                  <a:lnTo>
                    <a:pt x="338324" y="40077"/>
                  </a:lnTo>
                  <a:lnTo>
                    <a:pt x="334142" y="29904"/>
                  </a:lnTo>
                  <a:lnTo>
                    <a:pt x="329547" y="21043"/>
                  </a:lnTo>
                  <a:lnTo>
                    <a:pt x="324583" y="13586"/>
                  </a:lnTo>
                  <a:lnTo>
                    <a:pt x="305399" y="0"/>
                  </a:lnTo>
                  <a:close/>
                </a:path>
              </a:pathLst>
            </a:custGeom>
            <a:solidFill>
              <a:srgbClr val="FFFFFF"/>
            </a:solidFill>
          </p:spPr>
          <p:txBody>
            <a:bodyPr wrap="square" lIns="0" tIns="0" rIns="0" bIns="0" rtlCol="0"/>
            <a:lstStyle/>
            <a:p/>
          </p:txBody>
        </p:sp>
        <p:sp>
          <p:nvSpPr>
            <p:cNvPr id="25" name="object 25"/>
            <p:cNvSpPr/>
            <p:nvPr/>
          </p:nvSpPr>
          <p:spPr>
            <a:xfrm>
              <a:off x="5674028" y="4648959"/>
              <a:ext cx="495300" cy="955040"/>
            </a:xfrm>
            <a:custGeom>
              <a:avLst/>
              <a:gdLst/>
              <a:ahLst/>
              <a:cxnLst/>
              <a:rect l="l" t="t" r="r" b="b"/>
              <a:pathLst>
                <a:path w="495300" h="955039">
                  <a:moveTo>
                    <a:pt x="44716" y="314128"/>
                  </a:moveTo>
                  <a:lnTo>
                    <a:pt x="45328" y="249146"/>
                  </a:lnTo>
                  <a:lnTo>
                    <a:pt x="53355" y="190037"/>
                  </a:lnTo>
                  <a:lnTo>
                    <a:pt x="67703" y="140564"/>
                  </a:lnTo>
                  <a:lnTo>
                    <a:pt x="87281" y="104493"/>
                  </a:lnTo>
                  <a:lnTo>
                    <a:pt x="123886" y="83837"/>
                  </a:lnTo>
                  <a:lnTo>
                    <a:pt x="136619" y="87678"/>
                  </a:lnTo>
                  <a:lnTo>
                    <a:pt x="148935" y="96974"/>
                  </a:lnTo>
                  <a:lnTo>
                    <a:pt x="160574" y="111587"/>
                  </a:lnTo>
                  <a:lnTo>
                    <a:pt x="175982" y="62317"/>
                  </a:lnTo>
                  <a:lnTo>
                    <a:pt x="196672" y="33390"/>
                  </a:lnTo>
                  <a:lnTo>
                    <a:pt x="219983" y="26944"/>
                  </a:lnTo>
                  <a:lnTo>
                    <a:pt x="243256" y="45117"/>
                  </a:lnTo>
                  <a:lnTo>
                    <a:pt x="247085" y="50932"/>
                  </a:lnTo>
                  <a:lnTo>
                    <a:pt x="250738" y="57449"/>
                  </a:lnTo>
                  <a:lnTo>
                    <a:pt x="254203" y="64643"/>
                  </a:lnTo>
                  <a:lnTo>
                    <a:pt x="257465" y="72485"/>
                  </a:lnTo>
                  <a:lnTo>
                    <a:pt x="269680" y="31345"/>
                  </a:lnTo>
                  <a:lnTo>
                    <a:pt x="286379" y="6551"/>
                  </a:lnTo>
                  <a:lnTo>
                    <a:pt x="305401" y="0"/>
                  </a:lnTo>
                  <a:lnTo>
                    <a:pt x="324588" y="13584"/>
                  </a:lnTo>
                  <a:lnTo>
                    <a:pt x="329552" y="21039"/>
                  </a:lnTo>
                  <a:lnTo>
                    <a:pt x="334144" y="29901"/>
                  </a:lnTo>
                  <a:lnTo>
                    <a:pt x="338322" y="40076"/>
                  </a:lnTo>
                  <a:lnTo>
                    <a:pt x="342044" y="51470"/>
                  </a:lnTo>
                  <a:lnTo>
                    <a:pt x="359398" y="15611"/>
                  </a:lnTo>
                  <a:lnTo>
                    <a:pt x="379947" y="473"/>
                  </a:lnTo>
                  <a:lnTo>
                    <a:pt x="401167" y="6599"/>
                  </a:lnTo>
                  <a:lnTo>
                    <a:pt x="420531" y="34535"/>
                  </a:lnTo>
                  <a:lnTo>
                    <a:pt x="427306" y="52410"/>
                  </a:lnTo>
                  <a:lnTo>
                    <a:pt x="432768" y="72910"/>
                  </a:lnTo>
                  <a:lnTo>
                    <a:pt x="436811" y="95551"/>
                  </a:lnTo>
                  <a:lnTo>
                    <a:pt x="439328" y="119848"/>
                  </a:lnTo>
                  <a:lnTo>
                    <a:pt x="461030" y="148463"/>
                  </a:lnTo>
                  <a:lnTo>
                    <a:pt x="476341" y="195106"/>
                  </a:lnTo>
                  <a:lnTo>
                    <a:pt x="483878" y="253431"/>
                  </a:lnTo>
                  <a:lnTo>
                    <a:pt x="482261" y="317094"/>
                  </a:lnTo>
                  <a:lnTo>
                    <a:pt x="481515" y="324293"/>
                  </a:lnTo>
                  <a:lnTo>
                    <a:pt x="480579" y="331346"/>
                  </a:lnTo>
                  <a:lnTo>
                    <a:pt x="479460" y="338202"/>
                  </a:lnTo>
                  <a:lnTo>
                    <a:pt x="489838" y="385578"/>
                  </a:lnTo>
                  <a:lnTo>
                    <a:pt x="494931" y="436675"/>
                  </a:lnTo>
                  <a:lnTo>
                    <a:pt x="494875" y="488770"/>
                  </a:lnTo>
                  <a:lnTo>
                    <a:pt x="489805" y="539140"/>
                  </a:lnTo>
                  <a:lnTo>
                    <a:pt x="479859" y="585063"/>
                  </a:lnTo>
                  <a:lnTo>
                    <a:pt x="465172" y="623817"/>
                  </a:lnTo>
                  <a:lnTo>
                    <a:pt x="438615" y="658559"/>
                  </a:lnTo>
                  <a:lnTo>
                    <a:pt x="428852" y="663915"/>
                  </a:lnTo>
                  <a:lnTo>
                    <a:pt x="423433" y="731454"/>
                  </a:lnTo>
                  <a:lnTo>
                    <a:pt x="409050" y="786398"/>
                  </a:lnTo>
                  <a:lnTo>
                    <a:pt x="387855" y="823201"/>
                  </a:lnTo>
                  <a:lnTo>
                    <a:pt x="361996" y="836315"/>
                  </a:lnTo>
                  <a:lnTo>
                    <a:pt x="352888" y="834476"/>
                  </a:lnTo>
                  <a:lnTo>
                    <a:pt x="344004" y="829405"/>
                  </a:lnTo>
                  <a:lnTo>
                    <a:pt x="335468" y="821199"/>
                  </a:lnTo>
                  <a:lnTo>
                    <a:pt x="327404" y="809950"/>
                  </a:lnTo>
                  <a:lnTo>
                    <a:pt x="316536" y="868529"/>
                  </a:lnTo>
                  <a:lnTo>
                    <a:pt x="299860" y="913641"/>
                  </a:lnTo>
                  <a:lnTo>
                    <a:pt x="278965" y="943048"/>
                  </a:lnTo>
                  <a:lnTo>
                    <a:pt x="255441" y="954514"/>
                  </a:lnTo>
                  <a:lnTo>
                    <a:pt x="230878" y="945801"/>
                  </a:lnTo>
                  <a:lnTo>
                    <a:pt x="218493" y="932782"/>
                  </a:lnTo>
                  <a:lnTo>
                    <a:pt x="207220" y="914518"/>
                  </a:lnTo>
                  <a:lnTo>
                    <a:pt x="197294" y="891469"/>
                  </a:lnTo>
                  <a:lnTo>
                    <a:pt x="188954" y="864096"/>
                  </a:lnTo>
                  <a:lnTo>
                    <a:pt x="162651" y="891849"/>
                  </a:lnTo>
                  <a:lnTo>
                    <a:pt x="109060" y="879214"/>
                  </a:lnTo>
                  <a:lnTo>
                    <a:pt x="85773" y="841449"/>
                  </a:lnTo>
                  <a:lnTo>
                    <a:pt x="67492" y="784469"/>
                  </a:lnTo>
                  <a:lnTo>
                    <a:pt x="66556" y="780274"/>
                  </a:lnTo>
                  <a:lnTo>
                    <a:pt x="46773" y="776002"/>
                  </a:lnTo>
                  <a:lnTo>
                    <a:pt x="29743" y="753019"/>
                  </a:lnTo>
                  <a:lnTo>
                    <a:pt x="17251" y="715011"/>
                  </a:lnTo>
                  <a:lnTo>
                    <a:pt x="11081" y="665664"/>
                  </a:lnTo>
                  <a:lnTo>
                    <a:pt x="10999" y="637148"/>
                  </a:lnTo>
                  <a:lnTo>
                    <a:pt x="13243" y="609575"/>
                  </a:lnTo>
                  <a:lnTo>
                    <a:pt x="17695" y="583900"/>
                  </a:lnTo>
                  <a:lnTo>
                    <a:pt x="24233" y="561080"/>
                  </a:lnTo>
                  <a:lnTo>
                    <a:pt x="9479" y="526339"/>
                  </a:lnTo>
                  <a:lnTo>
                    <a:pt x="1210" y="480954"/>
                  </a:lnTo>
                  <a:lnTo>
                    <a:pt x="0" y="430705"/>
                  </a:lnTo>
                  <a:lnTo>
                    <a:pt x="6420" y="381375"/>
                  </a:lnTo>
                  <a:lnTo>
                    <a:pt x="13502" y="356701"/>
                  </a:lnTo>
                  <a:lnTo>
                    <a:pt x="22447" y="337306"/>
                  </a:lnTo>
                  <a:lnTo>
                    <a:pt x="32847" y="323876"/>
                  </a:lnTo>
                  <a:lnTo>
                    <a:pt x="44299" y="317100"/>
                  </a:lnTo>
                  <a:lnTo>
                    <a:pt x="44716" y="314128"/>
                  </a:lnTo>
                  <a:close/>
                </a:path>
                <a:path w="495300" h="955039">
                  <a:moveTo>
                    <a:pt x="53808" y="574971"/>
                  </a:moveTo>
                  <a:lnTo>
                    <a:pt x="46227" y="575003"/>
                  </a:lnTo>
                  <a:lnTo>
                    <a:pt x="38775" y="572027"/>
                  </a:lnTo>
                  <a:lnTo>
                    <a:pt x="31578" y="566122"/>
                  </a:lnTo>
                  <a:lnTo>
                    <a:pt x="24765" y="557363"/>
                  </a:lnTo>
                </a:path>
                <a:path w="495300" h="955039">
                  <a:moveTo>
                    <a:pt x="79433" y="767659"/>
                  </a:moveTo>
                  <a:lnTo>
                    <a:pt x="75357" y="771915"/>
                  </a:lnTo>
                  <a:lnTo>
                    <a:pt x="71084" y="774748"/>
                  </a:lnTo>
                  <a:lnTo>
                    <a:pt x="66726" y="776086"/>
                  </a:lnTo>
                </a:path>
                <a:path w="495300" h="955039">
                  <a:moveTo>
                    <a:pt x="188926" y="860248"/>
                  </a:moveTo>
                  <a:lnTo>
                    <a:pt x="186721" y="851052"/>
                  </a:lnTo>
                  <a:lnTo>
                    <a:pt x="184707" y="841566"/>
                  </a:lnTo>
                  <a:lnTo>
                    <a:pt x="182889" y="831811"/>
                  </a:lnTo>
                  <a:lnTo>
                    <a:pt x="181270" y="821807"/>
                  </a:lnTo>
                </a:path>
                <a:path w="495300" h="955039">
                  <a:moveTo>
                    <a:pt x="330511" y="764390"/>
                  </a:moveTo>
                  <a:lnTo>
                    <a:pt x="330066" y="775084"/>
                  </a:lnTo>
                  <a:lnTo>
                    <a:pt x="329406" y="785693"/>
                  </a:lnTo>
                  <a:lnTo>
                    <a:pt x="328535" y="796196"/>
                  </a:lnTo>
                  <a:lnTo>
                    <a:pt x="327453" y="806570"/>
                  </a:lnTo>
                </a:path>
                <a:path w="495300" h="955039">
                  <a:moveTo>
                    <a:pt x="391299" y="503767"/>
                  </a:moveTo>
                  <a:lnTo>
                    <a:pt x="406848" y="531355"/>
                  </a:lnTo>
                  <a:lnTo>
                    <a:pt x="418634" y="568471"/>
                  </a:lnTo>
                  <a:lnTo>
                    <a:pt x="426072" y="612646"/>
                  </a:lnTo>
                  <a:lnTo>
                    <a:pt x="428578" y="661409"/>
                  </a:lnTo>
                </a:path>
                <a:path w="495300" h="955039">
                  <a:moveTo>
                    <a:pt x="479227" y="335866"/>
                  </a:moveTo>
                  <a:lnTo>
                    <a:pt x="476075" y="352465"/>
                  </a:lnTo>
                  <a:lnTo>
                    <a:pt x="472230" y="367949"/>
                  </a:lnTo>
                  <a:lnTo>
                    <a:pt x="467734" y="382169"/>
                  </a:lnTo>
                  <a:lnTo>
                    <a:pt x="462627" y="394978"/>
                  </a:lnTo>
                </a:path>
                <a:path w="495300" h="955039">
                  <a:moveTo>
                    <a:pt x="439396" y="116535"/>
                  </a:moveTo>
                  <a:lnTo>
                    <a:pt x="439808" y="123467"/>
                  </a:lnTo>
                  <a:lnTo>
                    <a:pt x="440092" y="130438"/>
                  </a:lnTo>
                  <a:lnTo>
                    <a:pt x="440247" y="137437"/>
                  </a:lnTo>
                  <a:lnTo>
                    <a:pt x="440273" y="144452"/>
                  </a:lnTo>
                </a:path>
                <a:path w="495300" h="955039">
                  <a:moveTo>
                    <a:pt x="333388" y="83971"/>
                  </a:moveTo>
                  <a:lnTo>
                    <a:pt x="335141" y="74483"/>
                  </a:lnTo>
                  <a:lnTo>
                    <a:pt x="337148" y="65364"/>
                  </a:lnTo>
                  <a:lnTo>
                    <a:pt x="339401" y="56647"/>
                  </a:lnTo>
                  <a:lnTo>
                    <a:pt x="341892" y="48368"/>
                  </a:lnTo>
                </a:path>
                <a:path w="495300" h="955039">
                  <a:moveTo>
                    <a:pt x="253854" y="100937"/>
                  </a:moveTo>
                  <a:lnTo>
                    <a:pt x="254609" y="93020"/>
                  </a:lnTo>
                  <a:lnTo>
                    <a:pt x="255550" y="85249"/>
                  </a:lnTo>
                  <a:lnTo>
                    <a:pt x="256672" y="77646"/>
                  </a:lnTo>
                  <a:lnTo>
                    <a:pt x="257972" y="70233"/>
                  </a:lnTo>
                </a:path>
                <a:path w="495300" h="955039">
                  <a:moveTo>
                    <a:pt x="160515" y="111365"/>
                  </a:moveTo>
                  <a:lnTo>
                    <a:pt x="164495" y="117912"/>
                  </a:lnTo>
                  <a:lnTo>
                    <a:pt x="168312" y="125073"/>
                  </a:lnTo>
                  <a:lnTo>
                    <a:pt x="171957" y="132827"/>
                  </a:lnTo>
                  <a:lnTo>
                    <a:pt x="175418" y="141154"/>
                  </a:lnTo>
                </a:path>
                <a:path w="495300" h="955039">
                  <a:moveTo>
                    <a:pt x="47318" y="345476"/>
                  </a:moveTo>
                  <a:lnTo>
                    <a:pt x="46491" y="337747"/>
                  </a:lnTo>
                  <a:lnTo>
                    <a:pt x="45782" y="329941"/>
                  </a:lnTo>
                  <a:lnTo>
                    <a:pt x="45190" y="322067"/>
                  </a:lnTo>
                  <a:lnTo>
                    <a:pt x="44717" y="314135"/>
                  </a:lnTo>
                </a:path>
              </a:pathLst>
            </a:custGeom>
            <a:ln w="12700">
              <a:solidFill>
                <a:srgbClr val="2F528F"/>
              </a:solidFill>
            </a:ln>
          </p:spPr>
          <p:txBody>
            <a:bodyPr wrap="square" lIns="0" tIns="0" rIns="0" bIns="0" rtlCol="0"/>
            <a:lstStyle/>
            <a:p/>
          </p:txBody>
        </p:sp>
        <p:sp>
          <p:nvSpPr>
            <p:cNvPr id="26" name="object 26"/>
            <p:cNvSpPr/>
            <p:nvPr/>
          </p:nvSpPr>
          <p:spPr>
            <a:xfrm>
              <a:off x="2671038" y="2896882"/>
              <a:ext cx="901700" cy="0"/>
            </a:xfrm>
            <a:custGeom>
              <a:avLst/>
              <a:gdLst/>
              <a:ahLst/>
              <a:cxnLst/>
              <a:rect l="l" t="t" r="r" b="b"/>
              <a:pathLst>
                <a:path w="901700">
                  <a:moveTo>
                    <a:pt x="0" y="0"/>
                  </a:moveTo>
                  <a:lnTo>
                    <a:pt x="901700" y="1"/>
                  </a:lnTo>
                </a:path>
              </a:pathLst>
            </a:custGeom>
            <a:ln w="6350">
              <a:solidFill>
                <a:srgbClr val="FF0000"/>
              </a:solidFill>
            </a:ln>
          </p:spPr>
          <p:txBody>
            <a:bodyPr wrap="square" lIns="0" tIns="0" rIns="0" bIns="0" rtlCol="0"/>
            <a:lstStyle/>
            <a:p/>
          </p:txBody>
        </p:sp>
        <p:sp>
          <p:nvSpPr>
            <p:cNvPr id="27" name="object 27"/>
            <p:cNvSpPr/>
            <p:nvPr/>
          </p:nvSpPr>
          <p:spPr>
            <a:xfrm>
              <a:off x="4125468" y="2896882"/>
              <a:ext cx="679450" cy="0"/>
            </a:xfrm>
            <a:custGeom>
              <a:avLst/>
              <a:gdLst/>
              <a:ahLst/>
              <a:cxnLst/>
              <a:rect l="l" t="t" r="r" b="b"/>
              <a:pathLst>
                <a:path w="679450">
                  <a:moveTo>
                    <a:pt x="0" y="0"/>
                  </a:moveTo>
                  <a:lnTo>
                    <a:pt x="679160" y="1"/>
                  </a:lnTo>
                </a:path>
              </a:pathLst>
            </a:custGeom>
            <a:ln w="6350">
              <a:solidFill>
                <a:srgbClr val="4472C4"/>
              </a:solidFill>
            </a:ln>
          </p:spPr>
          <p:txBody>
            <a:bodyPr wrap="square" lIns="0" tIns="0" rIns="0" bIns="0" rtlCol="0"/>
            <a:lstStyle/>
            <a:p/>
          </p:txBody>
        </p:sp>
        <p:sp>
          <p:nvSpPr>
            <p:cNvPr id="28" name="object 28"/>
            <p:cNvSpPr/>
            <p:nvPr/>
          </p:nvSpPr>
          <p:spPr>
            <a:xfrm>
              <a:off x="4141431" y="3455682"/>
              <a:ext cx="679450" cy="0"/>
            </a:xfrm>
            <a:custGeom>
              <a:avLst/>
              <a:gdLst/>
              <a:ahLst/>
              <a:cxnLst/>
              <a:rect l="l" t="t" r="r" b="b"/>
              <a:pathLst>
                <a:path w="679450">
                  <a:moveTo>
                    <a:pt x="0" y="0"/>
                  </a:moveTo>
                  <a:lnTo>
                    <a:pt x="679160" y="1"/>
                  </a:lnTo>
                </a:path>
              </a:pathLst>
            </a:custGeom>
            <a:ln w="6350">
              <a:solidFill>
                <a:srgbClr val="4472C4"/>
              </a:solidFill>
            </a:ln>
          </p:spPr>
          <p:txBody>
            <a:bodyPr wrap="square" lIns="0" tIns="0" rIns="0" bIns="0" rtlCol="0"/>
            <a:lstStyle/>
            <a:p/>
          </p:txBody>
        </p:sp>
        <p:sp>
          <p:nvSpPr>
            <p:cNvPr id="29" name="object 29"/>
            <p:cNvSpPr/>
            <p:nvPr/>
          </p:nvSpPr>
          <p:spPr>
            <a:xfrm>
              <a:off x="3859352" y="3627639"/>
              <a:ext cx="2540" cy="1083945"/>
            </a:xfrm>
            <a:custGeom>
              <a:avLst/>
              <a:gdLst/>
              <a:ahLst/>
              <a:cxnLst/>
              <a:rect l="l" t="t" r="r" b="b"/>
              <a:pathLst>
                <a:path w="2539" h="1083945">
                  <a:moveTo>
                    <a:pt x="0" y="1083450"/>
                  </a:moveTo>
                  <a:lnTo>
                    <a:pt x="2448" y="0"/>
                  </a:lnTo>
                </a:path>
              </a:pathLst>
            </a:custGeom>
            <a:ln w="6350">
              <a:solidFill>
                <a:srgbClr val="FF0000"/>
              </a:solidFill>
            </a:ln>
          </p:spPr>
          <p:txBody>
            <a:bodyPr wrap="square" lIns="0" tIns="0" rIns="0" bIns="0" rtlCol="0"/>
            <a:lstStyle/>
            <a:p/>
          </p:txBody>
        </p:sp>
        <p:sp>
          <p:nvSpPr>
            <p:cNvPr id="30" name="object 30"/>
            <p:cNvSpPr/>
            <p:nvPr/>
          </p:nvSpPr>
          <p:spPr>
            <a:xfrm>
              <a:off x="2957652" y="3627639"/>
              <a:ext cx="614680" cy="1534795"/>
            </a:xfrm>
            <a:custGeom>
              <a:avLst/>
              <a:gdLst/>
              <a:ahLst/>
              <a:cxnLst/>
              <a:rect l="l" t="t" r="r" b="b"/>
              <a:pathLst>
                <a:path w="614679" h="1534795">
                  <a:moveTo>
                    <a:pt x="0" y="1534300"/>
                  </a:moveTo>
                  <a:lnTo>
                    <a:pt x="614359" y="1534299"/>
                  </a:lnTo>
                </a:path>
                <a:path w="614679" h="1534795">
                  <a:moveTo>
                    <a:pt x="0" y="1534300"/>
                  </a:moveTo>
                  <a:lnTo>
                    <a:pt x="1" y="0"/>
                  </a:lnTo>
                </a:path>
              </a:pathLst>
            </a:custGeom>
            <a:ln w="6350">
              <a:solidFill>
                <a:srgbClr val="FF0000"/>
              </a:solidFill>
            </a:ln>
          </p:spPr>
          <p:txBody>
            <a:bodyPr wrap="square" lIns="0" tIns="0" rIns="0" bIns="0" rtlCol="0"/>
            <a:lstStyle/>
            <a:p/>
          </p:txBody>
        </p:sp>
        <p:sp>
          <p:nvSpPr>
            <p:cNvPr id="31" name="object 31"/>
            <p:cNvSpPr/>
            <p:nvPr/>
          </p:nvSpPr>
          <p:spPr>
            <a:xfrm>
              <a:off x="2670314" y="3627640"/>
              <a:ext cx="287655" cy="0"/>
            </a:xfrm>
            <a:custGeom>
              <a:avLst/>
              <a:gdLst/>
              <a:ahLst/>
              <a:cxnLst/>
              <a:rect l="l" t="t" r="r" b="b"/>
              <a:pathLst>
                <a:path w="287655">
                  <a:moveTo>
                    <a:pt x="0" y="0"/>
                  </a:moveTo>
                  <a:lnTo>
                    <a:pt x="287341" y="1"/>
                  </a:lnTo>
                </a:path>
              </a:pathLst>
            </a:custGeom>
            <a:ln w="6350">
              <a:solidFill>
                <a:srgbClr val="FF0000"/>
              </a:solidFill>
            </a:ln>
          </p:spPr>
          <p:txBody>
            <a:bodyPr wrap="square" lIns="0" tIns="0" rIns="0" bIns="0" rtlCol="0"/>
            <a:lstStyle/>
            <a:p/>
          </p:txBody>
        </p:sp>
        <p:sp>
          <p:nvSpPr>
            <p:cNvPr id="32" name="object 32"/>
            <p:cNvSpPr/>
            <p:nvPr/>
          </p:nvSpPr>
          <p:spPr>
            <a:xfrm>
              <a:off x="4134916" y="4865382"/>
              <a:ext cx="679450" cy="0"/>
            </a:xfrm>
            <a:custGeom>
              <a:avLst/>
              <a:gdLst/>
              <a:ahLst/>
              <a:cxnLst/>
              <a:rect l="l" t="t" r="r" b="b"/>
              <a:pathLst>
                <a:path w="679450">
                  <a:moveTo>
                    <a:pt x="0" y="0"/>
                  </a:moveTo>
                  <a:lnTo>
                    <a:pt x="679160" y="1"/>
                  </a:lnTo>
                </a:path>
              </a:pathLst>
            </a:custGeom>
            <a:ln w="6350">
              <a:solidFill>
                <a:srgbClr val="4472C4"/>
              </a:solidFill>
            </a:ln>
          </p:spPr>
          <p:txBody>
            <a:bodyPr wrap="square" lIns="0" tIns="0" rIns="0" bIns="0" rtlCol="0"/>
            <a:lstStyle/>
            <a:p/>
          </p:txBody>
        </p:sp>
        <p:sp>
          <p:nvSpPr>
            <p:cNvPr id="33" name="object 33"/>
            <p:cNvSpPr/>
            <p:nvPr/>
          </p:nvSpPr>
          <p:spPr>
            <a:xfrm>
              <a:off x="4150868" y="5424169"/>
              <a:ext cx="679450" cy="0"/>
            </a:xfrm>
            <a:custGeom>
              <a:avLst/>
              <a:gdLst/>
              <a:ahLst/>
              <a:cxnLst/>
              <a:rect l="l" t="t" r="r" b="b"/>
              <a:pathLst>
                <a:path w="679450">
                  <a:moveTo>
                    <a:pt x="0" y="0"/>
                  </a:moveTo>
                  <a:lnTo>
                    <a:pt x="679160" y="1"/>
                  </a:lnTo>
                </a:path>
              </a:pathLst>
            </a:custGeom>
            <a:ln w="6350">
              <a:solidFill>
                <a:srgbClr val="4472C4"/>
              </a:solidFill>
            </a:ln>
          </p:spPr>
          <p:txBody>
            <a:bodyPr wrap="square" lIns="0" tIns="0" rIns="0" bIns="0" rtlCol="0"/>
            <a:lstStyle/>
            <a:p/>
          </p:txBody>
        </p:sp>
      </p:grpSp>
      <p:sp>
        <p:nvSpPr>
          <p:cNvPr id="34" name="object 34"/>
          <p:cNvSpPr txBox="1"/>
          <p:nvPr/>
        </p:nvSpPr>
        <p:spPr>
          <a:xfrm>
            <a:off x="5723559" y="2937764"/>
            <a:ext cx="36830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panose="020B0604020202020204"/>
                <a:cs typeface="Arial" panose="020B0604020202020204"/>
              </a:rPr>
              <a:t>IP1</a:t>
            </a:r>
            <a:endParaRPr sz="1800">
              <a:latin typeface="Arial" panose="020B0604020202020204"/>
              <a:cs typeface="Arial" panose="020B0604020202020204"/>
            </a:endParaRPr>
          </a:p>
        </p:txBody>
      </p:sp>
      <p:sp>
        <p:nvSpPr>
          <p:cNvPr id="35" name="object 35"/>
          <p:cNvSpPr txBox="1"/>
          <p:nvPr/>
        </p:nvSpPr>
        <p:spPr>
          <a:xfrm>
            <a:off x="5750229" y="5010403"/>
            <a:ext cx="36830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panose="020B0604020202020204"/>
                <a:cs typeface="Arial" panose="020B0604020202020204"/>
              </a:rPr>
              <a:t>IP2</a:t>
            </a:r>
            <a:endParaRPr sz="1800">
              <a:latin typeface="Arial" panose="020B0604020202020204"/>
              <a:cs typeface="Arial" panose="020B0604020202020204"/>
            </a:endParaRPr>
          </a:p>
        </p:txBody>
      </p:sp>
      <p:sp>
        <p:nvSpPr>
          <p:cNvPr id="36" name="object 36"/>
          <p:cNvSpPr txBox="1"/>
          <p:nvPr/>
        </p:nvSpPr>
        <p:spPr>
          <a:xfrm>
            <a:off x="6797040" y="2435859"/>
            <a:ext cx="1244600" cy="269240"/>
          </a:xfrm>
          <a:prstGeom prst="rect">
            <a:avLst/>
          </a:prstGeom>
        </p:spPr>
        <p:txBody>
          <a:bodyPr vert="horz" wrap="square" lIns="0" tIns="12700" rIns="0" bIns="0" rtlCol="0">
            <a:spAutoFit/>
          </a:bodyPr>
          <a:lstStyle/>
          <a:p>
            <a:pPr marL="12700">
              <a:lnSpc>
                <a:spcPct val="100000"/>
              </a:lnSpc>
              <a:spcBef>
                <a:spcPts val="100"/>
              </a:spcBef>
            </a:pPr>
            <a:r>
              <a:rPr sz="1600" spc="-10" dirty="0">
                <a:solidFill>
                  <a:srgbClr val="009FE8"/>
                </a:solidFill>
                <a:latin typeface="微软雅黑" panose="020B0503020204020204" charset="-122"/>
                <a:cs typeface="微软雅黑" panose="020B0503020204020204" charset="-122"/>
              </a:rPr>
              <a:t>系统初始化：</a:t>
            </a:r>
            <a:endParaRPr sz="1600">
              <a:latin typeface="微软雅黑" panose="020B0503020204020204" charset="-122"/>
              <a:cs typeface="微软雅黑" panose="020B0503020204020204" charset="-122"/>
            </a:endParaRPr>
          </a:p>
        </p:txBody>
      </p:sp>
      <p:sp>
        <p:nvSpPr>
          <p:cNvPr id="37" name="object 37"/>
          <p:cNvSpPr txBox="1"/>
          <p:nvPr/>
        </p:nvSpPr>
        <p:spPr>
          <a:xfrm>
            <a:off x="6797040" y="2957067"/>
            <a:ext cx="1021715" cy="269240"/>
          </a:xfrm>
          <a:prstGeom prst="rect">
            <a:avLst/>
          </a:prstGeom>
        </p:spPr>
        <p:txBody>
          <a:bodyPr vert="horz" wrap="square" lIns="0" tIns="12700" rIns="0" bIns="0" rtlCol="0">
            <a:spAutoFit/>
          </a:bodyPr>
          <a:lstStyle/>
          <a:p>
            <a:pPr marL="12700">
              <a:lnSpc>
                <a:spcPct val="100000"/>
              </a:lnSpc>
              <a:spcBef>
                <a:spcPts val="100"/>
              </a:spcBef>
            </a:pPr>
            <a:r>
              <a:rPr sz="1600" spc="-10" dirty="0">
                <a:solidFill>
                  <a:srgbClr val="009FE8"/>
                </a:solidFill>
                <a:latin typeface="微软雅黑" panose="020B0503020204020204" charset="-122"/>
                <a:cs typeface="微软雅黑" panose="020B0503020204020204" charset="-122"/>
              </a:rPr>
              <a:t>RESET</a:t>
            </a:r>
            <a:r>
              <a:rPr sz="1600" spc="-25" dirty="0">
                <a:solidFill>
                  <a:srgbClr val="009FE8"/>
                </a:solidFill>
                <a:latin typeface="微软雅黑" panose="020B0503020204020204" charset="-122"/>
                <a:cs typeface="微软雅黑" panose="020B0503020204020204" charset="-122"/>
              </a:rPr>
              <a:t>状态</a:t>
            </a:r>
            <a:endParaRPr sz="1600">
              <a:latin typeface="微软雅黑" panose="020B0503020204020204" charset="-122"/>
              <a:cs typeface="微软雅黑" panose="020B0503020204020204" charset="-122"/>
            </a:endParaRPr>
          </a:p>
        </p:txBody>
      </p:sp>
      <p:sp>
        <p:nvSpPr>
          <p:cNvPr id="38" name="object 38"/>
          <p:cNvSpPr txBox="1"/>
          <p:nvPr/>
        </p:nvSpPr>
        <p:spPr>
          <a:xfrm>
            <a:off x="3702900" y="2992132"/>
            <a:ext cx="313055" cy="369570"/>
          </a:xfrm>
          <a:prstGeom prst="rect">
            <a:avLst/>
          </a:prstGeom>
          <a:solidFill>
            <a:srgbClr val="FFFFFF"/>
          </a:solidFill>
        </p:spPr>
        <p:txBody>
          <a:bodyPr vert="horz" wrap="square" lIns="0" tIns="46355" rIns="0" bIns="0" rtlCol="0">
            <a:spAutoFit/>
          </a:bodyPr>
          <a:lstStyle/>
          <a:p>
            <a:pPr marL="90805">
              <a:lnSpc>
                <a:spcPct val="100000"/>
              </a:lnSpc>
              <a:spcBef>
                <a:spcPts val="365"/>
              </a:spcBef>
            </a:pPr>
            <a:r>
              <a:rPr sz="1800" b="1" spc="-50" dirty="0">
                <a:solidFill>
                  <a:srgbClr val="4472C4"/>
                </a:solidFill>
                <a:latin typeface="Arial" panose="020B0604020202020204"/>
                <a:cs typeface="Arial" panose="020B0604020202020204"/>
              </a:rPr>
              <a:t>0</a:t>
            </a:r>
            <a:endParaRPr sz="1800">
              <a:latin typeface="Arial" panose="020B0604020202020204"/>
              <a:cs typeface="Arial" panose="020B0604020202020204"/>
            </a:endParaRPr>
          </a:p>
        </p:txBody>
      </p:sp>
      <p:sp>
        <p:nvSpPr>
          <p:cNvPr id="39" name="object 39"/>
          <p:cNvSpPr txBox="1"/>
          <p:nvPr/>
        </p:nvSpPr>
        <p:spPr>
          <a:xfrm>
            <a:off x="3705352" y="5003952"/>
            <a:ext cx="313055" cy="369570"/>
          </a:xfrm>
          <a:prstGeom prst="rect">
            <a:avLst/>
          </a:prstGeom>
          <a:solidFill>
            <a:srgbClr val="FFFFFF"/>
          </a:solidFill>
        </p:spPr>
        <p:txBody>
          <a:bodyPr vert="horz" wrap="square" lIns="0" tIns="46355" rIns="0" bIns="0" rtlCol="0">
            <a:spAutoFit/>
          </a:bodyPr>
          <a:lstStyle/>
          <a:p>
            <a:pPr marL="90805">
              <a:lnSpc>
                <a:spcPct val="100000"/>
              </a:lnSpc>
              <a:spcBef>
                <a:spcPts val="365"/>
              </a:spcBef>
            </a:pPr>
            <a:r>
              <a:rPr sz="1800" b="1" spc="-50" dirty="0">
                <a:solidFill>
                  <a:srgbClr val="4472C4"/>
                </a:solidFill>
                <a:latin typeface="Arial" panose="020B0604020202020204"/>
                <a:cs typeface="Arial" panose="020B0604020202020204"/>
              </a:rPr>
              <a:t>0</a:t>
            </a:r>
            <a:endParaRPr sz="1800">
              <a:latin typeface="Arial" panose="020B0604020202020204"/>
              <a:cs typeface="Arial" panose="020B0604020202020204"/>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30" dirty="0"/>
              <a:t>SIB</a:t>
            </a:r>
            <a:r>
              <a:rPr spc="-20" dirty="0"/>
              <a:t>的网络</a:t>
            </a:r>
            <a:endParaRPr spc="-20" dirty="0"/>
          </a:p>
        </p:txBody>
      </p:sp>
      <p:sp>
        <p:nvSpPr>
          <p:cNvPr id="3" name="object 3"/>
          <p:cNvSpPr txBox="1"/>
          <p:nvPr/>
        </p:nvSpPr>
        <p:spPr>
          <a:xfrm>
            <a:off x="963930" y="1578355"/>
            <a:ext cx="3415029" cy="391160"/>
          </a:xfrm>
          <a:prstGeom prst="rect">
            <a:avLst/>
          </a:prstGeom>
        </p:spPr>
        <p:txBody>
          <a:bodyPr vert="horz" wrap="square" lIns="0" tIns="12700" rIns="0" bIns="0" rtlCol="0">
            <a:spAutoFit/>
          </a:bodyPr>
          <a:lstStyle/>
          <a:p>
            <a:pPr marL="12700">
              <a:lnSpc>
                <a:spcPct val="100000"/>
              </a:lnSpc>
              <a:spcBef>
                <a:spcPts val="100"/>
              </a:spcBef>
              <a:tabLst>
                <a:tab pos="469265" algn="l"/>
              </a:tabLst>
            </a:pPr>
            <a:r>
              <a:rPr sz="2400" b="1" spc="-25" dirty="0">
                <a:solidFill>
                  <a:srgbClr val="009FE8"/>
                </a:solidFill>
                <a:latin typeface="微软雅黑" panose="020B0503020204020204" charset="-122"/>
                <a:cs typeface="微软雅黑" panose="020B0503020204020204" charset="-122"/>
              </a:rPr>
              <a:t>2.</a:t>
            </a:r>
            <a:r>
              <a:rPr sz="2400" b="1" dirty="0">
                <a:solidFill>
                  <a:srgbClr val="009FE8"/>
                </a:solidFill>
                <a:latin typeface="微软雅黑" panose="020B0503020204020204" charset="-122"/>
                <a:cs typeface="微软雅黑" panose="020B0503020204020204" charset="-122"/>
              </a:rPr>
              <a:t>	配置</a:t>
            </a:r>
            <a:r>
              <a:rPr sz="2400" b="1" spc="-20" dirty="0">
                <a:solidFill>
                  <a:srgbClr val="009FE8"/>
                </a:solidFill>
                <a:latin typeface="微软雅黑" panose="020B0503020204020204" charset="-122"/>
                <a:cs typeface="微软雅黑" panose="020B0503020204020204" charset="-122"/>
              </a:rPr>
              <a:t>SIB</a:t>
            </a:r>
            <a:r>
              <a:rPr sz="2400" b="1" spc="-10" dirty="0">
                <a:solidFill>
                  <a:srgbClr val="009FE8"/>
                </a:solidFill>
                <a:latin typeface="微软雅黑" panose="020B0503020204020204" charset="-122"/>
                <a:cs typeface="微软雅黑" panose="020B0503020204020204" charset="-122"/>
              </a:rPr>
              <a:t>的网络结构：</a:t>
            </a:r>
            <a:endParaRPr sz="2400">
              <a:latin typeface="微软雅黑" panose="020B0503020204020204" charset="-122"/>
              <a:cs typeface="微软雅黑" panose="020B0503020204020204" charset="-122"/>
            </a:endParaRPr>
          </a:p>
        </p:txBody>
      </p:sp>
      <p:sp>
        <p:nvSpPr>
          <p:cNvPr id="4" name="object 4"/>
          <p:cNvSpPr txBox="1"/>
          <p:nvPr/>
        </p:nvSpPr>
        <p:spPr>
          <a:xfrm>
            <a:off x="1185133" y="2841320"/>
            <a:ext cx="1485900" cy="802640"/>
          </a:xfrm>
          <a:prstGeom prst="rect">
            <a:avLst/>
          </a:prstGeom>
          <a:ln w="12700">
            <a:solidFill>
              <a:srgbClr val="2F528F"/>
            </a:solidFill>
          </a:ln>
        </p:spPr>
        <p:txBody>
          <a:bodyPr vert="horz" wrap="square" lIns="0" tIns="139700" rIns="0" bIns="0" rtlCol="0">
            <a:spAutoFit/>
          </a:bodyPr>
          <a:lstStyle/>
          <a:p>
            <a:pPr marL="3810" algn="ctr">
              <a:lnSpc>
                <a:spcPts val="2135"/>
              </a:lnSpc>
              <a:spcBef>
                <a:spcPts val="1100"/>
              </a:spcBef>
            </a:pPr>
            <a:r>
              <a:rPr sz="1800" spc="-25" dirty="0">
                <a:latin typeface="Arial" panose="020B0604020202020204"/>
                <a:cs typeface="Arial" panose="020B0604020202020204"/>
              </a:rPr>
              <a:t>TAP</a:t>
            </a:r>
            <a:endParaRPr sz="1800">
              <a:latin typeface="Arial" panose="020B0604020202020204"/>
              <a:cs typeface="Arial" panose="020B0604020202020204"/>
            </a:endParaRPr>
          </a:p>
          <a:p>
            <a:pPr algn="ctr">
              <a:lnSpc>
                <a:spcPts val="2135"/>
              </a:lnSpc>
            </a:pPr>
            <a:r>
              <a:rPr sz="1800" spc="-10" dirty="0">
                <a:latin typeface="Arial" panose="020B0604020202020204"/>
                <a:cs typeface="Arial" panose="020B0604020202020204"/>
              </a:rPr>
              <a:t>Controller</a:t>
            </a:r>
            <a:endParaRPr sz="1800">
              <a:latin typeface="Arial" panose="020B0604020202020204"/>
              <a:cs typeface="Arial" panose="020B0604020202020204"/>
            </a:endParaRPr>
          </a:p>
        </p:txBody>
      </p:sp>
      <p:grpSp>
        <p:nvGrpSpPr>
          <p:cNvPr id="5" name="object 5"/>
          <p:cNvGrpSpPr/>
          <p:nvPr/>
        </p:nvGrpSpPr>
        <p:grpSpPr>
          <a:xfrm>
            <a:off x="3563937" y="2449982"/>
            <a:ext cx="2834640" cy="3169285"/>
            <a:chOff x="3563937" y="2449982"/>
            <a:chExt cx="2834640" cy="3169285"/>
          </a:xfrm>
        </p:grpSpPr>
        <p:sp>
          <p:nvSpPr>
            <p:cNvPr id="6" name="object 6"/>
            <p:cNvSpPr/>
            <p:nvPr/>
          </p:nvSpPr>
          <p:spPr>
            <a:xfrm>
              <a:off x="3570287" y="4711090"/>
              <a:ext cx="578485" cy="901700"/>
            </a:xfrm>
            <a:custGeom>
              <a:avLst/>
              <a:gdLst/>
              <a:ahLst/>
              <a:cxnLst/>
              <a:rect l="l" t="t" r="r" b="b"/>
              <a:pathLst>
                <a:path w="578485" h="901700">
                  <a:moveTo>
                    <a:pt x="578142" y="0"/>
                  </a:moveTo>
                  <a:lnTo>
                    <a:pt x="0" y="0"/>
                  </a:lnTo>
                  <a:lnTo>
                    <a:pt x="0" y="901701"/>
                  </a:lnTo>
                  <a:lnTo>
                    <a:pt x="578142" y="901701"/>
                  </a:lnTo>
                  <a:lnTo>
                    <a:pt x="578142" y="0"/>
                  </a:lnTo>
                  <a:close/>
                </a:path>
              </a:pathLst>
            </a:custGeom>
            <a:solidFill>
              <a:srgbClr val="D9D9D9"/>
            </a:solidFill>
          </p:spPr>
          <p:txBody>
            <a:bodyPr wrap="square" lIns="0" tIns="0" rIns="0" bIns="0" rtlCol="0"/>
            <a:lstStyle/>
            <a:p/>
          </p:txBody>
        </p:sp>
        <p:sp>
          <p:nvSpPr>
            <p:cNvPr id="7" name="object 7"/>
            <p:cNvSpPr/>
            <p:nvPr/>
          </p:nvSpPr>
          <p:spPr>
            <a:xfrm>
              <a:off x="3570287" y="4711090"/>
              <a:ext cx="578485" cy="901700"/>
            </a:xfrm>
            <a:custGeom>
              <a:avLst/>
              <a:gdLst/>
              <a:ahLst/>
              <a:cxnLst/>
              <a:rect l="l" t="t" r="r" b="b"/>
              <a:pathLst>
                <a:path w="578485" h="901700">
                  <a:moveTo>
                    <a:pt x="0" y="0"/>
                  </a:moveTo>
                  <a:lnTo>
                    <a:pt x="578140" y="0"/>
                  </a:lnTo>
                  <a:lnTo>
                    <a:pt x="578140" y="901700"/>
                  </a:lnTo>
                  <a:lnTo>
                    <a:pt x="0" y="901700"/>
                  </a:lnTo>
                  <a:lnTo>
                    <a:pt x="0" y="0"/>
                  </a:lnTo>
                  <a:close/>
                </a:path>
              </a:pathLst>
            </a:custGeom>
            <a:ln w="12700">
              <a:solidFill>
                <a:srgbClr val="2F528F"/>
              </a:solidFill>
            </a:ln>
          </p:spPr>
          <p:txBody>
            <a:bodyPr wrap="square" lIns="0" tIns="0" rIns="0" bIns="0" rtlCol="0"/>
            <a:lstStyle/>
            <a:p/>
          </p:txBody>
        </p:sp>
        <p:sp>
          <p:nvSpPr>
            <p:cNvPr id="8" name="object 8"/>
            <p:cNvSpPr/>
            <p:nvPr/>
          </p:nvSpPr>
          <p:spPr>
            <a:xfrm>
              <a:off x="3572738" y="2725940"/>
              <a:ext cx="578485" cy="901700"/>
            </a:xfrm>
            <a:custGeom>
              <a:avLst/>
              <a:gdLst/>
              <a:ahLst/>
              <a:cxnLst/>
              <a:rect l="l" t="t" r="r" b="b"/>
              <a:pathLst>
                <a:path w="578485" h="901700">
                  <a:moveTo>
                    <a:pt x="578129" y="0"/>
                  </a:moveTo>
                  <a:lnTo>
                    <a:pt x="0" y="0"/>
                  </a:lnTo>
                  <a:lnTo>
                    <a:pt x="0" y="901699"/>
                  </a:lnTo>
                  <a:lnTo>
                    <a:pt x="578129" y="901699"/>
                  </a:lnTo>
                  <a:lnTo>
                    <a:pt x="578129" y="0"/>
                  </a:lnTo>
                  <a:close/>
                </a:path>
              </a:pathLst>
            </a:custGeom>
            <a:solidFill>
              <a:srgbClr val="D9D9D9"/>
            </a:solidFill>
          </p:spPr>
          <p:txBody>
            <a:bodyPr wrap="square" lIns="0" tIns="0" rIns="0" bIns="0" rtlCol="0"/>
            <a:lstStyle/>
            <a:p/>
          </p:txBody>
        </p:sp>
        <p:sp>
          <p:nvSpPr>
            <p:cNvPr id="9" name="object 9"/>
            <p:cNvSpPr/>
            <p:nvPr/>
          </p:nvSpPr>
          <p:spPr>
            <a:xfrm>
              <a:off x="3572738" y="2725940"/>
              <a:ext cx="578485" cy="901700"/>
            </a:xfrm>
            <a:custGeom>
              <a:avLst/>
              <a:gdLst/>
              <a:ahLst/>
              <a:cxnLst/>
              <a:rect l="l" t="t" r="r" b="b"/>
              <a:pathLst>
                <a:path w="578485" h="901700">
                  <a:moveTo>
                    <a:pt x="0" y="0"/>
                  </a:moveTo>
                  <a:lnTo>
                    <a:pt x="578140" y="0"/>
                  </a:lnTo>
                  <a:lnTo>
                    <a:pt x="578140" y="901700"/>
                  </a:lnTo>
                  <a:lnTo>
                    <a:pt x="0" y="901700"/>
                  </a:lnTo>
                  <a:lnTo>
                    <a:pt x="0" y="0"/>
                  </a:lnTo>
                  <a:close/>
                </a:path>
              </a:pathLst>
            </a:custGeom>
            <a:ln w="12700">
              <a:solidFill>
                <a:srgbClr val="2F528F"/>
              </a:solidFill>
            </a:ln>
          </p:spPr>
          <p:txBody>
            <a:bodyPr wrap="square" lIns="0" tIns="0" rIns="0" bIns="0" rtlCol="0"/>
            <a:lstStyle/>
            <a:p/>
          </p:txBody>
        </p:sp>
        <p:sp>
          <p:nvSpPr>
            <p:cNvPr id="10" name="object 10"/>
            <p:cNvSpPr/>
            <p:nvPr/>
          </p:nvSpPr>
          <p:spPr>
            <a:xfrm>
              <a:off x="4646294" y="2456332"/>
              <a:ext cx="1746250" cy="1441450"/>
            </a:xfrm>
            <a:custGeom>
              <a:avLst/>
              <a:gdLst/>
              <a:ahLst/>
              <a:cxnLst/>
              <a:rect l="l" t="t" r="r" b="b"/>
              <a:pathLst>
                <a:path w="1746250" h="1441450">
                  <a:moveTo>
                    <a:pt x="1745830" y="0"/>
                  </a:moveTo>
                  <a:lnTo>
                    <a:pt x="0" y="0"/>
                  </a:lnTo>
                  <a:lnTo>
                    <a:pt x="0" y="1440929"/>
                  </a:lnTo>
                  <a:lnTo>
                    <a:pt x="1745830" y="1440929"/>
                  </a:lnTo>
                  <a:lnTo>
                    <a:pt x="1745830" y="0"/>
                  </a:lnTo>
                  <a:close/>
                </a:path>
              </a:pathLst>
            </a:custGeom>
            <a:solidFill>
              <a:srgbClr val="D9D9D9"/>
            </a:solidFill>
          </p:spPr>
          <p:txBody>
            <a:bodyPr wrap="square" lIns="0" tIns="0" rIns="0" bIns="0" rtlCol="0"/>
            <a:lstStyle/>
            <a:p/>
          </p:txBody>
        </p:sp>
        <p:sp>
          <p:nvSpPr>
            <p:cNvPr id="11" name="object 11"/>
            <p:cNvSpPr/>
            <p:nvPr/>
          </p:nvSpPr>
          <p:spPr>
            <a:xfrm>
              <a:off x="4646294" y="2456332"/>
              <a:ext cx="1746250" cy="1441450"/>
            </a:xfrm>
            <a:custGeom>
              <a:avLst/>
              <a:gdLst/>
              <a:ahLst/>
              <a:cxnLst/>
              <a:rect l="l" t="t" r="r" b="b"/>
              <a:pathLst>
                <a:path w="1746250" h="1441450">
                  <a:moveTo>
                    <a:pt x="0" y="0"/>
                  </a:moveTo>
                  <a:lnTo>
                    <a:pt x="1745840" y="0"/>
                  </a:lnTo>
                  <a:lnTo>
                    <a:pt x="1745840" y="1440930"/>
                  </a:lnTo>
                  <a:lnTo>
                    <a:pt x="0" y="1440930"/>
                  </a:lnTo>
                  <a:lnTo>
                    <a:pt x="0" y="0"/>
                  </a:lnTo>
                  <a:close/>
                </a:path>
              </a:pathLst>
            </a:custGeom>
            <a:ln w="12700">
              <a:solidFill>
                <a:srgbClr val="2F528F"/>
              </a:solidFill>
            </a:ln>
          </p:spPr>
          <p:txBody>
            <a:bodyPr wrap="square" lIns="0" tIns="0" rIns="0" bIns="0" rtlCol="0"/>
            <a:lstStyle/>
            <a:p/>
          </p:txBody>
        </p:sp>
        <p:sp>
          <p:nvSpPr>
            <p:cNvPr id="12" name="object 12"/>
            <p:cNvSpPr/>
            <p:nvPr/>
          </p:nvSpPr>
          <p:spPr>
            <a:xfrm>
              <a:off x="4804638" y="2725940"/>
              <a:ext cx="578485" cy="901700"/>
            </a:xfrm>
            <a:custGeom>
              <a:avLst/>
              <a:gdLst/>
              <a:ahLst/>
              <a:cxnLst/>
              <a:rect l="l" t="t" r="r" b="b"/>
              <a:pathLst>
                <a:path w="578485" h="901700">
                  <a:moveTo>
                    <a:pt x="0" y="0"/>
                  </a:moveTo>
                  <a:lnTo>
                    <a:pt x="578140" y="0"/>
                  </a:lnTo>
                  <a:lnTo>
                    <a:pt x="578140" y="901700"/>
                  </a:lnTo>
                  <a:lnTo>
                    <a:pt x="0" y="901700"/>
                  </a:lnTo>
                  <a:lnTo>
                    <a:pt x="0" y="0"/>
                  </a:lnTo>
                  <a:close/>
                </a:path>
              </a:pathLst>
            </a:custGeom>
            <a:ln w="12700">
              <a:solidFill>
                <a:srgbClr val="2F528F"/>
              </a:solidFill>
            </a:ln>
          </p:spPr>
          <p:txBody>
            <a:bodyPr wrap="square" lIns="0" tIns="0" rIns="0" bIns="0" rtlCol="0"/>
            <a:lstStyle/>
            <a:p/>
          </p:txBody>
        </p:sp>
      </p:grpSp>
      <p:sp>
        <p:nvSpPr>
          <p:cNvPr id="13" name="object 13"/>
          <p:cNvSpPr txBox="1"/>
          <p:nvPr/>
        </p:nvSpPr>
        <p:spPr>
          <a:xfrm>
            <a:off x="3601249" y="5772403"/>
            <a:ext cx="520700"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Arial" panose="020B0604020202020204"/>
                <a:cs typeface="Arial" panose="020B0604020202020204"/>
              </a:rPr>
              <a:t>SIB2</a:t>
            </a:r>
            <a:endParaRPr sz="1800">
              <a:latin typeface="Arial" panose="020B0604020202020204"/>
              <a:cs typeface="Arial" panose="020B0604020202020204"/>
            </a:endParaRPr>
          </a:p>
        </p:txBody>
      </p:sp>
      <p:sp>
        <p:nvSpPr>
          <p:cNvPr id="14" name="object 14"/>
          <p:cNvSpPr txBox="1"/>
          <p:nvPr/>
        </p:nvSpPr>
        <p:spPr>
          <a:xfrm>
            <a:off x="3572243" y="2315971"/>
            <a:ext cx="520700"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Arial" panose="020B0604020202020204"/>
                <a:cs typeface="Arial" panose="020B0604020202020204"/>
              </a:rPr>
              <a:t>SIB1</a:t>
            </a:r>
            <a:endParaRPr sz="1800">
              <a:latin typeface="Arial" panose="020B0604020202020204"/>
              <a:cs typeface="Arial" panose="020B0604020202020204"/>
            </a:endParaRPr>
          </a:p>
        </p:txBody>
      </p:sp>
      <p:sp>
        <p:nvSpPr>
          <p:cNvPr id="15" name="object 15"/>
          <p:cNvSpPr txBox="1"/>
          <p:nvPr/>
        </p:nvSpPr>
        <p:spPr>
          <a:xfrm>
            <a:off x="4804143" y="2428747"/>
            <a:ext cx="622300"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Arial" panose="020B0604020202020204"/>
                <a:cs typeface="Arial" panose="020B0604020202020204"/>
              </a:rPr>
              <a:t>TDR1</a:t>
            </a:r>
            <a:endParaRPr sz="1800">
              <a:latin typeface="Arial" panose="020B0604020202020204"/>
              <a:cs typeface="Arial" panose="020B0604020202020204"/>
            </a:endParaRPr>
          </a:p>
        </p:txBody>
      </p:sp>
      <p:grpSp>
        <p:nvGrpSpPr>
          <p:cNvPr id="16" name="object 16"/>
          <p:cNvGrpSpPr/>
          <p:nvPr/>
        </p:nvGrpSpPr>
        <p:grpSpPr>
          <a:xfrm>
            <a:off x="4655896" y="2696588"/>
            <a:ext cx="1758950" cy="3153410"/>
            <a:chOff x="4655896" y="2696588"/>
            <a:chExt cx="1758950" cy="3153410"/>
          </a:xfrm>
        </p:grpSpPr>
        <p:sp>
          <p:nvSpPr>
            <p:cNvPr id="17" name="object 17"/>
            <p:cNvSpPr/>
            <p:nvPr/>
          </p:nvSpPr>
          <p:spPr>
            <a:xfrm>
              <a:off x="5658069" y="2702935"/>
              <a:ext cx="495300" cy="955040"/>
            </a:xfrm>
            <a:custGeom>
              <a:avLst/>
              <a:gdLst/>
              <a:ahLst/>
              <a:cxnLst/>
              <a:rect l="l" t="t" r="r" b="b"/>
              <a:pathLst>
                <a:path w="495300" h="955039">
                  <a:moveTo>
                    <a:pt x="305405" y="0"/>
                  </a:moveTo>
                  <a:lnTo>
                    <a:pt x="286381" y="6552"/>
                  </a:lnTo>
                  <a:lnTo>
                    <a:pt x="269681" y="31344"/>
                  </a:lnTo>
                  <a:lnTo>
                    <a:pt x="257463" y="72484"/>
                  </a:lnTo>
                  <a:lnTo>
                    <a:pt x="254203" y="64644"/>
                  </a:lnTo>
                  <a:lnTo>
                    <a:pt x="250740" y="57452"/>
                  </a:lnTo>
                  <a:lnTo>
                    <a:pt x="247088" y="50933"/>
                  </a:lnTo>
                  <a:lnTo>
                    <a:pt x="243264" y="45115"/>
                  </a:lnTo>
                  <a:lnTo>
                    <a:pt x="219986" y="26942"/>
                  </a:lnTo>
                  <a:lnTo>
                    <a:pt x="196671" y="33388"/>
                  </a:lnTo>
                  <a:lnTo>
                    <a:pt x="175981" y="62315"/>
                  </a:lnTo>
                  <a:lnTo>
                    <a:pt x="160575" y="111587"/>
                  </a:lnTo>
                  <a:lnTo>
                    <a:pt x="148936" y="96977"/>
                  </a:lnTo>
                  <a:lnTo>
                    <a:pt x="136619" y="87682"/>
                  </a:lnTo>
                  <a:lnTo>
                    <a:pt x="123888" y="83841"/>
                  </a:lnTo>
                  <a:lnTo>
                    <a:pt x="111006" y="85590"/>
                  </a:lnTo>
                  <a:lnTo>
                    <a:pt x="67706" y="140567"/>
                  </a:lnTo>
                  <a:lnTo>
                    <a:pt x="53357" y="190039"/>
                  </a:lnTo>
                  <a:lnTo>
                    <a:pt x="45329" y="249147"/>
                  </a:lnTo>
                  <a:lnTo>
                    <a:pt x="44712" y="314126"/>
                  </a:lnTo>
                  <a:lnTo>
                    <a:pt x="44306" y="317098"/>
                  </a:lnTo>
                  <a:lnTo>
                    <a:pt x="13506" y="356701"/>
                  </a:lnTo>
                  <a:lnTo>
                    <a:pt x="0" y="430706"/>
                  </a:lnTo>
                  <a:lnTo>
                    <a:pt x="1210" y="480955"/>
                  </a:lnTo>
                  <a:lnTo>
                    <a:pt x="9481" y="526339"/>
                  </a:lnTo>
                  <a:lnTo>
                    <a:pt x="24240" y="561078"/>
                  </a:lnTo>
                  <a:lnTo>
                    <a:pt x="17700" y="583900"/>
                  </a:lnTo>
                  <a:lnTo>
                    <a:pt x="13247" y="609574"/>
                  </a:lnTo>
                  <a:lnTo>
                    <a:pt x="11001" y="637146"/>
                  </a:lnTo>
                  <a:lnTo>
                    <a:pt x="11083" y="665662"/>
                  </a:lnTo>
                  <a:lnTo>
                    <a:pt x="17256" y="715009"/>
                  </a:lnTo>
                  <a:lnTo>
                    <a:pt x="29747" y="753018"/>
                  </a:lnTo>
                  <a:lnTo>
                    <a:pt x="46775" y="776003"/>
                  </a:lnTo>
                  <a:lnTo>
                    <a:pt x="66556" y="780280"/>
                  </a:lnTo>
                  <a:lnTo>
                    <a:pt x="66861" y="781677"/>
                  </a:lnTo>
                  <a:lnTo>
                    <a:pt x="85777" y="841450"/>
                  </a:lnTo>
                  <a:lnTo>
                    <a:pt x="109064" y="879213"/>
                  </a:lnTo>
                  <a:lnTo>
                    <a:pt x="135358" y="896450"/>
                  </a:lnTo>
                  <a:lnTo>
                    <a:pt x="162656" y="891850"/>
                  </a:lnTo>
                  <a:lnTo>
                    <a:pt x="188959" y="864100"/>
                  </a:lnTo>
                  <a:lnTo>
                    <a:pt x="197299" y="891469"/>
                  </a:lnTo>
                  <a:lnTo>
                    <a:pt x="207225" y="914517"/>
                  </a:lnTo>
                  <a:lnTo>
                    <a:pt x="218498" y="932782"/>
                  </a:lnTo>
                  <a:lnTo>
                    <a:pt x="230882" y="945799"/>
                  </a:lnTo>
                  <a:lnTo>
                    <a:pt x="255444" y="954516"/>
                  </a:lnTo>
                  <a:lnTo>
                    <a:pt x="278968" y="943052"/>
                  </a:lnTo>
                  <a:lnTo>
                    <a:pt x="299862" y="913644"/>
                  </a:lnTo>
                  <a:lnTo>
                    <a:pt x="316537" y="868530"/>
                  </a:lnTo>
                  <a:lnTo>
                    <a:pt x="327402" y="809947"/>
                  </a:lnTo>
                  <a:lnTo>
                    <a:pt x="335468" y="821200"/>
                  </a:lnTo>
                  <a:lnTo>
                    <a:pt x="344004" y="829407"/>
                  </a:lnTo>
                  <a:lnTo>
                    <a:pt x="352887" y="834475"/>
                  </a:lnTo>
                  <a:lnTo>
                    <a:pt x="361997" y="836312"/>
                  </a:lnTo>
                  <a:lnTo>
                    <a:pt x="387853" y="823200"/>
                  </a:lnTo>
                  <a:lnTo>
                    <a:pt x="409048" y="786398"/>
                  </a:lnTo>
                  <a:lnTo>
                    <a:pt x="423431" y="731456"/>
                  </a:lnTo>
                  <a:lnTo>
                    <a:pt x="428849" y="663923"/>
                  </a:lnTo>
                  <a:lnTo>
                    <a:pt x="438613" y="658561"/>
                  </a:lnTo>
                  <a:lnTo>
                    <a:pt x="465171" y="623816"/>
                  </a:lnTo>
                  <a:lnTo>
                    <a:pt x="479858" y="585065"/>
                  </a:lnTo>
                  <a:lnTo>
                    <a:pt x="489805" y="539143"/>
                  </a:lnTo>
                  <a:lnTo>
                    <a:pt x="494875" y="488774"/>
                  </a:lnTo>
                  <a:lnTo>
                    <a:pt x="494932" y="436679"/>
                  </a:lnTo>
                  <a:lnTo>
                    <a:pt x="489838" y="385582"/>
                  </a:lnTo>
                  <a:lnTo>
                    <a:pt x="479459" y="338206"/>
                  </a:lnTo>
                  <a:lnTo>
                    <a:pt x="480576" y="331348"/>
                  </a:lnTo>
                  <a:lnTo>
                    <a:pt x="482266" y="317098"/>
                  </a:lnTo>
                  <a:lnTo>
                    <a:pt x="483879" y="253434"/>
                  </a:lnTo>
                  <a:lnTo>
                    <a:pt x="476341" y="195107"/>
                  </a:lnTo>
                  <a:lnTo>
                    <a:pt x="461031" y="148465"/>
                  </a:lnTo>
                  <a:lnTo>
                    <a:pt x="439327" y="119855"/>
                  </a:lnTo>
                  <a:lnTo>
                    <a:pt x="436813" y="95556"/>
                  </a:lnTo>
                  <a:lnTo>
                    <a:pt x="427309" y="52412"/>
                  </a:lnTo>
                  <a:lnTo>
                    <a:pt x="401168" y="6599"/>
                  </a:lnTo>
                  <a:lnTo>
                    <a:pt x="379950" y="473"/>
                  </a:lnTo>
                  <a:lnTo>
                    <a:pt x="359400" y="15614"/>
                  </a:lnTo>
                  <a:lnTo>
                    <a:pt x="342045" y="51478"/>
                  </a:lnTo>
                  <a:lnTo>
                    <a:pt x="338325" y="40082"/>
                  </a:lnTo>
                  <a:lnTo>
                    <a:pt x="334149" y="29905"/>
                  </a:lnTo>
                  <a:lnTo>
                    <a:pt x="329558" y="21040"/>
                  </a:lnTo>
                  <a:lnTo>
                    <a:pt x="324595" y="13581"/>
                  </a:lnTo>
                  <a:lnTo>
                    <a:pt x="305405" y="0"/>
                  </a:lnTo>
                  <a:close/>
                </a:path>
              </a:pathLst>
            </a:custGeom>
            <a:solidFill>
              <a:srgbClr val="FFFFFF"/>
            </a:solidFill>
          </p:spPr>
          <p:txBody>
            <a:bodyPr wrap="square" lIns="0" tIns="0" rIns="0" bIns="0" rtlCol="0"/>
            <a:lstStyle/>
            <a:p/>
          </p:txBody>
        </p:sp>
        <p:sp>
          <p:nvSpPr>
            <p:cNvPr id="18" name="object 18"/>
            <p:cNvSpPr/>
            <p:nvPr/>
          </p:nvSpPr>
          <p:spPr>
            <a:xfrm>
              <a:off x="5658076" y="2702938"/>
              <a:ext cx="495300" cy="955040"/>
            </a:xfrm>
            <a:custGeom>
              <a:avLst/>
              <a:gdLst/>
              <a:ahLst/>
              <a:cxnLst/>
              <a:rect l="l" t="t" r="r" b="b"/>
              <a:pathLst>
                <a:path w="495300" h="955039">
                  <a:moveTo>
                    <a:pt x="44716" y="314128"/>
                  </a:moveTo>
                  <a:lnTo>
                    <a:pt x="45328" y="249146"/>
                  </a:lnTo>
                  <a:lnTo>
                    <a:pt x="53355" y="190037"/>
                  </a:lnTo>
                  <a:lnTo>
                    <a:pt x="67703" y="140564"/>
                  </a:lnTo>
                  <a:lnTo>
                    <a:pt x="87281" y="104493"/>
                  </a:lnTo>
                  <a:lnTo>
                    <a:pt x="123886" y="83837"/>
                  </a:lnTo>
                  <a:lnTo>
                    <a:pt x="136619" y="87678"/>
                  </a:lnTo>
                  <a:lnTo>
                    <a:pt x="148935" y="96974"/>
                  </a:lnTo>
                  <a:lnTo>
                    <a:pt x="160574" y="111587"/>
                  </a:lnTo>
                  <a:lnTo>
                    <a:pt x="175982" y="62317"/>
                  </a:lnTo>
                  <a:lnTo>
                    <a:pt x="196672" y="33390"/>
                  </a:lnTo>
                  <a:lnTo>
                    <a:pt x="219983" y="26944"/>
                  </a:lnTo>
                  <a:lnTo>
                    <a:pt x="243256" y="45117"/>
                  </a:lnTo>
                  <a:lnTo>
                    <a:pt x="247085" y="50932"/>
                  </a:lnTo>
                  <a:lnTo>
                    <a:pt x="250738" y="57449"/>
                  </a:lnTo>
                  <a:lnTo>
                    <a:pt x="254203" y="64643"/>
                  </a:lnTo>
                  <a:lnTo>
                    <a:pt x="257465" y="72485"/>
                  </a:lnTo>
                  <a:lnTo>
                    <a:pt x="269680" y="31345"/>
                  </a:lnTo>
                  <a:lnTo>
                    <a:pt x="286379" y="6551"/>
                  </a:lnTo>
                  <a:lnTo>
                    <a:pt x="305401" y="0"/>
                  </a:lnTo>
                  <a:lnTo>
                    <a:pt x="324588" y="13584"/>
                  </a:lnTo>
                  <a:lnTo>
                    <a:pt x="329552" y="21039"/>
                  </a:lnTo>
                  <a:lnTo>
                    <a:pt x="334144" y="29901"/>
                  </a:lnTo>
                  <a:lnTo>
                    <a:pt x="338322" y="40076"/>
                  </a:lnTo>
                  <a:lnTo>
                    <a:pt x="342044" y="51470"/>
                  </a:lnTo>
                  <a:lnTo>
                    <a:pt x="359398" y="15611"/>
                  </a:lnTo>
                  <a:lnTo>
                    <a:pt x="379947" y="473"/>
                  </a:lnTo>
                  <a:lnTo>
                    <a:pt x="401167" y="6599"/>
                  </a:lnTo>
                  <a:lnTo>
                    <a:pt x="420531" y="34535"/>
                  </a:lnTo>
                  <a:lnTo>
                    <a:pt x="427306" y="52410"/>
                  </a:lnTo>
                  <a:lnTo>
                    <a:pt x="432768" y="72910"/>
                  </a:lnTo>
                  <a:lnTo>
                    <a:pt x="436811" y="95551"/>
                  </a:lnTo>
                  <a:lnTo>
                    <a:pt x="439328" y="119848"/>
                  </a:lnTo>
                  <a:lnTo>
                    <a:pt x="461030" y="148463"/>
                  </a:lnTo>
                  <a:lnTo>
                    <a:pt x="476341" y="195106"/>
                  </a:lnTo>
                  <a:lnTo>
                    <a:pt x="483878" y="253431"/>
                  </a:lnTo>
                  <a:lnTo>
                    <a:pt x="482261" y="317094"/>
                  </a:lnTo>
                  <a:lnTo>
                    <a:pt x="481515" y="324293"/>
                  </a:lnTo>
                  <a:lnTo>
                    <a:pt x="480579" y="331346"/>
                  </a:lnTo>
                  <a:lnTo>
                    <a:pt x="479460" y="338202"/>
                  </a:lnTo>
                  <a:lnTo>
                    <a:pt x="489838" y="385578"/>
                  </a:lnTo>
                  <a:lnTo>
                    <a:pt x="494931" y="436675"/>
                  </a:lnTo>
                  <a:lnTo>
                    <a:pt x="494875" y="488770"/>
                  </a:lnTo>
                  <a:lnTo>
                    <a:pt x="489805" y="539140"/>
                  </a:lnTo>
                  <a:lnTo>
                    <a:pt x="479859" y="585063"/>
                  </a:lnTo>
                  <a:lnTo>
                    <a:pt x="465172" y="623817"/>
                  </a:lnTo>
                  <a:lnTo>
                    <a:pt x="438615" y="658559"/>
                  </a:lnTo>
                  <a:lnTo>
                    <a:pt x="428852" y="663915"/>
                  </a:lnTo>
                  <a:lnTo>
                    <a:pt x="423433" y="731454"/>
                  </a:lnTo>
                  <a:lnTo>
                    <a:pt x="409050" y="786398"/>
                  </a:lnTo>
                  <a:lnTo>
                    <a:pt x="387855" y="823201"/>
                  </a:lnTo>
                  <a:lnTo>
                    <a:pt x="361996" y="836315"/>
                  </a:lnTo>
                  <a:lnTo>
                    <a:pt x="352888" y="834476"/>
                  </a:lnTo>
                  <a:lnTo>
                    <a:pt x="344004" y="829405"/>
                  </a:lnTo>
                  <a:lnTo>
                    <a:pt x="335468" y="821199"/>
                  </a:lnTo>
                  <a:lnTo>
                    <a:pt x="327404" y="809950"/>
                  </a:lnTo>
                  <a:lnTo>
                    <a:pt x="316536" y="868529"/>
                  </a:lnTo>
                  <a:lnTo>
                    <a:pt x="299860" y="913641"/>
                  </a:lnTo>
                  <a:lnTo>
                    <a:pt x="278965" y="943048"/>
                  </a:lnTo>
                  <a:lnTo>
                    <a:pt x="255441" y="954514"/>
                  </a:lnTo>
                  <a:lnTo>
                    <a:pt x="230878" y="945801"/>
                  </a:lnTo>
                  <a:lnTo>
                    <a:pt x="218493" y="932782"/>
                  </a:lnTo>
                  <a:lnTo>
                    <a:pt x="207220" y="914518"/>
                  </a:lnTo>
                  <a:lnTo>
                    <a:pt x="197294" y="891469"/>
                  </a:lnTo>
                  <a:lnTo>
                    <a:pt x="188954" y="864096"/>
                  </a:lnTo>
                  <a:lnTo>
                    <a:pt x="162651" y="891849"/>
                  </a:lnTo>
                  <a:lnTo>
                    <a:pt x="109060" y="879214"/>
                  </a:lnTo>
                  <a:lnTo>
                    <a:pt x="85773" y="841449"/>
                  </a:lnTo>
                  <a:lnTo>
                    <a:pt x="67492" y="784469"/>
                  </a:lnTo>
                  <a:lnTo>
                    <a:pt x="66556" y="780274"/>
                  </a:lnTo>
                  <a:lnTo>
                    <a:pt x="46773" y="776002"/>
                  </a:lnTo>
                  <a:lnTo>
                    <a:pt x="29743" y="753019"/>
                  </a:lnTo>
                  <a:lnTo>
                    <a:pt x="17251" y="715011"/>
                  </a:lnTo>
                  <a:lnTo>
                    <a:pt x="11081" y="665664"/>
                  </a:lnTo>
                  <a:lnTo>
                    <a:pt x="10999" y="637148"/>
                  </a:lnTo>
                  <a:lnTo>
                    <a:pt x="13243" y="609575"/>
                  </a:lnTo>
                  <a:lnTo>
                    <a:pt x="17695" y="583900"/>
                  </a:lnTo>
                  <a:lnTo>
                    <a:pt x="24233" y="561080"/>
                  </a:lnTo>
                  <a:lnTo>
                    <a:pt x="9479" y="526339"/>
                  </a:lnTo>
                  <a:lnTo>
                    <a:pt x="1210" y="480954"/>
                  </a:lnTo>
                  <a:lnTo>
                    <a:pt x="0" y="430705"/>
                  </a:lnTo>
                  <a:lnTo>
                    <a:pt x="6420" y="381375"/>
                  </a:lnTo>
                  <a:lnTo>
                    <a:pt x="13502" y="356701"/>
                  </a:lnTo>
                  <a:lnTo>
                    <a:pt x="22447" y="337306"/>
                  </a:lnTo>
                  <a:lnTo>
                    <a:pt x="32847" y="323876"/>
                  </a:lnTo>
                  <a:lnTo>
                    <a:pt x="44299" y="317100"/>
                  </a:lnTo>
                  <a:lnTo>
                    <a:pt x="44716" y="314128"/>
                  </a:lnTo>
                  <a:close/>
                </a:path>
                <a:path w="495300" h="955039">
                  <a:moveTo>
                    <a:pt x="53808" y="574971"/>
                  </a:moveTo>
                  <a:lnTo>
                    <a:pt x="46227" y="575003"/>
                  </a:lnTo>
                  <a:lnTo>
                    <a:pt x="38775" y="572027"/>
                  </a:lnTo>
                  <a:lnTo>
                    <a:pt x="31578" y="566122"/>
                  </a:lnTo>
                  <a:lnTo>
                    <a:pt x="24765" y="557363"/>
                  </a:lnTo>
                </a:path>
                <a:path w="495300" h="955039">
                  <a:moveTo>
                    <a:pt x="79433" y="767659"/>
                  </a:moveTo>
                  <a:lnTo>
                    <a:pt x="75357" y="771915"/>
                  </a:lnTo>
                  <a:lnTo>
                    <a:pt x="71084" y="774748"/>
                  </a:lnTo>
                  <a:lnTo>
                    <a:pt x="66726" y="776086"/>
                  </a:lnTo>
                </a:path>
                <a:path w="495300" h="955039">
                  <a:moveTo>
                    <a:pt x="188926" y="860248"/>
                  </a:moveTo>
                  <a:lnTo>
                    <a:pt x="186721" y="851052"/>
                  </a:lnTo>
                  <a:lnTo>
                    <a:pt x="184707" y="841566"/>
                  </a:lnTo>
                  <a:lnTo>
                    <a:pt x="182889" y="831811"/>
                  </a:lnTo>
                  <a:lnTo>
                    <a:pt x="181270" y="821807"/>
                  </a:lnTo>
                </a:path>
                <a:path w="495300" h="955039">
                  <a:moveTo>
                    <a:pt x="330511" y="764390"/>
                  </a:moveTo>
                  <a:lnTo>
                    <a:pt x="330066" y="775084"/>
                  </a:lnTo>
                  <a:lnTo>
                    <a:pt x="329406" y="785693"/>
                  </a:lnTo>
                  <a:lnTo>
                    <a:pt x="328535" y="796196"/>
                  </a:lnTo>
                  <a:lnTo>
                    <a:pt x="327453" y="806570"/>
                  </a:lnTo>
                </a:path>
                <a:path w="495300" h="955039">
                  <a:moveTo>
                    <a:pt x="391299" y="503767"/>
                  </a:moveTo>
                  <a:lnTo>
                    <a:pt x="406848" y="531355"/>
                  </a:lnTo>
                  <a:lnTo>
                    <a:pt x="418634" y="568471"/>
                  </a:lnTo>
                  <a:lnTo>
                    <a:pt x="426072" y="612646"/>
                  </a:lnTo>
                  <a:lnTo>
                    <a:pt x="428578" y="661409"/>
                  </a:lnTo>
                </a:path>
                <a:path w="495300" h="955039">
                  <a:moveTo>
                    <a:pt x="479227" y="335866"/>
                  </a:moveTo>
                  <a:lnTo>
                    <a:pt x="476075" y="352465"/>
                  </a:lnTo>
                  <a:lnTo>
                    <a:pt x="472230" y="367949"/>
                  </a:lnTo>
                  <a:lnTo>
                    <a:pt x="467734" y="382169"/>
                  </a:lnTo>
                  <a:lnTo>
                    <a:pt x="462627" y="394978"/>
                  </a:lnTo>
                </a:path>
                <a:path w="495300" h="955039">
                  <a:moveTo>
                    <a:pt x="439396" y="116535"/>
                  </a:moveTo>
                  <a:lnTo>
                    <a:pt x="439808" y="123467"/>
                  </a:lnTo>
                  <a:lnTo>
                    <a:pt x="440092" y="130438"/>
                  </a:lnTo>
                  <a:lnTo>
                    <a:pt x="440247" y="137437"/>
                  </a:lnTo>
                  <a:lnTo>
                    <a:pt x="440273" y="144452"/>
                  </a:lnTo>
                </a:path>
                <a:path w="495300" h="955039">
                  <a:moveTo>
                    <a:pt x="333388" y="83971"/>
                  </a:moveTo>
                  <a:lnTo>
                    <a:pt x="335141" y="74483"/>
                  </a:lnTo>
                  <a:lnTo>
                    <a:pt x="337148" y="65364"/>
                  </a:lnTo>
                  <a:lnTo>
                    <a:pt x="339401" y="56647"/>
                  </a:lnTo>
                  <a:lnTo>
                    <a:pt x="341892" y="48368"/>
                  </a:lnTo>
                </a:path>
                <a:path w="495300" h="955039">
                  <a:moveTo>
                    <a:pt x="253854" y="100937"/>
                  </a:moveTo>
                  <a:lnTo>
                    <a:pt x="254609" y="93020"/>
                  </a:lnTo>
                  <a:lnTo>
                    <a:pt x="255550" y="85249"/>
                  </a:lnTo>
                  <a:lnTo>
                    <a:pt x="256672" y="77646"/>
                  </a:lnTo>
                  <a:lnTo>
                    <a:pt x="257972" y="70233"/>
                  </a:lnTo>
                </a:path>
                <a:path w="495300" h="955039">
                  <a:moveTo>
                    <a:pt x="160515" y="111365"/>
                  </a:moveTo>
                  <a:lnTo>
                    <a:pt x="164495" y="117912"/>
                  </a:lnTo>
                  <a:lnTo>
                    <a:pt x="168312" y="125073"/>
                  </a:lnTo>
                  <a:lnTo>
                    <a:pt x="171957" y="132827"/>
                  </a:lnTo>
                  <a:lnTo>
                    <a:pt x="175418" y="141154"/>
                  </a:lnTo>
                </a:path>
                <a:path w="495300" h="955039">
                  <a:moveTo>
                    <a:pt x="47318" y="345476"/>
                  </a:moveTo>
                  <a:lnTo>
                    <a:pt x="46491" y="337747"/>
                  </a:lnTo>
                  <a:lnTo>
                    <a:pt x="45782" y="329941"/>
                  </a:lnTo>
                  <a:lnTo>
                    <a:pt x="45190" y="322067"/>
                  </a:lnTo>
                  <a:lnTo>
                    <a:pt x="44717" y="314135"/>
                  </a:lnTo>
                </a:path>
              </a:pathLst>
            </a:custGeom>
            <a:ln w="12700">
              <a:solidFill>
                <a:srgbClr val="2F528F"/>
              </a:solidFill>
            </a:ln>
          </p:spPr>
          <p:txBody>
            <a:bodyPr wrap="square" lIns="0" tIns="0" rIns="0" bIns="0" rtlCol="0"/>
            <a:lstStyle/>
            <a:p/>
          </p:txBody>
        </p:sp>
        <p:sp>
          <p:nvSpPr>
            <p:cNvPr id="19" name="object 19"/>
            <p:cNvSpPr/>
            <p:nvPr/>
          </p:nvSpPr>
          <p:spPr>
            <a:xfrm>
              <a:off x="4662246" y="4402340"/>
              <a:ext cx="1746250" cy="1441450"/>
            </a:xfrm>
            <a:custGeom>
              <a:avLst/>
              <a:gdLst/>
              <a:ahLst/>
              <a:cxnLst/>
              <a:rect l="l" t="t" r="r" b="b"/>
              <a:pathLst>
                <a:path w="1746250" h="1441450">
                  <a:moveTo>
                    <a:pt x="1745843" y="0"/>
                  </a:moveTo>
                  <a:lnTo>
                    <a:pt x="0" y="0"/>
                  </a:lnTo>
                  <a:lnTo>
                    <a:pt x="0" y="1440935"/>
                  </a:lnTo>
                  <a:lnTo>
                    <a:pt x="1745843" y="1440935"/>
                  </a:lnTo>
                  <a:lnTo>
                    <a:pt x="1745843" y="0"/>
                  </a:lnTo>
                  <a:close/>
                </a:path>
              </a:pathLst>
            </a:custGeom>
            <a:solidFill>
              <a:srgbClr val="D9D9D9"/>
            </a:solidFill>
          </p:spPr>
          <p:txBody>
            <a:bodyPr wrap="square" lIns="0" tIns="0" rIns="0" bIns="0" rtlCol="0"/>
            <a:lstStyle/>
            <a:p/>
          </p:txBody>
        </p:sp>
        <p:sp>
          <p:nvSpPr>
            <p:cNvPr id="20" name="object 20"/>
            <p:cNvSpPr/>
            <p:nvPr/>
          </p:nvSpPr>
          <p:spPr>
            <a:xfrm>
              <a:off x="4662246" y="4402340"/>
              <a:ext cx="1746250" cy="1441450"/>
            </a:xfrm>
            <a:custGeom>
              <a:avLst/>
              <a:gdLst/>
              <a:ahLst/>
              <a:cxnLst/>
              <a:rect l="l" t="t" r="r" b="b"/>
              <a:pathLst>
                <a:path w="1746250" h="1441450">
                  <a:moveTo>
                    <a:pt x="0" y="0"/>
                  </a:moveTo>
                  <a:lnTo>
                    <a:pt x="1745840" y="0"/>
                  </a:lnTo>
                  <a:lnTo>
                    <a:pt x="1745840" y="1440930"/>
                  </a:lnTo>
                  <a:lnTo>
                    <a:pt x="0" y="1440930"/>
                  </a:lnTo>
                  <a:lnTo>
                    <a:pt x="0" y="0"/>
                  </a:lnTo>
                  <a:close/>
                </a:path>
              </a:pathLst>
            </a:custGeom>
            <a:ln w="12700">
              <a:solidFill>
                <a:srgbClr val="2F528F"/>
              </a:solidFill>
            </a:ln>
          </p:spPr>
          <p:txBody>
            <a:bodyPr wrap="square" lIns="0" tIns="0" rIns="0" bIns="0" rtlCol="0"/>
            <a:lstStyle/>
            <a:p/>
          </p:txBody>
        </p:sp>
        <p:sp>
          <p:nvSpPr>
            <p:cNvPr id="21" name="object 21"/>
            <p:cNvSpPr/>
            <p:nvPr/>
          </p:nvSpPr>
          <p:spPr>
            <a:xfrm>
              <a:off x="4820589" y="4671961"/>
              <a:ext cx="578485" cy="901700"/>
            </a:xfrm>
            <a:custGeom>
              <a:avLst/>
              <a:gdLst/>
              <a:ahLst/>
              <a:cxnLst/>
              <a:rect l="l" t="t" r="r" b="b"/>
              <a:pathLst>
                <a:path w="578485" h="901700">
                  <a:moveTo>
                    <a:pt x="0" y="0"/>
                  </a:moveTo>
                  <a:lnTo>
                    <a:pt x="578140" y="0"/>
                  </a:lnTo>
                  <a:lnTo>
                    <a:pt x="578140" y="901700"/>
                  </a:lnTo>
                  <a:lnTo>
                    <a:pt x="0" y="901700"/>
                  </a:lnTo>
                  <a:lnTo>
                    <a:pt x="0" y="0"/>
                  </a:lnTo>
                  <a:close/>
                </a:path>
              </a:pathLst>
            </a:custGeom>
            <a:ln w="12700">
              <a:solidFill>
                <a:srgbClr val="2F528F"/>
              </a:solidFill>
            </a:ln>
          </p:spPr>
          <p:txBody>
            <a:bodyPr wrap="square" lIns="0" tIns="0" rIns="0" bIns="0" rtlCol="0"/>
            <a:lstStyle/>
            <a:p/>
          </p:txBody>
        </p:sp>
      </p:grpSp>
      <p:sp>
        <p:nvSpPr>
          <p:cNvPr id="22" name="object 22"/>
          <p:cNvSpPr txBox="1"/>
          <p:nvPr/>
        </p:nvSpPr>
        <p:spPr>
          <a:xfrm>
            <a:off x="4660620" y="4373371"/>
            <a:ext cx="1733550" cy="299720"/>
          </a:xfrm>
          <a:prstGeom prst="rect">
            <a:avLst/>
          </a:prstGeom>
        </p:spPr>
        <p:txBody>
          <a:bodyPr vert="horz" wrap="square" lIns="0" tIns="12700" rIns="0" bIns="0" rtlCol="0">
            <a:spAutoFit/>
          </a:bodyPr>
          <a:lstStyle/>
          <a:p>
            <a:pPr marL="172085">
              <a:lnSpc>
                <a:spcPct val="100000"/>
              </a:lnSpc>
              <a:spcBef>
                <a:spcPts val="100"/>
              </a:spcBef>
            </a:pPr>
            <a:r>
              <a:rPr sz="1800" spc="-20" dirty="0">
                <a:latin typeface="Arial" panose="020B0604020202020204"/>
                <a:cs typeface="Arial" panose="020B0604020202020204"/>
              </a:rPr>
              <a:t>TDR2</a:t>
            </a:r>
            <a:endParaRPr sz="1800">
              <a:latin typeface="Arial" panose="020B0604020202020204"/>
              <a:cs typeface="Arial" panose="020B0604020202020204"/>
            </a:endParaRPr>
          </a:p>
        </p:txBody>
      </p:sp>
      <p:grpSp>
        <p:nvGrpSpPr>
          <p:cNvPr id="23" name="object 23"/>
          <p:cNvGrpSpPr/>
          <p:nvPr/>
        </p:nvGrpSpPr>
        <p:grpSpPr>
          <a:xfrm>
            <a:off x="2670314" y="2893707"/>
            <a:ext cx="3505200" cy="2716530"/>
            <a:chOff x="2670314" y="2893707"/>
            <a:chExt cx="3505200" cy="2716530"/>
          </a:xfrm>
        </p:grpSpPr>
        <p:sp>
          <p:nvSpPr>
            <p:cNvPr id="24" name="object 24"/>
            <p:cNvSpPr/>
            <p:nvPr/>
          </p:nvSpPr>
          <p:spPr>
            <a:xfrm>
              <a:off x="5674033" y="4648951"/>
              <a:ext cx="495300" cy="955040"/>
            </a:xfrm>
            <a:custGeom>
              <a:avLst/>
              <a:gdLst/>
              <a:ahLst/>
              <a:cxnLst/>
              <a:rect l="l" t="t" r="r" b="b"/>
              <a:pathLst>
                <a:path w="495300" h="955039">
                  <a:moveTo>
                    <a:pt x="305399" y="0"/>
                  </a:moveTo>
                  <a:lnTo>
                    <a:pt x="286379" y="6552"/>
                  </a:lnTo>
                  <a:lnTo>
                    <a:pt x="269681" y="31347"/>
                  </a:lnTo>
                  <a:lnTo>
                    <a:pt x="257463" y="72489"/>
                  </a:lnTo>
                  <a:lnTo>
                    <a:pt x="254203" y="64650"/>
                  </a:lnTo>
                  <a:lnTo>
                    <a:pt x="250738" y="57457"/>
                  </a:lnTo>
                  <a:lnTo>
                    <a:pt x="247083" y="50938"/>
                  </a:lnTo>
                  <a:lnTo>
                    <a:pt x="243252" y="45120"/>
                  </a:lnTo>
                  <a:lnTo>
                    <a:pt x="219980" y="26948"/>
                  </a:lnTo>
                  <a:lnTo>
                    <a:pt x="196670" y="33394"/>
                  </a:lnTo>
                  <a:lnTo>
                    <a:pt x="175981" y="62321"/>
                  </a:lnTo>
                  <a:lnTo>
                    <a:pt x="160575" y="111592"/>
                  </a:lnTo>
                  <a:lnTo>
                    <a:pt x="148936" y="96975"/>
                  </a:lnTo>
                  <a:lnTo>
                    <a:pt x="136618" y="87678"/>
                  </a:lnTo>
                  <a:lnTo>
                    <a:pt x="123883" y="83839"/>
                  </a:lnTo>
                  <a:lnTo>
                    <a:pt x="110994" y="85595"/>
                  </a:lnTo>
                  <a:lnTo>
                    <a:pt x="67700" y="140569"/>
                  </a:lnTo>
                  <a:lnTo>
                    <a:pt x="53351" y="190039"/>
                  </a:lnTo>
                  <a:lnTo>
                    <a:pt x="45325" y="249148"/>
                  </a:lnTo>
                  <a:lnTo>
                    <a:pt x="44713" y="314132"/>
                  </a:lnTo>
                  <a:lnTo>
                    <a:pt x="44294" y="317104"/>
                  </a:lnTo>
                  <a:lnTo>
                    <a:pt x="13500" y="356707"/>
                  </a:lnTo>
                  <a:lnTo>
                    <a:pt x="0" y="430706"/>
                  </a:lnTo>
                  <a:lnTo>
                    <a:pt x="1209" y="480956"/>
                  </a:lnTo>
                  <a:lnTo>
                    <a:pt x="9476" y="526343"/>
                  </a:lnTo>
                  <a:lnTo>
                    <a:pt x="24228" y="561083"/>
                  </a:lnTo>
                  <a:lnTo>
                    <a:pt x="17695" y="583900"/>
                  </a:lnTo>
                  <a:lnTo>
                    <a:pt x="13245" y="609575"/>
                  </a:lnTo>
                  <a:lnTo>
                    <a:pt x="11001" y="637150"/>
                  </a:lnTo>
                  <a:lnTo>
                    <a:pt x="11083" y="665668"/>
                  </a:lnTo>
                  <a:lnTo>
                    <a:pt x="17250" y="715014"/>
                  </a:lnTo>
                  <a:lnTo>
                    <a:pt x="29743" y="753022"/>
                  </a:lnTo>
                  <a:lnTo>
                    <a:pt x="46773" y="776003"/>
                  </a:lnTo>
                  <a:lnTo>
                    <a:pt x="66557" y="780273"/>
                  </a:lnTo>
                  <a:lnTo>
                    <a:pt x="66861" y="781682"/>
                  </a:lnTo>
                  <a:lnTo>
                    <a:pt x="85777" y="841455"/>
                  </a:lnTo>
                  <a:lnTo>
                    <a:pt x="109064" y="879218"/>
                  </a:lnTo>
                  <a:lnTo>
                    <a:pt x="135358" y="896453"/>
                  </a:lnTo>
                  <a:lnTo>
                    <a:pt x="162656" y="891848"/>
                  </a:lnTo>
                  <a:lnTo>
                    <a:pt x="188959" y="864093"/>
                  </a:lnTo>
                  <a:lnTo>
                    <a:pt x="197297" y="891469"/>
                  </a:lnTo>
                  <a:lnTo>
                    <a:pt x="207220" y="914521"/>
                  </a:lnTo>
                  <a:lnTo>
                    <a:pt x="218493" y="932786"/>
                  </a:lnTo>
                  <a:lnTo>
                    <a:pt x="230882" y="945803"/>
                  </a:lnTo>
                  <a:lnTo>
                    <a:pt x="255443" y="954516"/>
                  </a:lnTo>
                  <a:lnTo>
                    <a:pt x="278964" y="943050"/>
                  </a:lnTo>
                  <a:lnTo>
                    <a:pt x="299857" y="913642"/>
                  </a:lnTo>
                  <a:lnTo>
                    <a:pt x="316532" y="868530"/>
                  </a:lnTo>
                  <a:lnTo>
                    <a:pt x="327402" y="809953"/>
                  </a:lnTo>
                  <a:lnTo>
                    <a:pt x="335463" y="821200"/>
                  </a:lnTo>
                  <a:lnTo>
                    <a:pt x="343999" y="829407"/>
                  </a:lnTo>
                  <a:lnTo>
                    <a:pt x="352885" y="834479"/>
                  </a:lnTo>
                  <a:lnTo>
                    <a:pt x="361997" y="836318"/>
                  </a:lnTo>
                  <a:lnTo>
                    <a:pt x="387853" y="823205"/>
                  </a:lnTo>
                  <a:lnTo>
                    <a:pt x="409049" y="786402"/>
                  </a:lnTo>
                  <a:lnTo>
                    <a:pt x="423431" y="731456"/>
                  </a:lnTo>
                  <a:lnTo>
                    <a:pt x="428850" y="663915"/>
                  </a:lnTo>
                  <a:lnTo>
                    <a:pt x="438613" y="658560"/>
                  </a:lnTo>
                  <a:lnTo>
                    <a:pt x="465172" y="623821"/>
                  </a:lnTo>
                  <a:lnTo>
                    <a:pt x="479859" y="585066"/>
                  </a:lnTo>
                  <a:lnTo>
                    <a:pt x="489805" y="539143"/>
                  </a:lnTo>
                  <a:lnTo>
                    <a:pt x="494875" y="488774"/>
                  </a:lnTo>
                  <a:lnTo>
                    <a:pt x="494932" y="436682"/>
                  </a:lnTo>
                  <a:lnTo>
                    <a:pt x="489839" y="385587"/>
                  </a:lnTo>
                  <a:lnTo>
                    <a:pt x="479459" y="338211"/>
                  </a:lnTo>
                  <a:lnTo>
                    <a:pt x="480577" y="331353"/>
                  </a:lnTo>
                  <a:lnTo>
                    <a:pt x="482266" y="317104"/>
                  </a:lnTo>
                  <a:lnTo>
                    <a:pt x="483879" y="253439"/>
                  </a:lnTo>
                  <a:lnTo>
                    <a:pt x="476341" y="195111"/>
                  </a:lnTo>
                  <a:lnTo>
                    <a:pt x="461031" y="148465"/>
                  </a:lnTo>
                  <a:lnTo>
                    <a:pt x="439327" y="119847"/>
                  </a:lnTo>
                  <a:lnTo>
                    <a:pt x="436812" y="95556"/>
                  </a:lnTo>
                  <a:lnTo>
                    <a:pt x="427304" y="52417"/>
                  </a:lnTo>
                  <a:lnTo>
                    <a:pt x="401168" y="6604"/>
                  </a:lnTo>
                  <a:lnTo>
                    <a:pt x="379950" y="477"/>
                  </a:lnTo>
                  <a:lnTo>
                    <a:pt x="359400" y="15614"/>
                  </a:lnTo>
                  <a:lnTo>
                    <a:pt x="342045" y="51470"/>
                  </a:lnTo>
                  <a:lnTo>
                    <a:pt x="338324" y="40077"/>
                  </a:lnTo>
                  <a:lnTo>
                    <a:pt x="334142" y="29904"/>
                  </a:lnTo>
                  <a:lnTo>
                    <a:pt x="329547" y="21043"/>
                  </a:lnTo>
                  <a:lnTo>
                    <a:pt x="324583" y="13586"/>
                  </a:lnTo>
                  <a:lnTo>
                    <a:pt x="305399" y="0"/>
                  </a:lnTo>
                  <a:close/>
                </a:path>
              </a:pathLst>
            </a:custGeom>
            <a:solidFill>
              <a:srgbClr val="FFFFFF"/>
            </a:solidFill>
          </p:spPr>
          <p:txBody>
            <a:bodyPr wrap="square" lIns="0" tIns="0" rIns="0" bIns="0" rtlCol="0"/>
            <a:lstStyle/>
            <a:p/>
          </p:txBody>
        </p:sp>
        <p:sp>
          <p:nvSpPr>
            <p:cNvPr id="25" name="object 25"/>
            <p:cNvSpPr/>
            <p:nvPr/>
          </p:nvSpPr>
          <p:spPr>
            <a:xfrm>
              <a:off x="5674028" y="4648959"/>
              <a:ext cx="495300" cy="955040"/>
            </a:xfrm>
            <a:custGeom>
              <a:avLst/>
              <a:gdLst/>
              <a:ahLst/>
              <a:cxnLst/>
              <a:rect l="l" t="t" r="r" b="b"/>
              <a:pathLst>
                <a:path w="495300" h="955039">
                  <a:moveTo>
                    <a:pt x="44716" y="314128"/>
                  </a:moveTo>
                  <a:lnTo>
                    <a:pt x="45328" y="249146"/>
                  </a:lnTo>
                  <a:lnTo>
                    <a:pt x="53355" y="190037"/>
                  </a:lnTo>
                  <a:lnTo>
                    <a:pt x="67703" y="140564"/>
                  </a:lnTo>
                  <a:lnTo>
                    <a:pt x="87281" y="104493"/>
                  </a:lnTo>
                  <a:lnTo>
                    <a:pt x="123886" y="83837"/>
                  </a:lnTo>
                  <a:lnTo>
                    <a:pt x="136619" y="87678"/>
                  </a:lnTo>
                  <a:lnTo>
                    <a:pt x="148935" y="96974"/>
                  </a:lnTo>
                  <a:lnTo>
                    <a:pt x="160574" y="111587"/>
                  </a:lnTo>
                  <a:lnTo>
                    <a:pt x="175982" y="62317"/>
                  </a:lnTo>
                  <a:lnTo>
                    <a:pt x="196672" y="33390"/>
                  </a:lnTo>
                  <a:lnTo>
                    <a:pt x="219983" y="26944"/>
                  </a:lnTo>
                  <a:lnTo>
                    <a:pt x="243256" y="45117"/>
                  </a:lnTo>
                  <a:lnTo>
                    <a:pt x="247085" y="50932"/>
                  </a:lnTo>
                  <a:lnTo>
                    <a:pt x="250738" y="57449"/>
                  </a:lnTo>
                  <a:lnTo>
                    <a:pt x="254203" y="64643"/>
                  </a:lnTo>
                  <a:lnTo>
                    <a:pt x="257465" y="72485"/>
                  </a:lnTo>
                  <a:lnTo>
                    <a:pt x="269680" y="31345"/>
                  </a:lnTo>
                  <a:lnTo>
                    <a:pt x="286379" y="6551"/>
                  </a:lnTo>
                  <a:lnTo>
                    <a:pt x="305401" y="0"/>
                  </a:lnTo>
                  <a:lnTo>
                    <a:pt x="324588" y="13584"/>
                  </a:lnTo>
                  <a:lnTo>
                    <a:pt x="329552" y="21039"/>
                  </a:lnTo>
                  <a:lnTo>
                    <a:pt x="334144" y="29901"/>
                  </a:lnTo>
                  <a:lnTo>
                    <a:pt x="338322" y="40076"/>
                  </a:lnTo>
                  <a:lnTo>
                    <a:pt x="342044" y="51470"/>
                  </a:lnTo>
                  <a:lnTo>
                    <a:pt x="359398" y="15611"/>
                  </a:lnTo>
                  <a:lnTo>
                    <a:pt x="379947" y="473"/>
                  </a:lnTo>
                  <a:lnTo>
                    <a:pt x="401167" y="6599"/>
                  </a:lnTo>
                  <a:lnTo>
                    <a:pt x="420531" y="34535"/>
                  </a:lnTo>
                  <a:lnTo>
                    <a:pt x="427306" y="52410"/>
                  </a:lnTo>
                  <a:lnTo>
                    <a:pt x="432768" y="72910"/>
                  </a:lnTo>
                  <a:lnTo>
                    <a:pt x="436811" y="95551"/>
                  </a:lnTo>
                  <a:lnTo>
                    <a:pt x="439328" y="119848"/>
                  </a:lnTo>
                  <a:lnTo>
                    <a:pt x="461030" y="148463"/>
                  </a:lnTo>
                  <a:lnTo>
                    <a:pt x="476341" y="195106"/>
                  </a:lnTo>
                  <a:lnTo>
                    <a:pt x="483878" y="253431"/>
                  </a:lnTo>
                  <a:lnTo>
                    <a:pt x="482261" y="317094"/>
                  </a:lnTo>
                  <a:lnTo>
                    <a:pt x="481515" y="324293"/>
                  </a:lnTo>
                  <a:lnTo>
                    <a:pt x="480579" y="331346"/>
                  </a:lnTo>
                  <a:lnTo>
                    <a:pt x="479460" y="338202"/>
                  </a:lnTo>
                  <a:lnTo>
                    <a:pt x="489838" y="385578"/>
                  </a:lnTo>
                  <a:lnTo>
                    <a:pt x="494931" y="436675"/>
                  </a:lnTo>
                  <a:lnTo>
                    <a:pt x="494875" y="488770"/>
                  </a:lnTo>
                  <a:lnTo>
                    <a:pt x="489805" y="539140"/>
                  </a:lnTo>
                  <a:lnTo>
                    <a:pt x="479859" y="585063"/>
                  </a:lnTo>
                  <a:lnTo>
                    <a:pt x="465172" y="623817"/>
                  </a:lnTo>
                  <a:lnTo>
                    <a:pt x="438615" y="658559"/>
                  </a:lnTo>
                  <a:lnTo>
                    <a:pt x="428852" y="663915"/>
                  </a:lnTo>
                  <a:lnTo>
                    <a:pt x="423433" y="731454"/>
                  </a:lnTo>
                  <a:lnTo>
                    <a:pt x="409050" y="786398"/>
                  </a:lnTo>
                  <a:lnTo>
                    <a:pt x="387855" y="823201"/>
                  </a:lnTo>
                  <a:lnTo>
                    <a:pt x="361996" y="836315"/>
                  </a:lnTo>
                  <a:lnTo>
                    <a:pt x="352888" y="834476"/>
                  </a:lnTo>
                  <a:lnTo>
                    <a:pt x="344004" y="829405"/>
                  </a:lnTo>
                  <a:lnTo>
                    <a:pt x="335468" y="821199"/>
                  </a:lnTo>
                  <a:lnTo>
                    <a:pt x="327404" y="809950"/>
                  </a:lnTo>
                  <a:lnTo>
                    <a:pt x="316536" y="868529"/>
                  </a:lnTo>
                  <a:lnTo>
                    <a:pt x="299860" y="913641"/>
                  </a:lnTo>
                  <a:lnTo>
                    <a:pt x="278965" y="943048"/>
                  </a:lnTo>
                  <a:lnTo>
                    <a:pt x="255441" y="954514"/>
                  </a:lnTo>
                  <a:lnTo>
                    <a:pt x="230878" y="945801"/>
                  </a:lnTo>
                  <a:lnTo>
                    <a:pt x="218493" y="932782"/>
                  </a:lnTo>
                  <a:lnTo>
                    <a:pt x="207220" y="914518"/>
                  </a:lnTo>
                  <a:lnTo>
                    <a:pt x="197294" y="891469"/>
                  </a:lnTo>
                  <a:lnTo>
                    <a:pt x="188954" y="864096"/>
                  </a:lnTo>
                  <a:lnTo>
                    <a:pt x="162651" y="891849"/>
                  </a:lnTo>
                  <a:lnTo>
                    <a:pt x="109060" y="879214"/>
                  </a:lnTo>
                  <a:lnTo>
                    <a:pt x="85773" y="841449"/>
                  </a:lnTo>
                  <a:lnTo>
                    <a:pt x="67492" y="784469"/>
                  </a:lnTo>
                  <a:lnTo>
                    <a:pt x="66556" y="780274"/>
                  </a:lnTo>
                  <a:lnTo>
                    <a:pt x="46773" y="776002"/>
                  </a:lnTo>
                  <a:lnTo>
                    <a:pt x="29743" y="753019"/>
                  </a:lnTo>
                  <a:lnTo>
                    <a:pt x="17251" y="715011"/>
                  </a:lnTo>
                  <a:lnTo>
                    <a:pt x="11081" y="665664"/>
                  </a:lnTo>
                  <a:lnTo>
                    <a:pt x="10999" y="637148"/>
                  </a:lnTo>
                  <a:lnTo>
                    <a:pt x="13243" y="609575"/>
                  </a:lnTo>
                  <a:lnTo>
                    <a:pt x="17695" y="583900"/>
                  </a:lnTo>
                  <a:lnTo>
                    <a:pt x="24233" y="561080"/>
                  </a:lnTo>
                  <a:lnTo>
                    <a:pt x="9479" y="526339"/>
                  </a:lnTo>
                  <a:lnTo>
                    <a:pt x="1210" y="480954"/>
                  </a:lnTo>
                  <a:lnTo>
                    <a:pt x="0" y="430705"/>
                  </a:lnTo>
                  <a:lnTo>
                    <a:pt x="6420" y="381375"/>
                  </a:lnTo>
                  <a:lnTo>
                    <a:pt x="13502" y="356701"/>
                  </a:lnTo>
                  <a:lnTo>
                    <a:pt x="22447" y="337306"/>
                  </a:lnTo>
                  <a:lnTo>
                    <a:pt x="32847" y="323876"/>
                  </a:lnTo>
                  <a:lnTo>
                    <a:pt x="44299" y="317100"/>
                  </a:lnTo>
                  <a:lnTo>
                    <a:pt x="44716" y="314128"/>
                  </a:lnTo>
                  <a:close/>
                </a:path>
                <a:path w="495300" h="955039">
                  <a:moveTo>
                    <a:pt x="53808" y="574971"/>
                  </a:moveTo>
                  <a:lnTo>
                    <a:pt x="46227" y="575003"/>
                  </a:lnTo>
                  <a:lnTo>
                    <a:pt x="38775" y="572027"/>
                  </a:lnTo>
                  <a:lnTo>
                    <a:pt x="31578" y="566122"/>
                  </a:lnTo>
                  <a:lnTo>
                    <a:pt x="24765" y="557363"/>
                  </a:lnTo>
                </a:path>
                <a:path w="495300" h="955039">
                  <a:moveTo>
                    <a:pt x="79433" y="767659"/>
                  </a:moveTo>
                  <a:lnTo>
                    <a:pt x="75357" y="771915"/>
                  </a:lnTo>
                  <a:lnTo>
                    <a:pt x="71084" y="774748"/>
                  </a:lnTo>
                  <a:lnTo>
                    <a:pt x="66726" y="776086"/>
                  </a:lnTo>
                </a:path>
                <a:path w="495300" h="955039">
                  <a:moveTo>
                    <a:pt x="188926" y="860248"/>
                  </a:moveTo>
                  <a:lnTo>
                    <a:pt x="186721" y="851052"/>
                  </a:lnTo>
                  <a:lnTo>
                    <a:pt x="184707" y="841566"/>
                  </a:lnTo>
                  <a:lnTo>
                    <a:pt x="182889" y="831811"/>
                  </a:lnTo>
                  <a:lnTo>
                    <a:pt x="181270" y="821807"/>
                  </a:lnTo>
                </a:path>
                <a:path w="495300" h="955039">
                  <a:moveTo>
                    <a:pt x="330511" y="764390"/>
                  </a:moveTo>
                  <a:lnTo>
                    <a:pt x="330066" y="775084"/>
                  </a:lnTo>
                  <a:lnTo>
                    <a:pt x="329406" y="785693"/>
                  </a:lnTo>
                  <a:lnTo>
                    <a:pt x="328535" y="796196"/>
                  </a:lnTo>
                  <a:lnTo>
                    <a:pt x="327453" y="806570"/>
                  </a:lnTo>
                </a:path>
                <a:path w="495300" h="955039">
                  <a:moveTo>
                    <a:pt x="391299" y="503767"/>
                  </a:moveTo>
                  <a:lnTo>
                    <a:pt x="406848" y="531355"/>
                  </a:lnTo>
                  <a:lnTo>
                    <a:pt x="418634" y="568471"/>
                  </a:lnTo>
                  <a:lnTo>
                    <a:pt x="426072" y="612646"/>
                  </a:lnTo>
                  <a:lnTo>
                    <a:pt x="428578" y="661409"/>
                  </a:lnTo>
                </a:path>
                <a:path w="495300" h="955039">
                  <a:moveTo>
                    <a:pt x="479227" y="335866"/>
                  </a:moveTo>
                  <a:lnTo>
                    <a:pt x="476075" y="352465"/>
                  </a:lnTo>
                  <a:lnTo>
                    <a:pt x="472230" y="367949"/>
                  </a:lnTo>
                  <a:lnTo>
                    <a:pt x="467734" y="382169"/>
                  </a:lnTo>
                  <a:lnTo>
                    <a:pt x="462627" y="394978"/>
                  </a:lnTo>
                </a:path>
                <a:path w="495300" h="955039">
                  <a:moveTo>
                    <a:pt x="439396" y="116535"/>
                  </a:moveTo>
                  <a:lnTo>
                    <a:pt x="439808" y="123467"/>
                  </a:lnTo>
                  <a:lnTo>
                    <a:pt x="440092" y="130438"/>
                  </a:lnTo>
                  <a:lnTo>
                    <a:pt x="440247" y="137437"/>
                  </a:lnTo>
                  <a:lnTo>
                    <a:pt x="440273" y="144452"/>
                  </a:lnTo>
                </a:path>
                <a:path w="495300" h="955039">
                  <a:moveTo>
                    <a:pt x="333388" y="83971"/>
                  </a:moveTo>
                  <a:lnTo>
                    <a:pt x="335141" y="74483"/>
                  </a:lnTo>
                  <a:lnTo>
                    <a:pt x="337148" y="65364"/>
                  </a:lnTo>
                  <a:lnTo>
                    <a:pt x="339401" y="56647"/>
                  </a:lnTo>
                  <a:lnTo>
                    <a:pt x="341892" y="48368"/>
                  </a:lnTo>
                </a:path>
                <a:path w="495300" h="955039">
                  <a:moveTo>
                    <a:pt x="253854" y="100937"/>
                  </a:moveTo>
                  <a:lnTo>
                    <a:pt x="254609" y="93020"/>
                  </a:lnTo>
                  <a:lnTo>
                    <a:pt x="255550" y="85249"/>
                  </a:lnTo>
                  <a:lnTo>
                    <a:pt x="256672" y="77646"/>
                  </a:lnTo>
                  <a:lnTo>
                    <a:pt x="257972" y="70233"/>
                  </a:lnTo>
                </a:path>
                <a:path w="495300" h="955039">
                  <a:moveTo>
                    <a:pt x="160515" y="111365"/>
                  </a:moveTo>
                  <a:lnTo>
                    <a:pt x="164495" y="117912"/>
                  </a:lnTo>
                  <a:lnTo>
                    <a:pt x="168312" y="125073"/>
                  </a:lnTo>
                  <a:lnTo>
                    <a:pt x="171957" y="132827"/>
                  </a:lnTo>
                  <a:lnTo>
                    <a:pt x="175418" y="141154"/>
                  </a:lnTo>
                </a:path>
                <a:path w="495300" h="955039">
                  <a:moveTo>
                    <a:pt x="47318" y="345476"/>
                  </a:moveTo>
                  <a:lnTo>
                    <a:pt x="46491" y="337747"/>
                  </a:lnTo>
                  <a:lnTo>
                    <a:pt x="45782" y="329941"/>
                  </a:lnTo>
                  <a:lnTo>
                    <a:pt x="45190" y="322067"/>
                  </a:lnTo>
                  <a:lnTo>
                    <a:pt x="44717" y="314135"/>
                  </a:lnTo>
                </a:path>
              </a:pathLst>
            </a:custGeom>
            <a:ln w="12700">
              <a:solidFill>
                <a:srgbClr val="2F528F"/>
              </a:solidFill>
            </a:ln>
          </p:spPr>
          <p:txBody>
            <a:bodyPr wrap="square" lIns="0" tIns="0" rIns="0" bIns="0" rtlCol="0"/>
            <a:lstStyle/>
            <a:p/>
          </p:txBody>
        </p:sp>
        <p:sp>
          <p:nvSpPr>
            <p:cNvPr id="26" name="object 26"/>
            <p:cNvSpPr/>
            <p:nvPr/>
          </p:nvSpPr>
          <p:spPr>
            <a:xfrm>
              <a:off x="2671038" y="2896882"/>
              <a:ext cx="901700" cy="0"/>
            </a:xfrm>
            <a:custGeom>
              <a:avLst/>
              <a:gdLst/>
              <a:ahLst/>
              <a:cxnLst/>
              <a:rect l="l" t="t" r="r" b="b"/>
              <a:pathLst>
                <a:path w="901700">
                  <a:moveTo>
                    <a:pt x="0" y="0"/>
                  </a:moveTo>
                  <a:lnTo>
                    <a:pt x="901700" y="1"/>
                  </a:lnTo>
                </a:path>
              </a:pathLst>
            </a:custGeom>
            <a:ln w="6350">
              <a:solidFill>
                <a:srgbClr val="FF0000"/>
              </a:solidFill>
            </a:ln>
          </p:spPr>
          <p:txBody>
            <a:bodyPr wrap="square" lIns="0" tIns="0" rIns="0" bIns="0" rtlCol="0"/>
            <a:lstStyle/>
            <a:p/>
          </p:txBody>
        </p:sp>
        <p:sp>
          <p:nvSpPr>
            <p:cNvPr id="27" name="object 27"/>
            <p:cNvSpPr/>
            <p:nvPr/>
          </p:nvSpPr>
          <p:spPr>
            <a:xfrm>
              <a:off x="4125468" y="2896882"/>
              <a:ext cx="679450" cy="0"/>
            </a:xfrm>
            <a:custGeom>
              <a:avLst/>
              <a:gdLst/>
              <a:ahLst/>
              <a:cxnLst/>
              <a:rect l="l" t="t" r="r" b="b"/>
              <a:pathLst>
                <a:path w="679450">
                  <a:moveTo>
                    <a:pt x="0" y="0"/>
                  </a:moveTo>
                  <a:lnTo>
                    <a:pt x="679160" y="1"/>
                  </a:lnTo>
                </a:path>
              </a:pathLst>
            </a:custGeom>
            <a:ln w="6350">
              <a:solidFill>
                <a:srgbClr val="FF0000"/>
              </a:solidFill>
            </a:ln>
          </p:spPr>
          <p:txBody>
            <a:bodyPr wrap="square" lIns="0" tIns="0" rIns="0" bIns="0" rtlCol="0"/>
            <a:lstStyle/>
            <a:p/>
          </p:txBody>
        </p:sp>
        <p:sp>
          <p:nvSpPr>
            <p:cNvPr id="28" name="object 28"/>
            <p:cNvSpPr/>
            <p:nvPr/>
          </p:nvSpPr>
          <p:spPr>
            <a:xfrm>
              <a:off x="4141431" y="3455682"/>
              <a:ext cx="679450" cy="0"/>
            </a:xfrm>
            <a:custGeom>
              <a:avLst/>
              <a:gdLst/>
              <a:ahLst/>
              <a:cxnLst/>
              <a:rect l="l" t="t" r="r" b="b"/>
              <a:pathLst>
                <a:path w="679450">
                  <a:moveTo>
                    <a:pt x="0" y="0"/>
                  </a:moveTo>
                  <a:lnTo>
                    <a:pt x="679160" y="1"/>
                  </a:lnTo>
                </a:path>
              </a:pathLst>
            </a:custGeom>
            <a:ln w="6350">
              <a:solidFill>
                <a:srgbClr val="FF0000"/>
              </a:solidFill>
            </a:ln>
          </p:spPr>
          <p:txBody>
            <a:bodyPr wrap="square" lIns="0" tIns="0" rIns="0" bIns="0" rtlCol="0"/>
            <a:lstStyle/>
            <a:p/>
          </p:txBody>
        </p:sp>
        <p:sp>
          <p:nvSpPr>
            <p:cNvPr id="29" name="object 29"/>
            <p:cNvSpPr/>
            <p:nvPr/>
          </p:nvSpPr>
          <p:spPr>
            <a:xfrm>
              <a:off x="3859352" y="3627639"/>
              <a:ext cx="2540" cy="1083945"/>
            </a:xfrm>
            <a:custGeom>
              <a:avLst/>
              <a:gdLst/>
              <a:ahLst/>
              <a:cxnLst/>
              <a:rect l="l" t="t" r="r" b="b"/>
              <a:pathLst>
                <a:path w="2539" h="1083945">
                  <a:moveTo>
                    <a:pt x="0" y="1083450"/>
                  </a:moveTo>
                  <a:lnTo>
                    <a:pt x="2448" y="0"/>
                  </a:lnTo>
                </a:path>
              </a:pathLst>
            </a:custGeom>
            <a:ln w="6350">
              <a:solidFill>
                <a:srgbClr val="FF0000"/>
              </a:solidFill>
            </a:ln>
          </p:spPr>
          <p:txBody>
            <a:bodyPr wrap="square" lIns="0" tIns="0" rIns="0" bIns="0" rtlCol="0"/>
            <a:lstStyle/>
            <a:p/>
          </p:txBody>
        </p:sp>
        <p:sp>
          <p:nvSpPr>
            <p:cNvPr id="30" name="object 30"/>
            <p:cNvSpPr/>
            <p:nvPr/>
          </p:nvSpPr>
          <p:spPr>
            <a:xfrm>
              <a:off x="2957652" y="3627639"/>
              <a:ext cx="614680" cy="1534795"/>
            </a:xfrm>
            <a:custGeom>
              <a:avLst/>
              <a:gdLst/>
              <a:ahLst/>
              <a:cxnLst/>
              <a:rect l="l" t="t" r="r" b="b"/>
              <a:pathLst>
                <a:path w="614679" h="1534795">
                  <a:moveTo>
                    <a:pt x="0" y="1534300"/>
                  </a:moveTo>
                  <a:lnTo>
                    <a:pt x="614359" y="1534299"/>
                  </a:lnTo>
                </a:path>
                <a:path w="614679" h="1534795">
                  <a:moveTo>
                    <a:pt x="0" y="1534300"/>
                  </a:moveTo>
                  <a:lnTo>
                    <a:pt x="1" y="0"/>
                  </a:lnTo>
                </a:path>
              </a:pathLst>
            </a:custGeom>
            <a:ln w="6350">
              <a:solidFill>
                <a:srgbClr val="FF0000"/>
              </a:solidFill>
            </a:ln>
          </p:spPr>
          <p:txBody>
            <a:bodyPr wrap="square" lIns="0" tIns="0" rIns="0" bIns="0" rtlCol="0"/>
            <a:lstStyle/>
            <a:p/>
          </p:txBody>
        </p:sp>
        <p:sp>
          <p:nvSpPr>
            <p:cNvPr id="31" name="object 31"/>
            <p:cNvSpPr/>
            <p:nvPr/>
          </p:nvSpPr>
          <p:spPr>
            <a:xfrm>
              <a:off x="2670314" y="3627640"/>
              <a:ext cx="287655" cy="0"/>
            </a:xfrm>
            <a:custGeom>
              <a:avLst/>
              <a:gdLst/>
              <a:ahLst/>
              <a:cxnLst/>
              <a:rect l="l" t="t" r="r" b="b"/>
              <a:pathLst>
                <a:path w="287655">
                  <a:moveTo>
                    <a:pt x="0" y="0"/>
                  </a:moveTo>
                  <a:lnTo>
                    <a:pt x="287341" y="1"/>
                  </a:lnTo>
                </a:path>
              </a:pathLst>
            </a:custGeom>
            <a:ln w="6350">
              <a:solidFill>
                <a:srgbClr val="FF0000"/>
              </a:solidFill>
            </a:ln>
          </p:spPr>
          <p:txBody>
            <a:bodyPr wrap="square" lIns="0" tIns="0" rIns="0" bIns="0" rtlCol="0"/>
            <a:lstStyle/>
            <a:p/>
          </p:txBody>
        </p:sp>
        <p:sp>
          <p:nvSpPr>
            <p:cNvPr id="32" name="object 32"/>
            <p:cNvSpPr/>
            <p:nvPr/>
          </p:nvSpPr>
          <p:spPr>
            <a:xfrm>
              <a:off x="4134916" y="4865382"/>
              <a:ext cx="679450" cy="0"/>
            </a:xfrm>
            <a:custGeom>
              <a:avLst/>
              <a:gdLst/>
              <a:ahLst/>
              <a:cxnLst/>
              <a:rect l="l" t="t" r="r" b="b"/>
              <a:pathLst>
                <a:path w="679450">
                  <a:moveTo>
                    <a:pt x="0" y="0"/>
                  </a:moveTo>
                  <a:lnTo>
                    <a:pt x="679160" y="1"/>
                  </a:lnTo>
                </a:path>
              </a:pathLst>
            </a:custGeom>
            <a:ln w="6350">
              <a:solidFill>
                <a:srgbClr val="4472C4"/>
              </a:solidFill>
            </a:ln>
          </p:spPr>
          <p:txBody>
            <a:bodyPr wrap="square" lIns="0" tIns="0" rIns="0" bIns="0" rtlCol="0"/>
            <a:lstStyle/>
            <a:p/>
          </p:txBody>
        </p:sp>
        <p:sp>
          <p:nvSpPr>
            <p:cNvPr id="33" name="object 33"/>
            <p:cNvSpPr/>
            <p:nvPr/>
          </p:nvSpPr>
          <p:spPr>
            <a:xfrm>
              <a:off x="4150868" y="5424169"/>
              <a:ext cx="679450" cy="0"/>
            </a:xfrm>
            <a:custGeom>
              <a:avLst/>
              <a:gdLst/>
              <a:ahLst/>
              <a:cxnLst/>
              <a:rect l="l" t="t" r="r" b="b"/>
              <a:pathLst>
                <a:path w="679450">
                  <a:moveTo>
                    <a:pt x="0" y="0"/>
                  </a:moveTo>
                  <a:lnTo>
                    <a:pt x="679160" y="1"/>
                  </a:lnTo>
                </a:path>
              </a:pathLst>
            </a:custGeom>
            <a:ln w="6350">
              <a:solidFill>
                <a:srgbClr val="4472C4"/>
              </a:solidFill>
            </a:ln>
          </p:spPr>
          <p:txBody>
            <a:bodyPr wrap="square" lIns="0" tIns="0" rIns="0" bIns="0" rtlCol="0"/>
            <a:lstStyle/>
            <a:p/>
          </p:txBody>
        </p:sp>
      </p:grpSp>
      <p:sp>
        <p:nvSpPr>
          <p:cNvPr id="34" name="object 34"/>
          <p:cNvSpPr txBox="1"/>
          <p:nvPr/>
        </p:nvSpPr>
        <p:spPr>
          <a:xfrm>
            <a:off x="5723559" y="2937764"/>
            <a:ext cx="36830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panose="020B0604020202020204"/>
                <a:cs typeface="Arial" panose="020B0604020202020204"/>
              </a:rPr>
              <a:t>IP1</a:t>
            </a:r>
            <a:endParaRPr sz="1800">
              <a:latin typeface="Arial" panose="020B0604020202020204"/>
              <a:cs typeface="Arial" panose="020B0604020202020204"/>
            </a:endParaRPr>
          </a:p>
        </p:txBody>
      </p:sp>
      <p:sp>
        <p:nvSpPr>
          <p:cNvPr id="35" name="object 35"/>
          <p:cNvSpPr txBox="1"/>
          <p:nvPr/>
        </p:nvSpPr>
        <p:spPr>
          <a:xfrm>
            <a:off x="5750229" y="5010403"/>
            <a:ext cx="36830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panose="020B0604020202020204"/>
                <a:cs typeface="Arial" panose="020B0604020202020204"/>
              </a:rPr>
              <a:t>IP2</a:t>
            </a:r>
            <a:endParaRPr sz="1800">
              <a:latin typeface="Arial" panose="020B0604020202020204"/>
              <a:cs typeface="Arial" panose="020B0604020202020204"/>
            </a:endParaRPr>
          </a:p>
        </p:txBody>
      </p:sp>
      <p:sp>
        <p:nvSpPr>
          <p:cNvPr id="36" name="object 36"/>
          <p:cNvSpPr txBox="1"/>
          <p:nvPr/>
        </p:nvSpPr>
        <p:spPr>
          <a:xfrm>
            <a:off x="6797040" y="2435859"/>
            <a:ext cx="838200" cy="269240"/>
          </a:xfrm>
          <a:prstGeom prst="rect">
            <a:avLst/>
          </a:prstGeom>
        </p:spPr>
        <p:txBody>
          <a:bodyPr vert="horz" wrap="square" lIns="0" tIns="12700" rIns="0" bIns="0" rtlCol="0">
            <a:spAutoFit/>
          </a:bodyPr>
          <a:lstStyle/>
          <a:p>
            <a:pPr marL="12700">
              <a:lnSpc>
                <a:spcPct val="100000"/>
              </a:lnSpc>
              <a:spcBef>
                <a:spcPts val="100"/>
              </a:spcBef>
            </a:pPr>
            <a:r>
              <a:rPr sz="1600" spc="-15" dirty="0">
                <a:solidFill>
                  <a:srgbClr val="009FE8"/>
                </a:solidFill>
                <a:latin typeface="微软雅黑" panose="020B0503020204020204" charset="-122"/>
                <a:cs typeface="微软雅黑" panose="020B0503020204020204" charset="-122"/>
              </a:rPr>
              <a:t>步骤一：</a:t>
            </a:r>
            <a:endParaRPr sz="1600">
              <a:latin typeface="微软雅黑" panose="020B0503020204020204" charset="-122"/>
              <a:cs typeface="微软雅黑" panose="020B0503020204020204" charset="-122"/>
            </a:endParaRPr>
          </a:p>
        </p:txBody>
      </p:sp>
      <p:sp>
        <p:nvSpPr>
          <p:cNvPr id="37" name="object 37"/>
          <p:cNvSpPr txBox="1"/>
          <p:nvPr/>
        </p:nvSpPr>
        <p:spPr>
          <a:xfrm>
            <a:off x="6797040" y="2957067"/>
            <a:ext cx="1421130" cy="269240"/>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009FE8"/>
                </a:solidFill>
                <a:latin typeface="微软雅黑" panose="020B0503020204020204" charset="-122"/>
                <a:cs typeface="微软雅黑" panose="020B0503020204020204" charset="-122"/>
              </a:rPr>
              <a:t>移入</a:t>
            </a:r>
            <a:r>
              <a:rPr sz="1600" spc="-10" dirty="0">
                <a:solidFill>
                  <a:srgbClr val="009FE8"/>
                </a:solidFill>
                <a:latin typeface="微软雅黑" panose="020B0503020204020204" charset="-122"/>
                <a:cs typeface="微软雅黑" panose="020B0503020204020204" charset="-122"/>
              </a:rPr>
              <a:t>2bit</a:t>
            </a:r>
            <a:r>
              <a:rPr sz="1600" spc="-20" dirty="0">
                <a:solidFill>
                  <a:srgbClr val="009FE8"/>
                </a:solidFill>
                <a:latin typeface="微软雅黑" panose="020B0503020204020204" charset="-122"/>
                <a:cs typeface="微软雅黑" panose="020B0503020204020204" charset="-122"/>
              </a:rPr>
              <a:t>数据：</a:t>
            </a:r>
            <a:endParaRPr sz="1600">
              <a:latin typeface="微软雅黑" panose="020B0503020204020204" charset="-122"/>
              <a:cs typeface="微软雅黑" panose="020B0503020204020204" charset="-122"/>
            </a:endParaRPr>
          </a:p>
        </p:txBody>
      </p:sp>
      <p:sp>
        <p:nvSpPr>
          <p:cNvPr id="38" name="object 38"/>
          <p:cNvSpPr txBox="1"/>
          <p:nvPr/>
        </p:nvSpPr>
        <p:spPr>
          <a:xfrm>
            <a:off x="6797040" y="3463035"/>
            <a:ext cx="1203960" cy="269240"/>
          </a:xfrm>
          <a:prstGeom prst="rect">
            <a:avLst/>
          </a:prstGeom>
        </p:spPr>
        <p:txBody>
          <a:bodyPr vert="horz" wrap="square" lIns="0" tIns="12700" rIns="0" bIns="0" rtlCol="0">
            <a:spAutoFit/>
          </a:bodyPr>
          <a:lstStyle/>
          <a:p>
            <a:pPr marL="240665" indent="-227965">
              <a:lnSpc>
                <a:spcPct val="100000"/>
              </a:lnSpc>
              <a:spcBef>
                <a:spcPts val="100"/>
              </a:spcBef>
              <a:buFont typeface="Arial" panose="020B0604020202020204"/>
              <a:buChar char="•"/>
              <a:tabLst>
                <a:tab pos="240665" algn="l"/>
              </a:tabLst>
            </a:pPr>
            <a:r>
              <a:rPr sz="1600" dirty="0">
                <a:solidFill>
                  <a:srgbClr val="009FE8"/>
                </a:solidFill>
                <a:latin typeface="微软雅黑" panose="020B0503020204020204" charset="-122"/>
                <a:cs typeface="微软雅黑" panose="020B0503020204020204" charset="-122"/>
              </a:rPr>
              <a:t>将</a:t>
            </a:r>
            <a:r>
              <a:rPr sz="1600" spc="-10" dirty="0">
                <a:solidFill>
                  <a:srgbClr val="009FE8"/>
                </a:solidFill>
                <a:latin typeface="微软雅黑" panose="020B0503020204020204" charset="-122"/>
                <a:cs typeface="微软雅黑" panose="020B0503020204020204" charset="-122"/>
              </a:rPr>
              <a:t>SIB1</a:t>
            </a:r>
            <a:r>
              <a:rPr sz="1600" dirty="0">
                <a:solidFill>
                  <a:srgbClr val="009FE8"/>
                </a:solidFill>
                <a:latin typeface="微软雅黑" panose="020B0503020204020204" charset="-122"/>
                <a:cs typeface="微软雅黑" panose="020B0503020204020204" charset="-122"/>
              </a:rPr>
              <a:t>置</a:t>
            </a:r>
            <a:r>
              <a:rPr sz="1600" spc="-50" dirty="0">
                <a:solidFill>
                  <a:srgbClr val="009FE8"/>
                </a:solidFill>
                <a:latin typeface="微软雅黑" panose="020B0503020204020204" charset="-122"/>
                <a:cs typeface="微软雅黑" panose="020B0503020204020204" charset="-122"/>
              </a:rPr>
              <a:t>1</a:t>
            </a:r>
            <a:endParaRPr sz="1600">
              <a:latin typeface="微软雅黑" panose="020B0503020204020204" charset="-122"/>
              <a:cs typeface="微软雅黑" panose="020B0503020204020204" charset="-122"/>
            </a:endParaRPr>
          </a:p>
        </p:txBody>
      </p:sp>
      <p:sp>
        <p:nvSpPr>
          <p:cNvPr id="39" name="object 39"/>
          <p:cNvSpPr txBox="1"/>
          <p:nvPr/>
        </p:nvSpPr>
        <p:spPr>
          <a:xfrm>
            <a:off x="6797040" y="3984244"/>
            <a:ext cx="1203960" cy="269240"/>
          </a:xfrm>
          <a:prstGeom prst="rect">
            <a:avLst/>
          </a:prstGeom>
        </p:spPr>
        <p:txBody>
          <a:bodyPr vert="horz" wrap="square" lIns="0" tIns="12700" rIns="0" bIns="0" rtlCol="0">
            <a:spAutoFit/>
          </a:bodyPr>
          <a:lstStyle/>
          <a:p>
            <a:pPr marL="240665" indent="-227965">
              <a:lnSpc>
                <a:spcPct val="100000"/>
              </a:lnSpc>
              <a:spcBef>
                <a:spcPts val="100"/>
              </a:spcBef>
              <a:buFont typeface="Arial" panose="020B0604020202020204"/>
              <a:buChar char="•"/>
              <a:tabLst>
                <a:tab pos="240665" algn="l"/>
              </a:tabLst>
            </a:pPr>
            <a:r>
              <a:rPr sz="1600" dirty="0">
                <a:solidFill>
                  <a:srgbClr val="009FE8"/>
                </a:solidFill>
                <a:latin typeface="微软雅黑" panose="020B0503020204020204" charset="-122"/>
                <a:cs typeface="微软雅黑" panose="020B0503020204020204" charset="-122"/>
              </a:rPr>
              <a:t>将</a:t>
            </a:r>
            <a:r>
              <a:rPr sz="1600" spc="-10" dirty="0">
                <a:solidFill>
                  <a:srgbClr val="009FE8"/>
                </a:solidFill>
                <a:latin typeface="微软雅黑" panose="020B0503020204020204" charset="-122"/>
                <a:cs typeface="微软雅黑" panose="020B0503020204020204" charset="-122"/>
              </a:rPr>
              <a:t>SIB2</a:t>
            </a:r>
            <a:r>
              <a:rPr sz="1600" dirty="0">
                <a:solidFill>
                  <a:srgbClr val="009FE8"/>
                </a:solidFill>
                <a:latin typeface="微软雅黑" panose="020B0503020204020204" charset="-122"/>
                <a:cs typeface="微软雅黑" panose="020B0503020204020204" charset="-122"/>
              </a:rPr>
              <a:t>置</a:t>
            </a:r>
            <a:r>
              <a:rPr sz="1600" spc="-50" dirty="0">
                <a:solidFill>
                  <a:srgbClr val="009FE8"/>
                </a:solidFill>
                <a:latin typeface="微软雅黑" panose="020B0503020204020204" charset="-122"/>
                <a:cs typeface="微软雅黑" panose="020B0503020204020204" charset="-122"/>
              </a:rPr>
              <a:t>0</a:t>
            </a:r>
            <a:endParaRPr sz="1600">
              <a:latin typeface="微软雅黑" panose="020B0503020204020204" charset="-122"/>
              <a:cs typeface="微软雅黑" panose="020B0503020204020204" charset="-122"/>
            </a:endParaRPr>
          </a:p>
        </p:txBody>
      </p:sp>
      <p:sp>
        <p:nvSpPr>
          <p:cNvPr id="40" name="object 40"/>
          <p:cNvSpPr txBox="1"/>
          <p:nvPr/>
        </p:nvSpPr>
        <p:spPr>
          <a:xfrm>
            <a:off x="6797040" y="4505451"/>
            <a:ext cx="1287145" cy="269240"/>
          </a:xfrm>
          <a:prstGeom prst="rect">
            <a:avLst/>
          </a:prstGeom>
        </p:spPr>
        <p:txBody>
          <a:bodyPr vert="horz" wrap="square" lIns="0" tIns="12700" rIns="0" bIns="0" rtlCol="0">
            <a:spAutoFit/>
          </a:bodyPr>
          <a:lstStyle/>
          <a:p>
            <a:pPr marL="12700">
              <a:lnSpc>
                <a:spcPct val="100000"/>
              </a:lnSpc>
              <a:spcBef>
                <a:spcPts val="100"/>
              </a:spcBef>
            </a:pPr>
            <a:r>
              <a:rPr sz="1600" spc="-10" dirty="0">
                <a:solidFill>
                  <a:srgbClr val="009FE8"/>
                </a:solidFill>
                <a:latin typeface="微软雅黑" panose="020B0503020204020204" charset="-122"/>
                <a:cs typeface="微软雅黑" panose="020B0503020204020204" charset="-122"/>
              </a:rPr>
              <a:t>Ijtag_update:</a:t>
            </a:r>
            <a:endParaRPr sz="1600">
              <a:latin typeface="微软雅黑" panose="020B0503020204020204" charset="-122"/>
              <a:cs typeface="微软雅黑" panose="020B0503020204020204" charset="-122"/>
            </a:endParaRPr>
          </a:p>
        </p:txBody>
      </p:sp>
      <p:sp>
        <p:nvSpPr>
          <p:cNvPr id="41" name="object 41"/>
          <p:cNvSpPr txBox="1"/>
          <p:nvPr/>
        </p:nvSpPr>
        <p:spPr>
          <a:xfrm>
            <a:off x="6797040" y="5026659"/>
            <a:ext cx="1590675" cy="269240"/>
          </a:xfrm>
          <a:prstGeom prst="rect">
            <a:avLst/>
          </a:prstGeom>
        </p:spPr>
        <p:txBody>
          <a:bodyPr vert="horz" wrap="square" lIns="0" tIns="12700" rIns="0" bIns="0" rtlCol="0">
            <a:spAutoFit/>
          </a:bodyPr>
          <a:lstStyle/>
          <a:p>
            <a:pPr marL="240665" indent="-227965">
              <a:lnSpc>
                <a:spcPct val="100000"/>
              </a:lnSpc>
              <a:spcBef>
                <a:spcPts val="100"/>
              </a:spcBef>
              <a:buFont typeface="Arial" panose="020B0604020202020204"/>
              <a:buChar char="•"/>
              <a:tabLst>
                <a:tab pos="240665" algn="l"/>
              </a:tabLst>
            </a:pPr>
            <a:r>
              <a:rPr sz="1600" dirty="0">
                <a:solidFill>
                  <a:srgbClr val="009FE8"/>
                </a:solidFill>
                <a:latin typeface="微软雅黑" panose="020B0503020204020204" charset="-122"/>
                <a:cs typeface="微软雅黑" panose="020B0503020204020204" charset="-122"/>
              </a:rPr>
              <a:t>打开</a:t>
            </a:r>
            <a:r>
              <a:rPr sz="1600" spc="-10" dirty="0">
                <a:solidFill>
                  <a:srgbClr val="009FE8"/>
                </a:solidFill>
                <a:latin typeface="微软雅黑" panose="020B0503020204020204" charset="-122"/>
                <a:cs typeface="微软雅黑" panose="020B0503020204020204" charset="-122"/>
              </a:rPr>
              <a:t>TDR1</a:t>
            </a:r>
            <a:r>
              <a:rPr sz="1600" spc="-25" dirty="0">
                <a:solidFill>
                  <a:srgbClr val="009FE8"/>
                </a:solidFill>
                <a:latin typeface="微软雅黑" panose="020B0503020204020204" charset="-122"/>
                <a:cs typeface="微软雅黑" panose="020B0503020204020204" charset="-122"/>
              </a:rPr>
              <a:t>网络</a:t>
            </a:r>
            <a:endParaRPr sz="1600">
              <a:latin typeface="微软雅黑" panose="020B0503020204020204" charset="-122"/>
              <a:cs typeface="微软雅黑" panose="020B0503020204020204" charset="-122"/>
            </a:endParaRPr>
          </a:p>
        </p:txBody>
      </p:sp>
      <p:sp>
        <p:nvSpPr>
          <p:cNvPr id="42" name="object 42"/>
          <p:cNvSpPr txBox="1"/>
          <p:nvPr/>
        </p:nvSpPr>
        <p:spPr>
          <a:xfrm>
            <a:off x="3702900" y="2992132"/>
            <a:ext cx="313055" cy="369570"/>
          </a:xfrm>
          <a:prstGeom prst="rect">
            <a:avLst/>
          </a:prstGeom>
          <a:solidFill>
            <a:srgbClr val="FFFFFF"/>
          </a:solidFill>
        </p:spPr>
        <p:txBody>
          <a:bodyPr vert="horz" wrap="square" lIns="0" tIns="46355" rIns="0" bIns="0" rtlCol="0">
            <a:spAutoFit/>
          </a:bodyPr>
          <a:lstStyle/>
          <a:p>
            <a:pPr marL="90805">
              <a:lnSpc>
                <a:spcPct val="100000"/>
              </a:lnSpc>
              <a:spcBef>
                <a:spcPts val="365"/>
              </a:spcBef>
            </a:pPr>
            <a:r>
              <a:rPr sz="1800" b="1" spc="-50" dirty="0">
                <a:solidFill>
                  <a:srgbClr val="4472C4"/>
                </a:solidFill>
                <a:latin typeface="Arial" panose="020B0604020202020204"/>
                <a:cs typeface="Arial" panose="020B0604020202020204"/>
              </a:rPr>
              <a:t>1</a:t>
            </a:r>
            <a:endParaRPr sz="1800">
              <a:latin typeface="Arial" panose="020B0604020202020204"/>
              <a:cs typeface="Arial" panose="020B0604020202020204"/>
            </a:endParaRPr>
          </a:p>
        </p:txBody>
      </p:sp>
      <p:sp>
        <p:nvSpPr>
          <p:cNvPr id="43" name="object 43"/>
          <p:cNvSpPr txBox="1"/>
          <p:nvPr/>
        </p:nvSpPr>
        <p:spPr>
          <a:xfrm>
            <a:off x="3705352" y="5003952"/>
            <a:ext cx="313055" cy="369570"/>
          </a:xfrm>
          <a:prstGeom prst="rect">
            <a:avLst/>
          </a:prstGeom>
          <a:solidFill>
            <a:srgbClr val="FFFFFF"/>
          </a:solidFill>
        </p:spPr>
        <p:txBody>
          <a:bodyPr vert="horz" wrap="square" lIns="0" tIns="46355" rIns="0" bIns="0" rtlCol="0">
            <a:spAutoFit/>
          </a:bodyPr>
          <a:lstStyle/>
          <a:p>
            <a:pPr marL="90805">
              <a:lnSpc>
                <a:spcPct val="100000"/>
              </a:lnSpc>
              <a:spcBef>
                <a:spcPts val="365"/>
              </a:spcBef>
            </a:pPr>
            <a:r>
              <a:rPr sz="1800" b="1" spc="-50" dirty="0">
                <a:solidFill>
                  <a:srgbClr val="4472C4"/>
                </a:solidFill>
                <a:latin typeface="Arial" panose="020B0604020202020204"/>
                <a:cs typeface="Arial" panose="020B0604020202020204"/>
              </a:rPr>
              <a:t>0</a:t>
            </a:r>
            <a:endParaRPr sz="1800">
              <a:latin typeface="Arial" panose="020B0604020202020204"/>
              <a:cs typeface="Arial" panose="020B0604020202020204"/>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30" dirty="0"/>
              <a:t>SIB</a:t>
            </a:r>
            <a:r>
              <a:rPr spc="-20" dirty="0"/>
              <a:t>的网络</a:t>
            </a:r>
            <a:endParaRPr spc="-20" dirty="0"/>
          </a:p>
        </p:txBody>
      </p:sp>
      <p:sp>
        <p:nvSpPr>
          <p:cNvPr id="3" name="object 3"/>
          <p:cNvSpPr txBox="1"/>
          <p:nvPr/>
        </p:nvSpPr>
        <p:spPr>
          <a:xfrm>
            <a:off x="963930" y="1578355"/>
            <a:ext cx="3415029" cy="391160"/>
          </a:xfrm>
          <a:prstGeom prst="rect">
            <a:avLst/>
          </a:prstGeom>
        </p:spPr>
        <p:txBody>
          <a:bodyPr vert="horz" wrap="square" lIns="0" tIns="12700" rIns="0" bIns="0" rtlCol="0">
            <a:spAutoFit/>
          </a:bodyPr>
          <a:lstStyle/>
          <a:p>
            <a:pPr marL="12700">
              <a:lnSpc>
                <a:spcPct val="100000"/>
              </a:lnSpc>
              <a:spcBef>
                <a:spcPts val="100"/>
              </a:spcBef>
              <a:tabLst>
                <a:tab pos="469265" algn="l"/>
              </a:tabLst>
            </a:pPr>
            <a:r>
              <a:rPr sz="2400" b="1" spc="-25" dirty="0">
                <a:solidFill>
                  <a:srgbClr val="009FE8"/>
                </a:solidFill>
                <a:latin typeface="微软雅黑" panose="020B0503020204020204" charset="-122"/>
                <a:cs typeface="微软雅黑" panose="020B0503020204020204" charset="-122"/>
              </a:rPr>
              <a:t>2.</a:t>
            </a:r>
            <a:r>
              <a:rPr sz="2400" b="1" dirty="0">
                <a:solidFill>
                  <a:srgbClr val="009FE8"/>
                </a:solidFill>
                <a:latin typeface="微软雅黑" panose="020B0503020204020204" charset="-122"/>
                <a:cs typeface="微软雅黑" panose="020B0503020204020204" charset="-122"/>
              </a:rPr>
              <a:t>	配置</a:t>
            </a:r>
            <a:r>
              <a:rPr sz="2400" b="1" spc="-20" dirty="0">
                <a:solidFill>
                  <a:srgbClr val="009FE8"/>
                </a:solidFill>
                <a:latin typeface="微软雅黑" panose="020B0503020204020204" charset="-122"/>
                <a:cs typeface="微软雅黑" panose="020B0503020204020204" charset="-122"/>
              </a:rPr>
              <a:t>SIB</a:t>
            </a:r>
            <a:r>
              <a:rPr sz="2400" b="1" spc="-10" dirty="0">
                <a:solidFill>
                  <a:srgbClr val="009FE8"/>
                </a:solidFill>
                <a:latin typeface="微软雅黑" panose="020B0503020204020204" charset="-122"/>
                <a:cs typeface="微软雅黑" panose="020B0503020204020204" charset="-122"/>
              </a:rPr>
              <a:t>的网络结构：</a:t>
            </a:r>
            <a:endParaRPr sz="2400">
              <a:latin typeface="微软雅黑" panose="020B0503020204020204" charset="-122"/>
              <a:cs typeface="微软雅黑" panose="020B0503020204020204" charset="-122"/>
            </a:endParaRPr>
          </a:p>
        </p:txBody>
      </p:sp>
      <p:sp>
        <p:nvSpPr>
          <p:cNvPr id="4" name="object 4"/>
          <p:cNvSpPr txBox="1"/>
          <p:nvPr/>
        </p:nvSpPr>
        <p:spPr>
          <a:xfrm>
            <a:off x="1185133" y="2841320"/>
            <a:ext cx="1485900" cy="802640"/>
          </a:xfrm>
          <a:prstGeom prst="rect">
            <a:avLst/>
          </a:prstGeom>
          <a:ln w="12700">
            <a:solidFill>
              <a:srgbClr val="2F528F"/>
            </a:solidFill>
          </a:ln>
        </p:spPr>
        <p:txBody>
          <a:bodyPr vert="horz" wrap="square" lIns="0" tIns="139700" rIns="0" bIns="0" rtlCol="0">
            <a:spAutoFit/>
          </a:bodyPr>
          <a:lstStyle/>
          <a:p>
            <a:pPr marL="3810" algn="ctr">
              <a:lnSpc>
                <a:spcPts val="2135"/>
              </a:lnSpc>
              <a:spcBef>
                <a:spcPts val="1100"/>
              </a:spcBef>
            </a:pPr>
            <a:r>
              <a:rPr sz="1800" spc="-25" dirty="0">
                <a:latin typeface="Arial" panose="020B0604020202020204"/>
                <a:cs typeface="Arial" panose="020B0604020202020204"/>
              </a:rPr>
              <a:t>TAP</a:t>
            </a:r>
            <a:endParaRPr sz="1800">
              <a:latin typeface="Arial" panose="020B0604020202020204"/>
              <a:cs typeface="Arial" panose="020B0604020202020204"/>
            </a:endParaRPr>
          </a:p>
          <a:p>
            <a:pPr algn="ctr">
              <a:lnSpc>
                <a:spcPts val="2135"/>
              </a:lnSpc>
            </a:pPr>
            <a:r>
              <a:rPr sz="1800" spc="-10" dirty="0">
                <a:latin typeface="Arial" panose="020B0604020202020204"/>
                <a:cs typeface="Arial" panose="020B0604020202020204"/>
              </a:rPr>
              <a:t>Controller</a:t>
            </a:r>
            <a:endParaRPr sz="1800">
              <a:latin typeface="Arial" panose="020B0604020202020204"/>
              <a:cs typeface="Arial" panose="020B0604020202020204"/>
            </a:endParaRPr>
          </a:p>
        </p:txBody>
      </p:sp>
      <p:grpSp>
        <p:nvGrpSpPr>
          <p:cNvPr id="5" name="object 5"/>
          <p:cNvGrpSpPr/>
          <p:nvPr/>
        </p:nvGrpSpPr>
        <p:grpSpPr>
          <a:xfrm>
            <a:off x="3563937" y="2449982"/>
            <a:ext cx="2834640" cy="3169285"/>
            <a:chOff x="3563937" y="2449982"/>
            <a:chExt cx="2834640" cy="3169285"/>
          </a:xfrm>
        </p:grpSpPr>
        <p:sp>
          <p:nvSpPr>
            <p:cNvPr id="6" name="object 6"/>
            <p:cNvSpPr/>
            <p:nvPr/>
          </p:nvSpPr>
          <p:spPr>
            <a:xfrm>
              <a:off x="3570287" y="4711090"/>
              <a:ext cx="578485" cy="901700"/>
            </a:xfrm>
            <a:custGeom>
              <a:avLst/>
              <a:gdLst/>
              <a:ahLst/>
              <a:cxnLst/>
              <a:rect l="l" t="t" r="r" b="b"/>
              <a:pathLst>
                <a:path w="578485" h="901700">
                  <a:moveTo>
                    <a:pt x="578142" y="0"/>
                  </a:moveTo>
                  <a:lnTo>
                    <a:pt x="0" y="0"/>
                  </a:lnTo>
                  <a:lnTo>
                    <a:pt x="0" y="901701"/>
                  </a:lnTo>
                  <a:lnTo>
                    <a:pt x="578142" y="901701"/>
                  </a:lnTo>
                  <a:lnTo>
                    <a:pt x="578142" y="0"/>
                  </a:lnTo>
                  <a:close/>
                </a:path>
              </a:pathLst>
            </a:custGeom>
            <a:solidFill>
              <a:srgbClr val="D9D9D9"/>
            </a:solidFill>
          </p:spPr>
          <p:txBody>
            <a:bodyPr wrap="square" lIns="0" tIns="0" rIns="0" bIns="0" rtlCol="0"/>
            <a:lstStyle/>
            <a:p/>
          </p:txBody>
        </p:sp>
        <p:sp>
          <p:nvSpPr>
            <p:cNvPr id="7" name="object 7"/>
            <p:cNvSpPr/>
            <p:nvPr/>
          </p:nvSpPr>
          <p:spPr>
            <a:xfrm>
              <a:off x="3570287" y="4711090"/>
              <a:ext cx="578485" cy="901700"/>
            </a:xfrm>
            <a:custGeom>
              <a:avLst/>
              <a:gdLst/>
              <a:ahLst/>
              <a:cxnLst/>
              <a:rect l="l" t="t" r="r" b="b"/>
              <a:pathLst>
                <a:path w="578485" h="901700">
                  <a:moveTo>
                    <a:pt x="0" y="0"/>
                  </a:moveTo>
                  <a:lnTo>
                    <a:pt x="578140" y="0"/>
                  </a:lnTo>
                  <a:lnTo>
                    <a:pt x="578140" y="901700"/>
                  </a:lnTo>
                  <a:lnTo>
                    <a:pt x="0" y="901700"/>
                  </a:lnTo>
                  <a:lnTo>
                    <a:pt x="0" y="0"/>
                  </a:lnTo>
                  <a:close/>
                </a:path>
              </a:pathLst>
            </a:custGeom>
            <a:ln w="12700">
              <a:solidFill>
                <a:srgbClr val="2F528F"/>
              </a:solidFill>
            </a:ln>
          </p:spPr>
          <p:txBody>
            <a:bodyPr wrap="square" lIns="0" tIns="0" rIns="0" bIns="0" rtlCol="0"/>
            <a:lstStyle/>
            <a:p/>
          </p:txBody>
        </p:sp>
        <p:sp>
          <p:nvSpPr>
            <p:cNvPr id="8" name="object 8"/>
            <p:cNvSpPr/>
            <p:nvPr/>
          </p:nvSpPr>
          <p:spPr>
            <a:xfrm>
              <a:off x="3572738" y="2725940"/>
              <a:ext cx="578485" cy="901700"/>
            </a:xfrm>
            <a:custGeom>
              <a:avLst/>
              <a:gdLst/>
              <a:ahLst/>
              <a:cxnLst/>
              <a:rect l="l" t="t" r="r" b="b"/>
              <a:pathLst>
                <a:path w="578485" h="901700">
                  <a:moveTo>
                    <a:pt x="578129" y="0"/>
                  </a:moveTo>
                  <a:lnTo>
                    <a:pt x="0" y="0"/>
                  </a:lnTo>
                  <a:lnTo>
                    <a:pt x="0" y="901699"/>
                  </a:lnTo>
                  <a:lnTo>
                    <a:pt x="578129" y="901699"/>
                  </a:lnTo>
                  <a:lnTo>
                    <a:pt x="578129" y="0"/>
                  </a:lnTo>
                  <a:close/>
                </a:path>
              </a:pathLst>
            </a:custGeom>
            <a:solidFill>
              <a:srgbClr val="D9D9D9"/>
            </a:solidFill>
          </p:spPr>
          <p:txBody>
            <a:bodyPr wrap="square" lIns="0" tIns="0" rIns="0" bIns="0" rtlCol="0"/>
            <a:lstStyle/>
            <a:p/>
          </p:txBody>
        </p:sp>
        <p:sp>
          <p:nvSpPr>
            <p:cNvPr id="9" name="object 9"/>
            <p:cNvSpPr/>
            <p:nvPr/>
          </p:nvSpPr>
          <p:spPr>
            <a:xfrm>
              <a:off x="3572738" y="2725940"/>
              <a:ext cx="578485" cy="901700"/>
            </a:xfrm>
            <a:custGeom>
              <a:avLst/>
              <a:gdLst/>
              <a:ahLst/>
              <a:cxnLst/>
              <a:rect l="l" t="t" r="r" b="b"/>
              <a:pathLst>
                <a:path w="578485" h="901700">
                  <a:moveTo>
                    <a:pt x="0" y="0"/>
                  </a:moveTo>
                  <a:lnTo>
                    <a:pt x="578140" y="0"/>
                  </a:lnTo>
                  <a:lnTo>
                    <a:pt x="578140" y="901700"/>
                  </a:lnTo>
                  <a:lnTo>
                    <a:pt x="0" y="901700"/>
                  </a:lnTo>
                  <a:lnTo>
                    <a:pt x="0" y="0"/>
                  </a:lnTo>
                  <a:close/>
                </a:path>
              </a:pathLst>
            </a:custGeom>
            <a:ln w="12700">
              <a:solidFill>
                <a:srgbClr val="2F528F"/>
              </a:solidFill>
            </a:ln>
          </p:spPr>
          <p:txBody>
            <a:bodyPr wrap="square" lIns="0" tIns="0" rIns="0" bIns="0" rtlCol="0"/>
            <a:lstStyle/>
            <a:p/>
          </p:txBody>
        </p:sp>
        <p:sp>
          <p:nvSpPr>
            <p:cNvPr id="10" name="object 10"/>
            <p:cNvSpPr/>
            <p:nvPr/>
          </p:nvSpPr>
          <p:spPr>
            <a:xfrm>
              <a:off x="4646294" y="2456332"/>
              <a:ext cx="1746250" cy="1441450"/>
            </a:xfrm>
            <a:custGeom>
              <a:avLst/>
              <a:gdLst/>
              <a:ahLst/>
              <a:cxnLst/>
              <a:rect l="l" t="t" r="r" b="b"/>
              <a:pathLst>
                <a:path w="1746250" h="1441450">
                  <a:moveTo>
                    <a:pt x="1745830" y="0"/>
                  </a:moveTo>
                  <a:lnTo>
                    <a:pt x="0" y="0"/>
                  </a:lnTo>
                  <a:lnTo>
                    <a:pt x="0" y="1440929"/>
                  </a:lnTo>
                  <a:lnTo>
                    <a:pt x="1745830" y="1440929"/>
                  </a:lnTo>
                  <a:lnTo>
                    <a:pt x="1745830" y="0"/>
                  </a:lnTo>
                  <a:close/>
                </a:path>
              </a:pathLst>
            </a:custGeom>
            <a:solidFill>
              <a:srgbClr val="D9D9D9"/>
            </a:solidFill>
          </p:spPr>
          <p:txBody>
            <a:bodyPr wrap="square" lIns="0" tIns="0" rIns="0" bIns="0" rtlCol="0"/>
            <a:lstStyle/>
            <a:p/>
          </p:txBody>
        </p:sp>
        <p:sp>
          <p:nvSpPr>
            <p:cNvPr id="11" name="object 11"/>
            <p:cNvSpPr/>
            <p:nvPr/>
          </p:nvSpPr>
          <p:spPr>
            <a:xfrm>
              <a:off x="4646294" y="2456332"/>
              <a:ext cx="1746250" cy="1441450"/>
            </a:xfrm>
            <a:custGeom>
              <a:avLst/>
              <a:gdLst/>
              <a:ahLst/>
              <a:cxnLst/>
              <a:rect l="l" t="t" r="r" b="b"/>
              <a:pathLst>
                <a:path w="1746250" h="1441450">
                  <a:moveTo>
                    <a:pt x="0" y="0"/>
                  </a:moveTo>
                  <a:lnTo>
                    <a:pt x="1745840" y="0"/>
                  </a:lnTo>
                  <a:lnTo>
                    <a:pt x="1745840" y="1440930"/>
                  </a:lnTo>
                  <a:lnTo>
                    <a:pt x="0" y="1440930"/>
                  </a:lnTo>
                  <a:lnTo>
                    <a:pt x="0" y="0"/>
                  </a:lnTo>
                  <a:close/>
                </a:path>
              </a:pathLst>
            </a:custGeom>
            <a:ln w="12700">
              <a:solidFill>
                <a:srgbClr val="2F528F"/>
              </a:solidFill>
            </a:ln>
          </p:spPr>
          <p:txBody>
            <a:bodyPr wrap="square" lIns="0" tIns="0" rIns="0" bIns="0" rtlCol="0"/>
            <a:lstStyle/>
            <a:p/>
          </p:txBody>
        </p:sp>
        <p:sp>
          <p:nvSpPr>
            <p:cNvPr id="12" name="object 12"/>
            <p:cNvSpPr/>
            <p:nvPr/>
          </p:nvSpPr>
          <p:spPr>
            <a:xfrm>
              <a:off x="4804638" y="2725940"/>
              <a:ext cx="578485" cy="901700"/>
            </a:xfrm>
            <a:custGeom>
              <a:avLst/>
              <a:gdLst/>
              <a:ahLst/>
              <a:cxnLst/>
              <a:rect l="l" t="t" r="r" b="b"/>
              <a:pathLst>
                <a:path w="578485" h="901700">
                  <a:moveTo>
                    <a:pt x="0" y="0"/>
                  </a:moveTo>
                  <a:lnTo>
                    <a:pt x="578140" y="0"/>
                  </a:lnTo>
                  <a:lnTo>
                    <a:pt x="578140" y="901700"/>
                  </a:lnTo>
                  <a:lnTo>
                    <a:pt x="0" y="901700"/>
                  </a:lnTo>
                  <a:lnTo>
                    <a:pt x="0" y="0"/>
                  </a:lnTo>
                  <a:close/>
                </a:path>
              </a:pathLst>
            </a:custGeom>
            <a:ln w="12700">
              <a:solidFill>
                <a:srgbClr val="2F528F"/>
              </a:solidFill>
            </a:ln>
          </p:spPr>
          <p:txBody>
            <a:bodyPr wrap="square" lIns="0" tIns="0" rIns="0" bIns="0" rtlCol="0"/>
            <a:lstStyle/>
            <a:p/>
          </p:txBody>
        </p:sp>
      </p:grpSp>
      <p:sp>
        <p:nvSpPr>
          <p:cNvPr id="13" name="object 13"/>
          <p:cNvSpPr txBox="1"/>
          <p:nvPr/>
        </p:nvSpPr>
        <p:spPr>
          <a:xfrm>
            <a:off x="3601249" y="5772403"/>
            <a:ext cx="520700"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Arial" panose="020B0604020202020204"/>
                <a:cs typeface="Arial" panose="020B0604020202020204"/>
              </a:rPr>
              <a:t>SIB2</a:t>
            </a:r>
            <a:endParaRPr sz="1800">
              <a:latin typeface="Arial" panose="020B0604020202020204"/>
              <a:cs typeface="Arial" panose="020B0604020202020204"/>
            </a:endParaRPr>
          </a:p>
        </p:txBody>
      </p:sp>
      <p:sp>
        <p:nvSpPr>
          <p:cNvPr id="14" name="object 14"/>
          <p:cNvSpPr txBox="1"/>
          <p:nvPr/>
        </p:nvSpPr>
        <p:spPr>
          <a:xfrm>
            <a:off x="3572243" y="2315971"/>
            <a:ext cx="520700"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Arial" panose="020B0604020202020204"/>
                <a:cs typeface="Arial" panose="020B0604020202020204"/>
              </a:rPr>
              <a:t>SIB1</a:t>
            </a:r>
            <a:endParaRPr sz="1800">
              <a:latin typeface="Arial" panose="020B0604020202020204"/>
              <a:cs typeface="Arial" panose="020B0604020202020204"/>
            </a:endParaRPr>
          </a:p>
        </p:txBody>
      </p:sp>
      <p:sp>
        <p:nvSpPr>
          <p:cNvPr id="15" name="object 15"/>
          <p:cNvSpPr txBox="1"/>
          <p:nvPr/>
        </p:nvSpPr>
        <p:spPr>
          <a:xfrm>
            <a:off x="4804143" y="2428747"/>
            <a:ext cx="622300"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Arial" panose="020B0604020202020204"/>
                <a:cs typeface="Arial" panose="020B0604020202020204"/>
              </a:rPr>
              <a:t>TDR1</a:t>
            </a:r>
            <a:endParaRPr sz="1800">
              <a:latin typeface="Arial" panose="020B0604020202020204"/>
              <a:cs typeface="Arial" panose="020B0604020202020204"/>
            </a:endParaRPr>
          </a:p>
        </p:txBody>
      </p:sp>
      <p:grpSp>
        <p:nvGrpSpPr>
          <p:cNvPr id="16" name="object 16"/>
          <p:cNvGrpSpPr/>
          <p:nvPr/>
        </p:nvGrpSpPr>
        <p:grpSpPr>
          <a:xfrm>
            <a:off x="4655896" y="2696588"/>
            <a:ext cx="1758950" cy="3153410"/>
            <a:chOff x="4655896" y="2696588"/>
            <a:chExt cx="1758950" cy="3153410"/>
          </a:xfrm>
        </p:grpSpPr>
        <p:sp>
          <p:nvSpPr>
            <p:cNvPr id="17" name="object 17"/>
            <p:cNvSpPr/>
            <p:nvPr/>
          </p:nvSpPr>
          <p:spPr>
            <a:xfrm>
              <a:off x="5658069" y="2702935"/>
              <a:ext cx="495300" cy="955040"/>
            </a:xfrm>
            <a:custGeom>
              <a:avLst/>
              <a:gdLst/>
              <a:ahLst/>
              <a:cxnLst/>
              <a:rect l="l" t="t" r="r" b="b"/>
              <a:pathLst>
                <a:path w="495300" h="955039">
                  <a:moveTo>
                    <a:pt x="305405" y="0"/>
                  </a:moveTo>
                  <a:lnTo>
                    <a:pt x="286381" y="6552"/>
                  </a:lnTo>
                  <a:lnTo>
                    <a:pt x="269681" y="31344"/>
                  </a:lnTo>
                  <a:lnTo>
                    <a:pt x="257463" y="72484"/>
                  </a:lnTo>
                  <a:lnTo>
                    <a:pt x="254203" y="64644"/>
                  </a:lnTo>
                  <a:lnTo>
                    <a:pt x="250740" y="57452"/>
                  </a:lnTo>
                  <a:lnTo>
                    <a:pt x="247088" y="50933"/>
                  </a:lnTo>
                  <a:lnTo>
                    <a:pt x="243264" y="45115"/>
                  </a:lnTo>
                  <a:lnTo>
                    <a:pt x="219986" y="26942"/>
                  </a:lnTo>
                  <a:lnTo>
                    <a:pt x="196671" y="33388"/>
                  </a:lnTo>
                  <a:lnTo>
                    <a:pt x="175981" y="62315"/>
                  </a:lnTo>
                  <a:lnTo>
                    <a:pt x="160575" y="111587"/>
                  </a:lnTo>
                  <a:lnTo>
                    <a:pt x="148936" y="96977"/>
                  </a:lnTo>
                  <a:lnTo>
                    <a:pt x="136619" y="87682"/>
                  </a:lnTo>
                  <a:lnTo>
                    <a:pt x="123888" y="83841"/>
                  </a:lnTo>
                  <a:lnTo>
                    <a:pt x="111006" y="85590"/>
                  </a:lnTo>
                  <a:lnTo>
                    <a:pt x="67706" y="140567"/>
                  </a:lnTo>
                  <a:lnTo>
                    <a:pt x="53357" y="190039"/>
                  </a:lnTo>
                  <a:lnTo>
                    <a:pt x="45329" y="249147"/>
                  </a:lnTo>
                  <a:lnTo>
                    <a:pt x="44712" y="314126"/>
                  </a:lnTo>
                  <a:lnTo>
                    <a:pt x="44306" y="317098"/>
                  </a:lnTo>
                  <a:lnTo>
                    <a:pt x="13506" y="356701"/>
                  </a:lnTo>
                  <a:lnTo>
                    <a:pt x="0" y="430706"/>
                  </a:lnTo>
                  <a:lnTo>
                    <a:pt x="1210" y="480955"/>
                  </a:lnTo>
                  <a:lnTo>
                    <a:pt x="9481" y="526339"/>
                  </a:lnTo>
                  <a:lnTo>
                    <a:pt x="24240" y="561078"/>
                  </a:lnTo>
                  <a:lnTo>
                    <a:pt x="17700" y="583900"/>
                  </a:lnTo>
                  <a:lnTo>
                    <a:pt x="13247" y="609574"/>
                  </a:lnTo>
                  <a:lnTo>
                    <a:pt x="11001" y="637146"/>
                  </a:lnTo>
                  <a:lnTo>
                    <a:pt x="11083" y="665662"/>
                  </a:lnTo>
                  <a:lnTo>
                    <a:pt x="17256" y="715009"/>
                  </a:lnTo>
                  <a:lnTo>
                    <a:pt x="29747" y="753018"/>
                  </a:lnTo>
                  <a:lnTo>
                    <a:pt x="46775" y="776003"/>
                  </a:lnTo>
                  <a:lnTo>
                    <a:pt x="66556" y="780280"/>
                  </a:lnTo>
                  <a:lnTo>
                    <a:pt x="66861" y="781677"/>
                  </a:lnTo>
                  <a:lnTo>
                    <a:pt x="85777" y="841450"/>
                  </a:lnTo>
                  <a:lnTo>
                    <a:pt x="109064" y="879213"/>
                  </a:lnTo>
                  <a:lnTo>
                    <a:pt x="135358" y="896450"/>
                  </a:lnTo>
                  <a:lnTo>
                    <a:pt x="162656" y="891850"/>
                  </a:lnTo>
                  <a:lnTo>
                    <a:pt x="188959" y="864100"/>
                  </a:lnTo>
                  <a:lnTo>
                    <a:pt x="197299" y="891469"/>
                  </a:lnTo>
                  <a:lnTo>
                    <a:pt x="207225" y="914517"/>
                  </a:lnTo>
                  <a:lnTo>
                    <a:pt x="218498" y="932782"/>
                  </a:lnTo>
                  <a:lnTo>
                    <a:pt x="230882" y="945799"/>
                  </a:lnTo>
                  <a:lnTo>
                    <a:pt x="255444" y="954516"/>
                  </a:lnTo>
                  <a:lnTo>
                    <a:pt x="278968" y="943052"/>
                  </a:lnTo>
                  <a:lnTo>
                    <a:pt x="299862" y="913644"/>
                  </a:lnTo>
                  <a:lnTo>
                    <a:pt x="316537" y="868530"/>
                  </a:lnTo>
                  <a:lnTo>
                    <a:pt x="327402" y="809947"/>
                  </a:lnTo>
                  <a:lnTo>
                    <a:pt x="335468" y="821200"/>
                  </a:lnTo>
                  <a:lnTo>
                    <a:pt x="344004" y="829407"/>
                  </a:lnTo>
                  <a:lnTo>
                    <a:pt x="352887" y="834475"/>
                  </a:lnTo>
                  <a:lnTo>
                    <a:pt x="361997" y="836312"/>
                  </a:lnTo>
                  <a:lnTo>
                    <a:pt x="387853" y="823200"/>
                  </a:lnTo>
                  <a:lnTo>
                    <a:pt x="409048" y="786398"/>
                  </a:lnTo>
                  <a:lnTo>
                    <a:pt x="423431" y="731456"/>
                  </a:lnTo>
                  <a:lnTo>
                    <a:pt x="428849" y="663923"/>
                  </a:lnTo>
                  <a:lnTo>
                    <a:pt x="438613" y="658561"/>
                  </a:lnTo>
                  <a:lnTo>
                    <a:pt x="465171" y="623816"/>
                  </a:lnTo>
                  <a:lnTo>
                    <a:pt x="479858" y="585065"/>
                  </a:lnTo>
                  <a:lnTo>
                    <a:pt x="489805" y="539143"/>
                  </a:lnTo>
                  <a:lnTo>
                    <a:pt x="494875" y="488774"/>
                  </a:lnTo>
                  <a:lnTo>
                    <a:pt x="494932" y="436679"/>
                  </a:lnTo>
                  <a:lnTo>
                    <a:pt x="489838" y="385582"/>
                  </a:lnTo>
                  <a:lnTo>
                    <a:pt x="479459" y="338206"/>
                  </a:lnTo>
                  <a:lnTo>
                    <a:pt x="480576" y="331348"/>
                  </a:lnTo>
                  <a:lnTo>
                    <a:pt x="482266" y="317098"/>
                  </a:lnTo>
                  <a:lnTo>
                    <a:pt x="483879" y="253434"/>
                  </a:lnTo>
                  <a:lnTo>
                    <a:pt x="476341" y="195107"/>
                  </a:lnTo>
                  <a:lnTo>
                    <a:pt x="461031" y="148465"/>
                  </a:lnTo>
                  <a:lnTo>
                    <a:pt x="439327" y="119855"/>
                  </a:lnTo>
                  <a:lnTo>
                    <a:pt x="436813" y="95556"/>
                  </a:lnTo>
                  <a:lnTo>
                    <a:pt x="427309" y="52412"/>
                  </a:lnTo>
                  <a:lnTo>
                    <a:pt x="401168" y="6599"/>
                  </a:lnTo>
                  <a:lnTo>
                    <a:pt x="379950" y="473"/>
                  </a:lnTo>
                  <a:lnTo>
                    <a:pt x="359400" y="15614"/>
                  </a:lnTo>
                  <a:lnTo>
                    <a:pt x="342045" y="51478"/>
                  </a:lnTo>
                  <a:lnTo>
                    <a:pt x="338325" y="40082"/>
                  </a:lnTo>
                  <a:lnTo>
                    <a:pt x="334149" y="29905"/>
                  </a:lnTo>
                  <a:lnTo>
                    <a:pt x="329558" y="21040"/>
                  </a:lnTo>
                  <a:lnTo>
                    <a:pt x="324595" y="13581"/>
                  </a:lnTo>
                  <a:lnTo>
                    <a:pt x="305405" y="0"/>
                  </a:lnTo>
                  <a:close/>
                </a:path>
              </a:pathLst>
            </a:custGeom>
            <a:solidFill>
              <a:srgbClr val="FFFFFF"/>
            </a:solidFill>
          </p:spPr>
          <p:txBody>
            <a:bodyPr wrap="square" lIns="0" tIns="0" rIns="0" bIns="0" rtlCol="0"/>
            <a:lstStyle/>
            <a:p/>
          </p:txBody>
        </p:sp>
        <p:sp>
          <p:nvSpPr>
            <p:cNvPr id="18" name="object 18"/>
            <p:cNvSpPr/>
            <p:nvPr/>
          </p:nvSpPr>
          <p:spPr>
            <a:xfrm>
              <a:off x="5658076" y="2702938"/>
              <a:ext cx="495300" cy="955040"/>
            </a:xfrm>
            <a:custGeom>
              <a:avLst/>
              <a:gdLst/>
              <a:ahLst/>
              <a:cxnLst/>
              <a:rect l="l" t="t" r="r" b="b"/>
              <a:pathLst>
                <a:path w="495300" h="955039">
                  <a:moveTo>
                    <a:pt x="44716" y="314128"/>
                  </a:moveTo>
                  <a:lnTo>
                    <a:pt x="45328" y="249146"/>
                  </a:lnTo>
                  <a:lnTo>
                    <a:pt x="53355" y="190037"/>
                  </a:lnTo>
                  <a:lnTo>
                    <a:pt x="67703" y="140564"/>
                  </a:lnTo>
                  <a:lnTo>
                    <a:pt x="87281" y="104493"/>
                  </a:lnTo>
                  <a:lnTo>
                    <a:pt x="123886" y="83837"/>
                  </a:lnTo>
                  <a:lnTo>
                    <a:pt x="136619" y="87678"/>
                  </a:lnTo>
                  <a:lnTo>
                    <a:pt x="148935" y="96974"/>
                  </a:lnTo>
                  <a:lnTo>
                    <a:pt x="160574" y="111587"/>
                  </a:lnTo>
                  <a:lnTo>
                    <a:pt x="175982" y="62317"/>
                  </a:lnTo>
                  <a:lnTo>
                    <a:pt x="196672" y="33390"/>
                  </a:lnTo>
                  <a:lnTo>
                    <a:pt x="219983" y="26944"/>
                  </a:lnTo>
                  <a:lnTo>
                    <a:pt x="243256" y="45117"/>
                  </a:lnTo>
                  <a:lnTo>
                    <a:pt x="247085" y="50932"/>
                  </a:lnTo>
                  <a:lnTo>
                    <a:pt x="250738" y="57449"/>
                  </a:lnTo>
                  <a:lnTo>
                    <a:pt x="254203" y="64643"/>
                  </a:lnTo>
                  <a:lnTo>
                    <a:pt x="257465" y="72485"/>
                  </a:lnTo>
                  <a:lnTo>
                    <a:pt x="269680" y="31345"/>
                  </a:lnTo>
                  <a:lnTo>
                    <a:pt x="286379" y="6551"/>
                  </a:lnTo>
                  <a:lnTo>
                    <a:pt x="305401" y="0"/>
                  </a:lnTo>
                  <a:lnTo>
                    <a:pt x="324588" y="13584"/>
                  </a:lnTo>
                  <a:lnTo>
                    <a:pt x="329552" y="21039"/>
                  </a:lnTo>
                  <a:lnTo>
                    <a:pt x="334144" y="29901"/>
                  </a:lnTo>
                  <a:lnTo>
                    <a:pt x="338322" y="40076"/>
                  </a:lnTo>
                  <a:lnTo>
                    <a:pt x="342044" y="51470"/>
                  </a:lnTo>
                  <a:lnTo>
                    <a:pt x="359398" y="15611"/>
                  </a:lnTo>
                  <a:lnTo>
                    <a:pt x="379947" y="473"/>
                  </a:lnTo>
                  <a:lnTo>
                    <a:pt x="401167" y="6599"/>
                  </a:lnTo>
                  <a:lnTo>
                    <a:pt x="420531" y="34535"/>
                  </a:lnTo>
                  <a:lnTo>
                    <a:pt x="427306" y="52410"/>
                  </a:lnTo>
                  <a:lnTo>
                    <a:pt x="432768" y="72910"/>
                  </a:lnTo>
                  <a:lnTo>
                    <a:pt x="436811" y="95551"/>
                  </a:lnTo>
                  <a:lnTo>
                    <a:pt x="439328" y="119848"/>
                  </a:lnTo>
                  <a:lnTo>
                    <a:pt x="461030" y="148463"/>
                  </a:lnTo>
                  <a:lnTo>
                    <a:pt x="476341" y="195106"/>
                  </a:lnTo>
                  <a:lnTo>
                    <a:pt x="483878" y="253431"/>
                  </a:lnTo>
                  <a:lnTo>
                    <a:pt x="482261" y="317094"/>
                  </a:lnTo>
                  <a:lnTo>
                    <a:pt x="481515" y="324293"/>
                  </a:lnTo>
                  <a:lnTo>
                    <a:pt x="480579" y="331346"/>
                  </a:lnTo>
                  <a:lnTo>
                    <a:pt x="479460" y="338202"/>
                  </a:lnTo>
                  <a:lnTo>
                    <a:pt x="489838" y="385578"/>
                  </a:lnTo>
                  <a:lnTo>
                    <a:pt x="494931" y="436675"/>
                  </a:lnTo>
                  <a:lnTo>
                    <a:pt x="494875" y="488770"/>
                  </a:lnTo>
                  <a:lnTo>
                    <a:pt x="489805" y="539140"/>
                  </a:lnTo>
                  <a:lnTo>
                    <a:pt x="479859" y="585063"/>
                  </a:lnTo>
                  <a:lnTo>
                    <a:pt x="465172" y="623817"/>
                  </a:lnTo>
                  <a:lnTo>
                    <a:pt x="438615" y="658559"/>
                  </a:lnTo>
                  <a:lnTo>
                    <a:pt x="428852" y="663915"/>
                  </a:lnTo>
                  <a:lnTo>
                    <a:pt x="423433" y="731454"/>
                  </a:lnTo>
                  <a:lnTo>
                    <a:pt x="409050" y="786398"/>
                  </a:lnTo>
                  <a:lnTo>
                    <a:pt x="387855" y="823201"/>
                  </a:lnTo>
                  <a:lnTo>
                    <a:pt x="361996" y="836315"/>
                  </a:lnTo>
                  <a:lnTo>
                    <a:pt x="352888" y="834476"/>
                  </a:lnTo>
                  <a:lnTo>
                    <a:pt x="344004" y="829405"/>
                  </a:lnTo>
                  <a:lnTo>
                    <a:pt x="335468" y="821199"/>
                  </a:lnTo>
                  <a:lnTo>
                    <a:pt x="327404" y="809950"/>
                  </a:lnTo>
                  <a:lnTo>
                    <a:pt x="316536" y="868529"/>
                  </a:lnTo>
                  <a:lnTo>
                    <a:pt x="299860" y="913641"/>
                  </a:lnTo>
                  <a:lnTo>
                    <a:pt x="278965" y="943048"/>
                  </a:lnTo>
                  <a:lnTo>
                    <a:pt x="255441" y="954514"/>
                  </a:lnTo>
                  <a:lnTo>
                    <a:pt x="230878" y="945801"/>
                  </a:lnTo>
                  <a:lnTo>
                    <a:pt x="218493" y="932782"/>
                  </a:lnTo>
                  <a:lnTo>
                    <a:pt x="207220" y="914518"/>
                  </a:lnTo>
                  <a:lnTo>
                    <a:pt x="197294" y="891469"/>
                  </a:lnTo>
                  <a:lnTo>
                    <a:pt x="188954" y="864096"/>
                  </a:lnTo>
                  <a:lnTo>
                    <a:pt x="162651" y="891849"/>
                  </a:lnTo>
                  <a:lnTo>
                    <a:pt x="109060" y="879214"/>
                  </a:lnTo>
                  <a:lnTo>
                    <a:pt x="85773" y="841449"/>
                  </a:lnTo>
                  <a:lnTo>
                    <a:pt x="67492" y="784469"/>
                  </a:lnTo>
                  <a:lnTo>
                    <a:pt x="66556" y="780274"/>
                  </a:lnTo>
                  <a:lnTo>
                    <a:pt x="46773" y="776002"/>
                  </a:lnTo>
                  <a:lnTo>
                    <a:pt x="29743" y="753019"/>
                  </a:lnTo>
                  <a:lnTo>
                    <a:pt x="17251" y="715011"/>
                  </a:lnTo>
                  <a:lnTo>
                    <a:pt x="11081" y="665664"/>
                  </a:lnTo>
                  <a:lnTo>
                    <a:pt x="10999" y="637148"/>
                  </a:lnTo>
                  <a:lnTo>
                    <a:pt x="13243" y="609575"/>
                  </a:lnTo>
                  <a:lnTo>
                    <a:pt x="17695" y="583900"/>
                  </a:lnTo>
                  <a:lnTo>
                    <a:pt x="24233" y="561080"/>
                  </a:lnTo>
                  <a:lnTo>
                    <a:pt x="9479" y="526339"/>
                  </a:lnTo>
                  <a:lnTo>
                    <a:pt x="1210" y="480954"/>
                  </a:lnTo>
                  <a:lnTo>
                    <a:pt x="0" y="430705"/>
                  </a:lnTo>
                  <a:lnTo>
                    <a:pt x="6420" y="381375"/>
                  </a:lnTo>
                  <a:lnTo>
                    <a:pt x="13502" y="356701"/>
                  </a:lnTo>
                  <a:lnTo>
                    <a:pt x="22447" y="337306"/>
                  </a:lnTo>
                  <a:lnTo>
                    <a:pt x="32847" y="323876"/>
                  </a:lnTo>
                  <a:lnTo>
                    <a:pt x="44299" y="317100"/>
                  </a:lnTo>
                  <a:lnTo>
                    <a:pt x="44716" y="314128"/>
                  </a:lnTo>
                  <a:close/>
                </a:path>
                <a:path w="495300" h="955039">
                  <a:moveTo>
                    <a:pt x="53808" y="574971"/>
                  </a:moveTo>
                  <a:lnTo>
                    <a:pt x="46227" y="575003"/>
                  </a:lnTo>
                  <a:lnTo>
                    <a:pt x="38775" y="572027"/>
                  </a:lnTo>
                  <a:lnTo>
                    <a:pt x="31578" y="566122"/>
                  </a:lnTo>
                  <a:lnTo>
                    <a:pt x="24765" y="557363"/>
                  </a:lnTo>
                </a:path>
                <a:path w="495300" h="955039">
                  <a:moveTo>
                    <a:pt x="79433" y="767659"/>
                  </a:moveTo>
                  <a:lnTo>
                    <a:pt x="75357" y="771915"/>
                  </a:lnTo>
                  <a:lnTo>
                    <a:pt x="71084" y="774748"/>
                  </a:lnTo>
                  <a:lnTo>
                    <a:pt x="66726" y="776086"/>
                  </a:lnTo>
                </a:path>
                <a:path w="495300" h="955039">
                  <a:moveTo>
                    <a:pt x="188926" y="860248"/>
                  </a:moveTo>
                  <a:lnTo>
                    <a:pt x="186721" y="851052"/>
                  </a:lnTo>
                  <a:lnTo>
                    <a:pt x="184707" y="841566"/>
                  </a:lnTo>
                  <a:lnTo>
                    <a:pt x="182889" y="831811"/>
                  </a:lnTo>
                  <a:lnTo>
                    <a:pt x="181270" y="821807"/>
                  </a:lnTo>
                </a:path>
                <a:path w="495300" h="955039">
                  <a:moveTo>
                    <a:pt x="330511" y="764390"/>
                  </a:moveTo>
                  <a:lnTo>
                    <a:pt x="330066" y="775084"/>
                  </a:lnTo>
                  <a:lnTo>
                    <a:pt x="329406" y="785693"/>
                  </a:lnTo>
                  <a:lnTo>
                    <a:pt x="328535" y="796196"/>
                  </a:lnTo>
                  <a:lnTo>
                    <a:pt x="327453" y="806570"/>
                  </a:lnTo>
                </a:path>
                <a:path w="495300" h="955039">
                  <a:moveTo>
                    <a:pt x="391299" y="503767"/>
                  </a:moveTo>
                  <a:lnTo>
                    <a:pt x="406848" y="531355"/>
                  </a:lnTo>
                  <a:lnTo>
                    <a:pt x="418634" y="568471"/>
                  </a:lnTo>
                  <a:lnTo>
                    <a:pt x="426072" y="612646"/>
                  </a:lnTo>
                  <a:lnTo>
                    <a:pt x="428578" y="661409"/>
                  </a:lnTo>
                </a:path>
                <a:path w="495300" h="955039">
                  <a:moveTo>
                    <a:pt x="479227" y="335866"/>
                  </a:moveTo>
                  <a:lnTo>
                    <a:pt x="476075" y="352465"/>
                  </a:lnTo>
                  <a:lnTo>
                    <a:pt x="472230" y="367949"/>
                  </a:lnTo>
                  <a:lnTo>
                    <a:pt x="467734" y="382169"/>
                  </a:lnTo>
                  <a:lnTo>
                    <a:pt x="462627" y="394978"/>
                  </a:lnTo>
                </a:path>
                <a:path w="495300" h="955039">
                  <a:moveTo>
                    <a:pt x="439396" y="116535"/>
                  </a:moveTo>
                  <a:lnTo>
                    <a:pt x="439808" y="123467"/>
                  </a:lnTo>
                  <a:lnTo>
                    <a:pt x="440092" y="130438"/>
                  </a:lnTo>
                  <a:lnTo>
                    <a:pt x="440247" y="137437"/>
                  </a:lnTo>
                  <a:lnTo>
                    <a:pt x="440273" y="144452"/>
                  </a:lnTo>
                </a:path>
                <a:path w="495300" h="955039">
                  <a:moveTo>
                    <a:pt x="333388" y="83971"/>
                  </a:moveTo>
                  <a:lnTo>
                    <a:pt x="335141" y="74483"/>
                  </a:lnTo>
                  <a:lnTo>
                    <a:pt x="337148" y="65364"/>
                  </a:lnTo>
                  <a:lnTo>
                    <a:pt x="339401" y="56647"/>
                  </a:lnTo>
                  <a:lnTo>
                    <a:pt x="341892" y="48368"/>
                  </a:lnTo>
                </a:path>
                <a:path w="495300" h="955039">
                  <a:moveTo>
                    <a:pt x="253854" y="100937"/>
                  </a:moveTo>
                  <a:lnTo>
                    <a:pt x="254609" y="93020"/>
                  </a:lnTo>
                  <a:lnTo>
                    <a:pt x="255550" y="85249"/>
                  </a:lnTo>
                  <a:lnTo>
                    <a:pt x="256672" y="77646"/>
                  </a:lnTo>
                  <a:lnTo>
                    <a:pt x="257972" y="70233"/>
                  </a:lnTo>
                </a:path>
                <a:path w="495300" h="955039">
                  <a:moveTo>
                    <a:pt x="160515" y="111365"/>
                  </a:moveTo>
                  <a:lnTo>
                    <a:pt x="164495" y="117912"/>
                  </a:lnTo>
                  <a:lnTo>
                    <a:pt x="168312" y="125073"/>
                  </a:lnTo>
                  <a:lnTo>
                    <a:pt x="171957" y="132827"/>
                  </a:lnTo>
                  <a:lnTo>
                    <a:pt x="175418" y="141154"/>
                  </a:lnTo>
                </a:path>
                <a:path w="495300" h="955039">
                  <a:moveTo>
                    <a:pt x="47318" y="345476"/>
                  </a:moveTo>
                  <a:lnTo>
                    <a:pt x="46491" y="337747"/>
                  </a:lnTo>
                  <a:lnTo>
                    <a:pt x="45782" y="329941"/>
                  </a:lnTo>
                  <a:lnTo>
                    <a:pt x="45190" y="322067"/>
                  </a:lnTo>
                  <a:lnTo>
                    <a:pt x="44717" y="314135"/>
                  </a:lnTo>
                </a:path>
              </a:pathLst>
            </a:custGeom>
            <a:ln w="12700">
              <a:solidFill>
                <a:srgbClr val="2F528F"/>
              </a:solidFill>
            </a:ln>
          </p:spPr>
          <p:txBody>
            <a:bodyPr wrap="square" lIns="0" tIns="0" rIns="0" bIns="0" rtlCol="0"/>
            <a:lstStyle/>
            <a:p/>
          </p:txBody>
        </p:sp>
        <p:sp>
          <p:nvSpPr>
            <p:cNvPr id="19" name="object 19"/>
            <p:cNvSpPr/>
            <p:nvPr/>
          </p:nvSpPr>
          <p:spPr>
            <a:xfrm>
              <a:off x="4662246" y="4402340"/>
              <a:ext cx="1746250" cy="1441450"/>
            </a:xfrm>
            <a:custGeom>
              <a:avLst/>
              <a:gdLst/>
              <a:ahLst/>
              <a:cxnLst/>
              <a:rect l="l" t="t" r="r" b="b"/>
              <a:pathLst>
                <a:path w="1746250" h="1441450">
                  <a:moveTo>
                    <a:pt x="1745843" y="0"/>
                  </a:moveTo>
                  <a:lnTo>
                    <a:pt x="0" y="0"/>
                  </a:lnTo>
                  <a:lnTo>
                    <a:pt x="0" y="1440935"/>
                  </a:lnTo>
                  <a:lnTo>
                    <a:pt x="1745843" y="1440935"/>
                  </a:lnTo>
                  <a:lnTo>
                    <a:pt x="1745843" y="0"/>
                  </a:lnTo>
                  <a:close/>
                </a:path>
              </a:pathLst>
            </a:custGeom>
            <a:solidFill>
              <a:srgbClr val="D9D9D9"/>
            </a:solidFill>
          </p:spPr>
          <p:txBody>
            <a:bodyPr wrap="square" lIns="0" tIns="0" rIns="0" bIns="0" rtlCol="0"/>
            <a:lstStyle/>
            <a:p/>
          </p:txBody>
        </p:sp>
        <p:sp>
          <p:nvSpPr>
            <p:cNvPr id="20" name="object 20"/>
            <p:cNvSpPr/>
            <p:nvPr/>
          </p:nvSpPr>
          <p:spPr>
            <a:xfrm>
              <a:off x="4662246" y="4402340"/>
              <a:ext cx="1746250" cy="1441450"/>
            </a:xfrm>
            <a:custGeom>
              <a:avLst/>
              <a:gdLst/>
              <a:ahLst/>
              <a:cxnLst/>
              <a:rect l="l" t="t" r="r" b="b"/>
              <a:pathLst>
                <a:path w="1746250" h="1441450">
                  <a:moveTo>
                    <a:pt x="0" y="0"/>
                  </a:moveTo>
                  <a:lnTo>
                    <a:pt x="1745840" y="0"/>
                  </a:lnTo>
                  <a:lnTo>
                    <a:pt x="1745840" y="1440930"/>
                  </a:lnTo>
                  <a:lnTo>
                    <a:pt x="0" y="1440930"/>
                  </a:lnTo>
                  <a:lnTo>
                    <a:pt x="0" y="0"/>
                  </a:lnTo>
                  <a:close/>
                </a:path>
              </a:pathLst>
            </a:custGeom>
            <a:ln w="12700">
              <a:solidFill>
                <a:srgbClr val="2F528F"/>
              </a:solidFill>
            </a:ln>
          </p:spPr>
          <p:txBody>
            <a:bodyPr wrap="square" lIns="0" tIns="0" rIns="0" bIns="0" rtlCol="0"/>
            <a:lstStyle/>
            <a:p/>
          </p:txBody>
        </p:sp>
        <p:sp>
          <p:nvSpPr>
            <p:cNvPr id="21" name="object 21"/>
            <p:cNvSpPr/>
            <p:nvPr/>
          </p:nvSpPr>
          <p:spPr>
            <a:xfrm>
              <a:off x="4820589" y="4671961"/>
              <a:ext cx="578485" cy="901700"/>
            </a:xfrm>
            <a:custGeom>
              <a:avLst/>
              <a:gdLst/>
              <a:ahLst/>
              <a:cxnLst/>
              <a:rect l="l" t="t" r="r" b="b"/>
              <a:pathLst>
                <a:path w="578485" h="901700">
                  <a:moveTo>
                    <a:pt x="0" y="0"/>
                  </a:moveTo>
                  <a:lnTo>
                    <a:pt x="578140" y="0"/>
                  </a:lnTo>
                  <a:lnTo>
                    <a:pt x="578140" y="901700"/>
                  </a:lnTo>
                  <a:lnTo>
                    <a:pt x="0" y="901700"/>
                  </a:lnTo>
                  <a:lnTo>
                    <a:pt x="0" y="0"/>
                  </a:lnTo>
                  <a:close/>
                </a:path>
              </a:pathLst>
            </a:custGeom>
            <a:ln w="12700">
              <a:solidFill>
                <a:srgbClr val="2F528F"/>
              </a:solidFill>
            </a:ln>
          </p:spPr>
          <p:txBody>
            <a:bodyPr wrap="square" lIns="0" tIns="0" rIns="0" bIns="0" rtlCol="0"/>
            <a:lstStyle/>
            <a:p/>
          </p:txBody>
        </p:sp>
      </p:grpSp>
      <p:sp>
        <p:nvSpPr>
          <p:cNvPr id="22" name="object 22"/>
          <p:cNvSpPr txBox="1"/>
          <p:nvPr/>
        </p:nvSpPr>
        <p:spPr>
          <a:xfrm>
            <a:off x="4660620" y="4373371"/>
            <a:ext cx="1733550" cy="299720"/>
          </a:xfrm>
          <a:prstGeom prst="rect">
            <a:avLst/>
          </a:prstGeom>
        </p:spPr>
        <p:txBody>
          <a:bodyPr vert="horz" wrap="square" lIns="0" tIns="12700" rIns="0" bIns="0" rtlCol="0">
            <a:spAutoFit/>
          </a:bodyPr>
          <a:lstStyle/>
          <a:p>
            <a:pPr marL="172085">
              <a:lnSpc>
                <a:spcPct val="100000"/>
              </a:lnSpc>
              <a:spcBef>
                <a:spcPts val="100"/>
              </a:spcBef>
            </a:pPr>
            <a:r>
              <a:rPr sz="1800" spc="-20" dirty="0">
                <a:latin typeface="Arial" panose="020B0604020202020204"/>
                <a:cs typeface="Arial" panose="020B0604020202020204"/>
              </a:rPr>
              <a:t>TDR2</a:t>
            </a:r>
            <a:endParaRPr sz="1800">
              <a:latin typeface="Arial" panose="020B0604020202020204"/>
              <a:cs typeface="Arial" panose="020B0604020202020204"/>
            </a:endParaRPr>
          </a:p>
        </p:txBody>
      </p:sp>
      <p:grpSp>
        <p:nvGrpSpPr>
          <p:cNvPr id="23" name="object 23"/>
          <p:cNvGrpSpPr/>
          <p:nvPr/>
        </p:nvGrpSpPr>
        <p:grpSpPr>
          <a:xfrm>
            <a:off x="2670314" y="2893707"/>
            <a:ext cx="3505200" cy="2716530"/>
            <a:chOff x="2670314" y="2893707"/>
            <a:chExt cx="3505200" cy="2716530"/>
          </a:xfrm>
        </p:grpSpPr>
        <p:sp>
          <p:nvSpPr>
            <p:cNvPr id="24" name="object 24"/>
            <p:cNvSpPr/>
            <p:nvPr/>
          </p:nvSpPr>
          <p:spPr>
            <a:xfrm>
              <a:off x="5674033" y="4648951"/>
              <a:ext cx="495300" cy="955040"/>
            </a:xfrm>
            <a:custGeom>
              <a:avLst/>
              <a:gdLst/>
              <a:ahLst/>
              <a:cxnLst/>
              <a:rect l="l" t="t" r="r" b="b"/>
              <a:pathLst>
                <a:path w="495300" h="955039">
                  <a:moveTo>
                    <a:pt x="305399" y="0"/>
                  </a:moveTo>
                  <a:lnTo>
                    <a:pt x="286379" y="6552"/>
                  </a:lnTo>
                  <a:lnTo>
                    <a:pt x="269681" y="31347"/>
                  </a:lnTo>
                  <a:lnTo>
                    <a:pt x="257463" y="72489"/>
                  </a:lnTo>
                  <a:lnTo>
                    <a:pt x="254203" y="64650"/>
                  </a:lnTo>
                  <a:lnTo>
                    <a:pt x="250738" y="57457"/>
                  </a:lnTo>
                  <a:lnTo>
                    <a:pt x="247083" y="50938"/>
                  </a:lnTo>
                  <a:lnTo>
                    <a:pt x="243252" y="45120"/>
                  </a:lnTo>
                  <a:lnTo>
                    <a:pt x="219980" y="26948"/>
                  </a:lnTo>
                  <a:lnTo>
                    <a:pt x="196670" y="33394"/>
                  </a:lnTo>
                  <a:lnTo>
                    <a:pt x="175981" y="62321"/>
                  </a:lnTo>
                  <a:lnTo>
                    <a:pt x="160575" y="111592"/>
                  </a:lnTo>
                  <a:lnTo>
                    <a:pt x="148936" y="96975"/>
                  </a:lnTo>
                  <a:lnTo>
                    <a:pt x="136618" y="87678"/>
                  </a:lnTo>
                  <a:lnTo>
                    <a:pt x="123883" y="83839"/>
                  </a:lnTo>
                  <a:lnTo>
                    <a:pt x="110994" y="85595"/>
                  </a:lnTo>
                  <a:lnTo>
                    <a:pt x="67700" y="140569"/>
                  </a:lnTo>
                  <a:lnTo>
                    <a:pt x="53351" y="190039"/>
                  </a:lnTo>
                  <a:lnTo>
                    <a:pt x="45325" y="249148"/>
                  </a:lnTo>
                  <a:lnTo>
                    <a:pt x="44713" y="314132"/>
                  </a:lnTo>
                  <a:lnTo>
                    <a:pt x="44294" y="317104"/>
                  </a:lnTo>
                  <a:lnTo>
                    <a:pt x="13500" y="356707"/>
                  </a:lnTo>
                  <a:lnTo>
                    <a:pt x="0" y="430706"/>
                  </a:lnTo>
                  <a:lnTo>
                    <a:pt x="1209" y="480956"/>
                  </a:lnTo>
                  <a:lnTo>
                    <a:pt x="9476" y="526343"/>
                  </a:lnTo>
                  <a:lnTo>
                    <a:pt x="24228" y="561083"/>
                  </a:lnTo>
                  <a:lnTo>
                    <a:pt x="17695" y="583900"/>
                  </a:lnTo>
                  <a:lnTo>
                    <a:pt x="13245" y="609575"/>
                  </a:lnTo>
                  <a:lnTo>
                    <a:pt x="11001" y="637150"/>
                  </a:lnTo>
                  <a:lnTo>
                    <a:pt x="11083" y="665668"/>
                  </a:lnTo>
                  <a:lnTo>
                    <a:pt x="17250" y="715014"/>
                  </a:lnTo>
                  <a:lnTo>
                    <a:pt x="29743" y="753022"/>
                  </a:lnTo>
                  <a:lnTo>
                    <a:pt x="46773" y="776003"/>
                  </a:lnTo>
                  <a:lnTo>
                    <a:pt x="66557" y="780273"/>
                  </a:lnTo>
                  <a:lnTo>
                    <a:pt x="66861" y="781682"/>
                  </a:lnTo>
                  <a:lnTo>
                    <a:pt x="85777" y="841455"/>
                  </a:lnTo>
                  <a:lnTo>
                    <a:pt x="109064" y="879218"/>
                  </a:lnTo>
                  <a:lnTo>
                    <a:pt x="135358" y="896453"/>
                  </a:lnTo>
                  <a:lnTo>
                    <a:pt x="162656" y="891848"/>
                  </a:lnTo>
                  <a:lnTo>
                    <a:pt x="188959" y="864093"/>
                  </a:lnTo>
                  <a:lnTo>
                    <a:pt x="197297" y="891469"/>
                  </a:lnTo>
                  <a:lnTo>
                    <a:pt x="207220" y="914521"/>
                  </a:lnTo>
                  <a:lnTo>
                    <a:pt x="218493" y="932786"/>
                  </a:lnTo>
                  <a:lnTo>
                    <a:pt x="230882" y="945803"/>
                  </a:lnTo>
                  <a:lnTo>
                    <a:pt x="255443" y="954516"/>
                  </a:lnTo>
                  <a:lnTo>
                    <a:pt x="278964" y="943050"/>
                  </a:lnTo>
                  <a:lnTo>
                    <a:pt x="299857" y="913642"/>
                  </a:lnTo>
                  <a:lnTo>
                    <a:pt x="316532" y="868530"/>
                  </a:lnTo>
                  <a:lnTo>
                    <a:pt x="327402" y="809953"/>
                  </a:lnTo>
                  <a:lnTo>
                    <a:pt x="335463" y="821200"/>
                  </a:lnTo>
                  <a:lnTo>
                    <a:pt x="343999" y="829407"/>
                  </a:lnTo>
                  <a:lnTo>
                    <a:pt x="352885" y="834479"/>
                  </a:lnTo>
                  <a:lnTo>
                    <a:pt x="361997" y="836318"/>
                  </a:lnTo>
                  <a:lnTo>
                    <a:pt x="387853" y="823205"/>
                  </a:lnTo>
                  <a:lnTo>
                    <a:pt x="409049" y="786402"/>
                  </a:lnTo>
                  <a:lnTo>
                    <a:pt x="423431" y="731456"/>
                  </a:lnTo>
                  <a:lnTo>
                    <a:pt x="428850" y="663915"/>
                  </a:lnTo>
                  <a:lnTo>
                    <a:pt x="438613" y="658560"/>
                  </a:lnTo>
                  <a:lnTo>
                    <a:pt x="465172" y="623821"/>
                  </a:lnTo>
                  <a:lnTo>
                    <a:pt x="479859" y="585066"/>
                  </a:lnTo>
                  <a:lnTo>
                    <a:pt x="489805" y="539143"/>
                  </a:lnTo>
                  <a:lnTo>
                    <a:pt x="494875" y="488774"/>
                  </a:lnTo>
                  <a:lnTo>
                    <a:pt x="494932" y="436682"/>
                  </a:lnTo>
                  <a:lnTo>
                    <a:pt x="489839" y="385587"/>
                  </a:lnTo>
                  <a:lnTo>
                    <a:pt x="479459" y="338211"/>
                  </a:lnTo>
                  <a:lnTo>
                    <a:pt x="480577" y="331353"/>
                  </a:lnTo>
                  <a:lnTo>
                    <a:pt x="482266" y="317104"/>
                  </a:lnTo>
                  <a:lnTo>
                    <a:pt x="483879" y="253439"/>
                  </a:lnTo>
                  <a:lnTo>
                    <a:pt x="476341" y="195111"/>
                  </a:lnTo>
                  <a:lnTo>
                    <a:pt x="461031" y="148465"/>
                  </a:lnTo>
                  <a:lnTo>
                    <a:pt x="439327" y="119847"/>
                  </a:lnTo>
                  <a:lnTo>
                    <a:pt x="436812" y="95556"/>
                  </a:lnTo>
                  <a:lnTo>
                    <a:pt x="427304" y="52417"/>
                  </a:lnTo>
                  <a:lnTo>
                    <a:pt x="401168" y="6604"/>
                  </a:lnTo>
                  <a:lnTo>
                    <a:pt x="379950" y="477"/>
                  </a:lnTo>
                  <a:lnTo>
                    <a:pt x="359400" y="15614"/>
                  </a:lnTo>
                  <a:lnTo>
                    <a:pt x="342045" y="51470"/>
                  </a:lnTo>
                  <a:lnTo>
                    <a:pt x="338324" y="40077"/>
                  </a:lnTo>
                  <a:lnTo>
                    <a:pt x="334142" y="29904"/>
                  </a:lnTo>
                  <a:lnTo>
                    <a:pt x="329547" y="21043"/>
                  </a:lnTo>
                  <a:lnTo>
                    <a:pt x="324583" y="13586"/>
                  </a:lnTo>
                  <a:lnTo>
                    <a:pt x="305399" y="0"/>
                  </a:lnTo>
                  <a:close/>
                </a:path>
              </a:pathLst>
            </a:custGeom>
            <a:solidFill>
              <a:srgbClr val="FFFFFF"/>
            </a:solidFill>
          </p:spPr>
          <p:txBody>
            <a:bodyPr wrap="square" lIns="0" tIns="0" rIns="0" bIns="0" rtlCol="0"/>
            <a:lstStyle/>
            <a:p/>
          </p:txBody>
        </p:sp>
        <p:sp>
          <p:nvSpPr>
            <p:cNvPr id="25" name="object 25"/>
            <p:cNvSpPr/>
            <p:nvPr/>
          </p:nvSpPr>
          <p:spPr>
            <a:xfrm>
              <a:off x="5674028" y="4648959"/>
              <a:ext cx="495300" cy="955040"/>
            </a:xfrm>
            <a:custGeom>
              <a:avLst/>
              <a:gdLst/>
              <a:ahLst/>
              <a:cxnLst/>
              <a:rect l="l" t="t" r="r" b="b"/>
              <a:pathLst>
                <a:path w="495300" h="955039">
                  <a:moveTo>
                    <a:pt x="44716" y="314128"/>
                  </a:moveTo>
                  <a:lnTo>
                    <a:pt x="45328" y="249146"/>
                  </a:lnTo>
                  <a:lnTo>
                    <a:pt x="53355" y="190037"/>
                  </a:lnTo>
                  <a:lnTo>
                    <a:pt x="67703" y="140564"/>
                  </a:lnTo>
                  <a:lnTo>
                    <a:pt x="87281" y="104493"/>
                  </a:lnTo>
                  <a:lnTo>
                    <a:pt x="123886" y="83837"/>
                  </a:lnTo>
                  <a:lnTo>
                    <a:pt x="136619" y="87678"/>
                  </a:lnTo>
                  <a:lnTo>
                    <a:pt x="148935" y="96974"/>
                  </a:lnTo>
                  <a:lnTo>
                    <a:pt x="160574" y="111587"/>
                  </a:lnTo>
                  <a:lnTo>
                    <a:pt x="175982" y="62317"/>
                  </a:lnTo>
                  <a:lnTo>
                    <a:pt x="196672" y="33390"/>
                  </a:lnTo>
                  <a:lnTo>
                    <a:pt x="219983" y="26944"/>
                  </a:lnTo>
                  <a:lnTo>
                    <a:pt x="243256" y="45117"/>
                  </a:lnTo>
                  <a:lnTo>
                    <a:pt x="247085" y="50932"/>
                  </a:lnTo>
                  <a:lnTo>
                    <a:pt x="250738" y="57449"/>
                  </a:lnTo>
                  <a:lnTo>
                    <a:pt x="254203" y="64643"/>
                  </a:lnTo>
                  <a:lnTo>
                    <a:pt x="257465" y="72485"/>
                  </a:lnTo>
                  <a:lnTo>
                    <a:pt x="269680" y="31345"/>
                  </a:lnTo>
                  <a:lnTo>
                    <a:pt x="286379" y="6551"/>
                  </a:lnTo>
                  <a:lnTo>
                    <a:pt x="305401" y="0"/>
                  </a:lnTo>
                  <a:lnTo>
                    <a:pt x="324588" y="13584"/>
                  </a:lnTo>
                  <a:lnTo>
                    <a:pt x="329552" y="21039"/>
                  </a:lnTo>
                  <a:lnTo>
                    <a:pt x="334144" y="29901"/>
                  </a:lnTo>
                  <a:lnTo>
                    <a:pt x="338322" y="40076"/>
                  </a:lnTo>
                  <a:lnTo>
                    <a:pt x="342044" y="51470"/>
                  </a:lnTo>
                  <a:lnTo>
                    <a:pt x="359398" y="15611"/>
                  </a:lnTo>
                  <a:lnTo>
                    <a:pt x="379947" y="473"/>
                  </a:lnTo>
                  <a:lnTo>
                    <a:pt x="401167" y="6599"/>
                  </a:lnTo>
                  <a:lnTo>
                    <a:pt x="420531" y="34535"/>
                  </a:lnTo>
                  <a:lnTo>
                    <a:pt x="427306" y="52410"/>
                  </a:lnTo>
                  <a:lnTo>
                    <a:pt x="432768" y="72910"/>
                  </a:lnTo>
                  <a:lnTo>
                    <a:pt x="436811" y="95551"/>
                  </a:lnTo>
                  <a:lnTo>
                    <a:pt x="439328" y="119848"/>
                  </a:lnTo>
                  <a:lnTo>
                    <a:pt x="461030" y="148463"/>
                  </a:lnTo>
                  <a:lnTo>
                    <a:pt x="476341" y="195106"/>
                  </a:lnTo>
                  <a:lnTo>
                    <a:pt x="483878" y="253431"/>
                  </a:lnTo>
                  <a:lnTo>
                    <a:pt x="482261" y="317094"/>
                  </a:lnTo>
                  <a:lnTo>
                    <a:pt x="481515" y="324293"/>
                  </a:lnTo>
                  <a:lnTo>
                    <a:pt x="480579" y="331346"/>
                  </a:lnTo>
                  <a:lnTo>
                    <a:pt x="479460" y="338202"/>
                  </a:lnTo>
                  <a:lnTo>
                    <a:pt x="489838" y="385578"/>
                  </a:lnTo>
                  <a:lnTo>
                    <a:pt x="494931" y="436675"/>
                  </a:lnTo>
                  <a:lnTo>
                    <a:pt x="494875" y="488770"/>
                  </a:lnTo>
                  <a:lnTo>
                    <a:pt x="489805" y="539140"/>
                  </a:lnTo>
                  <a:lnTo>
                    <a:pt x="479859" y="585063"/>
                  </a:lnTo>
                  <a:lnTo>
                    <a:pt x="465172" y="623817"/>
                  </a:lnTo>
                  <a:lnTo>
                    <a:pt x="438615" y="658559"/>
                  </a:lnTo>
                  <a:lnTo>
                    <a:pt x="428852" y="663915"/>
                  </a:lnTo>
                  <a:lnTo>
                    <a:pt x="423433" y="731454"/>
                  </a:lnTo>
                  <a:lnTo>
                    <a:pt x="409050" y="786398"/>
                  </a:lnTo>
                  <a:lnTo>
                    <a:pt x="387855" y="823201"/>
                  </a:lnTo>
                  <a:lnTo>
                    <a:pt x="361996" y="836315"/>
                  </a:lnTo>
                  <a:lnTo>
                    <a:pt x="352888" y="834476"/>
                  </a:lnTo>
                  <a:lnTo>
                    <a:pt x="344004" y="829405"/>
                  </a:lnTo>
                  <a:lnTo>
                    <a:pt x="335468" y="821199"/>
                  </a:lnTo>
                  <a:lnTo>
                    <a:pt x="327404" y="809950"/>
                  </a:lnTo>
                  <a:lnTo>
                    <a:pt x="316536" y="868529"/>
                  </a:lnTo>
                  <a:lnTo>
                    <a:pt x="299860" y="913641"/>
                  </a:lnTo>
                  <a:lnTo>
                    <a:pt x="278965" y="943048"/>
                  </a:lnTo>
                  <a:lnTo>
                    <a:pt x="255441" y="954514"/>
                  </a:lnTo>
                  <a:lnTo>
                    <a:pt x="230878" y="945801"/>
                  </a:lnTo>
                  <a:lnTo>
                    <a:pt x="218493" y="932782"/>
                  </a:lnTo>
                  <a:lnTo>
                    <a:pt x="207220" y="914518"/>
                  </a:lnTo>
                  <a:lnTo>
                    <a:pt x="197294" y="891469"/>
                  </a:lnTo>
                  <a:lnTo>
                    <a:pt x="188954" y="864096"/>
                  </a:lnTo>
                  <a:lnTo>
                    <a:pt x="162651" y="891849"/>
                  </a:lnTo>
                  <a:lnTo>
                    <a:pt x="109060" y="879214"/>
                  </a:lnTo>
                  <a:lnTo>
                    <a:pt x="85773" y="841449"/>
                  </a:lnTo>
                  <a:lnTo>
                    <a:pt x="67492" y="784469"/>
                  </a:lnTo>
                  <a:lnTo>
                    <a:pt x="66556" y="780274"/>
                  </a:lnTo>
                  <a:lnTo>
                    <a:pt x="46773" y="776002"/>
                  </a:lnTo>
                  <a:lnTo>
                    <a:pt x="29743" y="753019"/>
                  </a:lnTo>
                  <a:lnTo>
                    <a:pt x="17251" y="715011"/>
                  </a:lnTo>
                  <a:lnTo>
                    <a:pt x="11081" y="665664"/>
                  </a:lnTo>
                  <a:lnTo>
                    <a:pt x="10999" y="637148"/>
                  </a:lnTo>
                  <a:lnTo>
                    <a:pt x="13243" y="609575"/>
                  </a:lnTo>
                  <a:lnTo>
                    <a:pt x="17695" y="583900"/>
                  </a:lnTo>
                  <a:lnTo>
                    <a:pt x="24233" y="561080"/>
                  </a:lnTo>
                  <a:lnTo>
                    <a:pt x="9479" y="526339"/>
                  </a:lnTo>
                  <a:lnTo>
                    <a:pt x="1210" y="480954"/>
                  </a:lnTo>
                  <a:lnTo>
                    <a:pt x="0" y="430705"/>
                  </a:lnTo>
                  <a:lnTo>
                    <a:pt x="6420" y="381375"/>
                  </a:lnTo>
                  <a:lnTo>
                    <a:pt x="13502" y="356701"/>
                  </a:lnTo>
                  <a:lnTo>
                    <a:pt x="22447" y="337306"/>
                  </a:lnTo>
                  <a:lnTo>
                    <a:pt x="32847" y="323876"/>
                  </a:lnTo>
                  <a:lnTo>
                    <a:pt x="44299" y="317100"/>
                  </a:lnTo>
                  <a:lnTo>
                    <a:pt x="44716" y="314128"/>
                  </a:lnTo>
                  <a:close/>
                </a:path>
                <a:path w="495300" h="955039">
                  <a:moveTo>
                    <a:pt x="53808" y="574971"/>
                  </a:moveTo>
                  <a:lnTo>
                    <a:pt x="46227" y="575003"/>
                  </a:lnTo>
                  <a:lnTo>
                    <a:pt x="38775" y="572027"/>
                  </a:lnTo>
                  <a:lnTo>
                    <a:pt x="31578" y="566122"/>
                  </a:lnTo>
                  <a:lnTo>
                    <a:pt x="24765" y="557363"/>
                  </a:lnTo>
                </a:path>
                <a:path w="495300" h="955039">
                  <a:moveTo>
                    <a:pt x="79433" y="767659"/>
                  </a:moveTo>
                  <a:lnTo>
                    <a:pt x="75357" y="771915"/>
                  </a:lnTo>
                  <a:lnTo>
                    <a:pt x="71084" y="774748"/>
                  </a:lnTo>
                  <a:lnTo>
                    <a:pt x="66726" y="776086"/>
                  </a:lnTo>
                </a:path>
                <a:path w="495300" h="955039">
                  <a:moveTo>
                    <a:pt x="188926" y="860248"/>
                  </a:moveTo>
                  <a:lnTo>
                    <a:pt x="186721" y="851052"/>
                  </a:lnTo>
                  <a:lnTo>
                    <a:pt x="184707" y="841566"/>
                  </a:lnTo>
                  <a:lnTo>
                    <a:pt x="182889" y="831811"/>
                  </a:lnTo>
                  <a:lnTo>
                    <a:pt x="181270" y="821807"/>
                  </a:lnTo>
                </a:path>
                <a:path w="495300" h="955039">
                  <a:moveTo>
                    <a:pt x="330511" y="764390"/>
                  </a:moveTo>
                  <a:lnTo>
                    <a:pt x="330066" y="775084"/>
                  </a:lnTo>
                  <a:lnTo>
                    <a:pt x="329406" y="785693"/>
                  </a:lnTo>
                  <a:lnTo>
                    <a:pt x="328535" y="796196"/>
                  </a:lnTo>
                  <a:lnTo>
                    <a:pt x="327453" y="806570"/>
                  </a:lnTo>
                </a:path>
                <a:path w="495300" h="955039">
                  <a:moveTo>
                    <a:pt x="391299" y="503767"/>
                  </a:moveTo>
                  <a:lnTo>
                    <a:pt x="406848" y="531355"/>
                  </a:lnTo>
                  <a:lnTo>
                    <a:pt x="418634" y="568471"/>
                  </a:lnTo>
                  <a:lnTo>
                    <a:pt x="426072" y="612646"/>
                  </a:lnTo>
                  <a:lnTo>
                    <a:pt x="428578" y="661409"/>
                  </a:lnTo>
                </a:path>
                <a:path w="495300" h="955039">
                  <a:moveTo>
                    <a:pt x="479227" y="335866"/>
                  </a:moveTo>
                  <a:lnTo>
                    <a:pt x="476075" y="352465"/>
                  </a:lnTo>
                  <a:lnTo>
                    <a:pt x="472230" y="367949"/>
                  </a:lnTo>
                  <a:lnTo>
                    <a:pt x="467734" y="382169"/>
                  </a:lnTo>
                  <a:lnTo>
                    <a:pt x="462627" y="394978"/>
                  </a:lnTo>
                </a:path>
                <a:path w="495300" h="955039">
                  <a:moveTo>
                    <a:pt x="439396" y="116535"/>
                  </a:moveTo>
                  <a:lnTo>
                    <a:pt x="439808" y="123467"/>
                  </a:lnTo>
                  <a:lnTo>
                    <a:pt x="440092" y="130438"/>
                  </a:lnTo>
                  <a:lnTo>
                    <a:pt x="440247" y="137437"/>
                  </a:lnTo>
                  <a:lnTo>
                    <a:pt x="440273" y="144452"/>
                  </a:lnTo>
                </a:path>
                <a:path w="495300" h="955039">
                  <a:moveTo>
                    <a:pt x="333388" y="83971"/>
                  </a:moveTo>
                  <a:lnTo>
                    <a:pt x="335141" y="74483"/>
                  </a:lnTo>
                  <a:lnTo>
                    <a:pt x="337148" y="65364"/>
                  </a:lnTo>
                  <a:lnTo>
                    <a:pt x="339401" y="56647"/>
                  </a:lnTo>
                  <a:lnTo>
                    <a:pt x="341892" y="48368"/>
                  </a:lnTo>
                </a:path>
                <a:path w="495300" h="955039">
                  <a:moveTo>
                    <a:pt x="253854" y="100937"/>
                  </a:moveTo>
                  <a:lnTo>
                    <a:pt x="254609" y="93020"/>
                  </a:lnTo>
                  <a:lnTo>
                    <a:pt x="255550" y="85249"/>
                  </a:lnTo>
                  <a:lnTo>
                    <a:pt x="256672" y="77646"/>
                  </a:lnTo>
                  <a:lnTo>
                    <a:pt x="257972" y="70233"/>
                  </a:lnTo>
                </a:path>
                <a:path w="495300" h="955039">
                  <a:moveTo>
                    <a:pt x="160515" y="111365"/>
                  </a:moveTo>
                  <a:lnTo>
                    <a:pt x="164495" y="117912"/>
                  </a:lnTo>
                  <a:lnTo>
                    <a:pt x="168312" y="125073"/>
                  </a:lnTo>
                  <a:lnTo>
                    <a:pt x="171957" y="132827"/>
                  </a:lnTo>
                  <a:lnTo>
                    <a:pt x="175418" y="141154"/>
                  </a:lnTo>
                </a:path>
                <a:path w="495300" h="955039">
                  <a:moveTo>
                    <a:pt x="47318" y="345476"/>
                  </a:moveTo>
                  <a:lnTo>
                    <a:pt x="46491" y="337747"/>
                  </a:lnTo>
                  <a:lnTo>
                    <a:pt x="45782" y="329941"/>
                  </a:lnTo>
                  <a:lnTo>
                    <a:pt x="45190" y="322067"/>
                  </a:lnTo>
                  <a:lnTo>
                    <a:pt x="44717" y="314135"/>
                  </a:lnTo>
                </a:path>
              </a:pathLst>
            </a:custGeom>
            <a:ln w="12700">
              <a:solidFill>
                <a:srgbClr val="2F528F"/>
              </a:solidFill>
            </a:ln>
          </p:spPr>
          <p:txBody>
            <a:bodyPr wrap="square" lIns="0" tIns="0" rIns="0" bIns="0" rtlCol="0"/>
            <a:lstStyle/>
            <a:p/>
          </p:txBody>
        </p:sp>
        <p:sp>
          <p:nvSpPr>
            <p:cNvPr id="26" name="object 26"/>
            <p:cNvSpPr/>
            <p:nvPr/>
          </p:nvSpPr>
          <p:spPr>
            <a:xfrm>
              <a:off x="2671038" y="2896882"/>
              <a:ext cx="901700" cy="0"/>
            </a:xfrm>
            <a:custGeom>
              <a:avLst/>
              <a:gdLst/>
              <a:ahLst/>
              <a:cxnLst/>
              <a:rect l="l" t="t" r="r" b="b"/>
              <a:pathLst>
                <a:path w="901700">
                  <a:moveTo>
                    <a:pt x="0" y="0"/>
                  </a:moveTo>
                  <a:lnTo>
                    <a:pt x="901700" y="1"/>
                  </a:lnTo>
                </a:path>
              </a:pathLst>
            </a:custGeom>
            <a:ln w="6350">
              <a:solidFill>
                <a:srgbClr val="FF0000"/>
              </a:solidFill>
            </a:ln>
          </p:spPr>
          <p:txBody>
            <a:bodyPr wrap="square" lIns="0" tIns="0" rIns="0" bIns="0" rtlCol="0"/>
            <a:lstStyle/>
            <a:p/>
          </p:txBody>
        </p:sp>
        <p:sp>
          <p:nvSpPr>
            <p:cNvPr id="27" name="object 27"/>
            <p:cNvSpPr/>
            <p:nvPr/>
          </p:nvSpPr>
          <p:spPr>
            <a:xfrm>
              <a:off x="4125468" y="2896882"/>
              <a:ext cx="679450" cy="0"/>
            </a:xfrm>
            <a:custGeom>
              <a:avLst/>
              <a:gdLst/>
              <a:ahLst/>
              <a:cxnLst/>
              <a:rect l="l" t="t" r="r" b="b"/>
              <a:pathLst>
                <a:path w="679450">
                  <a:moveTo>
                    <a:pt x="0" y="0"/>
                  </a:moveTo>
                  <a:lnTo>
                    <a:pt x="679160" y="1"/>
                  </a:lnTo>
                </a:path>
              </a:pathLst>
            </a:custGeom>
            <a:ln w="6350">
              <a:solidFill>
                <a:srgbClr val="FF0000"/>
              </a:solidFill>
            </a:ln>
          </p:spPr>
          <p:txBody>
            <a:bodyPr wrap="square" lIns="0" tIns="0" rIns="0" bIns="0" rtlCol="0"/>
            <a:lstStyle/>
            <a:p/>
          </p:txBody>
        </p:sp>
        <p:sp>
          <p:nvSpPr>
            <p:cNvPr id="28" name="object 28"/>
            <p:cNvSpPr/>
            <p:nvPr/>
          </p:nvSpPr>
          <p:spPr>
            <a:xfrm>
              <a:off x="4141431" y="3455682"/>
              <a:ext cx="679450" cy="0"/>
            </a:xfrm>
            <a:custGeom>
              <a:avLst/>
              <a:gdLst/>
              <a:ahLst/>
              <a:cxnLst/>
              <a:rect l="l" t="t" r="r" b="b"/>
              <a:pathLst>
                <a:path w="679450">
                  <a:moveTo>
                    <a:pt x="0" y="0"/>
                  </a:moveTo>
                  <a:lnTo>
                    <a:pt x="679160" y="1"/>
                  </a:lnTo>
                </a:path>
              </a:pathLst>
            </a:custGeom>
            <a:ln w="6350">
              <a:solidFill>
                <a:srgbClr val="FF0000"/>
              </a:solidFill>
            </a:ln>
          </p:spPr>
          <p:txBody>
            <a:bodyPr wrap="square" lIns="0" tIns="0" rIns="0" bIns="0" rtlCol="0"/>
            <a:lstStyle/>
            <a:p/>
          </p:txBody>
        </p:sp>
        <p:sp>
          <p:nvSpPr>
            <p:cNvPr id="29" name="object 29"/>
            <p:cNvSpPr/>
            <p:nvPr/>
          </p:nvSpPr>
          <p:spPr>
            <a:xfrm>
              <a:off x="3859352" y="3627639"/>
              <a:ext cx="2540" cy="1083945"/>
            </a:xfrm>
            <a:custGeom>
              <a:avLst/>
              <a:gdLst/>
              <a:ahLst/>
              <a:cxnLst/>
              <a:rect l="l" t="t" r="r" b="b"/>
              <a:pathLst>
                <a:path w="2539" h="1083945">
                  <a:moveTo>
                    <a:pt x="0" y="1083450"/>
                  </a:moveTo>
                  <a:lnTo>
                    <a:pt x="2448" y="0"/>
                  </a:lnTo>
                </a:path>
              </a:pathLst>
            </a:custGeom>
            <a:ln w="6350">
              <a:solidFill>
                <a:srgbClr val="FF0000"/>
              </a:solidFill>
            </a:ln>
          </p:spPr>
          <p:txBody>
            <a:bodyPr wrap="square" lIns="0" tIns="0" rIns="0" bIns="0" rtlCol="0"/>
            <a:lstStyle/>
            <a:p/>
          </p:txBody>
        </p:sp>
        <p:sp>
          <p:nvSpPr>
            <p:cNvPr id="30" name="object 30"/>
            <p:cNvSpPr/>
            <p:nvPr/>
          </p:nvSpPr>
          <p:spPr>
            <a:xfrm>
              <a:off x="2957652" y="3627639"/>
              <a:ext cx="614680" cy="1534795"/>
            </a:xfrm>
            <a:custGeom>
              <a:avLst/>
              <a:gdLst/>
              <a:ahLst/>
              <a:cxnLst/>
              <a:rect l="l" t="t" r="r" b="b"/>
              <a:pathLst>
                <a:path w="614679" h="1534795">
                  <a:moveTo>
                    <a:pt x="0" y="1534300"/>
                  </a:moveTo>
                  <a:lnTo>
                    <a:pt x="614359" y="1534299"/>
                  </a:lnTo>
                </a:path>
                <a:path w="614679" h="1534795">
                  <a:moveTo>
                    <a:pt x="0" y="1534300"/>
                  </a:moveTo>
                  <a:lnTo>
                    <a:pt x="1" y="0"/>
                  </a:lnTo>
                </a:path>
              </a:pathLst>
            </a:custGeom>
            <a:ln w="6350">
              <a:solidFill>
                <a:srgbClr val="FF0000"/>
              </a:solidFill>
            </a:ln>
          </p:spPr>
          <p:txBody>
            <a:bodyPr wrap="square" lIns="0" tIns="0" rIns="0" bIns="0" rtlCol="0"/>
            <a:lstStyle/>
            <a:p/>
          </p:txBody>
        </p:sp>
        <p:sp>
          <p:nvSpPr>
            <p:cNvPr id="31" name="object 31"/>
            <p:cNvSpPr/>
            <p:nvPr/>
          </p:nvSpPr>
          <p:spPr>
            <a:xfrm>
              <a:off x="2670314" y="3627640"/>
              <a:ext cx="287655" cy="0"/>
            </a:xfrm>
            <a:custGeom>
              <a:avLst/>
              <a:gdLst/>
              <a:ahLst/>
              <a:cxnLst/>
              <a:rect l="l" t="t" r="r" b="b"/>
              <a:pathLst>
                <a:path w="287655">
                  <a:moveTo>
                    <a:pt x="0" y="0"/>
                  </a:moveTo>
                  <a:lnTo>
                    <a:pt x="287341" y="1"/>
                  </a:lnTo>
                </a:path>
              </a:pathLst>
            </a:custGeom>
            <a:ln w="6350">
              <a:solidFill>
                <a:srgbClr val="FF0000"/>
              </a:solidFill>
            </a:ln>
          </p:spPr>
          <p:txBody>
            <a:bodyPr wrap="square" lIns="0" tIns="0" rIns="0" bIns="0" rtlCol="0"/>
            <a:lstStyle/>
            <a:p/>
          </p:txBody>
        </p:sp>
        <p:sp>
          <p:nvSpPr>
            <p:cNvPr id="32" name="object 32"/>
            <p:cNvSpPr/>
            <p:nvPr/>
          </p:nvSpPr>
          <p:spPr>
            <a:xfrm>
              <a:off x="4134916" y="4865382"/>
              <a:ext cx="679450" cy="0"/>
            </a:xfrm>
            <a:custGeom>
              <a:avLst/>
              <a:gdLst/>
              <a:ahLst/>
              <a:cxnLst/>
              <a:rect l="l" t="t" r="r" b="b"/>
              <a:pathLst>
                <a:path w="679450">
                  <a:moveTo>
                    <a:pt x="0" y="0"/>
                  </a:moveTo>
                  <a:lnTo>
                    <a:pt x="679160" y="1"/>
                  </a:lnTo>
                </a:path>
              </a:pathLst>
            </a:custGeom>
            <a:ln w="6350">
              <a:solidFill>
                <a:srgbClr val="4472C4"/>
              </a:solidFill>
            </a:ln>
          </p:spPr>
          <p:txBody>
            <a:bodyPr wrap="square" lIns="0" tIns="0" rIns="0" bIns="0" rtlCol="0"/>
            <a:lstStyle/>
            <a:p/>
          </p:txBody>
        </p:sp>
        <p:sp>
          <p:nvSpPr>
            <p:cNvPr id="33" name="object 33"/>
            <p:cNvSpPr/>
            <p:nvPr/>
          </p:nvSpPr>
          <p:spPr>
            <a:xfrm>
              <a:off x="4150868" y="5424169"/>
              <a:ext cx="679450" cy="0"/>
            </a:xfrm>
            <a:custGeom>
              <a:avLst/>
              <a:gdLst/>
              <a:ahLst/>
              <a:cxnLst/>
              <a:rect l="l" t="t" r="r" b="b"/>
              <a:pathLst>
                <a:path w="679450">
                  <a:moveTo>
                    <a:pt x="0" y="0"/>
                  </a:moveTo>
                  <a:lnTo>
                    <a:pt x="679160" y="1"/>
                  </a:lnTo>
                </a:path>
              </a:pathLst>
            </a:custGeom>
            <a:ln w="6350">
              <a:solidFill>
                <a:srgbClr val="4472C4"/>
              </a:solidFill>
            </a:ln>
          </p:spPr>
          <p:txBody>
            <a:bodyPr wrap="square" lIns="0" tIns="0" rIns="0" bIns="0" rtlCol="0"/>
            <a:lstStyle/>
            <a:p/>
          </p:txBody>
        </p:sp>
      </p:grpSp>
      <p:sp>
        <p:nvSpPr>
          <p:cNvPr id="34" name="object 34"/>
          <p:cNvSpPr txBox="1"/>
          <p:nvPr/>
        </p:nvSpPr>
        <p:spPr>
          <a:xfrm>
            <a:off x="5723559" y="2937764"/>
            <a:ext cx="36830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panose="020B0604020202020204"/>
                <a:cs typeface="Arial" panose="020B0604020202020204"/>
              </a:rPr>
              <a:t>IP1</a:t>
            </a:r>
            <a:endParaRPr sz="1800">
              <a:latin typeface="Arial" panose="020B0604020202020204"/>
              <a:cs typeface="Arial" panose="020B0604020202020204"/>
            </a:endParaRPr>
          </a:p>
        </p:txBody>
      </p:sp>
      <p:sp>
        <p:nvSpPr>
          <p:cNvPr id="35" name="object 35"/>
          <p:cNvSpPr txBox="1"/>
          <p:nvPr/>
        </p:nvSpPr>
        <p:spPr>
          <a:xfrm>
            <a:off x="5750229" y="5010403"/>
            <a:ext cx="36830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panose="020B0604020202020204"/>
                <a:cs typeface="Arial" panose="020B0604020202020204"/>
              </a:rPr>
              <a:t>IP2</a:t>
            </a:r>
            <a:endParaRPr sz="1800">
              <a:latin typeface="Arial" panose="020B0604020202020204"/>
              <a:cs typeface="Arial" panose="020B0604020202020204"/>
            </a:endParaRPr>
          </a:p>
        </p:txBody>
      </p:sp>
      <p:sp>
        <p:nvSpPr>
          <p:cNvPr id="36" name="object 36"/>
          <p:cNvSpPr txBox="1"/>
          <p:nvPr/>
        </p:nvSpPr>
        <p:spPr>
          <a:xfrm>
            <a:off x="6797040" y="2435859"/>
            <a:ext cx="838200" cy="269240"/>
          </a:xfrm>
          <a:prstGeom prst="rect">
            <a:avLst/>
          </a:prstGeom>
        </p:spPr>
        <p:txBody>
          <a:bodyPr vert="horz" wrap="square" lIns="0" tIns="12700" rIns="0" bIns="0" rtlCol="0">
            <a:spAutoFit/>
          </a:bodyPr>
          <a:lstStyle/>
          <a:p>
            <a:pPr marL="12700">
              <a:lnSpc>
                <a:spcPct val="100000"/>
              </a:lnSpc>
              <a:spcBef>
                <a:spcPts val="100"/>
              </a:spcBef>
            </a:pPr>
            <a:r>
              <a:rPr sz="1600" spc="-15" dirty="0">
                <a:solidFill>
                  <a:srgbClr val="009FE8"/>
                </a:solidFill>
                <a:latin typeface="微软雅黑" panose="020B0503020204020204" charset="-122"/>
                <a:cs typeface="微软雅黑" panose="020B0503020204020204" charset="-122"/>
              </a:rPr>
              <a:t>步骤二：</a:t>
            </a:r>
            <a:endParaRPr sz="1600">
              <a:latin typeface="微软雅黑" panose="020B0503020204020204" charset="-122"/>
              <a:cs typeface="微软雅黑" panose="020B0503020204020204" charset="-122"/>
            </a:endParaRPr>
          </a:p>
        </p:txBody>
      </p:sp>
      <p:sp>
        <p:nvSpPr>
          <p:cNvPr id="37" name="object 37"/>
          <p:cNvSpPr txBox="1"/>
          <p:nvPr/>
        </p:nvSpPr>
        <p:spPr>
          <a:xfrm>
            <a:off x="6797040" y="2957067"/>
            <a:ext cx="1430655" cy="269240"/>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009FE8"/>
                </a:solidFill>
                <a:latin typeface="微软雅黑" panose="020B0503020204020204" charset="-122"/>
                <a:cs typeface="微软雅黑" panose="020B0503020204020204" charset="-122"/>
              </a:rPr>
              <a:t>移入</a:t>
            </a:r>
            <a:r>
              <a:rPr sz="1600" spc="-10" dirty="0">
                <a:solidFill>
                  <a:srgbClr val="009FE8"/>
                </a:solidFill>
                <a:latin typeface="微软雅黑" panose="020B0503020204020204" charset="-122"/>
                <a:cs typeface="微软雅黑" panose="020B0503020204020204" charset="-122"/>
              </a:rPr>
              <a:t>12bits</a:t>
            </a:r>
            <a:r>
              <a:rPr sz="1600" spc="-25" dirty="0">
                <a:solidFill>
                  <a:srgbClr val="009FE8"/>
                </a:solidFill>
                <a:latin typeface="微软雅黑" panose="020B0503020204020204" charset="-122"/>
                <a:cs typeface="微软雅黑" panose="020B0503020204020204" charset="-122"/>
              </a:rPr>
              <a:t>数据</a:t>
            </a:r>
            <a:endParaRPr sz="1600">
              <a:latin typeface="微软雅黑" panose="020B0503020204020204" charset="-122"/>
              <a:cs typeface="微软雅黑" panose="020B0503020204020204" charset="-122"/>
            </a:endParaRPr>
          </a:p>
        </p:txBody>
      </p:sp>
      <p:sp>
        <p:nvSpPr>
          <p:cNvPr id="38" name="object 38"/>
          <p:cNvSpPr txBox="1"/>
          <p:nvPr/>
        </p:nvSpPr>
        <p:spPr>
          <a:xfrm>
            <a:off x="6797040" y="3463035"/>
            <a:ext cx="1490980" cy="269240"/>
          </a:xfrm>
          <a:prstGeom prst="rect">
            <a:avLst/>
          </a:prstGeom>
        </p:spPr>
        <p:txBody>
          <a:bodyPr vert="horz" wrap="square" lIns="0" tIns="12700" rIns="0" bIns="0" rtlCol="0">
            <a:spAutoFit/>
          </a:bodyPr>
          <a:lstStyle/>
          <a:p>
            <a:pPr marL="240665" indent="-227965">
              <a:lnSpc>
                <a:spcPct val="100000"/>
              </a:lnSpc>
              <a:spcBef>
                <a:spcPts val="100"/>
              </a:spcBef>
              <a:buFont typeface="Arial" panose="020B0604020202020204"/>
              <a:buChar char="•"/>
              <a:tabLst>
                <a:tab pos="240665" algn="l"/>
              </a:tabLst>
            </a:pPr>
            <a:r>
              <a:rPr sz="1600" dirty="0">
                <a:solidFill>
                  <a:srgbClr val="009FE8"/>
                </a:solidFill>
                <a:latin typeface="微软雅黑" panose="020B0503020204020204" charset="-122"/>
                <a:cs typeface="微软雅黑" panose="020B0503020204020204" charset="-122"/>
              </a:rPr>
              <a:t>保持</a:t>
            </a:r>
            <a:r>
              <a:rPr sz="1600" spc="-10" dirty="0">
                <a:solidFill>
                  <a:srgbClr val="009FE8"/>
                </a:solidFill>
                <a:latin typeface="微软雅黑" panose="020B0503020204020204" charset="-122"/>
                <a:cs typeface="微软雅黑" panose="020B0503020204020204" charset="-122"/>
              </a:rPr>
              <a:t>SIB1</a:t>
            </a:r>
            <a:r>
              <a:rPr sz="1600" spc="-25" dirty="0">
                <a:solidFill>
                  <a:srgbClr val="009FE8"/>
                </a:solidFill>
                <a:latin typeface="微软雅黑" panose="020B0503020204020204" charset="-122"/>
                <a:cs typeface="微软雅黑" panose="020B0503020204020204" charset="-122"/>
              </a:rPr>
              <a:t>打开</a:t>
            </a:r>
            <a:endParaRPr sz="1600">
              <a:latin typeface="微软雅黑" panose="020B0503020204020204" charset="-122"/>
              <a:cs typeface="微软雅黑" panose="020B0503020204020204" charset="-122"/>
            </a:endParaRPr>
          </a:p>
        </p:txBody>
      </p:sp>
      <p:sp>
        <p:nvSpPr>
          <p:cNvPr id="39" name="object 39"/>
          <p:cNvSpPr txBox="1"/>
          <p:nvPr/>
        </p:nvSpPr>
        <p:spPr>
          <a:xfrm>
            <a:off x="6797040" y="3984244"/>
            <a:ext cx="1490980" cy="269240"/>
          </a:xfrm>
          <a:prstGeom prst="rect">
            <a:avLst/>
          </a:prstGeom>
        </p:spPr>
        <p:txBody>
          <a:bodyPr vert="horz" wrap="square" lIns="0" tIns="12700" rIns="0" bIns="0" rtlCol="0">
            <a:spAutoFit/>
          </a:bodyPr>
          <a:lstStyle/>
          <a:p>
            <a:pPr marL="240665" indent="-227965">
              <a:lnSpc>
                <a:spcPct val="100000"/>
              </a:lnSpc>
              <a:spcBef>
                <a:spcPts val="100"/>
              </a:spcBef>
              <a:buFont typeface="Arial" panose="020B0604020202020204"/>
              <a:buChar char="•"/>
              <a:tabLst>
                <a:tab pos="240665" algn="l"/>
              </a:tabLst>
            </a:pPr>
            <a:r>
              <a:rPr sz="1600" dirty="0">
                <a:solidFill>
                  <a:srgbClr val="009FE8"/>
                </a:solidFill>
                <a:latin typeface="微软雅黑" panose="020B0503020204020204" charset="-122"/>
                <a:cs typeface="微软雅黑" panose="020B0503020204020204" charset="-122"/>
              </a:rPr>
              <a:t>保持</a:t>
            </a:r>
            <a:r>
              <a:rPr sz="1600" spc="-10" dirty="0">
                <a:solidFill>
                  <a:srgbClr val="009FE8"/>
                </a:solidFill>
                <a:latin typeface="微软雅黑" panose="020B0503020204020204" charset="-122"/>
                <a:cs typeface="微软雅黑" panose="020B0503020204020204" charset="-122"/>
              </a:rPr>
              <a:t>SIB2</a:t>
            </a:r>
            <a:r>
              <a:rPr sz="1600" spc="-25" dirty="0">
                <a:solidFill>
                  <a:srgbClr val="009FE8"/>
                </a:solidFill>
                <a:latin typeface="微软雅黑" panose="020B0503020204020204" charset="-122"/>
                <a:cs typeface="微软雅黑" panose="020B0503020204020204" charset="-122"/>
              </a:rPr>
              <a:t>关闭</a:t>
            </a:r>
            <a:endParaRPr sz="1600">
              <a:latin typeface="微软雅黑" panose="020B0503020204020204" charset="-122"/>
              <a:cs typeface="微软雅黑" panose="020B0503020204020204" charset="-122"/>
            </a:endParaRPr>
          </a:p>
        </p:txBody>
      </p:sp>
      <p:sp>
        <p:nvSpPr>
          <p:cNvPr id="40" name="object 40"/>
          <p:cNvSpPr txBox="1"/>
          <p:nvPr/>
        </p:nvSpPr>
        <p:spPr>
          <a:xfrm>
            <a:off x="6797040" y="4505451"/>
            <a:ext cx="2243455" cy="269240"/>
          </a:xfrm>
          <a:prstGeom prst="rect">
            <a:avLst/>
          </a:prstGeom>
        </p:spPr>
        <p:txBody>
          <a:bodyPr vert="horz" wrap="square" lIns="0" tIns="12700" rIns="0" bIns="0" rtlCol="0">
            <a:spAutoFit/>
          </a:bodyPr>
          <a:lstStyle/>
          <a:p>
            <a:pPr marL="240665" indent="-227965">
              <a:lnSpc>
                <a:spcPct val="100000"/>
              </a:lnSpc>
              <a:spcBef>
                <a:spcPts val="100"/>
              </a:spcBef>
              <a:buFont typeface="Arial" panose="020B0604020202020204"/>
              <a:buChar char="•"/>
              <a:tabLst>
                <a:tab pos="240665" algn="l"/>
              </a:tabLst>
            </a:pPr>
            <a:r>
              <a:rPr sz="1600" dirty="0">
                <a:solidFill>
                  <a:srgbClr val="009FE8"/>
                </a:solidFill>
                <a:latin typeface="微软雅黑" panose="020B0503020204020204" charset="-122"/>
                <a:cs typeface="微软雅黑" panose="020B0503020204020204" charset="-122"/>
              </a:rPr>
              <a:t>操纵TDR1</a:t>
            </a:r>
            <a:r>
              <a:rPr sz="1600" spc="-30" dirty="0">
                <a:solidFill>
                  <a:srgbClr val="009FE8"/>
                </a:solidFill>
                <a:latin typeface="微软雅黑" panose="020B0503020204020204" charset="-122"/>
                <a:cs typeface="微软雅黑" panose="020B0503020204020204" charset="-122"/>
              </a:rPr>
              <a:t> </a:t>
            </a:r>
            <a:r>
              <a:rPr sz="1600" spc="-10" dirty="0">
                <a:solidFill>
                  <a:srgbClr val="009FE8"/>
                </a:solidFill>
                <a:latin typeface="微软雅黑" panose="020B0503020204020204" charset="-122"/>
                <a:cs typeface="微软雅黑" panose="020B0503020204020204" charset="-122"/>
              </a:rPr>
              <a:t>（10bits）</a:t>
            </a:r>
            <a:endParaRPr sz="1600">
              <a:latin typeface="微软雅黑" panose="020B0503020204020204" charset="-122"/>
              <a:cs typeface="微软雅黑" panose="020B0503020204020204" charset="-122"/>
            </a:endParaRPr>
          </a:p>
        </p:txBody>
      </p:sp>
      <p:sp>
        <p:nvSpPr>
          <p:cNvPr id="41" name="object 41"/>
          <p:cNvSpPr txBox="1"/>
          <p:nvPr/>
        </p:nvSpPr>
        <p:spPr>
          <a:xfrm>
            <a:off x="3702900" y="2992132"/>
            <a:ext cx="313055" cy="369570"/>
          </a:xfrm>
          <a:prstGeom prst="rect">
            <a:avLst/>
          </a:prstGeom>
          <a:solidFill>
            <a:srgbClr val="FFFFFF"/>
          </a:solidFill>
        </p:spPr>
        <p:txBody>
          <a:bodyPr vert="horz" wrap="square" lIns="0" tIns="46355" rIns="0" bIns="0" rtlCol="0">
            <a:spAutoFit/>
          </a:bodyPr>
          <a:lstStyle/>
          <a:p>
            <a:pPr marL="90805">
              <a:lnSpc>
                <a:spcPct val="100000"/>
              </a:lnSpc>
              <a:spcBef>
                <a:spcPts val="365"/>
              </a:spcBef>
            </a:pPr>
            <a:r>
              <a:rPr sz="1800" b="1" spc="-50" dirty="0">
                <a:solidFill>
                  <a:srgbClr val="4472C4"/>
                </a:solidFill>
                <a:latin typeface="Arial" panose="020B0604020202020204"/>
                <a:cs typeface="Arial" panose="020B0604020202020204"/>
              </a:rPr>
              <a:t>1</a:t>
            </a:r>
            <a:endParaRPr sz="1800">
              <a:latin typeface="Arial" panose="020B0604020202020204"/>
              <a:cs typeface="Arial" panose="020B0604020202020204"/>
            </a:endParaRPr>
          </a:p>
        </p:txBody>
      </p:sp>
      <p:sp>
        <p:nvSpPr>
          <p:cNvPr id="42" name="object 42"/>
          <p:cNvSpPr txBox="1"/>
          <p:nvPr/>
        </p:nvSpPr>
        <p:spPr>
          <a:xfrm>
            <a:off x="3705352" y="5003952"/>
            <a:ext cx="313055" cy="369570"/>
          </a:xfrm>
          <a:prstGeom prst="rect">
            <a:avLst/>
          </a:prstGeom>
          <a:solidFill>
            <a:srgbClr val="FFFFFF"/>
          </a:solidFill>
        </p:spPr>
        <p:txBody>
          <a:bodyPr vert="horz" wrap="square" lIns="0" tIns="46355" rIns="0" bIns="0" rtlCol="0">
            <a:spAutoFit/>
          </a:bodyPr>
          <a:lstStyle/>
          <a:p>
            <a:pPr marL="90805">
              <a:lnSpc>
                <a:spcPct val="100000"/>
              </a:lnSpc>
              <a:spcBef>
                <a:spcPts val="365"/>
              </a:spcBef>
            </a:pPr>
            <a:r>
              <a:rPr sz="1800" b="1" spc="-50" dirty="0">
                <a:solidFill>
                  <a:srgbClr val="4472C4"/>
                </a:solidFill>
                <a:latin typeface="Arial" panose="020B0604020202020204"/>
                <a:cs typeface="Arial" panose="020B0604020202020204"/>
              </a:rPr>
              <a:t>0</a:t>
            </a:r>
            <a:endParaRPr sz="1800">
              <a:latin typeface="Arial" panose="020B0604020202020204"/>
              <a:cs typeface="Arial" panose="020B0604020202020204"/>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30" dirty="0"/>
              <a:t>SIB</a:t>
            </a:r>
            <a:r>
              <a:rPr spc="-20" dirty="0"/>
              <a:t>的网络</a:t>
            </a:r>
            <a:endParaRPr spc="-20" dirty="0"/>
          </a:p>
        </p:txBody>
      </p:sp>
      <p:sp>
        <p:nvSpPr>
          <p:cNvPr id="3" name="object 3"/>
          <p:cNvSpPr txBox="1"/>
          <p:nvPr/>
        </p:nvSpPr>
        <p:spPr>
          <a:xfrm>
            <a:off x="963930" y="1578355"/>
            <a:ext cx="3415029" cy="391160"/>
          </a:xfrm>
          <a:prstGeom prst="rect">
            <a:avLst/>
          </a:prstGeom>
        </p:spPr>
        <p:txBody>
          <a:bodyPr vert="horz" wrap="square" lIns="0" tIns="12700" rIns="0" bIns="0" rtlCol="0">
            <a:spAutoFit/>
          </a:bodyPr>
          <a:lstStyle/>
          <a:p>
            <a:pPr marL="12700">
              <a:lnSpc>
                <a:spcPct val="100000"/>
              </a:lnSpc>
              <a:spcBef>
                <a:spcPts val="100"/>
              </a:spcBef>
              <a:tabLst>
                <a:tab pos="469265" algn="l"/>
              </a:tabLst>
            </a:pPr>
            <a:r>
              <a:rPr sz="2400" b="1" spc="-25" dirty="0">
                <a:solidFill>
                  <a:srgbClr val="009FE8"/>
                </a:solidFill>
                <a:latin typeface="微软雅黑" panose="020B0503020204020204" charset="-122"/>
                <a:cs typeface="微软雅黑" panose="020B0503020204020204" charset="-122"/>
              </a:rPr>
              <a:t>2.</a:t>
            </a:r>
            <a:r>
              <a:rPr sz="2400" b="1" dirty="0">
                <a:solidFill>
                  <a:srgbClr val="009FE8"/>
                </a:solidFill>
                <a:latin typeface="微软雅黑" panose="020B0503020204020204" charset="-122"/>
                <a:cs typeface="微软雅黑" panose="020B0503020204020204" charset="-122"/>
              </a:rPr>
              <a:t>	配置</a:t>
            </a:r>
            <a:r>
              <a:rPr sz="2400" b="1" spc="-20" dirty="0">
                <a:solidFill>
                  <a:srgbClr val="009FE8"/>
                </a:solidFill>
                <a:latin typeface="微软雅黑" panose="020B0503020204020204" charset="-122"/>
                <a:cs typeface="微软雅黑" panose="020B0503020204020204" charset="-122"/>
              </a:rPr>
              <a:t>SIB</a:t>
            </a:r>
            <a:r>
              <a:rPr sz="2400" b="1" spc="-10" dirty="0">
                <a:solidFill>
                  <a:srgbClr val="009FE8"/>
                </a:solidFill>
                <a:latin typeface="微软雅黑" panose="020B0503020204020204" charset="-122"/>
                <a:cs typeface="微软雅黑" panose="020B0503020204020204" charset="-122"/>
              </a:rPr>
              <a:t>的网络结构：</a:t>
            </a:r>
            <a:endParaRPr sz="2400">
              <a:latin typeface="微软雅黑" panose="020B0503020204020204" charset="-122"/>
              <a:cs typeface="微软雅黑" panose="020B0503020204020204" charset="-122"/>
            </a:endParaRPr>
          </a:p>
        </p:txBody>
      </p:sp>
      <p:sp>
        <p:nvSpPr>
          <p:cNvPr id="4" name="object 4"/>
          <p:cNvSpPr txBox="1"/>
          <p:nvPr/>
        </p:nvSpPr>
        <p:spPr>
          <a:xfrm>
            <a:off x="1185133" y="2841320"/>
            <a:ext cx="1485900" cy="802640"/>
          </a:xfrm>
          <a:prstGeom prst="rect">
            <a:avLst/>
          </a:prstGeom>
          <a:ln w="12700">
            <a:solidFill>
              <a:srgbClr val="2F528F"/>
            </a:solidFill>
          </a:ln>
        </p:spPr>
        <p:txBody>
          <a:bodyPr vert="horz" wrap="square" lIns="0" tIns="139700" rIns="0" bIns="0" rtlCol="0">
            <a:spAutoFit/>
          </a:bodyPr>
          <a:lstStyle/>
          <a:p>
            <a:pPr marL="3810" algn="ctr">
              <a:lnSpc>
                <a:spcPts val="2135"/>
              </a:lnSpc>
              <a:spcBef>
                <a:spcPts val="1100"/>
              </a:spcBef>
            </a:pPr>
            <a:r>
              <a:rPr sz="1800" spc="-25" dirty="0">
                <a:latin typeface="Arial" panose="020B0604020202020204"/>
                <a:cs typeface="Arial" panose="020B0604020202020204"/>
              </a:rPr>
              <a:t>TAP</a:t>
            </a:r>
            <a:endParaRPr sz="1800">
              <a:latin typeface="Arial" panose="020B0604020202020204"/>
              <a:cs typeface="Arial" panose="020B0604020202020204"/>
            </a:endParaRPr>
          </a:p>
          <a:p>
            <a:pPr algn="ctr">
              <a:lnSpc>
                <a:spcPts val="2135"/>
              </a:lnSpc>
            </a:pPr>
            <a:r>
              <a:rPr sz="1800" spc="-10" dirty="0">
                <a:latin typeface="Arial" panose="020B0604020202020204"/>
                <a:cs typeface="Arial" panose="020B0604020202020204"/>
              </a:rPr>
              <a:t>Controller</a:t>
            </a:r>
            <a:endParaRPr sz="1800">
              <a:latin typeface="Arial" panose="020B0604020202020204"/>
              <a:cs typeface="Arial" panose="020B0604020202020204"/>
            </a:endParaRPr>
          </a:p>
        </p:txBody>
      </p:sp>
      <p:grpSp>
        <p:nvGrpSpPr>
          <p:cNvPr id="5" name="object 5"/>
          <p:cNvGrpSpPr/>
          <p:nvPr/>
        </p:nvGrpSpPr>
        <p:grpSpPr>
          <a:xfrm>
            <a:off x="3563937" y="2449982"/>
            <a:ext cx="2834640" cy="3169285"/>
            <a:chOff x="3563937" y="2449982"/>
            <a:chExt cx="2834640" cy="3169285"/>
          </a:xfrm>
        </p:grpSpPr>
        <p:sp>
          <p:nvSpPr>
            <p:cNvPr id="6" name="object 6"/>
            <p:cNvSpPr/>
            <p:nvPr/>
          </p:nvSpPr>
          <p:spPr>
            <a:xfrm>
              <a:off x="3570287" y="4711090"/>
              <a:ext cx="578485" cy="901700"/>
            </a:xfrm>
            <a:custGeom>
              <a:avLst/>
              <a:gdLst/>
              <a:ahLst/>
              <a:cxnLst/>
              <a:rect l="l" t="t" r="r" b="b"/>
              <a:pathLst>
                <a:path w="578485" h="901700">
                  <a:moveTo>
                    <a:pt x="578142" y="0"/>
                  </a:moveTo>
                  <a:lnTo>
                    <a:pt x="0" y="0"/>
                  </a:lnTo>
                  <a:lnTo>
                    <a:pt x="0" y="901701"/>
                  </a:lnTo>
                  <a:lnTo>
                    <a:pt x="578142" y="901701"/>
                  </a:lnTo>
                  <a:lnTo>
                    <a:pt x="578142" y="0"/>
                  </a:lnTo>
                  <a:close/>
                </a:path>
              </a:pathLst>
            </a:custGeom>
            <a:solidFill>
              <a:srgbClr val="D9D9D9"/>
            </a:solidFill>
          </p:spPr>
          <p:txBody>
            <a:bodyPr wrap="square" lIns="0" tIns="0" rIns="0" bIns="0" rtlCol="0"/>
            <a:lstStyle/>
            <a:p/>
          </p:txBody>
        </p:sp>
        <p:sp>
          <p:nvSpPr>
            <p:cNvPr id="7" name="object 7"/>
            <p:cNvSpPr/>
            <p:nvPr/>
          </p:nvSpPr>
          <p:spPr>
            <a:xfrm>
              <a:off x="3570287" y="4711090"/>
              <a:ext cx="578485" cy="901700"/>
            </a:xfrm>
            <a:custGeom>
              <a:avLst/>
              <a:gdLst/>
              <a:ahLst/>
              <a:cxnLst/>
              <a:rect l="l" t="t" r="r" b="b"/>
              <a:pathLst>
                <a:path w="578485" h="901700">
                  <a:moveTo>
                    <a:pt x="0" y="0"/>
                  </a:moveTo>
                  <a:lnTo>
                    <a:pt x="578140" y="0"/>
                  </a:lnTo>
                  <a:lnTo>
                    <a:pt x="578140" y="901700"/>
                  </a:lnTo>
                  <a:lnTo>
                    <a:pt x="0" y="901700"/>
                  </a:lnTo>
                  <a:lnTo>
                    <a:pt x="0" y="0"/>
                  </a:lnTo>
                  <a:close/>
                </a:path>
              </a:pathLst>
            </a:custGeom>
            <a:ln w="12700">
              <a:solidFill>
                <a:srgbClr val="2F528F"/>
              </a:solidFill>
            </a:ln>
          </p:spPr>
          <p:txBody>
            <a:bodyPr wrap="square" lIns="0" tIns="0" rIns="0" bIns="0" rtlCol="0"/>
            <a:lstStyle/>
            <a:p/>
          </p:txBody>
        </p:sp>
        <p:sp>
          <p:nvSpPr>
            <p:cNvPr id="8" name="object 8"/>
            <p:cNvSpPr/>
            <p:nvPr/>
          </p:nvSpPr>
          <p:spPr>
            <a:xfrm>
              <a:off x="3572738" y="2725940"/>
              <a:ext cx="578485" cy="901700"/>
            </a:xfrm>
            <a:custGeom>
              <a:avLst/>
              <a:gdLst/>
              <a:ahLst/>
              <a:cxnLst/>
              <a:rect l="l" t="t" r="r" b="b"/>
              <a:pathLst>
                <a:path w="578485" h="901700">
                  <a:moveTo>
                    <a:pt x="578129" y="0"/>
                  </a:moveTo>
                  <a:lnTo>
                    <a:pt x="0" y="0"/>
                  </a:lnTo>
                  <a:lnTo>
                    <a:pt x="0" y="901699"/>
                  </a:lnTo>
                  <a:lnTo>
                    <a:pt x="578129" y="901699"/>
                  </a:lnTo>
                  <a:lnTo>
                    <a:pt x="578129" y="0"/>
                  </a:lnTo>
                  <a:close/>
                </a:path>
              </a:pathLst>
            </a:custGeom>
            <a:solidFill>
              <a:srgbClr val="D9D9D9"/>
            </a:solidFill>
          </p:spPr>
          <p:txBody>
            <a:bodyPr wrap="square" lIns="0" tIns="0" rIns="0" bIns="0" rtlCol="0"/>
            <a:lstStyle/>
            <a:p/>
          </p:txBody>
        </p:sp>
        <p:sp>
          <p:nvSpPr>
            <p:cNvPr id="9" name="object 9"/>
            <p:cNvSpPr/>
            <p:nvPr/>
          </p:nvSpPr>
          <p:spPr>
            <a:xfrm>
              <a:off x="3572738" y="2725940"/>
              <a:ext cx="578485" cy="901700"/>
            </a:xfrm>
            <a:custGeom>
              <a:avLst/>
              <a:gdLst/>
              <a:ahLst/>
              <a:cxnLst/>
              <a:rect l="l" t="t" r="r" b="b"/>
              <a:pathLst>
                <a:path w="578485" h="901700">
                  <a:moveTo>
                    <a:pt x="0" y="0"/>
                  </a:moveTo>
                  <a:lnTo>
                    <a:pt x="578140" y="0"/>
                  </a:lnTo>
                  <a:lnTo>
                    <a:pt x="578140" y="901700"/>
                  </a:lnTo>
                  <a:lnTo>
                    <a:pt x="0" y="901700"/>
                  </a:lnTo>
                  <a:lnTo>
                    <a:pt x="0" y="0"/>
                  </a:lnTo>
                  <a:close/>
                </a:path>
              </a:pathLst>
            </a:custGeom>
            <a:ln w="12700">
              <a:solidFill>
                <a:srgbClr val="2F528F"/>
              </a:solidFill>
            </a:ln>
          </p:spPr>
          <p:txBody>
            <a:bodyPr wrap="square" lIns="0" tIns="0" rIns="0" bIns="0" rtlCol="0"/>
            <a:lstStyle/>
            <a:p/>
          </p:txBody>
        </p:sp>
        <p:sp>
          <p:nvSpPr>
            <p:cNvPr id="10" name="object 10"/>
            <p:cNvSpPr/>
            <p:nvPr/>
          </p:nvSpPr>
          <p:spPr>
            <a:xfrm>
              <a:off x="4646294" y="2456332"/>
              <a:ext cx="1746250" cy="1441450"/>
            </a:xfrm>
            <a:custGeom>
              <a:avLst/>
              <a:gdLst/>
              <a:ahLst/>
              <a:cxnLst/>
              <a:rect l="l" t="t" r="r" b="b"/>
              <a:pathLst>
                <a:path w="1746250" h="1441450">
                  <a:moveTo>
                    <a:pt x="1745830" y="0"/>
                  </a:moveTo>
                  <a:lnTo>
                    <a:pt x="0" y="0"/>
                  </a:lnTo>
                  <a:lnTo>
                    <a:pt x="0" y="1440929"/>
                  </a:lnTo>
                  <a:lnTo>
                    <a:pt x="1745830" y="1440929"/>
                  </a:lnTo>
                  <a:lnTo>
                    <a:pt x="1745830" y="0"/>
                  </a:lnTo>
                  <a:close/>
                </a:path>
              </a:pathLst>
            </a:custGeom>
            <a:solidFill>
              <a:srgbClr val="D9D9D9"/>
            </a:solidFill>
          </p:spPr>
          <p:txBody>
            <a:bodyPr wrap="square" lIns="0" tIns="0" rIns="0" bIns="0" rtlCol="0"/>
            <a:lstStyle/>
            <a:p/>
          </p:txBody>
        </p:sp>
        <p:sp>
          <p:nvSpPr>
            <p:cNvPr id="11" name="object 11"/>
            <p:cNvSpPr/>
            <p:nvPr/>
          </p:nvSpPr>
          <p:spPr>
            <a:xfrm>
              <a:off x="4646294" y="2456332"/>
              <a:ext cx="1746250" cy="1441450"/>
            </a:xfrm>
            <a:custGeom>
              <a:avLst/>
              <a:gdLst/>
              <a:ahLst/>
              <a:cxnLst/>
              <a:rect l="l" t="t" r="r" b="b"/>
              <a:pathLst>
                <a:path w="1746250" h="1441450">
                  <a:moveTo>
                    <a:pt x="0" y="0"/>
                  </a:moveTo>
                  <a:lnTo>
                    <a:pt x="1745840" y="0"/>
                  </a:lnTo>
                  <a:lnTo>
                    <a:pt x="1745840" y="1440930"/>
                  </a:lnTo>
                  <a:lnTo>
                    <a:pt x="0" y="1440930"/>
                  </a:lnTo>
                  <a:lnTo>
                    <a:pt x="0" y="0"/>
                  </a:lnTo>
                  <a:close/>
                </a:path>
              </a:pathLst>
            </a:custGeom>
            <a:ln w="12700">
              <a:solidFill>
                <a:srgbClr val="2F528F"/>
              </a:solidFill>
            </a:ln>
          </p:spPr>
          <p:txBody>
            <a:bodyPr wrap="square" lIns="0" tIns="0" rIns="0" bIns="0" rtlCol="0"/>
            <a:lstStyle/>
            <a:p/>
          </p:txBody>
        </p:sp>
        <p:sp>
          <p:nvSpPr>
            <p:cNvPr id="12" name="object 12"/>
            <p:cNvSpPr/>
            <p:nvPr/>
          </p:nvSpPr>
          <p:spPr>
            <a:xfrm>
              <a:off x="4804638" y="2725940"/>
              <a:ext cx="578485" cy="901700"/>
            </a:xfrm>
            <a:custGeom>
              <a:avLst/>
              <a:gdLst/>
              <a:ahLst/>
              <a:cxnLst/>
              <a:rect l="l" t="t" r="r" b="b"/>
              <a:pathLst>
                <a:path w="578485" h="901700">
                  <a:moveTo>
                    <a:pt x="0" y="0"/>
                  </a:moveTo>
                  <a:lnTo>
                    <a:pt x="578140" y="0"/>
                  </a:lnTo>
                  <a:lnTo>
                    <a:pt x="578140" y="901700"/>
                  </a:lnTo>
                  <a:lnTo>
                    <a:pt x="0" y="901700"/>
                  </a:lnTo>
                  <a:lnTo>
                    <a:pt x="0" y="0"/>
                  </a:lnTo>
                  <a:close/>
                </a:path>
              </a:pathLst>
            </a:custGeom>
            <a:ln w="12700">
              <a:solidFill>
                <a:srgbClr val="2F528F"/>
              </a:solidFill>
            </a:ln>
          </p:spPr>
          <p:txBody>
            <a:bodyPr wrap="square" lIns="0" tIns="0" rIns="0" bIns="0" rtlCol="0"/>
            <a:lstStyle/>
            <a:p/>
          </p:txBody>
        </p:sp>
      </p:grpSp>
      <p:sp>
        <p:nvSpPr>
          <p:cNvPr id="13" name="object 13"/>
          <p:cNvSpPr txBox="1"/>
          <p:nvPr/>
        </p:nvSpPr>
        <p:spPr>
          <a:xfrm>
            <a:off x="3601249" y="5772403"/>
            <a:ext cx="520700"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Arial" panose="020B0604020202020204"/>
                <a:cs typeface="Arial" panose="020B0604020202020204"/>
              </a:rPr>
              <a:t>SIB2</a:t>
            </a:r>
            <a:endParaRPr sz="1800">
              <a:latin typeface="Arial" panose="020B0604020202020204"/>
              <a:cs typeface="Arial" panose="020B0604020202020204"/>
            </a:endParaRPr>
          </a:p>
        </p:txBody>
      </p:sp>
      <p:sp>
        <p:nvSpPr>
          <p:cNvPr id="14" name="object 14"/>
          <p:cNvSpPr txBox="1"/>
          <p:nvPr/>
        </p:nvSpPr>
        <p:spPr>
          <a:xfrm>
            <a:off x="3572243" y="2315971"/>
            <a:ext cx="520700"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Arial" panose="020B0604020202020204"/>
                <a:cs typeface="Arial" panose="020B0604020202020204"/>
              </a:rPr>
              <a:t>SIB1</a:t>
            </a:r>
            <a:endParaRPr sz="1800">
              <a:latin typeface="Arial" panose="020B0604020202020204"/>
              <a:cs typeface="Arial" panose="020B0604020202020204"/>
            </a:endParaRPr>
          </a:p>
        </p:txBody>
      </p:sp>
      <p:sp>
        <p:nvSpPr>
          <p:cNvPr id="15" name="object 15"/>
          <p:cNvSpPr txBox="1"/>
          <p:nvPr/>
        </p:nvSpPr>
        <p:spPr>
          <a:xfrm>
            <a:off x="4804143" y="2428747"/>
            <a:ext cx="622300"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Arial" panose="020B0604020202020204"/>
                <a:cs typeface="Arial" panose="020B0604020202020204"/>
              </a:rPr>
              <a:t>TDR1</a:t>
            </a:r>
            <a:endParaRPr sz="1800">
              <a:latin typeface="Arial" panose="020B0604020202020204"/>
              <a:cs typeface="Arial" panose="020B0604020202020204"/>
            </a:endParaRPr>
          </a:p>
        </p:txBody>
      </p:sp>
      <p:grpSp>
        <p:nvGrpSpPr>
          <p:cNvPr id="16" name="object 16"/>
          <p:cNvGrpSpPr/>
          <p:nvPr/>
        </p:nvGrpSpPr>
        <p:grpSpPr>
          <a:xfrm>
            <a:off x="4655896" y="2696588"/>
            <a:ext cx="1758950" cy="3153410"/>
            <a:chOff x="4655896" y="2696588"/>
            <a:chExt cx="1758950" cy="3153410"/>
          </a:xfrm>
        </p:grpSpPr>
        <p:sp>
          <p:nvSpPr>
            <p:cNvPr id="17" name="object 17"/>
            <p:cNvSpPr/>
            <p:nvPr/>
          </p:nvSpPr>
          <p:spPr>
            <a:xfrm>
              <a:off x="5658069" y="2702935"/>
              <a:ext cx="495300" cy="955040"/>
            </a:xfrm>
            <a:custGeom>
              <a:avLst/>
              <a:gdLst/>
              <a:ahLst/>
              <a:cxnLst/>
              <a:rect l="l" t="t" r="r" b="b"/>
              <a:pathLst>
                <a:path w="495300" h="955039">
                  <a:moveTo>
                    <a:pt x="305405" y="0"/>
                  </a:moveTo>
                  <a:lnTo>
                    <a:pt x="286381" y="6552"/>
                  </a:lnTo>
                  <a:lnTo>
                    <a:pt x="269681" y="31344"/>
                  </a:lnTo>
                  <a:lnTo>
                    <a:pt x="257463" y="72484"/>
                  </a:lnTo>
                  <a:lnTo>
                    <a:pt x="254203" y="64644"/>
                  </a:lnTo>
                  <a:lnTo>
                    <a:pt x="250740" y="57452"/>
                  </a:lnTo>
                  <a:lnTo>
                    <a:pt x="247088" y="50933"/>
                  </a:lnTo>
                  <a:lnTo>
                    <a:pt x="243264" y="45115"/>
                  </a:lnTo>
                  <a:lnTo>
                    <a:pt x="219986" y="26942"/>
                  </a:lnTo>
                  <a:lnTo>
                    <a:pt x="196671" y="33388"/>
                  </a:lnTo>
                  <a:lnTo>
                    <a:pt x="175981" y="62315"/>
                  </a:lnTo>
                  <a:lnTo>
                    <a:pt x="160575" y="111587"/>
                  </a:lnTo>
                  <a:lnTo>
                    <a:pt x="148936" y="96977"/>
                  </a:lnTo>
                  <a:lnTo>
                    <a:pt x="136619" y="87682"/>
                  </a:lnTo>
                  <a:lnTo>
                    <a:pt x="123888" y="83841"/>
                  </a:lnTo>
                  <a:lnTo>
                    <a:pt x="111006" y="85590"/>
                  </a:lnTo>
                  <a:lnTo>
                    <a:pt x="67706" y="140567"/>
                  </a:lnTo>
                  <a:lnTo>
                    <a:pt x="53357" y="190039"/>
                  </a:lnTo>
                  <a:lnTo>
                    <a:pt x="45329" y="249147"/>
                  </a:lnTo>
                  <a:lnTo>
                    <a:pt x="44712" y="314126"/>
                  </a:lnTo>
                  <a:lnTo>
                    <a:pt x="44306" y="317098"/>
                  </a:lnTo>
                  <a:lnTo>
                    <a:pt x="13506" y="356701"/>
                  </a:lnTo>
                  <a:lnTo>
                    <a:pt x="0" y="430706"/>
                  </a:lnTo>
                  <a:lnTo>
                    <a:pt x="1210" y="480955"/>
                  </a:lnTo>
                  <a:lnTo>
                    <a:pt x="9481" y="526339"/>
                  </a:lnTo>
                  <a:lnTo>
                    <a:pt x="24240" y="561078"/>
                  </a:lnTo>
                  <a:lnTo>
                    <a:pt x="17700" y="583900"/>
                  </a:lnTo>
                  <a:lnTo>
                    <a:pt x="13247" y="609574"/>
                  </a:lnTo>
                  <a:lnTo>
                    <a:pt x="11001" y="637146"/>
                  </a:lnTo>
                  <a:lnTo>
                    <a:pt x="11083" y="665662"/>
                  </a:lnTo>
                  <a:lnTo>
                    <a:pt x="17256" y="715009"/>
                  </a:lnTo>
                  <a:lnTo>
                    <a:pt x="29747" y="753018"/>
                  </a:lnTo>
                  <a:lnTo>
                    <a:pt x="46775" y="776003"/>
                  </a:lnTo>
                  <a:lnTo>
                    <a:pt x="66556" y="780280"/>
                  </a:lnTo>
                  <a:lnTo>
                    <a:pt x="66861" y="781677"/>
                  </a:lnTo>
                  <a:lnTo>
                    <a:pt x="85777" y="841450"/>
                  </a:lnTo>
                  <a:lnTo>
                    <a:pt x="109064" y="879213"/>
                  </a:lnTo>
                  <a:lnTo>
                    <a:pt x="135358" y="896450"/>
                  </a:lnTo>
                  <a:lnTo>
                    <a:pt x="162656" y="891850"/>
                  </a:lnTo>
                  <a:lnTo>
                    <a:pt x="188959" y="864100"/>
                  </a:lnTo>
                  <a:lnTo>
                    <a:pt x="197299" y="891469"/>
                  </a:lnTo>
                  <a:lnTo>
                    <a:pt x="207225" y="914517"/>
                  </a:lnTo>
                  <a:lnTo>
                    <a:pt x="218498" y="932782"/>
                  </a:lnTo>
                  <a:lnTo>
                    <a:pt x="230882" y="945799"/>
                  </a:lnTo>
                  <a:lnTo>
                    <a:pt x="255444" y="954516"/>
                  </a:lnTo>
                  <a:lnTo>
                    <a:pt x="278968" y="943052"/>
                  </a:lnTo>
                  <a:lnTo>
                    <a:pt x="299862" y="913644"/>
                  </a:lnTo>
                  <a:lnTo>
                    <a:pt x="316537" y="868530"/>
                  </a:lnTo>
                  <a:lnTo>
                    <a:pt x="327402" y="809947"/>
                  </a:lnTo>
                  <a:lnTo>
                    <a:pt x="335468" y="821200"/>
                  </a:lnTo>
                  <a:lnTo>
                    <a:pt x="344004" y="829407"/>
                  </a:lnTo>
                  <a:lnTo>
                    <a:pt x="352887" y="834475"/>
                  </a:lnTo>
                  <a:lnTo>
                    <a:pt x="361997" y="836312"/>
                  </a:lnTo>
                  <a:lnTo>
                    <a:pt x="387853" y="823200"/>
                  </a:lnTo>
                  <a:lnTo>
                    <a:pt x="409048" y="786398"/>
                  </a:lnTo>
                  <a:lnTo>
                    <a:pt x="423431" y="731456"/>
                  </a:lnTo>
                  <a:lnTo>
                    <a:pt x="428849" y="663923"/>
                  </a:lnTo>
                  <a:lnTo>
                    <a:pt x="438613" y="658561"/>
                  </a:lnTo>
                  <a:lnTo>
                    <a:pt x="465171" y="623816"/>
                  </a:lnTo>
                  <a:lnTo>
                    <a:pt x="479858" y="585065"/>
                  </a:lnTo>
                  <a:lnTo>
                    <a:pt x="489805" y="539143"/>
                  </a:lnTo>
                  <a:lnTo>
                    <a:pt x="494875" y="488774"/>
                  </a:lnTo>
                  <a:lnTo>
                    <a:pt x="494932" y="436679"/>
                  </a:lnTo>
                  <a:lnTo>
                    <a:pt x="489838" y="385582"/>
                  </a:lnTo>
                  <a:lnTo>
                    <a:pt x="479459" y="338206"/>
                  </a:lnTo>
                  <a:lnTo>
                    <a:pt x="480576" y="331348"/>
                  </a:lnTo>
                  <a:lnTo>
                    <a:pt x="482266" y="317098"/>
                  </a:lnTo>
                  <a:lnTo>
                    <a:pt x="483879" y="253434"/>
                  </a:lnTo>
                  <a:lnTo>
                    <a:pt x="476341" y="195107"/>
                  </a:lnTo>
                  <a:lnTo>
                    <a:pt x="461031" y="148465"/>
                  </a:lnTo>
                  <a:lnTo>
                    <a:pt x="439327" y="119855"/>
                  </a:lnTo>
                  <a:lnTo>
                    <a:pt x="436813" y="95556"/>
                  </a:lnTo>
                  <a:lnTo>
                    <a:pt x="427309" y="52412"/>
                  </a:lnTo>
                  <a:lnTo>
                    <a:pt x="401168" y="6599"/>
                  </a:lnTo>
                  <a:lnTo>
                    <a:pt x="379950" y="473"/>
                  </a:lnTo>
                  <a:lnTo>
                    <a:pt x="359400" y="15614"/>
                  </a:lnTo>
                  <a:lnTo>
                    <a:pt x="342045" y="51478"/>
                  </a:lnTo>
                  <a:lnTo>
                    <a:pt x="338325" y="40082"/>
                  </a:lnTo>
                  <a:lnTo>
                    <a:pt x="334149" y="29905"/>
                  </a:lnTo>
                  <a:lnTo>
                    <a:pt x="329558" y="21040"/>
                  </a:lnTo>
                  <a:lnTo>
                    <a:pt x="324595" y="13581"/>
                  </a:lnTo>
                  <a:lnTo>
                    <a:pt x="305405" y="0"/>
                  </a:lnTo>
                  <a:close/>
                </a:path>
              </a:pathLst>
            </a:custGeom>
            <a:solidFill>
              <a:srgbClr val="FFFFFF"/>
            </a:solidFill>
          </p:spPr>
          <p:txBody>
            <a:bodyPr wrap="square" lIns="0" tIns="0" rIns="0" bIns="0" rtlCol="0"/>
            <a:lstStyle/>
            <a:p/>
          </p:txBody>
        </p:sp>
        <p:sp>
          <p:nvSpPr>
            <p:cNvPr id="18" name="object 18"/>
            <p:cNvSpPr/>
            <p:nvPr/>
          </p:nvSpPr>
          <p:spPr>
            <a:xfrm>
              <a:off x="5658076" y="2702938"/>
              <a:ext cx="495300" cy="955040"/>
            </a:xfrm>
            <a:custGeom>
              <a:avLst/>
              <a:gdLst/>
              <a:ahLst/>
              <a:cxnLst/>
              <a:rect l="l" t="t" r="r" b="b"/>
              <a:pathLst>
                <a:path w="495300" h="955039">
                  <a:moveTo>
                    <a:pt x="44716" y="314128"/>
                  </a:moveTo>
                  <a:lnTo>
                    <a:pt x="45328" y="249146"/>
                  </a:lnTo>
                  <a:lnTo>
                    <a:pt x="53355" y="190037"/>
                  </a:lnTo>
                  <a:lnTo>
                    <a:pt x="67703" y="140564"/>
                  </a:lnTo>
                  <a:lnTo>
                    <a:pt x="87281" y="104493"/>
                  </a:lnTo>
                  <a:lnTo>
                    <a:pt x="123886" y="83837"/>
                  </a:lnTo>
                  <a:lnTo>
                    <a:pt x="136619" y="87678"/>
                  </a:lnTo>
                  <a:lnTo>
                    <a:pt x="148935" y="96974"/>
                  </a:lnTo>
                  <a:lnTo>
                    <a:pt x="160574" y="111587"/>
                  </a:lnTo>
                  <a:lnTo>
                    <a:pt x="175982" y="62317"/>
                  </a:lnTo>
                  <a:lnTo>
                    <a:pt x="196672" y="33390"/>
                  </a:lnTo>
                  <a:lnTo>
                    <a:pt x="219983" y="26944"/>
                  </a:lnTo>
                  <a:lnTo>
                    <a:pt x="243256" y="45117"/>
                  </a:lnTo>
                  <a:lnTo>
                    <a:pt x="247085" y="50932"/>
                  </a:lnTo>
                  <a:lnTo>
                    <a:pt x="250738" y="57449"/>
                  </a:lnTo>
                  <a:lnTo>
                    <a:pt x="254203" y="64643"/>
                  </a:lnTo>
                  <a:lnTo>
                    <a:pt x="257465" y="72485"/>
                  </a:lnTo>
                  <a:lnTo>
                    <a:pt x="269680" y="31345"/>
                  </a:lnTo>
                  <a:lnTo>
                    <a:pt x="286379" y="6551"/>
                  </a:lnTo>
                  <a:lnTo>
                    <a:pt x="305401" y="0"/>
                  </a:lnTo>
                  <a:lnTo>
                    <a:pt x="324588" y="13584"/>
                  </a:lnTo>
                  <a:lnTo>
                    <a:pt x="329552" y="21039"/>
                  </a:lnTo>
                  <a:lnTo>
                    <a:pt x="334144" y="29901"/>
                  </a:lnTo>
                  <a:lnTo>
                    <a:pt x="338322" y="40076"/>
                  </a:lnTo>
                  <a:lnTo>
                    <a:pt x="342044" y="51470"/>
                  </a:lnTo>
                  <a:lnTo>
                    <a:pt x="359398" y="15611"/>
                  </a:lnTo>
                  <a:lnTo>
                    <a:pt x="379947" y="473"/>
                  </a:lnTo>
                  <a:lnTo>
                    <a:pt x="401167" y="6599"/>
                  </a:lnTo>
                  <a:lnTo>
                    <a:pt x="420531" y="34535"/>
                  </a:lnTo>
                  <a:lnTo>
                    <a:pt x="427306" y="52410"/>
                  </a:lnTo>
                  <a:lnTo>
                    <a:pt x="432768" y="72910"/>
                  </a:lnTo>
                  <a:lnTo>
                    <a:pt x="436811" y="95551"/>
                  </a:lnTo>
                  <a:lnTo>
                    <a:pt x="439328" y="119848"/>
                  </a:lnTo>
                  <a:lnTo>
                    <a:pt x="461030" y="148463"/>
                  </a:lnTo>
                  <a:lnTo>
                    <a:pt x="476341" y="195106"/>
                  </a:lnTo>
                  <a:lnTo>
                    <a:pt x="483878" y="253431"/>
                  </a:lnTo>
                  <a:lnTo>
                    <a:pt x="482261" y="317094"/>
                  </a:lnTo>
                  <a:lnTo>
                    <a:pt x="481515" y="324293"/>
                  </a:lnTo>
                  <a:lnTo>
                    <a:pt x="480579" y="331346"/>
                  </a:lnTo>
                  <a:lnTo>
                    <a:pt x="479460" y="338202"/>
                  </a:lnTo>
                  <a:lnTo>
                    <a:pt x="489838" y="385578"/>
                  </a:lnTo>
                  <a:lnTo>
                    <a:pt x="494931" y="436675"/>
                  </a:lnTo>
                  <a:lnTo>
                    <a:pt x="494875" y="488770"/>
                  </a:lnTo>
                  <a:lnTo>
                    <a:pt x="489805" y="539140"/>
                  </a:lnTo>
                  <a:lnTo>
                    <a:pt x="479859" y="585063"/>
                  </a:lnTo>
                  <a:lnTo>
                    <a:pt x="465172" y="623817"/>
                  </a:lnTo>
                  <a:lnTo>
                    <a:pt x="438615" y="658559"/>
                  </a:lnTo>
                  <a:lnTo>
                    <a:pt x="428852" y="663915"/>
                  </a:lnTo>
                  <a:lnTo>
                    <a:pt x="423433" y="731454"/>
                  </a:lnTo>
                  <a:lnTo>
                    <a:pt x="409050" y="786398"/>
                  </a:lnTo>
                  <a:lnTo>
                    <a:pt x="387855" y="823201"/>
                  </a:lnTo>
                  <a:lnTo>
                    <a:pt x="361996" y="836315"/>
                  </a:lnTo>
                  <a:lnTo>
                    <a:pt x="352888" y="834476"/>
                  </a:lnTo>
                  <a:lnTo>
                    <a:pt x="344004" y="829405"/>
                  </a:lnTo>
                  <a:lnTo>
                    <a:pt x="335468" y="821199"/>
                  </a:lnTo>
                  <a:lnTo>
                    <a:pt x="327404" y="809950"/>
                  </a:lnTo>
                  <a:lnTo>
                    <a:pt x="316536" y="868529"/>
                  </a:lnTo>
                  <a:lnTo>
                    <a:pt x="299860" y="913641"/>
                  </a:lnTo>
                  <a:lnTo>
                    <a:pt x="278965" y="943048"/>
                  </a:lnTo>
                  <a:lnTo>
                    <a:pt x="255441" y="954514"/>
                  </a:lnTo>
                  <a:lnTo>
                    <a:pt x="230878" y="945801"/>
                  </a:lnTo>
                  <a:lnTo>
                    <a:pt x="218493" y="932782"/>
                  </a:lnTo>
                  <a:lnTo>
                    <a:pt x="207220" y="914518"/>
                  </a:lnTo>
                  <a:lnTo>
                    <a:pt x="197294" y="891469"/>
                  </a:lnTo>
                  <a:lnTo>
                    <a:pt x="188954" y="864096"/>
                  </a:lnTo>
                  <a:lnTo>
                    <a:pt x="162651" y="891849"/>
                  </a:lnTo>
                  <a:lnTo>
                    <a:pt x="109060" y="879214"/>
                  </a:lnTo>
                  <a:lnTo>
                    <a:pt x="85773" y="841449"/>
                  </a:lnTo>
                  <a:lnTo>
                    <a:pt x="67492" y="784469"/>
                  </a:lnTo>
                  <a:lnTo>
                    <a:pt x="66556" y="780274"/>
                  </a:lnTo>
                  <a:lnTo>
                    <a:pt x="46773" y="776002"/>
                  </a:lnTo>
                  <a:lnTo>
                    <a:pt x="29743" y="753019"/>
                  </a:lnTo>
                  <a:lnTo>
                    <a:pt x="17251" y="715011"/>
                  </a:lnTo>
                  <a:lnTo>
                    <a:pt x="11081" y="665664"/>
                  </a:lnTo>
                  <a:lnTo>
                    <a:pt x="10999" y="637148"/>
                  </a:lnTo>
                  <a:lnTo>
                    <a:pt x="13243" y="609575"/>
                  </a:lnTo>
                  <a:lnTo>
                    <a:pt x="17695" y="583900"/>
                  </a:lnTo>
                  <a:lnTo>
                    <a:pt x="24233" y="561080"/>
                  </a:lnTo>
                  <a:lnTo>
                    <a:pt x="9479" y="526339"/>
                  </a:lnTo>
                  <a:lnTo>
                    <a:pt x="1210" y="480954"/>
                  </a:lnTo>
                  <a:lnTo>
                    <a:pt x="0" y="430705"/>
                  </a:lnTo>
                  <a:lnTo>
                    <a:pt x="6420" y="381375"/>
                  </a:lnTo>
                  <a:lnTo>
                    <a:pt x="13502" y="356701"/>
                  </a:lnTo>
                  <a:lnTo>
                    <a:pt x="22447" y="337306"/>
                  </a:lnTo>
                  <a:lnTo>
                    <a:pt x="32847" y="323876"/>
                  </a:lnTo>
                  <a:lnTo>
                    <a:pt x="44299" y="317100"/>
                  </a:lnTo>
                  <a:lnTo>
                    <a:pt x="44716" y="314128"/>
                  </a:lnTo>
                  <a:close/>
                </a:path>
                <a:path w="495300" h="955039">
                  <a:moveTo>
                    <a:pt x="53808" y="574971"/>
                  </a:moveTo>
                  <a:lnTo>
                    <a:pt x="46227" y="575003"/>
                  </a:lnTo>
                  <a:lnTo>
                    <a:pt x="38775" y="572027"/>
                  </a:lnTo>
                  <a:lnTo>
                    <a:pt x="31578" y="566122"/>
                  </a:lnTo>
                  <a:lnTo>
                    <a:pt x="24765" y="557363"/>
                  </a:lnTo>
                </a:path>
                <a:path w="495300" h="955039">
                  <a:moveTo>
                    <a:pt x="79433" y="767659"/>
                  </a:moveTo>
                  <a:lnTo>
                    <a:pt x="75357" y="771915"/>
                  </a:lnTo>
                  <a:lnTo>
                    <a:pt x="71084" y="774748"/>
                  </a:lnTo>
                  <a:lnTo>
                    <a:pt x="66726" y="776086"/>
                  </a:lnTo>
                </a:path>
                <a:path w="495300" h="955039">
                  <a:moveTo>
                    <a:pt x="188926" y="860248"/>
                  </a:moveTo>
                  <a:lnTo>
                    <a:pt x="186721" y="851052"/>
                  </a:lnTo>
                  <a:lnTo>
                    <a:pt x="184707" y="841566"/>
                  </a:lnTo>
                  <a:lnTo>
                    <a:pt x="182889" y="831811"/>
                  </a:lnTo>
                  <a:lnTo>
                    <a:pt x="181270" y="821807"/>
                  </a:lnTo>
                </a:path>
                <a:path w="495300" h="955039">
                  <a:moveTo>
                    <a:pt x="330511" y="764390"/>
                  </a:moveTo>
                  <a:lnTo>
                    <a:pt x="330066" y="775084"/>
                  </a:lnTo>
                  <a:lnTo>
                    <a:pt x="329406" y="785693"/>
                  </a:lnTo>
                  <a:lnTo>
                    <a:pt x="328535" y="796196"/>
                  </a:lnTo>
                  <a:lnTo>
                    <a:pt x="327453" y="806570"/>
                  </a:lnTo>
                </a:path>
                <a:path w="495300" h="955039">
                  <a:moveTo>
                    <a:pt x="391299" y="503767"/>
                  </a:moveTo>
                  <a:lnTo>
                    <a:pt x="406848" y="531355"/>
                  </a:lnTo>
                  <a:lnTo>
                    <a:pt x="418634" y="568471"/>
                  </a:lnTo>
                  <a:lnTo>
                    <a:pt x="426072" y="612646"/>
                  </a:lnTo>
                  <a:lnTo>
                    <a:pt x="428578" y="661409"/>
                  </a:lnTo>
                </a:path>
                <a:path w="495300" h="955039">
                  <a:moveTo>
                    <a:pt x="479227" y="335866"/>
                  </a:moveTo>
                  <a:lnTo>
                    <a:pt x="476075" y="352465"/>
                  </a:lnTo>
                  <a:lnTo>
                    <a:pt x="472230" y="367949"/>
                  </a:lnTo>
                  <a:lnTo>
                    <a:pt x="467734" y="382169"/>
                  </a:lnTo>
                  <a:lnTo>
                    <a:pt x="462627" y="394978"/>
                  </a:lnTo>
                </a:path>
                <a:path w="495300" h="955039">
                  <a:moveTo>
                    <a:pt x="439396" y="116535"/>
                  </a:moveTo>
                  <a:lnTo>
                    <a:pt x="439808" y="123467"/>
                  </a:lnTo>
                  <a:lnTo>
                    <a:pt x="440092" y="130438"/>
                  </a:lnTo>
                  <a:lnTo>
                    <a:pt x="440247" y="137437"/>
                  </a:lnTo>
                  <a:lnTo>
                    <a:pt x="440273" y="144452"/>
                  </a:lnTo>
                </a:path>
                <a:path w="495300" h="955039">
                  <a:moveTo>
                    <a:pt x="333388" y="83971"/>
                  </a:moveTo>
                  <a:lnTo>
                    <a:pt x="335141" y="74483"/>
                  </a:lnTo>
                  <a:lnTo>
                    <a:pt x="337148" y="65364"/>
                  </a:lnTo>
                  <a:lnTo>
                    <a:pt x="339401" y="56647"/>
                  </a:lnTo>
                  <a:lnTo>
                    <a:pt x="341892" y="48368"/>
                  </a:lnTo>
                </a:path>
                <a:path w="495300" h="955039">
                  <a:moveTo>
                    <a:pt x="253854" y="100937"/>
                  </a:moveTo>
                  <a:lnTo>
                    <a:pt x="254609" y="93020"/>
                  </a:lnTo>
                  <a:lnTo>
                    <a:pt x="255550" y="85249"/>
                  </a:lnTo>
                  <a:lnTo>
                    <a:pt x="256672" y="77646"/>
                  </a:lnTo>
                  <a:lnTo>
                    <a:pt x="257972" y="70233"/>
                  </a:lnTo>
                </a:path>
                <a:path w="495300" h="955039">
                  <a:moveTo>
                    <a:pt x="160515" y="111365"/>
                  </a:moveTo>
                  <a:lnTo>
                    <a:pt x="164495" y="117912"/>
                  </a:lnTo>
                  <a:lnTo>
                    <a:pt x="168312" y="125073"/>
                  </a:lnTo>
                  <a:lnTo>
                    <a:pt x="171957" y="132827"/>
                  </a:lnTo>
                  <a:lnTo>
                    <a:pt x="175418" y="141154"/>
                  </a:lnTo>
                </a:path>
                <a:path w="495300" h="955039">
                  <a:moveTo>
                    <a:pt x="47318" y="345476"/>
                  </a:moveTo>
                  <a:lnTo>
                    <a:pt x="46491" y="337747"/>
                  </a:lnTo>
                  <a:lnTo>
                    <a:pt x="45782" y="329941"/>
                  </a:lnTo>
                  <a:lnTo>
                    <a:pt x="45190" y="322067"/>
                  </a:lnTo>
                  <a:lnTo>
                    <a:pt x="44717" y="314135"/>
                  </a:lnTo>
                </a:path>
              </a:pathLst>
            </a:custGeom>
            <a:ln w="12700">
              <a:solidFill>
                <a:srgbClr val="2F528F"/>
              </a:solidFill>
            </a:ln>
          </p:spPr>
          <p:txBody>
            <a:bodyPr wrap="square" lIns="0" tIns="0" rIns="0" bIns="0" rtlCol="0"/>
            <a:lstStyle/>
            <a:p/>
          </p:txBody>
        </p:sp>
        <p:sp>
          <p:nvSpPr>
            <p:cNvPr id="19" name="object 19"/>
            <p:cNvSpPr/>
            <p:nvPr/>
          </p:nvSpPr>
          <p:spPr>
            <a:xfrm>
              <a:off x="4662246" y="4402340"/>
              <a:ext cx="1746250" cy="1441450"/>
            </a:xfrm>
            <a:custGeom>
              <a:avLst/>
              <a:gdLst/>
              <a:ahLst/>
              <a:cxnLst/>
              <a:rect l="l" t="t" r="r" b="b"/>
              <a:pathLst>
                <a:path w="1746250" h="1441450">
                  <a:moveTo>
                    <a:pt x="1745843" y="0"/>
                  </a:moveTo>
                  <a:lnTo>
                    <a:pt x="0" y="0"/>
                  </a:lnTo>
                  <a:lnTo>
                    <a:pt x="0" y="1440935"/>
                  </a:lnTo>
                  <a:lnTo>
                    <a:pt x="1745843" y="1440935"/>
                  </a:lnTo>
                  <a:lnTo>
                    <a:pt x="1745843" y="0"/>
                  </a:lnTo>
                  <a:close/>
                </a:path>
              </a:pathLst>
            </a:custGeom>
            <a:solidFill>
              <a:srgbClr val="D9D9D9"/>
            </a:solidFill>
          </p:spPr>
          <p:txBody>
            <a:bodyPr wrap="square" lIns="0" tIns="0" rIns="0" bIns="0" rtlCol="0"/>
            <a:lstStyle/>
            <a:p/>
          </p:txBody>
        </p:sp>
        <p:sp>
          <p:nvSpPr>
            <p:cNvPr id="20" name="object 20"/>
            <p:cNvSpPr/>
            <p:nvPr/>
          </p:nvSpPr>
          <p:spPr>
            <a:xfrm>
              <a:off x="4662246" y="4402340"/>
              <a:ext cx="1746250" cy="1441450"/>
            </a:xfrm>
            <a:custGeom>
              <a:avLst/>
              <a:gdLst/>
              <a:ahLst/>
              <a:cxnLst/>
              <a:rect l="l" t="t" r="r" b="b"/>
              <a:pathLst>
                <a:path w="1746250" h="1441450">
                  <a:moveTo>
                    <a:pt x="0" y="0"/>
                  </a:moveTo>
                  <a:lnTo>
                    <a:pt x="1745840" y="0"/>
                  </a:lnTo>
                  <a:lnTo>
                    <a:pt x="1745840" y="1440930"/>
                  </a:lnTo>
                  <a:lnTo>
                    <a:pt x="0" y="1440930"/>
                  </a:lnTo>
                  <a:lnTo>
                    <a:pt x="0" y="0"/>
                  </a:lnTo>
                  <a:close/>
                </a:path>
              </a:pathLst>
            </a:custGeom>
            <a:ln w="12700">
              <a:solidFill>
                <a:srgbClr val="2F528F"/>
              </a:solidFill>
            </a:ln>
          </p:spPr>
          <p:txBody>
            <a:bodyPr wrap="square" lIns="0" tIns="0" rIns="0" bIns="0" rtlCol="0"/>
            <a:lstStyle/>
            <a:p/>
          </p:txBody>
        </p:sp>
        <p:sp>
          <p:nvSpPr>
            <p:cNvPr id="21" name="object 21"/>
            <p:cNvSpPr/>
            <p:nvPr/>
          </p:nvSpPr>
          <p:spPr>
            <a:xfrm>
              <a:off x="4820589" y="4671961"/>
              <a:ext cx="578485" cy="901700"/>
            </a:xfrm>
            <a:custGeom>
              <a:avLst/>
              <a:gdLst/>
              <a:ahLst/>
              <a:cxnLst/>
              <a:rect l="l" t="t" r="r" b="b"/>
              <a:pathLst>
                <a:path w="578485" h="901700">
                  <a:moveTo>
                    <a:pt x="0" y="0"/>
                  </a:moveTo>
                  <a:lnTo>
                    <a:pt x="578140" y="0"/>
                  </a:lnTo>
                  <a:lnTo>
                    <a:pt x="578140" y="901700"/>
                  </a:lnTo>
                  <a:lnTo>
                    <a:pt x="0" y="901700"/>
                  </a:lnTo>
                  <a:lnTo>
                    <a:pt x="0" y="0"/>
                  </a:lnTo>
                  <a:close/>
                </a:path>
              </a:pathLst>
            </a:custGeom>
            <a:ln w="12700">
              <a:solidFill>
                <a:srgbClr val="2F528F"/>
              </a:solidFill>
            </a:ln>
          </p:spPr>
          <p:txBody>
            <a:bodyPr wrap="square" lIns="0" tIns="0" rIns="0" bIns="0" rtlCol="0"/>
            <a:lstStyle/>
            <a:p/>
          </p:txBody>
        </p:sp>
      </p:grpSp>
      <p:sp>
        <p:nvSpPr>
          <p:cNvPr id="22" name="object 22"/>
          <p:cNvSpPr txBox="1"/>
          <p:nvPr/>
        </p:nvSpPr>
        <p:spPr>
          <a:xfrm>
            <a:off x="4660620" y="4373371"/>
            <a:ext cx="1733550" cy="299720"/>
          </a:xfrm>
          <a:prstGeom prst="rect">
            <a:avLst/>
          </a:prstGeom>
        </p:spPr>
        <p:txBody>
          <a:bodyPr vert="horz" wrap="square" lIns="0" tIns="12700" rIns="0" bIns="0" rtlCol="0">
            <a:spAutoFit/>
          </a:bodyPr>
          <a:lstStyle/>
          <a:p>
            <a:pPr marL="172085">
              <a:lnSpc>
                <a:spcPct val="100000"/>
              </a:lnSpc>
              <a:spcBef>
                <a:spcPts val="100"/>
              </a:spcBef>
            </a:pPr>
            <a:r>
              <a:rPr sz="1800" spc="-20" dirty="0">
                <a:latin typeface="Arial" panose="020B0604020202020204"/>
                <a:cs typeface="Arial" panose="020B0604020202020204"/>
              </a:rPr>
              <a:t>TDR2</a:t>
            </a:r>
            <a:endParaRPr sz="1800">
              <a:latin typeface="Arial" panose="020B0604020202020204"/>
              <a:cs typeface="Arial" panose="020B0604020202020204"/>
            </a:endParaRPr>
          </a:p>
        </p:txBody>
      </p:sp>
      <p:grpSp>
        <p:nvGrpSpPr>
          <p:cNvPr id="23" name="object 23"/>
          <p:cNvGrpSpPr/>
          <p:nvPr/>
        </p:nvGrpSpPr>
        <p:grpSpPr>
          <a:xfrm>
            <a:off x="2670314" y="2893707"/>
            <a:ext cx="3505200" cy="2716530"/>
            <a:chOff x="2670314" y="2893707"/>
            <a:chExt cx="3505200" cy="2716530"/>
          </a:xfrm>
        </p:grpSpPr>
        <p:sp>
          <p:nvSpPr>
            <p:cNvPr id="24" name="object 24"/>
            <p:cNvSpPr/>
            <p:nvPr/>
          </p:nvSpPr>
          <p:spPr>
            <a:xfrm>
              <a:off x="5674033" y="4648951"/>
              <a:ext cx="495300" cy="955040"/>
            </a:xfrm>
            <a:custGeom>
              <a:avLst/>
              <a:gdLst/>
              <a:ahLst/>
              <a:cxnLst/>
              <a:rect l="l" t="t" r="r" b="b"/>
              <a:pathLst>
                <a:path w="495300" h="955039">
                  <a:moveTo>
                    <a:pt x="305399" y="0"/>
                  </a:moveTo>
                  <a:lnTo>
                    <a:pt x="286379" y="6552"/>
                  </a:lnTo>
                  <a:lnTo>
                    <a:pt x="269681" y="31347"/>
                  </a:lnTo>
                  <a:lnTo>
                    <a:pt x="257463" y="72489"/>
                  </a:lnTo>
                  <a:lnTo>
                    <a:pt x="254203" y="64650"/>
                  </a:lnTo>
                  <a:lnTo>
                    <a:pt x="250738" y="57457"/>
                  </a:lnTo>
                  <a:lnTo>
                    <a:pt x="247083" y="50938"/>
                  </a:lnTo>
                  <a:lnTo>
                    <a:pt x="243252" y="45120"/>
                  </a:lnTo>
                  <a:lnTo>
                    <a:pt x="219980" y="26948"/>
                  </a:lnTo>
                  <a:lnTo>
                    <a:pt x="196670" y="33394"/>
                  </a:lnTo>
                  <a:lnTo>
                    <a:pt x="175981" y="62321"/>
                  </a:lnTo>
                  <a:lnTo>
                    <a:pt x="160575" y="111592"/>
                  </a:lnTo>
                  <a:lnTo>
                    <a:pt x="148936" y="96975"/>
                  </a:lnTo>
                  <a:lnTo>
                    <a:pt x="136618" y="87678"/>
                  </a:lnTo>
                  <a:lnTo>
                    <a:pt x="123883" y="83839"/>
                  </a:lnTo>
                  <a:lnTo>
                    <a:pt x="110994" y="85595"/>
                  </a:lnTo>
                  <a:lnTo>
                    <a:pt x="67700" y="140569"/>
                  </a:lnTo>
                  <a:lnTo>
                    <a:pt x="53351" y="190039"/>
                  </a:lnTo>
                  <a:lnTo>
                    <a:pt x="45325" y="249148"/>
                  </a:lnTo>
                  <a:lnTo>
                    <a:pt x="44713" y="314132"/>
                  </a:lnTo>
                  <a:lnTo>
                    <a:pt x="44294" y="317104"/>
                  </a:lnTo>
                  <a:lnTo>
                    <a:pt x="13500" y="356707"/>
                  </a:lnTo>
                  <a:lnTo>
                    <a:pt x="0" y="430706"/>
                  </a:lnTo>
                  <a:lnTo>
                    <a:pt x="1209" y="480956"/>
                  </a:lnTo>
                  <a:lnTo>
                    <a:pt x="9476" y="526343"/>
                  </a:lnTo>
                  <a:lnTo>
                    <a:pt x="24228" y="561083"/>
                  </a:lnTo>
                  <a:lnTo>
                    <a:pt x="17695" y="583900"/>
                  </a:lnTo>
                  <a:lnTo>
                    <a:pt x="13245" y="609575"/>
                  </a:lnTo>
                  <a:lnTo>
                    <a:pt x="11001" y="637150"/>
                  </a:lnTo>
                  <a:lnTo>
                    <a:pt x="11083" y="665668"/>
                  </a:lnTo>
                  <a:lnTo>
                    <a:pt x="17250" y="715014"/>
                  </a:lnTo>
                  <a:lnTo>
                    <a:pt x="29743" y="753022"/>
                  </a:lnTo>
                  <a:lnTo>
                    <a:pt x="46773" y="776003"/>
                  </a:lnTo>
                  <a:lnTo>
                    <a:pt x="66557" y="780273"/>
                  </a:lnTo>
                  <a:lnTo>
                    <a:pt x="66861" y="781682"/>
                  </a:lnTo>
                  <a:lnTo>
                    <a:pt x="85777" y="841455"/>
                  </a:lnTo>
                  <a:lnTo>
                    <a:pt x="109064" y="879218"/>
                  </a:lnTo>
                  <a:lnTo>
                    <a:pt x="135358" y="896453"/>
                  </a:lnTo>
                  <a:lnTo>
                    <a:pt x="162656" y="891848"/>
                  </a:lnTo>
                  <a:lnTo>
                    <a:pt x="188959" y="864093"/>
                  </a:lnTo>
                  <a:lnTo>
                    <a:pt x="197297" y="891469"/>
                  </a:lnTo>
                  <a:lnTo>
                    <a:pt x="207220" y="914521"/>
                  </a:lnTo>
                  <a:lnTo>
                    <a:pt x="218493" y="932786"/>
                  </a:lnTo>
                  <a:lnTo>
                    <a:pt x="230882" y="945803"/>
                  </a:lnTo>
                  <a:lnTo>
                    <a:pt x="255443" y="954516"/>
                  </a:lnTo>
                  <a:lnTo>
                    <a:pt x="278964" y="943050"/>
                  </a:lnTo>
                  <a:lnTo>
                    <a:pt x="299857" y="913642"/>
                  </a:lnTo>
                  <a:lnTo>
                    <a:pt x="316532" y="868530"/>
                  </a:lnTo>
                  <a:lnTo>
                    <a:pt x="327402" y="809953"/>
                  </a:lnTo>
                  <a:lnTo>
                    <a:pt x="335463" y="821200"/>
                  </a:lnTo>
                  <a:lnTo>
                    <a:pt x="343999" y="829407"/>
                  </a:lnTo>
                  <a:lnTo>
                    <a:pt x="352885" y="834479"/>
                  </a:lnTo>
                  <a:lnTo>
                    <a:pt x="361997" y="836318"/>
                  </a:lnTo>
                  <a:lnTo>
                    <a:pt x="387853" y="823205"/>
                  </a:lnTo>
                  <a:lnTo>
                    <a:pt x="409049" y="786402"/>
                  </a:lnTo>
                  <a:lnTo>
                    <a:pt x="423431" y="731456"/>
                  </a:lnTo>
                  <a:lnTo>
                    <a:pt x="428850" y="663915"/>
                  </a:lnTo>
                  <a:lnTo>
                    <a:pt x="438613" y="658560"/>
                  </a:lnTo>
                  <a:lnTo>
                    <a:pt x="465172" y="623821"/>
                  </a:lnTo>
                  <a:lnTo>
                    <a:pt x="479859" y="585066"/>
                  </a:lnTo>
                  <a:lnTo>
                    <a:pt x="489805" y="539143"/>
                  </a:lnTo>
                  <a:lnTo>
                    <a:pt x="494875" y="488774"/>
                  </a:lnTo>
                  <a:lnTo>
                    <a:pt x="494932" y="436682"/>
                  </a:lnTo>
                  <a:lnTo>
                    <a:pt x="489839" y="385587"/>
                  </a:lnTo>
                  <a:lnTo>
                    <a:pt x="479459" y="338211"/>
                  </a:lnTo>
                  <a:lnTo>
                    <a:pt x="480577" y="331353"/>
                  </a:lnTo>
                  <a:lnTo>
                    <a:pt x="482266" y="317104"/>
                  </a:lnTo>
                  <a:lnTo>
                    <a:pt x="483879" y="253439"/>
                  </a:lnTo>
                  <a:lnTo>
                    <a:pt x="476341" y="195111"/>
                  </a:lnTo>
                  <a:lnTo>
                    <a:pt x="461031" y="148465"/>
                  </a:lnTo>
                  <a:lnTo>
                    <a:pt x="439327" y="119847"/>
                  </a:lnTo>
                  <a:lnTo>
                    <a:pt x="436812" y="95556"/>
                  </a:lnTo>
                  <a:lnTo>
                    <a:pt x="427304" y="52417"/>
                  </a:lnTo>
                  <a:lnTo>
                    <a:pt x="401168" y="6604"/>
                  </a:lnTo>
                  <a:lnTo>
                    <a:pt x="379950" y="477"/>
                  </a:lnTo>
                  <a:lnTo>
                    <a:pt x="359400" y="15614"/>
                  </a:lnTo>
                  <a:lnTo>
                    <a:pt x="342045" y="51470"/>
                  </a:lnTo>
                  <a:lnTo>
                    <a:pt x="338324" y="40077"/>
                  </a:lnTo>
                  <a:lnTo>
                    <a:pt x="334142" y="29904"/>
                  </a:lnTo>
                  <a:lnTo>
                    <a:pt x="329547" y="21043"/>
                  </a:lnTo>
                  <a:lnTo>
                    <a:pt x="324583" y="13586"/>
                  </a:lnTo>
                  <a:lnTo>
                    <a:pt x="305399" y="0"/>
                  </a:lnTo>
                  <a:close/>
                </a:path>
              </a:pathLst>
            </a:custGeom>
            <a:solidFill>
              <a:srgbClr val="FFFFFF"/>
            </a:solidFill>
          </p:spPr>
          <p:txBody>
            <a:bodyPr wrap="square" lIns="0" tIns="0" rIns="0" bIns="0" rtlCol="0"/>
            <a:lstStyle/>
            <a:p/>
          </p:txBody>
        </p:sp>
        <p:sp>
          <p:nvSpPr>
            <p:cNvPr id="25" name="object 25"/>
            <p:cNvSpPr/>
            <p:nvPr/>
          </p:nvSpPr>
          <p:spPr>
            <a:xfrm>
              <a:off x="5674028" y="4648959"/>
              <a:ext cx="495300" cy="955040"/>
            </a:xfrm>
            <a:custGeom>
              <a:avLst/>
              <a:gdLst/>
              <a:ahLst/>
              <a:cxnLst/>
              <a:rect l="l" t="t" r="r" b="b"/>
              <a:pathLst>
                <a:path w="495300" h="955039">
                  <a:moveTo>
                    <a:pt x="44716" y="314128"/>
                  </a:moveTo>
                  <a:lnTo>
                    <a:pt x="45328" y="249146"/>
                  </a:lnTo>
                  <a:lnTo>
                    <a:pt x="53355" y="190037"/>
                  </a:lnTo>
                  <a:lnTo>
                    <a:pt x="67703" y="140564"/>
                  </a:lnTo>
                  <a:lnTo>
                    <a:pt x="87281" y="104493"/>
                  </a:lnTo>
                  <a:lnTo>
                    <a:pt x="123886" y="83837"/>
                  </a:lnTo>
                  <a:lnTo>
                    <a:pt x="136619" y="87678"/>
                  </a:lnTo>
                  <a:lnTo>
                    <a:pt x="148935" y="96974"/>
                  </a:lnTo>
                  <a:lnTo>
                    <a:pt x="160574" y="111587"/>
                  </a:lnTo>
                  <a:lnTo>
                    <a:pt x="175982" y="62317"/>
                  </a:lnTo>
                  <a:lnTo>
                    <a:pt x="196672" y="33390"/>
                  </a:lnTo>
                  <a:lnTo>
                    <a:pt x="219983" y="26944"/>
                  </a:lnTo>
                  <a:lnTo>
                    <a:pt x="243256" y="45117"/>
                  </a:lnTo>
                  <a:lnTo>
                    <a:pt x="247085" y="50932"/>
                  </a:lnTo>
                  <a:lnTo>
                    <a:pt x="250738" y="57449"/>
                  </a:lnTo>
                  <a:lnTo>
                    <a:pt x="254203" y="64643"/>
                  </a:lnTo>
                  <a:lnTo>
                    <a:pt x="257465" y="72485"/>
                  </a:lnTo>
                  <a:lnTo>
                    <a:pt x="269680" y="31345"/>
                  </a:lnTo>
                  <a:lnTo>
                    <a:pt x="286379" y="6551"/>
                  </a:lnTo>
                  <a:lnTo>
                    <a:pt x="305401" y="0"/>
                  </a:lnTo>
                  <a:lnTo>
                    <a:pt x="324588" y="13584"/>
                  </a:lnTo>
                  <a:lnTo>
                    <a:pt x="329552" y="21039"/>
                  </a:lnTo>
                  <a:lnTo>
                    <a:pt x="334144" y="29901"/>
                  </a:lnTo>
                  <a:lnTo>
                    <a:pt x="338322" y="40076"/>
                  </a:lnTo>
                  <a:lnTo>
                    <a:pt x="342044" y="51470"/>
                  </a:lnTo>
                  <a:lnTo>
                    <a:pt x="359398" y="15611"/>
                  </a:lnTo>
                  <a:lnTo>
                    <a:pt x="379947" y="473"/>
                  </a:lnTo>
                  <a:lnTo>
                    <a:pt x="401167" y="6599"/>
                  </a:lnTo>
                  <a:lnTo>
                    <a:pt x="420531" y="34535"/>
                  </a:lnTo>
                  <a:lnTo>
                    <a:pt x="427306" y="52410"/>
                  </a:lnTo>
                  <a:lnTo>
                    <a:pt x="432768" y="72910"/>
                  </a:lnTo>
                  <a:lnTo>
                    <a:pt x="436811" y="95551"/>
                  </a:lnTo>
                  <a:lnTo>
                    <a:pt x="439328" y="119848"/>
                  </a:lnTo>
                  <a:lnTo>
                    <a:pt x="461030" y="148463"/>
                  </a:lnTo>
                  <a:lnTo>
                    <a:pt x="476341" y="195106"/>
                  </a:lnTo>
                  <a:lnTo>
                    <a:pt x="483878" y="253431"/>
                  </a:lnTo>
                  <a:lnTo>
                    <a:pt x="482261" y="317094"/>
                  </a:lnTo>
                  <a:lnTo>
                    <a:pt x="481515" y="324293"/>
                  </a:lnTo>
                  <a:lnTo>
                    <a:pt x="480579" y="331346"/>
                  </a:lnTo>
                  <a:lnTo>
                    <a:pt x="479460" y="338202"/>
                  </a:lnTo>
                  <a:lnTo>
                    <a:pt x="489838" y="385578"/>
                  </a:lnTo>
                  <a:lnTo>
                    <a:pt x="494931" y="436675"/>
                  </a:lnTo>
                  <a:lnTo>
                    <a:pt x="494875" y="488770"/>
                  </a:lnTo>
                  <a:lnTo>
                    <a:pt x="489805" y="539140"/>
                  </a:lnTo>
                  <a:lnTo>
                    <a:pt x="479859" y="585063"/>
                  </a:lnTo>
                  <a:lnTo>
                    <a:pt x="465172" y="623817"/>
                  </a:lnTo>
                  <a:lnTo>
                    <a:pt x="438615" y="658559"/>
                  </a:lnTo>
                  <a:lnTo>
                    <a:pt x="428852" y="663915"/>
                  </a:lnTo>
                  <a:lnTo>
                    <a:pt x="423433" y="731454"/>
                  </a:lnTo>
                  <a:lnTo>
                    <a:pt x="409050" y="786398"/>
                  </a:lnTo>
                  <a:lnTo>
                    <a:pt x="387855" y="823201"/>
                  </a:lnTo>
                  <a:lnTo>
                    <a:pt x="361996" y="836315"/>
                  </a:lnTo>
                  <a:lnTo>
                    <a:pt x="352888" y="834476"/>
                  </a:lnTo>
                  <a:lnTo>
                    <a:pt x="344004" y="829405"/>
                  </a:lnTo>
                  <a:lnTo>
                    <a:pt x="335468" y="821199"/>
                  </a:lnTo>
                  <a:lnTo>
                    <a:pt x="327404" y="809950"/>
                  </a:lnTo>
                  <a:lnTo>
                    <a:pt x="316536" y="868529"/>
                  </a:lnTo>
                  <a:lnTo>
                    <a:pt x="299860" y="913641"/>
                  </a:lnTo>
                  <a:lnTo>
                    <a:pt x="278965" y="943048"/>
                  </a:lnTo>
                  <a:lnTo>
                    <a:pt x="255441" y="954514"/>
                  </a:lnTo>
                  <a:lnTo>
                    <a:pt x="230878" y="945801"/>
                  </a:lnTo>
                  <a:lnTo>
                    <a:pt x="218493" y="932782"/>
                  </a:lnTo>
                  <a:lnTo>
                    <a:pt x="207220" y="914518"/>
                  </a:lnTo>
                  <a:lnTo>
                    <a:pt x="197294" y="891469"/>
                  </a:lnTo>
                  <a:lnTo>
                    <a:pt x="188954" y="864096"/>
                  </a:lnTo>
                  <a:lnTo>
                    <a:pt x="162651" y="891849"/>
                  </a:lnTo>
                  <a:lnTo>
                    <a:pt x="109060" y="879214"/>
                  </a:lnTo>
                  <a:lnTo>
                    <a:pt x="85773" y="841449"/>
                  </a:lnTo>
                  <a:lnTo>
                    <a:pt x="67492" y="784469"/>
                  </a:lnTo>
                  <a:lnTo>
                    <a:pt x="66556" y="780274"/>
                  </a:lnTo>
                  <a:lnTo>
                    <a:pt x="46773" y="776002"/>
                  </a:lnTo>
                  <a:lnTo>
                    <a:pt x="29743" y="753019"/>
                  </a:lnTo>
                  <a:lnTo>
                    <a:pt x="17251" y="715011"/>
                  </a:lnTo>
                  <a:lnTo>
                    <a:pt x="11081" y="665664"/>
                  </a:lnTo>
                  <a:lnTo>
                    <a:pt x="10999" y="637148"/>
                  </a:lnTo>
                  <a:lnTo>
                    <a:pt x="13243" y="609575"/>
                  </a:lnTo>
                  <a:lnTo>
                    <a:pt x="17695" y="583900"/>
                  </a:lnTo>
                  <a:lnTo>
                    <a:pt x="24233" y="561080"/>
                  </a:lnTo>
                  <a:lnTo>
                    <a:pt x="9479" y="526339"/>
                  </a:lnTo>
                  <a:lnTo>
                    <a:pt x="1210" y="480954"/>
                  </a:lnTo>
                  <a:lnTo>
                    <a:pt x="0" y="430705"/>
                  </a:lnTo>
                  <a:lnTo>
                    <a:pt x="6420" y="381375"/>
                  </a:lnTo>
                  <a:lnTo>
                    <a:pt x="13502" y="356701"/>
                  </a:lnTo>
                  <a:lnTo>
                    <a:pt x="22447" y="337306"/>
                  </a:lnTo>
                  <a:lnTo>
                    <a:pt x="32847" y="323876"/>
                  </a:lnTo>
                  <a:lnTo>
                    <a:pt x="44299" y="317100"/>
                  </a:lnTo>
                  <a:lnTo>
                    <a:pt x="44716" y="314128"/>
                  </a:lnTo>
                  <a:close/>
                </a:path>
                <a:path w="495300" h="955039">
                  <a:moveTo>
                    <a:pt x="53808" y="574971"/>
                  </a:moveTo>
                  <a:lnTo>
                    <a:pt x="46227" y="575003"/>
                  </a:lnTo>
                  <a:lnTo>
                    <a:pt x="38775" y="572027"/>
                  </a:lnTo>
                  <a:lnTo>
                    <a:pt x="31578" y="566122"/>
                  </a:lnTo>
                  <a:lnTo>
                    <a:pt x="24765" y="557363"/>
                  </a:lnTo>
                </a:path>
                <a:path w="495300" h="955039">
                  <a:moveTo>
                    <a:pt x="79433" y="767659"/>
                  </a:moveTo>
                  <a:lnTo>
                    <a:pt x="75357" y="771915"/>
                  </a:lnTo>
                  <a:lnTo>
                    <a:pt x="71084" y="774748"/>
                  </a:lnTo>
                  <a:lnTo>
                    <a:pt x="66726" y="776086"/>
                  </a:lnTo>
                </a:path>
                <a:path w="495300" h="955039">
                  <a:moveTo>
                    <a:pt x="188926" y="860248"/>
                  </a:moveTo>
                  <a:lnTo>
                    <a:pt x="186721" y="851052"/>
                  </a:lnTo>
                  <a:lnTo>
                    <a:pt x="184707" y="841566"/>
                  </a:lnTo>
                  <a:lnTo>
                    <a:pt x="182889" y="831811"/>
                  </a:lnTo>
                  <a:lnTo>
                    <a:pt x="181270" y="821807"/>
                  </a:lnTo>
                </a:path>
                <a:path w="495300" h="955039">
                  <a:moveTo>
                    <a:pt x="330511" y="764390"/>
                  </a:moveTo>
                  <a:lnTo>
                    <a:pt x="330066" y="775084"/>
                  </a:lnTo>
                  <a:lnTo>
                    <a:pt x="329406" y="785693"/>
                  </a:lnTo>
                  <a:lnTo>
                    <a:pt x="328535" y="796196"/>
                  </a:lnTo>
                  <a:lnTo>
                    <a:pt x="327453" y="806570"/>
                  </a:lnTo>
                </a:path>
                <a:path w="495300" h="955039">
                  <a:moveTo>
                    <a:pt x="391299" y="503767"/>
                  </a:moveTo>
                  <a:lnTo>
                    <a:pt x="406848" y="531355"/>
                  </a:lnTo>
                  <a:lnTo>
                    <a:pt x="418634" y="568471"/>
                  </a:lnTo>
                  <a:lnTo>
                    <a:pt x="426072" y="612646"/>
                  </a:lnTo>
                  <a:lnTo>
                    <a:pt x="428578" y="661409"/>
                  </a:lnTo>
                </a:path>
                <a:path w="495300" h="955039">
                  <a:moveTo>
                    <a:pt x="479227" y="335866"/>
                  </a:moveTo>
                  <a:lnTo>
                    <a:pt x="476075" y="352465"/>
                  </a:lnTo>
                  <a:lnTo>
                    <a:pt x="472230" y="367949"/>
                  </a:lnTo>
                  <a:lnTo>
                    <a:pt x="467734" y="382169"/>
                  </a:lnTo>
                  <a:lnTo>
                    <a:pt x="462627" y="394978"/>
                  </a:lnTo>
                </a:path>
                <a:path w="495300" h="955039">
                  <a:moveTo>
                    <a:pt x="439396" y="116535"/>
                  </a:moveTo>
                  <a:lnTo>
                    <a:pt x="439808" y="123467"/>
                  </a:lnTo>
                  <a:lnTo>
                    <a:pt x="440092" y="130438"/>
                  </a:lnTo>
                  <a:lnTo>
                    <a:pt x="440247" y="137437"/>
                  </a:lnTo>
                  <a:lnTo>
                    <a:pt x="440273" y="144452"/>
                  </a:lnTo>
                </a:path>
                <a:path w="495300" h="955039">
                  <a:moveTo>
                    <a:pt x="333388" y="83971"/>
                  </a:moveTo>
                  <a:lnTo>
                    <a:pt x="335141" y="74483"/>
                  </a:lnTo>
                  <a:lnTo>
                    <a:pt x="337148" y="65364"/>
                  </a:lnTo>
                  <a:lnTo>
                    <a:pt x="339401" y="56647"/>
                  </a:lnTo>
                  <a:lnTo>
                    <a:pt x="341892" y="48368"/>
                  </a:lnTo>
                </a:path>
                <a:path w="495300" h="955039">
                  <a:moveTo>
                    <a:pt x="253854" y="100937"/>
                  </a:moveTo>
                  <a:lnTo>
                    <a:pt x="254609" y="93020"/>
                  </a:lnTo>
                  <a:lnTo>
                    <a:pt x="255550" y="85249"/>
                  </a:lnTo>
                  <a:lnTo>
                    <a:pt x="256672" y="77646"/>
                  </a:lnTo>
                  <a:lnTo>
                    <a:pt x="257972" y="70233"/>
                  </a:lnTo>
                </a:path>
                <a:path w="495300" h="955039">
                  <a:moveTo>
                    <a:pt x="160515" y="111365"/>
                  </a:moveTo>
                  <a:lnTo>
                    <a:pt x="164495" y="117912"/>
                  </a:lnTo>
                  <a:lnTo>
                    <a:pt x="168312" y="125073"/>
                  </a:lnTo>
                  <a:lnTo>
                    <a:pt x="171957" y="132827"/>
                  </a:lnTo>
                  <a:lnTo>
                    <a:pt x="175418" y="141154"/>
                  </a:lnTo>
                </a:path>
                <a:path w="495300" h="955039">
                  <a:moveTo>
                    <a:pt x="47318" y="345476"/>
                  </a:moveTo>
                  <a:lnTo>
                    <a:pt x="46491" y="337747"/>
                  </a:lnTo>
                  <a:lnTo>
                    <a:pt x="45782" y="329941"/>
                  </a:lnTo>
                  <a:lnTo>
                    <a:pt x="45190" y="322067"/>
                  </a:lnTo>
                  <a:lnTo>
                    <a:pt x="44717" y="314135"/>
                  </a:lnTo>
                </a:path>
              </a:pathLst>
            </a:custGeom>
            <a:ln w="12700">
              <a:solidFill>
                <a:srgbClr val="2F528F"/>
              </a:solidFill>
            </a:ln>
          </p:spPr>
          <p:txBody>
            <a:bodyPr wrap="square" lIns="0" tIns="0" rIns="0" bIns="0" rtlCol="0"/>
            <a:lstStyle/>
            <a:p/>
          </p:txBody>
        </p:sp>
        <p:sp>
          <p:nvSpPr>
            <p:cNvPr id="26" name="object 26"/>
            <p:cNvSpPr/>
            <p:nvPr/>
          </p:nvSpPr>
          <p:spPr>
            <a:xfrm>
              <a:off x="2671038" y="2896882"/>
              <a:ext cx="901700" cy="0"/>
            </a:xfrm>
            <a:custGeom>
              <a:avLst/>
              <a:gdLst/>
              <a:ahLst/>
              <a:cxnLst/>
              <a:rect l="l" t="t" r="r" b="b"/>
              <a:pathLst>
                <a:path w="901700">
                  <a:moveTo>
                    <a:pt x="0" y="0"/>
                  </a:moveTo>
                  <a:lnTo>
                    <a:pt x="901700" y="1"/>
                  </a:lnTo>
                </a:path>
              </a:pathLst>
            </a:custGeom>
            <a:ln w="6350">
              <a:solidFill>
                <a:srgbClr val="FF0000"/>
              </a:solidFill>
            </a:ln>
          </p:spPr>
          <p:txBody>
            <a:bodyPr wrap="square" lIns="0" tIns="0" rIns="0" bIns="0" rtlCol="0"/>
            <a:lstStyle/>
            <a:p/>
          </p:txBody>
        </p:sp>
        <p:sp>
          <p:nvSpPr>
            <p:cNvPr id="27" name="object 27"/>
            <p:cNvSpPr/>
            <p:nvPr/>
          </p:nvSpPr>
          <p:spPr>
            <a:xfrm>
              <a:off x="4125468" y="2896882"/>
              <a:ext cx="679450" cy="0"/>
            </a:xfrm>
            <a:custGeom>
              <a:avLst/>
              <a:gdLst/>
              <a:ahLst/>
              <a:cxnLst/>
              <a:rect l="l" t="t" r="r" b="b"/>
              <a:pathLst>
                <a:path w="679450">
                  <a:moveTo>
                    <a:pt x="0" y="0"/>
                  </a:moveTo>
                  <a:lnTo>
                    <a:pt x="679160" y="1"/>
                  </a:lnTo>
                </a:path>
              </a:pathLst>
            </a:custGeom>
            <a:ln w="6350">
              <a:solidFill>
                <a:srgbClr val="000000"/>
              </a:solidFill>
            </a:ln>
          </p:spPr>
          <p:txBody>
            <a:bodyPr wrap="square" lIns="0" tIns="0" rIns="0" bIns="0" rtlCol="0"/>
            <a:lstStyle/>
            <a:p/>
          </p:txBody>
        </p:sp>
        <p:sp>
          <p:nvSpPr>
            <p:cNvPr id="28" name="object 28"/>
            <p:cNvSpPr/>
            <p:nvPr/>
          </p:nvSpPr>
          <p:spPr>
            <a:xfrm>
              <a:off x="4141431" y="3455682"/>
              <a:ext cx="679450" cy="0"/>
            </a:xfrm>
            <a:custGeom>
              <a:avLst/>
              <a:gdLst/>
              <a:ahLst/>
              <a:cxnLst/>
              <a:rect l="l" t="t" r="r" b="b"/>
              <a:pathLst>
                <a:path w="679450">
                  <a:moveTo>
                    <a:pt x="0" y="0"/>
                  </a:moveTo>
                  <a:lnTo>
                    <a:pt x="679160" y="1"/>
                  </a:lnTo>
                </a:path>
              </a:pathLst>
            </a:custGeom>
            <a:ln w="6350">
              <a:solidFill>
                <a:srgbClr val="000000"/>
              </a:solidFill>
            </a:ln>
          </p:spPr>
          <p:txBody>
            <a:bodyPr wrap="square" lIns="0" tIns="0" rIns="0" bIns="0" rtlCol="0"/>
            <a:lstStyle/>
            <a:p/>
          </p:txBody>
        </p:sp>
        <p:sp>
          <p:nvSpPr>
            <p:cNvPr id="29" name="object 29"/>
            <p:cNvSpPr/>
            <p:nvPr/>
          </p:nvSpPr>
          <p:spPr>
            <a:xfrm>
              <a:off x="3859352" y="3627639"/>
              <a:ext cx="2540" cy="1083945"/>
            </a:xfrm>
            <a:custGeom>
              <a:avLst/>
              <a:gdLst/>
              <a:ahLst/>
              <a:cxnLst/>
              <a:rect l="l" t="t" r="r" b="b"/>
              <a:pathLst>
                <a:path w="2539" h="1083945">
                  <a:moveTo>
                    <a:pt x="0" y="1083450"/>
                  </a:moveTo>
                  <a:lnTo>
                    <a:pt x="2448" y="0"/>
                  </a:lnTo>
                </a:path>
              </a:pathLst>
            </a:custGeom>
            <a:ln w="6350">
              <a:solidFill>
                <a:srgbClr val="FF0000"/>
              </a:solidFill>
            </a:ln>
          </p:spPr>
          <p:txBody>
            <a:bodyPr wrap="square" lIns="0" tIns="0" rIns="0" bIns="0" rtlCol="0"/>
            <a:lstStyle/>
            <a:p/>
          </p:txBody>
        </p:sp>
        <p:sp>
          <p:nvSpPr>
            <p:cNvPr id="30" name="object 30"/>
            <p:cNvSpPr/>
            <p:nvPr/>
          </p:nvSpPr>
          <p:spPr>
            <a:xfrm>
              <a:off x="2957652" y="3627639"/>
              <a:ext cx="614680" cy="1534795"/>
            </a:xfrm>
            <a:custGeom>
              <a:avLst/>
              <a:gdLst/>
              <a:ahLst/>
              <a:cxnLst/>
              <a:rect l="l" t="t" r="r" b="b"/>
              <a:pathLst>
                <a:path w="614679" h="1534795">
                  <a:moveTo>
                    <a:pt x="0" y="1534300"/>
                  </a:moveTo>
                  <a:lnTo>
                    <a:pt x="614359" y="1534299"/>
                  </a:lnTo>
                </a:path>
                <a:path w="614679" h="1534795">
                  <a:moveTo>
                    <a:pt x="0" y="1534300"/>
                  </a:moveTo>
                  <a:lnTo>
                    <a:pt x="1" y="0"/>
                  </a:lnTo>
                </a:path>
              </a:pathLst>
            </a:custGeom>
            <a:ln w="6350">
              <a:solidFill>
                <a:srgbClr val="FF0000"/>
              </a:solidFill>
            </a:ln>
          </p:spPr>
          <p:txBody>
            <a:bodyPr wrap="square" lIns="0" tIns="0" rIns="0" bIns="0" rtlCol="0"/>
            <a:lstStyle/>
            <a:p/>
          </p:txBody>
        </p:sp>
        <p:sp>
          <p:nvSpPr>
            <p:cNvPr id="31" name="object 31"/>
            <p:cNvSpPr/>
            <p:nvPr/>
          </p:nvSpPr>
          <p:spPr>
            <a:xfrm>
              <a:off x="2670314" y="3627640"/>
              <a:ext cx="287655" cy="0"/>
            </a:xfrm>
            <a:custGeom>
              <a:avLst/>
              <a:gdLst/>
              <a:ahLst/>
              <a:cxnLst/>
              <a:rect l="l" t="t" r="r" b="b"/>
              <a:pathLst>
                <a:path w="287655">
                  <a:moveTo>
                    <a:pt x="0" y="0"/>
                  </a:moveTo>
                  <a:lnTo>
                    <a:pt x="287341" y="1"/>
                  </a:lnTo>
                </a:path>
              </a:pathLst>
            </a:custGeom>
            <a:ln w="6350">
              <a:solidFill>
                <a:srgbClr val="FF0000"/>
              </a:solidFill>
            </a:ln>
          </p:spPr>
          <p:txBody>
            <a:bodyPr wrap="square" lIns="0" tIns="0" rIns="0" bIns="0" rtlCol="0"/>
            <a:lstStyle/>
            <a:p/>
          </p:txBody>
        </p:sp>
        <p:sp>
          <p:nvSpPr>
            <p:cNvPr id="32" name="object 32"/>
            <p:cNvSpPr/>
            <p:nvPr/>
          </p:nvSpPr>
          <p:spPr>
            <a:xfrm>
              <a:off x="4134916" y="4865382"/>
              <a:ext cx="679450" cy="0"/>
            </a:xfrm>
            <a:custGeom>
              <a:avLst/>
              <a:gdLst/>
              <a:ahLst/>
              <a:cxnLst/>
              <a:rect l="l" t="t" r="r" b="b"/>
              <a:pathLst>
                <a:path w="679450">
                  <a:moveTo>
                    <a:pt x="0" y="0"/>
                  </a:moveTo>
                  <a:lnTo>
                    <a:pt x="679160" y="1"/>
                  </a:lnTo>
                </a:path>
              </a:pathLst>
            </a:custGeom>
            <a:ln w="6350">
              <a:solidFill>
                <a:srgbClr val="FF0000"/>
              </a:solidFill>
            </a:ln>
          </p:spPr>
          <p:txBody>
            <a:bodyPr wrap="square" lIns="0" tIns="0" rIns="0" bIns="0" rtlCol="0"/>
            <a:lstStyle/>
            <a:p/>
          </p:txBody>
        </p:sp>
        <p:sp>
          <p:nvSpPr>
            <p:cNvPr id="33" name="object 33"/>
            <p:cNvSpPr/>
            <p:nvPr/>
          </p:nvSpPr>
          <p:spPr>
            <a:xfrm>
              <a:off x="4150868" y="5424169"/>
              <a:ext cx="679450" cy="0"/>
            </a:xfrm>
            <a:custGeom>
              <a:avLst/>
              <a:gdLst/>
              <a:ahLst/>
              <a:cxnLst/>
              <a:rect l="l" t="t" r="r" b="b"/>
              <a:pathLst>
                <a:path w="679450">
                  <a:moveTo>
                    <a:pt x="0" y="0"/>
                  </a:moveTo>
                  <a:lnTo>
                    <a:pt x="679160" y="1"/>
                  </a:lnTo>
                </a:path>
              </a:pathLst>
            </a:custGeom>
            <a:ln w="6350">
              <a:solidFill>
                <a:srgbClr val="FF0000"/>
              </a:solidFill>
            </a:ln>
          </p:spPr>
          <p:txBody>
            <a:bodyPr wrap="square" lIns="0" tIns="0" rIns="0" bIns="0" rtlCol="0"/>
            <a:lstStyle/>
            <a:p/>
          </p:txBody>
        </p:sp>
      </p:grpSp>
      <p:sp>
        <p:nvSpPr>
          <p:cNvPr id="34" name="object 34"/>
          <p:cNvSpPr txBox="1"/>
          <p:nvPr/>
        </p:nvSpPr>
        <p:spPr>
          <a:xfrm>
            <a:off x="5723559" y="2937764"/>
            <a:ext cx="36830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panose="020B0604020202020204"/>
                <a:cs typeface="Arial" panose="020B0604020202020204"/>
              </a:rPr>
              <a:t>IP1</a:t>
            </a:r>
            <a:endParaRPr sz="1800">
              <a:latin typeface="Arial" panose="020B0604020202020204"/>
              <a:cs typeface="Arial" panose="020B0604020202020204"/>
            </a:endParaRPr>
          </a:p>
        </p:txBody>
      </p:sp>
      <p:sp>
        <p:nvSpPr>
          <p:cNvPr id="35" name="object 35"/>
          <p:cNvSpPr txBox="1"/>
          <p:nvPr/>
        </p:nvSpPr>
        <p:spPr>
          <a:xfrm>
            <a:off x="5750229" y="5010403"/>
            <a:ext cx="36830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panose="020B0604020202020204"/>
                <a:cs typeface="Arial" panose="020B0604020202020204"/>
              </a:rPr>
              <a:t>IP2</a:t>
            </a:r>
            <a:endParaRPr sz="1800">
              <a:latin typeface="Arial" panose="020B0604020202020204"/>
              <a:cs typeface="Arial" panose="020B0604020202020204"/>
            </a:endParaRPr>
          </a:p>
        </p:txBody>
      </p:sp>
      <p:sp>
        <p:nvSpPr>
          <p:cNvPr id="36" name="object 36"/>
          <p:cNvSpPr txBox="1"/>
          <p:nvPr/>
        </p:nvSpPr>
        <p:spPr>
          <a:xfrm>
            <a:off x="6797040" y="2435859"/>
            <a:ext cx="838200" cy="269240"/>
          </a:xfrm>
          <a:prstGeom prst="rect">
            <a:avLst/>
          </a:prstGeom>
        </p:spPr>
        <p:txBody>
          <a:bodyPr vert="horz" wrap="square" lIns="0" tIns="12700" rIns="0" bIns="0" rtlCol="0">
            <a:spAutoFit/>
          </a:bodyPr>
          <a:lstStyle/>
          <a:p>
            <a:pPr marL="12700">
              <a:lnSpc>
                <a:spcPct val="100000"/>
              </a:lnSpc>
              <a:spcBef>
                <a:spcPts val="100"/>
              </a:spcBef>
            </a:pPr>
            <a:r>
              <a:rPr sz="1600" spc="-15" dirty="0">
                <a:solidFill>
                  <a:srgbClr val="009FE8"/>
                </a:solidFill>
                <a:latin typeface="微软雅黑" panose="020B0503020204020204" charset="-122"/>
                <a:cs typeface="微软雅黑" panose="020B0503020204020204" charset="-122"/>
              </a:rPr>
              <a:t>步骤三：</a:t>
            </a:r>
            <a:endParaRPr sz="1600">
              <a:latin typeface="微软雅黑" panose="020B0503020204020204" charset="-122"/>
              <a:cs typeface="微软雅黑" panose="020B0503020204020204" charset="-122"/>
            </a:endParaRPr>
          </a:p>
        </p:txBody>
      </p:sp>
      <p:sp>
        <p:nvSpPr>
          <p:cNvPr id="37" name="object 37"/>
          <p:cNvSpPr txBox="1"/>
          <p:nvPr/>
        </p:nvSpPr>
        <p:spPr>
          <a:xfrm>
            <a:off x="6797040" y="2957067"/>
            <a:ext cx="1336675" cy="269240"/>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009FE8"/>
                </a:solidFill>
                <a:latin typeface="微软雅黑" panose="020B0503020204020204" charset="-122"/>
                <a:cs typeface="微软雅黑" panose="020B0503020204020204" charset="-122"/>
              </a:rPr>
              <a:t>移入</a:t>
            </a:r>
            <a:r>
              <a:rPr sz="1600" spc="-10" dirty="0">
                <a:solidFill>
                  <a:srgbClr val="009FE8"/>
                </a:solidFill>
                <a:latin typeface="微软雅黑" panose="020B0503020204020204" charset="-122"/>
                <a:cs typeface="微软雅黑" panose="020B0503020204020204" charset="-122"/>
              </a:rPr>
              <a:t>12bit</a:t>
            </a:r>
            <a:r>
              <a:rPr sz="1600" spc="-25" dirty="0">
                <a:solidFill>
                  <a:srgbClr val="009FE8"/>
                </a:solidFill>
                <a:latin typeface="微软雅黑" panose="020B0503020204020204" charset="-122"/>
                <a:cs typeface="微软雅黑" panose="020B0503020204020204" charset="-122"/>
              </a:rPr>
              <a:t>数据</a:t>
            </a:r>
            <a:endParaRPr sz="1600">
              <a:latin typeface="微软雅黑" panose="020B0503020204020204" charset="-122"/>
              <a:cs typeface="微软雅黑" panose="020B0503020204020204" charset="-122"/>
            </a:endParaRPr>
          </a:p>
        </p:txBody>
      </p:sp>
      <p:sp>
        <p:nvSpPr>
          <p:cNvPr id="38" name="object 38"/>
          <p:cNvSpPr txBox="1"/>
          <p:nvPr/>
        </p:nvSpPr>
        <p:spPr>
          <a:xfrm>
            <a:off x="6797040" y="3463035"/>
            <a:ext cx="1203960" cy="269240"/>
          </a:xfrm>
          <a:prstGeom prst="rect">
            <a:avLst/>
          </a:prstGeom>
        </p:spPr>
        <p:txBody>
          <a:bodyPr vert="horz" wrap="square" lIns="0" tIns="12700" rIns="0" bIns="0" rtlCol="0">
            <a:spAutoFit/>
          </a:bodyPr>
          <a:lstStyle/>
          <a:p>
            <a:pPr marL="240665" indent="-227965">
              <a:lnSpc>
                <a:spcPct val="100000"/>
              </a:lnSpc>
              <a:spcBef>
                <a:spcPts val="100"/>
              </a:spcBef>
              <a:buFont typeface="Arial" panose="020B0604020202020204"/>
              <a:buChar char="•"/>
              <a:tabLst>
                <a:tab pos="240665" algn="l"/>
              </a:tabLst>
            </a:pPr>
            <a:r>
              <a:rPr sz="1600" dirty="0">
                <a:solidFill>
                  <a:srgbClr val="009FE8"/>
                </a:solidFill>
                <a:latin typeface="微软雅黑" panose="020B0503020204020204" charset="-122"/>
                <a:cs typeface="微软雅黑" panose="020B0503020204020204" charset="-122"/>
              </a:rPr>
              <a:t>将</a:t>
            </a:r>
            <a:r>
              <a:rPr sz="1600" spc="-10" dirty="0">
                <a:solidFill>
                  <a:srgbClr val="009FE8"/>
                </a:solidFill>
                <a:latin typeface="微软雅黑" panose="020B0503020204020204" charset="-122"/>
                <a:cs typeface="微软雅黑" panose="020B0503020204020204" charset="-122"/>
              </a:rPr>
              <a:t>SIB1</a:t>
            </a:r>
            <a:r>
              <a:rPr sz="1600" dirty="0">
                <a:solidFill>
                  <a:srgbClr val="009FE8"/>
                </a:solidFill>
                <a:latin typeface="微软雅黑" panose="020B0503020204020204" charset="-122"/>
                <a:cs typeface="微软雅黑" panose="020B0503020204020204" charset="-122"/>
              </a:rPr>
              <a:t>置</a:t>
            </a:r>
            <a:r>
              <a:rPr sz="1600" spc="-50" dirty="0">
                <a:solidFill>
                  <a:srgbClr val="009FE8"/>
                </a:solidFill>
                <a:latin typeface="微软雅黑" panose="020B0503020204020204" charset="-122"/>
                <a:cs typeface="微软雅黑" panose="020B0503020204020204" charset="-122"/>
              </a:rPr>
              <a:t>0</a:t>
            </a:r>
            <a:endParaRPr sz="1600">
              <a:latin typeface="微软雅黑" panose="020B0503020204020204" charset="-122"/>
              <a:cs typeface="微软雅黑" panose="020B0503020204020204" charset="-122"/>
            </a:endParaRPr>
          </a:p>
        </p:txBody>
      </p:sp>
      <p:sp>
        <p:nvSpPr>
          <p:cNvPr id="39" name="object 39"/>
          <p:cNvSpPr txBox="1"/>
          <p:nvPr/>
        </p:nvSpPr>
        <p:spPr>
          <a:xfrm>
            <a:off x="6797040" y="3984244"/>
            <a:ext cx="1203960" cy="269240"/>
          </a:xfrm>
          <a:prstGeom prst="rect">
            <a:avLst/>
          </a:prstGeom>
        </p:spPr>
        <p:txBody>
          <a:bodyPr vert="horz" wrap="square" lIns="0" tIns="12700" rIns="0" bIns="0" rtlCol="0">
            <a:spAutoFit/>
          </a:bodyPr>
          <a:lstStyle/>
          <a:p>
            <a:pPr marL="240665" indent="-227965">
              <a:lnSpc>
                <a:spcPct val="100000"/>
              </a:lnSpc>
              <a:spcBef>
                <a:spcPts val="100"/>
              </a:spcBef>
              <a:buFont typeface="Arial" panose="020B0604020202020204"/>
              <a:buChar char="•"/>
              <a:tabLst>
                <a:tab pos="240665" algn="l"/>
              </a:tabLst>
            </a:pPr>
            <a:r>
              <a:rPr sz="1600" dirty="0">
                <a:solidFill>
                  <a:srgbClr val="009FE8"/>
                </a:solidFill>
                <a:latin typeface="微软雅黑" panose="020B0503020204020204" charset="-122"/>
                <a:cs typeface="微软雅黑" panose="020B0503020204020204" charset="-122"/>
              </a:rPr>
              <a:t>将</a:t>
            </a:r>
            <a:r>
              <a:rPr sz="1600" spc="-10" dirty="0">
                <a:solidFill>
                  <a:srgbClr val="009FE8"/>
                </a:solidFill>
                <a:latin typeface="微软雅黑" panose="020B0503020204020204" charset="-122"/>
                <a:cs typeface="微软雅黑" panose="020B0503020204020204" charset="-122"/>
              </a:rPr>
              <a:t>SIB2</a:t>
            </a:r>
            <a:r>
              <a:rPr sz="1600" dirty="0">
                <a:solidFill>
                  <a:srgbClr val="009FE8"/>
                </a:solidFill>
                <a:latin typeface="微软雅黑" panose="020B0503020204020204" charset="-122"/>
                <a:cs typeface="微软雅黑" panose="020B0503020204020204" charset="-122"/>
              </a:rPr>
              <a:t>置</a:t>
            </a:r>
            <a:r>
              <a:rPr sz="1600" spc="-50" dirty="0">
                <a:solidFill>
                  <a:srgbClr val="009FE8"/>
                </a:solidFill>
                <a:latin typeface="微软雅黑" panose="020B0503020204020204" charset="-122"/>
                <a:cs typeface="微软雅黑" panose="020B0503020204020204" charset="-122"/>
              </a:rPr>
              <a:t>1</a:t>
            </a:r>
            <a:endParaRPr sz="1600">
              <a:latin typeface="微软雅黑" panose="020B0503020204020204" charset="-122"/>
              <a:cs typeface="微软雅黑" panose="020B0503020204020204" charset="-122"/>
            </a:endParaRPr>
          </a:p>
        </p:txBody>
      </p:sp>
      <p:sp>
        <p:nvSpPr>
          <p:cNvPr id="40" name="object 40"/>
          <p:cNvSpPr txBox="1"/>
          <p:nvPr/>
        </p:nvSpPr>
        <p:spPr>
          <a:xfrm>
            <a:off x="6797040" y="4505451"/>
            <a:ext cx="1441450" cy="269240"/>
          </a:xfrm>
          <a:prstGeom prst="rect">
            <a:avLst/>
          </a:prstGeom>
        </p:spPr>
        <p:txBody>
          <a:bodyPr vert="horz" wrap="square" lIns="0" tIns="12700" rIns="0" bIns="0" rtlCol="0">
            <a:spAutoFit/>
          </a:bodyPr>
          <a:lstStyle/>
          <a:p>
            <a:pPr marL="12700">
              <a:lnSpc>
                <a:spcPct val="100000"/>
              </a:lnSpc>
              <a:spcBef>
                <a:spcPts val="100"/>
              </a:spcBef>
            </a:pPr>
            <a:r>
              <a:rPr sz="1600" spc="-10" dirty="0">
                <a:solidFill>
                  <a:srgbClr val="009FE8"/>
                </a:solidFill>
                <a:latin typeface="微软雅黑" panose="020B0503020204020204" charset="-122"/>
                <a:cs typeface="微软雅黑" panose="020B0503020204020204" charset="-122"/>
              </a:rPr>
              <a:t>Ijtag_update：</a:t>
            </a:r>
            <a:endParaRPr sz="1600">
              <a:latin typeface="微软雅黑" panose="020B0503020204020204" charset="-122"/>
              <a:cs typeface="微软雅黑" panose="020B0503020204020204" charset="-122"/>
            </a:endParaRPr>
          </a:p>
        </p:txBody>
      </p:sp>
      <p:sp>
        <p:nvSpPr>
          <p:cNvPr id="41" name="object 41"/>
          <p:cNvSpPr txBox="1"/>
          <p:nvPr/>
        </p:nvSpPr>
        <p:spPr>
          <a:xfrm>
            <a:off x="6797040" y="5026659"/>
            <a:ext cx="1590675" cy="269240"/>
          </a:xfrm>
          <a:prstGeom prst="rect">
            <a:avLst/>
          </a:prstGeom>
        </p:spPr>
        <p:txBody>
          <a:bodyPr vert="horz" wrap="square" lIns="0" tIns="12700" rIns="0" bIns="0" rtlCol="0">
            <a:spAutoFit/>
          </a:bodyPr>
          <a:lstStyle/>
          <a:p>
            <a:pPr marL="240665" indent="-227965">
              <a:lnSpc>
                <a:spcPct val="100000"/>
              </a:lnSpc>
              <a:spcBef>
                <a:spcPts val="100"/>
              </a:spcBef>
              <a:buFont typeface="Arial" panose="020B0604020202020204"/>
              <a:buChar char="•"/>
              <a:tabLst>
                <a:tab pos="240665" algn="l"/>
              </a:tabLst>
            </a:pPr>
            <a:r>
              <a:rPr sz="1600" dirty="0">
                <a:solidFill>
                  <a:srgbClr val="009FE8"/>
                </a:solidFill>
                <a:latin typeface="微软雅黑" panose="020B0503020204020204" charset="-122"/>
                <a:cs typeface="微软雅黑" panose="020B0503020204020204" charset="-122"/>
              </a:rPr>
              <a:t>关闭</a:t>
            </a:r>
            <a:r>
              <a:rPr sz="1600" spc="-10" dirty="0">
                <a:solidFill>
                  <a:srgbClr val="009FE8"/>
                </a:solidFill>
                <a:latin typeface="微软雅黑" panose="020B0503020204020204" charset="-122"/>
                <a:cs typeface="微软雅黑" panose="020B0503020204020204" charset="-122"/>
              </a:rPr>
              <a:t>TDR1</a:t>
            </a:r>
            <a:r>
              <a:rPr sz="1600" spc="-25" dirty="0">
                <a:solidFill>
                  <a:srgbClr val="009FE8"/>
                </a:solidFill>
                <a:latin typeface="微软雅黑" panose="020B0503020204020204" charset="-122"/>
                <a:cs typeface="微软雅黑" panose="020B0503020204020204" charset="-122"/>
              </a:rPr>
              <a:t>网络</a:t>
            </a:r>
            <a:endParaRPr sz="1600">
              <a:latin typeface="微软雅黑" panose="020B0503020204020204" charset="-122"/>
              <a:cs typeface="微软雅黑" panose="020B0503020204020204" charset="-122"/>
            </a:endParaRPr>
          </a:p>
        </p:txBody>
      </p:sp>
      <p:sp>
        <p:nvSpPr>
          <p:cNvPr id="42" name="object 42"/>
          <p:cNvSpPr txBox="1"/>
          <p:nvPr/>
        </p:nvSpPr>
        <p:spPr>
          <a:xfrm>
            <a:off x="6797040" y="5532627"/>
            <a:ext cx="1590675" cy="269240"/>
          </a:xfrm>
          <a:prstGeom prst="rect">
            <a:avLst/>
          </a:prstGeom>
        </p:spPr>
        <p:txBody>
          <a:bodyPr vert="horz" wrap="square" lIns="0" tIns="12700" rIns="0" bIns="0" rtlCol="0">
            <a:spAutoFit/>
          </a:bodyPr>
          <a:lstStyle/>
          <a:p>
            <a:pPr marL="240665" indent="-227965">
              <a:lnSpc>
                <a:spcPct val="100000"/>
              </a:lnSpc>
              <a:spcBef>
                <a:spcPts val="100"/>
              </a:spcBef>
              <a:buFont typeface="Arial" panose="020B0604020202020204"/>
              <a:buChar char="•"/>
              <a:tabLst>
                <a:tab pos="240665" algn="l"/>
              </a:tabLst>
            </a:pPr>
            <a:r>
              <a:rPr sz="1600" dirty="0">
                <a:solidFill>
                  <a:srgbClr val="009FE8"/>
                </a:solidFill>
                <a:latin typeface="微软雅黑" panose="020B0503020204020204" charset="-122"/>
                <a:cs typeface="微软雅黑" panose="020B0503020204020204" charset="-122"/>
              </a:rPr>
              <a:t>打开</a:t>
            </a:r>
            <a:r>
              <a:rPr sz="1600" spc="-10" dirty="0">
                <a:solidFill>
                  <a:srgbClr val="009FE8"/>
                </a:solidFill>
                <a:latin typeface="微软雅黑" panose="020B0503020204020204" charset="-122"/>
                <a:cs typeface="微软雅黑" panose="020B0503020204020204" charset="-122"/>
              </a:rPr>
              <a:t>TDR2</a:t>
            </a:r>
            <a:r>
              <a:rPr sz="1600" spc="-25" dirty="0">
                <a:solidFill>
                  <a:srgbClr val="009FE8"/>
                </a:solidFill>
                <a:latin typeface="微软雅黑" panose="020B0503020204020204" charset="-122"/>
                <a:cs typeface="微软雅黑" panose="020B0503020204020204" charset="-122"/>
              </a:rPr>
              <a:t>网络</a:t>
            </a:r>
            <a:endParaRPr sz="1600">
              <a:latin typeface="微软雅黑" panose="020B0503020204020204" charset="-122"/>
              <a:cs typeface="微软雅黑" panose="020B0503020204020204" charset="-122"/>
            </a:endParaRPr>
          </a:p>
        </p:txBody>
      </p:sp>
      <p:sp>
        <p:nvSpPr>
          <p:cNvPr id="43" name="object 43"/>
          <p:cNvSpPr txBox="1"/>
          <p:nvPr/>
        </p:nvSpPr>
        <p:spPr>
          <a:xfrm>
            <a:off x="3702900" y="2992132"/>
            <a:ext cx="313055" cy="369570"/>
          </a:xfrm>
          <a:prstGeom prst="rect">
            <a:avLst/>
          </a:prstGeom>
          <a:solidFill>
            <a:srgbClr val="FFFFFF"/>
          </a:solidFill>
        </p:spPr>
        <p:txBody>
          <a:bodyPr vert="horz" wrap="square" lIns="0" tIns="46355" rIns="0" bIns="0" rtlCol="0">
            <a:spAutoFit/>
          </a:bodyPr>
          <a:lstStyle/>
          <a:p>
            <a:pPr marL="90805">
              <a:lnSpc>
                <a:spcPct val="100000"/>
              </a:lnSpc>
              <a:spcBef>
                <a:spcPts val="365"/>
              </a:spcBef>
            </a:pPr>
            <a:r>
              <a:rPr sz="1800" b="1" spc="-50" dirty="0">
                <a:solidFill>
                  <a:srgbClr val="4472C4"/>
                </a:solidFill>
                <a:latin typeface="Arial" panose="020B0604020202020204"/>
                <a:cs typeface="Arial" panose="020B0604020202020204"/>
              </a:rPr>
              <a:t>0</a:t>
            </a:r>
            <a:endParaRPr sz="1800">
              <a:latin typeface="Arial" panose="020B0604020202020204"/>
              <a:cs typeface="Arial" panose="020B0604020202020204"/>
            </a:endParaRPr>
          </a:p>
        </p:txBody>
      </p:sp>
      <p:sp>
        <p:nvSpPr>
          <p:cNvPr id="44" name="object 44"/>
          <p:cNvSpPr txBox="1"/>
          <p:nvPr/>
        </p:nvSpPr>
        <p:spPr>
          <a:xfrm>
            <a:off x="3705352" y="5003952"/>
            <a:ext cx="313055" cy="369570"/>
          </a:xfrm>
          <a:prstGeom prst="rect">
            <a:avLst/>
          </a:prstGeom>
          <a:solidFill>
            <a:srgbClr val="FFFFFF"/>
          </a:solidFill>
        </p:spPr>
        <p:txBody>
          <a:bodyPr vert="horz" wrap="square" lIns="0" tIns="46355" rIns="0" bIns="0" rtlCol="0">
            <a:spAutoFit/>
          </a:bodyPr>
          <a:lstStyle/>
          <a:p>
            <a:pPr marL="90805">
              <a:lnSpc>
                <a:spcPct val="100000"/>
              </a:lnSpc>
              <a:spcBef>
                <a:spcPts val="365"/>
              </a:spcBef>
            </a:pPr>
            <a:r>
              <a:rPr sz="1800" b="1" spc="-50" dirty="0">
                <a:solidFill>
                  <a:srgbClr val="4472C4"/>
                </a:solidFill>
                <a:latin typeface="Arial" panose="020B0604020202020204"/>
                <a:cs typeface="Arial" panose="020B0604020202020204"/>
              </a:rPr>
              <a:t>1</a:t>
            </a:r>
            <a:endParaRPr sz="1800">
              <a:latin typeface="Arial" panose="020B0604020202020204"/>
              <a:cs typeface="Arial" panose="020B0604020202020204"/>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30" dirty="0"/>
              <a:t>SIB</a:t>
            </a:r>
            <a:r>
              <a:rPr spc="-20" dirty="0"/>
              <a:t>的网络</a:t>
            </a:r>
            <a:endParaRPr spc="-20" dirty="0"/>
          </a:p>
        </p:txBody>
      </p:sp>
      <p:sp>
        <p:nvSpPr>
          <p:cNvPr id="3" name="object 3"/>
          <p:cNvSpPr txBox="1"/>
          <p:nvPr/>
        </p:nvSpPr>
        <p:spPr>
          <a:xfrm>
            <a:off x="963930" y="1578355"/>
            <a:ext cx="3415029" cy="391160"/>
          </a:xfrm>
          <a:prstGeom prst="rect">
            <a:avLst/>
          </a:prstGeom>
        </p:spPr>
        <p:txBody>
          <a:bodyPr vert="horz" wrap="square" lIns="0" tIns="12700" rIns="0" bIns="0" rtlCol="0">
            <a:spAutoFit/>
          </a:bodyPr>
          <a:lstStyle/>
          <a:p>
            <a:pPr marL="12700">
              <a:lnSpc>
                <a:spcPct val="100000"/>
              </a:lnSpc>
              <a:spcBef>
                <a:spcPts val="100"/>
              </a:spcBef>
              <a:tabLst>
                <a:tab pos="469265" algn="l"/>
              </a:tabLst>
            </a:pPr>
            <a:r>
              <a:rPr sz="2400" b="1" spc="-25" dirty="0">
                <a:solidFill>
                  <a:srgbClr val="009FE8"/>
                </a:solidFill>
                <a:latin typeface="微软雅黑" panose="020B0503020204020204" charset="-122"/>
                <a:cs typeface="微软雅黑" panose="020B0503020204020204" charset="-122"/>
              </a:rPr>
              <a:t>2.</a:t>
            </a:r>
            <a:r>
              <a:rPr sz="2400" b="1" dirty="0">
                <a:solidFill>
                  <a:srgbClr val="009FE8"/>
                </a:solidFill>
                <a:latin typeface="微软雅黑" panose="020B0503020204020204" charset="-122"/>
                <a:cs typeface="微软雅黑" panose="020B0503020204020204" charset="-122"/>
              </a:rPr>
              <a:t>	配置</a:t>
            </a:r>
            <a:r>
              <a:rPr sz="2400" b="1" spc="-20" dirty="0">
                <a:solidFill>
                  <a:srgbClr val="009FE8"/>
                </a:solidFill>
                <a:latin typeface="微软雅黑" panose="020B0503020204020204" charset="-122"/>
                <a:cs typeface="微软雅黑" panose="020B0503020204020204" charset="-122"/>
              </a:rPr>
              <a:t>SIB</a:t>
            </a:r>
            <a:r>
              <a:rPr sz="2400" b="1" spc="-10" dirty="0">
                <a:solidFill>
                  <a:srgbClr val="009FE8"/>
                </a:solidFill>
                <a:latin typeface="微软雅黑" panose="020B0503020204020204" charset="-122"/>
                <a:cs typeface="微软雅黑" panose="020B0503020204020204" charset="-122"/>
              </a:rPr>
              <a:t>的网络结构：</a:t>
            </a:r>
            <a:endParaRPr sz="2400">
              <a:latin typeface="微软雅黑" panose="020B0503020204020204" charset="-122"/>
              <a:cs typeface="微软雅黑" panose="020B0503020204020204" charset="-122"/>
            </a:endParaRPr>
          </a:p>
        </p:txBody>
      </p:sp>
      <p:sp>
        <p:nvSpPr>
          <p:cNvPr id="4" name="object 4"/>
          <p:cNvSpPr txBox="1"/>
          <p:nvPr/>
        </p:nvSpPr>
        <p:spPr>
          <a:xfrm>
            <a:off x="1185133" y="2841320"/>
            <a:ext cx="1485900" cy="802640"/>
          </a:xfrm>
          <a:prstGeom prst="rect">
            <a:avLst/>
          </a:prstGeom>
          <a:ln w="12700">
            <a:solidFill>
              <a:srgbClr val="2F528F"/>
            </a:solidFill>
          </a:ln>
        </p:spPr>
        <p:txBody>
          <a:bodyPr vert="horz" wrap="square" lIns="0" tIns="139700" rIns="0" bIns="0" rtlCol="0">
            <a:spAutoFit/>
          </a:bodyPr>
          <a:lstStyle/>
          <a:p>
            <a:pPr marL="3810" algn="ctr">
              <a:lnSpc>
                <a:spcPts val="2135"/>
              </a:lnSpc>
              <a:spcBef>
                <a:spcPts val="1100"/>
              </a:spcBef>
            </a:pPr>
            <a:r>
              <a:rPr sz="1800" spc="-25" dirty="0">
                <a:latin typeface="Arial" panose="020B0604020202020204"/>
                <a:cs typeface="Arial" panose="020B0604020202020204"/>
              </a:rPr>
              <a:t>TAP</a:t>
            </a:r>
            <a:endParaRPr sz="1800">
              <a:latin typeface="Arial" panose="020B0604020202020204"/>
              <a:cs typeface="Arial" panose="020B0604020202020204"/>
            </a:endParaRPr>
          </a:p>
          <a:p>
            <a:pPr algn="ctr">
              <a:lnSpc>
                <a:spcPts val="2135"/>
              </a:lnSpc>
            </a:pPr>
            <a:r>
              <a:rPr sz="1800" spc="-10" dirty="0">
                <a:latin typeface="Arial" panose="020B0604020202020204"/>
                <a:cs typeface="Arial" panose="020B0604020202020204"/>
              </a:rPr>
              <a:t>Controller</a:t>
            </a:r>
            <a:endParaRPr sz="1800">
              <a:latin typeface="Arial" panose="020B0604020202020204"/>
              <a:cs typeface="Arial" panose="020B0604020202020204"/>
            </a:endParaRPr>
          </a:p>
        </p:txBody>
      </p:sp>
      <p:grpSp>
        <p:nvGrpSpPr>
          <p:cNvPr id="5" name="object 5"/>
          <p:cNvGrpSpPr/>
          <p:nvPr/>
        </p:nvGrpSpPr>
        <p:grpSpPr>
          <a:xfrm>
            <a:off x="3563937" y="2449982"/>
            <a:ext cx="2834640" cy="3169285"/>
            <a:chOff x="3563937" y="2449982"/>
            <a:chExt cx="2834640" cy="3169285"/>
          </a:xfrm>
        </p:grpSpPr>
        <p:sp>
          <p:nvSpPr>
            <p:cNvPr id="6" name="object 6"/>
            <p:cNvSpPr/>
            <p:nvPr/>
          </p:nvSpPr>
          <p:spPr>
            <a:xfrm>
              <a:off x="3570287" y="4711090"/>
              <a:ext cx="578485" cy="901700"/>
            </a:xfrm>
            <a:custGeom>
              <a:avLst/>
              <a:gdLst/>
              <a:ahLst/>
              <a:cxnLst/>
              <a:rect l="l" t="t" r="r" b="b"/>
              <a:pathLst>
                <a:path w="578485" h="901700">
                  <a:moveTo>
                    <a:pt x="578142" y="0"/>
                  </a:moveTo>
                  <a:lnTo>
                    <a:pt x="0" y="0"/>
                  </a:lnTo>
                  <a:lnTo>
                    <a:pt x="0" y="901701"/>
                  </a:lnTo>
                  <a:lnTo>
                    <a:pt x="578142" y="901701"/>
                  </a:lnTo>
                  <a:lnTo>
                    <a:pt x="578142" y="0"/>
                  </a:lnTo>
                  <a:close/>
                </a:path>
              </a:pathLst>
            </a:custGeom>
            <a:solidFill>
              <a:srgbClr val="D9D9D9"/>
            </a:solidFill>
          </p:spPr>
          <p:txBody>
            <a:bodyPr wrap="square" lIns="0" tIns="0" rIns="0" bIns="0" rtlCol="0"/>
            <a:lstStyle/>
            <a:p/>
          </p:txBody>
        </p:sp>
        <p:sp>
          <p:nvSpPr>
            <p:cNvPr id="7" name="object 7"/>
            <p:cNvSpPr/>
            <p:nvPr/>
          </p:nvSpPr>
          <p:spPr>
            <a:xfrm>
              <a:off x="3570287" y="4711090"/>
              <a:ext cx="578485" cy="901700"/>
            </a:xfrm>
            <a:custGeom>
              <a:avLst/>
              <a:gdLst/>
              <a:ahLst/>
              <a:cxnLst/>
              <a:rect l="l" t="t" r="r" b="b"/>
              <a:pathLst>
                <a:path w="578485" h="901700">
                  <a:moveTo>
                    <a:pt x="0" y="0"/>
                  </a:moveTo>
                  <a:lnTo>
                    <a:pt x="578140" y="0"/>
                  </a:lnTo>
                  <a:lnTo>
                    <a:pt x="578140" y="901700"/>
                  </a:lnTo>
                  <a:lnTo>
                    <a:pt x="0" y="901700"/>
                  </a:lnTo>
                  <a:lnTo>
                    <a:pt x="0" y="0"/>
                  </a:lnTo>
                  <a:close/>
                </a:path>
              </a:pathLst>
            </a:custGeom>
            <a:ln w="12700">
              <a:solidFill>
                <a:srgbClr val="2F528F"/>
              </a:solidFill>
            </a:ln>
          </p:spPr>
          <p:txBody>
            <a:bodyPr wrap="square" lIns="0" tIns="0" rIns="0" bIns="0" rtlCol="0"/>
            <a:lstStyle/>
            <a:p/>
          </p:txBody>
        </p:sp>
        <p:sp>
          <p:nvSpPr>
            <p:cNvPr id="8" name="object 8"/>
            <p:cNvSpPr/>
            <p:nvPr/>
          </p:nvSpPr>
          <p:spPr>
            <a:xfrm>
              <a:off x="3572738" y="2725940"/>
              <a:ext cx="578485" cy="901700"/>
            </a:xfrm>
            <a:custGeom>
              <a:avLst/>
              <a:gdLst/>
              <a:ahLst/>
              <a:cxnLst/>
              <a:rect l="l" t="t" r="r" b="b"/>
              <a:pathLst>
                <a:path w="578485" h="901700">
                  <a:moveTo>
                    <a:pt x="578129" y="0"/>
                  </a:moveTo>
                  <a:lnTo>
                    <a:pt x="0" y="0"/>
                  </a:lnTo>
                  <a:lnTo>
                    <a:pt x="0" y="901699"/>
                  </a:lnTo>
                  <a:lnTo>
                    <a:pt x="578129" y="901699"/>
                  </a:lnTo>
                  <a:lnTo>
                    <a:pt x="578129" y="0"/>
                  </a:lnTo>
                  <a:close/>
                </a:path>
              </a:pathLst>
            </a:custGeom>
            <a:solidFill>
              <a:srgbClr val="D9D9D9"/>
            </a:solidFill>
          </p:spPr>
          <p:txBody>
            <a:bodyPr wrap="square" lIns="0" tIns="0" rIns="0" bIns="0" rtlCol="0"/>
            <a:lstStyle/>
            <a:p/>
          </p:txBody>
        </p:sp>
        <p:sp>
          <p:nvSpPr>
            <p:cNvPr id="9" name="object 9"/>
            <p:cNvSpPr/>
            <p:nvPr/>
          </p:nvSpPr>
          <p:spPr>
            <a:xfrm>
              <a:off x="3572738" y="2725940"/>
              <a:ext cx="578485" cy="901700"/>
            </a:xfrm>
            <a:custGeom>
              <a:avLst/>
              <a:gdLst/>
              <a:ahLst/>
              <a:cxnLst/>
              <a:rect l="l" t="t" r="r" b="b"/>
              <a:pathLst>
                <a:path w="578485" h="901700">
                  <a:moveTo>
                    <a:pt x="0" y="0"/>
                  </a:moveTo>
                  <a:lnTo>
                    <a:pt x="578140" y="0"/>
                  </a:lnTo>
                  <a:lnTo>
                    <a:pt x="578140" y="901700"/>
                  </a:lnTo>
                  <a:lnTo>
                    <a:pt x="0" y="901700"/>
                  </a:lnTo>
                  <a:lnTo>
                    <a:pt x="0" y="0"/>
                  </a:lnTo>
                  <a:close/>
                </a:path>
              </a:pathLst>
            </a:custGeom>
            <a:ln w="12700">
              <a:solidFill>
                <a:srgbClr val="2F528F"/>
              </a:solidFill>
            </a:ln>
          </p:spPr>
          <p:txBody>
            <a:bodyPr wrap="square" lIns="0" tIns="0" rIns="0" bIns="0" rtlCol="0"/>
            <a:lstStyle/>
            <a:p/>
          </p:txBody>
        </p:sp>
        <p:sp>
          <p:nvSpPr>
            <p:cNvPr id="10" name="object 10"/>
            <p:cNvSpPr/>
            <p:nvPr/>
          </p:nvSpPr>
          <p:spPr>
            <a:xfrm>
              <a:off x="4646294" y="2456332"/>
              <a:ext cx="1746250" cy="1441450"/>
            </a:xfrm>
            <a:custGeom>
              <a:avLst/>
              <a:gdLst/>
              <a:ahLst/>
              <a:cxnLst/>
              <a:rect l="l" t="t" r="r" b="b"/>
              <a:pathLst>
                <a:path w="1746250" h="1441450">
                  <a:moveTo>
                    <a:pt x="1745830" y="0"/>
                  </a:moveTo>
                  <a:lnTo>
                    <a:pt x="0" y="0"/>
                  </a:lnTo>
                  <a:lnTo>
                    <a:pt x="0" y="1440929"/>
                  </a:lnTo>
                  <a:lnTo>
                    <a:pt x="1745830" y="1440929"/>
                  </a:lnTo>
                  <a:lnTo>
                    <a:pt x="1745830" y="0"/>
                  </a:lnTo>
                  <a:close/>
                </a:path>
              </a:pathLst>
            </a:custGeom>
            <a:solidFill>
              <a:srgbClr val="D9D9D9"/>
            </a:solidFill>
          </p:spPr>
          <p:txBody>
            <a:bodyPr wrap="square" lIns="0" tIns="0" rIns="0" bIns="0" rtlCol="0"/>
            <a:lstStyle/>
            <a:p/>
          </p:txBody>
        </p:sp>
        <p:sp>
          <p:nvSpPr>
            <p:cNvPr id="11" name="object 11"/>
            <p:cNvSpPr/>
            <p:nvPr/>
          </p:nvSpPr>
          <p:spPr>
            <a:xfrm>
              <a:off x="4646294" y="2456332"/>
              <a:ext cx="1746250" cy="1441450"/>
            </a:xfrm>
            <a:custGeom>
              <a:avLst/>
              <a:gdLst/>
              <a:ahLst/>
              <a:cxnLst/>
              <a:rect l="l" t="t" r="r" b="b"/>
              <a:pathLst>
                <a:path w="1746250" h="1441450">
                  <a:moveTo>
                    <a:pt x="0" y="0"/>
                  </a:moveTo>
                  <a:lnTo>
                    <a:pt x="1745840" y="0"/>
                  </a:lnTo>
                  <a:lnTo>
                    <a:pt x="1745840" y="1440930"/>
                  </a:lnTo>
                  <a:lnTo>
                    <a:pt x="0" y="1440930"/>
                  </a:lnTo>
                  <a:lnTo>
                    <a:pt x="0" y="0"/>
                  </a:lnTo>
                  <a:close/>
                </a:path>
              </a:pathLst>
            </a:custGeom>
            <a:ln w="12700">
              <a:solidFill>
                <a:srgbClr val="2F528F"/>
              </a:solidFill>
            </a:ln>
          </p:spPr>
          <p:txBody>
            <a:bodyPr wrap="square" lIns="0" tIns="0" rIns="0" bIns="0" rtlCol="0"/>
            <a:lstStyle/>
            <a:p/>
          </p:txBody>
        </p:sp>
        <p:sp>
          <p:nvSpPr>
            <p:cNvPr id="12" name="object 12"/>
            <p:cNvSpPr/>
            <p:nvPr/>
          </p:nvSpPr>
          <p:spPr>
            <a:xfrm>
              <a:off x="4804638" y="2725940"/>
              <a:ext cx="578485" cy="901700"/>
            </a:xfrm>
            <a:custGeom>
              <a:avLst/>
              <a:gdLst/>
              <a:ahLst/>
              <a:cxnLst/>
              <a:rect l="l" t="t" r="r" b="b"/>
              <a:pathLst>
                <a:path w="578485" h="901700">
                  <a:moveTo>
                    <a:pt x="0" y="0"/>
                  </a:moveTo>
                  <a:lnTo>
                    <a:pt x="578140" y="0"/>
                  </a:lnTo>
                  <a:lnTo>
                    <a:pt x="578140" y="901700"/>
                  </a:lnTo>
                  <a:lnTo>
                    <a:pt x="0" y="901700"/>
                  </a:lnTo>
                  <a:lnTo>
                    <a:pt x="0" y="0"/>
                  </a:lnTo>
                  <a:close/>
                </a:path>
              </a:pathLst>
            </a:custGeom>
            <a:ln w="12700">
              <a:solidFill>
                <a:srgbClr val="2F528F"/>
              </a:solidFill>
            </a:ln>
          </p:spPr>
          <p:txBody>
            <a:bodyPr wrap="square" lIns="0" tIns="0" rIns="0" bIns="0" rtlCol="0"/>
            <a:lstStyle/>
            <a:p/>
          </p:txBody>
        </p:sp>
      </p:grpSp>
      <p:sp>
        <p:nvSpPr>
          <p:cNvPr id="13" name="object 13"/>
          <p:cNvSpPr txBox="1"/>
          <p:nvPr/>
        </p:nvSpPr>
        <p:spPr>
          <a:xfrm>
            <a:off x="3601249" y="5772403"/>
            <a:ext cx="520700"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Arial" panose="020B0604020202020204"/>
                <a:cs typeface="Arial" panose="020B0604020202020204"/>
              </a:rPr>
              <a:t>SIB2</a:t>
            </a:r>
            <a:endParaRPr sz="1800">
              <a:latin typeface="Arial" panose="020B0604020202020204"/>
              <a:cs typeface="Arial" panose="020B0604020202020204"/>
            </a:endParaRPr>
          </a:p>
        </p:txBody>
      </p:sp>
      <p:sp>
        <p:nvSpPr>
          <p:cNvPr id="14" name="object 14"/>
          <p:cNvSpPr txBox="1"/>
          <p:nvPr/>
        </p:nvSpPr>
        <p:spPr>
          <a:xfrm>
            <a:off x="3572243" y="2315971"/>
            <a:ext cx="520700"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Arial" panose="020B0604020202020204"/>
                <a:cs typeface="Arial" panose="020B0604020202020204"/>
              </a:rPr>
              <a:t>SIB1</a:t>
            </a:r>
            <a:endParaRPr sz="1800">
              <a:latin typeface="Arial" panose="020B0604020202020204"/>
              <a:cs typeface="Arial" panose="020B0604020202020204"/>
            </a:endParaRPr>
          </a:p>
        </p:txBody>
      </p:sp>
      <p:sp>
        <p:nvSpPr>
          <p:cNvPr id="15" name="object 15"/>
          <p:cNvSpPr txBox="1"/>
          <p:nvPr/>
        </p:nvSpPr>
        <p:spPr>
          <a:xfrm>
            <a:off x="4804143" y="2428747"/>
            <a:ext cx="622300" cy="299720"/>
          </a:xfrm>
          <a:prstGeom prst="rect">
            <a:avLst/>
          </a:prstGeom>
        </p:spPr>
        <p:txBody>
          <a:bodyPr vert="horz" wrap="square" lIns="0" tIns="12700" rIns="0" bIns="0" rtlCol="0">
            <a:spAutoFit/>
          </a:bodyPr>
          <a:lstStyle/>
          <a:p>
            <a:pPr marL="12700">
              <a:lnSpc>
                <a:spcPct val="100000"/>
              </a:lnSpc>
              <a:spcBef>
                <a:spcPts val="100"/>
              </a:spcBef>
            </a:pPr>
            <a:r>
              <a:rPr sz="1800" spc="-20" dirty="0">
                <a:latin typeface="Arial" panose="020B0604020202020204"/>
                <a:cs typeface="Arial" panose="020B0604020202020204"/>
              </a:rPr>
              <a:t>TDR1</a:t>
            </a:r>
            <a:endParaRPr sz="1800">
              <a:latin typeface="Arial" panose="020B0604020202020204"/>
              <a:cs typeface="Arial" panose="020B0604020202020204"/>
            </a:endParaRPr>
          </a:p>
        </p:txBody>
      </p:sp>
      <p:grpSp>
        <p:nvGrpSpPr>
          <p:cNvPr id="16" name="object 16"/>
          <p:cNvGrpSpPr/>
          <p:nvPr/>
        </p:nvGrpSpPr>
        <p:grpSpPr>
          <a:xfrm>
            <a:off x="4655896" y="2696588"/>
            <a:ext cx="1758950" cy="3153410"/>
            <a:chOff x="4655896" y="2696588"/>
            <a:chExt cx="1758950" cy="3153410"/>
          </a:xfrm>
        </p:grpSpPr>
        <p:sp>
          <p:nvSpPr>
            <p:cNvPr id="17" name="object 17"/>
            <p:cNvSpPr/>
            <p:nvPr/>
          </p:nvSpPr>
          <p:spPr>
            <a:xfrm>
              <a:off x="5658069" y="2702935"/>
              <a:ext cx="495300" cy="955040"/>
            </a:xfrm>
            <a:custGeom>
              <a:avLst/>
              <a:gdLst/>
              <a:ahLst/>
              <a:cxnLst/>
              <a:rect l="l" t="t" r="r" b="b"/>
              <a:pathLst>
                <a:path w="495300" h="955039">
                  <a:moveTo>
                    <a:pt x="305405" y="0"/>
                  </a:moveTo>
                  <a:lnTo>
                    <a:pt x="286381" y="6552"/>
                  </a:lnTo>
                  <a:lnTo>
                    <a:pt x="269681" y="31344"/>
                  </a:lnTo>
                  <a:lnTo>
                    <a:pt x="257463" y="72484"/>
                  </a:lnTo>
                  <a:lnTo>
                    <a:pt x="254203" y="64644"/>
                  </a:lnTo>
                  <a:lnTo>
                    <a:pt x="250740" y="57452"/>
                  </a:lnTo>
                  <a:lnTo>
                    <a:pt x="247088" y="50933"/>
                  </a:lnTo>
                  <a:lnTo>
                    <a:pt x="243264" y="45115"/>
                  </a:lnTo>
                  <a:lnTo>
                    <a:pt x="219986" y="26942"/>
                  </a:lnTo>
                  <a:lnTo>
                    <a:pt x="196671" y="33388"/>
                  </a:lnTo>
                  <a:lnTo>
                    <a:pt x="175981" y="62315"/>
                  </a:lnTo>
                  <a:lnTo>
                    <a:pt x="160575" y="111587"/>
                  </a:lnTo>
                  <a:lnTo>
                    <a:pt x="148936" y="96977"/>
                  </a:lnTo>
                  <a:lnTo>
                    <a:pt x="136619" y="87682"/>
                  </a:lnTo>
                  <a:lnTo>
                    <a:pt x="123888" y="83841"/>
                  </a:lnTo>
                  <a:lnTo>
                    <a:pt x="111006" y="85590"/>
                  </a:lnTo>
                  <a:lnTo>
                    <a:pt x="67706" y="140567"/>
                  </a:lnTo>
                  <a:lnTo>
                    <a:pt x="53357" y="190039"/>
                  </a:lnTo>
                  <a:lnTo>
                    <a:pt x="45329" y="249147"/>
                  </a:lnTo>
                  <a:lnTo>
                    <a:pt x="44712" y="314126"/>
                  </a:lnTo>
                  <a:lnTo>
                    <a:pt x="44306" y="317098"/>
                  </a:lnTo>
                  <a:lnTo>
                    <a:pt x="13506" y="356701"/>
                  </a:lnTo>
                  <a:lnTo>
                    <a:pt x="0" y="430706"/>
                  </a:lnTo>
                  <a:lnTo>
                    <a:pt x="1210" y="480955"/>
                  </a:lnTo>
                  <a:lnTo>
                    <a:pt x="9481" y="526339"/>
                  </a:lnTo>
                  <a:lnTo>
                    <a:pt x="24240" y="561078"/>
                  </a:lnTo>
                  <a:lnTo>
                    <a:pt x="17700" y="583900"/>
                  </a:lnTo>
                  <a:lnTo>
                    <a:pt x="13247" y="609574"/>
                  </a:lnTo>
                  <a:lnTo>
                    <a:pt x="11001" y="637146"/>
                  </a:lnTo>
                  <a:lnTo>
                    <a:pt x="11083" y="665662"/>
                  </a:lnTo>
                  <a:lnTo>
                    <a:pt x="17256" y="715009"/>
                  </a:lnTo>
                  <a:lnTo>
                    <a:pt x="29747" y="753018"/>
                  </a:lnTo>
                  <a:lnTo>
                    <a:pt x="46775" y="776003"/>
                  </a:lnTo>
                  <a:lnTo>
                    <a:pt x="66556" y="780280"/>
                  </a:lnTo>
                  <a:lnTo>
                    <a:pt x="66861" y="781677"/>
                  </a:lnTo>
                  <a:lnTo>
                    <a:pt x="85777" y="841450"/>
                  </a:lnTo>
                  <a:lnTo>
                    <a:pt x="109064" y="879213"/>
                  </a:lnTo>
                  <a:lnTo>
                    <a:pt x="135358" y="896450"/>
                  </a:lnTo>
                  <a:lnTo>
                    <a:pt x="162656" y="891850"/>
                  </a:lnTo>
                  <a:lnTo>
                    <a:pt x="188959" y="864100"/>
                  </a:lnTo>
                  <a:lnTo>
                    <a:pt x="197299" y="891469"/>
                  </a:lnTo>
                  <a:lnTo>
                    <a:pt x="207225" y="914517"/>
                  </a:lnTo>
                  <a:lnTo>
                    <a:pt x="218498" y="932782"/>
                  </a:lnTo>
                  <a:lnTo>
                    <a:pt x="230882" y="945799"/>
                  </a:lnTo>
                  <a:lnTo>
                    <a:pt x="255444" y="954516"/>
                  </a:lnTo>
                  <a:lnTo>
                    <a:pt x="278968" y="943052"/>
                  </a:lnTo>
                  <a:lnTo>
                    <a:pt x="299862" y="913644"/>
                  </a:lnTo>
                  <a:lnTo>
                    <a:pt x="316537" y="868530"/>
                  </a:lnTo>
                  <a:lnTo>
                    <a:pt x="327402" y="809947"/>
                  </a:lnTo>
                  <a:lnTo>
                    <a:pt x="335468" y="821200"/>
                  </a:lnTo>
                  <a:lnTo>
                    <a:pt x="344004" y="829407"/>
                  </a:lnTo>
                  <a:lnTo>
                    <a:pt x="352887" y="834475"/>
                  </a:lnTo>
                  <a:lnTo>
                    <a:pt x="361997" y="836312"/>
                  </a:lnTo>
                  <a:lnTo>
                    <a:pt x="387853" y="823200"/>
                  </a:lnTo>
                  <a:lnTo>
                    <a:pt x="409048" y="786398"/>
                  </a:lnTo>
                  <a:lnTo>
                    <a:pt x="423431" y="731456"/>
                  </a:lnTo>
                  <a:lnTo>
                    <a:pt x="428849" y="663923"/>
                  </a:lnTo>
                  <a:lnTo>
                    <a:pt x="438613" y="658561"/>
                  </a:lnTo>
                  <a:lnTo>
                    <a:pt x="465171" y="623816"/>
                  </a:lnTo>
                  <a:lnTo>
                    <a:pt x="479858" y="585065"/>
                  </a:lnTo>
                  <a:lnTo>
                    <a:pt x="489805" y="539143"/>
                  </a:lnTo>
                  <a:lnTo>
                    <a:pt x="494875" y="488774"/>
                  </a:lnTo>
                  <a:lnTo>
                    <a:pt x="494932" y="436679"/>
                  </a:lnTo>
                  <a:lnTo>
                    <a:pt x="489838" y="385582"/>
                  </a:lnTo>
                  <a:lnTo>
                    <a:pt x="479459" y="338206"/>
                  </a:lnTo>
                  <a:lnTo>
                    <a:pt x="480576" y="331348"/>
                  </a:lnTo>
                  <a:lnTo>
                    <a:pt x="482266" y="317098"/>
                  </a:lnTo>
                  <a:lnTo>
                    <a:pt x="483879" y="253434"/>
                  </a:lnTo>
                  <a:lnTo>
                    <a:pt x="476341" y="195107"/>
                  </a:lnTo>
                  <a:lnTo>
                    <a:pt x="461031" y="148465"/>
                  </a:lnTo>
                  <a:lnTo>
                    <a:pt x="439327" y="119855"/>
                  </a:lnTo>
                  <a:lnTo>
                    <a:pt x="436813" y="95556"/>
                  </a:lnTo>
                  <a:lnTo>
                    <a:pt x="427309" y="52412"/>
                  </a:lnTo>
                  <a:lnTo>
                    <a:pt x="401168" y="6599"/>
                  </a:lnTo>
                  <a:lnTo>
                    <a:pt x="379950" y="473"/>
                  </a:lnTo>
                  <a:lnTo>
                    <a:pt x="359400" y="15614"/>
                  </a:lnTo>
                  <a:lnTo>
                    <a:pt x="342045" y="51478"/>
                  </a:lnTo>
                  <a:lnTo>
                    <a:pt x="338325" y="40082"/>
                  </a:lnTo>
                  <a:lnTo>
                    <a:pt x="334149" y="29905"/>
                  </a:lnTo>
                  <a:lnTo>
                    <a:pt x="329558" y="21040"/>
                  </a:lnTo>
                  <a:lnTo>
                    <a:pt x="324595" y="13581"/>
                  </a:lnTo>
                  <a:lnTo>
                    <a:pt x="305405" y="0"/>
                  </a:lnTo>
                  <a:close/>
                </a:path>
              </a:pathLst>
            </a:custGeom>
            <a:solidFill>
              <a:srgbClr val="FFFFFF"/>
            </a:solidFill>
          </p:spPr>
          <p:txBody>
            <a:bodyPr wrap="square" lIns="0" tIns="0" rIns="0" bIns="0" rtlCol="0"/>
            <a:lstStyle/>
            <a:p/>
          </p:txBody>
        </p:sp>
        <p:sp>
          <p:nvSpPr>
            <p:cNvPr id="18" name="object 18"/>
            <p:cNvSpPr/>
            <p:nvPr/>
          </p:nvSpPr>
          <p:spPr>
            <a:xfrm>
              <a:off x="5658076" y="2702938"/>
              <a:ext cx="495300" cy="955040"/>
            </a:xfrm>
            <a:custGeom>
              <a:avLst/>
              <a:gdLst/>
              <a:ahLst/>
              <a:cxnLst/>
              <a:rect l="l" t="t" r="r" b="b"/>
              <a:pathLst>
                <a:path w="495300" h="955039">
                  <a:moveTo>
                    <a:pt x="44716" y="314128"/>
                  </a:moveTo>
                  <a:lnTo>
                    <a:pt x="45328" y="249146"/>
                  </a:lnTo>
                  <a:lnTo>
                    <a:pt x="53355" y="190037"/>
                  </a:lnTo>
                  <a:lnTo>
                    <a:pt x="67703" y="140564"/>
                  </a:lnTo>
                  <a:lnTo>
                    <a:pt x="87281" y="104493"/>
                  </a:lnTo>
                  <a:lnTo>
                    <a:pt x="123886" y="83837"/>
                  </a:lnTo>
                  <a:lnTo>
                    <a:pt x="136619" y="87678"/>
                  </a:lnTo>
                  <a:lnTo>
                    <a:pt x="148935" y="96974"/>
                  </a:lnTo>
                  <a:lnTo>
                    <a:pt x="160574" y="111587"/>
                  </a:lnTo>
                  <a:lnTo>
                    <a:pt x="175982" y="62317"/>
                  </a:lnTo>
                  <a:lnTo>
                    <a:pt x="196672" y="33390"/>
                  </a:lnTo>
                  <a:lnTo>
                    <a:pt x="219983" y="26944"/>
                  </a:lnTo>
                  <a:lnTo>
                    <a:pt x="243256" y="45117"/>
                  </a:lnTo>
                  <a:lnTo>
                    <a:pt x="247085" y="50932"/>
                  </a:lnTo>
                  <a:lnTo>
                    <a:pt x="250738" y="57449"/>
                  </a:lnTo>
                  <a:lnTo>
                    <a:pt x="254203" y="64643"/>
                  </a:lnTo>
                  <a:lnTo>
                    <a:pt x="257465" y="72485"/>
                  </a:lnTo>
                  <a:lnTo>
                    <a:pt x="269680" y="31345"/>
                  </a:lnTo>
                  <a:lnTo>
                    <a:pt x="286379" y="6551"/>
                  </a:lnTo>
                  <a:lnTo>
                    <a:pt x="305401" y="0"/>
                  </a:lnTo>
                  <a:lnTo>
                    <a:pt x="324588" y="13584"/>
                  </a:lnTo>
                  <a:lnTo>
                    <a:pt x="329552" y="21039"/>
                  </a:lnTo>
                  <a:lnTo>
                    <a:pt x="334144" y="29901"/>
                  </a:lnTo>
                  <a:lnTo>
                    <a:pt x="338322" y="40076"/>
                  </a:lnTo>
                  <a:lnTo>
                    <a:pt x="342044" y="51470"/>
                  </a:lnTo>
                  <a:lnTo>
                    <a:pt x="359398" y="15611"/>
                  </a:lnTo>
                  <a:lnTo>
                    <a:pt x="379947" y="473"/>
                  </a:lnTo>
                  <a:lnTo>
                    <a:pt x="401167" y="6599"/>
                  </a:lnTo>
                  <a:lnTo>
                    <a:pt x="420531" y="34535"/>
                  </a:lnTo>
                  <a:lnTo>
                    <a:pt x="427306" y="52410"/>
                  </a:lnTo>
                  <a:lnTo>
                    <a:pt x="432768" y="72910"/>
                  </a:lnTo>
                  <a:lnTo>
                    <a:pt x="436811" y="95551"/>
                  </a:lnTo>
                  <a:lnTo>
                    <a:pt x="439328" y="119848"/>
                  </a:lnTo>
                  <a:lnTo>
                    <a:pt x="461030" y="148463"/>
                  </a:lnTo>
                  <a:lnTo>
                    <a:pt x="476341" y="195106"/>
                  </a:lnTo>
                  <a:lnTo>
                    <a:pt x="483878" y="253431"/>
                  </a:lnTo>
                  <a:lnTo>
                    <a:pt x="482261" y="317094"/>
                  </a:lnTo>
                  <a:lnTo>
                    <a:pt x="481515" y="324293"/>
                  </a:lnTo>
                  <a:lnTo>
                    <a:pt x="480579" y="331346"/>
                  </a:lnTo>
                  <a:lnTo>
                    <a:pt x="479460" y="338202"/>
                  </a:lnTo>
                  <a:lnTo>
                    <a:pt x="489838" y="385578"/>
                  </a:lnTo>
                  <a:lnTo>
                    <a:pt x="494931" y="436675"/>
                  </a:lnTo>
                  <a:lnTo>
                    <a:pt x="494875" y="488770"/>
                  </a:lnTo>
                  <a:lnTo>
                    <a:pt x="489805" y="539140"/>
                  </a:lnTo>
                  <a:lnTo>
                    <a:pt x="479859" y="585063"/>
                  </a:lnTo>
                  <a:lnTo>
                    <a:pt x="465172" y="623817"/>
                  </a:lnTo>
                  <a:lnTo>
                    <a:pt x="438615" y="658559"/>
                  </a:lnTo>
                  <a:lnTo>
                    <a:pt x="428852" y="663915"/>
                  </a:lnTo>
                  <a:lnTo>
                    <a:pt x="423433" y="731454"/>
                  </a:lnTo>
                  <a:lnTo>
                    <a:pt x="409050" y="786398"/>
                  </a:lnTo>
                  <a:lnTo>
                    <a:pt x="387855" y="823201"/>
                  </a:lnTo>
                  <a:lnTo>
                    <a:pt x="361996" y="836315"/>
                  </a:lnTo>
                  <a:lnTo>
                    <a:pt x="352888" y="834476"/>
                  </a:lnTo>
                  <a:lnTo>
                    <a:pt x="344004" y="829405"/>
                  </a:lnTo>
                  <a:lnTo>
                    <a:pt x="335468" y="821199"/>
                  </a:lnTo>
                  <a:lnTo>
                    <a:pt x="327404" y="809950"/>
                  </a:lnTo>
                  <a:lnTo>
                    <a:pt x="316536" y="868529"/>
                  </a:lnTo>
                  <a:lnTo>
                    <a:pt x="299860" y="913641"/>
                  </a:lnTo>
                  <a:lnTo>
                    <a:pt x="278965" y="943048"/>
                  </a:lnTo>
                  <a:lnTo>
                    <a:pt x="255441" y="954514"/>
                  </a:lnTo>
                  <a:lnTo>
                    <a:pt x="230878" y="945801"/>
                  </a:lnTo>
                  <a:lnTo>
                    <a:pt x="218493" y="932782"/>
                  </a:lnTo>
                  <a:lnTo>
                    <a:pt x="207220" y="914518"/>
                  </a:lnTo>
                  <a:lnTo>
                    <a:pt x="197294" y="891469"/>
                  </a:lnTo>
                  <a:lnTo>
                    <a:pt x="188954" y="864096"/>
                  </a:lnTo>
                  <a:lnTo>
                    <a:pt x="162651" y="891849"/>
                  </a:lnTo>
                  <a:lnTo>
                    <a:pt x="109060" y="879214"/>
                  </a:lnTo>
                  <a:lnTo>
                    <a:pt x="85773" y="841449"/>
                  </a:lnTo>
                  <a:lnTo>
                    <a:pt x="67492" y="784469"/>
                  </a:lnTo>
                  <a:lnTo>
                    <a:pt x="66556" y="780274"/>
                  </a:lnTo>
                  <a:lnTo>
                    <a:pt x="46773" y="776002"/>
                  </a:lnTo>
                  <a:lnTo>
                    <a:pt x="29743" y="753019"/>
                  </a:lnTo>
                  <a:lnTo>
                    <a:pt x="17251" y="715011"/>
                  </a:lnTo>
                  <a:lnTo>
                    <a:pt x="11081" y="665664"/>
                  </a:lnTo>
                  <a:lnTo>
                    <a:pt x="10999" y="637148"/>
                  </a:lnTo>
                  <a:lnTo>
                    <a:pt x="13243" y="609575"/>
                  </a:lnTo>
                  <a:lnTo>
                    <a:pt x="17695" y="583900"/>
                  </a:lnTo>
                  <a:lnTo>
                    <a:pt x="24233" y="561080"/>
                  </a:lnTo>
                  <a:lnTo>
                    <a:pt x="9479" y="526339"/>
                  </a:lnTo>
                  <a:lnTo>
                    <a:pt x="1210" y="480954"/>
                  </a:lnTo>
                  <a:lnTo>
                    <a:pt x="0" y="430705"/>
                  </a:lnTo>
                  <a:lnTo>
                    <a:pt x="6420" y="381375"/>
                  </a:lnTo>
                  <a:lnTo>
                    <a:pt x="13502" y="356701"/>
                  </a:lnTo>
                  <a:lnTo>
                    <a:pt x="22447" y="337306"/>
                  </a:lnTo>
                  <a:lnTo>
                    <a:pt x="32847" y="323876"/>
                  </a:lnTo>
                  <a:lnTo>
                    <a:pt x="44299" y="317100"/>
                  </a:lnTo>
                  <a:lnTo>
                    <a:pt x="44716" y="314128"/>
                  </a:lnTo>
                  <a:close/>
                </a:path>
                <a:path w="495300" h="955039">
                  <a:moveTo>
                    <a:pt x="53808" y="574971"/>
                  </a:moveTo>
                  <a:lnTo>
                    <a:pt x="46227" y="575003"/>
                  </a:lnTo>
                  <a:lnTo>
                    <a:pt x="38775" y="572027"/>
                  </a:lnTo>
                  <a:lnTo>
                    <a:pt x="31578" y="566122"/>
                  </a:lnTo>
                  <a:lnTo>
                    <a:pt x="24765" y="557363"/>
                  </a:lnTo>
                </a:path>
                <a:path w="495300" h="955039">
                  <a:moveTo>
                    <a:pt x="79433" y="767659"/>
                  </a:moveTo>
                  <a:lnTo>
                    <a:pt x="75357" y="771915"/>
                  </a:lnTo>
                  <a:lnTo>
                    <a:pt x="71084" y="774748"/>
                  </a:lnTo>
                  <a:lnTo>
                    <a:pt x="66726" y="776086"/>
                  </a:lnTo>
                </a:path>
                <a:path w="495300" h="955039">
                  <a:moveTo>
                    <a:pt x="188926" y="860248"/>
                  </a:moveTo>
                  <a:lnTo>
                    <a:pt x="186721" y="851052"/>
                  </a:lnTo>
                  <a:lnTo>
                    <a:pt x="184707" y="841566"/>
                  </a:lnTo>
                  <a:lnTo>
                    <a:pt x="182889" y="831811"/>
                  </a:lnTo>
                  <a:lnTo>
                    <a:pt x="181270" y="821807"/>
                  </a:lnTo>
                </a:path>
                <a:path w="495300" h="955039">
                  <a:moveTo>
                    <a:pt x="330511" y="764390"/>
                  </a:moveTo>
                  <a:lnTo>
                    <a:pt x="330066" y="775084"/>
                  </a:lnTo>
                  <a:lnTo>
                    <a:pt x="329406" y="785693"/>
                  </a:lnTo>
                  <a:lnTo>
                    <a:pt x="328535" y="796196"/>
                  </a:lnTo>
                  <a:lnTo>
                    <a:pt x="327453" y="806570"/>
                  </a:lnTo>
                </a:path>
                <a:path w="495300" h="955039">
                  <a:moveTo>
                    <a:pt x="391299" y="503767"/>
                  </a:moveTo>
                  <a:lnTo>
                    <a:pt x="406848" y="531355"/>
                  </a:lnTo>
                  <a:lnTo>
                    <a:pt x="418634" y="568471"/>
                  </a:lnTo>
                  <a:lnTo>
                    <a:pt x="426072" y="612646"/>
                  </a:lnTo>
                  <a:lnTo>
                    <a:pt x="428578" y="661409"/>
                  </a:lnTo>
                </a:path>
                <a:path w="495300" h="955039">
                  <a:moveTo>
                    <a:pt x="479227" y="335866"/>
                  </a:moveTo>
                  <a:lnTo>
                    <a:pt x="476075" y="352465"/>
                  </a:lnTo>
                  <a:lnTo>
                    <a:pt x="472230" y="367949"/>
                  </a:lnTo>
                  <a:lnTo>
                    <a:pt x="467734" y="382169"/>
                  </a:lnTo>
                  <a:lnTo>
                    <a:pt x="462627" y="394978"/>
                  </a:lnTo>
                </a:path>
                <a:path w="495300" h="955039">
                  <a:moveTo>
                    <a:pt x="439396" y="116535"/>
                  </a:moveTo>
                  <a:lnTo>
                    <a:pt x="439808" y="123467"/>
                  </a:lnTo>
                  <a:lnTo>
                    <a:pt x="440092" y="130438"/>
                  </a:lnTo>
                  <a:lnTo>
                    <a:pt x="440247" y="137437"/>
                  </a:lnTo>
                  <a:lnTo>
                    <a:pt x="440273" y="144452"/>
                  </a:lnTo>
                </a:path>
                <a:path w="495300" h="955039">
                  <a:moveTo>
                    <a:pt x="333388" y="83971"/>
                  </a:moveTo>
                  <a:lnTo>
                    <a:pt x="335141" y="74483"/>
                  </a:lnTo>
                  <a:lnTo>
                    <a:pt x="337148" y="65364"/>
                  </a:lnTo>
                  <a:lnTo>
                    <a:pt x="339401" y="56647"/>
                  </a:lnTo>
                  <a:lnTo>
                    <a:pt x="341892" y="48368"/>
                  </a:lnTo>
                </a:path>
                <a:path w="495300" h="955039">
                  <a:moveTo>
                    <a:pt x="253854" y="100937"/>
                  </a:moveTo>
                  <a:lnTo>
                    <a:pt x="254609" y="93020"/>
                  </a:lnTo>
                  <a:lnTo>
                    <a:pt x="255550" y="85249"/>
                  </a:lnTo>
                  <a:lnTo>
                    <a:pt x="256672" y="77646"/>
                  </a:lnTo>
                  <a:lnTo>
                    <a:pt x="257972" y="70233"/>
                  </a:lnTo>
                </a:path>
                <a:path w="495300" h="955039">
                  <a:moveTo>
                    <a:pt x="160515" y="111365"/>
                  </a:moveTo>
                  <a:lnTo>
                    <a:pt x="164495" y="117912"/>
                  </a:lnTo>
                  <a:lnTo>
                    <a:pt x="168312" y="125073"/>
                  </a:lnTo>
                  <a:lnTo>
                    <a:pt x="171957" y="132827"/>
                  </a:lnTo>
                  <a:lnTo>
                    <a:pt x="175418" y="141154"/>
                  </a:lnTo>
                </a:path>
                <a:path w="495300" h="955039">
                  <a:moveTo>
                    <a:pt x="47318" y="345476"/>
                  </a:moveTo>
                  <a:lnTo>
                    <a:pt x="46491" y="337747"/>
                  </a:lnTo>
                  <a:lnTo>
                    <a:pt x="45782" y="329941"/>
                  </a:lnTo>
                  <a:lnTo>
                    <a:pt x="45190" y="322067"/>
                  </a:lnTo>
                  <a:lnTo>
                    <a:pt x="44717" y="314135"/>
                  </a:lnTo>
                </a:path>
              </a:pathLst>
            </a:custGeom>
            <a:ln w="12700">
              <a:solidFill>
                <a:srgbClr val="2F528F"/>
              </a:solidFill>
            </a:ln>
          </p:spPr>
          <p:txBody>
            <a:bodyPr wrap="square" lIns="0" tIns="0" rIns="0" bIns="0" rtlCol="0"/>
            <a:lstStyle/>
            <a:p/>
          </p:txBody>
        </p:sp>
        <p:sp>
          <p:nvSpPr>
            <p:cNvPr id="19" name="object 19"/>
            <p:cNvSpPr/>
            <p:nvPr/>
          </p:nvSpPr>
          <p:spPr>
            <a:xfrm>
              <a:off x="4662246" y="4402340"/>
              <a:ext cx="1746250" cy="1441450"/>
            </a:xfrm>
            <a:custGeom>
              <a:avLst/>
              <a:gdLst/>
              <a:ahLst/>
              <a:cxnLst/>
              <a:rect l="l" t="t" r="r" b="b"/>
              <a:pathLst>
                <a:path w="1746250" h="1441450">
                  <a:moveTo>
                    <a:pt x="1745843" y="0"/>
                  </a:moveTo>
                  <a:lnTo>
                    <a:pt x="0" y="0"/>
                  </a:lnTo>
                  <a:lnTo>
                    <a:pt x="0" y="1440935"/>
                  </a:lnTo>
                  <a:lnTo>
                    <a:pt x="1745843" y="1440935"/>
                  </a:lnTo>
                  <a:lnTo>
                    <a:pt x="1745843" y="0"/>
                  </a:lnTo>
                  <a:close/>
                </a:path>
              </a:pathLst>
            </a:custGeom>
            <a:solidFill>
              <a:srgbClr val="D9D9D9"/>
            </a:solidFill>
          </p:spPr>
          <p:txBody>
            <a:bodyPr wrap="square" lIns="0" tIns="0" rIns="0" bIns="0" rtlCol="0"/>
            <a:lstStyle/>
            <a:p/>
          </p:txBody>
        </p:sp>
        <p:sp>
          <p:nvSpPr>
            <p:cNvPr id="20" name="object 20"/>
            <p:cNvSpPr/>
            <p:nvPr/>
          </p:nvSpPr>
          <p:spPr>
            <a:xfrm>
              <a:off x="4662246" y="4402340"/>
              <a:ext cx="1746250" cy="1441450"/>
            </a:xfrm>
            <a:custGeom>
              <a:avLst/>
              <a:gdLst/>
              <a:ahLst/>
              <a:cxnLst/>
              <a:rect l="l" t="t" r="r" b="b"/>
              <a:pathLst>
                <a:path w="1746250" h="1441450">
                  <a:moveTo>
                    <a:pt x="0" y="0"/>
                  </a:moveTo>
                  <a:lnTo>
                    <a:pt x="1745840" y="0"/>
                  </a:lnTo>
                  <a:lnTo>
                    <a:pt x="1745840" y="1440930"/>
                  </a:lnTo>
                  <a:lnTo>
                    <a:pt x="0" y="1440930"/>
                  </a:lnTo>
                  <a:lnTo>
                    <a:pt x="0" y="0"/>
                  </a:lnTo>
                  <a:close/>
                </a:path>
              </a:pathLst>
            </a:custGeom>
            <a:ln w="12700">
              <a:solidFill>
                <a:srgbClr val="2F528F"/>
              </a:solidFill>
            </a:ln>
          </p:spPr>
          <p:txBody>
            <a:bodyPr wrap="square" lIns="0" tIns="0" rIns="0" bIns="0" rtlCol="0"/>
            <a:lstStyle/>
            <a:p/>
          </p:txBody>
        </p:sp>
        <p:sp>
          <p:nvSpPr>
            <p:cNvPr id="21" name="object 21"/>
            <p:cNvSpPr/>
            <p:nvPr/>
          </p:nvSpPr>
          <p:spPr>
            <a:xfrm>
              <a:off x="4820589" y="4671961"/>
              <a:ext cx="578485" cy="901700"/>
            </a:xfrm>
            <a:custGeom>
              <a:avLst/>
              <a:gdLst/>
              <a:ahLst/>
              <a:cxnLst/>
              <a:rect l="l" t="t" r="r" b="b"/>
              <a:pathLst>
                <a:path w="578485" h="901700">
                  <a:moveTo>
                    <a:pt x="0" y="0"/>
                  </a:moveTo>
                  <a:lnTo>
                    <a:pt x="578140" y="0"/>
                  </a:lnTo>
                  <a:lnTo>
                    <a:pt x="578140" y="901700"/>
                  </a:lnTo>
                  <a:lnTo>
                    <a:pt x="0" y="901700"/>
                  </a:lnTo>
                  <a:lnTo>
                    <a:pt x="0" y="0"/>
                  </a:lnTo>
                  <a:close/>
                </a:path>
              </a:pathLst>
            </a:custGeom>
            <a:ln w="12700">
              <a:solidFill>
                <a:srgbClr val="2F528F"/>
              </a:solidFill>
            </a:ln>
          </p:spPr>
          <p:txBody>
            <a:bodyPr wrap="square" lIns="0" tIns="0" rIns="0" bIns="0" rtlCol="0"/>
            <a:lstStyle/>
            <a:p/>
          </p:txBody>
        </p:sp>
      </p:grpSp>
      <p:sp>
        <p:nvSpPr>
          <p:cNvPr id="22" name="object 22"/>
          <p:cNvSpPr txBox="1"/>
          <p:nvPr/>
        </p:nvSpPr>
        <p:spPr>
          <a:xfrm>
            <a:off x="4660620" y="4373371"/>
            <a:ext cx="1733550" cy="299720"/>
          </a:xfrm>
          <a:prstGeom prst="rect">
            <a:avLst/>
          </a:prstGeom>
        </p:spPr>
        <p:txBody>
          <a:bodyPr vert="horz" wrap="square" lIns="0" tIns="12700" rIns="0" bIns="0" rtlCol="0">
            <a:spAutoFit/>
          </a:bodyPr>
          <a:lstStyle/>
          <a:p>
            <a:pPr marL="172085">
              <a:lnSpc>
                <a:spcPct val="100000"/>
              </a:lnSpc>
              <a:spcBef>
                <a:spcPts val="100"/>
              </a:spcBef>
            </a:pPr>
            <a:r>
              <a:rPr sz="1800" spc="-20" dirty="0">
                <a:latin typeface="Arial" panose="020B0604020202020204"/>
                <a:cs typeface="Arial" panose="020B0604020202020204"/>
              </a:rPr>
              <a:t>TDR2</a:t>
            </a:r>
            <a:endParaRPr sz="1800">
              <a:latin typeface="Arial" panose="020B0604020202020204"/>
              <a:cs typeface="Arial" panose="020B0604020202020204"/>
            </a:endParaRPr>
          </a:p>
        </p:txBody>
      </p:sp>
      <p:grpSp>
        <p:nvGrpSpPr>
          <p:cNvPr id="23" name="object 23"/>
          <p:cNvGrpSpPr/>
          <p:nvPr/>
        </p:nvGrpSpPr>
        <p:grpSpPr>
          <a:xfrm>
            <a:off x="2670314" y="2893707"/>
            <a:ext cx="3505200" cy="2716530"/>
            <a:chOff x="2670314" y="2893707"/>
            <a:chExt cx="3505200" cy="2716530"/>
          </a:xfrm>
        </p:grpSpPr>
        <p:sp>
          <p:nvSpPr>
            <p:cNvPr id="24" name="object 24"/>
            <p:cNvSpPr/>
            <p:nvPr/>
          </p:nvSpPr>
          <p:spPr>
            <a:xfrm>
              <a:off x="5674033" y="4648951"/>
              <a:ext cx="495300" cy="955040"/>
            </a:xfrm>
            <a:custGeom>
              <a:avLst/>
              <a:gdLst/>
              <a:ahLst/>
              <a:cxnLst/>
              <a:rect l="l" t="t" r="r" b="b"/>
              <a:pathLst>
                <a:path w="495300" h="955039">
                  <a:moveTo>
                    <a:pt x="305399" y="0"/>
                  </a:moveTo>
                  <a:lnTo>
                    <a:pt x="286379" y="6552"/>
                  </a:lnTo>
                  <a:lnTo>
                    <a:pt x="269681" y="31347"/>
                  </a:lnTo>
                  <a:lnTo>
                    <a:pt x="257463" y="72489"/>
                  </a:lnTo>
                  <a:lnTo>
                    <a:pt x="254203" y="64650"/>
                  </a:lnTo>
                  <a:lnTo>
                    <a:pt x="250738" y="57457"/>
                  </a:lnTo>
                  <a:lnTo>
                    <a:pt x="247083" y="50938"/>
                  </a:lnTo>
                  <a:lnTo>
                    <a:pt x="243252" y="45120"/>
                  </a:lnTo>
                  <a:lnTo>
                    <a:pt x="219980" y="26948"/>
                  </a:lnTo>
                  <a:lnTo>
                    <a:pt x="196670" y="33394"/>
                  </a:lnTo>
                  <a:lnTo>
                    <a:pt x="175981" y="62321"/>
                  </a:lnTo>
                  <a:lnTo>
                    <a:pt x="160575" y="111592"/>
                  </a:lnTo>
                  <a:lnTo>
                    <a:pt x="148936" y="96975"/>
                  </a:lnTo>
                  <a:lnTo>
                    <a:pt x="136618" y="87678"/>
                  </a:lnTo>
                  <a:lnTo>
                    <a:pt x="123883" y="83839"/>
                  </a:lnTo>
                  <a:lnTo>
                    <a:pt x="110994" y="85595"/>
                  </a:lnTo>
                  <a:lnTo>
                    <a:pt x="67700" y="140569"/>
                  </a:lnTo>
                  <a:lnTo>
                    <a:pt x="53351" y="190039"/>
                  </a:lnTo>
                  <a:lnTo>
                    <a:pt x="45325" y="249148"/>
                  </a:lnTo>
                  <a:lnTo>
                    <a:pt x="44713" y="314132"/>
                  </a:lnTo>
                  <a:lnTo>
                    <a:pt x="44294" y="317104"/>
                  </a:lnTo>
                  <a:lnTo>
                    <a:pt x="13500" y="356707"/>
                  </a:lnTo>
                  <a:lnTo>
                    <a:pt x="0" y="430706"/>
                  </a:lnTo>
                  <a:lnTo>
                    <a:pt x="1209" y="480956"/>
                  </a:lnTo>
                  <a:lnTo>
                    <a:pt x="9476" y="526343"/>
                  </a:lnTo>
                  <a:lnTo>
                    <a:pt x="24228" y="561083"/>
                  </a:lnTo>
                  <a:lnTo>
                    <a:pt x="17695" y="583900"/>
                  </a:lnTo>
                  <a:lnTo>
                    <a:pt x="13245" y="609575"/>
                  </a:lnTo>
                  <a:lnTo>
                    <a:pt x="11001" y="637150"/>
                  </a:lnTo>
                  <a:lnTo>
                    <a:pt x="11083" y="665668"/>
                  </a:lnTo>
                  <a:lnTo>
                    <a:pt x="17250" y="715014"/>
                  </a:lnTo>
                  <a:lnTo>
                    <a:pt x="29743" y="753022"/>
                  </a:lnTo>
                  <a:lnTo>
                    <a:pt x="46773" y="776003"/>
                  </a:lnTo>
                  <a:lnTo>
                    <a:pt x="66557" y="780273"/>
                  </a:lnTo>
                  <a:lnTo>
                    <a:pt x="66861" y="781682"/>
                  </a:lnTo>
                  <a:lnTo>
                    <a:pt x="85777" y="841455"/>
                  </a:lnTo>
                  <a:lnTo>
                    <a:pt x="109064" y="879218"/>
                  </a:lnTo>
                  <a:lnTo>
                    <a:pt x="135358" y="896453"/>
                  </a:lnTo>
                  <a:lnTo>
                    <a:pt x="162656" y="891848"/>
                  </a:lnTo>
                  <a:lnTo>
                    <a:pt x="188959" y="864093"/>
                  </a:lnTo>
                  <a:lnTo>
                    <a:pt x="197297" y="891469"/>
                  </a:lnTo>
                  <a:lnTo>
                    <a:pt x="207220" y="914521"/>
                  </a:lnTo>
                  <a:lnTo>
                    <a:pt x="218493" y="932786"/>
                  </a:lnTo>
                  <a:lnTo>
                    <a:pt x="230882" y="945803"/>
                  </a:lnTo>
                  <a:lnTo>
                    <a:pt x="255443" y="954516"/>
                  </a:lnTo>
                  <a:lnTo>
                    <a:pt x="278964" y="943050"/>
                  </a:lnTo>
                  <a:lnTo>
                    <a:pt x="299857" y="913642"/>
                  </a:lnTo>
                  <a:lnTo>
                    <a:pt x="316532" y="868530"/>
                  </a:lnTo>
                  <a:lnTo>
                    <a:pt x="327402" y="809953"/>
                  </a:lnTo>
                  <a:lnTo>
                    <a:pt x="335463" y="821200"/>
                  </a:lnTo>
                  <a:lnTo>
                    <a:pt x="343999" y="829407"/>
                  </a:lnTo>
                  <a:lnTo>
                    <a:pt x="352885" y="834479"/>
                  </a:lnTo>
                  <a:lnTo>
                    <a:pt x="361997" y="836318"/>
                  </a:lnTo>
                  <a:lnTo>
                    <a:pt x="387853" y="823205"/>
                  </a:lnTo>
                  <a:lnTo>
                    <a:pt x="409049" y="786402"/>
                  </a:lnTo>
                  <a:lnTo>
                    <a:pt x="423431" y="731456"/>
                  </a:lnTo>
                  <a:lnTo>
                    <a:pt x="428850" y="663915"/>
                  </a:lnTo>
                  <a:lnTo>
                    <a:pt x="438613" y="658560"/>
                  </a:lnTo>
                  <a:lnTo>
                    <a:pt x="465172" y="623821"/>
                  </a:lnTo>
                  <a:lnTo>
                    <a:pt x="479859" y="585066"/>
                  </a:lnTo>
                  <a:lnTo>
                    <a:pt x="489805" y="539143"/>
                  </a:lnTo>
                  <a:lnTo>
                    <a:pt x="494875" y="488774"/>
                  </a:lnTo>
                  <a:lnTo>
                    <a:pt x="494932" y="436682"/>
                  </a:lnTo>
                  <a:lnTo>
                    <a:pt x="489839" y="385587"/>
                  </a:lnTo>
                  <a:lnTo>
                    <a:pt x="479459" y="338211"/>
                  </a:lnTo>
                  <a:lnTo>
                    <a:pt x="480577" y="331353"/>
                  </a:lnTo>
                  <a:lnTo>
                    <a:pt x="482266" y="317104"/>
                  </a:lnTo>
                  <a:lnTo>
                    <a:pt x="483879" y="253439"/>
                  </a:lnTo>
                  <a:lnTo>
                    <a:pt x="476341" y="195111"/>
                  </a:lnTo>
                  <a:lnTo>
                    <a:pt x="461031" y="148465"/>
                  </a:lnTo>
                  <a:lnTo>
                    <a:pt x="439327" y="119847"/>
                  </a:lnTo>
                  <a:lnTo>
                    <a:pt x="436812" y="95556"/>
                  </a:lnTo>
                  <a:lnTo>
                    <a:pt x="427304" y="52417"/>
                  </a:lnTo>
                  <a:lnTo>
                    <a:pt x="401168" y="6604"/>
                  </a:lnTo>
                  <a:lnTo>
                    <a:pt x="379950" y="477"/>
                  </a:lnTo>
                  <a:lnTo>
                    <a:pt x="359400" y="15614"/>
                  </a:lnTo>
                  <a:lnTo>
                    <a:pt x="342045" y="51470"/>
                  </a:lnTo>
                  <a:lnTo>
                    <a:pt x="338324" y="40077"/>
                  </a:lnTo>
                  <a:lnTo>
                    <a:pt x="334142" y="29904"/>
                  </a:lnTo>
                  <a:lnTo>
                    <a:pt x="329547" y="21043"/>
                  </a:lnTo>
                  <a:lnTo>
                    <a:pt x="324583" y="13586"/>
                  </a:lnTo>
                  <a:lnTo>
                    <a:pt x="305399" y="0"/>
                  </a:lnTo>
                  <a:close/>
                </a:path>
              </a:pathLst>
            </a:custGeom>
            <a:solidFill>
              <a:srgbClr val="FFFFFF"/>
            </a:solidFill>
          </p:spPr>
          <p:txBody>
            <a:bodyPr wrap="square" lIns="0" tIns="0" rIns="0" bIns="0" rtlCol="0"/>
            <a:lstStyle/>
            <a:p/>
          </p:txBody>
        </p:sp>
        <p:sp>
          <p:nvSpPr>
            <p:cNvPr id="25" name="object 25"/>
            <p:cNvSpPr/>
            <p:nvPr/>
          </p:nvSpPr>
          <p:spPr>
            <a:xfrm>
              <a:off x="5674028" y="4648959"/>
              <a:ext cx="495300" cy="955040"/>
            </a:xfrm>
            <a:custGeom>
              <a:avLst/>
              <a:gdLst/>
              <a:ahLst/>
              <a:cxnLst/>
              <a:rect l="l" t="t" r="r" b="b"/>
              <a:pathLst>
                <a:path w="495300" h="955039">
                  <a:moveTo>
                    <a:pt x="44716" y="314128"/>
                  </a:moveTo>
                  <a:lnTo>
                    <a:pt x="45328" y="249146"/>
                  </a:lnTo>
                  <a:lnTo>
                    <a:pt x="53355" y="190037"/>
                  </a:lnTo>
                  <a:lnTo>
                    <a:pt x="67703" y="140564"/>
                  </a:lnTo>
                  <a:lnTo>
                    <a:pt x="87281" y="104493"/>
                  </a:lnTo>
                  <a:lnTo>
                    <a:pt x="123886" y="83837"/>
                  </a:lnTo>
                  <a:lnTo>
                    <a:pt x="136619" y="87678"/>
                  </a:lnTo>
                  <a:lnTo>
                    <a:pt x="148935" y="96974"/>
                  </a:lnTo>
                  <a:lnTo>
                    <a:pt x="160574" y="111587"/>
                  </a:lnTo>
                  <a:lnTo>
                    <a:pt x="175982" y="62317"/>
                  </a:lnTo>
                  <a:lnTo>
                    <a:pt x="196672" y="33390"/>
                  </a:lnTo>
                  <a:lnTo>
                    <a:pt x="219983" y="26944"/>
                  </a:lnTo>
                  <a:lnTo>
                    <a:pt x="243256" y="45117"/>
                  </a:lnTo>
                  <a:lnTo>
                    <a:pt x="247085" y="50932"/>
                  </a:lnTo>
                  <a:lnTo>
                    <a:pt x="250738" y="57449"/>
                  </a:lnTo>
                  <a:lnTo>
                    <a:pt x="254203" y="64643"/>
                  </a:lnTo>
                  <a:lnTo>
                    <a:pt x="257465" y="72485"/>
                  </a:lnTo>
                  <a:lnTo>
                    <a:pt x="269680" y="31345"/>
                  </a:lnTo>
                  <a:lnTo>
                    <a:pt x="286379" y="6551"/>
                  </a:lnTo>
                  <a:lnTo>
                    <a:pt x="305401" y="0"/>
                  </a:lnTo>
                  <a:lnTo>
                    <a:pt x="324588" y="13584"/>
                  </a:lnTo>
                  <a:lnTo>
                    <a:pt x="329552" y="21039"/>
                  </a:lnTo>
                  <a:lnTo>
                    <a:pt x="334144" y="29901"/>
                  </a:lnTo>
                  <a:lnTo>
                    <a:pt x="338322" y="40076"/>
                  </a:lnTo>
                  <a:lnTo>
                    <a:pt x="342044" y="51470"/>
                  </a:lnTo>
                  <a:lnTo>
                    <a:pt x="359398" y="15611"/>
                  </a:lnTo>
                  <a:lnTo>
                    <a:pt x="379947" y="473"/>
                  </a:lnTo>
                  <a:lnTo>
                    <a:pt x="401167" y="6599"/>
                  </a:lnTo>
                  <a:lnTo>
                    <a:pt x="420531" y="34535"/>
                  </a:lnTo>
                  <a:lnTo>
                    <a:pt x="427306" y="52410"/>
                  </a:lnTo>
                  <a:lnTo>
                    <a:pt x="432768" y="72910"/>
                  </a:lnTo>
                  <a:lnTo>
                    <a:pt x="436811" y="95551"/>
                  </a:lnTo>
                  <a:lnTo>
                    <a:pt x="439328" y="119848"/>
                  </a:lnTo>
                  <a:lnTo>
                    <a:pt x="461030" y="148463"/>
                  </a:lnTo>
                  <a:lnTo>
                    <a:pt x="476341" y="195106"/>
                  </a:lnTo>
                  <a:lnTo>
                    <a:pt x="483878" y="253431"/>
                  </a:lnTo>
                  <a:lnTo>
                    <a:pt x="482261" y="317094"/>
                  </a:lnTo>
                  <a:lnTo>
                    <a:pt x="481515" y="324293"/>
                  </a:lnTo>
                  <a:lnTo>
                    <a:pt x="480579" y="331346"/>
                  </a:lnTo>
                  <a:lnTo>
                    <a:pt x="479460" y="338202"/>
                  </a:lnTo>
                  <a:lnTo>
                    <a:pt x="489838" y="385578"/>
                  </a:lnTo>
                  <a:lnTo>
                    <a:pt x="494931" y="436675"/>
                  </a:lnTo>
                  <a:lnTo>
                    <a:pt x="494875" y="488770"/>
                  </a:lnTo>
                  <a:lnTo>
                    <a:pt x="489805" y="539140"/>
                  </a:lnTo>
                  <a:lnTo>
                    <a:pt x="479859" y="585063"/>
                  </a:lnTo>
                  <a:lnTo>
                    <a:pt x="465172" y="623817"/>
                  </a:lnTo>
                  <a:lnTo>
                    <a:pt x="438615" y="658559"/>
                  </a:lnTo>
                  <a:lnTo>
                    <a:pt x="428852" y="663915"/>
                  </a:lnTo>
                  <a:lnTo>
                    <a:pt x="423433" y="731454"/>
                  </a:lnTo>
                  <a:lnTo>
                    <a:pt x="409050" y="786398"/>
                  </a:lnTo>
                  <a:lnTo>
                    <a:pt x="387855" y="823201"/>
                  </a:lnTo>
                  <a:lnTo>
                    <a:pt x="361996" y="836315"/>
                  </a:lnTo>
                  <a:lnTo>
                    <a:pt x="352888" y="834476"/>
                  </a:lnTo>
                  <a:lnTo>
                    <a:pt x="344004" y="829405"/>
                  </a:lnTo>
                  <a:lnTo>
                    <a:pt x="335468" y="821199"/>
                  </a:lnTo>
                  <a:lnTo>
                    <a:pt x="327404" y="809950"/>
                  </a:lnTo>
                  <a:lnTo>
                    <a:pt x="316536" y="868529"/>
                  </a:lnTo>
                  <a:lnTo>
                    <a:pt x="299860" y="913641"/>
                  </a:lnTo>
                  <a:lnTo>
                    <a:pt x="278965" y="943048"/>
                  </a:lnTo>
                  <a:lnTo>
                    <a:pt x="255441" y="954514"/>
                  </a:lnTo>
                  <a:lnTo>
                    <a:pt x="230878" y="945801"/>
                  </a:lnTo>
                  <a:lnTo>
                    <a:pt x="218493" y="932782"/>
                  </a:lnTo>
                  <a:lnTo>
                    <a:pt x="207220" y="914518"/>
                  </a:lnTo>
                  <a:lnTo>
                    <a:pt x="197294" y="891469"/>
                  </a:lnTo>
                  <a:lnTo>
                    <a:pt x="188954" y="864096"/>
                  </a:lnTo>
                  <a:lnTo>
                    <a:pt x="162651" y="891849"/>
                  </a:lnTo>
                  <a:lnTo>
                    <a:pt x="109060" y="879214"/>
                  </a:lnTo>
                  <a:lnTo>
                    <a:pt x="85773" y="841449"/>
                  </a:lnTo>
                  <a:lnTo>
                    <a:pt x="67492" y="784469"/>
                  </a:lnTo>
                  <a:lnTo>
                    <a:pt x="66556" y="780274"/>
                  </a:lnTo>
                  <a:lnTo>
                    <a:pt x="46773" y="776002"/>
                  </a:lnTo>
                  <a:lnTo>
                    <a:pt x="29743" y="753019"/>
                  </a:lnTo>
                  <a:lnTo>
                    <a:pt x="17251" y="715011"/>
                  </a:lnTo>
                  <a:lnTo>
                    <a:pt x="11081" y="665664"/>
                  </a:lnTo>
                  <a:lnTo>
                    <a:pt x="10999" y="637148"/>
                  </a:lnTo>
                  <a:lnTo>
                    <a:pt x="13243" y="609575"/>
                  </a:lnTo>
                  <a:lnTo>
                    <a:pt x="17695" y="583900"/>
                  </a:lnTo>
                  <a:lnTo>
                    <a:pt x="24233" y="561080"/>
                  </a:lnTo>
                  <a:lnTo>
                    <a:pt x="9479" y="526339"/>
                  </a:lnTo>
                  <a:lnTo>
                    <a:pt x="1210" y="480954"/>
                  </a:lnTo>
                  <a:lnTo>
                    <a:pt x="0" y="430705"/>
                  </a:lnTo>
                  <a:lnTo>
                    <a:pt x="6420" y="381375"/>
                  </a:lnTo>
                  <a:lnTo>
                    <a:pt x="13502" y="356701"/>
                  </a:lnTo>
                  <a:lnTo>
                    <a:pt x="22447" y="337306"/>
                  </a:lnTo>
                  <a:lnTo>
                    <a:pt x="32847" y="323876"/>
                  </a:lnTo>
                  <a:lnTo>
                    <a:pt x="44299" y="317100"/>
                  </a:lnTo>
                  <a:lnTo>
                    <a:pt x="44716" y="314128"/>
                  </a:lnTo>
                  <a:close/>
                </a:path>
                <a:path w="495300" h="955039">
                  <a:moveTo>
                    <a:pt x="53808" y="574971"/>
                  </a:moveTo>
                  <a:lnTo>
                    <a:pt x="46227" y="575003"/>
                  </a:lnTo>
                  <a:lnTo>
                    <a:pt x="38775" y="572027"/>
                  </a:lnTo>
                  <a:lnTo>
                    <a:pt x="31578" y="566122"/>
                  </a:lnTo>
                  <a:lnTo>
                    <a:pt x="24765" y="557363"/>
                  </a:lnTo>
                </a:path>
                <a:path w="495300" h="955039">
                  <a:moveTo>
                    <a:pt x="79433" y="767659"/>
                  </a:moveTo>
                  <a:lnTo>
                    <a:pt x="75357" y="771915"/>
                  </a:lnTo>
                  <a:lnTo>
                    <a:pt x="71084" y="774748"/>
                  </a:lnTo>
                  <a:lnTo>
                    <a:pt x="66726" y="776086"/>
                  </a:lnTo>
                </a:path>
                <a:path w="495300" h="955039">
                  <a:moveTo>
                    <a:pt x="188926" y="860248"/>
                  </a:moveTo>
                  <a:lnTo>
                    <a:pt x="186721" y="851052"/>
                  </a:lnTo>
                  <a:lnTo>
                    <a:pt x="184707" y="841566"/>
                  </a:lnTo>
                  <a:lnTo>
                    <a:pt x="182889" y="831811"/>
                  </a:lnTo>
                  <a:lnTo>
                    <a:pt x="181270" y="821807"/>
                  </a:lnTo>
                </a:path>
                <a:path w="495300" h="955039">
                  <a:moveTo>
                    <a:pt x="330511" y="764390"/>
                  </a:moveTo>
                  <a:lnTo>
                    <a:pt x="330066" y="775084"/>
                  </a:lnTo>
                  <a:lnTo>
                    <a:pt x="329406" y="785693"/>
                  </a:lnTo>
                  <a:lnTo>
                    <a:pt x="328535" y="796196"/>
                  </a:lnTo>
                  <a:lnTo>
                    <a:pt x="327453" y="806570"/>
                  </a:lnTo>
                </a:path>
                <a:path w="495300" h="955039">
                  <a:moveTo>
                    <a:pt x="391299" y="503767"/>
                  </a:moveTo>
                  <a:lnTo>
                    <a:pt x="406848" y="531355"/>
                  </a:lnTo>
                  <a:lnTo>
                    <a:pt x="418634" y="568471"/>
                  </a:lnTo>
                  <a:lnTo>
                    <a:pt x="426072" y="612646"/>
                  </a:lnTo>
                  <a:lnTo>
                    <a:pt x="428578" y="661409"/>
                  </a:lnTo>
                </a:path>
                <a:path w="495300" h="955039">
                  <a:moveTo>
                    <a:pt x="479227" y="335866"/>
                  </a:moveTo>
                  <a:lnTo>
                    <a:pt x="476075" y="352465"/>
                  </a:lnTo>
                  <a:lnTo>
                    <a:pt x="472230" y="367949"/>
                  </a:lnTo>
                  <a:lnTo>
                    <a:pt x="467734" y="382169"/>
                  </a:lnTo>
                  <a:lnTo>
                    <a:pt x="462627" y="394978"/>
                  </a:lnTo>
                </a:path>
                <a:path w="495300" h="955039">
                  <a:moveTo>
                    <a:pt x="439396" y="116535"/>
                  </a:moveTo>
                  <a:lnTo>
                    <a:pt x="439808" y="123467"/>
                  </a:lnTo>
                  <a:lnTo>
                    <a:pt x="440092" y="130438"/>
                  </a:lnTo>
                  <a:lnTo>
                    <a:pt x="440247" y="137437"/>
                  </a:lnTo>
                  <a:lnTo>
                    <a:pt x="440273" y="144452"/>
                  </a:lnTo>
                </a:path>
                <a:path w="495300" h="955039">
                  <a:moveTo>
                    <a:pt x="333388" y="83971"/>
                  </a:moveTo>
                  <a:lnTo>
                    <a:pt x="335141" y="74483"/>
                  </a:lnTo>
                  <a:lnTo>
                    <a:pt x="337148" y="65364"/>
                  </a:lnTo>
                  <a:lnTo>
                    <a:pt x="339401" y="56647"/>
                  </a:lnTo>
                  <a:lnTo>
                    <a:pt x="341892" y="48368"/>
                  </a:lnTo>
                </a:path>
                <a:path w="495300" h="955039">
                  <a:moveTo>
                    <a:pt x="253854" y="100937"/>
                  </a:moveTo>
                  <a:lnTo>
                    <a:pt x="254609" y="93020"/>
                  </a:lnTo>
                  <a:lnTo>
                    <a:pt x="255550" y="85249"/>
                  </a:lnTo>
                  <a:lnTo>
                    <a:pt x="256672" y="77646"/>
                  </a:lnTo>
                  <a:lnTo>
                    <a:pt x="257972" y="70233"/>
                  </a:lnTo>
                </a:path>
                <a:path w="495300" h="955039">
                  <a:moveTo>
                    <a:pt x="160515" y="111365"/>
                  </a:moveTo>
                  <a:lnTo>
                    <a:pt x="164495" y="117912"/>
                  </a:lnTo>
                  <a:lnTo>
                    <a:pt x="168312" y="125073"/>
                  </a:lnTo>
                  <a:lnTo>
                    <a:pt x="171957" y="132827"/>
                  </a:lnTo>
                  <a:lnTo>
                    <a:pt x="175418" y="141154"/>
                  </a:lnTo>
                </a:path>
                <a:path w="495300" h="955039">
                  <a:moveTo>
                    <a:pt x="47318" y="345476"/>
                  </a:moveTo>
                  <a:lnTo>
                    <a:pt x="46491" y="337747"/>
                  </a:lnTo>
                  <a:lnTo>
                    <a:pt x="45782" y="329941"/>
                  </a:lnTo>
                  <a:lnTo>
                    <a:pt x="45190" y="322067"/>
                  </a:lnTo>
                  <a:lnTo>
                    <a:pt x="44717" y="314135"/>
                  </a:lnTo>
                </a:path>
              </a:pathLst>
            </a:custGeom>
            <a:ln w="12700">
              <a:solidFill>
                <a:srgbClr val="2F528F"/>
              </a:solidFill>
            </a:ln>
          </p:spPr>
          <p:txBody>
            <a:bodyPr wrap="square" lIns="0" tIns="0" rIns="0" bIns="0" rtlCol="0"/>
            <a:lstStyle/>
            <a:p/>
          </p:txBody>
        </p:sp>
        <p:sp>
          <p:nvSpPr>
            <p:cNvPr id="26" name="object 26"/>
            <p:cNvSpPr/>
            <p:nvPr/>
          </p:nvSpPr>
          <p:spPr>
            <a:xfrm>
              <a:off x="2671038" y="2896882"/>
              <a:ext cx="901700" cy="0"/>
            </a:xfrm>
            <a:custGeom>
              <a:avLst/>
              <a:gdLst/>
              <a:ahLst/>
              <a:cxnLst/>
              <a:rect l="l" t="t" r="r" b="b"/>
              <a:pathLst>
                <a:path w="901700">
                  <a:moveTo>
                    <a:pt x="0" y="0"/>
                  </a:moveTo>
                  <a:lnTo>
                    <a:pt x="901700" y="1"/>
                  </a:lnTo>
                </a:path>
              </a:pathLst>
            </a:custGeom>
            <a:ln w="6350">
              <a:solidFill>
                <a:srgbClr val="FF0000"/>
              </a:solidFill>
            </a:ln>
          </p:spPr>
          <p:txBody>
            <a:bodyPr wrap="square" lIns="0" tIns="0" rIns="0" bIns="0" rtlCol="0"/>
            <a:lstStyle/>
            <a:p/>
          </p:txBody>
        </p:sp>
        <p:sp>
          <p:nvSpPr>
            <p:cNvPr id="27" name="object 27"/>
            <p:cNvSpPr/>
            <p:nvPr/>
          </p:nvSpPr>
          <p:spPr>
            <a:xfrm>
              <a:off x="4125468" y="2896882"/>
              <a:ext cx="679450" cy="0"/>
            </a:xfrm>
            <a:custGeom>
              <a:avLst/>
              <a:gdLst/>
              <a:ahLst/>
              <a:cxnLst/>
              <a:rect l="l" t="t" r="r" b="b"/>
              <a:pathLst>
                <a:path w="679450">
                  <a:moveTo>
                    <a:pt x="0" y="0"/>
                  </a:moveTo>
                  <a:lnTo>
                    <a:pt x="679160" y="1"/>
                  </a:lnTo>
                </a:path>
              </a:pathLst>
            </a:custGeom>
            <a:ln w="6350">
              <a:solidFill>
                <a:srgbClr val="000000"/>
              </a:solidFill>
            </a:ln>
          </p:spPr>
          <p:txBody>
            <a:bodyPr wrap="square" lIns="0" tIns="0" rIns="0" bIns="0" rtlCol="0"/>
            <a:lstStyle/>
            <a:p/>
          </p:txBody>
        </p:sp>
        <p:sp>
          <p:nvSpPr>
            <p:cNvPr id="28" name="object 28"/>
            <p:cNvSpPr/>
            <p:nvPr/>
          </p:nvSpPr>
          <p:spPr>
            <a:xfrm>
              <a:off x="4141431" y="3455682"/>
              <a:ext cx="679450" cy="0"/>
            </a:xfrm>
            <a:custGeom>
              <a:avLst/>
              <a:gdLst/>
              <a:ahLst/>
              <a:cxnLst/>
              <a:rect l="l" t="t" r="r" b="b"/>
              <a:pathLst>
                <a:path w="679450">
                  <a:moveTo>
                    <a:pt x="0" y="0"/>
                  </a:moveTo>
                  <a:lnTo>
                    <a:pt x="679160" y="1"/>
                  </a:lnTo>
                </a:path>
              </a:pathLst>
            </a:custGeom>
            <a:ln w="6350">
              <a:solidFill>
                <a:srgbClr val="000000"/>
              </a:solidFill>
            </a:ln>
          </p:spPr>
          <p:txBody>
            <a:bodyPr wrap="square" lIns="0" tIns="0" rIns="0" bIns="0" rtlCol="0"/>
            <a:lstStyle/>
            <a:p/>
          </p:txBody>
        </p:sp>
        <p:sp>
          <p:nvSpPr>
            <p:cNvPr id="29" name="object 29"/>
            <p:cNvSpPr/>
            <p:nvPr/>
          </p:nvSpPr>
          <p:spPr>
            <a:xfrm>
              <a:off x="3859352" y="3627639"/>
              <a:ext cx="2540" cy="1083945"/>
            </a:xfrm>
            <a:custGeom>
              <a:avLst/>
              <a:gdLst/>
              <a:ahLst/>
              <a:cxnLst/>
              <a:rect l="l" t="t" r="r" b="b"/>
              <a:pathLst>
                <a:path w="2539" h="1083945">
                  <a:moveTo>
                    <a:pt x="0" y="1083450"/>
                  </a:moveTo>
                  <a:lnTo>
                    <a:pt x="2448" y="0"/>
                  </a:lnTo>
                </a:path>
              </a:pathLst>
            </a:custGeom>
            <a:ln w="6350">
              <a:solidFill>
                <a:srgbClr val="FF0000"/>
              </a:solidFill>
            </a:ln>
          </p:spPr>
          <p:txBody>
            <a:bodyPr wrap="square" lIns="0" tIns="0" rIns="0" bIns="0" rtlCol="0"/>
            <a:lstStyle/>
            <a:p/>
          </p:txBody>
        </p:sp>
        <p:sp>
          <p:nvSpPr>
            <p:cNvPr id="30" name="object 30"/>
            <p:cNvSpPr/>
            <p:nvPr/>
          </p:nvSpPr>
          <p:spPr>
            <a:xfrm>
              <a:off x="2957652" y="3627639"/>
              <a:ext cx="614680" cy="1534795"/>
            </a:xfrm>
            <a:custGeom>
              <a:avLst/>
              <a:gdLst/>
              <a:ahLst/>
              <a:cxnLst/>
              <a:rect l="l" t="t" r="r" b="b"/>
              <a:pathLst>
                <a:path w="614679" h="1534795">
                  <a:moveTo>
                    <a:pt x="0" y="1534300"/>
                  </a:moveTo>
                  <a:lnTo>
                    <a:pt x="614359" y="1534299"/>
                  </a:lnTo>
                </a:path>
                <a:path w="614679" h="1534795">
                  <a:moveTo>
                    <a:pt x="0" y="1534300"/>
                  </a:moveTo>
                  <a:lnTo>
                    <a:pt x="1" y="0"/>
                  </a:lnTo>
                </a:path>
              </a:pathLst>
            </a:custGeom>
            <a:ln w="6350">
              <a:solidFill>
                <a:srgbClr val="FF0000"/>
              </a:solidFill>
            </a:ln>
          </p:spPr>
          <p:txBody>
            <a:bodyPr wrap="square" lIns="0" tIns="0" rIns="0" bIns="0" rtlCol="0"/>
            <a:lstStyle/>
            <a:p/>
          </p:txBody>
        </p:sp>
        <p:sp>
          <p:nvSpPr>
            <p:cNvPr id="31" name="object 31"/>
            <p:cNvSpPr/>
            <p:nvPr/>
          </p:nvSpPr>
          <p:spPr>
            <a:xfrm>
              <a:off x="2670314" y="3627640"/>
              <a:ext cx="287655" cy="0"/>
            </a:xfrm>
            <a:custGeom>
              <a:avLst/>
              <a:gdLst/>
              <a:ahLst/>
              <a:cxnLst/>
              <a:rect l="l" t="t" r="r" b="b"/>
              <a:pathLst>
                <a:path w="287655">
                  <a:moveTo>
                    <a:pt x="0" y="0"/>
                  </a:moveTo>
                  <a:lnTo>
                    <a:pt x="287341" y="1"/>
                  </a:lnTo>
                </a:path>
              </a:pathLst>
            </a:custGeom>
            <a:ln w="6350">
              <a:solidFill>
                <a:srgbClr val="FF0000"/>
              </a:solidFill>
            </a:ln>
          </p:spPr>
          <p:txBody>
            <a:bodyPr wrap="square" lIns="0" tIns="0" rIns="0" bIns="0" rtlCol="0"/>
            <a:lstStyle/>
            <a:p/>
          </p:txBody>
        </p:sp>
        <p:sp>
          <p:nvSpPr>
            <p:cNvPr id="32" name="object 32"/>
            <p:cNvSpPr/>
            <p:nvPr/>
          </p:nvSpPr>
          <p:spPr>
            <a:xfrm>
              <a:off x="4134916" y="4865382"/>
              <a:ext cx="679450" cy="0"/>
            </a:xfrm>
            <a:custGeom>
              <a:avLst/>
              <a:gdLst/>
              <a:ahLst/>
              <a:cxnLst/>
              <a:rect l="l" t="t" r="r" b="b"/>
              <a:pathLst>
                <a:path w="679450">
                  <a:moveTo>
                    <a:pt x="0" y="0"/>
                  </a:moveTo>
                  <a:lnTo>
                    <a:pt x="679160" y="1"/>
                  </a:lnTo>
                </a:path>
              </a:pathLst>
            </a:custGeom>
            <a:ln w="6350">
              <a:solidFill>
                <a:srgbClr val="FF0000"/>
              </a:solidFill>
            </a:ln>
          </p:spPr>
          <p:txBody>
            <a:bodyPr wrap="square" lIns="0" tIns="0" rIns="0" bIns="0" rtlCol="0"/>
            <a:lstStyle/>
            <a:p/>
          </p:txBody>
        </p:sp>
        <p:sp>
          <p:nvSpPr>
            <p:cNvPr id="33" name="object 33"/>
            <p:cNvSpPr/>
            <p:nvPr/>
          </p:nvSpPr>
          <p:spPr>
            <a:xfrm>
              <a:off x="4150868" y="5424169"/>
              <a:ext cx="679450" cy="0"/>
            </a:xfrm>
            <a:custGeom>
              <a:avLst/>
              <a:gdLst/>
              <a:ahLst/>
              <a:cxnLst/>
              <a:rect l="l" t="t" r="r" b="b"/>
              <a:pathLst>
                <a:path w="679450">
                  <a:moveTo>
                    <a:pt x="0" y="0"/>
                  </a:moveTo>
                  <a:lnTo>
                    <a:pt x="679160" y="1"/>
                  </a:lnTo>
                </a:path>
              </a:pathLst>
            </a:custGeom>
            <a:ln w="6350">
              <a:solidFill>
                <a:srgbClr val="FF0000"/>
              </a:solidFill>
            </a:ln>
          </p:spPr>
          <p:txBody>
            <a:bodyPr wrap="square" lIns="0" tIns="0" rIns="0" bIns="0" rtlCol="0"/>
            <a:lstStyle/>
            <a:p/>
          </p:txBody>
        </p:sp>
      </p:grpSp>
      <p:sp>
        <p:nvSpPr>
          <p:cNvPr id="34" name="object 34"/>
          <p:cNvSpPr txBox="1"/>
          <p:nvPr/>
        </p:nvSpPr>
        <p:spPr>
          <a:xfrm>
            <a:off x="5723559" y="2937764"/>
            <a:ext cx="36830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panose="020B0604020202020204"/>
                <a:cs typeface="Arial" panose="020B0604020202020204"/>
              </a:rPr>
              <a:t>IP1</a:t>
            </a:r>
            <a:endParaRPr sz="1800">
              <a:latin typeface="Arial" panose="020B0604020202020204"/>
              <a:cs typeface="Arial" panose="020B0604020202020204"/>
            </a:endParaRPr>
          </a:p>
        </p:txBody>
      </p:sp>
      <p:sp>
        <p:nvSpPr>
          <p:cNvPr id="35" name="object 35"/>
          <p:cNvSpPr txBox="1"/>
          <p:nvPr/>
        </p:nvSpPr>
        <p:spPr>
          <a:xfrm>
            <a:off x="5750229" y="5010403"/>
            <a:ext cx="36830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Arial" panose="020B0604020202020204"/>
                <a:cs typeface="Arial" panose="020B0604020202020204"/>
              </a:rPr>
              <a:t>IP2</a:t>
            </a:r>
            <a:endParaRPr sz="1800">
              <a:latin typeface="Arial" panose="020B0604020202020204"/>
              <a:cs typeface="Arial" panose="020B0604020202020204"/>
            </a:endParaRPr>
          </a:p>
        </p:txBody>
      </p:sp>
      <p:sp>
        <p:nvSpPr>
          <p:cNvPr id="36" name="object 36"/>
          <p:cNvSpPr txBox="1"/>
          <p:nvPr/>
        </p:nvSpPr>
        <p:spPr>
          <a:xfrm>
            <a:off x="6797040" y="2435859"/>
            <a:ext cx="838200" cy="269240"/>
          </a:xfrm>
          <a:prstGeom prst="rect">
            <a:avLst/>
          </a:prstGeom>
        </p:spPr>
        <p:txBody>
          <a:bodyPr vert="horz" wrap="square" lIns="0" tIns="12700" rIns="0" bIns="0" rtlCol="0">
            <a:spAutoFit/>
          </a:bodyPr>
          <a:lstStyle/>
          <a:p>
            <a:pPr marL="12700">
              <a:lnSpc>
                <a:spcPct val="100000"/>
              </a:lnSpc>
              <a:spcBef>
                <a:spcPts val="100"/>
              </a:spcBef>
            </a:pPr>
            <a:r>
              <a:rPr sz="1600" spc="-15" dirty="0">
                <a:solidFill>
                  <a:srgbClr val="009FE8"/>
                </a:solidFill>
                <a:latin typeface="微软雅黑" panose="020B0503020204020204" charset="-122"/>
                <a:cs typeface="微软雅黑" panose="020B0503020204020204" charset="-122"/>
              </a:rPr>
              <a:t>步骤四：</a:t>
            </a:r>
            <a:endParaRPr sz="1600">
              <a:latin typeface="微软雅黑" panose="020B0503020204020204" charset="-122"/>
              <a:cs typeface="微软雅黑" panose="020B0503020204020204" charset="-122"/>
            </a:endParaRPr>
          </a:p>
        </p:txBody>
      </p:sp>
      <p:sp>
        <p:nvSpPr>
          <p:cNvPr id="37" name="object 37"/>
          <p:cNvSpPr txBox="1"/>
          <p:nvPr/>
        </p:nvSpPr>
        <p:spPr>
          <a:xfrm>
            <a:off x="6797040" y="2957067"/>
            <a:ext cx="1217930" cy="269240"/>
          </a:xfrm>
          <a:prstGeom prst="rect">
            <a:avLst/>
          </a:prstGeom>
        </p:spPr>
        <p:txBody>
          <a:bodyPr vert="horz" wrap="square" lIns="0" tIns="12700" rIns="0" bIns="0" rtlCol="0">
            <a:spAutoFit/>
          </a:bodyPr>
          <a:lstStyle/>
          <a:p>
            <a:pPr marL="12700">
              <a:lnSpc>
                <a:spcPct val="100000"/>
              </a:lnSpc>
              <a:spcBef>
                <a:spcPts val="100"/>
              </a:spcBef>
            </a:pPr>
            <a:r>
              <a:rPr sz="1600" dirty="0">
                <a:solidFill>
                  <a:srgbClr val="009FE8"/>
                </a:solidFill>
                <a:latin typeface="微软雅黑" panose="020B0503020204020204" charset="-122"/>
                <a:cs typeface="微软雅黑" panose="020B0503020204020204" charset="-122"/>
              </a:rPr>
              <a:t>移入</a:t>
            </a:r>
            <a:r>
              <a:rPr sz="1600" spc="-10" dirty="0">
                <a:solidFill>
                  <a:srgbClr val="009FE8"/>
                </a:solidFill>
                <a:latin typeface="微软雅黑" panose="020B0503020204020204" charset="-122"/>
                <a:cs typeface="微软雅黑" panose="020B0503020204020204" charset="-122"/>
              </a:rPr>
              <a:t>7bit</a:t>
            </a:r>
            <a:r>
              <a:rPr sz="1600" spc="-25" dirty="0">
                <a:solidFill>
                  <a:srgbClr val="009FE8"/>
                </a:solidFill>
                <a:latin typeface="微软雅黑" panose="020B0503020204020204" charset="-122"/>
                <a:cs typeface="微软雅黑" panose="020B0503020204020204" charset="-122"/>
              </a:rPr>
              <a:t>数据</a:t>
            </a:r>
            <a:endParaRPr sz="1600">
              <a:latin typeface="微软雅黑" panose="020B0503020204020204" charset="-122"/>
              <a:cs typeface="微软雅黑" panose="020B0503020204020204" charset="-122"/>
            </a:endParaRPr>
          </a:p>
        </p:txBody>
      </p:sp>
      <p:sp>
        <p:nvSpPr>
          <p:cNvPr id="38" name="object 38"/>
          <p:cNvSpPr txBox="1"/>
          <p:nvPr/>
        </p:nvSpPr>
        <p:spPr>
          <a:xfrm>
            <a:off x="6797040" y="3463035"/>
            <a:ext cx="1490980" cy="269240"/>
          </a:xfrm>
          <a:prstGeom prst="rect">
            <a:avLst/>
          </a:prstGeom>
        </p:spPr>
        <p:txBody>
          <a:bodyPr vert="horz" wrap="square" lIns="0" tIns="12700" rIns="0" bIns="0" rtlCol="0">
            <a:spAutoFit/>
          </a:bodyPr>
          <a:lstStyle/>
          <a:p>
            <a:pPr marL="240665" indent="-227965">
              <a:lnSpc>
                <a:spcPct val="100000"/>
              </a:lnSpc>
              <a:spcBef>
                <a:spcPts val="100"/>
              </a:spcBef>
              <a:buFont typeface="Arial" panose="020B0604020202020204"/>
              <a:buChar char="•"/>
              <a:tabLst>
                <a:tab pos="240665" algn="l"/>
              </a:tabLst>
            </a:pPr>
            <a:r>
              <a:rPr sz="1600" dirty="0">
                <a:solidFill>
                  <a:srgbClr val="009FE8"/>
                </a:solidFill>
                <a:latin typeface="微软雅黑" panose="020B0503020204020204" charset="-122"/>
                <a:cs typeface="微软雅黑" panose="020B0503020204020204" charset="-122"/>
              </a:rPr>
              <a:t>保持</a:t>
            </a:r>
            <a:r>
              <a:rPr sz="1600" spc="-10" dirty="0">
                <a:solidFill>
                  <a:srgbClr val="009FE8"/>
                </a:solidFill>
                <a:latin typeface="微软雅黑" panose="020B0503020204020204" charset="-122"/>
                <a:cs typeface="微软雅黑" panose="020B0503020204020204" charset="-122"/>
              </a:rPr>
              <a:t>SIB1</a:t>
            </a:r>
            <a:r>
              <a:rPr sz="1600" spc="-25" dirty="0">
                <a:solidFill>
                  <a:srgbClr val="009FE8"/>
                </a:solidFill>
                <a:latin typeface="微软雅黑" panose="020B0503020204020204" charset="-122"/>
                <a:cs typeface="微软雅黑" panose="020B0503020204020204" charset="-122"/>
              </a:rPr>
              <a:t>关闭</a:t>
            </a:r>
            <a:endParaRPr sz="1600">
              <a:latin typeface="微软雅黑" panose="020B0503020204020204" charset="-122"/>
              <a:cs typeface="微软雅黑" panose="020B0503020204020204" charset="-122"/>
            </a:endParaRPr>
          </a:p>
        </p:txBody>
      </p:sp>
      <p:sp>
        <p:nvSpPr>
          <p:cNvPr id="39" name="object 39"/>
          <p:cNvSpPr txBox="1"/>
          <p:nvPr/>
        </p:nvSpPr>
        <p:spPr>
          <a:xfrm>
            <a:off x="6797040" y="3984244"/>
            <a:ext cx="1490980" cy="269240"/>
          </a:xfrm>
          <a:prstGeom prst="rect">
            <a:avLst/>
          </a:prstGeom>
        </p:spPr>
        <p:txBody>
          <a:bodyPr vert="horz" wrap="square" lIns="0" tIns="12700" rIns="0" bIns="0" rtlCol="0">
            <a:spAutoFit/>
          </a:bodyPr>
          <a:lstStyle/>
          <a:p>
            <a:pPr marL="240665" indent="-227965">
              <a:lnSpc>
                <a:spcPct val="100000"/>
              </a:lnSpc>
              <a:spcBef>
                <a:spcPts val="100"/>
              </a:spcBef>
              <a:buFont typeface="Arial" panose="020B0604020202020204"/>
              <a:buChar char="•"/>
              <a:tabLst>
                <a:tab pos="240665" algn="l"/>
              </a:tabLst>
            </a:pPr>
            <a:r>
              <a:rPr sz="1600" dirty="0">
                <a:solidFill>
                  <a:srgbClr val="009FE8"/>
                </a:solidFill>
                <a:latin typeface="微软雅黑" panose="020B0503020204020204" charset="-122"/>
                <a:cs typeface="微软雅黑" panose="020B0503020204020204" charset="-122"/>
              </a:rPr>
              <a:t>保持</a:t>
            </a:r>
            <a:r>
              <a:rPr sz="1600" spc="-10" dirty="0">
                <a:solidFill>
                  <a:srgbClr val="009FE8"/>
                </a:solidFill>
                <a:latin typeface="微软雅黑" panose="020B0503020204020204" charset="-122"/>
                <a:cs typeface="微软雅黑" panose="020B0503020204020204" charset="-122"/>
              </a:rPr>
              <a:t>SIB2</a:t>
            </a:r>
            <a:r>
              <a:rPr sz="1600" spc="-25" dirty="0">
                <a:solidFill>
                  <a:srgbClr val="009FE8"/>
                </a:solidFill>
                <a:latin typeface="微软雅黑" panose="020B0503020204020204" charset="-122"/>
                <a:cs typeface="微软雅黑" panose="020B0503020204020204" charset="-122"/>
              </a:rPr>
              <a:t>打开</a:t>
            </a:r>
            <a:endParaRPr sz="1600">
              <a:latin typeface="微软雅黑" panose="020B0503020204020204" charset="-122"/>
              <a:cs typeface="微软雅黑" panose="020B0503020204020204" charset="-122"/>
            </a:endParaRPr>
          </a:p>
        </p:txBody>
      </p:sp>
      <p:sp>
        <p:nvSpPr>
          <p:cNvPr id="40" name="object 40"/>
          <p:cNvSpPr txBox="1"/>
          <p:nvPr/>
        </p:nvSpPr>
        <p:spPr>
          <a:xfrm>
            <a:off x="6797040" y="4505451"/>
            <a:ext cx="2124075" cy="269240"/>
          </a:xfrm>
          <a:prstGeom prst="rect">
            <a:avLst/>
          </a:prstGeom>
        </p:spPr>
        <p:txBody>
          <a:bodyPr vert="horz" wrap="square" lIns="0" tIns="12700" rIns="0" bIns="0" rtlCol="0">
            <a:spAutoFit/>
          </a:bodyPr>
          <a:lstStyle/>
          <a:p>
            <a:pPr marL="240665" indent="-227965">
              <a:lnSpc>
                <a:spcPct val="100000"/>
              </a:lnSpc>
              <a:spcBef>
                <a:spcPts val="100"/>
              </a:spcBef>
              <a:buFont typeface="Arial" panose="020B0604020202020204"/>
              <a:buChar char="•"/>
              <a:tabLst>
                <a:tab pos="240665" algn="l"/>
              </a:tabLst>
            </a:pPr>
            <a:r>
              <a:rPr sz="1600" dirty="0">
                <a:solidFill>
                  <a:srgbClr val="009FE8"/>
                </a:solidFill>
                <a:latin typeface="微软雅黑" panose="020B0503020204020204" charset="-122"/>
                <a:cs typeface="微软雅黑" panose="020B0503020204020204" charset="-122"/>
              </a:rPr>
              <a:t>操纵TDR2</a:t>
            </a:r>
            <a:r>
              <a:rPr sz="1600" spc="-30" dirty="0">
                <a:solidFill>
                  <a:srgbClr val="009FE8"/>
                </a:solidFill>
                <a:latin typeface="微软雅黑" panose="020B0503020204020204" charset="-122"/>
                <a:cs typeface="微软雅黑" panose="020B0503020204020204" charset="-122"/>
              </a:rPr>
              <a:t> </a:t>
            </a:r>
            <a:r>
              <a:rPr sz="1600" spc="-10" dirty="0">
                <a:solidFill>
                  <a:srgbClr val="009FE8"/>
                </a:solidFill>
                <a:latin typeface="微软雅黑" panose="020B0503020204020204" charset="-122"/>
                <a:cs typeface="微软雅黑" panose="020B0503020204020204" charset="-122"/>
              </a:rPr>
              <a:t>（5bits）</a:t>
            </a:r>
            <a:endParaRPr sz="1600">
              <a:latin typeface="微软雅黑" panose="020B0503020204020204" charset="-122"/>
              <a:cs typeface="微软雅黑" panose="020B0503020204020204" charset="-122"/>
            </a:endParaRPr>
          </a:p>
        </p:txBody>
      </p:sp>
      <p:sp>
        <p:nvSpPr>
          <p:cNvPr id="41" name="object 41"/>
          <p:cNvSpPr txBox="1"/>
          <p:nvPr/>
        </p:nvSpPr>
        <p:spPr>
          <a:xfrm>
            <a:off x="3702900" y="2992132"/>
            <a:ext cx="313055" cy="369570"/>
          </a:xfrm>
          <a:prstGeom prst="rect">
            <a:avLst/>
          </a:prstGeom>
          <a:solidFill>
            <a:srgbClr val="FFFFFF"/>
          </a:solidFill>
        </p:spPr>
        <p:txBody>
          <a:bodyPr vert="horz" wrap="square" lIns="0" tIns="46355" rIns="0" bIns="0" rtlCol="0">
            <a:spAutoFit/>
          </a:bodyPr>
          <a:lstStyle/>
          <a:p>
            <a:pPr marL="90805">
              <a:lnSpc>
                <a:spcPct val="100000"/>
              </a:lnSpc>
              <a:spcBef>
                <a:spcPts val="365"/>
              </a:spcBef>
            </a:pPr>
            <a:r>
              <a:rPr sz="1800" b="1" spc="-50" dirty="0">
                <a:solidFill>
                  <a:srgbClr val="4472C4"/>
                </a:solidFill>
                <a:latin typeface="Arial" panose="020B0604020202020204"/>
                <a:cs typeface="Arial" panose="020B0604020202020204"/>
              </a:rPr>
              <a:t>0</a:t>
            </a:r>
            <a:endParaRPr sz="1800">
              <a:latin typeface="Arial" panose="020B0604020202020204"/>
              <a:cs typeface="Arial" panose="020B0604020202020204"/>
            </a:endParaRPr>
          </a:p>
        </p:txBody>
      </p:sp>
      <p:sp>
        <p:nvSpPr>
          <p:cNvPr id="42" name="object 42"/>
          <p:cNvSpPr txBox="1"/>
          <p:nvPr/>
        </p:nvSpPr>
        <p:spPr>
          <a:xfrm>
            <a:off x="3705352" y="5003952"/>
            <a:ext cx="313055" cy="369570"/>
          </a:xfrm>
          <a:prstGeom prst="rect">
            <a:avLst/>
          </a:prstGeom>
          <a:solidFill>
            <a:srgbClr val="FFFFFF"/>
          </a:solidFill>
        </p:spPr>
        <p:txBody>
          <a:bodyPr vert="horz" wrap="square" lIns="0" tIns="46355" rIns="0" bIns="0" rtlCol="0">
            <a:spAutoFit/>
          </a:bodyPr>
          <a:lstStyle/>
          <a:p>
            <a:pPr marL="90805">
              <a:lnSpc>
                <a:spcPct val="100000"/>
              </a:lnSpc>
              <a:spcBef>
                <a:spcPts val="365"/>
              </a:spcBef>
            </a:pPr>
            <a:r>
              <a:rPr sz="1800" b="1" spc="-50" dirty="0">
                <a:solidFill>
                  <a:srgbClr val="4472C4"/>
                </a:solidFill>
                <a:latin typeface="Arial" panose="020B0604020202020204"/>
                <a:cs typeface="Arial" panose="020B0604020202020204"/>
              </a:rPr>
              <a:t>1</a:t>
            </a:r>
            <a:endParaRPr sz="1800">
              <a:latin typeface="Arial" panose="020B0604020202020204"/>
              <a:cs typeface="Arial" panose="020B0604020202020204"/>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4110" y="203708"/>
            <a:ext cx="185420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BFBFBF"/>
                </a:solidFill>
                <a:latin typeface="微软雅黑" panose="020B0503020204020204" charset="-122"/>
                <a:cs typeface="微软雅黑" panose="020B0503020204020204" charset="-122"/>
              </a:rPr>
              <a:t>半导体教育领航者</a:t>
            </a:r>
            <a:endParaRPr sz="1800">
              <a:latin typeface="微软雅黑" panose="020B0503020204020204" charset="-122"/>
              <a:cs typeface="微软雅黑" panose="020B0503020204020204" charset="-122"/>
            </a:endParaRPr>
          </a:p>
        </p:txBody>
      </p:sp>
      <p:sp>
        <p:nvSpPr>
          <p:cNvPr id="3" name="object 3"/>
          <p:cNvSpPr/>
          <p:nvPr/>
        </p:nvSpPr>
        <p:spPr>
          <a:xfrm>
            <a:off x="0" y="184670"/>
            <a:ext cx="146050" cy="369570"/>
          </a:xfrm>
          <a:custGeom>
            <a:avLst/>
            <a:gdLst/>
            <a:ahLst/>
            <a:cxnLst/>
            <a:rect l="l" t="t" r="r" b="b"/>
            <a:pathLst>
              <a:path w="146050" h="369570">
                <a:moveTo>
                  <a:pt x="145492" y="0"/>
                </a:moveTo>
                <a:lnTo>
                  <a:pt x="0" y="0"/>
                </a:lnTo>
                <a:lnTo>
                  <a:pt x="0" y="369328"/>
                </a:lnTo>
                <a:lnTo>
                  <a:pt x="145492" y="369328"/>
                </a:lnTo>
                <a:lnTo>
                  <a:pt x="145492" y="0"/>
                </a:lnTo>
                <a:close/>
              </a:path>
            </a:pathLst>
          </a:custGeom>
          <a:solidFill>
            <a:srgbClr val="5B9BD5"/>
          </a:solidFill>
        </p:spPr>
        <p:txBody>
          <a:bodyPr wrap="square" lIns="0" tIns="0" rIns="0" bIns="0" rtlCol="0"/>
          <a:lstStyle/>
          <a:p/>
        </p:txBody>
      </p:sp>
      <p:sp>
        <p:nvSpPr>
          <p:cNvPr id="4" name="object 4"/>
          <p:cNvSpPr txBox="1">
            <a:spLocks noGrp="1"/>
          </p:cNvSpPr>
          <p:nvPr>
            <p:ph type="title"/>
          </p:nvPr>
        </p:nvSpPr>
        <p:spPr>
          <a:xfrm>
            <a:off x="4559300" y="2410459"/>
            <a:ext cx="3073400" cy="756920"/>
          </a:xfrm>
          <a:prstGeom prst="rect">
            <a:avLst/>
          </a:prstGeom>
        </p:spPr>
        <p:txBody>
          <a:bodyPr vert="horz" wrap="square" lIns="0" tIns="12700" rIns="0" bIns="0" rtlCol="0">
            <a:spAutoFit/>
          </a:bodyPr>
          <a:lstStyle/>
          <a:p>
            <a:pPr marL="12700">
              <a:lnSpc>
                <a:spcPct val="100000"/>
              </a:lnSpc>
              <a:spcBef>
                <a:spcPts val="100"/>
              </a:spcBef>
            </a:pPr>
            <a:r>
              <a:rPr sz="4800" spc="-10" dirty="0"/>
              <a:t>内建自测试</a:t>
            </a:r>
            <a:endParaRPr sz="480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886200" cy="604520"/>
          </a:xfrm>
          <a:prstGeom prst="rect">
            <a:avLst/>
          </a:prstGeom>
        </p:spPr>
        <p:txBody>
          <a:bodyPr vert="horz" wrap="square" lIns="0" tIns="12700" rIns="0" bIns="0" rtlCol="0">
            <a:spAutoFit/>
          </a:bodyPr>
          <a:lstStyle/>
          <a:p>
            <a:pPr marL="12700">
              <a:lnSpc>
                <a:spcPct val="100000"/>
              </a:lnSpc>
              <a:spcBef>
                <a:spcPts val="100"/>
              </a:spcBef>
            </a:pPr>
            <a:r>
              <a:rPr spc="-10" dirty="0"/>
              <a:t>内建自测试的概念</a:t>
            </a:r>
            <a:endParaRPr spc="-10" dirty="0"/>
          </a:p>
        </p:txBody>
      </p:sp>
      <p:sp>
        <p:nvSpPr>
          <p:cNvPr id="3" name="object 3"/>
          <p:cNvSpPr txBox="1"/>
          <p:nvPr/>
        </p:nvSpPr>
        <p:spPr>
          <a:xfrm>
            <a:off x="963930" y="1578355"/>
            <a:ext cx="4257040" cy="4131310"/>
          </a:xfrm>
          <a:prstGeom prst="rect">
            <a:avLst/>
          </a:prstGeom>
        </p:spPr>
        <p:txBody>
          <a:bodyPr vert="horz" wrap="square" lIns="0" tIns="12700" rIns="0" bIns="0" rtlCol="0">
            <a:spAutoFit/>
          </a:bodyPr>
          <a:lstStyle/>
          <a:p>
            <a:pPr marL="469265" indent="-456565">
              <a:lnSpc>
                <a:spcPct val="100000"/>
              </a:lnSpc>
              <a:spcBef>
                <a:spcPts val="100"/>
              </a:spcBef>
              <a:buAutoNum type="arabicPeriod"/>
              <a:tabLst>
                <a:tab pos="469265" algn="l"/>
              </a:tabLst>
            </a:pPr>
            <a:r>
              <a:rPr lang="zh-CN" altLang="en-US" sz="2400" b="1" spc="-135" dirty="0">
                <a:solidFill>
                  <a:srgbClr val="009FE8"/>
                </a:solidFill>
                <a:latin typeface="微软雅黑" panose="020B0503020204020204" charset="-122"/>
                <a:cs typeface="微软雅黑" panose="020B0503020204020204" charset="-122"/>
              </a:rPr>
              <a:t>背</a:t>
            </a:r>
            <a:r>
              <a:rPr sz="2400" b="1" spc="-135" dirty="0">
                <a:solidFill>
                  <a:srgbClr val="009FE8"/>
                </a:solidFill>
                <a:latin typeface="微软雅黑" panose="020B0503020204020204" charset="-122"/>
                <a:cs typeface="微软雅黑" panose="020B0503020204020204" charset="-122"/>
              </a:rPr>
              <a:t>景介绍</a:t>
            </a:r>
            <a:endParaRPr sz="2400">
              <a:latin typeface="微软雅黑" panose="020B0503020204020204" charset="-122"/>
              <a:cs typeface="微软雅黑" panose="020B0503020204020204" charset="-122"/>
            </a:endParaRPr>
          </a:p>
          <a:p>
            <a:pPr marL="926465" lvl="1" indent="-456565">
              <a:lnSpc>
                <a:spcPct val="100000"/>
              </a:lnSpc>
              <a:spcBef>
                <a:spcPts val="3110"/>
              </a:spcBef>
              <a:buAutoNum type="arabicPeriod"/>
              <a:tabLst>
                <a:tab pos="926465" algn="l"/>
              </a:tabLst>
            </a:pPr>
            <a:r>
              <a:rPr sz="2000" spc="-70" dirty="0">
                <a:solidFill>
                  <a:srgbClr val="009FE8"/>
                </a:solidFill>
                <a:latin typeface="微软雅黑" panose="020B0503020204020204" charset="-122"/>
                <a:cs typeface="微软雅黑" panose="020B0503020204020204" charset="-122"/>
              </a:rPr>
              <a:t>ATE</a:t>
            </a:r>
            <a:r>
              <a:rPr sz="2000" spc="-15" dirty="0">
                <a:solidFill>
                  <a:srgbClr val="009FE8"/>
                </a:solidFill>
                <a:latin typeface="微软雅黑" panose="020B0503020204020204" charset="-122"/>
                <a:cs typeface="微软雅黑" panose="020B0503020204020204" charset="-122"/>
              </a:rPr>
              <a:t>测试成本</a:t>
            </a:r>
            <a:endParaRPr sz="2000">
              <a:latin typeface="微软雅黑" panose="020B0503020204020204" charset="-122"/>
              <a:cs typeface="微软雅黑" panose="020B0503020204020204" charset="-122"/>
            </a:endParaRPr>
          </a:p>
          <a:p>
            <a:pPr marL="926465" lvl="1" indent="-456565">
              <a:lnSpc>
                <a:spcPct val="100000"/>
              </a:lnSpc>
              <a:spcBef>
                <a:spcPts val="2905"/>
              </a:spcBef>
              <a:buAutoNum type="arabicPeriod"/>
              <a:tabLst>
                <a:tab pos="926465" algn="l"/>
              </a:tabLst>
            </a:pPr>
            <a:r>
              <a:rPr sz="2000" dirty="0">
                <a:solidFill>
                  <a:srgbClr val="009FE8"/>
                </a:solidFill>
                <a:latin typeface="微软雅黑" panose="020B0503020204020204" charset="-122"/>
                <a:cs typeface="微软雅黑" panose="020B0503020204020204" charset="-122"/>
              </a:rPr>
              <a:t>Memory</a:t>
            </a:r>
            <a:r>
              <a:rPr sz="2000" spc="-10" dirty="0">
                <a:solidFill>
                  <a:srgbClr val="009FE8"/>
                </a:solidFill>
                <a:latin typeface="微软雅黑" panose="020B0503020204020204" charset="-122"/>
                <a:cs typeface="微软雅黑" panose="020B0503020204020204" charset="-122"/>
              </a:rPr>
              <a:t>测试的特殊性</a:t>
            </a:r>
            <a:endParaRPr sz="2000">
              <a:latin typeface="微软雅黑" panose="020B0503020204020204" charset="-122"/>
              <a:cs typeface="微软雅黑" panose="020B0503020204020204" charset="-122"/>
            </a:endParaRPr>
          </a:p>
          <a:p>
            <a:pPr marL="1383665" lvl="2" indent="-456565">
              <a:lnSpc>
                <a:spcPct val="100000"/>
              </a:lnSpc>
              <a:spcBef>
                <a:spcPts val="2485"/>
              </a:spcBef>
              <a:buAutoNum type="arabicPeriod"/>
              <a:tabLst>
                <a:tab pos="1383665" algn="l"/>
              </a:tabLst>
            </a:pPr>
            <a:r>
              <a:rPr sz="1600" dirty="0">
                <a:solidFill>
                  <a:srgbClr val="009FE8"/>
                </a:solidFill>
                <a:latin typeface="微软雅黑" panose="020B0503020204020204" charset="-122"/>
                <a:cs typeface="微软雅黑" panose="020B0503020204020204" charset="-122"/>
              </a:rPr>
              <a:t>Memory</a:t>
            </a:r>
            <a:r>
              <a:rPr sz="1600" spc="-5" dirty="0">
                <a:solidFill>
                  <a:srgbClr val="009FE8"/>
                </a:solidFill>
                <a:latin typeface="微软雅黑" panose="020B0503020204020204" charset="-122"/>
                <a:cs typeface="微软雅黑" panose="020B0503020204020204" charset="-122"/>
              </a:rPr>
              <a:t>内部需要测试的单元多</a:t>
            </a:r>
            <a:endParaRPr sz="1600">
              <a:latin typeface="微软雅黑" panose="020B0503020204020204" charset="-122"/>
              <a:cs typeface="微软雅黑" panose="020B0503020204020204" charset="-122"/>
            </a:endParaRPr>
          </a:p>
          <a:p>
            <a:pPr marL="1383665" lvl="2" indent="-456565">
              <a:lnSpc>
                <a:spcPct val="100000"/>
              </a:lnSpc>
              <a:spcBef>
                <a:spcPts val="2500"/>
              </a:spcBef>
              <a:buAutoNum type="arabicPeriod"/>
              <a:tabLst>
                <a:tab pos="1383665" algn="l"/>
              </a:tabLst>
            </a:pPr>
            <a:r>
              <a:rPr sz="1600" dirty="0">
                <a:solidFill>
                  <a:srgbClr val="009FE8"/>
                </a:solidFill>
                <a:latin typeface="微软雅黑" panose="020B0503020204020204" charset="-122"/>
                <a:cs typeface="微软雅黑" panose="020B0503020204020204" charset="-122"/>
              </a:rPr>
              <a:t>Memory</a:t>
            </a:r>
            <a:r>
              <a:rPr sz="1600" spc="-10" dirty="0">
                <a:solidFill>
                  <a:srgbClr val="009FE8"/>
                </a:solidFill>
                <a:latin typeface="微软雅黑" panose="020B0503020204020204" charset="-122"/>
                <a:cs typeface="微软雅黑" panose="020B0503020204020204" charset="-122"/>
              </a:rPr>
              <a:t>内部单元规整</a:t>
            </a:r>
            <a:endParaRPr sz="1600">
              <a:latin typeface="微软雅黑" panose="020B0503020204020204" charset="-122"/>
              <a:cs typeface="微软雅黑" panose="020B0503020204020204" charset="-122"/>
            </a:endParaRPr>
          </a:p>
          <a:p>
            <a:pPr marL="926465" lvl="2" indent="-456565">
              <a:lnSpc>
                <a:spcPct val="100000"/>
              </a:lnSpc>
              <a:spcBef>
                <a:spcPts val="2670"/>
              </a:spcBef>
              <a:buAutoNum type="arabicPeriod"/>
              <a:tabLst>
                <a:tab pos="926465" algn="l"/>
              </a:tabLst>
            </a:pPr>
            <a:r>
              <a:rPr sz="2000" spc="-5" dirty="0">
                <a:solidFill>
                  <a:srgbClr val="009FE8"/>
                </a:solidFill>
                <a:latin typeface="微软雅黑" panose="020B0503020204020204" charset="-122"/>
                <a:cs typeface="微软雅黑" panose="020B0503020204020204" charset="-122"/>
              </a:rPr>
              <a:t>客户对于在线测试的需求</a:t>
            </a:r>
            <a:endParaRPr sz="2000">
              <a:latin typeface="微软雅黑" panose="020B0503020204020204" charset="-122"/>
              <a:cs typeface="微软雅黑" panose="020B0503020204020204" charset="-122"/>
            </a:endParaRPr>
          </a:p>
          <a:p>
            <a:pPr marL="1383665" lvl="3" indent="-456565">
              <a:lnSpc>
                <a:spcPct val="100000"/>
              </a:lnSpc>
              <a:spcBef>
                <a:spcPts val="2610"/>
              </a:spcBef>
              <a:buAutoNum type="arabicPeriod"/>
              <a:tabLst>
                <a:tab pos="1383665" algn="l"/>
              </a:tabLst>
            </a:pPr>
            <a:r>
              <a:rPr sz="1600" spc="-5" dirty="0">
                <a:solidFill>
                  <a:srgbClr val="009FE8"/>
                </a:solidFill>
                <a:latin typeface="微软雅黑" panose="020B0503020204020204" charset="-122"/>
                <a:cs typeface="微软雅黑" panose="020B0503020204020204" charset="-122"/>
              </a:rPr>
              <a:t>汽车电子的可靠性要求</a:t>
            </a:r>
            <a:endParaRPr sz="1600">
              <a:latin typeface="微软雅黑" panose="020B0503020204020204" charset="-122"/>
              <a:cs typeface="微软雅黑" panose="020B0503020204020204"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86385" y="381000"/>
            <a:ext cx="10363200" cy="1440180"/>
          </a:xfrm>
          <a:prstGeom prst="rect">
            <a:avLst/>
          </a:prstGeom>
        </p:spPr>
        <p:txBody>
          <a:bodyPr vert="horz" wrap="square" lIns="0" tIns="12700" rIns="0" bIns="0" rtlCol="0">
            <a:spAutoFit/>
          </a:bodyPr>
          <a:lstStyle/>
          <a:p>
            <a:pPr marL="12700">
              <a:lnSpc>
                <a:spcPct val="100000"/>
              </a:lnSpc>
              <a:spcBef>
                <a:spcPts val="100"/>
              </a:spcBef>
            </a:pPr>
            <a:r>
              <a:rPr spc="-10" dirty="0"/>
              <a:t>内建自测试的概念</a:t>
            </a:r>
            <a:endParaRPr spc="-10" dirty="0"/>
          </a:p>
        </p:txBody>
      </p:sp>
      <p:sp>
        <p:nvSpPr>
          <p:cNvPr id="3" name="object 3"/>
          <p:cNvSpPr txBox="1"/>
          <p:nvPr/>
        </p:nvSpPr>
        <p:spPr>
          <a:xfrm>
            <a:off x="963930" y="1578355"/>
            <a:ext cx="2921000" cy="391160"/>
          </a:xfrm>
          <a:prstGeom prst="rect">
            <a:avLst/>
          </a:prstGeom>
        </p:spPr>
        <p:txBody>
          <a:bodyPr vert="horz" wrap="square" lIns="0" tIns="12700" rIns="0" bIns="0" rtlCol="0">
            <a:spAutoFit/>
          </a:bodyPr>
          <a:lstStyle/>
          <a:p>
            <a:pPr marL="12700">
              <a:lnSpc>
                <a:spcPct val="100000"/>
              </a:lnSpc>
              <a:spcBef>
                <a:spcPts val="100"/>
              </a:spcBef>
              <a:tabLst>
                <a:tab pos="469265" algn="l"/>
              </a:tabLst>
            </a:pPr>
            <a:r>
              <a:rPr sz="2400" b="1" spc="-25" dirty="0">
                <a:solidFill>
                  <a:srgbClr val="009FE8"/>
                </a:solidFill>
                <a:latin typeface="微软雅黑" panose="020B0503020204020204" charset="-122"/>
                <a:cs typeface="微软雅黑" panose="020B0503020204020204" charset="-122"/>
              </a:rPr>
              <a:t>2.</a:t>
            </a:r>
            <a:r>
              <a:rPr sz="2400" b="1" dirty="0">
                <a:solidFill>
                  <a:srgbClr val="009FE8"/>
                </a:solidFill>
                <a:latin typeface="微软雅黑" panose="020B0503020204020204" charset="-122"/>
                <a:cs typeface="微软雅黑" panose="020B0503020204020204" charset="-122"/>
              </a:rPr>
              <a:t>	</a:t>
            </a:r>
            <a:r>
              <a:rPr sz="2400" b="1" spc="-10" dirty="0">
                <a:solidFill>
                  <a:srgbClr val="009FE8"/>
                </a:solidFill>
                <a:latin typeface="微软雅黑" panose="020B0503020204020204" charset="-122"/>
                <a:cs typeface="微软雅黑" panose="020B0503020204020204" charset="-122"/>
              </a:rPr>
              <a:t>内建自测试的概念</a:t>
            </a:r>
            <a:endParaRPr sz="2400">
              <a:latin typeface="微软雅黑" panose="020B0503020204020204" charset="-122"/>
              <a:cs typeface="微软雅黑" panose="020B0503020204020204" charset="-122"/>
            </a:endParaRPr>
          </a:p>
        </p:txBody>
      </p:sp>
      <p:pic>
        <p:nvPicPr>
          <p:cNvPr id="4" name="object 4"/>
          <p:cNvPicPr/>
          <p:nvPr/>
        </p:nvPicPr>
        <p:blipFill>
          <a:blip r:embed="rId1" cstate="print"/>
          <a:stretch>
            <a:fillRect/>
          </a:stretch>
        </p:blipFill>
        <p:spPr>
          <a:xfrm>
            <a:off x="1353502" y="2790825"/>
            <a:ext cx="9296400" cy="283845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886200" cy="604520"/>
          </a:xfrm>
          <a:prstGeom prst="rect">
            <a:avLst/>
          </a:prstGeom>
        </p:spPr>
        <p:txBody>
          <a:bodyPr vert="horz" wrap="square" lIns="0" tIns="12700" rIns="0" bIns="0" rtlCol="0">
            <a:spAutoFit/>
          </a:bodyPr>
          <a:lstStyle/>
          <a:p>
            <a:pPr marL="12700">
              <a:lnSpc>
                <a:spcPct val="100000"/>
              </a:lnSpc>
              <a:spcBef>
                <a:spcPts val="100"/>
              </a:spcBef>
            </a:pPr>
            <a:r>
              <a:rPr spc="-10" dirty="0"/>
              <a:t>内建自测试的概念</a:t>
            </a:r>
            <a:endParaRPr spc="-10" dirty="0"/>
          </a:p>
        </p:txBody>
      </p:sp>
      <p:sp>
        <p:nvSpPr>
          <p:cNvPr id="3" name="object 3"/>
          <p:cNvSpPr txBox="1"/>
          <p:nvPr/>
        </p:nvSpPr>
        <p:spPr>
          <a:xfrm>
            <a:off x="963930" y="1578355"/>
            <a:ext cx="4866640" cy="2885440"/>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3"/>
              <a:tabLst>
                <a:tab pos="469265" algn="l"/>
              </a:tabLst>
            </a:pPr>
            <a:r>
              <a:rPr sz="2400" b="1" spc="-10" dirty="0">
                <a:solidFill>
                  <a:srgbClr val="009FE8"/>
                </a:solidFill>
                <a:latin typeface="微软雅黑" panose="020B0503020204020204" charset="-122"/>
                <a:cs typeface="微软雅黑" panose="020B0503020204020204" charset="-122"/>
              </a:rPr>
              <a:t>内建自测试的概念</a:t>
            </a:r>
            <a:endParaRPr sz="2400">
              <a:latin typeface="微软雅黑" panose="020B0503020204020204" charset="-122"/>
              <a:cs typeface="微软雅黑" panose="020B0503020204020204" charset="-122"/>
            </a:endParaRPr>
          </a:p>
          <a:p>
            <a:pPr marL="926465" lvl="1" indent="-456565">
              <a:lnSpc>
                <a:spcPct val="100000"/>
              </a:lnSpc>
              <a:spcBef>
                <a:spcPts val="3110"/>
              </a:spcBef>
              <a:buAutoNum type="arabicPeriod"/>
              <a:tabLst>
                <a:tab pos="926465" algn="l"/>
              </a:tabLst>
            </a:pPr>
            <a:r>
              <a:rPr sz="2000" dirty="0">
                <a:solidFill>
                  <a:srgbClr val="009FE8"/>
                </a:solidFill>
                <a:latin typeface="微软雅黑" panose="020B0503020204020204" charset="-122"/>
                <a:cs typeface="微软雅黑" panose="020B0503020204020204" charset="-122"/>
              </a:rPr>
              <a:t>Memory</a:t>
            </a:r>
            <a:r>
              <a:rPr sz="2000" spc="30" dirty="0">
                <a:solidFill>
                  <a:srgbClr val="009FE8"/>
                </a:solidFill>
                <a:latin typeface="微软雅黑" panose="020B0503020204020204" charset="-122"/>
                <a:cs typeface="微软雅黑" panose="020B0503020204020204" charset="-122"/>
              </a:rPr>
              <a:t> </a:t>
            </a:r>
            <a:r>
              <a:rPr sz="2000" spc="-20" dirty="0">
                <a:solidFill>
                  <a:srgbClr val="009FE8"/>
                </a:solidFill>
                <a:latin typeface="微软雅黑" panose="020B0503020204020204" charset="-122"/>
                <a:cs typeface="微软雅黑" panose="020B0503020204020204" charset="-122"/>
              </a:rPr>
              <a:t>BIST</a:t>
            </a:r>
            <a:endParaRPr sz="2000">
              <a:latin typeface="微软雅黑" panose="020B0503020204020204" charset="-122"/>
              <a:cs typeface="微软雅黑" panose="020B0503020204020204" charset="-122"/>
            </a:endParaRPr>
          </a:p>
          <a:p>
            <a:pPr marL="1383665" lvl="2" indent="-456565">
              <a:lnSpc>
                <a:spcPct val="100000"/>
              </a:lnSpc>
              <a:spcBef>
                <a:spcPts val="2490"/>
              </a:spcBef>
              <a:buAutoNum type="arabicPeriod"/>
              <a:tabLst>
                <a:tab pos="1383665" algn="l"/>
              </a:tabLst>
            </a:pPr>
            <a:r>
              <a:rPr sz="1600" dirty="0">
                <a:solidFill>
                  <a:srgbClr val="009FE8"/>
                </a:solidFill>
                <a:latin typeface="微软雅黑" panose="020B0503020204020204" charset="-122"/>
                <a:cs typeface="微软雅黑" panose="020B0503020204020204" charset="-122"/>
              </a:rPr>
              <a:t>利用特定的算法和向量来测试</a:t>
            </a:r>
            <a:r>
              <a:rPr sz="1600" spc="-10" dirty="0">
                <a:solidFill>
                  <a:srgbClr val="009FE8"/>
                </a:solidFill>
                <a:latin typeface="微软雅黑" panose="020B0503020204020204" charset="-122"/>
                <a:cs typeface="微软雅黑" panose="020B0503020204020204" charset="-122"/>
              </a:rPr>
              <a:t>Memory</a:t>
            </a:r>
            <a:endParaRPr sz="1600">
              <a:latin typeface="微软雅黑" panose="020B0503020204020204" charset="-122"/>
              <a:cs typeface="微软雅黑" panose="020B0503020204020204" charset="-122"/>
            </a:endParaRPr>
          </a:p>
          <a:p>
            <a:pPr marL="926465" lvl="2" indent="-456565">
              <a:lnSpc>
                <a:spcPct val="100000"/>
              </a:lnSpc>
              <a:spcBef>
                <a:spcPts val="2790"/>
              </a:spcBef>
              <a:buAutoNum type="arabicPeriod"/>
              <a:tabLst>
                <a:tab pos="926465" algn="l"/>
              </a:tabLst>
            </a:pPr>
            <a:r>
              <a:rPr sz="2000" dirty="0">
                <a:solidFill>
                  <a:srgbClr val="009FE8"/>
                </a:solidFill>
                <a:latin typeface="微软雅黑" panose="020B0503020204020204" charset="-122"/>
                <a:cs typeface="微软雅黑" panose="020B0503020204020204" charset="-122"/>
              </a:rPr>
              <a:t>Logic</a:t>
            </a:r>
            <a:r>
              <a:rPr sz="2000" spc="-50" dirty="0">
                <a:solidFill>
                  <a:srgbClr val="009FE8"/>
                </a:solidFill>
                <a:latin typeface="微软雅黑" panose="020B0503020204020204" charset="-122"/>
                <a:cs typeface="微软雅黑" panose="020B0503020204020204" charset="-122"/>
              </a:rPr>
              <a:t> </a:t>
            </a:r>
            <a:r>
              <a:rPr sz="2000" spc="-20" dirty="0">
                <a:solidFill>
                  <a:srgbClr val="009FE8"/>
                </a:solidFill>
                <a:latin typeface="微软雅黑" panose="020B0503020204020204" charset="-122"/>
                <a:cs typeface="微软雅黑" panose="020B0503020204020204" charset="-122"/>
              </a:rPr>
              <a:t>BIST</a:t>
            </a:r>
            <a:endParaRPr sz="2000">
              <a:latin typeface="微软雅黑" panose="020B0503020204020204" charset="-122"/>
              <a:cs typeface="微软雅黑" panose="020B0503020204020204" charset="-122"/>
            </a:endParaRPr>
          </a:p>
          <a:p>
            <a:pPr marL="1383665" lvl="3" indent="-456565">
              <a:lnSpc>
                <a:spcPct val="100000"/>
              </a:lnSpc>
              <a:spcBef>
                <a:spcPts val="2610"/>
              </a:spcBef>
              <a:buAutoNum type="arabicPeriod"/>
              <a:tabLst>
                <a:tab pos="1383665" algn="l"/>
              </a:tabLst>
            </a:pPr>
            <a:r>
              <a:rPr sz="1600" spc="-5" dirty="0">
                <a:solidFill>
                  <a:srgbClr val="009FE8"/>
                </a:solidFill>
                <a:latin typeface="微软雅黑" panose="020B0503020204020204" charset="-122"/>
                <a:cs typeface="微软雅黑" panose="020B0503020204020204" charset="-122"/>
              </a:rPr>
              <a:t>利用伪随机测试向量来测试逻辑电路</a:t>
            </a:r>
            <a:endParaRPr sz="1600">
              <a:latin typeface="微软雅黑" panose="020B0503020204020204" charset="-122"/>
              <a:cs typeface="微软雅黑" panose="020B0503020204020204" charset="-122"/>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886200" cy="604520"/>
          </a:xfrm>
          <a:prstGeom prst="rect">
            <a:avLst/>
          </a:prstGeom>
        </p:spPr>
        <p:txBody>
          <a:bodyPr vert="horz" wrap="square" lIns="0" tIns="12700" rIns="0" bIns="0" rtlCol="0">
            <a:spAutoFit/>
          </a:bodyPr>
          <a:lstStyle/>
          <a:p>
            <a:pPr marL="12700">
              <a:lnSpc>
                <a:spcPct val="100000"/>
              </a:lnSpc>
              <a:spcBef>
                <a:spcPts val="100"/>
              </a:spcBef>
            </a:pPr>
            <a:r>
              <a:rPr spc="-10" dirty="0"/>
              <a:t>内建自测试的概念</a:t>
            </a:r>
            <a:endParaRPr spc="-10" dirty="0"/>
          </a:p>
        </p:txBody>
      </p:sp>
      <p:sp>
        <p:nvSpPr>
          <p:cNvPr id="3" name="object 3"/>
          <p:cNvSpPr txBox="1"/>
          <p:nvPr/>
        </p:nvSpPr>
        <p:spPr>
          <a:xfrm>
            <a:off x="963930" y="1550923"/>
            <a:ext cx="4038600" cy="4345940"/>
          </a:xfrm>
          <a:prstGeom prst="rect">
            <a:avLst/>
          </a:prstGeom>
        </p:spPr>
        <p:txBody>
          <a:bodyPr vert="horz" wrap="square" lIns="0" tIns="12700" rIns="0" bIns="0" rtlCol="0">
            <a:spAutoFit/>
          </a:bodyPr>
          <a:lstStyle/>
          <a:p>
            <a:pPr marL="469265" indent="-456565">
              <a:lnSpc>
                <a:spcPct val="100000"/>
              </a:lnSpc>
              <a:spcBef>
                <a:spcPts val="100"/>
              </a:spcBef>
              <a:buAutoNum type="arabicPeriod" startAt="4"/>
              <a:tabLst>
                <a:tab pos="469265" algn="l"/>
              </a:tabLst>
            </a:pPr>
            <a:r>
              <a:rPr sz="2400" b="1" spc="-10" dirty="0">
                <a:solidFill>
                  <a:srgbClr val="009FE8"/>
                </a:solidFill>
                <a:latin typeface="微软雅黑" panose="020B0503020204020204" charset="-122"/>
                <a:cs typeface="微软雅黑" panose="020B0503020204020204" charset="-122"/>
              </a:rPr>
              <a:t>内建自测试的优缺点</a:t>
            </a:r>
            <a:endParaRPr sz="2400">
              <a:latin typeface="微软雅黑" panose="020B0503020204020204" charset="-122"/>
              <a:cs typeface="微软雅黑" panose="020B0503020204020204" charset="-122"/>
            </a:endParaRPr>
          </a:p>
          <a:p>
            <a:pPr marL="926465" lvl="1" indent="-456565">
              <a:lnSpc>
                <a:spcPct val="100000"/>
              </a:lnSpc>
              <a:spcBef>
                <a:spcPts val="2825"/>
              </a:spcBef>
              <a:buAutoNum type="arabicPeriod"/>
              <a:tabLst>
                <a:tab pos="926465" algn="l"/>
              </a:tabLst>
            </a:pPr>
            <a:r>
              <a:rPr sz="2000" spc="-25" dirty="0">
                <a:solidFill>
                  <a:srgbClr val="009FE8"/>
                </a:solidFill>
                <a:latin typeface="微软雅黑" panose="020B0503020204020204" charset="-122"/>
                <a:cs typeface="微软雅黑" panose="020B0503020204020204" charset="-122"/>
              </a:rPr>
              <a:t>优点</a:t>
            </a:r>
            <a:endParaRPr sz="2000">
              <a:latin typeface="微软雅黑" panose="020B0503020204020204" charset="-122"/>
              <a:cs typeface="微软雅黑" panose="020B0503020204020204" charset="-122"/>
            </a:endParaRPr>
          </a:p>
          <a:p>
            <a:pPr marL="1383665" lvl="2" indent="-456565">
              <a:lnSpc>
                <a:spcPct val="100000"/>
              </a:lnSpc>
              <a:spcBef>
                <a:spcPts val="2390"/>
              </a:spcBef>
              <a:buAutoNum type="arabicPeriod"/>
              <a:tabLst>
                <a:tab pos="1383665" algn="l"/>
              </a:tabLst>
            </a:pPr>
            <a:r>
              <a:rPr sz="1600" spc="-10" dirty="0">
                <a:solidFill>
                  <a:srgbClr val="009FE8"/>
                </a:solidFill>
                <a:latin typeface="微软雅黑" panose="020B0503020204020204" charset="-122"/>
                <a:cs typeface="微软雅黑" panose="020B0503020204020204" charset="-122"/>
              </a:rPr>
              <a:t>降低测试成本</a:t>
            </a:r>
            <a:endParaRPr sz="1600">
              <a:latin typeface="微软雅黑" panose="020B0503020204020204" charset="-122"/>
              <a:cs typeface="微软雅黑" panose="020B0503020204020204" charset="-122"/>
            </a:endParaRPr>
          </a:p>
          <a:p>
            <a:pPr marL="1383665" lvl="2" indent="-456565">
              <a:lnSpc>
                <a:spcPct val="100000"/>
              </a:lnSpc>
              <a:spcBef>
                <a:spcPts val="2185"/>
              </a:spcBef>
              <a:buAutoNum type="arabicPeriod"/>
              <a:tabLst>
                <a:tab pos="1383665" algn="l"/>
              </a:tabLst>
            </a:pPr>
            <a:r>
              <a:rPr sz="1600" spc="-10" dirty="0">
                <a:solidFill>
                  <a:srgbClr val="009FE8"/>
                </a:solidFill>
                <a:latin typeface="微软雅黑" panose="020B0503020204020204" charset="-122"/>
                <a:cs typeface="微软雅黑" panose="020B0503020204020204" charset="-122"/>
              </a:rPr>
              <a:t>缩短测试时间</a:t>
            </a:r>
            <a:endParaRPr sz="1600">
              <a:latin typeface="微软雅黑" panose="020B0503020204020204" charset="-122"/>
              <a:cs typeface="微软雅黑" panose="020B0503020204020204" charset="-122"/>
            </a:endParaRPr>
          </a:p>
          <a:p>
            <a:pPr marL="1383665" lvl="2" indent="-456565">
              <a:lnSpc>
                <a:spcPct val="100000"/>
              </a:lnSpc>
              <a:spcBef>
                <a:spcPts val="2280"/>
              </a:spcBef>
              <a:buAutoNum type="arabicPeriod"/>
              <a:tabLst>
                <a:tab pos="1383665" algn="l"/>
              </a:tabLst>
            </a:pPr>
            <a:r>
              <a:rPr sz="1600" spc="-15" dirty="0">
                <a:solidFill>
                  <a:srgbClr val="009FE8"/>
                </a:solidFill>
                <a:latin typeface="微软雅黑" panose="020B0503020204020204" charset="-122"/>
                <a:cs typeface="微软雅黑" panose="020B0503020204020204" charset="-122"/>
              </a:rPr>
              <a:t>在线测试</a:t>
            </a:r>
            <a:endParaRPr sz="1600">
              <a:latin typeface="微软雅黑" panose="020B0503020204020204" charset="-122"/>
              <a:cs typeface="微软雅黑" panose="020B0503020204020204" charset="-122"/>
            </a:endParaRPr>
          </a:p>
          <a:p>
            <a:pPr marL="926465" lvl="1" indent="-456565">
              <a:lnSpc>
                <a:spcPct val="100000"/>
              </a:lnSpc>
              <a:spcBef>
                <a:spcPts val="2480"/>
              </a:spcBef>
              <a:buAutoNum type="arabicPeriod"/>
              <a:tabLst>
                <a:tab pos="926465" algn="l"/>
              </a:tabLst>
            </a:pPr>
            <a:r>
              <a:rPr sz="2000" spc="-25" dirty="0">
                <a:solidFill>
                  <a:srgbClr val="009FE8"/>
                </a:solidFill>
                <a:latin typeface="微软雅黑" panose="020B0503020204020204" charset="-122"/>
                <a:cs typeface="微软雅黑" panose="020B0503020204020204" charset="-122"/>
              </a:rPr>
              <a:t>缺点</a:t>
            </a:r>
            <a:endParaRPr sz="2000">
              <a:latin typeface="微软雅黑" panose="020B0503020204020204" charset="-122"/>
              <a:cs typeface="微软雅黑" panose="020B0503020204020204" charset="-122"/>
            </a:endParaRPr>
          </a:p>
          <a:p>
            <a:pPr marL="1383665" lvl="2" indent="-456565">
              <a:lnSpc>
                <a:spcPct val="100000"/>
              </a:lnSpc>
              <a:spcBef>
                <a:spcPts val="2415"/>
              </a:spcBef>
              <a:buAutoNum type="arabicPeriod"/>
              <a:tabLst>
                <a:tab pos="1383665" algn="l"/>
              </a:tabLst>
            </a:pPr>
            <a:r>
              <a:rPr sz="1600" spc="-10" dirty="0">
                <a:solidFill>
                  <a:srgbClr val="009FE8"/>
                </a:solidFill>
                <a:latin typeface="微软雅黑" panose="020B0503020204020204" charset="-122"/>
                <a:cs typeface="微软雅黑" panose="020B0503020204020204" charset="-122"/>
              </a:rPr>
              <a:t>占用额外的电路面积</a:t>
            </a:r>
            <a:endParaRPr sz="1600">
              <a:latin typeface="微软雅黑" panose="020B0503020204020204" charset="-122"/>
              <a:cs typeface="微软雅黑" panose="020B0503020204020204" charset="-122"/>
            </a:endParaRPr>
          </a:p>
          <a:p>
            <a:pPr marL="1383665" lvl="2" indent="-456565">
              <a:lnSpc>
                <a:spcPct val="100000"/>
              </a:lnSpc>
              <a:spcBef>
                <a:spcPts val="2160"/>
              </a:spcBef>
              <a:buAutoNum type="arabicPeriod"/>
              <a:tabLst>
                <a:tab pos="1383665" algn="l"/>
              </a:tabLst>
            </a:pPr>
            <a:r>
              <a:rPr sz="1600" spc="-5" dirty="0">
                <a:solidFill>
                  <a:srgbClr val="009FE8"/>
                </a:solidFill>
                <a:latin typeface="微软雅黑" panose="020B0503020204020204" charset="-122"/>
                <a:cs typeface="微软雅黑" panose="020B0503020204020204" charset="-122"/>
              </a:rPr>
              <a:t>无法产生某些特殊的测试向量</a:t>
            </a:r>
            <a:endParaRPr sz="1600">
              <a:latin typeface="微软雅黑" panose="020B0503020204020204" charset="-122"/>
              <a:cs typeface="微软雅黑" panose="020B0503020204020204" charset="-122"/>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4665980" cy="596900"/>
          </a:xfrm>
          <a:prstGeom prst="rect">
            <a:avLst/>
          </a:prstGeom>
        </p:spPr>
        <p:txBody>
          <a:bodyPr vert="horz" wrap="square" lIns="0" tIns="12700" rIns="0" bIns="0" rtlCol="0">
            <a:spAutoFit/>
          </a:bodyPr>
          <a:lstStyle/>
          <a:p>
            <a:pPr marL="12700">
              <a:lnSpc>
                <a:spcPct val="100000"/>
              </a:lnSpc>
              <a:spcBef>
                <a:spcPts val="100"/>
              </a:spcBef>
            </a:pPr>
            <a:r>
              <a:rPr dirty="0"/>
              <a:t>MBIST</a:t>
            </a:r>
            <a:r>
              <a:rPr spc="-70" dirty="0"/>
              <a:t> 架构</a:t>
            </a:r>
            <a:endParaRPr spc="-70" dirty="0"/>
          </a:p>
        </p:txBody>
      </p:sp>
      <p:pic>
        <p:nvPicPr>
          <p:cNvPr id="47" name="图片 46"/>
          <p:cNvPicPr/>
          <p:nvPr/>
        </p:nvPicPr>
        <p:blipFill>
          <a:blip r:embed="rId1"/>
          <a:stretch>
            <a:fillRect/>
          </a:stretch>
        </p:blipFill>
        <p:spPr>
          <a:xfrm>
            <a:off x="685800" y="1981200"/>
            <a:ext cx="4909820" cy="3127375"/>
          </a:xfrm>
          <a:prstGeom prst="rect">
            <a:avLst/>
          </a:prstGeom>
        </p:spPr>
      </p:pic>
      <p:pic>
        <p:nvPicPr>
          <p:cNvPr id="48" name="图片 47"/>
          <p:cNvPicPr/>
          <p:nvPr/>
        </p:nvPicPr>
        <p:blipFill>
          <a:blip r:embed="rId2"/>
          <a:stretch>
            <a:fillRect/>
          </a:stretch>
        </p:blipFill>
        <p:spPr>
          <a:xfrm>
            <a:off x="6400800" y="1981200"/>
            <a:ext cx="5219700" cy="3127375"/>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199130" cy="604520"/>
          </a:xfrm>
          <a:prstGeom prst="rect">
            <a:avLst/>
          </a:prstGeom>
        </p:spPr>
        <p:txBody>
          <a:bodyPr vert="horz" wrap="square" lIns="0" tIns="12700" rIns="0" bIns="0" rtlCol="0">
            <a:spAutoFit/>
          </a:bodyPr>
          <a:lstStyle/>
          <a:p>
            <a:pPr marL="12700">
              <a:lnSpc>
                <a:spcPct val="100000"/>
              </a:lnSpc>
              <a:spcBef>
                <a:spcPts val="100"/>
              </a:spcBef>
            </a:pPr>
            <a:r>
              <a:rPr dirty="0"/>
              <a:t>MBIST</a:t>
            </a:r>
            <a:r>
              <a:rPr spc="-35" dirty="0"/>
              <a:t> 的算法</a:t>
            </a:r>
            <a:endParaRPr spc="-35" dirty="0"/>
          </a:p>
        </p:txBody>
      </p:sp>
      <p:sp>
        <p:nvSpPr>
          <p:cNvPr id="3" name="object 3"/>
          <p:cNvSpPr txBox="1"/>
          <p:nvPr/>
        </p:nvSpPr>
        <p:spPr>
          <a:xfrm>
            <a:off x="963930" y="1578355"/>
            <a:ext cx="8980170" cy="392493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009FE8"/>
                </a:solidFill>
                <a:latin typeface="微软雅黑" panose="020B0503020204020204" charset="-122"/>
                <a:cs typeface="微软雅黑" panose="020B0503020204020204" charset="-122"/>
              </a:rPr>
              <a:t>Memory的Fault</a:t>
            </a:r>
            <a:r>
              <a:rPr sz="2400" b="1" spc="-45" dirty="0">
                <a:solidFill>
                  <a:srgbClr val="009FE8"/>
                </a:solidFill>
                <a:latin typeface="微软雅黑" panose="020B0503020204020204" charset="-122"/>
                <a:cs typeface="微软雅黑" panose="020B0503020204020204" charset="-122"/>
              </a:rPr>
              <a:t> </a:t>
            </a:r>
            <a:r>
              <a:rPr sz="2400" b="1" spc="-10" dirty="0">
                <a:solidFill>
                  <a:srgbClr val="009FE8"/>
                </a:solidFill>
                <a:latin typeface="微软雅黑" panose="020B0503020204020204" charset="-122"/>
                <a:cs typeface="微软雅黑" panose="020B0503020204020204" charset="-122"/>
              </a:rPr>
              <a:t>Model：</a:t>
            </a:r>
            <a:endParaRPr sz="2400">
              <a:latin typeface="微软雅黑" panose="020B0503020204020204" charset="-122"/>
              <a:cs typeface="微软雅黑" panose="020B0503020204020204" charset="-122"/>
            </a:endParaRPr>
          </a:p>
          <a:p>
            <a:pPr marL="469900" marR="5080">
              <a:lnSpc>
                <a:spcPct val="212000"/>
              </a:lnSpc>
              <a:spcBef>
                <a:spcPts val="415"/>
              </a:spcBef>
            </a:pPr>
            <a:r>
              <a:rPr sz="2000" dirty="0">
                <a:solidFill>
                  <a:srgbClr val="009FE8"/>
                </a:solidFill>
                <a:latin typeface="微软雅黑" panose="020B0503020204020204" charset="-122"/>
                <a:cs typeface="微软雅黑" panose="020B0503020204020204" charset="-122"/>
              </a:rPr>
              <a:t>Fault</a:t>
            </a:r>
            <a:r>
              <a:rPr sz="2000" spc="-50" dirty="0">
                <a:solidFill>
                  <a:srgbClr val="009FE8"/>
                </a:solidFill>
                <a:latin typeface="微软雅黑" panose="020B0503020204020204" charset="-122"/>
                <a:cs typeface="微软雅黑" panose="020B0503020204020204" charset="-122"/>
              </a:rPr>
              <a:t> </a:t>
            </a:r>
            <a:r>
              <a:rPr sz="2000" spc="-20" dirty="0">
                <a:solidFill>
                  <a:srgbClr val="009FE8"/>
                </a:solidFill>
                <a:latin typeface="微软雅黑" panose="020B0503020204020204" charset="-122"/>
                <a:cs typeface="微软雅黑" panose="020B0503020204020204" charset="-122"/>
              </a:rPr>
              <a:t>model</a:t>
            </a:r>
            <a:r>
              <a:rPr sz="2000" dirty="0">
                <a:solidFill>
                  <a:srgbClr val="009FE8"/>
                </a:solidFill>
                <a:latin typeface="微软雅黑" panose="020B0503020204020204" charset="-122"/>
                <a:cs typeface="微软雅黑" panose="020B0503020204020204" charset="-122"/>
              </a:rPr>
              <a:t>通常是由</a:t>
            </a:r>
            <a:r>
              <a:rPr sz="2000" spc="-10" dirty="0">
                <a:solidFill>
                  <a:srgbClr val="009FE8"/>
                </a:solidFill>
                <a:latin typeface="微软雅黑" panose="020B0503020204020204" charset="-122"/>
                <a:cs typeface="微软雅黑" panose="020B0503020204020204" charset="-122"/>
              </a:rPr>
              <a:t>IP</a:t>
            </a:r>
            <a:r>
              <a:rPr sz="2000" dirty="0">
                <a:solidFill>
                  <a:srgbClr val="009FE8"/>
                </a:solidFill>
                <a:latin typeface="微软雅黑" panose="020B0503020204020204" charset="-122"/>
                <a:cs typeface="微软雅黑" panose="020B0503020204020204" charset="-122"/>
              </a:rPr>
              <a:t>开发商、生产制造商、</a:t>
            </a:r>
            <a:r>
              <a:rPr sz="2000" spc="-30" dirty="0">
                <a:solidFill>
                  <a:srgbClr val="009FE8"/>
                </a:solidFill>
                <a:latin typeface="微软雅黑" panose="020B0503020204020204" charset="-122"/>
                <a:cs typeface="微软雅黑" panose="020B0503020204020204" charset="-122"/>
              </a:rPr>
              <a:t>EDA</a:t>
            </a:r>
            <a:r>
              <a:rPr sz="2000" dirty="0">
                <a:solidFill>
                  <a:srgbClr val="009FE8"/>
                </a:solidFill>
                <a:latin typeface="微软雅黑" panose="020B0503020204020204" charset="-122"/>
                <a:cs typeface="微软雅黑" panose="020B0503020204020204" charset="-122"/>
              </a:rPr>
              <a:t>、客户共同参与指定的</a:t>
            </a:r>
            <a:r>
              <a:rPr sz="1800" spc="-50" dirty="0">
                <a:solidFill>
                  <a:srgbClr val="009FE8"/>
                </a:solidFill>
                <a:latin typeface="微软雅黑" panose="020B0503020204020204" charset="-122"/>
                <a:cs typeface="微软雅黑" panose="020B0503020204020204" charset="-122"/>
              </a:rPr>
              <a:t>。</a:t>
            </a:r>
            <a:r>
              <a:rPr sz="1800" dirty="0">
                <a:solidFill>
                  <a:srgbClr val="009FE8"/>
                </a:solidFill>
                <a:latin typeface="微软雅黑" panose="020B0503020204020204" charset="-122"/>
                <a:cs typeface="微软雅黑" panose="020B0503020204020204" charset="-122"/>
              </a:rPr>
              <a:t>常见的fault</a:t>
            </a:r>
            <a:r>
              <a:rPr sz="1800" spc="-30" dirty="0">
                <a:solidFill>
                  <a:srgbClr val="009FE8"/>
                </a:solidFill>
                <a:latin typeface="微软雅黑" panose="020B0503020204020204" charset="-122"/>
                <a:cs typeface="微软雅黑" panose="020B0503020204020204" charset="-122"/>
              </a:rPr>
              <a:t> </a:t>
            </a:r>
            <a:r>
              <a:rPr sz="1800" spc="-10" dirty="0">
                <a:solidFill>
                  <a:srgbClr val="009FE8"/>
                </a:solidFill>
                <a:latin typeface="微软雅黑" panose="020B0503020204020204" charset="-122"/>
                <a:cs typeface="微软雅黑" panose="020B0503020204020204" charset="-122"/>
              </a:rPr>
              <a:t>model</a:t>
            </a:r>
            <a:r>
              <a:rPr sz="1800" spc="-20" dirty="0">
                <a:solidFill>
                  <a:srgbClr val="009FE8"/>
                </a:solidFill>
                <a:latin typeface="微软雅黑" panose="020B0503020204020204" charset="-122"/>
                <a:cs typeface="微软雅黑" panose="020B0503020204020204" charset="-122"/>
              </a:rPr>
              <a:t>包括：</a:t>
            </a:r>
            <a:endParaRPr sz="1800">
              <a:latin typeface="微软雅黑" panose="020B0503020204020204" charset="-122"/>
              <a:cs typeface="微软雅黑" panose="020B0503020204020204" charset="-122"/>
            </a:endParaRPr>
          </a:p>
          <a:p>
            <a:pPr marL="1383665" indent="-456565">
              <a:lnSpc>
                <a:spcPct val="100000"/>
              </a:lnSpc>
              <a:spcBef>
                <a:spcPts val="2550"/>
              </a:spcBef>
              <a:buAutoNum type="arabicPeriod"/>
              <a:tabLst>
                <a:tab pos="1383665" algn="l"/>
              </a:tabLst>
            </a:pPr>
            <a:r>
              <a:rPr sz="1600" spc="-45" dirty="0">
                <a:solidFill>
                  <a:srgbClr val="009FE8"/>
                </a:solidFill>
                <a:latin typeface="微软雅黑" panose="020B0503020204020204" charset="-122"/>
                <a:cs typeface="微软雅黑" panose="020B0503020204020204" charset="-122"/>
              </a:rPr>
              <a:t>Stuck-</a:t>
            </a:r>
            <a:r>
              <a:rPr sz="1600" dirty="0">
                <a:solidFill>
                  <a:srgbClr val="009FE8"/>
                </a:solidFill>
                <a:latin typeface="微软雅黑" panose="020B0503020204020204" charset="-122"/>
                <a:cs typeface="微软雅黑" panose="020B0503020204020204" charset="-122"/>
              </a:rPr>
              <a:t>at</a:t>
            </a:r>
            <a:r>
              <a:rPr sz="1600" spc="35" dirty="0">
                <a:solidFill>
                  <a:srgbClr val="009FE8"/>
                </a:solidFill>
                <a:latin typeface="微软雅黑" panose="020B0503020204020204" charset="-122"/>
                <a:cs typeface="微软雅黑" panose="020B0503020204020204" charset="-122"/>
              </a:rPr>
              <a:t> </a:t>
            </a:r>
            <a:r>
              <a:rPr sz="1600" spc="-20" dirty="0">
                <a:solidFill>
                  <a:srgbClr val="009FE8"/>
                </a:solidFill>
                <a:latin typeface="微软雅黑" panose="020B0503020204020204" charset="-122"/>
                <a:cs typeface="微软雅黑" panose="020B0503020204020204" charset="-122"/>
              </a:rPr>
              <a:t>fault</a:t>
            </a:r>
            <a:endParaRPr sz="1600">
              <a:latin typeface="微软雅黑" panose="020B0503020204020204" charset="-122"/>
              <a:cs typeface="微软雅黑" panose="020B0503020204020204" charset="-122"/>
            </a:endParaRPr>
          </a:p>
          <a:p>
            <a:pPr marL="1383665" indent="-456565">
              <a:lnSpc>
                <a:spcPct val="100000"/>
              </a:lnSpc>
              <a:spcBef>
                <a:spcPts val="2380"/>
              </a:spcBef>
              <a:buAutoNum type="arabicPeriod"/>
              <a:tabLst>
                <a:tab pos="1383665" algn="l"/>
              </a:tabLst>
            </a:pPr>
            <a:r>
              <a:rPr sz="1600" spc="-20" dirty="0">
                <a:solidFill>
                  <a:srgbClr val="009FE8"/>
                </a:solidFill>
                <a:latin typeface="微软雅黑" panose="020B0503020204020204" charset="-122"/>
                <a:cs typeface="微软雅黑" panose="020B0503020204020204" charset="-122"/>
              </a:rPr>
              <a:t>Transition</a:t>
            </a:r>
            <a:r>
              <a:rPr sz="1600" spc="-10" dirty="0">
                <a:solidFill>
                  <a:srgbClr val="009FE8"/>
                </a:solidFill>
                <a:latin typeface="微软雅黑" panose="020B0503020204020204" charset="-122"/>
                <a:cs typeface="微软雅黑" panose="020B0503020204020204" charset="-122"/>
              </a:rPr>
              <a:t> </a:t>
            </a:r>
            <a:r>
              <a:rPr sz="1600" spc="-20" dirty="0">
                <a:solidFill>
                  <a:srgbClr val="009FE8"/>
                </a:solidFill>
                <a:latin typeface="微软雅黑" panose="020B0503020204020204" charset="-122"/>
                <a:cs typeface="微软雅黑" panose="020B0503020204020204" charset="-122"/>
              </a:rPr>
              <a:t>fault</a:t>
            </a:r>
            <a:endParaRPr sz="1600">
              <a:latin typeface="微软雅黑" panose="020B0503020204020204" charset="-122"/>
              <a:cs typeface="微软雅黑" panose="020B0503020204020204" charset="-122"/>
            </a:endParaRPr>
          </a:p>
          <a:p>
            <a:pPr marL="1383665" indent="-456565">
              <a:lnSpc>
                <a:spcPct val="100000"/>
              </a:lnSpc>
              <a:spcBef>
                <a:spcPts val="2375"/>
              </a:spcBef>
              <a:buAutoNum type="arabicPeriod"/>
              <a:tabLst>
                <a:tab pos="1383665" algn="l"/>
              </a:tabLst>
            </a:pPr>
            <a:r>
              <a:rPr sz="1600" dirty="0">
                <a:solidFill>
                  <a:srgbClr val="009FE8"/>
                </a:solidFill>
                <a:latin typeface="微软雅黑" panose="020B0503020204020204" charset="-122"/>
                <a:cs typeface="微软雅黑" panose="020B0503020204020204" charset="-122"/>
              </a:rPr>
              <a:t>Coupling</a:t>
            </a:r>
            <a:r>
              <a:rPr sz="1600" spc="-55" dirty="0">
                <a:solidFill>
                  <a:srgbClr val="009FE8"/>
                </a:solidFill>
                <a:latin typeface="微软雅黑" panose="020B0503020204020204" charset="-122"/>
                <a:cs typeface="微软雅黑" panose="020B0503020204020204" charset="-122"/>
              </a:rPr>
              <a:t> </a:t>
            </a:r>
            <a:r>
              <a:rPr sz="1600" spc="-20" dirty="0">
                <a:solidFill>
                  <a:srgbClr val="009FE8"/>
                </a:solidFill>
                <a:latin typeface="微软雅黑" panose="020B0503020204020204" charset="-122"/>
                <a:cs typeface="微软雅黑" panose="020B0503020204020204" charset="-122"/>
              </a:rPr>
              <a:t>fault</a:t>
            </a:r>
            <a:endParaRPr sz="1600">
              <a:latin typeface="微软雅黑" panose="020B0503020204020204" charset="-122"/>
              <a:cs typeface="微软雅黑" panose="020B0503020204020204" charset="-122"/>
            </a:endParaRPr>
          </a:p>
          <a:p>
            <a:pPr marL="1383665" indent="-456565">
              <a:lnSpc>
                <a:spcPct val="100000"/>
              </a:lnSpc>
              <a:spcBef>
                <a:spcPts val="2470"/>
              </a:spcBef>
              <a:buAutoNum type="arabicPeriod"/>
              <a:tabLst>
                <a:tab pos="1383665" algn="l"/>
              </a:tabLst>
            </a:pPr>
            <a:r>
              <a:rPr sz="1600" dirty="0">
                <a:solidFill>
                  <a:srgbClr val="009FE8"/>
                </a:solidFill>
                <a:latin typeface="微软雅黑" panose="020B0503020204020204" charset="-122"/>
                <a:cs typeface="微软雅黑" panose="020B0503020204020204" charset="-122"/>
              </a:rPr>
              <a:t>Address</a:t>
            </a:r>
            <a:r>
              <a:rPr sz="1600" spc="-75" dirty="0">
                <a:solidFill>
                  <a:srgbClr val="009FE8"/>
                </a:solidFill>
                <a:latin typeface="微软雅黑" panose="020B0503020204020204" charset="-122"/>
                <a:cs typeface="微软雅黑" panose="020B0503020204020204" charset="-122"/>
              </a:rPr>
              <a:t> </a:t>
            </a:r>
            <a:r>
              <a:rPr sz="1600" dirty="0">
                <a:solidFill>
                  <a:srgbClr val="009FE8"/>
                </a:solidFill>
                <a:latin typeface="微软雅黑" panose="020B0503020204020204" charset="-122"/>
                <a:cs typeface="微软雅黑" panose="020B0503020204020204" charset="-122"/>
              </a:rPr>
              <a:t>decoder</a:t>
            </a:r>
            <a:r>
              <a:rPr sz="1600" spc="-70" dirty="0">
                <a:solidFill>
                  <a:srgbClr val="009FE8"/>
                </a:solidFill>
                <a:latin typeface="微软雅黑" panose="020B0503020204020204" charset="-122"/>
                <a:cs typeface="微软雅黑" panose="020B0503020204020204" charset="-122"/>
              </a:rPr>
              <a:t> </a:t>
            </a:r>
            <a:r>
              <a:rPr sz="1600" spc="-20" dirty="0">
                <a:solidFill>
                  <a:srgbClr val="009FE8"/>
                </a:solidFill>
                <a:latin typeface="微软雅黑" panose="020B0503020204020204" charset="-122"/>
                <a:cs typeface="微软雅黑" panose="020B0503020204020204" charset="-122"/>
              </a:rPr>
              <a:t>fault</a:t>
            </a:r>
            <a:endParaRPr sz="1600">
              <a:latin typeface="微软雅黑" panose="020B0503020204020204" charset="-122"/>
              <a:cs typeface="微软雅黑" panose="020B0503020204020204"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199130" cy="604520"/>
          </a:xfrm>
          <a:prstGeom prst="rect">
            <a:avLst/>
          </a:prstGeom>
        </p:spPr>
        <p:txBody>
          <a:bodyPr vert="horz" wrap="square" lIns="0" tIns="12700" rIns="0" bIns="0" rtlCol="0">
            <a:spAutoFit/>
          </a:bodyPr>
          <a:lstStyle/>
          <a:p>
            <a:pPr marL="12700">
              <a:lnSpc>
                <a:spcPct val="100000"/>
              </a:lnSpc>
              <a:spcBef>
                <a:spcPts val="100"/>
              </a:spcBef>
            </a:pPr>
            <a:r>
              <a:rPr dirty="0"/>
              <a:t>MBIST</a:t>
            </a:r>
            <a:r>
              <a:rPr spc="-35" dirty="0"/>
              <a:t> 的算法</a:t>
            </a:r>
            <a:endParaRPr spc="-35" dirty="0"/>
          </a:p>
        </p:txBody>
      </p:sp>
      <p:sp>
        <p:nvSpPr>
          <p:cNvPr id="3" name="object 3"/>
          <p:cNvSpPr txBox="1"/>
          <p:nvPr/>
        </p:nvSpPr>
        <p:spPr>
          <a:xfrm>
            <a:off x="963930" y="1578355"/>
            <a:ext cx="3767454" cy="109156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009FE8"/>
                </a:solidFill>
                <a:latin typeface="微软雅黑" panose="020B0503020204020204" charset="-122"/>
                <a:cs typeface="微软雅黑" panose="020B0503020204020204" charset="-122"/>
              </a:rPr>
              <a:t>Memory的Fault</a:t>
            </a:r>
            <a:r>
              <a:rPr sz="2400" b="1" spc="-45" dirty="0">
                <a:solidFill>
                  <a:srgbClr val="009FE8"/>
                </a:solidFill>
                <a:latin typeface="微软雅黑" panose="020B0503020204020204" charset="-122"/>
                <a:cs typeface="微软雅黑" panose="020B0503020204020204" charset="-122"/>
              </a:rPr>
              <a:t> </a:t>
            </a:r>
            <a:r>
              <a:rPr sz="2400" b="1" spc="-10" dirty="0">
                <a:solidFill>
                  <a:srgbClr val="009FE8"/>
                </a:solidFill>
                <a:latin typeface="微软雅黑" panose="020B0503020204020204" charset="-122"/>
                <a:cs typeface="微软雅黑" panose="020B0503020204020204" charset="-122"/>
              </a:rPr>
              <a:t>Model：</a:t>
            </a:r>
            <a:endParaRPr sz="2400">
              <a:latin typeface="微软雅黑" panose="020B0503020204020204" charset="-122"/>
              <a:cs typeface="微软雅黑" panose="020B0503020204020204" charset="-122"/>
            </a:endParaRPr>
          </a:p>
          <a:p>
            <a:pPr marL="469900">
              <a:lnSpc>
                <a:spcPct val="100000"/>
              </a:lnSpc>
              <a:spcBef>
                <a:spcPts val="3110"/>
              </a:spcBef>
            </a:pPr>
            <a:r>
              <a:rPr sz="2000" spc="-50" dirty="0">
                <a:solidFill>
                  <a:srgbClr val="009FE8"/>
                </a:solidFill>
                <a:latin typeface="微软雅黑" panose="020B0503020204020204" charset="-122"/>
                <a:cs typeface="微软雅黑" panose="020B0503020204020204" charset="-122"/>
              </a:rPr>
              <a:t>Stuck-</a:t>
            </a:r>
            <a:r>
              <a:rPr sz="2000" dirty="0">
                <a:solidFill>
                  <a:srgbClr val="009FE8"/>
                </a:solidFill>
                <a:latin typeface="微软雅黑" panose="020B0503020204020204" charset="-122"/>
                <a:cs typeface="微软雅黑" panose="020B0503020204020204" charset="-122"/>
              </a:rPr>
              <a:t>at</a:t>
            </a:r>
            <a:r>
              <a:rPr sz="2000" spc="25" dirty="0">
                <a:solidFill>
                  <a:srgbClr val="009FE8"/>
                </a:solidFill>
                <a:latin typeface="微软雅黑" panose="020B0503020204020204" charset="-122"/>
                <a:cs typeface="微软雅黑" panose="020B0503020204020204" charset="-122"/>
              </a:rPr>
              <a:t> </a:t>
            </a:r>
            <a:r>
              <a:rPr sz="2000" spc="-10" dirty="0">
                <a:solidFill>
                  <a:srgbClr val="009FE8"/>
                </a:solidFill>
                <a:latin typeface="微软雅黑" panose="020B0503020204020204" charset="-122"/>
                <a:cs typeface="微软雅黑" panose="020B0503020204020204" charset="-122"/>
              </a:rPr>
              <a:t>fault</a:t>
            </a:r>
            <a:endParaRPr sz="2000">
              <a:latin typeface="微软雅黑" panose="020B0503020204020204" charset="-122"/>
              <a:cs typeface="微软雅黑" panose="020B0503020204020204" charset="-122"/>
            </a:endParaRPr>
          </a:p>
        </p:txBody>
      </p:sp>
      <p:pic>
        <p:nvPicPr>
          <p:cNvPr id="4" name="object 4"/>
          <p:cNvPicPr/>
          <p:nvPr/>
        </p:nvPicPr>
        <p:blipFill>
          <a:blip r:embed="rId1" cstate="print"/>
          <a:stretch>
            <a:fillRect/>
          </a:stretch>
        </p:blipFill>
        <p:spPr>
          <a:xfrm>
            <a:off x="4186398" y="3161070"/>
            <a:ext cx="4401967" cy="2401075"/>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199130" cy="604520"/>
          </a:xfrm>
          <a:prstGeom prst="rect">
            <a:avLst/>
          </a:prstGeom>
        </p:spPr>
        <p:txBody>
          <a:bodyPr vert="horz" wrap="square" lIns="0" tIns="12700" rIns="0" bIns="0" rtlCol="0">
            <a:spAutoFit/>
          </a:bodyPr>
          <a:lstStyle/>
          <a:p>
            <a:pPr marL="12700">
              <a:lnSpc>
                <a:spcPct val="100000"/>
              </a:lnSpc>
              <a:spcBef>
                <a:spcPts val="100"/>
              </a:spcBef>
            </a:pPr>
            <a:r>
              <a:rPr dirty="0"/>
              <a:t>MBIST</a:t>
            </a:r>
            <a:r>
              <a:rPr spc="-35" dirty="0"/>
              <a:t> 的算法</a:t>
            </a:r>
            <a:endParaRPr spc="-35" dirty="0"/>
          </a:p>
        </p:txBody>
      </p:sp>
      <p:sp>
        <p:nvSpPr>
          <p:cNvPr id="3" name="object 3"/>
          <p:cNvSpPr txBox="1"/>
          <p:nvPr/>
        </p:nvSpPr>
        <p:spPr>
          <a:xfrm>
            <a:off x="963930" y="1578355"/>
            <a:ext cx="3767454" cy="109156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009FE8"/>
                </a:solidFill>
                <a:latin typeface="微软雅黑" panose="020B0503020204020204" charset="-122"/>
                <a:cs typeface="微软雅黑" panose="020B0503020204020204" charset="-122"/>
              </a:rPr>
              <a:t>Memory的Fault</a:t>
            </a:r>
            <a:r>
              <a:rPr sz="2400" b="1" spc="-45" dirty="0">
                <a:solidFill>
                  <a:srgbClr val="009FE8"/>
                </a:solidFill>
                <a:latin typeface="微软雅黑" panose="020B0503020204020204" charset="-122"/>
                <a:cs typeface="微软雅黑" panose="020B0503020204020204" charset="-122"/>
              </a:rPr>
              <a:t> </a:t>
            </a:r>
            <a:r>
              <a:rPr sz="2400" b="1" spc="-10" dirty="0">
                <a:solidFill>
                  <a:srgbClr val="009FE8"/>
                </a:solidFill>
                <a:latin typeface="微软雅黑" panose="020B0503020204020204" charset="-122"/>
                <a:cs typeface="微软雅黑" panose="020B0503020204020204" charset="-122"/>
              </a:rPr>
              <a:t>Model：</a:t>
            </a:r>
            <a:endParaRPr sz="2400">
              <a:latin typeface="微软雅黑" panose="020B0503020204020204" charset="-122"/>
              <a:cs typeface="微软雅黑" panose="020B0503020204020204" charset="-122"/>
            </a:endParaRPr>
          </a:p>
          <a:p>
            <a:pPr marL="469900">
              <a:lnSpc>
                <a:spcPct val="100000"/>
              </a:lnSpc>
              <a:spcBef>
                <a:spcPts val="3110"/>
              </a:spcBef>
            </a:pPr>
            <a:r>
              <a:rPr sz="2000" spc="-20" dirty="0">
                <a:solidFill>
                  <a:srgbClr val="009FE8"/>
                </a:solidFill>
                <a:latin typeface="微软雅黑" panose="020B0503020204020204" charset="-122"/>
                <a:cs typeface="微软雅黑" panose="020B0503020204020204" charset="-122"/>
              </a:rPr>
              <a:t>Transition</a:t>
            </a:r>
            <a:r>
              <a:rPr sz="2000" spc="-60" dirty="0">
                <a:solidFill>
                  <a:srgbClr val="009FE8"/>
                </a:solidFill>
                <a:latin typeface="微软雅黑" panose="020B0503020204020204" charset="-122"/>
                <a:cs typeface="微软雅黑" panose="020B0503020204020204" charset="-122"/>
              </a:rPr>
              <a:t> </a:t>
            </a:r>
            <a:r>
              <a:rPr sz="2000" spc="-20" dirty="0">
                <a:solidFill>
                  <a:srgbClr val="009FE8"/>
                </a:solidFill>
                <a:latin typeface="微软雅黑" panose="020B0503020204020204" charset="-122"/>
                <a:cs typeface="微软雅黑" panose="020B0503020204020204" charset="-122"/>
              </a:rPr>
              <a:t>fault</a:t>
            </a:r>
            <a:endParaRPr sz="2000">
              <a:latin typeface="微软雅黑" panose="020B0503020204020204" charset="-122"/>
              <a:cs typeface="微软雅黑" panose="020B0503020204020204" charset="-122"/>
            </a:endParaRPr>
          </a:p>
        </p:txBody>
      </p:sp>
      <p:pic>
        <p:nvPicPr>
          <p:cNvPr id="4" name="object 4"/>
          <p:cNvPicPr/>
          <p:nvPr/>
        </p:nvPicPr>
        <p:blipFill>
          <a:blip r:embed="rId1" cstate="print"/>
          <a:stretch>
            <a:fillRect/>
          </a:stretch>
        </p:blipFill>
        <p:spPr>
          <a:xfrm>
            <a:off x="4702632" y="2492222"/>
            <a:ext cx="4343399" cy="1219200"/>
          </a:xfrm>
          <a:prstGeom prst="rect">
            <a:avLst/>
          </a:prstGeom>
        </p:spPr>
      </p:pic>
      <p:pic>
        <p:nvPicPr>
          <p:cNvPr id="5" name="object 5"/>
          <p:cNvPicPr/>
          <p:nvPr/>
        </p:nvPicPr>
        <p:blipFill>
          <a:blip r:embed="rId2" cstate="print"/>
          <a:stretch>
            <a:fillRect/>
          </a:stretch>
        </p:blipFill>
        <p:spPr>
          <a:xfrm>
            <a:off x="4564519" y="4482223"/>
            <a:ext cx="4571999" cy="914399"/>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199130" cy="604520"/>
          </a:xfrm>
          <a:prstGeom prst="rect">
            <a:avLst/>
          </a:prstGeom>
        </p:spPr>
        <p:txBody>
          <a:bodyPr vert="horz" wrap="square" lIns="0" tIns="12700" rIns="0" bIns="0" rtlCol="0">
            <a:spAutoFit/>
          </a:bodyPr>
          <a:lstStyle/>
          <a:p>
            <a:pPr marL="12700">
              <a:lnSpc>
                <a:spcPct val="100000"/>
              </a:lnSpc>
              <a:spcBef>
                <a:spcPts val="100"/>
              </a:spcBef>
            </a:pPr>
            <a:r>
              <a:rPr dirty="0"/>
              <a:t>MBIST</a:t>
            </a:r>
            <a:r>
              <a:rPr spc="-35" dirty="0"/>
              <a:t> 的算法</a:t>
            </a:r>
            <a:endParaRPr spc="-35" dirty="0"/>
          </a:p>
        </p:txBody>
      </p:sp>
      <p:sp>
        <p:nvSpPr>
          <p:cNvPr id="3" name="object 3"/>
          <p:cNvSpPr txBox="1"/>
          <p:nvPr/>
        </p:nvSpPr>
        <p:spPr>
          <a:xfrm>
            <a:off x="963930" y="1578355"/>
            <a:ext cx="3767454" cy="109156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009FE8"/>
                </a:solidFill>
                <a:latin typeface="微软雅黑" panose="020B0503020204020204" charset="-122"/>
                <a:cs typeface="微软雅黑" panose="020B0503020204020204" charset="-122"/>
              </a:rPr>
              <a:t>Memory的Fault</a:t>
            </a:r>
            <a:r>
              <a:rPr sz="2400" b="1" spc="-45" dirty="0">
                <a:solidFill>
                  <a:srgbClr val="009FE8"/>
                </a:solidFill>
                <a:latin typeface="微软雅黑" panose="020B0503020204020204" charset="-122"/>
                <a:cs typeface="微软雅黑" panose="020B0503020204020204" charset="-122"/>
              </a:rPr>
              <a:t> </a:t>
            </a:r>
            <a:r>
              <a:rPr sz="2400" b="1" spc="-10" dirty="0">
                <a:solidFill>
                  <a:srgbClr val="009FE8"/>
                </a:solidFill>
                <a:latin typeface="微软雅黑" panose="020B0503020204020204" charset="-122"/>
                <a:cs typeface="微软雅黑" panose="020B0503020204020204" charset="-122"/>
              </a:rPr>
              <a:t>Model：</a:t>
            </a:r>
            <a:endParaRPr sz="2400">
              <a:latin typeface="微软雅黑" panose="020B0503020204020204" charset="-122"/>
              <a:cs typeface="微软雅黑" panose="020B0503020204020204" charset="-122"/>
            </a:endParaRPr>
          </a:p>
          <a:p>
            <a:pPr marL="469900">
              <a:lnSpc>
                <a:spcPct val="100000"/>
              </a:lnSpc>
              <a:spcBef>
                <a:spcPts val="3110"/>
              </a:spcBef>
            </a:pPr>
            <a:r>
              <a:rPr sz="2000" dirty="0">
                <a:solidFill>
                  <a:srgbClr val="009FE8"/>
                </a:solidFill>
                <a:latin typeface="微软雅黑" panose="020B0503020204020204" charset="-122"/>
                <a:cs typeface="微软雅黑" panose="020B0503020204020204" charset="-122"/>
              </a:rPr>
              <a:t>Coupling</a:t>
            </a:r>
            <a:r>
              <a:rPr sz="2000" spc="-60" dirty="0">
                <a:solidFill>
                  <a:srgbClr val="009FE8"/>
                </a:solidFill>
                <a:latin typeface="微软雅黑" panose="020B0503020204020204" charset="-122"/>
                <a:cs typeface="微软雅黑" panose="020B0503020204020204" charset="-122"/>
              </a:rPr>
              <a:t> </a:t>
            </a:r>
            <a:r>
              <a:rPr sz="2000" spc="-10" dirty="0">
                <a:solidFill>
                  <a:srgbClr val="009FE8"/>
                </a:solidFill>
                <a:latin typeface="微软雅黑" panose="020B0503020204020204" charset="-122"/>
                <a:cs typeface="微软雅黑" panose="020B0503020204020204" charset="-122"/>
              </a:rPr>
              <a:t>fault</a:t>
            </a:r>
            <a:endParaRPr sz="2000">
              <a:latin typeface="微软雅黑" panose="020B0503020204020204" charset="-122"/>
              <a:cs typeface="微软雅黑" panose="020B0503020204020204" charset="-122"/>
            </a:endParaRPr>
          </a:p>
        </p:txBody>
      </p:sp>
      <p:pic>
        <p:nvPicPr>
          <p:cNvPr id="4" name="object 4"/>
          <p:cNvPicPr/>
          <p:nvPr/>
        </p:nvPicPr>
        <p:blipFill>
          <a:blip r:embed="rId1" cstate="print"/>
          <a:stretch>
            <a:fillRect/>
          </a:stretch>
        </p:blipFill>
        <p:spPr>
          <a:xfrm>
            <a:off x="1611795" y="3990975"/>
            <a:ext cx="3105150" cy="885825"/>
          </a:xfrm>
          <a:prstGeom prst="rect">
            <a:avLst/>
          </a:prstGeom>
        </p:spPr>
      </p:pic>
      <p:pic>
        <p:nvPicPr>
          <p:cNvPr id="5" name="object 5"/>
          <p:cNvPicPr/>
          <p:nvPr/>
        </p:nvPicPr>
        <p:blipFill>
          <a:blip r:embed="rId2" cstate="print"/>
          <a:stretch>
            <a:fillRect/>
          </a:stretch>
        </p:blipFill>
        <p:spPr>
          <a:xfrm>
            <a:off x="6477673" y="4057650"/>
            <a:ext cx="2933700" cy="781050"/>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199130" cy="604520"/>
          </a:xfrm>
          <a:prstGeom prst="rect">
            <a:avLst/>
          </a:prstGeom>
        </p:spPr>
        <p:txBody>
          <a:bodyPr vert="horz" wrap="square" lIns="0" tIns="12700" rIns="0" bIns="0" rtlCol="0">
            <a:spAutoFit/>
          </a:bodyPr>
          <a:lstStyle/>
          <a:p>
            <a:pPr marL="12700">
              <a:lnSpc>
                <a:spcPct val="100000"/>
              </a:lnSpc>
              <a:spcBef>
                <a:spcPts val="100"/>
              </a:spcBef>
            </a:pPr>
            <a:r>
              <a:rPr dirty="0"/>
              <a:t>MBIST</a:t>
            </a:r>
            <a:r>
              <a:rPr spc="-35" dirty="0"/>
              <a:t> 的算法</a:t>
            </a:r>
            <a:endParaRPr spc="-35" dirty="0"/>
          </a:p>
        </p:txBody>
      </p:sp>
      <p:sp>
        <p:nvSpPr>
          <p:cNvPr id="3" name="object 3"/>
          <p:cNvSpPr txBox="1"/>
          <p:nvPr/>
        </p:nvSpPr>
        <p:spPr>
          <a:xfrm>
            <a:off x="963930" y="1578355"/>
            <a:ext cx="5308600" cy="3108960"/>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009FE8"/>
                </a:solidFill>
                <a:latin typeface="微软雅黑" panose="020B0503020204020204" charset="-122"/>
                <a:cs typeface="微软雅黑" panose="020B0503020204020204" charset="-122"/>
              </a:rPr>
              <a:t>Memory的Fault</a:t>
            </a:r>
            <a:r>
              <a:rPr sz="2400" b="1" spc="-45" dirty="0">
                <a:solidFill>
                  <a:srgbClr val="009FE8"/>
                </a:solidFill>
                <a:latin typeface="微软雅黑" panose="020B0503020204020204" charset="-122"/>
                <a:cs typeface="微软雅黑" panose="020B0503020204020204" charset="-122"/>
              </a:rPr>
              <a:t> </a:t>
            </a:r>
            <a:r>
              <a:rPr sz="2400" b="1" spc="-10" dirty="0">
                <a:solidFill>
                  <a:srgbClr val="009FE8"/>
                </a:solidFill>
                <a:latin typeface="微软雅黑" panose="020B0503020204020204" charset="-122"/>
                <a:cs typeface="微软雅黑" panose="020B0503020204020204" charset="-122"/>
              </a:rPr>
              <a:t>Model：</a:t>
            </a:r>
            <a:endParaRPr sz="2400">
              <a:latin typeface="微软雅黑" panose="020B0503020204020204" charset="-122"/>
              <a:cs typeface="微软雅黑" panose="020B0503020204020204" charset="-122"/>
            </a:endParaRPr>
          </a:p>
          <a:p>
            <a:pPr marL="469900">
              <a:lnSpc>
                <a:spcPct val="100000"/>
              </a:lnSpc>
              <a:spcBef>
                <a:spcPts val="3110"/>
              </a:spcBef>
            </a:pPr>
            <a:r>
              <a:rPr sz="2000" dirty="0">
                <a:solidFill>
                  <a:srgbClr val="009FE8"/>
                </a:solidFill>
                <a:latin typeface="微软雅黑" panose="020B0503020204020204" charset="-122"/>
                <a:cs typeface="微软雅黑" panose="020B0503020204020204" charset="-122"/>
              </a:rPr>
              <a:t>Address</a:t>
            </a:r>
            <a:r>
              <a:rPr sz="2000" spc="-75" dirty="0">
                <a:solidFill>
                  <a:srgbClr val="009FE8"/>
                </a:solidFill>
                <a:latin typeface="微软雅黑" panose="020B0503020204020204" charset="-122"/>
                <a:cs typeface="微软雅黑" panose="020B0503020204020204" charset="-122"/>
              </a:rPr>
              <a:t> </a:t>
            </a:r>
            <a:r>
              <a:rPr sz="2000" dirty="0">
                <a:solidFill>
                  <a:srgbClr val="009FE8"/>
                </a:solidFill>
                <a:latin typeface="微软雅黑" panose="020B0503020204020204" charset="-122"/>
                <a:cs typeface="微软雅黑" panose="020B0503020204020204" charset="-122"/>
              </a:rPr>
              <a:t>Decoder</a:t>
            </a:r>
            <a:r>
              <a:rPr sz="2000" spc="-75" dirty="0">
                <a:solidFill>
                  <a:srgbClr val="009FE8"/>
                </a:solidFill>
                <a:latin typeface="微软雅黑" panose="020B0503020204020204" charset="-122"/>
                <a:cs typeface="微软雅黑" panose="020B0503020204020204" charset="-122"/>
              </a:rPr>
              <a:t> </a:t>
            </a:r>
            <a:r>
              <a:rPr sz="2000" spc="-20" dirty="0">
                <a:solidFill>
                  <a:srgbClr val="009FE8"/>
                </a:solidFill>
                <a:latin typeface="微软雅黑" panose="020B0503020204020204" charset="-122"/>
                <a:cs typeface="微软雅黑" panose="020B0503020204020204" charset="-122"/>
              </a:rPr>
              <a:t>fault</a:t>
            </a:r>
            <a:endParaRPr sz="2000">
              <a:latin typeface="微软雅黑" panose="020B0503020204020204" charset="-122"/>
              <a:cs typeface="微软雅黑" panose="020B0503020204020204" charset="-122"/>
            </a:endParaRPr>
          </a:p>
          <a:p>
            <a:pPr marL="469900" marR="5080">
              <a:lnSpc>
                <a:spcPct val="221000"/>
              </a:lnSpc>
            </a:pPr>
            <a:r>
              <a:rPr sz="2000" spc="-5" dirty="0">
                <a:solidFill>
                  <a:srgbClr val="009FE8"/>
                </a:solidFill>
                <a:latin typeface="微软雅黑" panose="020B0503020204020204" charset="-122"/>
                <a:cs typeface="微软雅黑" panose="020B0503020204020204" charset="-122"/>
              </a:rPr>
              <a:t>某一个有效的地址对应不上相应的存储单元某一个地址对应多个存储单元</a:t>
            </a:r>
            <a:endParaRPr sz="2000">
              <a:latin typeface="微软雅黑" panose="020B0503020204020204" charset="-122"/>
              <a:cs typeface="微软雅黑" panose="020B0503020204020204" charset="-122"/>
            </a:endParaRPr>
          </a:p>
          <a:p>
            <a:pPr marL="469900">
              <a:lnSpc>
                <a:spcPct val="100000"/>
              </a:lnSpc>
              <a:spcBef>
                <a:spcPts val="2880"/>
              </a:spcBef>
            </a:pPr>
            <a:r>
              <a:rPr sz="2000" spc="-5" dirty="0">
                <a:solidFill>
                  <a:srgbClr val="009FE8"/>
                </a:solidFill>
                <a:latin typeface="微软雅黑" panose="020B0503020204020204" charset="-122"/>
                <a:cs typeface="微软雅黑" panose="020B0503020204020204" charset="-122"/>
              </a:rPr>
              <a:t>多个地址对应一个存储单元</a:t>
            </a:r>
            <a:endParaRPr sz="2000">
              <a:latin typeface="微软雅黑" panose="020B0503020204020204" charset="-122"/>
              <a:cs typeface="微软雅黑" panose="020B0503020204020204"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199130" cy="604520"/>
          </a:xfrm>
          <a:prstGeom prst="rect">
            <a:avLst/>
          </a:prstGeom>
        </p:spPr>
        <p:txBody>
          <a:bodyPr vert="horz" wrap="square" lIns="0" tIns="12700" rIns="0" bIns="0" rtlCol="0">
            <a:spAutoFit/>
          </a:bodyPr>
          <a:lstStyle/>
          <a:p>
            <a:pPr marL="12700">
              <a:lnSpc>
                <a:spcPct val="100000"/>
              </a:lnSpc>
              <a:spcBef>
                <a:spcPts val="100"/>
              </a:spcBef>
            </a:pPr>
            <a:r>
              <a:rPr dirty="0"/>
              <a:t>MBIST</a:t>
            </a:r>
            <a:r>
              <a:rPr spc="-35" dirty="0"/>
              <a:t> 的算法</a:t>
            </a:r>
            <a:endParaRPr spc="-35" dirty="0"/>
          </a:p>
        </p:txBody>
      </p:sp>
      <p:sp>
        <p:nvSpPr>
          <p:cNvPr id="3" name="object 3"/>
          <p:cNvSpPr txBox="1"/>
          <p:nvPr/>
        </p:nvSpPr>
        <p:spPr>
          <a:xfrm>
            <a:off x="963930" y="1578355"/>
            <a:ext cx="4032250" cy="3313429"/>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009FE8"/>
                </a:solidFill>
                <a:latin typeface="微软雅黑" panose="020B0503020204020204" charset="-122"/>
                <a:cs typeface="微软雅黑" panose="020B0503020204020204" charset="-122"/>
              </a:rPr>
              <a:t>Memory</a:t>
            </a:r>
            <a:r>
              <a:rPr sz="2400" b="1" spc="90" dirty="0">
                <a:solidFill>
                  <a:srgbClr val="009FE8"/>
                </a:solidFill>
                <a:latin typeface="微软雅黑" panose="020B0503020204020204" charset="-122"/>
                <a:cs typeface="微软雅黑" panose="020B0503020204020204" charset="-122"/>
              </a:rPr>
              <a:t> </a:t>
            </a:r>
            <a:r>
              <a:rPr sz="2400" b="1" spc="-10" dirty="0">
                <a:solidFill>
                  <a:srgbClr val="009FE8"/>
                </a:solidFill>
                <a:latin typeface="微软雅黑" panose="020B0503020204020204" charset="-122"/>
                <a:cs typeface="微软雅黑" panose="020B0503020204020204" charset="-122"/>
              </a:rPr>
              <a:t>BIST的基础算法：</a:t>
            </a:r>
            <a:endParaRPr sz="2400">
              <a:latin typeface="微软雅黑" panose="020B0503020204020204" charset="-122"/>
              <a:cs typeface="微软雅黑" panose="020B0503020204020204" charset="-122"/>
            </a:endParaRPr>
          </a:p>
          <a:p>
            <a:pPr marL="469900">
              <a:lnSpc>
                <a:spcPct val="100000"/>
              </a:lnSpc>
              <a:spcBef>
                <a:spcPts val="3110"/>
              </a:spcBef>
            </a:pPr>
            <a:r>
              <a:rPr sz="2000" spc="-20" dirty="0">
                <a:solidFill>
                  <a:srgbClr val="009FE8"/>
                </a:solidFill>
                <a:latin typeface="微软雅黑" panose="020B0503020204020204" charset="-122"/>
                <a:cs typeface="微软雅黑" panose="020B0503020204020204" charset="-122"/>
              </a:rPr>
              <a:t>March-</a:t>
            </a:r>
            <a:r>
              <a:rPr sz="2000" spc="-10" dirty="0">
                <a:solidFill>
                  <a:srgbClr val="009FE8"/>
                </a:solidFill>
                <a:latin typeface="微软雅黑" panose="020B0503020204020204" charset="-122"/>
                <a:cs typeface="微软雅黑" panose="020B0503020204020204" charset="-122"/>
              </a:rPr>
              <a:t>C</a:t>
            </a:r>
            <a:r>
              <a:rPr sz="2000" spc="-20" dirty="0">
                <a:solidFill>
                  <a:srgbClr val="009FE8"/>
                </a:solidFill>
                <a:latin typeface="微软雅黑" panose="020B0503020204020204" charset="-122"/>
                <a:cs typeface="微软雅黑" panose="020B0503020204020204" charset="-122"/>
              </a:rPr>
              <a:t>算法：</a:t>
            </a:r>
            <a:endParaRPr sz="2000">
              <a:latin typeface="微软雅黑" panose="020B0503020204020204" charset="-122"/>
              <a:cs typeface="微软雅黑" panose="020B0503020204020204" charset="-122"/>
            </a:endParaRPr>
          </a:p>
          <a:p>
            <a:pPr marL="926465" indent="-456565">
              <a:lnSpc>
                <a:spcPct val="100000"/>
              </a:lnSpc>
              <a:spcBef>
                <a:spcPts val="695"/>
              </a:spcBef>
              <a:buAutoNum type="arabicPeriod"/>
              <a:tabLst>
                <a:tab pos="926465" algn="l"/>
              </a:tabLst>
            </a:pPr>
            <a:r>
              <a:rPr sz="2000" dirty="0">
                <a:solidFill>
                  <a:srgbClr val="009FE8"/>
                </a:solidFill>
                <a:latin typeface="微软雅黑" panose="020B0503020204020204" charset="-122"/>
                <a:cs typeface="微软雅黑" panose="020B0503020204020204" charset="-122"/>
              </a:rPr>
              <a:t>按地址从低到高：写</a:t>
            </a:r>
            <a:r>
              <a:rPr sz="2000" spc="-50" dirty="0">
                <a:solidFill>
                  <a:srgbClr val="009FE8"/>
                </a:solidFill>
                <a:latin typeface="微软雅黑" panose="020B0503020204020204" charset="-122"/>
                <a:cs typeface="微软雅黑" panose="020B0503020204020204" charset="-122"/>
              </a:rPr>
              <a:t>0</a:t>
            </a:r>
            <a:endParaRPr sz="2000">
              <a:latin typeface="微软雅黑" panose="020B0503020204020204" charset="-122"/>
              <a:cs typeface="微软雅黑" panose="020B0503020204020204" charset="-122"/>
            </a:endParaRPr>
          </a:p>
          <a:p>
            <a:pPr marL="926465" indent="-456565">
              <a:lnSpc>
                <a:spcPct val="100000"/>
              </a:lnSpc>
              <a:buAutoNum type="arabicPeriod"/>
              <a:tabLst>
                <a:tab pos="926465" algn="l"/>
              </a:tabLst>
            </a:pPr>
            <a:r>
              <a:rPr sz="2000" dirty="0">
                <a:solidFill>
                  <a:srgbClr val="009FE8"/>
                </a:solidFill>
                <a:latin typeface="微软雅黑" panose="020B0503020204020204" charset="-122"/>
                <a:cs typeface="微软雅黑" panose="020B0503020204020204" charset="-122"/>
              </a:rPr>
              <a:t>读</a:t>
            </a:r>
            <a:r>
              <a:rPr sz="2000" spc="-10" dirty="0">
                <a:solidFill>
                  <a:srgbClr val="009FE8"/>
                </a:solidFill>
                <a:latin typeface="微软雅黑" panose="020B0503020204020204" charset="-122"/>
                <a:cs typeface="微软雅黑" panose="020B0503020204020204" charset="-122"/>
              </a:rPr>
              <a:t>0</a:t>
            </a:r>
            <a:r>
              <a:rPr sz="2000" spc="-5" dirty="0">
                <a:solidFill>
                  <a:srgbClr val="009FE8"/>
                </a:solidFill>
                <a:latin typeface="微软雅黑" panose="020B0503020204020204" charset="-122"/>
                <a:cs typeface="微软雅黑" panose="020B0503020204020204" charset="-122"/>
              </a:rPr>
              <a:t>，写</a:t>
            </a:r>
            <a:r>
              <a:rPr sz="2000" spc="-50" dirty="0">
                <a:solidFill>
                  <a:srgbClr val="009FE8"/>
                </a:solidFill>
                <a:latin typeface="微软雅黑" panose="020B0503020204020204" charset="-122"/>
                <a:cs typeface="微软雅黑" panose="020B0503020204020204" charset="-122"/>
              </a:rPr>
              <a:t>1</a:t>
            </a:r>
            <a:endParaRPr sz="2000">
              <a:latin typeface="微软雅黑" panose="020B0503020204020204" charset="-122"/>
              <a:cs typeface="微软雅黑" panose="020B0503020204020204" charset="-122"/>
            </a:endParaRPr>
          </a:p>
          <a:p>
            <a:pPr marL="926465" indent="-456565">
              <a:lnSpc>
                <a:spcPct val="100000"/>
              </a:lnSpc>
              <a:buAutoNum type="arabicPeriod"/>
              <a:tabLst>
                <a:tab pos="926465" algn="l"/>
              </a:tabLst>
            </a:pPr>
            <a:r>
              <a:rPr sz="2000" dirty="0">
                <a:solidFill>
                  <a:srgbClr val="009FE8"/>
                </a:solidFill>
                <a:latin typeface="微软雅黑" panose="020B0503020204020204" charset="-122"/>
                <a:cs typeface="微软雅黑" panose="020B0503020204020204" charset="-122"/>
              </a:rPr>
              <a:t>读</a:t>
            </a:r>
            <a:r>
              <a:rPr sz="2000" spc="-10" dirty="0">
                <a:solidFill>
                  <a:srgbClr val="009FE8"/>
                </a:solidFill>
                <a:latin typeface="微软雅黑" panose="020B0503020204020204" charset="-122"/>
                <a:cs typeface="微软雅黑" panose="020B0503020204020204" charset="-122"/>
              </a:rPr>
              <a:t>1</a:t>
            </a:r>
            <a:r>
              <a:rPr sz="2000" spc="-5" dirty="0">
                <a:solidFill>
                  <a:srgbClr val="009FE8"/>
                </a:solidFill>
                <a:latin typeface="微软雅黑" panose="020B0503020204020204" charset="-122"/>
                <a:cs typeface="微软雅黑" panose="020B0503020204020204" charset="-122"/>
              </a:rPr>
              <a:t>，写</a:t>
            </a:r>
            <a:r>
              <a:rPr sz="2000" spc="-50" dirty="0">
                <a:solidFill>
                  <a:srgbClr val="009FE8"/>
                </a:solidFill>
                <a:latin typeface="微软雅黑" panose="020B0503020204020204" charset="-122"/>
                <a:cs typeface="微软雅黑" panose="020B0503020204020204" charset="-122"/>
              </a:rPr>
              <a:t>0</a:t>
            </a:r>
            <a:endParaRPr sz="2000">
              <a:latin typeface="微软雅黑" panose="020B0503020204020204" charset="-122"/>
              <a:cs typeface="微软雅黑" panose="020B0503020204020204" charset="-122"/>
            </a:endParaRPr>
          </a:p>
          <a:p>
            <a:pPr marL="926465" indent="-456565">
              <a:lnSpc>
                <a:spcPct val="100000"/>
              </a:lnSpc>
              <a:buAutoNum type="arabicPeriod"/>
              <a:tabLst>
                <a:tab pos="926465" algn="l"/>
              </a:tabLst>
            </a:pPr>
            <a:r>
              <a:rPr sz="2000" dirty="0">
                <a:solidFill>
                  <a:srgbClr val="009FE8"/>
                </a:solidFill>
                <a:latin typeface="微软雅黑" panose="020B0503020204020204" charset="-122"/>
                <a:cs typeface="微软雅黑" panose="020B0503020204020204" charset="-122"/>
              </a:rPr>
              <a:t>读</a:t>
            </a:r>
            <a:r>
              <a:rPr sz="2000" spc="-50" dirty="0">
                <a:solidFill>
                  <a:srgbClr val="009FE8"/>
                </a:solidFill>
                <a:latin typeface="微软雅黑" panose="020B0503020204020204" charset="-122"/>
                <a:cs typeface="微软雅黑" panose="020B0503020204020204" charset="-122"/>
              </a:rPr>
              <a:t>0</a:t>
            </a:r>
            <a:endParaRPr sz="2000">
              <a:latin typeface="微软雅黑" panose="020B0503020204020204" charset="-122"/>
              <a:cs typeface="微软雅黑" panose="020B0503020204020204" charset="-122"/>
            </a:endParaRPr>
          </a:p>
          <a:p>
            <a:pPr marL="926465" indent="-456565">
              <a:lnSpc>
                <a:spcPct val="100000"/>
              </a:lnSpc>
              <a:buAutoNum type="arabicPeriod"/>
              <a:tabLst>
                <a:tab pos="926465" algn="l"/>
              </a:tabLst>
            </a:pPr>
            <a:r>
              <a:rPr sz="2000" dirty="0">
                <a:solidFill>
                  <a:srgbClr val="009FE8"/>
                </a:solidFill>
                <a:latin typeface="微软雅黑" panose="020B0503020204020204" charset="-122"/>
                <a:cs typeface="微软雅黑" panose="020B0503020204020204" charset="-122"/>
              </a:rPr>
              <a:t>按地址从高到低：读</a:t>
            </a:r>
            <a:r>
              <a:rPr sz="2000" spc="-10" dirty="0">
                <a:solidFill>
                  <a:srgbClr val="009FE8"/>
                </a:solidFill>
                <a:latin typeface="微软雅黑" panose="020B0503020204020204" charset="-122"/>
                <a:cs typeface="微软雅黑" panose="020B0503020204020204" charset="-122"/>
              </a:rPr>
              <a:t>0</a:t>
            </a:r>
            <a:r>
              <a:rPr sz="2000" spc="-5" dirty="0">
                <a:solidFill>
                  <a:srgbClr val="009FE8"/>
                </a:solidFill>
                <a:latin typeface="微软雅黑" panose="020B0503020204020204" charset="-122"/>
                <a:cs typeface="微软雅黑" panose="020B0503020204020204" charset="-122"/>
              </a:rPr>
              <a:t>，写</a:t>
            </a:r>
            <a:r>
              <a:rPr sz="2000" spc="-50" dirty="0">
                <a:solidFill>
                  <a:srgbClr val="009FE8"/>
                </a:solidFill>
                <a:latin typeface="微软雅黑" panose="020B0503020204020204" charset="-122"/>
                <a:cs typeface="微软雅黑" panose="020B0503020204020204" charset="-122"/>
              </a:rPr>
              <a:t>1</a:t>
            </a:r>
            <a:endParaRPr sz="2000">
              <a:latin typeface="微软雅黑" panose="020B0503020204020204" charset="-122"/>
              <a:cs typeface="微软雅黑" panose="020B0503020204020204" charset="-122"/>
            </a:endParaRPr>
          </a:p>
          <a:p>
            <a:pPr marL="926465" indent="-456565">
              <a:lnSpc>
                <a:spcPct val="100000"/>
              </a:lnSpc>
              <a:buAutoNum type="arabicPeriod"/>
              <a:tabLst>
                <a:tab pos="926465" algn="l"/>
              </a:tabLst>
            </a:pPr>
            <a:r>
              <a:rPr sz="2000" dirty="0">
                <a:solidFill>
                  <a:srgbClr val="009FE8"/>
                </a:solidFill>
                <a:latin typeface="微软雅黑" panose="020B0503020204020204" charset="-122"/>
                <a:cs typeface="微软雅黑" panose="020B0503020204020204" charset="-122"/>
              </a:rPr>
              <a:t>读</a:t>
            </a:r>
            <a:r>
              <a:rPr sz="2000" spc="-10" dirty="0">
                <a:solidFill>
                  <a:srgbClr val="009FE8"/>
                </a:solidFill>
                <a:latin typeface="微软雅黑" panose="020B0503020204020204" charset="-122"/>
                <a:cs typeface="微软雅黑" panose="020B0503020204020204" charset="-122"/>
              </a:rPr>
              <a:t>1</a:t>
            </a:r>
            <a:r>
              <a:rPr sz="2000" spc="-5" dirty="0">
                <a:solidFill>
                  <a:srgbClr val="009FE8"/>
                </a:solidFill>
                <a:latin typeface="微软雅黑" panose="020B0503020204020204" charset="-122"/>
                <a:cs typeface="微软雅黑" panose="020B0503020204020204" charset="-122"/>
              </a:rPr>
              <a:t>，写</a:t>
            </a:r>
            <a:r>
              <a:rPr sz="2000" spc="-25" dirty="0">
                <a:solidFill>
                  <a:srgbClr val="009FE8"/>
                </a:solidFill>
                <a:latin typeface="微软雅黑" panose="020B0503020204020204" charset="-122"/>
                <a:cs typeface="微软雅黑" panose="020B0503020204020204" charset="-122"/>
              </a:rPr>
              <a:t>0，</a:t>
            </a:r>
            <a:endParaRPr sz="2000">
              <a:latin typeface="微软雅黑" panose="020B0503020204020204" charset="-122"/>
              <a:cs typeface="微软雅黑" panose="020B0503020204020204" charset="-122"/>
            </a:endParaRPr>
          </a:p>
          <a:p>
            <a:pPr marL="926465" indent="-456565">
              <a:lnSpc>
                <a:spcPct val="100000"/>
              </a:lnSpc>
              <a:buAutoNum type="arabicPeriod"/>
              <a:tabLst>
                <a:tab pos="926465" algn="l"/>
              </a:tabLst>
            </a:pPr>
            <a:r>
              <a:rPr sz="2000" dirty="0">
                <a:solidFill>
                  <a:srgbClr val="009FE8"/>
                </a:solidFill>
                <a:latin typeface="微软雅黑" panose="020B0503020204020204" charset="-122"/>
                <a:cs typeface="微软雅黑" panose="020B0503020204020204" charset="-122"/>
              </a:rPr>
              <a:t>读</a:t>
            </a:r>
            <a:r>
              <a:rPr sz="2000" spc="-25" dirty="0">
                <a:solidFill>
                  <a:srgbClr val="009FE8"/>
                </a:solidFill>
                <a:latin typeface="微软雅黑" panose="020B0503020204020204" charset="-122"/>
                <a:cs typeface="微软雅黑" panose="020B0503020204020204" charset="-122"/>
              </a:rPr>
              <a:t>0.</a:t>
            </a:r>
            <a:endParaRPr sz="2000">
              <a:latin typeface="微软雅黑" panose="020B0503020204020204" charset="-122"/>
              <a:cs typeface="微软雅黑" panose="020B0503020204020204" charset="-12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199130" cy="604520"/>
          </a:xfrm>
          <a:prstGeom prst="rect">
            <a:avLst/>
          </a:prstGeom>
        </p:spPr>
        <p:txBody>
          <a:bodyPr vert="horz" wrap="square" lIns="0" tIns="12700" rIns="0" bIns="0" rtlCol="0">
            <a:spAutoFit/>
          </a:bodyPr>
          <a:lstStyle/>
          <a:p>
            <a:pPr marL="12700">
              <a:lnSpc>
                <a:spcPct val="100000"/>
              </a:lnSpc>
              <a:spcBef>
                <a:spcPts val="100"/>
              </a:spcBef>
            </a:pPr>
            <a:r>
              <a:rPr dirty="0"/>
              <a:t>MBIST</a:t>
            </a:r>
            <a:r>
              <a:rPr spc="-35" dirty="0"/>
              <a:t> 的算法</a:t>
            </a:r>
            <a:endParaRPr spc="-35" dirty="0"/>
          </a:p>
        </p:txBody>
      </p:sp>
      <p:sp>
        <p:nvSpPr>
          <p:cNvPr id="3" name="object 3"/>
          <p:cNvSpPr txBox="1"/>
          <p:nvPr/>
        </p:nvSpPr>
        <p:spPr>
          <a:xfrm>
            <a:off x="963930" y="1578355"/>
            <a:ext cx="7016115" cy="3529965"/>
          </a:xfrm>
          <a:prstGeom prst="rect">
            <a:avLst/>
          </a:prstGeom>
        </p:spPr>
        <p:txBody>
          <a:bodyPr vert="horz" wrap="square" lIns="0" tIns="12700" rIns="0" bIns="0" rtlCol="0">
            <a:spAutoFit/>
          </a:bodyPr>
          <a:lstStyle/>
          <a:p>
            <a:pPr marL="12700">
              <a:lnSpc>
                <a:spcPct val="100000"/>
              </a:lnSpc>
              <a:spcBef>
                <a:spcPts val="100"/>
              </a:spcBef>
            </a:pPr>
            <a:r>
              <a:rPr sz="2400" b="1" dirty="0">
                <a:solidFill>
                  <a:srgbClr val="009FE8"/>
                </a:solidFill>
                <a:latin typeface="微软雅黑" panose="020B0503020204020204" charset="-122"/>
                <a:cs typeface="微软雅黑" panose="020B0503020204020204" charset="-122"/>
              </a:rPr>
              <a:t>Memory</a:t>
            </a:r>
            <a:r>
              <a:rPr sz="2400" b="1" spc="90" dirty="0">
                <a:solidFill>
                  <a:srgbClr val="009FE8"/>
                </a:solidFill>
                <a:latin typeface="微软雅黑" panose="020B0503020204020204" charset="-122"/>
                <a:cs typeface="微软雅黑" panose="020B0503020204020204" charset="-122"/>
              </a:rPr>
              <a:t> </a:t>
            </a:r>
            <a:r>
              <a:rPr sz="2400" b="1" spc="-10" dirty="0">
                <a:solidFill>
                  <a:srgbClr val="009FE8"/>
                </a:solidFill>
                <a:latin typeface="微软雅黑" panose="020B0503020204020204" charset="-122"/>
                <a:cs typeface="微软雅黑" panose="020B0503020204020204" charset="-122"/>
              </a:rPr>
              <a:t>BIST的基础算法：</a:t>
            </a:r>
            <a:endParaRPr sz="2400">
              <a:latin typeface="微软雅黑" panose="020B0503020204020204" charset="-122"/>
              <a:cs typeface="微软雅黑" panose="020B0503020204020204" charset="-122"/>
            </a:endParaRPr>
          </a:p>
          <a:p>
            <a:pPr marL="469900">
              <a:lnSpc>
                <a:spcPct val="100000"/>
              </a:lnSpc>
              <a:spcBef>
                <a:spcPts val="3110"/>
              </a:spcBef>
            </a:pPr>
            <a:r>
              <a:rPr sz="2000" spc="-25" dirty="0">
                <a:solidFill>
                  <a:srgbClr val="009FE8"/>
                </a:solidFill>
                <a:latin typeface="微软雅黑" panose="020B0503020204020204" charset="-122"/>
                <a:cs typeface="微软雅黑" panose="020B0503020204020204" charset="-122"/>
              </a:rPr>
              <a:t>Read-</a:t>
            </a:r>
            <a:r>
              <a:rPr sz="2000" spc="-20" dirty="0">
                <a:solidFill>
                  <a:srgbClr val="009FE8"/>
                </a:solidFill>
                <a:latin typeface="微软雅黑" panose="020B0503020204020204" charset="-122"/>
                <a:cs typeface="微软雅黑" panose="020B0503020204020204" charset="-122"/>
              </a:rPr>
              <a:t>Only算法：</a:t>
            </a:r>
            <a:endParaRPr sz="2000">
              <a:latin typeface="微软雅黑" panose="020B0503020204020204" charset="-122"/>
              <a:cs typeface="微软雅黑" panose="020B0503020204020204" charset="-122"/>
            </a:endParaRPr>
          </a:p>
          <a:p>
            <a:pPr marL="926465" indent="-456565">
              <a:lnSpc>
                <a:spcPct val="100000"/>
              </a:lnSpc>
              <a:spcBef>
                <a:spcPts val="2400"/>
              </a:spcBef>
              <a:buAutoNum type="arabicPeriod"/>
              <a:tabLst>
                <a:tab pos="926465" algn="l"/>
              </a:tabLst>
            </a:pPr>
            <a:r>
              <a:rPr sz="2000" dirty="0">
                <a:solidFill>
                  <a:srgbClr val="009FE8"/>
                </a:solidFill>
                <a:latin typeface="微软雅黑" panose="020B0503020204020204" charset="-122"/>
                <a:cs typeface="微软雅黑" panose="020B0503020204020204" charset="-122"/>
              </a:rPr>
              <a:t>按地址从低到高：读</a:t>
            </a:r>
            <a:r>
              <a:rPr sz="2000" spc="-15" dirty="0">
                <a:solidFill>
                  <a:srgbClr val="009FE8"/>
                </a:solidFill>
                <a:latin typeface="微软雅黑" panose="020B0503020204020204" charset="-122"/>
                <a:cs typeface="微软雅黑" panose="020B0503020204020204" charset="-122"/>
              </a:rPr>
              <a:t>ROM</a:t>
            </a:r>
            <a:r>
              <a:rPr sz="2000" dirty="0">
                <a:solidFill>
                  <a:srgbClr val="009FE8"/>
                </a:solidFill>
                <a:latin typeface="微软雅黑" panose="020B0503020204020204" charset="-122"/>
                <a:cs typeface="微软雅黑" panose="020B0503020204020204" charset="-122"/>
              </a:rPr>
              <a:t>里的数据，通过</a:t>
            </a:r>
            <a:r>
              <a:rPr sz="2000" spc="-10" dirty="0">
                <a:solidFill>
                  <a:srgbClr val="009FE8"/>
                </a:solidFill>
                <a:latin typeface="微软雅黑" panose="020B0503020204020204" charset="-122"/>
                <a:cs typeface="微软雅黑" panose="020B0503020204020204" charset="-122"/>
              </a:rPr>
              <a:t>MISR</a:t>
            </a:r>
            <a:r>
              <a:rPr sz="2000" spc="-20" dirty="0">
                <a:solidFill>
                  <a:srgbClr val="009FE8"/>
                </a:solidFill>
                <a:latin typeface="微软雅黑" panose="020B0503020204020204" charset="-122"/>
                <a:cs typeface="微软雅黑" panose="020B0503020204020204" charset="-122"/>
              </a:rPr>
              <a:t>压缩。</a:t>
            </a:r>
            <a:endParaRPr sz="2000">
              <a:latin typeface="微软雅黑" panose="020B0503020204020204" charset="-122"/>
              <a:cs typeface="微软雅黑" panose="020B0503020204020204" charset="-122"/>
            </a:endParaRPr>
          </a:p>
          <a:p>
            <a:pPr marL="926465" indent="-456565">
              <a:lnSpc>
                <a:spcPct val="100000"/>
              </a:lnSpc>
              <a:spcBef>
                <a:spcPts val="2400"/>
              </a:spcBef>
              <a:buAutoNum type="arabicPeriod"/>
              <a:tabLst>
                <a:tab pos="926465" algn="l"/>
              </a:tabLst>
            </a:pPr>
            <a:r>
              <a:rPr sz="2000" spc="-5" dirty="0">
                <a:solidFill>
                  <a:srgbClr val="009FE8"/>
                </a:solidFill>
                <a:latin typeface="微软雅黑" panose="020B0503020204020204" charset="-122"/>
                <a:cs typeface="微软雅黑" panose="020B0503020204020204" charset="-122"/>
              </a:rPr>
              <a:t>比较压缩后的签名值和期望的签名值。</a:t>
            </a:r>
            <a:endParaRPr sz="2000">
              <a:latin typeface="微软雅黑" panose="020B0503020204020204" charset="-122"/>
              <a:cs typeface="微软雅黑" panose="020B0503020204020204" charset="-122"/>
            </a:endParaRPr>
          </a:p>
          <a:p>
            <a:pPr marL="926465" indent="-456565">
              <a:lnSpc>
                <a:spcPct val="100000"/>
              </a:lnSpc>
              <a:spcBef>
                <a:spcPts val="2400"/>
              </a:spcBef>
              <a:buAutoNum type="arabicPeriod"/>
              <a:tabLst>
                <a:tab pos="926465" algn="l"/>
              </a:tabLst>
            </a:pPr>
            <a:r>
              <a:rPr sz="2000" dirty="0">
                <a:solidFill>
                  <a:srgbClr val="009FE8"/>
                </a:solidFill>
                <a:latin typeface="微软雅黑" panose="020B0503020204020204" charset="-122"/>
                <a:cs typeface="微软雅黑" panose="020B0503020204020204" charset="-122"/>
              </a:rPr>
              <a:t>按地址从高到低：读</a:t>
            </a:r>
            <a:r>
              <a:rPr sz="2000" spc="-15" dirty="0">
                <a:solidFill>
                  <a:srgbClr val="009FE8"/>
                </a:solidFill>
                <a:latin typeface="微软雅黑" panose="020B0503020204020204" charset="-122"/>
                <a:cs typeface="微软雅黑" panose="020B0503020204020204" charset="-122"/>
              </a:rPr>
              <a:t>ROM</a:t>
            </a:r>
            <a:r>
              <a:rPr sz="2000" dirty="0">
                <a:solidFill>
                  <a:srgbClr val="009FE8"/>
                </a:solidFill>
                <a:latin typeface="微软雅黑" panose="020B0503020204020204" charset="-122"/>
                <a:cs typeface="微软雅黑" panose="020B0503020204020204" charset="-122"/>
              </a:rPr>
              <a:t>里的数据，通过</a:t>
            </a:r>
            <a:r>
              <a:rPr sz="2000" spc="-10" dirty="0">
                <a:solidFill>
                  <a:srgbClr val="009FE8"/>
                </a:solidFill>
                <a:latin typeface="微软雅黑" panose="020B0503020204020204" charset="-122"/>
                <a:cs typeface="微软雅黑" panose="020B0503020204020204" charset="-122"/>
              </a:rPr>
              <a:t>MISR</a:t>
            </a:r>
            <a:r>
              <a:rPr sz="2000" spc="-20" dirty="0">
                <a:solidFill>
                  <a:srgbClr val="009FE8"/>
                </a:solidFill>
                <a:latin typeface="微软雅黑" panose="020B0503020204020204" charset="-122"/>
                <a:cs typeface="微软雅黑" panose="020B0503020204020204" charset="-122"/>
              </a:rPr>
              <a:t>压缩。</a:t>
            </a:r>
            <a:endParaRPr sz="2000">
              <a:latin typeface="微软雅黑" panose="020B0503020204020204" charset="-122"/>
              <a:cs typeface="微软雅黑" panose="020B0503020204020204" charset="-122"/>
            </a:endParaRPr>
          </a:p>
          <a:p>
            <a:pPr marL="926465" indent="-456565">
              <a:lnSpc>
                <a:spcPct val="100000"/>
              </a:lnSpc>
              <a:spcBef>
                <a:spcPts val="2400"/>
              </a:spcBef>
              <a:buAutoNum type="arabicPeriod"/>
              <a:tabLst>
                <a:tab pos="926465" algn="l"/>
              </a:tabLst>
            </a:pPr>
            <a:r>
              <a:rPr sz="2000" spc="-5" dirty="0">
                <a:solidFill>
                  <a:srgbClr val="009FE8"/>
                </a:solidFill>
                <a:latin typeface="微软雅黑" panose="020B0503020204020204" charset="-122"/>
                <a:cs typeface="微软雅黑" panose="020B0503020204020204" charset="-122"/>
              </a:rPr>
              <a:t>比较压缩后的签名值和期望的签名值。</a:t>
            </a:r>
            <a:endParaRPr sz="2000">
              <a:latin typeface="微软雅黑" panose="020B0503020204020204" charset="-122"/>
              <a:cs typeface="微软雅黑" panose="020B0503020204020204"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5930" y="364236"/>
            <a:ext cx="3184525" cy="604520"/>
          </a:xfrm>
          <a:prstGeom prst="rect">
            <a:avLst/>
          </a:prstGeom>
        </p:spPr>
        <p:txBody>
          <a:bodyPr vert="horz" wrap="square" lIns="0" tIns="12700" rIns="0" bIns="0" rtlCol="0">
            <a:spAutoFit/>
          </a:bodyPr>
          <a:lstStyle/>
          <a:p>
            <a:pPr marL="12700">
              <a:lnSpc>
                <a:spcPct val="100000"/>
              </a:lnSpc>
              <a:spcBef>
                <a:spcPts val="100"/>
              </a:spcBef>
            </a:pPr>
            <a:r>
              <a:rPr sz="3800" b="1" dirty="0">
                <a:solidFill>
                  <a:srgbClr val="00B0F0"/>
                </a:solidFill>
                <a:latin typeface="微软雅黑" panose="020B0503020204020204" charset="-122"/>
                <a:cs typeface="微软雅黑" panose="020B0503020204020204" charset="-122"/>
              </a:rPr>
              <a:t>BIST</a:t>
            </a:r>
            <a:r>
              <a:rPr sz="3800" b="1" spc="-25" dirty="0">
                <a:solidFill>
                  <a:srgbClr val="00B0F0"/>
                </a:solidFill>
                <a:latin typeface="微软雅黑" panose="020B0503020204020204" charset="-122"/>
                <a:cs typeface="微软雅黑" panose="020B0503020204020204" charset="-122"/>
              </a:rPr>
              <a:t> 修复功能</a:t>
            </a:r>
            <a:endParaRPr sz="3800">
              <a:latin typeface="微软雅黑" panose="020B0503020204020204" charset="-122"/>
              <a:cs typeface="微软雅黑" panose="020B0503020204020204" charset="-122"/>
            </a:endParaRPr>
          </a:p>
        </p:txBody>
      </p:sp>
      <p:pic>
        <p:nvPicPr>
          <p:cNvPr id="3" name="object 3"/>
          <p:cNvPicPr/>
          <p:nvPr/>
        </p:nvPicPr>
        <p:blipFill>
          <a:blip r:embed="rId1" cstate="print"/>
          <a:stretch>
            <a:fillRect/>
          </a:stretch>
        </p:blipFill>
        <p:spPr>
          <a:xfrm>
            <a:off x="2727012" y="2244599"/>
            <a:ext cx="6947517" cy="3936734"/>
          </a:xfrm>
          <a:prstGeom prst="rect">
            <a:avLst/>
          </a:prstGeom>
        </p:spPr>
      </p:pic>
      <p:sp>
        <p:nvSpPr>
          <p:cNvPr id="4" name="object 4"/>
          <p:cNvSpPr txBox="1"/>
          <p:nvPr/>
        </p:nvSpPr>
        <p:spPr>
          <a:xfrm>
            <a:off x="963930" y="1537715"/>
            <a:ext cx="5840730" cy="330200"/>
          </a:xfrm>
          <a:prstGeom prst="rect">
            <a:avLst/>
          </a:prstGeom>
        </p:spPr>
        <p:txBody>
          <a:bodyPr vert="horz" wrap="square" lIns="0" tIns="12700" rIns="0" bIns="0" rtlCol="0">
            <a:spAutoFit/>
          </a:bodyPr>
          <a:lstStyle/>
          <a:p>
            <a:pPr marL="12700">
              <a:lnSpc>
                <a:spcPct val="100000"/>
              </a:lnSpc>
              <a:spcBef>
                <a:spcPts val="100"/>
              </a:spcBef>
            </a:pPr>
            <a:r>
              <a:rPr sz="2000" b="1" dirty="0">
                <a:solidFill>
                  <a:srgbClr val="009FE8"/>
                </a:solidFill>
                <a:latin typeface="微软雅黑" panose="020B0503020204020204" charset="-122"/>
                <a:cs typeface="微软雅黑" panose="020B0503020204020204" charset="-122"/>
              </a:rPr>
              <a:t>Memory设计中的</a:t>
            </a:r>
            <a:r>
              <a:rPr sz="2000" b="1" spc="-20" dirty="0">
                <a:solidFill>
                  <a:srgbClr val="009FE8"/>
                </a:solidFill>
                <a:latin typeface="微软雅黑" panose="020B0503020204020204" charset="-122"/>
                <a:cs typeface="微软雅黑" panose="020B0503020204020204" charset="-122"/>
              </a:rPr>
              <a:t>Redundancy(Row</a:t>
            </a:r>
            <a:r>
              <a:rPr sz="2000" b="1" spc="-25" dirty="0">
                <a:solidFill>
                  <a:srgbClr val="009FE8"/>
                </a:solidFill>
                <a:latin typeface="微软雅黑" panose="020B0503020204020204" charset="-122"/>
                <a:cs typeface="微软雅黑" panose="020B0503020204020204" charset="-122"/>
              </a:rPr>
              <a:t>, </a:t>
            </a:r>
            <a:r>
              <a:rPr sz="2000" b="1" spc="-10" dirty="0">
                <a:solidFill>
                  <a:srgbClr val="009FE8"/>
                </a:solidFill>
                <a:latin typeface="微软雅黑" panose="020B0503020204020204" charset="-122"/>
                <a:cs typeface="微软雅黑" panose="020B0503020204020204" charset="-122"/>
              </a:rPr>
              <a:t>Column)：</a:t>
            </a:r>
            <a:endParaRPr sz="2000">
              <a:latin typeface="微软雅黑" panose="020B0503020204020204" charset="-122"/>
              <a:cs typeface="微软雅黑" panose="020B0503020204020204"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184525" cy="604520"/>
          </a:xfrm>
          <a:prstGeom prst="rect">
            <a:avLst/>
          </a:prstGeom>
        </p:spPr>
        <p:txBody>
          <a:bodyPr vert="horz" wrap="square" lIns="0" tIns="12700" rIns="0" bIns="0" rtlCol="0">
            <a:spAutoFit/>
          </a:bodyPr>
          <a:lstStyle/>
          <a:p>
            <a:pPr marL="12700">
              <a:lnSpc>
                <a:spcPct val="100000"/>
              </a:lnSpc>
              <a:spcBef>
                <a:spcPts val="100"/>
              </a:spcBef>
            </a:pPr>
            <a:r>
              <a:rPr dirty="0"/>
              <a:t>BIST</a:t>
            </a:r>
            <a:r>
              <a:rPr spc="-25" dirty="0"/>
              <a:t> 修复功能</a:t>
            </a:r>
            <a:endParaRPr spc="-25" dirty="0"/>
          </a:p>
        </p:txBody>
      </p:sp>
      <p:pic>
        <p:nvPicPr>
          <p:cNvPr id="26" name="图片 25"/>
          <p:cNvPicPr/>
          <p:nvPr/>
        </p:nvPicPr>
        <p:blipFill>
          <a:blip r:embed="rId1"/>
          <a:stretch>
            <a:fillRect/>
          </a:stretch>
        </p:blipFill>
        <p:spPr>
          <a:xfrm>
            <a:off x="2743200" y="1600200"/>
            <a:ext cx="6499225" cy="3305175"/>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184525" cy="604520"/>
          </a:xfrm>
          <a:prstGeom prst="rect">
            <a:avLst/>
          </a:prstGeom>
        </p:spPr>
        <p:txBody>
          <a:bodyPr vert="horz" wrap="square" lIns="0" tIns="12700" rIns="0" bIns="0" rtlCol="0">
            <a:spAutoFit/>
          </a:bodyPr>
          <a:lstStyle/>
          <a:p>
            <a:pPr marL="12700">
              <a:lnSpc>
                <a:spcPct val="100000"/>
              </a:lnSpc>
              <a:spcBef>
                <a:spcPts val="100"/>
              </a:spcBef>
            </a:pPr>
            <a:r>
              <a:rPr dirty="0"/>
              <a:t>BIST</a:t>
            </a:r>
            <a:r>
              <a:rPr spc="-25" dirty="0"/>
              <a:t> 修复功能</a:t>
            </a:r>
            <a:endParaRPr spc="-25" dirty="0"/>
          </a:p>
        </p:txBody>
      </p:sp>
      <p:sp>
        <p:nvSpPr>
          <p:cNvPr id="3" name="object 3"/>
          <p:cNvSpPr txBox="1"/>
          <p:nvPr/>
        </p:nvSpPr>
        <p:spPr>
          <a:xfrm>
            <a:off x="963930" y="1564131"/>
            <a:ext cx="10460355" cy="4040504"/>
          </a:xfrm>
          <a:prstGeom prst="rect">
            <a:avLst/>
          </a:prstGeom>
        </p:spPr>
        <p:txBody>
          <a:bodyPr vert="horz" wrap="square" lIns="0" tIns="12700" rIns="0" bIns="0" rtlCol="0">
            <a:spAutoFit/>
          </a:bodyPr>
          <a:lstStyle/>
          <a:p>
            <a:pPr marL="12700">
              <a:lnSpc>
                <a:spcPct val="100000"/>
              </a:lnSpc>
              <a:spcBef>
                <a:spcPts val="100"/>
              </a:spcBef>
            </a:pPr>
            <a:r>
              <a:rPr sz="2200" b="1" spc="-10" dirty="0">
                <a:solidFill>
                  <a:srgbClr val="009FE8"/>
                </a:solidFill>
                <a:latin typeface="微软雅黑" panose="020B0503020204020204" charset="-122"/>
                <a:cs typeface="微软雅黑" panose="020B0503020204020204" charset="-122"/>
              </a:rPr>
              <a:t>BIST修复的步骤：</a:t>
            </a:r>
            <a:endParaRPr sz="2200">
              <a:latin typeface="微软雅黑" panose="020B0503020204020204" charset="-122"/>
              <a:cs typeface="微软雅黑" panose="020B0503020204020204" charset="-122"/>
            </a:endParaRPr>
          </a:p>
          <a:p>
            <a:pPr marL="1383665" indent="-456565">
              <a:lnSpc>
                <a:spcPct val="100000"/>
              </a:lnSpc>
              <a:spcBef>
                <a:spcPts val="2570"/>
              </a:spcBef>
              <a:buAutoNum type="arabicPeriod"/>
              <a:tabLst>
                <a:tab pos="1383665" algn="l"/>
              </a:tabLst>
            </a:pPr>
            <a:r>
              <a:rPr sz="1500" dirty="0">
                <a:solidFill>
                  <a:srgbClr val="009FE8"/>
                </a:solidFill>
                <a:latin typeface="微软雅黑" panose="020B0503020204020204" charset="-122"/>
                <a:cs typeface="微软雅黑" panose="020B0503020204020204" charset="-122"/>
              </a:rPr>
              <a:t>系统上电，复位，先把</a:t>
            </a:r>
            <a:r>
              <a:rPr sz="1500" spc="-10" dirty="0">
                <a:solidFill>
                  <a:srgbClr val="009FE8"/>
                </a:solidFill>
                <a:latin typeface="微软雅黑" panose="020B0503020204020204" charset="-122"/>
                <a:cs typeface="微软雅黑" panose="020B0503020204020204" charset="-122"/>
              </a:rPr>
              <a:t>BISR</a:t>
            </a:r>
            <a:r>
              <a:rPr sz="1500" dirty="0">
                <a:solidFill>
                  <a:srgbClr val="009FE8"/>
                </a:solidFill>
                <a:latin typeface="微软雅黑" panose="020B0503020204020204" charset="-122"/>
                <a:cs typeface="微软雅黑" panose="020B0503020204020204" charset="-122"/>
              </a:rPr>
              <a:t>寄存器置</a:t>
            </a:r>
            <a:r>
              <a:rPr sz="1500" spc="-10" dirty="0">
                <a:solidFill>
                  <a:srgbClr val="009FE8"/>
                </a:solidFill>
                <a:latin typeface="微软雅黑" panose="020B0503020204020204" charset="-122"/>
                <a:cs typeface="微软雅黑" panose="020B0503020204020204" charset="-122"/>
              </a:rPr>
              <a:t>0</a:t>
            </a:r>
            <a:r>
              <a:rPr sz="1500" spc="-50" dirty="0">
                <a:solidFill>
                  <a:srgbClr val="009FE8"/>
                </a:solidFill>
                <a:latin typeface="微软雅黑" panose="020B0503020204020204" charset="-122"/>
                <a:cs typeface="微软雅黑" panose="020B0503020204020204" charset="-122"/>
              </a:rPr>
              <a:t>。</a:t>
            </a:r>
            <a:endParaRPr sz="1500">
              <a:latin typeface="微软雅黑" panose="020B0503020204020204" charset="-122"/>
              <a:cs typeface="微软雅黑" panose="020B0503020204020204" charset="-122"/>
            </a:endParaRPr>
          </a:p>
          <a:p>
            <a:pPr marL="1383665" indent="-456565">
              <a:lnSpc>
                <a:spcPct val="100000"/>
              </a:lnSpc>
              <a:spcBef>
                <a:spcPts val="2280"/>
              </a:spcBef>
              <a:buAutoNum type="arabicPeriod"/>
              <a:tabLst>
                <a:tab pos="1383665" algn="l"/>
              </a:tabLst>
            </a:pPr>
            <a:r>
              <a:rPr sz="1500" dirty="0">
                <a:solidFill>
                  <a:srgbClr val="009FE8"/>
                </a:solidFill>
                <a:latin typeface="微软雅黑" panose="020B0503020204020204" charset="-122"/>
                <a:cs typeface="微软雅黑" panose="020B0503020204020204" charset="-122"/>
              </a:rPr>
              <a:t>执行</a:t>
            </a:r>
            <a:r>
              <a:rPr sz="1500" spc="-10" dirty="0">
                <a:solidFill>
                  <a:srgbClr val="009FE8"/>
                </a:solidFill>
                <a:latin typeface="微软雅黑" panose="020B0503020204020204" charset="-122"/>
                <a:cs typeface="微软雅黑" panose="020B0503020204020204" charset="-122"/>
              </a:rPr>
              <a:t>MBIST</a:t>
            </a:r>
            <a:r>
              <a:rPr sz="1500" dirty="0">
                <a:solidFill>
                  <a:srgbClr val="009FE8"/>
                </a:solidFill>
                <a:latin typeface="微软雅黑" panose="020B0503020204020204" charset="-122"/>
                <a:cs typeface="微软雅黑" panose="020B0503020204020204" charset="-122"/>
              </a:rPr>
              <a:t>程序，测试所有的memory。错误的信息存储在</a:t>
            </a:r>
            <a:r>
              <a:rPr sz="1500" spc="-10" dirty="0">
                <a:solidFill>
                  <a:srgbClr val="009FE8"/>
                </a:solidFill>
                <a:latin typeface="微软雅黑" panose="020B0503020204020204" charset="-122"/>
                <a:cs typeface="微软雅黑" panose="020B0503020204020204" charset="-122"/>
              </a:rPr>
              <a:t>BIRA里进行分析。</a:t>
            </a:r>
            <a:endParaRPr sz="1500">
              <a:latin typeface="微软雅黑" panose="020B0503020204020204" charset="-122"/>
              <a:cs typeface="微软雅黑" panose="020B0503020204020204" charset="-122"/>
            </a:endParaRPr>
          </a:p>
          <a:p>
            <a:pPr marL="1383665" indent="-456565">
              <a:lnSpc>
                <a:spcPct val="100000"/>
              </a:lnSpc>
              <a:spcBef>
                <a:spcPts val="2305"/>
              </a:spcBef>
              <a:buAutoNum type="arabicPeriod"/>
              <a:tabLst>
                <a:tab pos="1383665" algn="l"/>
              </a:tabLst>
            </a:pPr>
            <a:r>
              <a:rPr sz="1500" dirty="0">
                <a:solidFill>
                  <a:srgbClr val="009FE8"/>
                </a:solidFill>
                <a:latin typeface="微软雅黑" panose="020B0503020204020204" charset="-122"/>
                <a:cs typeface="微软雅黑" panose="020B0503020204020204" charset="-122"/>
              </a:rPr>
              <a:t>把</a:t>
            </a:r>
            <a:r>
              <a:rPr sz="1500" spc="-10" dirty="0">
                <a:solidFill>
                  <a:srgbClr val="009FE8"/>
                </a:solidFill>
                <a:latin typeface="微软雅黑" panose="020B0503020204020204" charset="-122"/>
                <a:cs typeface="微软雅黑" panose="020B0503020204020204" charset="-122"/>
              </a:rPr>
              <a:t>BIRA</a:t>
            </a:r>
            <a:r>
              <a:rPr sz="1500" dirty="0">
                <a:solidFill>
                  <a:srgbClr val="009FE8"/>
                </a:solidFill>
                <a:latin typeface="微软雅黑" panose="020B0503020204020204" charset="-122"/>
                <a:cs typeface="微软雅黑" panose="020B0503020204020204" charset="-122"/>
              </a:rPr>
              <a:t>分析得到的修复信息发送给</a:t>
            </a:r>
            <a:r>
              <a:rPr sz="1500" spc="-10" dirty="0">
                <a:solidFill>
                  <a:srgbClr val="009FE8"/>
                </a:solidFill>
                <a:latin typeface="微软雅黑" panose="020B0503020204020204" charset="-122"/>
                <a:cs typeface="微软雅黑" panose="020B0503020204020204" charset="-122"/>
              </a:rPr>
              <a:t>BISR</a:t>
            </a:r>
            <a:r>
              <a:rPr sz="1500" spc="-50" dirty="0">
                <a:solidFill>
                  <a:srgbClr val="009FE8"/>
                </a:solidFill>
                <a:latin typeface="微软雅黑" panose="020B0503020204020204" charset="-122"/>
                <a:cs typeface="微软雅黑" panose="020B0503020204020204" charset="-122"/>
              </a:rPr>
              <a:t>。</a:t>
            </a:r>
            <a:endParaRPr sz="1500">
              <a:latin typeface="微软雅黑" panose="020B0503020204020204" charset="-122"/>
              <a:cs typeface="微软雅黑" panose="020B0503020204020204" charset="-122"/>
            </a:endParaRPr>
          </a:p>
          <a:p>
            <a:pPr marL="1383665" indent="-456565">
              <a:lnSpc>
                <a:spcPct val="100000"/>
              </a:lnSpc>
              <a:spcBef>
                <a:spcPts val="2305"/>
              </a:spcBef>
              <a:buAutoNum type="arabicPeriod"/>
              <a:tabLst>
                <a:tab pos="1383665" algn="l"/>
              </a:tabLst>
            </a:pPr>
            <a:r>
              <a:rPr sz="1500" dirty="0">
                <a:solidFill>
                  <a:srgbClr val="009FE8"/>
                </a:solidFill>
                <a:latin typeface="微软雅黑" panose="020B0503020204020204" charset="-122"/>
                <a:cs typeface="微软雅黑" panose="020B0503020204020204" charset="-122"/>
              </a:rPr>
              <a:t>在测试机台观测</a:t>
            </a:r>
            <a:r>
              <a:rPr sz="1500" spc="-10" dirty="0">
                <a:solidFill>
                  <a:srgbClr val="009FE8"/>
                </a:solidFill>
                <a:latin typeface="微软雅黑" panose="020B0503020204020204" charset="-122"/>
                <a:cs typeface="微软雅黑" panose="020B0503020204020204" charset="-122"/>
              </a:rPr>
              <a:t>BIRA</a:t>
            </a:r>
            <a:r>
              <a:rPr sz="1500" dirty="0">
                <a:solidFill>
                  <a:srgbClr val="009FE8"/>
                </a:solidFill>
                <a:latin typeface="微软雅黑" panose="020B0503020204020204" charset="-122"/>
                <a:cs typeface="微软雅黑" panose="020B0503020204020204" charset="-122"/>
              </a:rPr>
              <a:t>分析结果，如果需要对memory</a:t>
            </a:r>
            <a:r>
              <a:rPr sz="1500" spc="-5" dirty="0">
                <a:solidFill>
                  <a:srgbClr val="009FE8"/>
                </a:solidFill>
                <a:latin typeface="微软雅黑" panose="020B0503020204020204" charset="-122"/>
                <a:cs typeface="微软雅黑" panose="020B0503020204020204" charset="-122"/>
              </a:rPr>
              <a:t>进行修复的话，执行下一步。</a:t>
            </a:r>
            <a:endParaRPr sz="1500">
              <a:latin typeface="微软雅黑" panose="020B0503020204020204" charset="-122"/>
              <a:cs typeface="微软雅黑" panose="020B0503020204020204" charset="-122"/>
            </a:endParaRPr>
          </a:p>
          <a:p>
            <a:pPr marL="1383665" indent="-456565">
              <a:lnSpc>
                <a:spcPct val="100000"/>
              </a:lnSpc>
              <a:spcBef>
                <a:spcPts val="2305"/>
              </a:spcBef>
              <a:buAutoNum type="arabicPeriod"/>
              <a:tabLst>
                <a:tab pos="1383665" algn="l"/>
              </a:tabLst>
            </a:pPr>
            <a:r>
              <a:rPr sz="1500" dirty="0">
                <a:solidFill>
                  <a:srgbClr val="009FE8"/>
                </a:solidFill>
                <a:latin typeface="微软雅黑" panose="020B0503020204020204" charset="-122"/>
                <a:cs typeface="微软雅黑" panose="020B0503020204020204" charset="-122"/>
              </a:rPr>
              <a:t>把</a:t>
            </a:r>
            <a:r>
              <a:rPr sz="1500" spc="-10" dirty="0">
                <a:solidFill>
                  <a:srgbClr val="009FE8"/>
                </a:solidFill>
                <a:latin typeface="微软雅黑" panose="020B0503020204020204" charset="-122"/>
                <a:cs typeface="微软雅黑" panose="020B0503020204020204" charset="-122"/>
              </a:rPr>
              <a:t>BISR</a:t>
            </a:r>
            <a:r>
              <a:rPr sz="1500" dirty="0">
                <a:solidFill>
                  <a:srgbClr val="009FE8"/>
                </a:solidFill>
                <a:latin typeface="微软雅黑" panose="020B0503020204020204" charset="-122"/>
                <a:cs typeface="微软雅黑" panose="020B0503020204020204" charset="-122"/>
              </a:rPr>
              <a:t>里存储的修复信息进行压缩，然后传给</a:t>
            </a:r>
            <a:r>
              <a:rPr sz="1500" spc="-10" dirty="0">
                <a:solidFill>
                  <a:srgbClr val="009FE8"/>
                </a:solidFill>
                <a:latin typeface="微软雅黑" panose="020B0503020204020204" charset="-122"/>
                <a:cs typeface="微软雅黑" panose="020B0503020204020204" charset="-122"/>
              </a:rPr>
              <a:t>FUSE</a:t>
            </a:r>
            <a:r>
              <a:rPr sz="1500" spc="-5" dirty="0">
                <a:solidFill>
                  <a:srgbClr val="009FE8"/>
                </a:solidFill>
                <a:latin typeface="微软雅黑" panose="020B0503020204020204" charset="-122"/>
                <a:cs typeface="微软雅黑" panose="020B0503020204020204" charset="-122"/>
              </a:rPr>
              <a:t>进行编程：高压烧写。</a:t>
            </a:r>
            <a:endParaRPr sz="1500">
              <a:latin typeface="微软雅黑" panose="020B0503020204020204" charset="-122"/>
              <a:cs typeface="微软雅黑" panose="020B0503020204020204" charset="-122"/>
            </a:endParaRPr>
          </a:p>
          <a:p>
            <a:pPr marL="1383665" indent="-456565">
              <a:lnSpc>
                <a:spcPct val="100000"/>
              </a:lnSpc>
              <a:spcBef>
                <a:spcPts val="2300"/>
              </a:spcBef>
              <a:buAutoNum type="arabicPeriod"/>
              <a:tabLst>
                <a:tab pos="1383665" algn="l"/>
              </a:tabLst>
            </a:pPr>
            <a:r>
              <a:rPr sz="1500" spc="-5" dirty="0">
                <a:solidFill>
                  <a:srgbClr val="009FE8"/>
                </a:solidFill>
                <a:latin typeface="微软雅黑" panose="020B0503020204020204" charset="-122"/>
                <a:cs typeface="微软雅黑" panose="020B0503020204020204" charset="-122"/>
              </a:rPr>
              <a:t>系统再次上电，复位，</a:t>
            </a:r>
            <a:r>
              <a:rPr sz="1500" spc="-10" dirty="0">
                <a:solidFill>
                  <a:srgbClr val="009FE8"/>
                </a:solidFill>
                <a:latin typeface="微软雅黑" panose="020B0503020204020204" charset="-122"/>
                <a:cs typeface="微软雅黑" panose="020B0503020204020204" charset="-122"/>
              </a:rPr>
              <a:t>FUSE</a:t>
            </a:r>
            <a:r>
              <a:rPr sz="1500" dirty="0">
                <a:solidFill>
                  <a:srgbClr val="009FE8"/>
                </a:solidFill>
                <a:latin typeface="微软雅黑" panose="020B0503020204020204" charset="-122"/>
                <a:cs typeface="微软雅黑" panose="020B0503020204020204" charset="-122"/>
              </a:rPr>
              <a:t>内的信息会自动下载到</a:t>
            </a:r>
            <a:r>
              <a:rPr sz="1500" spc="-10" dirty="0">
                <a:solidFill>
                  <a:srgbClr val="009FE8"/>
                </a:solidFill>
                <a:latin typeface="微软雅黑" panose="020B0503020204020204" charset="-122"/>
                <a:cs typeface="微软雅黑" panose="020B0503020204020204" charset="-122"/>
              </a:rPr>
              <a:t>BISR</a:t>
            </a:r>
            <a:r>
              <a:rPr sz="1500" dirty="0">
                <a:solidFill>
                  <a:srgbClr val="009FE8"/>
                </a:solidFill>
                <a:latin typeface="微软雅黑" panose="020B0503020204020204" charset="-122"/>
                <a:cs typeface="微软雅黑" panose="020B0503020204020204" charset="-122"/>
              </a:rPr>
              <a:t>中：需要修复的memory</a:t>
            </a:r>
            <a:r>
              <a:rPr sz="1500" spc="-5" dirty="0">
                <a:solidFill>
                  <a:srgbClr val="009FE8"/>
                </a:solidFill>
                <a:latin typeface="微软雅黑" panose="020B0503020204020204" charset="-122"/>
                <a:cs typeface="微软雅黑" panose="020B0503020204020204" charset="-122"/>
              </a:rPr>
              <a:t>获得修复信息后即可修复。</a:t>
            </a:r>
            <a:endParaRPr sz="1500">
              <a:latin typeface="微软雅黑" panose="020B0503020204020204" charset="-122"/>
              <a:cs typeface="微软雅黑" panose="020B0503020204020204" charset="-122"/>
            </a:endParaRPr>
          </a:p>
          <a:p>
            <a:pPr marL="1383665" indent="-456565">
              <a:lnSpc>
                <a:spcPct val="100000"/>
              </a:lnSpc>
              <a:spcBef>
                <a:spcPts val="2305"/>
              </a:spcBef>
              <a:buAutoNum type="arabicPeriod"/>
              <a:tabLst>
                <a:tab pos="1383665" algn="l"/>
              </a:tabLst>
            </a:pPr>
            <a:r>
              <a:rPr sz="1500" dirty="0">
                <a:solidFill>
                  <a:srgbClr val="009FE8"/>
                </a:solidFill>
                <a:latin typeface="微软雅黑" panose="020B0503020204020204" charset="-122"/>
                <a:cs typeface="微软雅黑" panose="020B0503020204020204" charset="-122"/>
              </a:rPr>
              <a:t>再次执行</a:t>
            </a:r>
            <a:r>
              <a:rPr sz="1500" spc="-10" dirty="0">
                <a:solidFill>
                  <a:srgbClr val="009FE8"/>
                </a:solidFill>
                <a:latin typeface="微软雅黑" panose="020B0503020204020204" charset="-122"/>
                <a:cs typeface="微软雅黑" panose="020B0503020204020204" charset="-122"/>
              </a:rPr>
              <a:t>MBIST</a:t>
            </a:r>
            <a:r>
              <a:rPr sz="1500" dirty="0">
                <a:solidFill>
                  <a:srgbClr val="009FE8"/>
                </a:solidFill>
                <a:latin typeface="微软雅黑" panose="020B0503020204020204" charset="-122"/>
                <a:cs typeface="微软雅黑" panose="020B0503020204020204" charset="-122"/>
              </a:rPr>
              <a:t>程序，确保memory</a:t>
            </a:r>
            <a:r>
              <a:rPr sz="1500" spc="-5" dirty="0">
                <a:solidFill>
                  <a:srgbClr val="009FE8"/>
                </a:solidFill>
                <a:latin typeface="微软雅黑" panose="020B0503020204020204" charset="-122"/>
                <a:cs typeface="微软雅黑" panose="020B0503020204020204" charset="-122"/>
              </a:rPr>
              <a:t>修复后都可以通过测试。</a:t>
            </a:r>
            <a:endParaRPr sz="1500">
              <a:latin typeface="微软雅黑" panose="020B0503020204020204" charset="-122"/>
              <a:cs typeface="微软雅黑" panose="020B0503020204020204" charset="-122"/>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184525" cy="604520"/>
          </a:xfrm>
          <a:prstGeom prst="rect">
            <a:avLst/>
          </a:prstGeom>
        </p:spPr>
        <p:txBody>
          <a:bodyPr vert="horz" wrap="square" lIns="0" tIns="12700" rIns="0" bIns="0" rtlCol="0">
            <a:spAutoFit/>
          </a:bodyPr>
          <a:lstStyle/>
          <a:p>
            <a:pPr marL="12700">
              <a:lnSpc>
                <a:spcPct val="100000"/>
              </a:lnSpc>
              <a:spcBef>
                <a:spcPts val="100"/>
              </a:spcBef>
            </a:pPr>
            <a:r>
              <a:rPr dirty="0"/>
              <a:t>BIST</a:t>
            </a:r>
            <a:r>
              <a:rPr spc="-25" dirty="0"/>
              <a:t> 修复功能</a:t>
            </a:r>
            <a:endParaRPr spc="-25" dirty="0"/>
          </a:p>
        </p:txBody>
      </p:sp>
      <p:grpSp>
        <p:nvGrpSpPr>
          <p:cNvPr id="3" name="object 3"/>
          <p:cNvGrpSpPr/>
          <p:nvPr/>
        </p:nvGrpSpPr>
        <p:grpSpPr>
          <a:xfrm>
            <a:off x="6451600" y="1534795"/>
            <a:ext cx="2021205" cy="4272280"/>
            <a:chOff x="6137179" y="1819255"/>
            <a:chExt cx="1935480" cy="4192270"/>
          </a:xfrm>
        </p:grpSpPr>
        <p:sp>
          <p:nvSpPr>
            <p:cNvPr id="4" name="object 4"/>
            <p:cNvSpPr/>
            <p:nvPr/>
          </p:nvSpPr>
          <p:spPr>
            <a:xfrm>
              <a:off x="6163640" y="1838040"/>
              <a:ext cx="1887855" cy="3742054"/>
            </a:xfrm>
            <a:custGeom>
              <a:avLst/>
              <a:gdLst/>
              <a:ahLst/>
              <a:cxnLst/>
              <a:rect l="l" t="t" r="r" b="b"/>
              <a:pathLst>
                <a:path w="1887854" h="3742054">
                  <a:moveTo>
                    <a:pt x="0" y="3741477"/>
                  </a:moveTo>
                  <a:lnTo>
                    <a:pt x="1887372" y="3741477"/>
                  </a:lnTo>
                  <a:lnTo>
                    <a:pt x="1887372" y="0"/>
                  </a:lnTo>
                  <a:lnTo>
                    <a:pt x="0" y="0"/>
                  </a:lnTo>
                  <a:lnTo>
                    <a:pt x="0" y="3741477"/>
                  </a:lnTo>
                  <a:close/>
                </a:path>
              </a:pathLst>
            </a:custGeom>
            <a:solidFill>
              <a:srgbClr val="92CDDC"/>
            </a:solidFill>
          </p:spPr>
          <p:txBody>
            <a:bodyPr wrap="square" lIns="0" tIns="0" rIns="0" bIns="0" rtlCol="0"/>
            <a:lstStyle/>
            <a:p/>
          </p:txBody>
        </p:sp>
        <p:sp>
          <p:nvSpPr>
            <p:cNvPr id="5" name="object 5"/>
            <p:cNvSpPr/>
            <p:nvPr/>
          </p:nvSpPr>
          <p:spPr>
            <a:xfrm>
              <a:off x="6163636" y="1838048"/>
              <a:ext cx="1887855" cy="3832860"/>
            </a:xfrm>
            <a:custGeom>
              <a:avLst/>
              <a:gdLst/>
              <a:ahLst/>
              <a:cxnLst/>
              <a:rect l="l" t="t" r="r" b="b"/>
              <a:pathLst>
                <a:path w="1887854" h="3832860">
                  <a:moveTo>
                    <a:pt x="0" y="3832788"/>
                  </a:moveTo>
                  <a:lnTo>
                    <a:pt x="1887368" y="3832788"/>
                  </a:lnTo>
                  <a:lnTo>
                    <a:pt x="1887368" y="0"/>
                  </a:lnTo>
                  <a:lnTo>
                    <a:pt x="0" y="0"/>
                  </a:lnTo>
                  <a:lnTo>
                    <a:pt x="0" y="3832788"/>
                  </a:lnTo>
                  <a:close/>
                </a:path>
              </a:pathLst>
            </a:custGeom>
            <a:ln w="37586">
              <a:solidFill>
                <a:srgbClr val="92CDDC"/>
              </a:solidFill>
            </a:ln>
          </p:spPr>
          <p:txBody>
            <a:bodyPr wrap="square" lIns="0" tIns="0" rIns="0" bIns="0" rtlCol="0"/>
            <a:lstStyle/>
            <a:p/>
          </p:txBody>
        </p:sp>
        <p:sp>
          <p:nvSpPr>
            <p:cNvPr id="6" name="object 6"/>
            <p:cNvSpPr/>
            <p:nvPr/>
          </p:nvSpPr>
          <p:spPr>
            <a:xfrm>
              <a:off x="6163640" y="1838045"/>
              <a:ext cx="184785" cy="3742054"/>
            </a:xfrm>
            <a:custGeom>
              <a:avLst/>
              <a:gdLst/>
              <a:ahLst/>
              <a:cxnLst/>
              <a:rect l="l" t="t" r="r" b="b"/>
              <a:pathLst>
                <a:path w="184785" h="3742054">
                  <a:moveTo>
                    <a:pt x="184467" y="555002"/>
                  </a:moveTo>
                  <a:lnTo>
                    <a:pt x="0" y="555002"/>
                  </a:lnTo>
                  <a:lnTo>
                    <a:pt x="0" y="3741483"/>
                  </a:lnTo>
                  <a:lnTo>
                    <a:pt x="184467" y="3741483"/>
                  </a:lnTo>
                  <a:lnTo>
                    <a:pt x="184467" y="555002"/>
                  </a:lnTo>
                  <a:close/>
                </a:path>
                <a:path w="184785" h="3742054">
                  <a:moveTo>
                    <a:pt x="184467" y="0"/>
                  </a:moveTo>
                  <a:lnTo>
                    <a:pt x="0" y="0"/>
                  </a:lnTo>
                  <a:lnTo>
                    <a:pt x="0" y="354850"/>
                  </a:lnTo>
                  <a:lnTo>
                    <a:pt x="184467" y="354850"/>
                  </a:lnTo>
                  <a:lnTo>
                    <a:pt x="184467" y="0"/>
                  </a:lnTo>
                  <a:close/>
                </a:path>
              </a:pathLst>
            </a:custGeom>
            <a:solidFill>
              <a:srgbClr val="92CDDC"/>
            </a:solidFill>
          </p:spPr>
          <p:txBody>
            <a:bodyPr wrap="square" lIns="0" tIns="0" rIns="0" bIns="0" rtlCol="0"/>
            <a:lstStyle/>
            <a:p/>
          </p:txBody>
        </p:sp>
        <p:sp>
          <p:nvSpPr>
            <p:cNvPr id="7" name="object 7"/>
            <p:cNvSpPr/>
            <p:nvPr/>
          </p:nvSpPr>
          <p:spPr>
            <a:xfrm>
              <a:off x="6163636" y="1838048"/>
              <a:ext cx="184785" cy="3832860"/>
            </a:xfrm>
            <a:custGeom>
              <a:avLst/>
              <a:gdLst/>
              <a:ahLst/>
              <a:cxnLst/>
              <a:rect l="l" t="t" r="r" b="b"/>
              <a:pathLst>
                <a:path w="184785" h="3832860">
                  <a:moveTo>
                    <a:pt x="0" y="3832788"/>
                  </a:moveTo>
                  <a:lnTo>
                    <a:pt x="184476" y="3832788"/>
                  </a:lnTo>
                  <a:lnTo>
                    <a:pt x="184476" y="0"/>
                  </a:lnTo>
                  <a:lnTo>
                    <a:pt x="0" y="0"/>
                  </a:lnTo>
                  <a:lnTo>
                    <a:pt x="0" y="3832788"/>
                  </a:lnTo>
                  <a:close/>
                </a:path>
              </a:pathLst>
            </a:custGeom>
            <a:ln w="37583">
              <a:solidFill>
                <a:srgbClr val="000000"/>
              </a:solidFill>
            </a:ln>
          </p:spPr>
          <p:txBody>
            <a:bodyPr wrap="square" lIns="0" tIns="0" rIns="0" bIns="0" rtlCol="0"/>
            <a:lstStyle/>
            <a:p/>
          </p:txBody>
        </p:sp>
        <p:sp>
          <p:nvSpPr>
            <p:cNvPr id="8" name="object 8"/>
            <p:cNvSpPr/>
            <p:nvPr/>
          </p:nvSpPr>
          <p:spPr>
            <a:xfrm>
              <a:off x="6355232" y="1838045"/>
              <a:ext cx="184785" cy="3742054"/>
            </a:xfrm>
            <a:custGeom>
              <a:avLst/>
              <a:gdLst/>
              <a:ahLst/>
              <a:cxnLst/>
              <a:rect l="l" t="t" r="r" b="b"/>
              <a:pathLst>
                <a:path w="184784" h="3742054">
                  <a:moveTo>
                    <a:pt x="184467" y="555002"/>
                  </a:moveTo>
                  <a:lnTo>
                    <a:pt x="0" y="555002"/>
                  </a:lnTo>
                  <a:lnTo>
                    <a:pt x="0" y="3741483"/>
                  </a:lnTo>
                  <a:lnTo>
                    <a:pt x="184467" y="3741483"/>
                  </a:lnTo>
                  <a:lnTo>
                    <a:pt x="184467" y="555002"/>
                  </a:lnTo>
                  <a:close/>
                </a:path>
                <a:path w="184784" h="3742054">
                  <a:moveTo>
                    <a:pt x="184467" y="0"/>
                  </a:moveTo>
                  <a:lnTo>
                    <a:pt x="0" y="0"/>
                  </a:lnTo>
                  <a:lnTo>
                    <a:pt x="0" y="354850"/>
                  </a:lnTo>
                  <a:lnTo>
                    <a:pt x="184467" y="354850"/>
                  </a:lnTo>
                  <a:lnTo>
                    <a:pt x="184467" y="0"/>
                  </a:lnTo>
                  <a:close/>
                </a:path>
              </a:pathLst>
            </a:custGeom>
            <a:solidFill>
              <a:srgbClr val="92CDDC"/>
            </a:solidFill>
          </p:spPr>
          <p:txBody>
            <a:bodyPr wrap="square" lIns="0" tIns="0" rIns="0" bIns="0" rtlCol="0"/>
            <a:lstStyle/>
            <a:p/>
          </p:txBody>
        </p:sp>
        <p:sp>
          <p:nvSpPr>
            <p:cNvPr id="9" name="object 9"/>
            <p:cNvSpPr/>
            <p:nvPr/>
          </p:nvSpPr>
          <p:spPr>
            <a:xfrm>
              <a:off x="6355221" y="1838048"/>
              <a:ext cx="184785" cy="3832860"/>
            </a:xfrm>
            <a:custGeom>
              <a:avLst/>
              <a:gdLst/>
              <a:ahLst/>
              <a:cxnLst/>
              <a:rect l="l" t="t" r="r" b="b"/>
              <a:pathLst>
                <a:path w="184784" h="3832860">
                  <a:moveTo>
                    <a:pt x="0" y="3832788"/>
                  </a:moveTo>
                  <a:lnTo>
                    <a:pt x="184476" y="3832788"/>
                  </a:lnTo>
                  <a:lnTo>
                    <a:pt x="184476" y="0"/>
                  </a:lnTo>
                  <a:lnTo>
                    <a:pt x="0" y="0"/>
                  </a:lnTo>
                  <a:lnTo>
                    <a:pt x="0" y="3832788"/>
                  </a:lnTo>
                  <a:close/>
                </a:path>
              </a:pathLst>
            </a:custGeom>
            <a:ln w="37583">
              <a:solidFill>
                <a:srgbClr val="000000"/>
              </a:solidFill>
            </a:ln>
          </p:spPr>
          <p:txBody>
            <a:bodyPr wrap="square" lIns="0" tIns="0" rIns="0" bIns="0" rtlCol="0"/>
            <a:lstStyle/>
            <a:p/>
          </p:txBody>
        </p:sp>
        <p:sp>
          <p:nvSpPr>
            <p:cNvPr id="10" name="object 10"/>
            <p:cNvSpPr/>
            <p:nvPr/>
          </p:nvSpPr>
          <p:spPr>
            <a:xfrm>
              <a:off x="6539700" y="1838045"/>
              <a:ext cx="184785" cy="3742054"/>
            </a:xfrm>
            <a:custGeom>
              <a:avLst/>
              <a:gdLst/>
              <a:ahLst/>
              <a:cxnLst/>
              <a:rect l="l" t="t" r="r" b="b"/>
              <a:pathLst>
                <a:path w="184784" h="3742054">
                  <a:moveTo>
                    <a:pt x="184467" y="1873796"/>
                  </a:moveTo>
                  <a:lnTo>
                    <a:pt x="0" y="1873796"/>
                  </a:lnTo>
                  <a:lnTo>
                    <a:pt x="0" y="3741483"/>
                  </a:lnTo>
                  <a:lnTo>
                    <a:pt x="184467" y="3741483"/>
                  </a:lnTo>
                  <a:lnTo>
                    <a:pt x="184467" y="1873796"/>
                  </a:lnTo>
                  <a:close/>
                </a:path>
                <a:path w="184784" h="3742054">
                  <a:moveTo>
                    <a:pt x="184467" y="555002"/>
                  </a:moveTo>
                  <a:lnTo>
                    <a:pt x="0" y="555002"/>
                  </a:lnTo>
                  <a:lnTo>
                    <a:pt x="0" y="1672209"/>
                  </a:lnTo>
                  <a:lnTo>
                    <a:pt x="184467" y="1672209"/>
                  </a:lnTo>
                  <a:lnTo>
                    <a:pt x="184467" y="555002"/>
                  </a:lnTo>
                  <a:close/>
                </a:path>
                <a:path w="184784" h="3742054">
                  <a:moveTo>
                    <a:pt x="184467" y="0"/>
                  </a:moveTo>
                  <a:lnTo>
                    <a:pt x="0" y="0"/>
                  </a:lnTo>
                  <a:lnTo>
                    <a:pt x="0" y="354850"/>
                  </a:lnTo>
                  <a:lnTo>
                    <a:pt x="184467" y="354850"/>
                  </a:lnTo>
                  <a:lnTo>
                    <a:pt x="184467" y="0"/>
                  </a:lnTo>
                  <a:close/>
                </a:path>
              </a:pathLst>
            </a:custGeom>
            <a:solidFill>
              <a:srgbClr val="92CDDC"/>
            </a:solidFill>
          </p:spPr>
          <p:txBody>
            <a:bodyPr wrap="square" lIns="0" tIns="0" rIns="0" bIns="0" rtlCol="0"/>
            <a:lstStyle/>
            <a:p/>
          </p:txBody>
        </p:sp>
        <p:sp>
          <p:nvSpPr>
            <p:cNvPr id="11" name="object 11"/>
            <p:cNvSpPr/>
            <p:nvPr/>
          </p:nvSpPr>
          <p:spPr>
            <a:xfrm>
              <a:off x="6539698" y="1838048"/>
              <a:ext cx="184785" cy="3832860"/>
            </a:xfrm>
            <a:custGeom>
              <a:avLst/>
              <a:gdLst/>
              <a:ahLst/>
              <a:cxnLst/>
              <a:rect l="l" t="t" r="r" b="b"/>
              <a:pathLst>
                <a:path w="184784" h="3832860">
                  <a:moveTo>
                    <a:pt x="0" y="3832788"/>
                  </a:moveTo>
                  <a:lnTo>
                    <a:pt x="184476" y="3832788"/>
                  </a:lnTo>
                  <a:lnTo>
                    <a:pt x="184476" y="0"/>
                  </a:lnTo>
                  <a:lnTo>
                    <a:pt x="0" y="0"/>
                  </a:lnTo>
                  <a:lnTo>
                    <a:pt x="0" y="3832788"/>
                  </a:lnTo>
                  <a:close/>
                </a:path>
              </a:pathLst>
            </a:custGeom>
            <a:ln w="37583">
              <a:solidFill>
                <a:srgbClr val="000000"/>
              </a:solidFill>
            </a:ln>
          </p:spPr>
          <p:txBody>
            <a:bodyPr wrap="square" lIns="0" tIns="0" rIns="0" bIns="0" rtlCol="0"/>
            <a:lstStyle/>
            <a:p/>
          </p:txBody>
        </p:sp>
        <p:sp>
          <p:nvSpPr>
            <p:cNvPr id="12" name="object 12"/>
            <p:cNvSpPr/>
            <p:nvPr/>
          </p:nvSpPr>
          <p:spPr>
            <a:xfrm>
              <a:off x="6731241" y="1838045"/>
              <a:ext cx="184785" cy="3742054"/>
            </a:xfrm>
            <a:custGeom>
              <a:avLst/>
              <a:gdLst/>
              <a:ahLst/>
              <a:cxnLst/>
              <a:rect l="l" t="t" r="r" b="b"/>
              <a:pathLst>
                <a:path w="184784" h="3742054">
                  <a:moveTo>
                    <a:pt x="184467" y="1873796"/>
                  </a:moveTo>
                  <a:lnTo>
                    <a:pt x="0" y="1873796"/>
                  </a:lnTo>
                  <a:lnTo>
                    <a:pt x="0" y="3741483"/>
                  </a:lnTo>
                  <a:lnTo>
                    <a:pt x="184467" y="3741483"/>
                  </a:lnTo>
                  <a:lnTo>
                    <a:pt x="184467" y="1873796"/>
                  </a:lnTo>
                  <a:close/>
                </a:path>
                <a:path w="184784" h="3742054">
                  <a:moveTo>
                    <a:pt x="184467" y="0"/>
                  </a:moveTo>
                  <a:lnTo>
                    <a:pt x="0" y="0"/>
                  </a:lnTo>
                  <a:lnTo>
                    <a:pt x="0" y="1672209"/>
                  </a:lnTo>
                  <a:lnTo>
                    <a:pt x="184467" y="1672209"/>
                  </a:lnTo>
                  <a:lnTo>
                    <a:pt x="184467" y="0"/>
                  </a:lnTo>
                  <a:close/>
                </a:path>
              </a:pathLst>
            </a:custGeom>
            <a:solidFill>
              <a:srgbClr val="92CDDC"/>
            </a:solidFill>
          </p:spPr>
          <p:txBody>
            <a:bodyPr wrap="square" lIns="0" tIns="0" rIns="0" bIns="0" rtlCol="0"/>
            <a:lstStyle/>
            <a:p/>
          </p:txBody>
        </p:sp>
        <p:sp>
          <p:nvSpPr>
            <p:cNvPr id="13" name="object 13"/>
            <p:cNvSpPr/>
            <p:nvPr/>
          </p:nvSpPr>
          <p:spPr>
            <a:xfrm>
              <a:off x="6731233" y="1838048"/>
              <a:ext cx="184785" cy="3832860"/>
            </a:xfrm>
            <a:custGeom>
              <a:avLst/>
              <a:gdLst/>
              <a:ahLst/>
              <a:cxnLst/>
              <a:rect l="l" t="t" r="r" b="b"/>
              <a:pathLst>
                <a:path w="184784" h="3832860">
                  <a:moveTo>
                    <a:pt x="0" y="3832788"/>
                  </a:moveTo>
                  <a:lnTo>
                    <a:pt x="184476" y="3832788"/>
                  </a:lnTo>
                  <a:lnTo>
                    <a:pt x="184476" y="0"/>
                  </a:lnTo>
                  <a:lnTo>
                    <a:pt x="0" y="0"/>
                  </a:lnTo>
                  <a:lnTo>
                    <a:pt x="0" y="3832788"/>
                  </a:lnTo>
                  <a:close/>
                </a:path>
              </a:pathLst>
            </a:custGeom>
            <a:ln w="37583">
              <a:solidFill>
                <a:srgbClr val="000000"/>
              </a:solidFill>
            </a:ln>
          </p:spPr>
          <p:txBody>
            <a:bodyPr wrap="square" lIns="0" tIns="0" rIns="0" bIns="0" rtlCol="0"/>
            <a:lstStyle/>
            <a:p/>
          </p:txBody>
        </p:sp>
        <p:sp>
          <p:nvSpPr>
            <p:cNvPr id="14" name="object 14"/>
            <p:cNvSpPr/>
            <p:nvPr/>
          </p:nvSpPr>
          <p:spPr>
            <a:xfrm>
              <a:off x="6919277" y="1838045"/>
              <a:ext cx="184785" cy="3742054"/>
            </a:xfrm>
            <a:custGeom>
              <a:avLst/>
              <a:gdLst/>
              <a:ahLst/>
              <a:cxnLst/>
              <a:rect l="l" t="t" r="r" b="b"/>
              <a:pathLst>
                <a:path w="184784" h="3742054">
                  <a:moveTo>
                    <a:pt x="184467" y="1873796"/>
                  </a:moveTo>
                  <a:lnTo>
                    <a:pt x="0" y="1873796"/>
                  </a:lnTo>
                  <a:lnTo>
                    <a:pt x="0" y="3741483"/>
                  </a:lnTo>
                  <a:lnTo>
                    <a:pt x="184467" y="3741483"/>
                  </a:lnTo>
                  <a:lnTo>
                    <a:pt x="184467" y="1873796"/>
                  </a:lnTo>
                  <a:close/>
                </a:path>
                <a:path w="184784" h="3742054">
                  <a:moveTo>
                    <a:pt x="184467" y="0"/>
                  </a:moveTo>
                  <a:lnTo>
                    <a:pt x="0" y="0"/>
                  </a:lnTo>
                  <a:lnTo>
                    <a:pt x="0" y="1672209"/>
                  </a:lnTo>
                  <a:lnTo>
                    <a:pt x="184467" y="1672209"/>
                  </a:lnTo>
                  <a:lnTo>
                    <a:pt x="184467" y="0"/>
                  </a:lnTo>
                  <a:close/>
                </a:path>
              </a:pathLst>
            </a:custGeom>
            <a:solidFill>
              <a:srgbClr val="92CDDC"/>
            </a:solidFill>
          </p:spPr>
          <p:txBody>
            <a:bodyPr wrap="square" lIns="0" tIns="0" rIns="0" bIns="0" rtlCol="0"/>
            <a:lstStyle/>
            <a:p/>
          </p:txBody>
        </p:sp>
        <p:sp>
          <p:nvSpPr>
            <p:cNvPr id="15" name="object 15"/>
            <p:cNvSpPr/>
            <p:nvPr/>
          </p:nvSpPr>
          <p:spPr>
            <a:xfrm>
              <a:off x="6919264" y="1838048"/>
              <a:ext cx="184785" cy="3832860"/>
            </a:xfrm>
            <a:custGeom>
              <a:avLst/>
              <a:gdLst/>
              <a:ahLst/>
              <a:cxnLst/>
              <a:rect l="l" t="t" r="r" b="b"/>
              <a:pathLst>
                <a:path w="184784" h="3832860">
                  <a:moveTo>
                    <a:pt x="0" y="3832788"/>
                  </a:moveTo>
                  <a:lnTo>
                    <a:pt x="184476" y="3832788"/>
                  </a:lnTo>
                  <a:lnTo>
                    <a:pt x="184476" y="0"/>
                  </a:lnTo>
                  <a:lnTo>
                    <a:pt x="0" y="0"/>
                  </a:lnTo>
                  <a:lnTo>
                    <a:pt x="0" y="3832788"/>
                  </a:lnTo>
                  <a:close/>
                </a:path>
              </a:pathLst>
            </a:custGeom>
            <a:ln w="37583">
              <a:solidFill>
                <a:srgbClr val="000000"/>
              </a:solidFill>
            </a:ln>
          </p:spPr>
          <p:txBody>
            <a:bodyPr wrap="square" lIns="0" tIns="0" rIns="0" bIns="0" rtlCol="0"/>
            <a:lstStyle/>
            <a:p/>
          </p:txBody>
        </p:sp>
        <p:sp>
          <p:nvSpPr>
            <p:cNvPr id="16" name="object 16"/>
            <p:cNvSpPr/>
            <p:nvPr/>
          </p:nvSpPr>
          <p:spPr>
            <a:xfrm>
              <a:off x="7110857" y="1838045"/>
              <a:ext cx="184785" cy="3742054"/>
            </a:xfrm>
            <a:custGeom>
              <a:avLst/>
              <a:gdLst/>
              <a:ahLst/>
              <a:cxnLst/>
              <a:rect l="l" t="t" r="r" b="b"/>
              <a:pathLst>
                <a:path w="184784" h="3742054">
                  <a:moveTo>
                    <a:pt x="184467" y="555002"/>
                  </a:moveTo>
                  <a:lnTo>
                    <a:pt x="0" y="555002"/>
                  </a:lnTo>
                  <a:lnTo>
                    <a:pt x="0" y="3741483"/>
                  </a:lnTo>
                  <a:lnTo>
                    <a:pt x="184467" y="3741483"/>
                  </a:lnTo>
                  <a:lnTo>
                    <a:pt x="184467" y="555002"/>
                  </a:lnTo>
                  <a:close/>
                </a:path>
                <a:path w="184784" h="3742054">
                  <a:moveTo>
                    <a:pt x="184467" y="0"/>
                  </a:moveTo>
                  <a:lnTo>
                    <a:pt x="0" y="0"/>
                  </a:lnTo>
                  <a:lnTo>
                    <a:pt x="0" y="354850"/>
                  </a:lnTo>
                  <a:lnTo>
                    <a:pt x="184467" y="354850"/>
                  </a:lnTo>
                  <a:lnTo>
                    <a:pt x="184467" y="0"/>
                  </a:lnTo>
                  <a:close/>
                </a:path>
              </a:pathLst>
            </a:custGeom>
            <a:solidFill>
              <a:srgbClr val="92CDDC"/>
            </a:solidFill>
          </p:spPr>
          <p:txBody>
            <a:bodyPr wrap="square" lIns="0" tIns="0" rIns="0" bIns="0" rtlCol="0"/>
            <a:lstStyle/>
            <a:p/>
          </p:txBody>
        </p:sp>
        <p:sp>
          <p:nvSpPr>
            <p:cNvPr id="17" name="object 17"/>
            <p:cNvSpPr/>
            <p:nvPr/>
          </p:nvSpPr>
          <p:spPr>
            <a:xfrm>
              <a:off x="7110849" y="1838048"/>
              <a:ext cx="184785" cy="3832860"/>
            </a:xfrm>
            <a:custGeom>
              <a:avLst/>
              <a:gdLst/>
              <a:ahLst/>
              <a:cxnLst/>
              <a:rect l="l" t="t" r="r" b="b"/>
              <a:pathLst>
                <a:path w="184784" h="3832860">
                  <a:moveTo>
                    <a:pt x="0" y="3832788"/>
                  </a:moveTo>
                  <a:lnTo>
                    <a:pt x="184476" y="3832788"/>
                  </a:lnTo>
                  <a:lnTo>
                    <a:pt x="184476" y="0"/>
                  </a:lnTo>
                  <a:lnTo>
                    <a:pt x="0" y="0"/>
                  </a:lnTo>
                  <a:lnTo>
                    <a:pt x="0" y="3832788"/>
                  </a:lnTo>
                  <a:close/>
                </a:path>
              </a:pathLst>
            </a:custGeom>
            <a:ln w="37583">
              <a:solidFill>
                <a:srgbClr val="000000"/>
              </a:solidFill>
            </a:ln>
          </p:spPr>
          <p:txBody>
            <a:bodyPr wrap="square" lIns="0" tIns="0" rIns="0" bIns="0" rtlCol="0"/>
            <a:lstStyle/>
            <a:p/>
          </p:txBody>
        </p:sp>
        <p:sp>
          <p:nvSpPr>
            <p:cNvPr id="18" name="object 18"/>
            <p:cNvSpPr/>
            <p:nvPr/>
          </p:nvSpPr>
          <p:spPr>
            <a:xfrm>
              <a:off x="7298893" y="1838045"/>
              <a:ext cx="184785" cy="3742054"/>
            </a:xfrm>
            <a:custGeom>
              <a:avLst/>
              <a:gdLst/>
              <a:ahLst/>
              <a:cxnLst/>
              <a:rect l="l" t="t" r="r" b="b"/>
              <a:pathLst>
                <a:path w="184784" h="3742054">
                  <a:moveTo>
                    <a:pt x="184467" y="555002"/>
                  </a:moveTo>
                  <a:lnTo>
                    <a:pt x="0" y="555002"/>
                  </a:lnTo>
                  <a:lnTo>
                    <a:pt x="0" y="3741483"/>
                  </a:lnTo>
                  <a:lnTo>
                    <a:pt x="184467" y="3741483"/>
                  </a:lnTo>
                  <a:lnTo>
                    <a:pt x="184467" y="555002"/>
                  </a:lnTo>
                  <a:close/>
                </a:path>
                <a:path w="184784" h="3742054">
                  <a:moveTo>
                    <a:pt x="184467" y="0"/>
                  </a:moveTo>
                  <a:lnTo>
                    <a:pt x="0" y="0"/>
                  </a:lnTo>
                  <a:lnTo>
                    <a:pt x="0" y="354850"/>
                  </a:lnTo>
                  <a:lnTo>
                    <a:pt x="184467" y="354850"/>
                  </a:lnTo>
                  <a:lnTo>
                    <a:pt x="184467" y="0"/>
                  </a:lnTo>
                  <a:close/>
                </a:path>
              </a:pathLst>
            </a:custGeom>
            <a:solidFill>
              <a:srgbClr val="92CDDC"/>
            </a:solidFill>
          </p:spPr>
          <p:txBody>
            <a:bodyPr wrap="square" lIns="0" tIns="0" rIns="0" bIns="0" rtlCol="0"/>
            <a:lstStyle/>
            <a:p/>
          </p:txBody>
        </p:sp>
        <p:sp>
          <p:nvSpPr>
            <p:cNvPr id="19" name="object 19"/>
            <p:cNvSpPr/>
            <p:nvPr/>
          </p:nvSpPr>
          <p:spPr>
            <a:xfrm>
              <a:off x="7298880" y="1838048"/>
              <a:ext cx="184785" cy="3832860"/>
            </a:xfrm>
            <a:custGeom>
              <a:avLst/>
              <a:gdLst/>
              <a:ahLst/>
              <a:cxnLst/>
              <a:rect l="l" t="t" r="r" b="b"/>
              <a:pathLst>
                <a:path w="184784" h="3832860">
                  <a:moveTo>
                    <a:pt x="0" y="3832788"/>
                  </a:moveTo>
                  <a:lnTo>
                    <a:pt x="184476" y="3832788"/>
                  </a:lnTo>
                  <a:lnTo>
                    <a:pt x="184476" y="0"/>
                  </a:lnTo>
                  <a:lnTo>
                    <a:pt x="0" y="0"/>
                  </a:lnTo>
                  <a:lnTo>
                    <a:pt x="0" y="3832788"/>
                  </a:lnTo>
                  <a:close/>
                </a:path>
              </a:pathLst>
            </a:custGeom>
            <a:ln w="37583">
              <a:solidFill>
                <a:srgbClr val="000000"/>
              </a:solidFill>
            </a:ln>
          </p:spPr>
          <p:txBody>
            <a:bodyPr wrap="square" lIns="0" tIns="0" rIns="0" bIns="0" rtlCol="0"/>
            <a:lstStyle/>
            <a:p/>
          </p:txBody>
        </p:sp>
        <p:sp>
          <p:nvSpPr>
            <p:cNvPr id="20" name="object 20"/>
            <p:cNvSpPr/>
            <p:nvPr/>
          </p:nvSpPr>
          <p:spPr>
            <a:xfrm>
              <a:off x="7490472" y="1838040"/>
              <a:ext cx="184785" cy="3742054"/>
            </a:xfrm>
            <a:custGeom>
              <a:avLst/>
              <a:gdLst/>
              <a:ahLst/>
              <a:cxnLst/>
              <a:rect l="l" t="t" r="r" b="b"/>
              <a:pathLst>
                <a:path w="184784" h="3742054">
                  <a:moveTo>
                    <a:pt x="0" y="3741477"/>
                  </a:moveTo>
                  <a:lnTo>
                    <a:pt x="184476" y="3741477"/>
                  </a:lnTo>
                  <a:lnTo>
                    <a:pt x="184476" y="0"/>
                  </a:lnTo>
                  <a:lnTo>
                    <a:pt x="0" y="0"/>
                  </a:lnTo>
                  <a:lnTo>
                    <a:pt x="0" y="3741477"/>
                  </a:lnTo>
                  <a:close/>
                </a:path>
              </a:pathLst>
            </a:custGeom>
            <a:solidFill>
              <a:srgbClr val="92CDDC"/>
            </a:solidFill>
          </p:spPr>
          <p:txBody>
            <a:bodyPr wrap="square" lIns="0" tIns="0" rIns="0" bIns="0" rtlCol="0"/>
            <a:lstStyle/>
            <a:p/>
          </p:txBody>
        </p:sp>
        <p:sp>
          <p:nvSpPr>
            <p:cNvPr id="21" name="object 21"/>
            <p:cNvSpPr/>
            <p:nvPr/>
          </p:nvSpPr>
          <p:spPr>
            <a:xfrm>
              <a:off x="7490466" y="1838048"/>
              <a:ext cx="184785" cy="3832860"/>
            </a:xfrm>
            <a:custGeom>
              <a:avLst/>
              <a:gdLst/>
              <a:ahLst/>
              <a:cxnLst/>
              <a:rect l="l" t="t" r="r" b="b"/>
              <a:pathLst>
                <a:path w="184784" h="3832860">
                  <a:moveTo>
                    <a:pt x="0" y="3832788"/>
                  </a:moveTo>
                  <a:lnTo>
                    <a:pt x="184476" y="3832788"/>
                  </a:lnTo>
                  <a:lnTo>
                    <a:pt x="184476" y="0"/>
                  </a:lnTo>
                  <a:lnTo>
                    <a:pt x="0" y="0"/>
                  </a:lnTo>
                  <a:lnTo>
                    <a:pt x="0" y="3832788"/>
                  </a:lnTo>
                  <a:close/>
                </a:path>
              </a:pathLst>
            </a:custGeom>
            <a:ln w="37583">
              <a:solidFill>
                <a:srgbClr val="000000"/>
              </a:solidFill>
            </a:ln>
          </p:spPr>
          <p:txBody>
            <a:bodyPr wrap="square" lIns="0" tIns="0" rIns="0" bIns="0" rtlCol="0"/>
            <a:lstStyle/>
            <a:p/>
          </p:txBody>
        </p:sp>
        <p:sp>
          <p:nvSpPr>
            <p:cNvPr id="22" name="object 22"/>
            <p:cNvSpPr/>
            <p:nvPr/>
          </p:nvSpPr>
          <p:spPr>
            <a:xfrm>
              <a:off x="7674953" y="1838045"/>
              <a:ext cx="184785" cy="3742054"/>
            </a:xfrm>
            <a:custGeom>
              <a:avLst/>
              <a:gdLst/>
              <a:ahLst/>
              <a:cxnLst/>
              <a:rect l="l" t="t" r="r" b="b"/>
              <a:pathLst>
                <a:path w="184784" h="3742054">
                  <a:moveTo>
                    <a:pt x="184467" y="555459"/>
                  </a:moveTo>
                  <a:lnTo>
                    <a:pt x="0" y="555459"/>
                  </a:lnTo>
                  <a:lnTo>
                    <a:pt x="0" y="3741483"/>
                  </a:lnTo>
                  <a:lnTo>
                    <a:pt x="184467" y="3741483"/>
                  </a:lnTo>
                  <a:lnTo>
                    <a:pt x="184467" y="555459"/>
                  </a:lnTo>
                  <a:close/>
                </a:path>
                <a:path w="184784" h="3742054">
                  <a:moveTo>
                    <a:pt x="184467" y="0"/>
                  </a:moveTo>
                  <a:lnTo>
                    <a:pt x="0" y="0"/>
                  </a:lnTo>
                  <a:lnTo>
                    <a:pt x="0" y="355307"/>
                  </a:lnTo>
                  <a:lnTo>
                    <a:pt x="184467" y="355307"/>
                  </a:lnTo>
                  <a:lnTo>
                    <a:pt x="184467" y="0"/>
                  </a:lnTo>
                  <a:close/>
                </a:path>
              </a:pathLst>
            </a:custGeom>
            <a:solidFill>
              <a:srgbClr val="92CDDC"/>
            </a:solidFill>
          </p:spPr>
          <p:txBody>
            <a:bodyPr wrap="square" lIns="0" tIns="0" rIns="0" bIns="0" rtlCol="0"/>
            <a:lstStyle/>
            <a:p/>
          </p:txBody>
        </p:sp>
        <p:sp>
          <p:nvSpPr>
            <p:cNvPr id="23" name="object 23"/>
            <p:cNvSpPr/>
            <p:nvPr/>
          </p:nvSpPr>
          <p:spPr>
            <a:xfrm>
              <a:off x="7674942" y="1838048"/>
              <a:ext cx="184785" cy="3832860"/>
            </a:xfrm>
            <a:custGeom>
              <a:avLst/>
              <a:gdLst/>
              <a:ahLst/>
              <a:cxnLst/>
              <a:rect l="l" t="t" r="r" b="b"/>
              <a:pathLst>
                <a:path w="184784" h="3832860">
                  <a:moveTo>
                    <a:pt x="0" y="3832788"/>
                  </a:moveTo>
                  <a:lnTo>
                    <a:pt x="184476" y="3832788"/>
                  </a:lnTo>
                  <a:lnTo>
                    <a:pt x="184476" y="0"/>
                  </a:lnTo>
                  <a:lnTo>
                    <a:pt x="0" y="0"/>
                  </a:lnTo>
                  <a:lnTo>
                    <a:pt x="0" y="3832788"/>
                  </a:lnTo>
                  <a:close/>
                </a:path>
              </a:pathLst>
            </a:custGeom>
            <a:ln w="37583">
              <a:solidFill>
                <a:srgbClr val="000000"/>
              </a:solidFill>
            </a:ln>
          </p:spPr>
          <p:txBody>
            <a:bodyPr wrap="square" lIns="0" tIns="0" rIns="0" bIns="0" rtlCol="0"/>
            <a:lstStyle/>
            <a:p/>
          </p:txBody>
        </p:sp>
        <p:sp>
          <p:nvSpPr>
            <p:cNvPr id="24" name="object 24"/>
            <p:cNvSpPr/>
            <p:nvPr/>
          </p:nvSpPr>
          <p:spPr>
            <a:xfrm>
              <a:off x="7866532" y="1838045"/>
              <a:ext cx="184785" cy="3742054"/>
            </a:xfrm>
            <a:custGeom>
              <a:avLst/>
              <a:gdLst/>
              <a:ahLst/>
              <a:cxnLst/>
              <a:rect l="l" t="t" r="r" b="b"/>
              <a:pathLst>
                <a:path w="184784" h="3742054">
                  <a:moveTo>
                    <a:pt x="184467" y="1868119"/>
                  </a:moveTo>
                  <a:lnTo>
                    <a:pt x="0" y="1868119"/>
                  </a:lnTo>
                  <a:lnTo>
                    <a:pt x="0" y="3741483"/>
                  </a:lnTo>
                  <a:lnTo>
                    <a:pt x="184467" y="3741483"/>
                  </a:lnTo>
                  <a:lnTo>
                    <a:pt x="184467" y="1868119"/>
                  </a:lnTo>
                  <a:close/>
                </a:path>
                <a:path w="184784" h="3742054">
                  <a:moveTo>
                    <a:pt x="184467" y="0"/>
                  </a:moveTo>
                  <a:lnTo>
                    <a:pt x="0" y="0"/>
                  </a:lnTo>
                  <a:lnTo>
                    <a:pt x="0" y="1667967"/>
                  </a:lnTo>
                  <a:lnTo>
                    <a:pt x="184467" y="1667967"/>
                  </a:lnTo>
                  <a:lnTo>
                    <a:pt x="184467" y="0"/>
                  </a:lnTo>
                  <a:close/>
                </a:path>
              </a:pathLst>
            </a:custGeom>
            <a:solidFill>
              <a:srgbClr val="92CDDC"/>
            </a:solidFill>
          </p:spPr>
          <p:txBody>
            <a:bodyPr wrap="square" lIns="0" tIns="0" rIns="0" bIns="0" rtlCol="0"/>
            <a:lstStyle/>
            <a:p/>
          </p:txBody>
        </p:sp>
        <p:sp>
          <p:nvSpPr>
            <p:cNvPr id="25" name="object 25"/>
            <p:cNvSpPr/>
            <p:nvPr/>
          </p:nvSpPr>
          <p:spPr>
            <a:xfrm>
              <a:off x="6156928" y="1838048"/>
              <a:ext cx="1909445" cy="3832860"/>
            </a:xfrm>
            <a:custGeom>
              <a:avLst/>
              <a:gdLst/>
              <a:ahLst/>
              <a:cxnLst/>
              <a:rect l="l" t="t" r="r" b="b"/>
              <a:pathLst>
                <a:path w="1909445" h="3832860">
                  <a:moveTo>
                    <a:pt x="1709600" y="3832788"/>
                  </a:moveTo>
                  <a:lnTo>
                    <a:pt x="1894076" y="3832788"/>
                  </a:lnTo>
                  <a:lnTo>
                    <a:pt x="1894076" y="0"/>
                  </a:lnTo>
                  <a:lnTo>
                    <a:pt x="1709600" y="0"/>
                  </a:lnTo>
                  <a:lnTo>
                    <a:pt x="1709600" y="3832788"/>
                  </a:lnTo>
                  <a:close/>
                </a:path>
                <a:path w="1909445" h="3832860">
                  <a:moveTo>
                    <a:pt x="6708" y="177409"/>
                  </a:moveTo>
                  <a:lnTo>
                    <a:pt x="1902637" y="177409"/>
                  </a:lnTo>
                </a:path>
                <a:path w="1909445" h="3832860">
                  <a:moveTo>
                    <a:pt x="1852" y="354889"/>
                  </a:moveTo>
                  <a:lnTo>
                    <a:pt x="1897781" y="354889"/>
                  </a:lnTo>
                </a:path>
                <a:path w="1909445" h="3832860">
                  <a:moveTo>
                    <a:pt x="4855" y="550046"/>
                  </a:moveTo>
                  <a:lnTo>
                    <a:pt x="1900784" y="550046"/>
                  </a:lnTo>
                </a:path>
                <a:path w="1909445" h="3832860">
                  <a:moveTo>
                    <a:pt x="0" y="727526"/>
                  </a:moveTo>
                  <a:lnTo>
                    <a:pt x="1895928" y="727526"/>
                  </a:lnTo>
                </a:path>
                <a:path w="1909445" h="3832860">
                  <a:moveTo>
                    <a:pt x="13416" y="922683"/>
                  </a:moveTo>
                  <a:lnTo>
                    <a:pt x="1909395" y="922683"/>
                  </a:lnTo>
                </a:path>
                <a:path w="1909445" h="3832860">
                  <a:moveTo>
                    <a:pt x="8560" y="1100163"/>
                  </a:moveTo>
                  <a:lnTo>
                    <a:pt x="1904539" y="1100163"/>
                  </a:lnTo>
                </a:path>
                <a:path w="1909445" h="3832860">
                  <a:moveTo>
                    <a:pt x="11564" y="1295320"/>
                  </a:moveTo>
                  <a:lnTo>
                    <a:pt x="1907493" y="1295320"/>
                  </a:lnTo>
                </a:path>
                <a:path w="1909445" h="3832860">
                  <a:moveTo>
                    <a:pt x="6708" y="1472750"/>
                  </a:moveTo>
                  <a:lnTo>
                    <a:pt x="1902637" y="1472750"/>
                  </a:lnTo>
                </a:path>
                <a:path w="1909445" h="3832860">
                  <a:moveTo>
                    <a:pt x="13416" y="1667957"/>
                  </a:moveTo>
                  <a:lnTo>
                    <a:pt x="1909395" y="1667957"/>
                  </a:lnTo>
                </a:path>
              </a:pathLst>
            </a:custGeom>
            <a:ln w="37590">
              <a:solidFill>
                <a:srgbClr val="000000"/>
              </a:solidFill>
            </a:ln>
          </p:spPr>
          <p:txBody>
            <a:bodyPr wrap="square" lIns="0" tIns="0" rIns="0" bIns="0" rtlCol="0"/>
            <a:lstStyle/>
            <a:p/>
          </p:txBody>
        </p:sp>
        <p:sp>
          <p:nvSpPr>
            <p:cNvPr id="26" name="object 26"/>
            <p:cNvSpPr/>
            <p:nvPr/>
          </p:nvSpPr>
          <p:spPr>
            <a:xfrm>
              <a:off x="7481707" y="3664637"/>
              <a:ext cx="0" cy="38100"/>
            </a:xfrm>
            <a:custGeom>
              <a:avLst/>
              <a:gdLst/>
              <a:ahLst/>
              <a:cxnLst/>
              <a:rect l="l" t="t" r="r" b="b"/>
              <a:pathLst>
                <a:path h="38100">
                  <a:moveTo>
                    <a:pt x="0" y="0"/>
                  </a:moveTo>
                  <a:lnTo>
                    <a:pt x="0" y="37596"/>
                  </a:lnTo>
                </a:path>
              </a:pathLst>
            </a:custGeom>
            <a:ln w="3305">
              <a:solidFill>
                <a:srgbClr val="000000"/>
              </a:solidFill>
            </a:ln>
          </p:spPr>
          <p:txBody>
            <a:bodyPr wrap="square" lIns="0" tIns="0" rIns="0" bIns="0" rtlCol="0"/>
            <a:lstStyle/>
            <a:p/>
          </p:txBody>
        </p:sp>
        <p:sp>
          <p:nvSpPr>
            <p:cNvPr id="27" name="object 27"/>
            <p:cNvSpPr/>
            <p:nvPr/>
          </p:nvSpPr>
          <p:spPr>
            <a:xfrm>
              <a:off x="7673744" y="3664637"/>
              <a:ext cx="0" cy="38100"/>
            </a:xfrm>
            <a:custGeom>
              <a:avLst/>
              <a:gdLst/>
              <a:ahLst/>
              <a:cxnLst/>
              <a:rect l="l" t="t" r="r" b="b"/>
              <a:pathLst>
                <a:path h="38100">
                  <a:moveTo>
                    <a:pt x="0" y="0"/>
                  </a:moveTo>
                  <a:lnTo>
                    <a:pt x="0" y="37596"/>
                  </a:lnTo>
                </a:path>
              </a:pathLst>
            </a:custGeom>
            <a:ln w="11814">
              <a:solidFill>
                <a:srgbClr val="000000"/>
              </a:solidFill>
            </a:ln>
          </p:spPr>
          <p:txBody>
            <a:bodyPr wrap="square" lIns="0" tIns="0" rIns="0" bIns="0" rtlCol="0"/>
            <a:lstStyle/>
            <a:p/>
          </p:txBody>
        </p:sp>
        <p:sp>
          <p:nvSpPr>
            <p:cNvPr id="28" name="object 28"/>
            <p:cNvSpPr/>
            <p:nvPr/>
          </p:nvSpPr>
          <p:spPr>
            <a:xfrm>
              <a:off x="8056220" y="3664637"/>
              <a:ext cx="0" cy="38100"/>
            </a:xfrm>
            <a:custGeom>
              <a:avLst/>
              <a:gdLst/>
              <a:ahLst/>
              <a:cxnLst/>
              <a:rect l="l" t="t" r="r" b="b"/>
              <a:pathLst>
                <a:path h="38100">
                  <a:moveTo>
                    <a:pt x="0" y="0"/>
                  </a:moveTo>
                  <a:lnTo>
                    <a:pt x="0" y="37596"/>
                  </a:lnTo>
                </a:path>
              </a:pathLst>
            </a:custGeom>
            <a:ln w="10494">
              <a:solidFill>
                <a:srgbClr val="000000"/>
              </a:solidFill>
            </a:ln>
          </p:spPr>
          <p:txBody>
            <a:bodyPr wrap="square" lIns="0" tIns="0" rIns="0" bIns="0" rtlCol="0"/>
            <a:lstStyle/>
            <a:p/>
          </p:txBody>
        </p:sp>
        <p:sp>
          <p:nvSpPr>
            <p:cNvPr id="29" name="object 29"/>
            <p:cNvSpPr/>
            <p:nvPr/>
          </p:nvSpPr>
          <p:spPr>
            <a:xfrm>
              <a:off x="6157829" y="3878643"/>
              <a:ext cx="1908810" cy="1526540"/>
            </a:xfrm>
            <a:custGeom>
              <a:avLst/>
              <a:gdLst/>
              <a:ahLst/>
              <a:cxnLst/>
              <a:rect l="l" t="t" r="r" b="b"/>
              <a:pathLst>
                <a:path w="1908809" h="1526539">
                  <a:moveTo>
                    <a:pt x="10663" y="0"/>
                  </a:moveTo>
                  <a:lnTo>
                    <a:pt x="1906592" y="0"/>
                  </a:lnTo>
                </a:path>
                <a:path w="1908809" h="1526539">
                  <a:moveTo>
                    <a:pt x="5807" y="177429"/>
                  </a:moveTo>
                  <a:lnTo>
                    <a:pt x="1901736" y="177429"/>
                  </a:lnTo>
                </a:path>
                <a:path w="1908809" h="1526539">
                  <a:moveTo>
                    <a:pt x="12515" y="390364"/>
                  </a:moveTo>
                  <a:lnTo>
                    <a:pt x="1908494" y="390364"/>
                  </a:lnTo>
                </a:path>
                <a:path w="1908809" h="1526539">
                  <a:moveTo>
                    <a:pt x="7659" y="567844"/>
                  </a:moveTo>
                  <a:lnTo>
                    <a:pt x="1903638" y="567844"/>
                  </a:lnTo>
                </a:path>
                <a:path w="1908809" h="1526539">
                  <a:moveTo>
                    <a:pt x="10663" y="763002"/>
                  </a:moveTo>
                  <a:lnTo>
                    <a:pt x="1906592" y="763002"/>
                  </a:lnTo>
                </a:path>
                <a:path w="1908809" h="1526539">
                  <a:moveTo>
                    <a:pt x="5807" y="940481"/>
                  </a:moveTo>
                  <a:lnTo>
                    <a:pt x="1901736" y="940481"/>
                  </a:lnTo>
                </a:path>
                <a:path w="1908809" h="1526539">
                  <a:moveTo>
                    <a:pt x="4855" y="1153417"/>
                  </a:moveTo>
                  <a:lnTo>
                    <a:pt x="1900834" y="1153417"/>
                  </a:lnTo>
                </a:path>
                <a:path w="1908809" h="1526539">
                  <a:moveTo>
                    <a:pt x="0" y="1330846"/>
                  </a:moveTo>
                  <a:lnTo>
                    <a:pt x="1895978" y="1330846"/>
                  </a:lnTo>
                </a:path>
                <a:path w="1908809" h="1526539">
                  <a:moveTo>
                    <a:pt x="3003" y="1526004"/>
                  </a:moveTo>
                  <a:lnTo>
                    <a:pt x="1898932" y="1526004"/>
                  </a:lnTo>
                </a:path>
              </a:pathLst>
            </a:custGeom>
            <a:ln w="37590">
              <a:solidFill>
                <a:srgbClr val="000000"/>
              </a:solidFill>
            </a:ln>
          </p:spPr>
          <p:txBody>
            <a:bodyPr wrap="square" lIns="0" tIns="0" rIns="0" bIns="0" rtlCol="0"/>
            <a:lstStyle/>
            <a:p/>
          </p:txBody>
        </p:sp>
        <p:sp>
          <p:nvSpPr>
            <p:cNvPr id="30" name="object 30"/>
            <p:cNvSpPr/>
            <p:nvPr/>
          </p:nvSpPr>
          <p:spPr>
            <a:xfrm>
              <a:off x="6155976" y="5563328"/>
              <a:ext cx="1896110" cy="16510"/>
            </a:xfrm>
            <a:custGeom>
              <a:avLst/>
              <a:gdLst/>
              <a:ahLst/>
              <a:cxnLst/>
              <a:rect l="l" t="t" r="r" b="b"/>
              <a:pathLst>
                <a:path w="1896109" h="16510">
                  <a:moveTo>
                    <a:pt x="0" y="16188"/>
                  </a:moveTo>
                  <a:lnTo>
                    <a:pt x="1895928" y="16188"/>
                  </a:lnTo>
                  <a:lnTo>
                    <a:pt x="1895928" y="0"/>
                  </a:lnTo>
                  <a:lnTo>
                    <a:pt x="0" y="0"/>
                  </a:lnTo>
                  <a:lnTo>
                    <a:pt x="0" y="16188"/>
                  </a:lnTo>
                  <a:close/>
                </a:path>
              </a:pathLst>
            </a:custGeom>
            <a:solidFill>
              <a:srgbClr val="000000"/>
            </a:solidFill>
          </p:spPr>
          <p:txBody>
            <a:bodyPr wrap="square" lIns="0" tIns="0" rIns="0" bIns="0" rtlCol="0"/>
            <a:lstStyle/>
            <a:p/>
          </p:txBody>
        </p:sp>
        <p:sp>
          <p:nvSpPr>
            <p:cNvPr id="31" name="object 31"/>
            <p:cNvSpPr/>
            <p:nvPr/>
          </p:nvSpPr>
          <p:spPr>
            <a:xfrm>
              <a:off x="6733895" y="2192887"/>
              <a:ext cx="184785" cy="200660"/>
            </a:xfrm>
            <a:custGeom>
              <a:avLst/>
              <a:gdLst/>
              <a:ahLst/>
              <a:cxnLst/>
              <a:rect l="l" t="t" r="r" b="b"/>
              <a:pathLst>
                <a:path w="184784" h="200660">
                  <a:moveTo>
                    <a:pt x="184476" y="0"/>
                  </a:moveTo>
                  <a:lnTo>
                    <a:pt x="0" y="0"/>
                  </a:lnTo>
                  <a:lnTo>
                    <a:pt x="0" y="200160"/>
                  </a:lnTo>
                  <a:lnTo>
                    <a:pt x="184476" y="200160"/>
                  </a:lnTo>
                  <a:lnTo>
                    <a:pt x="184476" y="0"/>
                  </a:lnTo>
                  <a:close/>
                </a:path>
              </a:pathLst>
            </a:custGeom>
            <a:solidFill>
              <a:srgbClr val="C05046"/>
            </a:solidFill>
          </p:spPr>
          <p:txBody>
            <a:bodyPr wrap="square" lIns="0" tIns="0" rIns="0" bIns="0" rtlCol="0"/>
            <a:lstStyle/>
            <a:p/>
          </p:txBody>
        </p:sp>
        <p:sp>
          <p:nvSpPr>
            <p:cNvPr id="32" name="object 32"/>
            <p:cNvSpPr/>
            <p:nvPr/>
          </p:nvSpPr>
          <p:spPr>
            <a:xfrm>
              <a:off x="6733886" y="2192892"/>
              <a:ext cx="184785" cy="200660"/>
            </a:xfrm>
            <a:custGeom>
              <a:avLst/>
              <a:gdLst/>
              <a:ahLst/>
              <a:cxnLst/>
              <a:rect l="l" t="t" r="r" b="b"/>
              <a:pathLst>
                <a:path w="184784" h="200660">
                  <a:moveTo>
                    <a:pt x="0" y="200160"/>
                  </a:moveTo>
                  <a:lnTo>
                    <a:pt x="184476" y="200160"/>
                  </a:lnTo>
                  <a:lnTo>
                    <a:pt x="184476" y="0"/>
                  </a:lnTo>
                  <a:lnTo>
                    <a:pt x="0" y="0"/>
                  </a:lnTo>
                  <a:lnTo>
                    <a:pt x="0" y="200160"/>
                  </a:lnTo>
                  <a:close/>
                </a:path>
              </a:pathLst>
            </a:custGeom>
            <a:ln w="37589">
              <a:solidFill>
                <a:srgbClr val="000000"/>
              </a:solidFill>
            </a:ln>
          </p:spPr>
          <p:txBody>
            <a:bodyPr wrap="square" lIns="0" tIns="0" rIns="0" bIns="0" rtlCol="0"/>
            <a:lstStyle/>
            <a:p/>
          </p:txBody>
        </p:sp>
        <p:sp>
          <p:nvSpPr>
            <p:cNvPr id="33" name="object 33"/>
            <p:cNvSpPr/>
            <p:nvPr/>
          </p:nvSpPr>
          <p:spPr>
            <a:xfrm>
              <a:off x="7674953" y="2193344"/>
              <a:ext cx="184785" cy="200660"/>
            </a:xfrm>
            <a:custGeom>
              <a:avLst/>
              <a:gdLst/>
              <a:ahLst/>
              <a:cxnLst/>
              <a:rect l="l" t="t" r="r" b="b"/>
              <a:pathLst>
                <a:path w="184784" h="200660">
                  <a:moveTo>
                    <a:pt x="184476" y="0"/>
                  </a:moveTo>
                  <a:lnTo>
                    <a:pt x="0" y="0"/>
                  </a:lnTo>
                  <a:lnTo>
                    <a:pt x="0" y="200160"/>
                  </a:lnTo>
                  <a:lnTo>
                    <a:pt x="184476" y="200160"/>
                  </a:lnTo>
                  <a:lnTo>
                    <a:pt x="184476" y="0"/>
                  </a:lnTo>
                  <a:close/>
                </a:path>
              </a:pathLst>
            </a:custGeom>
            <a:solidFill>
              <a:srgbClr val="C05046"/>
            </a:solidFill>
          </p:spPr>
          <p:txBody>
            <a:bodyPr wrap="square" lIns="0" tIns="0" rIns="0" bIns="0" rtlCol="0"/>
            <a:lstStyle/>
            <a:p/>
          </p:txBody>
        </p:sp>
        <p:sp>
          <p:nvSpPr>
            <p:cNvPr id="34" name="object 34"/>
            <p:cNvSpPr/>
            <p:nvPr/>
          </p:nvSpPr>
          <p:spPr>
            <a:xfrm>
              <a:off x="7674942" y="2193343"/>
              <a:ext cx="184785" cy="200660"/>
            </a:xfrm>
            <a:custGeom>
              <a:avLst/>
              <a:gdLst/>
              <a:ahLst/>
              <a:cxnLst/>
              <a:rect l="l" t="t" r="r" b="b"/>
              <a:pathLst>
                <a:path w="184784" h="200660">
                  <a:moveTo>
                    <a:pt x="0" y="200160"/>
                  </a:moveTo>
                  <a:lnTo>
                    <a:pt x="184476" y="200160"/>
                  </a:lnTo>
                  <a:lnTo>
                    <a:pt x="184476" y="0"/>
                  </a:lnTo>
                  <a:lnTo>
                    <a:pt x="0" y="0"/>
                  </a:lnTo>
                  <a:lnTo>
                    <a:pt x="0" y="200160"/>
                  </a:lnTo>
                  <a:close/>
                </a:path>
              </a:pathLst>
            </a:custGeom>
            <a:ln w="37589">
              <a:solidFill>
                <a:srgbClr val="000000"/>
              </a:solidFill>
            </a:ln>
          </p:spPr>
          <p:txBody>
            <a:bodyPr wrap="square" lIns="0" tIns="0" rIns="0" bIns="0" rtlCol="0"/>
            <a:lstStyle/>
            <a:p/>
          </p:txBody>
        </p:sp>
        <p:sp>
          <p:nvSpPr>
            <p:cNvPr id="35" name="object 35"/>
            <p:cNvSpPr/>
            <p:nvPr/>
          </p:nvSpPr>
          <p:spPr>
            <a:xfrm>
              <a:off x="7114413" y="3506009"/>
              <a:ext cx="181610" cy="200660"/>
            </a:xfrm>
            <a:custGeom>
              <a:avLst/>
              <a:gdLst/>
              <a:ahLst/>
              <a:cxnLst/>
              <a:rect l="l" t="t" r="r" b="b"/>
              <a:pathLst>
                <a:path w="181609" h="200660">
                  <a:moveTo>
                    <a:pt x="0" y="200155"/>
                  </a:moveTo>
                  <a:lnTo>
                    <a:pt x="181165" y="200155"/>
                  </a:lnTo>
                  <a:lnTo>
                    <a:pt x="181165" y="0"/>
                  </a:lnTo>
                  <a:lnTo>
                    <a:pt x="0" y="0"/>
                  </a:lnTo>
                  <a:lnTo>
                    <a:pt x="0" y="200155"/>
                  </a:lnTo>
                  <a:close/>
                </a:path>
              </a:pathLst>
            </a:custGeom>
            <a:solidFill>
              <a:srgbClr val="C05046"/>
            </a:solidFill>
          </p:spPr>
          <p:txBody>
            <a:bodyPr wrap="square" lIns="0" tIns="0" rIns="0" bIns="0" rtlCol="0"/>
            <a:lstStyle/>
            <a:p/>
          </p:txBody>
        </p:sp>
        <p:sp>
          <p:nvSpPr>
            <p:cNvPr id="36" name="object 36"/>
            <p:cNvSpPr/>
            <p:nvPr/>
          </p:nvSpPr>
          <p:spPr>
            <a:xfrm>
              <a:off x="7114404" y="3506016"/>
              <a:ext cx="184785" cy="200660"/>
            </a:xfrm>
            <a:custGeom>
              <a:avLst/>
              <a:gdLst/>
              <a:ahLst/>
              <a:cxnLst/>
              <a:rect l="l" t="t" r="r" b="b"/>
              <a:pathLst>
                <a:path w="184784" h="200660">
                  <a:moveTo>
                    <a:pt x="0" y="200155"/>
                  </a:moveTo>
                  <a:lnTo>
                    <a:pt x="184476" y="200155"/>
                  </a:lnTo>
                  <a:lnTo>
                    <a:pt x="184476" y="0"/>
                  </a:lnTo>
                  <a:lnTo>
                    <a:pt x="0" y="0"/>
                  </a:lnTo>
                  <a:lnTo>
                    <a:pt x="0" y="200155"/>
                  </a:lnTo>
                  <a:close/>
                </a:path>
              </a:pathLst>
            </a:custGeom>
            <a:ln w="37589">
              <a:solidFill>
                <a:srgbClr val="000000"/>
              </a:solidFill>
            </a:ln>
          </p:spPr>
          <p:txBody>
            <a:bodyPr wrap="square" lIns="0" tIns="0" rIns="0" bIns="0" rtlCol="0"/>
            <a:lstStyle/>
            <a:p/>
          </p:txBody>
        </p:sp>
        <p:sp>
          <p:nvSpPr>
            <p:cNvPr id="37" name="object 37"/>
            <p:cNvSpPr/>
            <p:nvPr/>
          </p:nvSpPr>
          <p:spPr>
            <a:xfrm>
              <a:off x="6348120" y="3506009"/>
              <a:ext cx="184785" cy="200660"/>
            </a:xfrm>
            <a:custGeom>
              <a:avLst/>
              <a:gdLst/>
              <a:ahLst/>
              <a:cxnLst/>
              <a:rect l="l" t="t" r="r" b="b"/>
              <a:pathLst>
                <a:path w="184784" h="200660">
                  <a:moveTo>
                    <a:pt x="184476" y="0"/>
                  </a:moveTo>
                  <a:lnTo>
                    <a:pt x="0" y="0"/>
                  </a:lnTo>
                  <a:lnTo>
                    <a:pt x="0" y="200155"/>
                  </a:lnTo>
                  <a:lnTo>
                    <a:pt x="184476" y="200155"/>
                  </a:lnTo>
                  <a:lnTo>
                    <a:pt x="184476" y="0"/>
                  </a:lnTo>
                  <a:close/>
                </a:path>
              </a:pathLst>
            </a:custGeom>
            <a:solidFill>
              <a:srgbClr val="C05046"/>
            </a:solidFill>
          </p:spPr>
          <p:txBody>
            <a:bodyPr wrap="square" lIns="0" tIns="0" rIns="0" bIns="0" rtlCol="0"/>
            <a:lstStyle/>
            <a:p/>
          </p:txBody>
        </p:sp>
        <p:sp>
          <p:nvSpPr>
            <p:cNvPr id="38" name="object 38"/>
            <p:cNvSpPr/>
            <p:nvPr/>
          </p:nvSpPr>
          <p:spPr>
            <a:xfrm>
              <a:off x="6348112" y="3506016"/>
              <a:ext cx="184785" cy="200660"/>
            </a:xfrm>
            <a:custGeom>
              <a:avLst/>
              <a:gdLst/>
              <a:ahLst/>
              <a:cxnLst/>
              <a:rect l="l" t="t" r="r" b="b"/>
              <a:pathLst>
                <a:path w="184784" h="200660">
                  <a:moveTo>
                    <a:pt x="0" y="200155"/>
                  </a:moveTo>
                  <a:lnTo>
                    <a:pt x="184476" y="200155"/>
                  </a:lnTo>
                  <a:lnTo>
                    <a:pt x="184476" y="0"/>
                  </a:lnTo>
                  <a:lnTo>
                    <a:pt x="0" y="0"/>
                  </a:lnTo>
                  <a:lnTo>
                    <a:pt x="0" y="200155"/>
                  </a:lnTo>
                  <a:close/>
                </a:path>
              </a:pathLst>
            </a:custGeom>
            <a:ln w="37589">
              <a:solidFill>
                <a:srgbClr val="000000"/>
              </a:solidFill>
            </a:ln>
          </p:spPr>
          <p:txBody>
            <a:bodyPr wrap="square" lIns="0" tIns="0" rIns="0" bIns="0" rtlCol="0"/>
            <a:lstStyle/>
            <a:p/>
          </p:txBody>
        </p:sp>
        <p:sp>
          <p:nvSpPr>
            <p:cNvPr id="39" name="object 39"/>
            <p:cNvSpPr/>
            <p:nvPr/>
          </p:nvSpPr>
          <p:spPr>
            <a:xfrm>
              <a:off x="7483360" y="3506009"/>
              <a:ext cx="184785" cy="200660"/>
            </a:xfrm>
            <a:custGeom>
              <a:avLst/>
              <a:gdLst/>
              <a:ahLst/>
              <a:cxnLst/>
              <a:rect l="l" t="t" r="r" b="b"/>
              <a:pathLst>
                <a:path w="184784" h="200660">
                  <a:moveTo>
                    <a:pt x="184476" y="0"/>
                  </a:moveTo>
                  <a:lnTo>
                    <a:pt x="0" y="0"/>
                  </a:lnTo>
                  <a:lnTo>
                    <a:pt x="0" y="200155"/>
                  </a:lnTo>
                  <a:lnTo>
                    <a:pt x="184476" y="200155"/>
                  </a:lnTo>
                  <a:lnTo>
                    <a:pt x="184476" y="0"/>
                  </a:lnTo>
                  <a:close/>
                </a:path>
              </a:pathLst>
            </a:custGeom>
            <a:solidFill>
              <a:srgbClr val="C05046"/>
            </a:solidFill>
          </p:spPr>
          <p:txBody>
            <a:bodyPr wrap="square" lIns="0" tIns="0" rIns="0" bIns="0" rtlCol="0"/>
            <a:lstStyle/>
            <a:p/>
          </p:txBody>
        </p:sp>
        <p:sp>
          <p:nvSpPr>
            <p:cNvPr id="40" name="object 40"/>
            <p:cNvSpPr/>
            <p:nvPr/>
          </p:nvSpPr>
          <p:spPr>
            <a:xfrm>
              <a:off x="7483357" y="3506016"/>
              <a:ext cx="184785" cy="200660"/>
            </a:xfrm>
            <a:custGeom>
              <a:avLst/>
              <a:gdLst/>
              <a:ahLst/>
              <a:cxnLst/>
              <a:rect l="l" t="t" r="r" b="b"/>
              <a:pathLst>
                <a:path w="184784" h="200660">
                  <a:moveTo>
                    <a:pt x="0" y="200155"/>
                  </a:moveTo>
                  <a:lnTo>
                    <a:pt x="184476" y="200155"/>
                  </a:lnTo>
                  <a:lnTo>
                    <a:pt x="184476" y="0"/>
                  </a:lnTo>
                  <a:lnTo>
                    <a:pt x="0" y="0"/>
                  </a:lnTo>
                  <a:lnTo>
                    <a:pt x="0" y="200155"/>
                  </a:lnTo>
                  <a:close/>
                </a:path>
              </a:pathLst>
            </a:custGeom>
            <a:ln w="37589">
              <a:solidFill>
                <a:srgbClr val="000000"/>
              </a:solidFill>
            </a:ln>
          </p:spPr>
          <p:txBody>
            <a:bodyPr wrap="square" lIns="0" tIns="0" rIns="0" bIns="0" rtlCol="0"/>
            <a:lstStyle/>
            <a:p/>
          </p:txBody>
        </p:sp>
        <p:sp>
          <p:nvSpPr>
            <p:cNvPr id="41" name="object 41"/>
            <p:cNvSpPr/>
            <p:nvPr/>
          </p:nvSpPr>
          <p:spPr>
            <a:xfrm>
              <a:off x="6155982" y="2192887"/>
              <a:ext cx="575310" cy="200660"/>
            </a:xfrm>
            <a:custGeom>
              <a:avLst/>
              <a:gdLst/>
              <a:ahLst/>
              <a:cxnLst/>
              <a:rect l="l" t="t" r="r" b="b"/>
              <a:pathLst>
                <a:path w="575309" h="200660">
                  <a:moveTo>
                    <a:pt x="575307" y="0"/>
                  </a:moveTo>
                  <a:lnTo>
                    <a:pt x="0" y="0"/>
                  </a:lnTo>
                  <a:lnTo>
                    <a:pt x="0" y="200160"/>
                  </a:lnTo>
                  <a:lnTo>
                    <a:pt x="575307" y="200160"/>
                  </a:lnTo>
                  <a:lnTo>
                    <a:pt x="575307" y="0"/>
                  </a:lnTo>
                  <a:close/>
                </a:path>
              </a:pathLst>
            </a:custGeom>
            <a:solidFill>
              <a:srgbClr val="C4D6A0"/>
            </a:solidFill>
          </p:spPr>
          <p:txBody>
            <a:bodyPr wrap="square" lIns="0" tIns="0" rIns="0" bIns="0" rtlCol="0"/>
            <a:lstStyle/>
            <a:p/>
          </p:txBody>
        </p:sp>
        <p:sp>
          <p:nvSpPr>
            <p:cNvPr id="42" name="object 42"/>
            <p:cNvSpPr/>
            <p:nvPr/>
          </p:nvSpPr>
          <p:spPr>
            <a:xfrm>
              <a:off x="6155976" y="2192892"/>
              <a:ext cx="575310" cy="200660"/>
            </a:xfrm>
            <a:custGeom>
              <a:avLst/>
              <a:gdLst/>
              <a:ahLst/>
              <a:cxnLst/>
              <a:rect l="l" t="t" r="r" b="b"/>
              <a:pathLst>
                <a:path w="575309" h="200660">
                  <a:moveTo>
                    <a:pt x="0" y="200160"/>
                  </a:moveTo>
                  <a:lnTo>
                    <a:pt x="575306" y="200160"/>
                  </a:lnTo>
                  <a:lnTo>
                    <a:pt x="575306" y="0"/>
                  </a:lnTo>
                  <a:lnTo>
                    <a:pt x="0" y="0"/>
                  </a:lnTo>
                  <a:lnTo>
                    <a:pt x="0" y="200160"/>
                  </a:lnTo>
                  <a:close/>
                </a:path>
              </a:pathLst>
            </a:custGeom>
            <a:ln w="37595">
              <a:solidFill>
                <a:srgbClr val="000000"/>
              </a:solidFill>
            </a:ln>
          </p:spPr>
          <p:txBody>
            <a:bodyPr wrap="square" lIns="0" tIns="0" rIns="0" bIns="0" rtlCol="0"/>
            <a:lstStyle/>
            <a:p/>
          </p:txBody>
        </p:sp>
        <p:sp>
          <p:nvSpPr>
            <p:cNvPr id="43" name="object 43"/>
            <p:cNvSpPr/>
            <p:nvPr/>
          </p:nvSpPr>
          <p:spPr>
            <a:xfrm>
              <a:off x="6929336" y="2192887"/>
              <a:ext cx="741680" cy="200660"/>
            </a:xfrm>
            <a:custGeom>
              <a:avLst/>
              <a:gdLst/>
              <a:ahLst/>
              <a:cxnLst/>
              <a:rect l="l" t="t" r="r" b="b"/>
              <a:pathLst>
                <a:path w="741679" h="200660">
                  <a:moveTo>
                    <a:pt x="741361" y="0"/>
                  </a:moveTo>
                  <a:lnTo>
                    <a:pt x="0" y="0"/>
                  </a:lnTo>
                  <a:lnTo>
                    <a:pt x="0" y="200160"/>
                  </a:lnTo>
                  <a:lnTo>
                    <a:pt x="741361" y="200160"/>
                  </a:lnTo>
                  <a:lnTo>
                    <a:pt x="741361" y="0"/>
                  </a:lnTo>
                  <a:close/>
                </a:path>
              </a:pathLst>
            </a:custGeom>
            <a:solidFill>
              <a:srgbClr val="C4D6A0"/>
            </a:solidFill>
          </p:spPr>
          <p:txBody>
            <a:bodyPr wrap="square" lIns="0" tIns="0" rIns="0" bIns="0" rtlCol="0"/>
            <a:lstStyle/>
            <a:p/>
          </p:txBody>
        </p:sp>
        <p:sp>
          <p:nvSpPr>
            <p:cNvPr id="44" name="object 44"/>
            <p:cNvSpPr/>
            <p:nvPr/>
          </p:nvSpPr>
          <p:spPr>
            <a:xfrm>
              <a:off x="6929326" y="2192892"/>
              <a:ext cx="741680" cy="200660"/>
            </a:xfrm>
            <a:custGeom>
              <a:avLst/>
              <a:gdLst/>
              <a:ahLst/>
              <a:cxnLst/>
              <a:rect l="l" t="t" r="r" b="b"/>
              <a:pathLst>
                <a:path w="741679" h="200660">
                  <a:moveTo>
                    <a:pt x="0" y="200160"/>
                  </a:moveTo>
                  <a:lnTo>
                    <a:pt x="741360" y="200160"/>
                  </a:lnTo>
                  <a:lnTo>
                    <a:pt x="741360" y="0"/>
                  </a:lnTo>
                  <a:lnTo>
                    <a:pt x="0" y="0"/>
                  </a:lnTo>
                  <a:lnTo>
                    <a:pt x="0" y="200160"/>
                  </a:lnTo>
                  <a:close/>
                </a:path>
              </a:pathLst>
            </a:custGeom>
            <a:ln w="37595">
              <a:solidFill>
                <a:srgbClr val="000000"/>
              </a:solidFill>
            </a:ln>
          </p:spPr>
          <p:txBody>
            <a:bodyPr wrap="square" lIns="0" tIns="0" rIns="0" bIns="0" rtlCol="0"/>
            <a:lstStyle/>
            <a:p/>
          </p:txBody>
        </p:sp>
        <p:sp>
          <p:nvSpPr>
            <p:cNvPr id="45" name="object 45"/>
            <p:cNvSpPr/>
            <p:nvPr/>
          </p:nvSpPr>
          <p:spPr>
            <a:xfrm>
              <a:off x="7868793" y="2192887"/>
              <a:ext cx="184785" cy="200660"/>
            </a:xfrm>
            <a:custGeom>
              <a:avLst/>
              <a:gdLst/>
              <a:ahLst/>
              <a:cxnLst/>
              <a:rect l="l" t="t" r="r" b="b"/>
              <a:pathLst>
                <a:path w="184784" h="200660">
                  <a:moveTo>
                    <a:pt x="184476" y="0"/>
                  </a:moveTo>
                  <a:lnTo>
                    <a:pt x="0" y="0"/>
                  </a:lnTo>
                  <a:lnTo>
                    <a:pt x="0" y="200160"/>
                  </a:lnTo>
                  <a:lnTo>
                    <a:pt x="184476" y="200160"/>
                  </a:lnTo>
                  <a:lnTo>
                    <a:pt x="184476" y="0"/>
                  </a:lnTo>
                  <a:close/>
                </a:path>
              </a:pathLst>
            </a:custGeom>
            <a:solidFill>
              <a:srgbClr val="C4D6A0"/>
            </a:solidFill>
          </p:spPr>
          <p:txBody>
            <a:bodyPr wrap="square" lIns="0" tIns="0" rIns="0" bIns="0" rtlCol="0"/>
            <a:lstStyle/>
            <a:p/>
          </p:txBody>
        </p:sp>
        <p:sp>
          <p:nvSpPr>
            <p:cNvPr id="46" name="object 46"/>
            <p:cNvSpPr/>
            <p:nvPr/>
          </p:nvSpPr>
          <p:spPr>
            <a:xfrm>
              <a:off x="7868780" y="2192892"/>
              <a:ext cx="184785" cy="200660"/>
            </a:xfrm>
            <a:custGeom>
              <a:avLst/>
              <a:gdLst/>
              <a:ahLst/>
              <a:cxnLst/>
              <a:rect l="l" t="t" r="r" b="b"/>
              <a:pathLst>
                <a:path w="184784" h="200660">
                  <a:moveTo>
                    <a:pt x="0" y="200160"/>
                  </a:moveTo>
                  <a:lnTo>
                    <a:pt x="184476" y="200160"/>
                  </a:lnTo>
                  <a:lnTo>
                    <a:pt x="184476" y="0"/>
                  </a:lnTo>
                  <a:lnTo>
                    <a:pt x="0" y="0"/>
                  </a:lnTo>
                  <a:lnTo>
                    <a:pt x="0" y="200160"/>
                  </a:lnTo>
                  <a:close/>
                </a:path>
              </a:pathLst>
            </a:custGeom>
            <a:ln w="37589">
              <a:solidFill>
                <a:srgbClr val="000000"/>
              </a:solidFill>
            </a:ln>
          </p:spPr>
          <p:txBody>
            <a:bodyPr wrap="square" lIns="0" tIns="0" rIns="0" bIns="0" rtlCol="0"/>
            <a:lstStyle/>
            <a:p/>
          </p:txBody>
        </p:sp>
        <p:sp>
          <p:nvSpPr>
            <p:cNvPr id="47" name="object 47"/>
            <p:cNvSpPr/>
            <p:nvPr/>
          </p:nvSpPr>
          <p:spPr>
            <a:xfrm>
              <a:off x="6532600" y="3510250"/>
              <a:ext cx="582295" cy="201930"/>
            </a:xfrm>
            <a:custGeom>
              <a:avLst/>
              <a:gdLst/>
              <a:ahLst/>
              <a:cxnLst/>
              <a:rect l="l" t="t" r="r" b="b"/>
              <a:pathLst>
                <a:path w="582295" h="201929">
                  <a:moveTo>
                    <a:pt x="581814" y="0"/>
                  </a:moveTo>
                  <a:lnTo>
                    <a:pt x="0" y="0"/>
                  </a:lnTo>
                  <a:lnTo>
                    <a:pt x="0" y="201578"/>
                  </a:lnTo>
                  <a:lnTo>
                    <a:pt x="581814" y="201578"/>
                  </a:lnTo>
                  <a:lnTo>
                    <a:pt x="581814" y="0"/>
                  </a:lnTo>
                  <a:close/>
                </a:path>
              </a:pathLst>
            </a:custGeom>
            <a:solidFill>
              <a:srgbClr val="C4D6A0"/>
            </a:solidFill>
          </p:spPr>
          <p:txBody>
            <a:bodyPr wrap="square" lIns="0" tIns="0" rIns="0" bIns="0" rtlCol="0"/>
            <a:lstStyle/>
            <a:p/>
          </p:txBody>
        </p:sp>
        <p:sp>
          <p:nvSpPr>
            <p:cNvPr id="48" name="object 48"/>
            <p:cNvSpPr/>
            <p:nvPr/>
          </p:nvSpPr>
          <p:spPr>
            <a:xfrm>
              <a:off x="6532589" y="3510253"/>
              <a:ext cx="582295" cy="201930"/>
            </a:xfrm>
            <a:custGeom>
              <a:avLst/>
              <a:gdLst/>
              <a:ahLst/>
              <a:cxnLst/>
              <a:rect l="l" t="t" r="r" b="b"/>
              <a:pathLst>
                <a:path w="582295" h="201929">
                  <a:moveTo>
                    <a:pt x="0" y="201577"/>
                  </a:moveTo>
                  <a:lnTo>
                    <a:pt x="581814" y="201577"/>
                  </a:lnTo>
                  <a:lnTo>
                    <a:pt x="581814" y="0"/>
                  </a:lnTo>
                  <a:lnTo>
                    <a:pt x="0" y="0"/>
                  </a:lnTo>
                  <a:lnTo>
                    <a:pt x="0" y="201577"/>
                  </a:lnTo>
                  <a:close/>
                </a:path>
              </a:pathLst>
            </a:custGeom>
            <a:ln w="37595">
              <a:solidFill>
                <a:srgbClr val="000000"/>
              </a:solidFill>
            </a:ln>
          </p:spPr>
          <p:txBody>
            <a:bodyPr wrap="square" lIns="0" tIns="0" rIns="0" bIns="0" rtlCol="0"/>
            <a:lstStyle/>
            <a:p/>
          </p:txBody>
        </p:sp>
        <p:sp>
          <p:nvSpPr>
            <p:cNvPr id="49" name="object 49"/>
            <p:cNvSpPr/>
            <p:nvPr/>
          </p:nvSpPr>
          <p:spPr>
            <a:xfrm>
              <a:off x="7295578" y="3506009"/>
              <a:ext cx="184785" cy="200660"/>
            </a:xfrm>
            <a:custGeom>
              <a:avLst/>
              <a:gdLst/>
              <a:ahLst/>
              <a:cxnLst/>
              <a:rect l="l" t="t" r="r" b="b"/>
              <a:pathLst>
                <a:path w="184784" h="200660">
                  <a:moveTo>
                    <a:pt x="184476" y="0"/>
                  </a:moveTo>
                  <a:lnTo>
                    <a:pt x="0" y="0"/>
                  </a:lnTo>
                  <a:lnTo>
                    <a:pt x="0" y="200155"/>
                  </a:lnTo>
                  <a:lnTo>
                    <a:pt x="184476" y="200155"/>
                  </a:lnTo>
                  <a:lnTo>
                    <a:pt x="184476" y="0"/>
                  </a:lnTo>
                  <a:close/>
                </a:path>
              </a:pathLst>
            </a:custGeom>
            <a:solidFill>
              <a:srgbClr val="C4D6A0"/>
            </a:solidFill>
          </p:spPr>
          <p:txBody>
            <a:bodyPr wrap="square" lIns="0" tIns="0" rIns="0" bIns="0" rtlCol="0"/>
            <a:lstStyle/>
            <a:p/>
          </p:txBody>
        </p:sp>
        <p:sp>
          <p:nvSpPr>
            <p:cNvPr id="50" name="object 50"/>
            <p:cNvSpPr/>
            <p:nvPr/>
          </p:nvSpPr>
          <p:spPr>
            <a:xfrm>
              <a:off x="7295576" y="3506016"/>
              <a:ext cx="184785" cy="200660"/>
            </a:xfrm>
            <a:custGeom>
              <a:avLst/>
              <a:gdLst/>
              <a:ahLst/>
              <a:cxnLst/>
              <a:rect l="l" t="t" r="r" b="b"/>
              <a:pathLst>
                <a:path w="184784" h="200660">
                  <a:moveTo>
                    <a:pt x="0" y="200155"/>
                  </a:moveTo>
                  <a:lnTo>
                    <a:pt x="184476" y="200155"/>
                  </a:lnTo>
                  <a:lnTo>
                    <a:pt x="184476" y="0"/>
                  </a:lnTo>
                  <a:lnTo>
                    <a:pt x="0" y="0"/>
                  </a:lnTo>
                  <a:lnTo>
                    <a:pt x="0" y="200155"/>
                  </a:lnTo>
                  <a:close/>
                </a:path>
              </a:pathLst>
            </a:custGeom>
            <a:ln w="37589">
              <a:solidFill>
                <a:srgbClr val="000000"/>
              </a:solidFill>
            </a:ln>
          </p:spPr>
          <p:txBody>
            <a:bodyPr wrap="square" lIns="0" tIns="0" rIns="0" bIns="0" rtlCol="0"/>
            <a:lstStyle/>
            <a:p/>
          </p:txBody>
        </p:sp>
        <p:sp>
          <p:nvSpPr>
            <p:cNvPr id="51" name="object 51"/>
            <p:cNvSpPr/>
            <p:nvPr/>
          </p:nvSpPr>
          <p:spPr>
            <a:xfrm>
              <a:off x="7679652" y="3506009"/>
              <a:ext cx="371475" cy="200660"/>
            </a:xfrm>
            <a:custGeom>
              <a:avLst/>
              <a:gdLst/>
              <a:ahLst/>
              <a:cxnLst/>
              <a:rect l="l" t="t" r="r" b="b"/>
              <a:pathLst>
                <a:path w="371475" h="200660">
                  <a:moveTo>
                    <a:pt x="371321" y="0"/>
                  </a:moveTo>
                  <a:lnTo>
                    <a:pt x="0" y="0"/>
                  </a:lnTo>
                  <a:lnTo>
                    <a:pt x="0" y="200155"/>
                  </a:lnTo>
                  <a:lnTo>
                    <a:pt x="371321" y="200155"/>
                  </a:lnTo>
                  <a:lnTo>
                    <a:pt x="371321" y="0"/>
                  </a:lnTo>
                  <a:close/>
                </a:path>
              </a:pathLst>
            </a:custGeom>
            <a:solidFill>
              <a:srgbClr val="C4D6A0"/>
            </a:solidFill>
          </p:spPr>
          <p:txBody>
            <a:bodyPr wrap="square" lIns="0" tIns="0" rIns="0" bIns="0" rtlCol="0"/>
            <a:lstStyle/>
            <a:p/>
          </p:txBody>
        </p:sp>
        <p:sp>
          <p:nvSpPr>
            <p:cNvPr id="52" name="object 52"/>
            <p:cNvSpPr/>
            <p:nvPr/>
          </p:nvSpPr>
          <p:spPr>
            <a:xfrm>
              <a:off x="7679648" y="3506016"/>
              <a:ext cx="371475" cy="200660"/>
            </a:xfrm>
            <a:custGeom>
              <a:avLst/>
              <a:gdLst/>
              <a:ahLst/>
              <a:cxnLst/>
              <a:rect l="l" t="t" r="r" b="b"/>
              <a:pathLst>
                <a:path w="371475" h="200660">
                  <a:moveTo>
                    <a:pt x="0" y="200155"/>
                  </a:moveTo>
                  <a:lnTo>
                    <a:pt x="371321" y="200155"/>
                  </a:lnTo>
                  <a:lnTo>
                    <a:pt x="371321" y="0"/>
                  </a:lnTo>
                  <a:lnTo>
                    <a:pt x="0" y="0"/>
                  </a:lnTo>
                  <a:lnTo>
                    <a:pt x="0" y="200155"/>
                  </a:lnTo>
                  <a:close/>
                </a:path>
              </a:pathLst>
            </a:custGeom>
            <a:ln w="37593">
              <a:solidFill>
                <a:srgbClr val="000000"/>
              </a:solidFill>
            </a:ln>
          </p:spPr>
          <p:txBody>
            <a:bodyPr wrap="square" lIns="0" tIns="0" rIns="0" bIns="0" rtlCol="0"/>
            <a:lstStyle/>
            <a:p/>
          </p:txBody>
        </p:sp>
        <p:sp>
          <p:nvSpPr>
            <p:cNvPr id="53" name="object 53"/>
            <p:cNvSpPr/>
            <p:nvPr/>
          </p:nvSpPr>
          <p:spPr>
            <a:xfrm>
              <a:off x="6166942" y="3511673"/>
              <a:ext cx="184785" cy="200660"/>
            </a:xfrm>
            <a:custGeom>
              <a:avLst/>
              <a:gdLst/>
              <a:ahLst/>
              <a:cxnLst/>
              <a:rect l="l" t="t" r="r" b="b"/>
              <a:pathLst>
                <a:path w="184785" h="200660">
                  <a:moveTo>
                    <a:pt x="184476" y="0"/>
                  </a:moveTo>
                  <a:lnTo>
                    <a:pt x="0" y="0"/>
                  </a:lnTo>
                  <a:lnTo>
                    <a:pt x="0" y="200155"/>
                  </a:lnTo>
                  <a:lnTo>
                    <a:pt x="184476" y="200155"/>
                  </a:lnTo>
                  <a:lnTo>
                    <a:pt x="184476" y="0"/>
                  </a:lnTo>
                  <a:close/>
                </a:path>
              </a:pathLst>
            </a:custGeom>
            <a:solidFill>
              <a:srgbClr val="C4D6A0"/>
            </a:solidFill>
          </p:spPr>
          <p:txBody>
            <a:bodyPr wrap="square" lIns="0" tIns="0" rIns="0" bIns="0" rtlCol="0"/>
            <a:lstStyle/>
            <a:p/>
          </p:txBody>
        </p:sp>
        <p:sp>
          <p:nvSpPr>
            <p:cNvPr id="54" name="object 54"/>
            <p:cNvSpPr/>
            <p:nvPr/>
          </p:nvSpPr>
          <p:spPr>
            <a:xfrm>
              <a:off x="6166940" y="3511675"/>
              <a:ext cx="184785" cy="200660"/>
            </a:xfrm>
            <a:custGeom>
              <a:avLst/>
              <a:gdLst/>
              <a:ahLst/>
              <a:cxnLst/>
              <a:rect l="l" t="t" r="r" b="b"/>
              <a:pathLst>
                <a:path w="184785" h="200660">
                  <a:moveTo>
                    <a:pt x="0" y="200155"/>
                  </a:moveTo>
                  <a:lnTo>
                    <a:pt x="184476" y="200155"/>
                  </a:lnTo>
                  <a:lnTo>
                    <a:pt x="184476" y="0"/>
                  </a:lnTo>
                  <a:lnTo>
                    <a:pt x="0" y="0"/>
                  </a:lnTo>
                  <a:lnTo>
                    <a:pt x="0" y="200155"/>
                  </a:lnTo>
                  <a:close/>
                </a:path>
              </a:pathLst>
            </a:custGeom>
            <a:ln w="37589">
              <a:solidFill>
                <a:srgbClr val="000000"/>
              </a:solidFill>
            </a:ln>
          </p:spPr>
          <p:txBody>
            <a:bodyPr wrap="square" lIns="0" tIns="0" rIns="0" bIns="0" rtlCol="0"/>
            <a:lstStyle/>
            <a:p/>
          </p:txBody>
        </p:sp>
        <p:sp>
          <p:nvSpPr>
            <p:cNvPr id="55" name="object 55"/>
            <p:cNvSpPr/>
            <p:nvPr/>
          </p:nvSpPr>
          <p:spPr>
            <a:xfrm>
              <a:off x="6163640" y="5579517"/>
              <a:ext cx="1887855" cy="200660"/>
            </a:xfrm>
            <a:custGeom>
              <a:avLst/>
              <a:gdLst/>
              <a:ahLst/>
              <a:cxnLst/>
              <a:rect l="l" t="t" r="r" b="b"/>
              <a:pathLst>
                <a:path w="1887854" h="200660">
                  <a:moveTo>
                    <a:pt x="1887372" y="0"/>
                  </a:moveTo>
                  <a:lnTo>
                    <a:pt x="0" y="0"/>
                  </a:lnTo>
                  <a:lnTo>
                    <a:pt x="0" y="200155"/>
                  </a:lnTo>
                  <a:lnTo>
                    <a:pt x="1887372" y="200155"/>
                  </a:lnTo>
                  <a:lnTo>
                    <a:pt x="1887372" y="0"/>
                  </a:lnTo>
                  <a:close/>
                </a:path>
              </a:pathLst>
            </a:custGeom>
            <a:solidFill>
              <a:srgbClr val="BFBFBF"/>
            </a:solidFill>
          </p:spPr>
          <p:txBody>
            <a:bodyPr wrap="square" lIns="0" tIns="0" rIns="0" bIns="0" rtlCol="0"/>
            <a:lstStyle/>
            <a:p/>
          </p:txBody>
        </p:sp>
        <p:sp>
          <p:nvSpPr>
            <p:cNvPr id="56" name="object 56"/>
            <p:cNvSpPr/>
            <p:nvPr/>
          </p:nvSpPr>
          <p:spPr>
            <a:xfrm>
              <a:off x="6163636" y="5579518"/>
              <a:ext cx="1887855" cy="200660"/>
            </a:xfrm>
            <a:custGeom>
              <a:avLst/>
              <a:gdLst/>
              <a:ahLst/>
              <a:cxnLst/>
              <a:rect l="l" t="t" r="r" b="b"/>
              <a:pathLst>
                <a:path w="1887854" h="200660">
                  <a:moveTo>
                    <a:pt x="0" y="200155"/>
                  </a:moveTo>
                  <a:lnTo>
                    <a:pt x="1887368" y="200155"/>
                  </a:lnTo>
                  <a:lnTo>
                    <a:pt x="1887368" y="0"/>
                  </a:lnTo>
                  <a:lnTo>
                    <a:pt x="0" y="0"/>
                  </a:lnTo>
                  <a:lnTo>
                    <a:pt x="0" y="200155"/>
                  </a:lnTo>
                  <a:close/>
                </a:path>
              </a:pathLst>
            </a:custGeom>
            <a:ln w="37596">
              <a:solidFill>
                <a:srgbClr val="000000"/>
              </a:solidFill>
            </a:ln>
          </p:spPr>
          <p:txBody>
            <a:bodyPr wrap="square" lIns="0" tIns="0" rIns="0" bIns="0" rtlCol="0"/>
            <a:lstStyle/>
            <a:p/>
          </p:txBody>
        </p:sp>
        <p:sp>
          <p:nvSpPr>
            <p:cNvPr id="57" name="object 57"/>
            <p:cNvSpPr/>
            <p:nvPr/>
          </p:nvSpPr>
          <p:spPr>
            <a:xfrm>
              <a:off x="6163640" y="5792447"/>
              <a:ext cx="1887855" cy="200660"/>
            </a:xfrm>
            <a:custGeom>
              <a:avLst/>
              <a:gdLst/>
              <a:ahLst/>
              <a:cxnLst/>
              <a:rect l="l" t="t" r="r" b="b"/>
              <a:pathLst>
                <a:path w="1887854" h="200660">
                  <a:moveTo>
                    <a:pt x="1887372" y="0"/>
                  </a:moveTo>
                  <a:lnTo>
                    <a:pt x="0" y="0"/>
                  </a:lnTo>
                  <a:lnTo>
                    <a:pt x="0" y="200155"/>
                  </a:lnTo>
                  <a:lnTo>
                    <a:pt x="1887372" y="200155"/>
                  </a:lnTo>
                  <a:lnTo>
                    <a:pt x="1887372" y="0"/>
                  </a:lnTo>
                  <a:close/>
                </a:path>
              </a:pathLst>
            </a:custGeom>
            <a:solidFill>
              <a:srgbClr val="BFBFBF"/>
            </a:solidFill>
          </p:spPr>
          <p:txBody>
            <a:bodyPr wrap="square" lIns="0" tIns="0" rIns="0" bIns="0" rtlCol="0"/>
            <a:lstStyle/>
            <a:p/>
          </p:txBody>
        </p:sp>
        <p:sp>
          <p:nvSpPr>
            <p:cNvPr id="58" name="object 58"/>
            <p:cNvSpPr/>
            <p:nvPr/>
          </p:nvSpPr>
          <p:spPr>
            <a:xfrm>
              <a:off x="6163636" y="5792448"/>
              <a:ext cx="1887855" cy="200660"/>
            </a:xfrm>
            <a:custGeom>
              <a:avLst/>
              <a:gdLst/>
              <a:ahLst/>
              <a:cxnLst/>
              <a:rect l="l" t="t" r="r" b="b"/>
              <a:pathLst>
                <a:path w="1887854" h="200660">
                  <a:moveTo>
                    <a:pt x="0" y="200155"/>
                  </a:moveTo>
                  <a:lnTo>
                    <a:pt x="1887368" y="200155"/>
                  </a:lnTo>
                  <a:lnTo>
                    <a:pt x="1887368" y="0"/>
                  </a:lnTo>
                  <a:lnTo>
                    <a:pt x="0" y="0"/>
                  </a:lnTo>
                  <a:lnTo>
                    <a:pt x="0" y="200155"/>
                  </a:lnTo>
                  <a:close/>
                </a:path>
              </a:pathLst>
            </a:custGeom>
            <a:ln w="37596">
              <a:solidFill>
                <a:srgbClr val="000000"/>
              </a:solidFill>
            </a:ln>
          </p:spPr>
          <p:txBody>
            <a:bodyPr wrap="square" lIns="0" tIns="0" rIns="0" bIns="0" rtlCol="0"/>
            <a:lstStyle/>
            <a:p/>
          </p:txBody>
        </p:sp>
      </p:grpSp>
      <p:grpSp>
        <p:nvGrpSpPr>
          <p:cNvPr id="59" name="object 59"/>
          <p:cNvGrpSpPr/>
          <p:nvPr/>
        </p:nvGrpSpPr>
        <p:grpSpPr>
          <a:xfrm>
            <a:off x="3570494" y="1522075"/>
            <a:ext cx="1925320" cy="4296410"/>
            <a:chOff x="3732419" y="1819255"/>
            <a:chExt cx="1925320" cy="4296410"/>
          </a:xfrm>
        </p:grpSpPr>
        <p:sp>
          <p:nvSpPr>
            <p:cNvPr id="60" name="object 60"/>
            <p:cNvSpPr/>
            <p:nvPr/>
          </p:nvSpPr>
          <p:spPr>
            <a:xfrm>
              <a:off x="3751224" y="1838040"/>
              <a:ext cx="1887855" cy="3832860"/>
            </a:xfrm>
            <a:custGeom>
              <a:avLst/>
              <a:gdLst/>
              <a:ahLst/>
              <a:cxnLst/>
              <a:rect l="l" t="t" r="r" b="b"/>
              <a:pathLst>
                <a:path w="1887854" h="3832860">
                  <a:moveTo>
                    <a:pt x="1887372" y="0"/>
                  </a:moveTo>
                  <a:lnTo>
                    <a:pt x="0" y="0"/>
                  </a:lnTo>
                  <a:lnTo>
                    <a:pt x="0" y="3832796"/>
                  </a:lnTo>
                  <a:lnTo>
                    <a:pt x="1887372" y="3832796"/>
                  </a:lnTo>
                  <a:lnTo>
                    <a:pt x="1887372" y="0"/>
                  </a:lnTo>
                  <a:close/>
                </a:path>
              </a:pathLst>
            </a:custGeom>
            <a:solidFill>
              <a:srgbClr val="92CDDC"/>
            </a:solidFill>
          </p:spPr>
          <p:txBody>
            <a:bodyPr wrap="square" lIns="0" tIns="0" rIns="0" bIns="0" rtlCol="0"/>
            <a:lstStyle/>
            <a:p/>
          </p:txBody>
        </p:sp>
        <p:sp>
          <p:nvSpPr>
            <p:cNvPr id="61" name="object 61"/>
            <p:cNvSpPr/>
            <p:nvPr/>
          </p:nvSpPr>
          <p:spPr>
            <a:xfrm>
              <a:off x="3751217" y="1838048"/>
              <a:ext cx="1887855" cy="3832860"/>
            </a:xfrm>
            <a:custGeom>
              <a:avLst/>
              <a:gdLst/>
              <a:ahLst/>
              <a:cxnLst/>
              <a:rect l="l" t="t" r="r" b="b"/>
              <a:pathLst>
                <a:path w="1887854" h="3832860">
                  <a:moveTo>
                    <a:pt x="0" y="3832788"/>
                  </a:moveTo>
                  <a:lnTo>
                    <a:pt x="1887368" y="3832788"/>
                  </a:lnTo>
                  <a:lnTo>
                    <a:pt x="1887368" y="0"/>
                  </a:lnTo>
                  <a:lnTo>
                    <a:pt x="0" y="0"/>
                  </a:lnTo>
                  <a:lnTo>
                    <a:pt x="0" y="3832788"/>
                  </a:lnTo>
                  <a:close/>
                </a:path>
              </a:pathLst>
            </a:custGeom>
            <a:ln w="37586">
              <a:solidFill>
                <a:srgbClr val="92CDDC"/>
              </a:solidFill>
            </a:ln>
          </p:spPr>
          <p:txBody>
            <a:bodyPr wrap="square" lIns="0" tIns="0" rIns="0" bIns="0" rtlCol="0"/>
            <a:lstStyle/>
            <a:p/>
          </p:txBody>
        </p:sp>
        <p:sp>
          <p:nvSpPr>
            <p:cNvPr id="62" name="object 62"/>
            <p:cNvSpPr/>
            <p:nvPr/>
          </p:nvSpPr>
          <p:spPr>
            <a:xfrm>
              <a:off x="3751224" y="5683615"/>
              <a:ext cx="1887855" cy="200660"/>
            </a:xfrm>
            <a:custGeom>
              <a:avLst/>
              <a:gdLst/>
              <a:ahLst/>
              <a:cxnLst/>
              <a:rect l="l" t="t" r="r" b="b"/>
              <a:pathLst>
                <a:path w="1887854" h="200660">
                  <a:moveTo>
                    <a:pt x="1887372" y="0"/>
                  </a:moveTo>
                  <a:lnTo>
                    <a:pt x="0" y="0"/>
                  </a:lnTo>
                  <a:lnTo>
                    <a:pt x="0" y="200155"/>
                  </a:lnTo>
                  <a:lnTo>
                    <a:pt x="1887372" y="200155"/>
                  </a:lnTo>
                  <a:lnTo>
                    <a:pt x="1887372" y="0"/>
                  </a:lnTo>
                  <a:close/>
                </a:path>
              </a:pathLst>
            </a:custGeom>
            <a:solidFill>
              <a:srgbClr val="C4D6A0"/>
            </a:solidFill>
          </p:spPr>
          <p:txBody>
            <a:bodyPr wrap="square" lIns="0" tIns="0" rIns="0" bIns="0" rtlCol="0"/>
            <a:lstStyle/>
            <a:p/>
          </p:txBody>
        </p:sp>
        <p:sp>
          <p:nvSpPr>
            <p:cNvPr id="63" name="object 63"/>
            <p:cNvSpPr/>
            <p:nvPr/>
          </p:nvSpPr>
          <p:spPr>
            <a:xfrm>
              <a:off x="3751217" y="5683617"/>
              <a:ext cx="1887855" cy="200660"/>
            </a:xfrm>
            <a:custGeom>
              <a:avLst/>
              <a:gdLst/>
              <a:ahLst/>
              <a:cxnLst/>
              <a:rect l="l" t="t" r="r" b="b"/>
              <a:pathLst>
                <a:path w="1887854" h="200660">
                  <a:moveTo>
                    <a:pt x="0" y="200155"/>
                  </a:moveTo>
                  <a:lnTo>
                    <a:pt x="1887368" y="200155"/>
                  </a:lnTo>
                  <a:lnTo>
                    <a:pt x="1887368" y="0"/>
                  </a:lnTo>
                  <a:lnTo>
                    <a:pt x="0" y="0"/>
                  </a:lnTo>
                  <a:lnTo>
                    <a:pt x="0" y="200155"/>
                  </a:lnTo>
                  <a:close/>
                </a:path>
              </a:pathLst>
            </a:custGeom>
            <a:ln w="37596">
              <a:solidFill>
                <a:srgbClr val="000000"/>
              </a:solidFill>
            </a:ln>
          </p:spPr>
          <p:txBody>
            <a:bodyPr wrap="square" lIns="0" tIns="0" rIns="0" bIns="0" rtlCol="0"/>
            <a:lstStyle/>
            <a:p/>
          </p:txBody>
        </p:sp>
        <p:sp>
          <p:nvSpPr>
            <p:cNvPr id="64" name="object 64"/>
            <p:cNvSpPr/>
            <p:nvPr/>
          </p:nvSpPr>
          <p:spPr>
            <a:xfrm>
              <a:off x="3751224" y="5896551"/>
              <a:ext cx="1887855" cy="200660"/>
            </a:xfrm>
            <a:custGeom>
              <a:avLst/>
              <a:gdLst/>
              <a:ahLst/>
              <a:cxnLst/>
              <a:rect l="l" t="t" r="r" b="b"/>
              <a:pathLst>
                <a:path w="1887854" h="200660">
                  <a:moveTo>
                    <a:pt x="1887372" y="0"/>
                  </a:moveTo>
                  <a:lnTo>
                    <a:pt x="0" y="0"/>
                  </a:lnTo>
                  <a:lnTo>
                    <a:pt x="0" y="200155"/>
                  </a:lnTo>
                  <a:lnTo>
                    <a:pt x="1887372" y="200155"/>
                  </a:lnTo>
                  <a:lnTo>
                    <a:pt x="1887372" y="0"/>
                  </a:lnTo>
                  <a:close/>
                </a:path>
              </a:pathLst>
            </a:custGeom>
            <a:solidFill>
              <a:srgbClr val="C4D6A0"/>
            </a:solidFill>
          </p:spPr>
          <p:txBody>
            <a:bodyPr wrap="square" lIns="0" tIns="0" rIns="0" bIns="0" rtlCol="0"/>
            <a:lstStyle/>
            <a:p/>
          </p:txBody>
        </p:sp>
        <p:sp>
          <p:nvSpPr>
            <p:cNvPr id="65" name="object 65"/>
            <p:cNvSpPr/>
            <p:nvPr/>
          </p:nvSpPr>
          <p:spPr>
            <a:xfrm>
              <a:off x="3751217" y="5896552"/>
              <a:ext cx="1887855" cy="200660"/>
            </a:xfrm>
            <a:custGeom>
              <a:avLst/>
              <a:gdLst/>
              <a:ahLst/>
              <a:cxnLst/>
              <a:rect l="l" t="t" r="r" b="b"/>
              <a:pathLst>
                <a:path w="1887854" h="200660">
                  <a:moveTo>
                    <a:pt x="0" y="200155"/>
                  </a:moveTo>
                  <a:lnTo>
                    <a:pt x="1887368" y="200155"/>
                  </a:lnTo>
                  <a:lnTo>
                    <a:pt x="1887368" y="0"/>
                  </a:lnTo>
                  <a:lnTo>
                    <a:pt x="0" y="0"/>
                  </a:lnTo>
                  <a:lnTo>
                    <a:pt x="0" y="200155"/>
                  </a:lnTo>
                  <a:close/>
                </a:path>
              </a:pathLst>
            </a:custGeom>
            <a:ln w="37596">
              <a:solidFill>
                <a:srgbClr val="000000"/>
              </a:solidFill>
            </a:ln>
          </p:spPr>
          <p:txBody>
            <a:bodyPr wrap="square" lIns="0" tIns="0" rIns="0" bIns="0" rtlCol="0"/>
            <a:lstStyle/>
            <a:p/>
          </p:txBody>
        </p:sp>
        <p:sp>
          <p:nvSpPr>
            <p:cNvPr id="66" name="object 66"/>
            <p:cNvSpPr/>
            <p:nvPr/>
          </p:nvSpPr>
          <p:spPr>
            <a:xfrm>
              <a:off x="3751224" y="1838040"/>
              <a:ext cx="184785" cy="3832860"/>
            </a:xfrm>
            <a:custGeom>
              <a:avLst/>
              <a:gdLst/>
              <a:ahLst/>
              <a:cxnLst/>
              <a:rect l="l" t="t" r="r" b="b"/>
              <a:pathLst>
                <a:path w="184785" h="3832860">
                  <a:moveTo>
                    <a:pt x="184476" y="0"/>
                  </a:moveTo>
                  <a:lnTo>
                    <a:pt x="0" y="0"/>
                  </a:lnTo>
                  <a:lnTo>
                    <a:pt x="0" y="3832796"/>
                  </a:lnTo>
                  <a:lnTo>
                    <a:pt x="184476" y="3832796"/>
                  </a:lnTo>
                  <a:lnTo>
                    <a:pt x="184476" y="0"/>
                  </a:lnTo>
                  <a:close/>
                </a:path>
              </a:pathLst>
            </a:custGeom>
            <a:solidFill>
              <a:srgbClr val="92CDDC"/>
            </a:solidFill>
          </p:spPr>
          <p:txBody>
            <a:bodyPr wrap="square" lIns="0" tIns="0" rIns="0" bIns="0" rtlCol="0"/>
            <a:lstStyle/>
            <a:p/>
          </p:txBody>
        </p:sp>
        <p:sp>
          <p:nvSpPr>
            <p:cNvPr id="67" name="object 67"/>
            <p:cNvSpPr/>
            <p:nvPr/>
          </p:nvSpPr>
          <p:spPr>
            <a:xfrm>
              <a:off x="3751217" y="1838048"/>
              <a:ext cx="184785" cy="3832860"/>
            </a:xfrm>
            <a:custGeom>
              <a:avLst/>
              <a:gdLst/>
              <a:ahLst/>
              <a:cxnLst/>
              <a:rect l="l" t="t" r="r" b="b"/>
              <a:pathLst>
                <a:path w="184785" h="3832860">
                  <a:moveTo>
                    <a:pt x="0" y="3832788"/>
                  </a:moveTo>
                  <a:lnTo>
                    <a:pt x="184476" y="3832788"/>
                  </a:lnTo>
                  <a:lnTo>
                    <a:pt x="184476" y="0"/>
                  </a:lnTo>
                  <a:lnTo>
                    <a:pt x="0" y="0"/>
                  </a:lnTo>
                  <a:lnTo>
                    <a:pt x="0" y="3832788"/>
                  </a:lnTo>
                  <a:close/>
                </a:path>
              </a:pathLst>
            </a:custGeom>
            <a:ln w="37583">
              <a:solidFill>
                <a:srgbClr val="000000"/>
              </a:solidFill>
            </a:ln>
          </p:spPr>
          <p:txBody>
            <a:bodyPr wrap="square" lIns="0" tIns="0" rIns="0" bIns="0" rtlCol="0"/>
            <a:lstStyle/>
            <a:p/>
          </p:txBody>
        </p:sp>
        <p:sp>
          <p:nvSpPr>
            <p:cNvPr id="68" name="object 68"/>
            <p:cNvSpPr/>
            <p:nvPr/>
          </p:nvSpPr>
          <p:spPr>
            <a:xfrm>
              <a:off x="3942791" y="1838040"/>
              <a:ext cx="184785" cy="3832860"/>
            </a:xfrm>
            <a:custGeom>
              <a:avLst/>
              <a:gdLst/>
              <a:ahLst/>
              <a:cxnLst/>
              <a:rect l="l" t="t" r="r" b="b"/>
              <a:pathLst>
                <a:path w="184785" h="3832860">
                  <a:moveTo>
                    <a:pt x="184476" y="0"/>
                  </a:moveTo>
                  <a:lnTo>
                    <a:pt x="0" y="0"/>
                  </a:lnTo>
                  <a:lnTo>
                    <a:pt x="0" y="3832796"/>
                  </a:lnTo>
                  <a:lnTo>
                    <a:pt x="184476" y="3832796"/>
                  </a:lnTo>
                  <a:lnTo>
                    <a:pt x="184476" y="0"/>
                  </a:lnTo>
                  <a:close/>
                </a:path>
              </a:pathLst>
            </a:custGeom>
            <a:solidFill>
              <a:srgbClr val="92CDDC"/>
            </a:solidFill>
          </p:spPr>
          <p:txBody>
            <a:bodyPr wrap="square" lIns="0" tIns="0" rIns="0" bIns="0" rtlCol="0"/>
            <a:lstStyle/>
            <a:p/>
          </p:txBody>
        </p:sp>
        <p:sp>
          <p:nvSpPr>
            <p:cNvPr id="69" name="object 69"/>
            <p:cNvSpPr/>
            <p:nvPr/>
          </p:nvSpPr>
          <p:spPr>
            <a:xfrm>
              <a:off x="3942793" y="1838048"/>
              <a:ext cx="184785" cy="3832860"/>
            </a:xfrm>
            <a:custGeom>
              <a:avLst/>
              <a:gdLst/>
              <a:ahLst/>
              <a:cxnLst/>
              <a:rect l="l" t="t" r="r" b="b"/>
              <a:pathLst>
                <a:path w="184785" h="3832860">
                  <a:moveTo>
                    <a:pt x="0" y="3832788"/>
                  </a:moveTo>
                  <a:lnTo>
                    <a:pt x="184476" y="3832788"/>
                  </a:lnTo>
                  <a:lnTo>
                    <a:pt x="184476" y="0"/>
                  </a:lnTo>
                  <a:lnTo>
                    <a:pt x="0" y="0"/>
                  </a:lnTo>
                  <a:lnTo>
                    <a:pt x="0" y="3832788"/>
                  </a:lnTo>
                  <a:close/>
                </a:path>
              </a:pathLst>
            </a:custGeom>
            <a:ln w="37583">
              <a:solidFill>
                <a:srgbClr val="000000"/>
              </a:solidFill>
            </a:ln>
          </p:spPr>
          <p:txBody>
            <a:bodyPr wrap="square" lIns="0" tIns="0" rIns="0" bIns="0" rtlCol="0"/>
            <a:lstStyle/>
            <a:p/>
          </p:txBody>
        </p:sp>
        <p:sp>
          <p:nvSpPr>
            <p:cNvPr id="70" name="object 70"/>
            <p:cNvSpPr/>
            <p:nvPr/>
          </p:nvSpPr>
          <p:spPr>
            <a:xfrm>
              <a:off x="4127271" y="1838040"/>
              <a:ext cx="184785" cy="3832860"/>
            </a:xfrm>
            <a:custGeom>
              <a:avLst/>
              <a:gdLst/>
              <a:ahLst/>
              <a:cxnLst/>
              <a:rect l="l" t="t" r="r" b="b"/>
              <a:pathLst>
                <a:path w="184785" h="3832860">
                  <a:moveTo>
                    <a:pt x="184476" y="0"/>
                  </a:moveTo>
                  <a:lnTo>
                    <a:pt x="0" y="0"/>
                  </a:lnTo>
                  <a:lnTo>
                    <a:pt x="0" y="3832796"/>
                  </a:lnTo>
                  <a:lnTo>
                    <a:pt x="184476" y="3832796"/>
                  </a:lnTo>
                  <a:lnTo>
                    <a:pt x="184476" y="0"/>
                  </a:lnTo>
                  <a:close/>
                </a:path>
              </a:pathLst>
            </a:custGeom>
            <a:solidFill>
              <a:srgbClr val="92CDDC"/>
            </a:solidFill>
          </p:spPr>
          <p:txBody>
            <a:bodyPr wrap="square" lIns="0" tIns="0" rIns="0" bIns="0" rtlCol="0"/>
            <a:lstStyle/>
            <a:p/>
          </p:txBody>
        </p:sp>
        <p:sp>
          <p:nvSpPr>
            <p:cNvPr id="71" name="object 71"/>
            <p:cNvSpPr/>
            <p:nvPr/>
          </p:nvSpPr>
          <p:spPr>
            <a:xfrm>
              <a:off x="4127269" y="1838048"/>
              <a:ext cx="184785" cy="3832860"/>
            </a:xfrm>
            <a:custGeom>
              <a:avLst/>
              <a:gdLst/>
              <a:ahLst/>
              <a:cxnLst/>
              <a:rect l="l" t="t" r="r" b="b"/>
              <a:pathLst>
                <a:path w="184785" h="3832860">
                  <a:moveTo>
                    <a:pt x="0" y="3832788"/>
                  </a:moveTo>
                  <a:lnTo>
                    <a:pt x="184476" y="3832788"/>
                  </a:lnTo>
                  <a:lnTo>
                    <a:pt x="184476" y="0"/>
                  </a:lnTo>
                  <a:lnTo>
                    <a:pt x="0" y="0"/>
                  </a:lnTo>
                  <a:lnTo>
                    <a:pt x="0" y="3832788"/>
                  </a:lnTo>
                  <a:close/>
                </a:path>
              </a:pathLst>
            </a:custGeom>
            <a:ln w="37583">
              <a:solidFill>
                <a:srgbClr val="000000"/>
              </a:solidFill>
            </a:ln>
          </p:spPr>
          <p:txBody>
            <a:bodyPr wrap="square" lIns="0" tIns="0" rIns="0" bIns="0" rtlCol="0"/>
            <a:lstStyle/>
            <a:p/>
          </p:txBody>
        </p:sp>
        <p:sp>
          <p:nvSpPr>
            <p:cNvPr id="72" name="object 72"/>
            <p:cNvSpPr/>
            <p:nvPr/>
          </p:nvSpPr>
          <p:spPr>
            <a:xfrm>
              <a:off x="4318876" y="1838040"/>
              <a:ext cx="184785" cy="3832860"/>
            </a:xfrm>
            <a:custGeom>
              <a:avLst/>
              <a:gdLst/>
              <a:ahLst/>
              <a:cxnLst/>
              <a:rect l="l" t="t" r="r" b="b"/>
              <a:pathLst>
                <a:path w="184785" h="3832860">
                  <a:moveTo>
                    <a:pt x="184476" y="0"/>
                  </a:moveTo>
                  <a:lnTo>
                    <a:pt x="0" y="0"/>
                  </a:lnTo>
                  <a:lnTo>
                    <a:pt x="0" y="3832796"/>
                  </a:lnTo>
                  <a:lnTo>
                    <a:pt x="184476" y="3832796"/>
                  </a:lnTo>
                  <a:lnTo>
                    <a:pt x="184476" y="0"/>
                  </a:lnTo>
                  <a:close/>
                </a:path>
              </a:pathLst>
            </a:custGeom>
            <a:solidFill>
              <a:srgbClr val="92CDDC"/>
            </a:solidFill>
          </p:spPr>
          <p:txBody>
            <a:bodyPr wrap="square" lIns="0" tIns="0" rIns="0" bIns="0" rtlCol="0"/>
            <a:lstStyle/>
            <a:p/>
          </p:txBody>
        </p:sp>
        <p:sp>
          <p:nvSpPr>
            <p:cNvPr id="73" name="object 73"/>
            <p:cNvSpPr/>
            <p:nvPr/>
          </p:nvSpPr>
          <p:spPr>
            <a:xfrm>
              <a:off x="4318870" y="1838048"/>
              <a:ext cx="184785" cy="3832860"/>
            </a:xfrm>
            <a:custGeom>
              <a:avLst/>
              <a:gdLst/>
              <a:ahLst/>
              <a:cxnLst/>
              <a:rect l="l" t="t" r="r" b="b"/>
              <a:pathLst>
                <a:path w="184785" h="3832860">
                  <a:moveTo>
                    <a:pt x="0" y="3832788"/>
                  </a:moveTo>
                  <a:lnTo>
                    <a:pt x="184476" y="3832788"/>
                  </a:lnTo>
                  <a:lnTo>
                    <a:pt x="184476" y="0"/>
                  </a:lnTo>
                  <a:lnTo>
                    <a:pt x="0" y="0"/>
                  </a:lnTo>
                  <a:lnTo>
                    <a:pt x="0" y="3832788"/>
                  </a:lnTo>
                  <a:close/>
                </a:path>
              </a:pathLst>
            </a:custGeom>
            <a:ln w="37583">
              <a:solidFill>
                <a:srgbClr val="000000"/>
              </a:solidFill>
            </a:ln>
          </p:spPr>
          <p:txBody>
            <a:bodyPr wrap="square" lIns="0" tIns="0" rIns="0" bIns="0" rtlCol="0"/>
            <a:lstStyle/>
            <a:p/>
          </p:txBody>
        </p:sp>
        <p:sp>
          <p:nvSpPr>
            <p:cNvPr id="74" name="object 74"/>
            <p:cNvSpPr/>
            <p:nvPr/>
          </p:nvSpPr>
          <p:spPr>
            <a:xfrm>
              <a:off x="4506861" y="1838040"/>
              <a:ext cx="184785" cy="3832860"/>
            </a:xfrm>
            <a:custGeom>
              <a:avLst/>
              <a:gdLst/>
              <a:ahLst/>
              <a:cxnLst/>
              <a:rect l="l" t="t" r="r" b="b"/>
              <a:pathLst>
                <a:path w="184785" h="3832860">
                  <a:moveTo>
                    <a:pt x="184476" y="0"/>
                  </a:moveTo>
                  <a:lnTo>
                    <a:pt x="0" y="0"/>
                  </a:lnTo>
                  <a:lnTo>
                    <a:pt x="0" y="3832796"/>
                  </a:lnTo>
                  <a:lnTo>
                    <a:pt x="184476" y="3832796"/>
                  </a:lnTo>
                  <a:lnTo>
                    <a:pt x="184476" y="0"/>
                  </a:lnTo>
                  <a:close/>
                </a:path>
              </a:pathLst>
            </a:custGeom>
            <a:solidFill>
              <a:srgbClr val="92CDDC"/>
            </a:solidFill>
          </p:spPr>
          <p:txBody>
            <a:bodyPr wrap="square" lIns="0" tIns="0" rIns="0" bIns="0" rtlCol="0"/>
            <a:lstStyle/>
            <a:p/>
          </p:txBody>
        </p:sp>
        <p:sp>
          <p:nvSpPr>
            <p:cNvPr id="75" name="object 75"/>
            <p:cNvSpPr/>
            <p:nvPr/>
          </p:nvSpPr>
          <p:spPr>
            <a:xfrm>
              <a:off x="4506850" y="1838048"/>
              <a:ext cx="184785" cy="3832860"/>
            </a:xfrm>
            <a:custGeom>
              <a:avLst/>
              <a:gdLst/>
              <a:ahLst/>
              <a:cxnLst/>
              <a:rect l="l" t="t" r="r" b="b"/>
              <a:pathLst>
                <a:path w="184785" h="3832860">
                  <a:moveTo>
                    <a:pt x="0" y="3832788"/>
                  </a:moveTo>
                  <a:lnTo>
                    <a:pt x="184476" y="3832788"/>
                  </a:lnTo>
                  <a:lnTo>
                    <a:pt x="184476" y="0"/>
                  </a:lnTo>
                  <a:lnTo>
                    <a:pt x="0" y="0"/>
                  </a:lnTo>
                  <a:lnTo>
                    <a:pt x="0" y="3832788"/>
                  </a:lnTo>
                  <a:close/>
                </a:path>
              </a:pathLst>
            </a:custGeom>
            <a:ln w="37583">
              <a:solidFill>
                <a:srgbClr val="000000"/>
              </a:solidFill>
            </a:ln>
          </p:spPr>
          <p:txBody>
            <a:bodyPr wrap="square" lIns="0" tIns="0" rIns="0" bIns="0" rtlCol="0"/>
            <a:lstStyle/>
            <a:p/>
          </p:txBody>
        </p:sp>
        <p:sp>
          <p:nvSpPr>
            <p:cNvPr id="76" name="object 76"/>
            <p:cNvSpPr/>
            <p:nvPr/>
          </p:nvSpPr>
          <p:spPr>
            <a:xfrm>
              <a:off x="4698441" y="1838040"/>
              <a:ext cx="184785" cy="3832860"/>
            </a:xfrm>
            <a:custGeom>
              <a:avLst/>
              <a:gdLst/>
              <a:ahLst/>
              <a:cxnLst/>
              <a:rect l="l" t="t" r="r" b="b"/>
              <a:pathLst>
                <a:path w="184785" h="3832860">
                  <a:moveTo>
                    <a:pt x="184476" y="0"/>
                  </a:moveTo>
                  <a:lnTo>
                    <a:pt x="0" y="0"/>
                  </a:lnTo>
                  <a:lnTo>
                    <a:pt x="0" y="3832796"/>
                  </a:lnTo>
                  <a:lnTo>
                    <a:pt x="184476" y="3832796"/>
                  </a:lnTo>
                  <a:lnTo>
                    <a:pt x="184476" y="0"/>
                  </a:lnTo>
                  <a:close/>
                </a:path>
              </a:pathLst>
            </a:custGeom>
            <a:solidFill>
              <a:srgbClr val="92CDDC"/>
            </a:solidFill>
          </p:spPr>
          <p:txBody>
            <a:bodyPr wrap="square" lIns="0" tIns="0" rIns="0" bIns="0" rtlCol="0"/>
            <a:lstStyle/>
            <a:p/>
          </p:txBody>
        </p:sp>
        <p:sp>
          <p:nvSpPr>
            <p:cNvPr id="77" name="object 77"/>
            <p:cNvSpPr/>
            <p:nvPr/>
          </p:nvSpPr>
          <p:spPr>
            <a:xfrm>
              <a:off x="4698436" y="1838048"/>
              <a:ext cx="184785" cy="3832860"/>
            </a:xfrm>
            <a:custGeom>
              <a:avLst/>
              <a:gdLst/>
              <a:ahLst/>
              <a:cxnLst/>
              <a:rect l="l" t="t" r="r" b="b"/>
              <a:pathLst>
                <a:path w="184785" h="3832860">
                  <a:moveTo>
                    <a:pt x="0" y="3832788"/>
                  </a:moveTo>
                  <a:lnTo>
                    <a:pt x="184476" y="3832788"/>
                  </a:lnTo>
                  <a:lnTo>
                    <a:pt x="184476" y="0"/>
                  </a:lnTo>
                  <a:lnTo>
                    <a:pt x="0" y="0"/>
                  </a:lnTo>
                  <a:lnTo>
                    <a:pt x="0" y="3832788"/>
                  </a:lnTo>
                  <a:close/>
                </a:path>
              </a:pathLst>
            </a:custGeom>
            <a:ln w="37583">
              <a:solidFill>
                <a:srgbClr val="000000"/>
              </a:solidFill>
            </a:ln>
          </p:spPr>
          <p:txBody>
            <a:bodyPr wrap="square" lIns="0" tIns="0" rIns="0" bIns="0" rtlCol="0"/>
            <a:lstStyle/>
            <a:p/>
          </p:txBody>
        </p:sp>
        <p:sp>
          <p:nvSpPr>
            <p:cNvPr id="78" name="object 78"/>
            <p:cNvSpPr/>
            <p:nvPr/>
          </p:nvSpPr>
          <p:spPr>
            <a:xfrm>
              <a:off x="4886477" y="1838040"/>
              <a:ext cx="184785" cy="3832860"/>
            </a:xfrm>
            <a:custGeom>
              <a:avLst/>
              <a:gdLst/>
              <a:ahLst/>
              <a:cxnLst/>
              <a:rect l="l" t="t" r="r" b="b"/>
              <a:pathLst>
                <a:path w="184785" h="3832860">
                  <a:moveTo>
                    <a:pt x="184476" y="0"/>
                  </a:moveTo>
                  <a:lnTo>
                    <a:pt x="0" y="0"/>
                  </a:lnTo>
                  <a:lnTo>
                    <a:pt x="0" y="3832796"/>
                  </a:lnTo>
                  <a:lnTo>
                    <a:pt x="184476" y="3832796"/>
                  </a:lnTo>
                  <a:lnTo>
                    <a:pt x="184476" y="0"/>
                  </a:lnTo>
                  <a:close/>
                </a:path>
              </a:pathLst>
            </a:custGeom>
            <a:solidFill>
              <a:srgbClr val="92CDDC"/>
            </a:solidFill>
          </p:spPr>
          <p:txBody>
            <a:bodyPr wrap="square" lIns="0" tIns="0" rIns="0" bIns="0" rtlCol="0"/>
            <a:lstStyle/>
            <a:p/>
          </p:txBody>
        </p:sp>
        <p:sp>
          <p:nvSpPr>
            <p:cNvPr id="79" name="object 79"/>
            <p:cNvSpPr/>
            <p:nvPr/>
          </p:nvSpPr>
          <p:spPr>
            <a:xfrm>
              <a:off x="4886467" y="1838048"/>
              <a:ext cx="184785" cy="3832860"/>
            </a:xfrm>
            <a:custGeom>
              <a:avLst/>
              <a:gdLst/>
              <a:ahLst/>
              <a:cxnLst/>
              <a:rect l="l" t="t" r="r" b="b"/>
              <a:pathLst>
                <a:path w="184785" h="3832860">
                  <a:moveTo>
                    <a:pt x="0" y="3832788"/>
                  </a:moveTo>
                  <a:lnTo>
                    <a:pt x="184476" y="3832788"/>
                  </a:lnTo>
                  <a:lnTo>
                    <a:pt x="184476" y="0"/>
                  </a:lnTo>
                  <a:lnTo>
                    <a:pt x="0" y="0"/>
                  </a:lnTo>
                  <a:lnTo>
                    <a:pt x="0" y="3832788"/>
                  </a:lnTo>
                  <a:close/>
                </a:path>
              </a:pathLst>
            </a:custGeom>
            <a:ln w="37583">
              <a:solidFill>
                <a:srgbClr val="000000"/>
              </a:solidFill>
            </a:ln>
          </p:spPr>
          <p:txBody>
            <a:bodyPr wrap="square" lIns="0" tIns="0" rIns="0" bIns="0" rtlCol="0"/>
            <a:lstStyle/>
            <a:p/>
          </p:txBody>
        </p:sp>
        <p:sp>
          <p:nvSpPr>
            <p:cNvPr id="80" name="object 80"/>
            <p:cNvSpPr/>
            <p:nvPr/>
          </p:nvSpPr>
          <p:spPr>
            <a:xfrm>
              <a:off x="5078056" y="1838040"/>
              <a:ext cx="184785" cy="3832860"/>
            </a:xfrm>
            <a:custGeom>
              <a:avLst/>
              <a:gdLst/>
              <a:ahLst/>
              <a:cxnLst/>
              <a:rect l="l" t="t" r="r" b="b"/>
              <a:pathLst>
                <a:path w="184785" h="3832860">
                  <a:moveTo>
                    <a:pt x="184476" y="0"/>
                  </a:moveTo>
                  <a:lnTo>
                    <a:pt x="0" y="0"/>
                  </a:lnTo>
                  <a:lnTo>
                    <a:pt x="0" y="3832796"/>
                  </a:lnTo>
                  <a:lnTo>
                    <a:pt x="184476" y="3832796"/>
                  </a:lnTo>
                  <a:lnTo>
                    <a:pt x="184476" y="0"/>
                  </a:lnTo>
                  <a:close/>
                </a:path>
              </a:pathLst>
            </a:custGeom>
            <a:solidFill>
              <a:srgbClr val="92CDDC"/>
            </a:solidFill>
          </p:spPr>
          <p:txBody>
            <a:bodyPr wrap="square" lIns="0" tIns="0" rIns="0" bIns="0" rtlCol="0"/>
            <a:lstStyle/>
            <a:p/>
          </p:txBody>
        </p:sp>
        <p:sp>
          <p:nvSpPr>
            <p:cNvPr id="81" name="object 81"/>
            <p:cNvSpPr/>
            <p:nvPr/>
          </p:nvSpPr>
          <p:spPr>
            <a:xfrm>
              <a:off x="5078052" y="1838048"/>
              <a:ext cx="184785" cy="3832860"/>
            </a:xfrm>
            <a:custGeom>
              <a:avLst/>
              <a:gdLst/>
              <a:ahLst/>
              <a:cxnLst/>
              <a:rect l="l" t="t" r="r" b="b"/>
              <a:pathLst>
                <a:path w="184785" h="3832860">
                  <a:moveTo>
                    <a:pt x="0" y="3832788"/>
                  </a:moveTo>
                  <a:lnTo>
                    <a:pt x="184476" y="3832788"/>
                  </a:lnTo>
                  <a:lnTo>
                    <a:pt x="184476" y="0"/>
                  </a:lnTo>
                  <a:lnTo>
                    <a:pt x="0" y="0"/>
                  </a:lnTo>
                  <a:lnTo>
                    <a:pt x="0" y="3832788"/>
                  </a:lnTo>
                  <a:close/>
                </a:path>
              </a:pathLst>
            </a:custGeom>
            <a:ln w="37583">
              <a:solidFill>
                <a:srgbClr val="000000"/>
              </a:solidFill>
            </a:ln>
          </p:spPr>
          <p:txBody>
            <a:bodyPr wrap="square" lIns="0" tIns="0" rIns="0" bIns="0" rtlCol="0"/>
            <a:lstStyle/>
            <a:p/>
          </p:txBody>
        </p:sp>
        <p:sp>
          <p:nvSpPr>
            <p:cNvPr id="82" name="object 82"/>
            <p:cNvSpPr/>
            <p:nvPr/>
          </p:nvSpPr>
          <p:spPr>
            <a:xfrm>
              <a:off x="5262537" y="1838045"/>
              <a:ext cx="184785" cy="3832860"/>
            </a:xfrm>
            <a:custGeom>
              <a:avLst/>
              <a:gdLst/>
              <a:ahLst/>
              <a:cxnLst/>
              <a:rect l="l" t="t" r="r" b="b"/>
              <a:pathLst>
                <a:path w="184785" h="3832860">
                  <a:moveTo>
                    <a:pt x="184467" y="555459"/>
                  </a:moveTo>
                  <a:lnTo>
                    <a:pt x="0" y="555459"/>
                  </a:lnTo>
                  <a:lnTo>
                    <a:pt x="0" y="3832796"/>
                  </a:lnTo>
                  <a:lnTo>
                    <a:pt x="184467" y="3832796"/>
                  </a:lnTo>
                  <a:lnTo>
                    <a:pt x="184467" y="555459"/>
                  </a:lnTo>
                  <a:close/>
                </a:path>
                <a:path w="184785" h="3832860">
                  <a:moveTo>
                    <a:pt x="184467" y="0"/>
                  </a:moveTo>
                  <a:lnTo>
                    <a:pt x="0" y="0"/>
                  </a:lnTo>
                  <a:lnTo>
                    <a:pt x="0" y="355307"/>
                  </a:lnTo>
                  <a:lnTo>
                    <a:pt x="184467" y="355307"/>
                  </a:lnTo>
                  <a:lnTo>
                    <a:pt x="184467" y="0"/>
                  </a:lnTo>
                  <a:close/>
                </a:path>
              </a:pathLst>
            </a:custGeom>
            <a:solidFill>
              <a:srgbClr val="92CDDC"/>
            </a:solidFill>
          </p:spPr>
          <p:txBody>
            <a:bodyPr wrap="square" lIns="0" tIns="0" rIns="0" bIns="0" rtlCol="0"/>
            <a:lstStyle/>
            <a:p/>
          </p:txBody>
        </p:sp>
        <p:sp>
          <p:nvSpPr>
            <p:cNvPr id="83" name="object 83"/>
            <p:cNvSpPr/>
            <p:nvPr/>
          </p:nvSpPr>
          <p:spPr>
            <a:xfrm>
              <a:off x="5262529" y="1838048"/>
              <a:ext cx="184785" cy="3832860"/>
            </a:xfrm>
            <a:custGeom>
              <a:avLst/>
              <a:gdLst/>
              <a:ahLst/>
              <a:cxnLst/>
              <a:rect l="l" t="t" r="r" b="b"/>
              <a:pathLst>
                <a:path w="184785" h="3832860">
                  <a:moveTo>
                    <a:pt x="0" y="3832788"/>
                  </a:moveTo>
                  <a:lnTo>
                    <a:pt x="184476" y="3832788"/>
                  </a:lnTo>
                  <a:lnTo>
                    <a:pt x="184476" y="0"/>
                  </a:lnTo>
                  <a:lnTo>
                    <a:pt x="0" y="0"/>
                  </a:lnTo>
                  <a:lnTo>
                    <a:pt x="0" y="3832788"/>
                  </a:lnTo>
                  <a:close/>
                </a:path>
              </a:pathLst>
            </a:custGeom>
            <a:ln w="37583">
              <a:solidFill>
                <a:srgbClr val="000000"/>
              </a:solidFill>
            </a:ln>
          </p:spPr>
          <p:txBody>
            <a:bodyPr wrap="square" lIns="0" tIns="0" rIns="0" bIns="0" rtlCol="0"/>
            <a:lstStyle/>
            <a:p/>
          </p:txBody>
        </p:sp>
        <p:sp>
          <p:nvSpPr>
            <p:cNvPr id="84" name="object 84"/>
            <p:cNvSpPr/>
            <p:nvPr/>
          </p:nvSpPr>
          <p:spPr>
            <a:xfrm>
              <a:off x="5454116" y="1838040"/>
              <a:ext cx="184785" cy="3832860"/>
            </a:xfrm>
            <a:custGeom>
              <a:avLst/>
              <a:gdLst/>
              <a:ahLst/>
              <a:cxnLst/>
              <a:rect l="l" t="t" r="r" b="b"/>
              <a:pathLst>
                <a:path w="184785" h="3832860">
                  <a:moveTo>
                    <a:pt x="184476" y="0"/>
                  </a:moveTo>
                  <a:lnTo>
                    <a:pt x="0" y="0"/>
                  </a:lnTo>
                  <a:lnTo>
                    <a:pt x="0" y="3832796"/>
                  </a:lnTo>
                  <a:lnTo>
                    <a:pt x="184476" y="3832796"/>
                  </a:lnTo>
                  <a:lnTo>
                    <a:pt x="184476" y="0"/>
                  </a:lnTo>
                  <a:close/>
                </a:path>
              </a:pathLst>
            </a:custGeom>
            <a:solidFill>
              <a:srgbClr val="92CDDC"/>
            </a:solidFill>
          </p:spPr>
          <p:txBody>
            <a:bodyPr wrap="square" lIns="0" tIns="0" rIns="0" bIns="0" rtlCol="0"/>
            <a:lstStyle/>
            <a:p/>
          </p:txBody>
        </p:sp>
        <p:sp>
          <p:nvSpPr>
            <p:cNvPr id="85" name="object 85"/>
            <p:cNvSpPr/>
            <p:nvPr/>
          </p:nvSpPr>
          <p:spPr>
            <a:xfrm>
              <a:off x="3744494" y="1838048"/>
              <a:ext cx="1909445" cy="3832860"/>
            </a:xfrm>
            <a:custGeom>
              <a:avLst/>
              <a:gdLst/>
              <a:ahLst/>
              <a:cxnLst/>
              <a:rect l="l" t="t" r="r" b="b"/>
              <a:pathLst>
                <a:path w="1909445" h="3832860">
                  <a:moveTo>
                    <a:pt x="1709620" y="3832788"/>
                  </a:moveTo>
                  <a:lnTo>
                    <a:pt x="1894096" y="3832788"/>
                  </a:lnTo>
                  <a:lnTo>
                    <a:pt x="1894096" y="0"/>
                  </a:lnTo>
                  <a:lnTo>
                    <a:pt x="1709620" y="0"/>
                  </a:lnTo>
                  <a:lnTo>
                    <a:pt x="1709620" y="3832788"/>
                  </a:lnTo>
                  <a:close/>
                </a:path>
                <a:path w="1909445" h="3832860">
                  <a:moveTo>
                    <a:pt x="6723" y="177409"/>
                  </a:moveTo>
                  <a:lnTo>
                    <a:pt x="1902657" y="177409"/>
                  </a:lnTo>
                </a:path>
                <a:path w="1909445" h="3832860">
                  <a:moveTo>
                    <a:pt x="1867" y="354889"/>
                  </a:moveTo>
                  <a:lnTo>
                    <a:pt x="1897801" y="354889"/>
                  </a:lnTo>
                </a:path>
                <a:path w="1909445" h="3832860">
                  <a:moveTo>
                    <a:pt x="4855" y="550046"/>
                  </a:moveTo>
                  <a:lnTo>
                    <a:pt x="1900804" y="550046"/>
                  </a:lnTo>
                </a:path>
                <a:path w="1909445" h="3832860">
                  <a:moveTo>
                    <a:pt x="0" y="727526"/>
                  </a:moveTo>
                  <a:lnTo>
                    <a:pt x="1895948" y="727526"/>
                  </a:lnTo>
                </a:path>
                <a:path w="1909445" h="3832860">
                  <a:moveTo>
                    <a:pt x="13446" y="922683"/>
                  </a:moveTo>
                  <a:lnTo>
                    <a:pt x="1909415" y="922683"/>
                  </a:lnTo>
                </a:path>
                <a:path w="1909445" h="3832860">
                  <a:moveTo>
                    <a:pt x="8590" y="1100163"/>
                  </a:moveTo>
                  <a:lnTo>
                    <a:pt x="1904559" y="1100163"/>
                  </a:lnTo>
                </a:path>
                <a:path w="1909445" h="3832860">
                  <a:moveTo>
                    <a:pt x="11579" y="1295320"/>
                  </a:moveTo>
                  <a:lnTo>
                    <a:pt x="1907513" y="1295320"/>
                  </a:lnTo>
                </a:path>
                <a:path w="1909445" h="3832860">
                  <a:moveTo>
                    <a:pt x="6723" y="1472750"/>
                  </a:moveTo>
                  <a:lnTo>
                    <a:pt x="1902657" y="1472750"/>
                  </a:lnTo>
                </a:path>
                <a:path w="1909445" h="3832860">
                  <a:moveTo>
                    <a:pt x="13446" y="1667957"/>
                  </a:moveTo>
                  <a:lnTo>
                    <a:pt x="1909415" y="1667957"/>
                  </a:lnTo>
                </a:path>
              </a:pathLst>
            </a:custGeom>
            <a:ln w="37590">
              <a:solidFill>
                <a:srgbClr val="000000"/>
              </a:solidFill>
            </a:ln>
          </p:spPr>
          <p:txBody>
            <a:bodyPr wrap="square" lIns="0" tIns="0" rIns="0" bIns="0" rtlCol="0"/>
            <a:lstStyle/>
            <a:p/>
          </p:txBody>
        </p:sp>
        <p:sp>
          <p:nvSpPr>
            <p:cNvPr id="86" name="object 86"/>
            <p:cNvSpPr/>
            <p:nvPr/>
          </p:nvSpPr>
          <p:spPr>
            <a:xfrm>
              <a:off x="3753085" y="3683436"/>
              <a:ext cx="1896110" cy="0"/>
            </a:xfrm>
            <a:custGeom>
              <a:avLst/>
              <a:gdLst/>
              <a:ahLst/>
              <a:cxnLst/>
              <a:rect l="l" t="t" r="r" b="b"/>
              <a:pathLst>
                <a:path w="1896110">
                  <a:moveTo>
                    <a:pt x="0" y="0"/>
                  </a:moveTo>
                  <a:lnTo>
                    <a:pt x="182619" y="0"/>
                  </a:lnTo>
                </a:path>
                <a:path w="1896110">
                  <a:moveTo>
                    <a:pt x="367095" y="0"/>
                  </a:moveTo>
                  <a:lnTo>
                    <a:pt x="948912" y="0"/>
                  </a:lnTo>
                </a:path>
                <a:path w="1896110">
                  <a:moveTo>
                    <a:pt x="1133388" y="0"/>
                  </a:moveTo>
                  <a:lnTo>
                    <a:pt x="1317859" y="0"/>
                  </a:lnTo>
                </a:path>
                <a:path w="1896110">
                  <a:moveTo>
                    <a:pt x="1502336" y="0"/>
                  </a:moveTo>
                  <a:lnTo>
                    <a:pt x="1895968" y="0"/>
                  </a:lnTo>
                </a:path>
              </a:pathLst>
            </a:custGeom>
            <a:ln w="37596">
              <a:solidFill>
                <a:srgbClr val="000000"/>
              </a:solidFill>
            </a:ln>
          </p:spPr>
          <p:txBody>
            <a:bodyPr wrap="square" lIns="0" tIns="0" rIns="0" bIns="0" rtlCol="0"/>
            <a:lstStyle/>
            <a:p/>
          </p:txBody>
        </p:sp>
        <p:sp>
          <p:nvSpPr>
            <p:cNvPr id="87" name="object 87"/>
            <p:cNvSpPr/>
            <p:nvPr/>
          </p:nvSpPr>
          <p:spPr>
            <a:xfrm>
              <a:off x="3743563" y="3878643"/>
              <a:ext cx="1910714" cy="1703705"/>
            </a:xfrm>
            <a:custGeom>
              <a:avLst/>
              <a:gdLst/>
              <a:ahLst/>
              <a:cxnLst/>
              <a:rect l="l" t="t" r="r" b="b"/>
              <a:pathLst>
                <a:path w="1910714" h="1703704">
                  <a:moveTo>
                    <a:pt x="12510" y="0"/>
                  </a:moveTo>
                  <a:lnTo>
                    <a:pt x="1908444" y="0"/>
                  </a:lnTo>
                </a:path>
                <a:path w="1910714" h="1703704">
                  <a:moveTo>
                    <a:pt x="7654" y="177429"/>
                  </a:moveTo>
                  <a:lnTo>
                    <a:pt x="1903588" y="177429"/>
                  </a:lnTo>
                </a:path>
                <a:path w="1910714" h="1703704">
                  <a:moveTo>
                    <a:pt x="14377" y="390364"/>
                  </a:moveTo>
                  <a:lnTo>
                    <a:pt x="1910346" y="390364"/>
                  </a:lnTo>
                </a:path>
                <a:path w="1910714" h="1703704">
                  <a:moveTo>
                    <a:pt x="9521" y="567844"/>
                  </a:moveTo>
                  <a:lnTo>
                    <a:pt x="1905490" y="567844"/>
                  </a:lnTo>
                </a:path>
                <a:path w="1910714" h="1703704">
                  <a:moveTo>
                    <a:pt x="12510" y="763002"/>
                  </a:moveTo>
                  <a:lnTo>
                    <a:pt x="1908444" y="763002"/>
                  </a:lnTo>
                </a:path>
                <a:path w="1910714" h="1703704">
                  <a:moveTo>
                    <a:pt x="7654" y="940481"/>
                  </a:moveTo>
                  <a:lnTo>
                    <a:pt x="1903588" y="940481"/>
                  </a:lnTo>
                </a:path>
                <a:path w="1910714" h="1703704">
                  <a:moveTo>
                    <a:pt x="6723" y="1153417"/>
                  </a:moveTo>
                  <a:lnTo>
                    <a:pt x="1902687" y="1153417"/>
                  </a:lnTo>
                </a:path>
                <a:path w="1910714" h="1703704">
                  <a:moveTo>
                    <a:pt x="1867" y="1330846"/>
                  </a:moveTo>
                  <a:lnTo>
                    <a:pt x="1897831" y="1330846"/>
                  </a:lnTo>
                </a:path>
                <a:path w="1910714" h="1703704">
                  <a:moveTo>
                    <a:pt x="4855" y="1526004"/>
                  </a:moveTo>
                  <a:lnTo>
                    <a:pt x="1900784" y="1526004"/>
                  </a:lnTo>
                </a:path>
                <a:path w="1910714" h="1703704">
                  <a:moveTo>
                    <a:pt x="0" y="1703483"/>
                  </a:moveTo>
                  <a:lnTo>
                    <a:pt x="1895928" y="1703483"/>
                  </a:lnTo>
                </a:path>
              </a:pathLst>
            </a:custGeom>
            <a:ln w="37590">
              <a:solidFill>
                <a:srgbClr val="000000"/>
              </a:solidFill>
            </a:ln>
          </p:spPr>
          <p:txBody>
            <a:bodyPr wrap="square" lIns="0" tIns="0" rIns="0" bIns="0" rtlCol="0"/>
            <a:lstStyle/>
            <a:p/>
          </p:txBody>
        </p:sp>
        <p:sp>
          <p:nvSpPr>
            <p:cNvPr id="88" name="object 88"/>
            <p:cNvSpPr/>
            <p:nvPr/>
          </p:nvSpPr>
          <p:spPr>
            <a:xfrm>
              <a:off x="4321479" y="2192887"/>
              <a:ext cx="184785" cy="200660"/>
            </a:xfrm>
            <a:custGeom>
              <a:avLst/>
              <a:gdLst/>
              <a:ahLst/>
              <a:cxnLst/>
              <a:rect l="l" t="t" r="r" b="b"/>
              <a:pathLst>
                <a:path w="184785" h="200660">
                  <a:moveTo>
                    <a:pt x="184476" y="0"/>
                  </a:moveTo>
                  <a:lnTo>
                    <a:pt x="0" y="0"/>
                  </a:lnTo>
                  <a:lnTo>
                    <a:pt x="0" y="200160"/>
                  </a:lnTo>
                  <a:lnTo>
                    <a:pt x="184476" y="200160"/>
                  </a:lnTo>
                  <a:lnTo>
                    <a:pt x="184476" y="0"/>
                  </a:lnTo>
                  <a:close/>
                </a:path>
              </a:pathLst>
            </a:custGeom>
            <a:solidFill>
              <a:srgbClr val="C05046"/>
            </a:solidFill>
          </p:spPr>
          <p:txBody>
            <a:bodyPr wrap="square" lIns="0" tIns="0" rIns="0" bIns="0" rtlCol="0"/>
            <a:lstStyle/>
            <a:p/>
          </p:txBody>
        </p:sp>
        <p:sp>
          <p:nvSpPr>
            <p:cNvPr id="89" name="object 89"/>
            <p:cNvSpPr/>
            <p:nvPr/>
          </p:nvSpPr>
          <p:spPr>
            <a:xfrm>
              <a:off x="4321473" y="2192892"/>
              <a:ext cx="184785" cy="200660"/>
            </a:xfrm>
            <a:custGeom>
              <a:avLst/>
              <a:gdLst/>
              <a:ahLst/>
              <a:cxnLst/>
              <a:rect l="l" t="t" r="r" b="b"/>
              <a:pathLst>
                <a:path w="184785" h="200660">
                  <a:moveTo>
                    <a:pt x="0" y="200160"/>
                  </a:moveTo>
                  <a:lnTo>
                    <a:pt x="184476" y="200160"/>
                  </a:lnTo>
                  <a:lnTo>
                    <a:pt x="184476" y="0"/>
                  </a:lnTo>
                  <a:lnTo>
                    <a:pt x="0" y="0"/>
                  </a:lnTo>
                  <a:lnTo>
                    <a:pt x="0" y="200160"/>
                  </a:lnTo>
                  <a:close/>
                </a:path>
              </a:pathLst>
            </a:custGeom>
            <a:ln w="37589">
              <a:solidFill>
                <a:srgbClr val="000000"/>
              </a:solidFill>
            </a:ln>
          </p:spPr>
          <p:txBody>
            <a:bodyPr wrap="square" lIns="0" tIns="0" rIns="0" bIns="0" rtlCol="0"/>
            <a:lstStyle/>
            <a:p/>
          </p:txBody>
        </p:sp>
        <p:sp>
          <p:nvSpPr>
            <p:cNvPr id="90" name="object 90"/>
            <p:cNvSpPr/>
            <p:nvPr/>
          </p:nvSpPr>
          <p:spPr>
            <a:xfrm>
              <a:off x="5262537" y="2193344"/>
              <a:ext cx="184785" cy="200660"/>
            </a:xfrm>
            <a:custGeom>
              <a:avLst/>
              <a:gdLst/>
              <a:ahLst/>
              <a:cxnLst/>
              <a:rect l="l" t="t" r="r" b="b"/>
              <a:pathLst>
                <a:path w="184785" h="200660">
                  <a:moveTo>
                    <a:pt x="184476" y="0"/>
                  </a:moveTo>
                  <a:lnTo>
                    <a:pt x="0" y="0"/>
                  </a:lnTo>
                  <a:lnTo>
                    <a:pt x="0" y="200160"/>
                  </a:lnTo>
                  <a:lnTo>
                    <a:pt x="184476" y="200160"/>
                  </a:lnTo>
                  <a:lnTo>
                    <a:pt x="184476" y="0"/>
                  </a:lnTo>
                  <a:close/>
                </a:path>
              </a:pathLst>
            </a:custGeom>
            <a:solidFill>
              <a:srgbClr val="C05046"/>
            </a:solidFill>
          </p:spPr>
          <p:txBody>
            <a:bodyPr wrap="square" lIns="0" tIns="0" rIns="0" bIns="0" rtlCol="0"/>
            <a:lstStyle/>
            <a:p/>
          </p:txBody>
        </p:sp>
        <p:sp>
          <p:nvSpPr>
            <p:cNvPr id="91" name="object 91"/>
            <p:cNvSpPr/>
            <p:nvPr/>
          </p:nvSpPr>
          <p:spPr>
            <a:xfrm>
              <a:off x="5262529" y="2193343"/>
              <a:ext cx="184785" cy="200660"/>
            </a:xfrm>
            <a:custGeom>
              <a:avLst/>
              <a:gdLst/>
              <a:ahLst/>
              <a:cxnLst/>
              <a:rect l="l" t="t" r="r" b="b"/>
              <a:pathLst>
                <a:path w="184785" h="200660">
                  <a:moveTo>
                    <a:pt x="0" y="200160"/>
                  </a:moveTo>
                  <a:lnTo>
                    <a:pt x="184476" y="200160"/>
                  </a:lnTo>
                  <a:lnTo>
                    <a:pt x="184476" y="0"/>
                  </a:lnTo>
                  <a:lnTo>
                    <a:pt x="0" y="0"/>
                  </a:lnTo>
                  <a:lnTo>
                    <a:pt x="0" y="200160"/>
                  </a:lnTo>
                  <a:close/>
                </a:path>
              </a:pathLst>
            </a:custGeom>
            <a:ln w="37589">
              <a:solidFill>
                <a:srgbClr val="000000"/>
              </a:solidFill>
            </a:ln>
          </p:spPr>
          <p:txBody>
            <a:bodyPr wrap="square" lIns="0" tIns="0" rIns="0" bIns="0" rtlCol="0"/>
            <a:lstStyle/>
            <a:p/>
          </p:txBody>
        </p:sp>
        <p:sp>
          <p:nvSpPr>
            <p:cNvPr id="92" name="object 92"/>
            <p:cNvSpPr/>
            <p:nvPr/>
          </p:nvSpPr>
          <p:spPr>
            <a:xfrm>
              <a:off x="4701997" y="3506009"/>
              <a:ext cx="184785" cy="200660"/>
            </a:xfrm>
            <a:custGeom>
              <a:avLst/>
              <a:gdLst/>
              <a:ahLst/>
              <a:cxnLst/>
              <a:rect l="l" t="t" r="r" b="b"/>
              <a:pathLst>
                <a:path w="184785" h="200660">
                  <a:moveTo>
                    <a:pt x="184476" y="0"/>
                  </a:moveTo>
                  <a:lnTo>
                    <a:pt x="0" y="0"/>
                  </a:lnTo>
                  <a:lnTo>
                    <a:pt x="0" y="200155"/>
                  </a:lnTo>
                  <a:lnTo>
                    <a:pt x="184476" y="200155"/>
                  </a:lnTo>
                  <a:lnTo>
                    <a:pt x="184476" y="0"/>
                  </a:lnTo>
                  <a:close/>
                </a:path>
              </a:pathLst>
            </a:custGeom>
            <a:solidFill>
              <a:srgbClr val="C05046"/>
            </a:solidFill>
          </p:spPr>
          <p:txBody>
            <a:bodyPr wrap="square" lIns="0" tIns="0" rIns="0" bIns="0" rtlCol="0"/>
            <a:lstStyle/>
            <a:p/>
          </p:txBody>
        </p:sp>
        <p:sp>
          <p:nvSpPr>
            <p:cNvPr id="93" name="object 93"/>
            <p:cNvSpPr/>
            <p:nvPr/>
          </p:nvSpPr>
          <p:spPr>
            <a:xfrm>
              <a:off x="4701990" y="3506016"/>
              <a:ext cx="184785" cy="200660"/>
            </a:xfrm>
            <a:custGeom>
              <a:avLst/>
              <a:gdLst/>
              <a:ahLst/>
              <a:cxnLst/>
              <a:rect l="l" t="t" r="r" b="b"/>
              <a:pathLst>
                <a:path w="184785" h="200660">
                  <a:moveTo>
                    <a:pt x="0" y="200155"/>
                  </a:moveTo>
                  <a:lnTo>
                    <a:pt x="184476" y="200155"/>
                  </a:lnTo>
                  <a:lnTo>
                    <a:pt x="184476" y="0"/>
                  </a:lnTo>
                  <a:lnTo>
                    <a:pt x="0" y="0"/>
                  </a:lnTo>
                  <a:lnTo>
                    <a:pt x="0" y="200155"/>
                  </a:lnTo>
                  <a:close/>
                </a:path>
              </a:pathLst>
            </a:custGeom>
            <a:ln w="37589">
              <a:solidFill>
                <a:srgbClr val="000000"/>
              </a:solidFill>
            </a:ln>
          </p:spPr>
          <p:txBody>
            <a:bodyPr wrap="square" lIns="0" tIns="0" rIns="0" bIns="0" rtlCol="0"/>
            <a:lstStyle/>
            <a:p/>
          </p:txBody>
        </p:sp>
        <p:sp>
          <p:nvSpPr>
            <p:cNvPr id="94" name="object 94"/>
            <p:cNvSpPr/>
            <p:nvPr/>
          </p:nvSpPr>
          <p:spPr>
            <a:xfrm>
              <a:off x="3935704" y="3506009"/>
              <a:ext cx="184785" cy="200660"/>
            </a:xfrm>
            <a:custGeom>
              <a:avLst/>
              <a:gdLst/>
              <a:ahLst/>
              <a:cxnLst/>
              <a:rect l="l" t="t" r="r" b="b"/>
              <a:pathLst>
                <a:path w="184785" h="200660">
                  <a:moveTo>
                    <a:pt x="184476" y="0"/>
                  </a:moveTo>
                  <a:lnTo>
                    <a:pt x="0" y="0"/>
                  </a:lnTo>
                  <a:lnTo>
                    <a:pt x="0" y="200155"/>
                  </a:lnTo>
                  <a:lnTo>
                    <a:pt x="184476" y="200155"/>
                  </a:lnTo>
                  <a:lnTo>
                    <a:pt x="184476" y="0"/>
                  </a:lnTo>
                  <a:close/>
                </a:path>
              </a:pathLst>
            </a:custGeom>
            <a:solidFill>
              <a:srgbClr val="C05046"/>
            </a:solidFill>
          </p:spPr>
          <p:txBody>
            <a:bodyPr wrap="square" lIns="0" tIns="0" rIns="0" bIns="0" rtlCol="0"/>
            <a:lstStyle/>
            <a:p/>
          </p:txBody>
        </p:sp>
        <p:sp>
          <p:nvSpPr>
            <p:cNvPr id="95" name="object 95"/>
            <p:cNvSpPr/>
            <p:nvPr/>
          </p:nvSpPr>
          <p:spPr>
            <a:xfrm>
              <a:off x="3935699" y="3506016"/>
              <a:ext cx="184785" cy="200660"/>
            </a:xfrm>
            <a:custGeom>
              <a:avLst/>
              <a:gdLst/>
              <a:ahLst/>
              <a:cxnLst/>
              <a:rect l="l" t="t" r="r" b="b"/>
              <a:pathLst>
                <a:path w="184785" h="200660">
                  <a:moveTo>
                    <a:pt x="0" y="200155"/>
                  </a:moveTo>
                  <a:lnTo>
                    <a:pt x="184476" y="200155"/>
                  </a:lnTo>
                  <a:lnTo>
                    <a:pt x="184476" y="0"/>
                  </a:lnTo>
                  <a:lnTo>
                    <a:pt x="0" y="0"/>
                  </a:lnTo>
                  <a:lnTo>
                    <a:pt x="0" y="200155"/>
                  </a:lnTo>
                  <a:close/>
                </a:path>
              </a:pathLst>
            </a:custGeom>
            <a:ln w="37589">
              <a:solidFill>
                <a:srgbClr val="000000"/>
              </a:solidFill>
            </a:ln>
          </p:spPr>
          <p:txBody>
            <a:bodyPr wrap="square" lIns="0" tIns="0" rIns="0" bIns="0" rtlCol="0"/>
            <a:lstStyle/>
            <a:p/>
          </p:txBody>
        </p:sp>
        <p:sp>
          <p:nvSpPr>
            <p:cNvPr id="96" name="object 96"/>
            <p:cNvSpPr/>
            <p:nvPr/>
          </p:nvSpPr>
          <p:spPr>
            <a:xfrm>
              <a:off x="5070944" y="3506009"/>
              <a:ext cx="184785" cy="200660"/>
            </a:xfrm>
            <a:custGeom>
              <a:avLst/>
              <a:gdLst/>
              <a:ahLst/>
              <a:cxnLst/>
              <a:rect l="l" t="t" r="r" b="b"/>
              <a:pathLst>
                <a:path w="184785" h="200660">
                  <a:moveTo>
                    <a:pt x="184476" y="0"/>
                  </a:moveTo>
                  <a:lnTo>
                    <a:pt x="0" y="0"/>
                  </a:lnTo>
                  <a:lnTo>
                    <a:pt x="0" y="200155"/>
                  </a:lnTo>
                  <a:lnTo>
                    <a:pt x="184476" y="200155"/>
                  </a:lnTo>
                  <a:lnTo>
                    <a:pt x="184476" y="0"/>
                  </a:lnTo>
                  <a:close/>
                </a:path>
              </a:pathLst>
            </a:custGeom>
            <a:solidFill>
              <a:srgbClr val="C05046"/>
            </a:solidFill>
          </p:spPr>
          <p:txBody>
            <a:bodyPr wrap="square" lIns="0" tIns="0" rIns="0" bIns="0" rtlCol="0"/>
            <a:lstStyle/>
            <a:p/>
          </p:txBody>
        </p:sp>
        <p:sp>
          <p:nvSpPr>
            <p:cNvPr id="97" name="object 97"/>
            <p:cNvSpPr/>
            <p:nvPr/>
          </p:nvSpPr>
          <p:spPr>
            <a:xfrm>
              <a:off x="5070943" y="3506016"/>
              <a:ext cx="184785" cy="200660"/>
            </a:xfrm>
            <a:custGeom>
              <a:avLst/>
              <a:gdLst/>
              <a:ahLst/>
              <a:cxnLst/>
              <a:rect l="l" t="t" r="r" b="b"/>
              <a:pathLst>
                <a:path w="184785" h="200660">
                  <a:moveTo>
                    <a:pt x="0" y="200155"/>
                  </a:moveTo>
                  <a:lnTo>
                    <a:pt x="184476" y="200155"/>
                  </a:lnTo>
                  <a:lnTo>
                    <a:pt x="184476" y="0"/>
                  </a:lnTo>
                  <a:lnTo>
                    <a:pt x="0" y="0"/>
                  </a:lnTo>
                  <a:lnTo>
                    <a:pt x="0" y="200155"/>
                  </a:lnTo>
                  <a:close/>
                </a:path>
              </a:pathLst>
            </a:custGeom>
            <a:ln w="37589">
              <a:solidFill>
                <a:srgbClr val="000000"/>
              </a:solidFill>
            </a:ln>
          </p:spPr>
          <p:txBody>
            <a:bodyPr wrap="square" lIns="0" tIns="0" rIns="0" bIns="0" rtlCol="0"/>
            <a:lstStyle/>
            <a:p/>
          </p:txBody>
        </p:sp>
      </p:gr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184525" cy="604520"/>
          </a:xfrm>
          <a:prstGeom prst="rect">
            <a:avLst/>
          </a:prstGeom>
        </p:spPr>
        <p:txBody>
          <a:bodyPr vert="horz" wrap="square" lIns="0" tIns="12700" rIns="0" bIns="0" rtlCol="0">
            <a:spAutoFit/>
          </a:bodyPr>
          <a:lstStyle/>
          <a:p>
            <a:pPr marL="12700">
              <a:lnSpc>
                <a:spcPct val="100000"/>
              </a:lnSpc>
              <a:spcBef>
                <a:spcPts val="100"/>
              </a:spcBef>
            </a:pPr>
            <a:r>
              <a:rPr dirty="0"/>
              <a:t>BIST</a:t>
            </a:r>
            <a:r>
              <a:rPr spc="-25" dirty="0"/>
              <a:t> 修复功能</a:t>
            </a:r>
            <a:endParaRPr spc="-25" dirty="0"/>
          </a:p>
        </p:txBody>
      </p:sp>
      <p:grpSp>
        <p:nvGrpSpPr>
          <p:cNvPr id="3" name="object 3"/>
          <p:cNvGrpSpPr/>
          <p:nvPr/>
        </p:nvGrpSpPr>
        <p:grpSpPr>
          <a:xfrm>
            <a:off x="6431136" y="1411833"/>
            <a:ext cx="2600960" cy="4361180"/>
            <a:chOff x="6431136" y="1411833"/>
            <a:chExt cx="2600960" cy="4361180"/>
          </a:xfrm>
        </p:grpSpPr>
        <p:sp>
          <p:nvSpPr>
            <p:cNvPr id="4" name="object 4"/>
            <p:cNvSpPr/>
            <p:nvPr/>
          </p:nvSpPr>
          <p:spPr>
            <a:xfrm>
              <a:off x="6452311" y="1433016"/>
              <a:ext cx="2126615" cy="4318635"/>
            </a:xfrm>
            <a:custGeom>
              <a:avLst/>
              <a:gdLst/>
              <a:ahLst/>
              <a:cxnLst/>
              <a:rect l="l" t="t" r="r" b="b"/>
              <a:pathLst>
                <a:path w="2126615" h="4318635">
                  <a:moveTo>
                    <a:pt x="639533" y="0"/>
                  </a:moveTo>
                  <a:lnTo>
                    <a:pt x="0" y="0"/>
                  </a:lnTo>
                  <a:lnTo>
                    <a:pt x="0" y="4318228"/>
                  </a:lnTo>
                  <a:lnTo>
                    <a:pt x="639533" y="4318228"/>
                  </a:lnTo>
                  <a:lnTo>
                    <a:pt x="639533" y="0"/>
                  </a:lnTo>
                  <a:close/>
                </a:path>
                <a:path w="2126615" h="4318635">
                  <a:moveTo>
                    <a:pt x="1702714" y="0"/>
                  </a:moveTo>
                  <a:lnTo>
                    <a:pt x="847369" y="0"/>
                  </a:lnTo>
                  <a:lnTo>
                    <a:pt x="847369" y="4318228"/>
                  </a:lnTo>
                  <a:lnTo>
                    <a:pt x="1702714" y="4318228"/>
                  </a:lnTo>
                  <a:lnTo>
                    <a:pt x="1702714" y="0"/>
                  </a:lnTo>
                  <a:close/>
                </a:path>
                <a:path w="2126615" h="4318635">
                  <a:moveTo>
                    <a:pt x="2126411" y="0"/>
                  </a:moveTo>
                  <a:lnTo>
                    <a:pt x="1910549" y="0"/>
                  </a:lnTo>
                  <a:lnTo>
                    <a:pt x="1910549" y="4318228"/>
                  </a:lnTo>
                  <a:lnTo>
                    <a:pt x="2126411" y="4318228"/>
                  </a:lnTo>
                  <a:lnTo>
                    <a:pt x="2126411" y="0"/>
                  </a:lnTo>
                  <a:close/>
                </a:path>
              </a:pathLst>
            </a:custGeom>
            <a:solidFill>
              <a:srgbClr val="92CDDC"/>
            </a:solidFill>
          </p:spPr>
          <p:txBody>
            <a:bodyPr wrap="square" lIns="0" tIns="0" rIns="0" bIns="0" rtlCol="0"/>
            <a:lstStyle/>
            <a:p/>
          </p:txBody>
        </p:sp>
        <p:sp>
          <p:nvSpPr>
            <p:cNvPr id="5" name="object 5"/>
            <p:cNvSpPr/>
            <p:nvPr/>
          </p:nvSpPr>
          <p:spPr>
            <a:xfrm>
              <a:off x="6452309" y="1433006"/>
              <a:ext cx="2126615" cy="4318635"/>
            </a:xfrm>
            <a:custGeom>
              <a:avLst/>
              <a:gdLst/>
              <a:ahLst/>
              <a:cxnLst/>
              <a:rect l="l" t="t" r="r" b="b"/>
              <a:pathLst>
                <a:path w="2126615" h="4318635">
                  <a:moveTo>
                    <a:pt x="0" y="4318231"/>
                  </a:moveTo>
                  <a:lnTo>
                    <a:pt x="2126415" y="4318231"/>
                  </a:lnTo>
                  <a:lnTo>
                    <a:pt x="2126415" y="0"/>
                  </a:lnTo>
                  <a:lnTo>
                    <a:pt x="0" y="0"/>
                  </a:lnTo>
                  <a:lnTo>
                    <a:pt x="0" y="4318231"/>
                  </a:lnTo>
                  <a:close/>
                </a:path>
              </a:pathLst>
            </a:custGeom>
            <a:ln w="42346">
              <a:solidFill>
                <a:srgbClr val="92CDDC"/>
              </a:solidFill>
            </a:ln>
          </p:spPr>
          <p:txBody>
            <a:bodyPr wrap="square" lIns="0" tIns="0" rIns="0" bIns="0" rtlCol="0"/>
            <a:lstStyle/>
            <a:p/>
          </p:txBody>
        </p:sp>
        <p:sp>
          <p:nvSpPr>
            <p:cNvPr id="6" name="object 6"/>
            <p:cNvSpPr/>
            <p:nvPr/>
          </p:nvSpPr>
          <p:spPr>
            <a:xfrm>
              <a:off x="8155026" y="1433016"/>
              <a:ext cx="208279" cy="4318635"/>
            </a:xfrm>
            <a:custGeom>
              <a:avLst/>
              <a:gdLst/>
              <a:ahLst/>
              <a:cxnLst/>
              <a:rect l="l" t="t" r="r" b="b"/>
              <a:pathLst>
                <a:path w="208279" h="4318635">
                  <a:moveTo>
                    <a:pt x="207835" y="2111883"/>
                  </a:moveTo>
                  <a:lnTo>
                    <a:pt x="0" y="2111883"/>
                  </a:lnTo>
                  <a:lnTo>
                    <a:pt x="0" y="4318228"/>
                  </a:lnTo>
                  <a:lnTo>
                    <a:pt x="207835" y="4318228"/>
                  </a:lnTo>
                  <a:lnTo>
                    <a:pt x="207835" y="2111883"/>
                  </a:lnTo>
                  <a:close/>
                </a:path>
                <a:path w="208279" h="4318635">
                  <a:moveTo>
                    <a:pt x="207835" y="615353"/>
                  </a:moveTo>
                  <a:lnTo>
                    <a:pt x="0" y="615353"/>
                  </a:lnTo>
                  <a:lnTo>
                    <a:pt x="0" y="1886381"/>
                  </a:lnTo>
                  <a:lnTo>
                    <a:pt x="207835" y="1886381"/>
                  </a:lnTo>
                  <a:lnTo>
                    <a:pt x="207835" y="615353"/>
                  </a:lnTo>
                  <a:close/>
                </a:path>
                <a:path w="208279" h="4318635">
                  <a:moveTo>
                    <a:pt x="207835" y="0"/>
                  </a:moveTo>
                  <a:lnTo>
                    <a:pt x="0" y="0"/>
                  </a:lnTo>
                  <a:lnTo>
                    <a:pt x="0" y="389851"/>
                  </a:lnTo>
                  <a:lnTo>
                    <a:pt x="207835" y="389851"/>
                  </a:lnTo>
                  <a:lnTo>
                    <a:pt x="207835" y="0"/>
                  </a:lnTo>
                  <a:close/>
                </a:path>
              </a:pathLst>
            </a:custGeom>
            <a:solidFill>
              <a:srgbClr val="C4D6A0"/>
            </a:solidFill>
          </p:spPr>
          <p:txBody>
            <a:bodyPr wrap="square" lIns="0" tIns="0" rIns="0" bIns="0" rtlCol="0"/>
            <a:lstStyle/>
            <a:p/>
          </p:txBody>
        </p:sp>
        <p:sp>
          <p:nvSpPr>
            <p:cNvPr id="7" name="object 7"/>
            <p:cNvSpPr/>
            <p:nvPr/>
          </p:nvSpPr>
          <p:spPr>
            <a:xfrm>
              <a:off x="8155032" y="1433006"/>
              <a:ext cx="208279" cy="4318635"/>
            </a:xfrm>
            <a:custGeom>
              <a:avLst/>
              <a:gdLst/>
              <a:ahLst/>
              <a:cxnLst/>
              <a:rect l="l" t="t" r="r" b="b"/>
              <a:pathLst>
                <a:path w="208279" h="4318635">
                  <a:moveTo>
                    <a:pt x="0" y="4318231"/>
                  </a:moveTo>
                  <a:lnTo>
                    <a:pt x="207841" y="4318231"/>
                  </a:lnTo>
                  <a:lnTo>
                    <a:pt x="207841" y="0"/>
                  </a:lnTo>
                  <a:lnTo>
                    <a:pt x="0" y="0"/>
                  </a:lnTo>
                  <a:lnTo>
                    <a:pt x="0" y="4318231"/>
                  </a:lnTo>
                  <a:close/>
                </a:path>
              </a:pathLst>
            </a:custGeom>
            <a:ln w="42343">
              <a:solidFill>
                <a:srgbClr val="000000"/>
              </a:solidFill>
            </a:ln>
          </p:spPr>
          <p:txBody>
            <a:bodyPr wrap="square" lIns="0" tIns="0" rIns="0" bIns="0" rtlCol="0"/>
            <a:lstStyle/>
            <a:p/>
          </p:txBody>
        </p:sp>
        <p:sp>
          <p:nvSpPr>
            <p:cNvPr id="8" name="object 8"/>
            <p:cNvSpPr/>
            <p:nvPr/>
          </p:nvSpPr>
          <p:spPr>
            <a:xfrm>
              <a:off x="8586736" y="1433009"/>
              <a:ext cx="208279" cy="4318635"/>
            </a:xfrm>
            <a:custGeom>
              <a:avLst/>
              <a:gdLst/>
              <a:ahLst/>
              <a:cxnLst/>
              <a:rect l="l" t="t" r="r" b="b"/>
              <a:pathLst>
                <a:path w="208279" h="4318635">
                  <a:moveTo>
                    <a:pt x="207841" y="0"/>
                  </a:moveTo>
                  <a:lnTo>
                    <a:pt x="0" y="0"/>
                  </a:lnTo>
                  <a:lnTo>
                    <a:pt x="0" y="4318228"/>
                  </a:lnTo>
                  <a:lnTo>
                    <a:pt x="207841" y="4318228"/>
                  </a:lnTo>
                  <a:lnTo>
                    <a:pt x="207841" y="0"/>
                  </a:lnTo>
                  <a:close/>
                </a:path>
              </a:pathLst>
            </a:custGeom>
            <a:solidFill>
              <a:srgbClr val="BFBFBF"/>
            </a:solidFill>
          </p:spPr>
          <p:txBody>
            <a:bodyPr wrap="square" lIns="0" tIns="0" rIns="0" bIns="0" rtlCol="0"/>
            <a:lstStyle/>
            <a:p/>
          </p:txBody>
        </p:sp>
        <p:sp>
          <p:nvSpPr>
            <p:cNvPr id="9" name="object 9"/>
            <p:cNvSpPr/>
            <p:nvPr/>
          </p:nvSpPr>
          <p:spPr>
            <a:xfrm>
              <a:off x="8586734" y="1433006"/>
              <a:ext cx="208279" cy="4318635"/>
            </a:xfrm>
            <a:custGeom>
              <a:avLst/>
              <a:gdLst/>
              <a:ahLst/>
              <a:cxnLst/>
              <a:rect l="l" t="t" r="r" b="b"/>
              <a:pathLst>
                <a:path w="208279" h="4318635">
                  <a:moveTo>
                    <a:pt x="0" y="4318231"/>
                  </a:moveTo>
                  <a:lnTo>
                    <a:pt x="207841" y="4318231"/>
                  </a:lnTo>
                  <a:lnTo>
                    <a:pt x="207841" y="0"/>
                  </a:lnTo>
                  <a:lnTo>
                    <a:pt x="0" y="0"/>
                  </a:lnTo>
                  <a:lnTo>
                    <a:pt x="0" y="4318231"/>
                  </a:lnTo>
                  <a:close/>
                </a:path>
              </a:pathLst>
            </a:custGeom>
            <a:ln w="42343">
              <a:solidFill>
                <a:srgbClr val="000000"/>
              </a:solidFill>
            </a:ln>
          </p:spPr>
          <p:txBody>
            <a:bodyPr wrap="square" lIns="0" tIns="0" rIns="0" bIns="0" rtlCol="0"/>
            <a:lstStyle/>
            <a:p/>
          </p:txBody>
        </p:sp>
        <p:sp>
          <p:nvSpPr>
            <p:cNvPr id="10" name="object 10"/>
            <p:cNvSpPr/>
            <p:nvPr/>
          </p:nvSpPr>
          <p:spPr>
            <a:xfrm>
              <a:off x="8802585" y="1433009"/>
              <a:ext cx="208279" cy="4318635"/>
            </a:xfrm>
            <a:custGeom>
              <a:avLst/>
              <a:gdLst/>
              <a:ahLst/>
              <a:cxnLst/>
              <a:rect l="l" t="t" r="r" b="b"/>
              <a:pathLst>
                <a:path w="208279" h="4318635">
                  <a:moveTo>
                    <a:pt x="207841" y="0"/>
                  </a:moveTo>
                  <a:lnTo>
                    <a:pt x="0" y="0"/>
                  </a:lnTo>
                  <a:lnTo>
                    <a:pt x="0" y="4318228"/>
                  </a:lnTo>
                  <a:lnTo>
                    <a:pt x="207841" y="4318228"/>
                  </a:lnTo>
                  <a:lnTo>
                    <a:pt x="207841" y="0"/>
                  </a:lnTo>
                  <a:close/>
                </a:path>
              </a:pathLst>
            </a:custGeom>
            <a:solidFill>
              <a:srgbClr val="BFBFBF"/>
            </a:solidFill>
          </p:spPr>
          <p:txBody>
            <a:bodyPr wrap="square" lIns="0" tIns="0" rIns="0" bIns="0" rtlCol="0"/>
            <a:lstStyle/>
            <a:p/>
          </p:txBody>
        </p:sp>
        <p:sp>
          <p:nvSpPr>
            <p:cNvPr id="11" name="object 11"/>
            <p:cNvSpPr/>
            <p:nvPr/>
          </p:nvSpPr>
          <p:spPr>
            <a:xfrm>
              <a:off x="8802584" y="1433006"/>
              <a:ext cx="208279" cy="4318635"/>
            </a:xfrm>
            <a:custGeom>
              <a:avLst/>
              <a:gdLst/>
              <a:ahLst/>
              <a:cxnLst/>
              <a:rect l="l" t="t" r="r" b="b"/>
              <a:pathLst>
                <a:path w="208279" h="4318635">
                  <a:moveTo>
                    <a:pt x="0" y="4318231"/>
                  </a:moveTo>
                  <a:lnTo>
                    <a:pt x="207841" y="4318231"/>
                  </a:lnTo>
                  <a:lnTo>
                    <a:pt x="207841" y="0"/>
                  </a:lnTo>
                  <a:lnTo>
                    <a:pt x="0" y="0"/>
                  </a:lnTo>
                  <a:lnTo>
                    <a:pt x="0" y="4318231"/>
                  </a:lnTo>
                  <a:close/>
                </a:path>
              </a:pathLst>
            </a:custGeom>
            <a:ln w="42343">
              <a:solidFill>
                <a:srgbClr val="000000"/>
              </a:solidFill>
            </a:ln>
          </p:spPr>
          <p:txBody>
            <a:bodyPr wrap="square" lIns="0" tIns="0" rIns="0" bIns="0" rtlCol="0"/>
            <a:lstStyle/>
            <a:p/>
          </p:txBody>
        </p:sp>
        <p:sp>
          <p:nvSpPr>
            <p:cNvPr id="12" name="object 12"/>
            <p:cNvSpPr/>
            <p:nvPr/>
          </p:nvSpPr>
          <p:spPr>
            <a:xfrm>
              <a:off x="6452311" y="1433009"/>
              <a:ext cx="208279" cy="4318635"/>
            </a:xfrm>
            <a:custGeom>
              <a:avLst/>
              <a:gdLst/>
              <a:ahLst/>
              <a:cxnLst/>
              <a:rect l="l" t="t" r="r" b="b"/>
              <a:pathLst>
                <a:path w="208279" h="4318635">
                  <a:moveTo>
                    <a:pt x="207841" y="0"/>
                  </a:moveTo>
                  <a:lnTo>
                    <a:pt x="0" y="0"/>
                  </a:lnTo>
                  <a:lnTo>
                    <a:pt x="0" y="4318228"/>
                  </a:lnTo>
                  <a:lnTo>
                    <a:pt x="207841" y="4318228"/>
                  </a:lnTo>
                  <a:lnTo>
                    <a:pt x="207841" y="0"/>
                  </a:lnTo>
                  <a:close/>
                </a:path>
              </a:pathLst>
            </a:custGeom>
            <a:solidFill>
              <a:srgbClr val="92CDDC"/>
            </a:solidFill>
          </p:spPr>
          <p:txBody>
            <a:bodyPr wrap="square" lIns="0" tIns="0" rIns="0" bIns="0" rtlCol="0"/>
            <a:lstStyle/>
            <a:p/>
          </p:txBody>
        </p:sp>
        <p:sp>
          <p:nvSpPr>
            <p:cNvPr id="13" name="object 13"/>
            <p:cNvSpPr/>
            <p:nvPr/>
          </p:nvSpPr>
          <p:spPr>
            <a:xfrm>
              <a:off x="6452309" y="1433006"/>
              <a:ext cx="208279" cy="4318635"/>
            </a:xfrm>
            <a:custGeom>
              <a:avLst/>
              <a:gdLst/>
              <a:ahLst/>
              <a:cxnLst/>
              <a:rect l="l" t="t" r="r" b="b"/>
              <a:pathLst>
                <a:path w="208279" h="4318635">
                  <a:moveTo>
                    <a:pt x="0" y="4318231"/>
                  </a:moveTo>
                  <a:lnTo>
                    <a:pt x="207841" y="4318231"/>
                  </a:lnTo>
                  <a:lnTo>
                    <a:pt x="207841" y="0"/>
                  </a:lnTo>
                  <a:lnTo>
                    <a:pt x="0" y="0"/>
                  </a:lnTo>
                  <a:lnTo>
                    <a:pt x="0" y="4318231"/>
                  </a:lnTo>
                  <a:close/>
                </a:path>
              </a:pathLst>
            </a:custGeom>
            <a:ln w="42343">
              <a:solidFill>
                <a:srgbClr val="000000"/>
              </a:solidFill>
            </a:ln>
          </p:spPr>
          <p:txBody>
            <a:bodyPr wrap="square" lIns="0" tIns="0" rIns="0" bIns="0" rtlCol="0"/>
            <a:lstStyle/>
            <a:p/>
          </p:txBody>
        </p:sp>
        <p:sp>
          <p:nvSpPr>
            <p:cNvPr id="14" name="object 14"/>
            <p:cNvSpPr/>
            <p:nvPr/>
          </p:nvSpPr>
          <p:spPr>
            <a:xfrm>
              <a:off x="6668160" y="1433009"/>
              <a:ext cx="208279" cy="4318635"/>
            </a:xfrm>
            <a:custGeom>
              <a:avLst/>
              <a:gdLst/>
              <a:ahLst/>
              <a:cxnLst/>
              <a:rect l="l" t="t" r="r" b="b"/>
              <a:pathLst>
                <a:path w="208279" h="4318635">
                  <a:moveTo>
                    <a:pt x="207841" y="0"/>
                  </a:moveTo>
                  <a:lnTo>
                    <a:pt x="0" y="0"/>
                  </a:lnTo>
                  <a:lnTo>
                    <a:pt x="0" y="4318228"/>
                  </a:lnTo>
                  <a:lnTo>
                    <a:pt x="207841" y="4318228"/>
                  </a:lnTo>
                  <a:lnTo>
                    <a:pt x="207841" y="0"/>
                  </a:lnTo>
                  <a:close/>
                </a:path>
              </a:pathLst>
            </a:custGeom>
            <a:solidFill>
              <a:srgbClr val="92CDDC"/>
            </a:solidFill>
          </p:spPr>
          <p:txBody>
            <a:bodyPr wrap="square" lIns="0" tIns="0" rIns="0" bIns="0" rtlCol="0"/>
            <a:lstStyle/>
            <a:p/>
          </p:txBody>
        </p:sp>
        <p:sp>
          <p:nvSpPr>
            <p:cNvPr id="15" name="object 15"/>
            <p:cNvSpPr/>
            <p:nvPr/>
          </p:nvSpPr>
          <p:spPr>
            <a:xfrm>
              <a:off x="6668160" y="1433006"/>
              <a:ext cx="208279" cy="4318635"/>
            </a:xfrm>
            <a:custGeom>
              <a:avLst/>
              <a:gdLst/>
              <a:ahLst/>
              <a:cxnLst/>
              <a:rect l="l" t="t" r="r" b="b"/>
              <a:pathLst>
                <a:path w="208279" h="4318635">
                  <a:moveTo>
                    <a:pt x="0" y="4318231"/>
                  </a:moveTo>
                  <a:lnTo>
                    <a:pt x="207841" y="4318231"/>
                  </a:lnTo>
                  <a:lnTo>
                    <a:pt x="207841" y="0"/>
                  </a:lnTo>
                  <a:lnTo>
                    <a:pt x="0" y="0"/>
                  </a:lnTo>
                  <a:lnTo>
                    <a:pt x="0" y="4318231"/>
                  </a:lnTo>
                  <a:close/>
                </a:path>
              </a:pathLst>
            </a:custGeom>
            <a:ln w="42343">
              <a:solidFill>
                <a:srgbClr val="000000"/>
              </a:solidFill>
            </a:ln>
          </p:spPr>
          <p:txBody>
            <a:bodyPr wrap="square" lIns="0" tIns="0" rIns="0" bIns="0" rtlCol="0"/>
            <a:lstStyle/>
            <a:p/>
          </p:txBody>
        </p:sp>
        <p:sp>
          <p:nvSpPr>
            <p:cNvPr id="16" name="object 16"/>
            <p:cNvSpPr/>
            <p:nvPr/>
          </p:nvSpPr>
          <p:spPr>
            <a:xfrm>
              <a:off x="6875995" y="1433009"/>
              <a:ext cx="208279" cy="4318635"/>
            </a:xfrm>
            <a:custGeom>
              <a:avLst/>
              <a:gdLst/>
              <a:ahLst/>
              <a:cxnLst/>
              <a:rect l="l" t="t" r="r" b="b"/>
              <a:pathLst>
                <a:path w="208279" h="4318635">
                  <a:moveTo>
                    <a:pt x="207841" y="0"/>
                  </a:moveTo>
                  <a:lnTo>
                    <a:pt x="0" y="0"/>
                  </a:lnTo>
                  <a:lnTo>
                    <a:pt x="0" y="4318228"/>
                  </a:lnTo>
                  <a:lnTo>
                    <a:pt x="207841" y="4318228"/>
                  </a:lnTo>
                  <a:lnTo>
                    <a:pt x="207841" y="0"/>
                  </a:lnTo>
                  <a:close/>
                </a:path>
              </a:pathLst>
            </a:custGeom>
            <a:solidFill>
              <a:srgbClr val="92CDDC"/>
            </a:solidFill>
          </p:spPr>
          <p:txBody>
            <a:bodyPr wrap="square" lIns="0" tIns="0" rIns="0" bIns="0" rtlCol="0"/>
            <a:lstStyle/>
            <a:p/>
          </p:txBody>
        </p:sp>
        <p:sp>
          <p:nvSpPr>
            <p:cNvPr id="17" name="object 17"/>
            <p:cNvSpPr/>
            <p:nvPr/>
          </p:nvSpPr>
          <p:spPr>
            <a:xfrm>
              <a:off x="6876002" y="1433006"/>
              <a:ext cx="208279" cy="4318635"/>
            </a:xfrm>
            <a:custGeom>
              <a:avLst/>
              <a:gdLst/>
              <a:ahLst/>
              <a:cxnLst/>
              <a:rect l="l" t="t" r="r" b="b"/>
              <a:pathLst>
                <a:path w="208279" h="4318635">
                  <a:moveTo>
                    <a:pt x="0" y="4318231"/>
                  </a:moveTo>
                  <a:lnTo>
                    <a:pt x="207841" y="4318231"/>
                  </a:lnTo>
                  <a:lnTo>
                    <a:pt x="207841" y="0"/>
                  </a:lnTo>
                  <a:lnTo>
                    <a:pt x="0" y="0"/>
                  </a:lnTo>
                  <a:lnTo>
                    <a:pt x="0" y="4318231"/>
                  </a:lnTo>
                  <a:close/>
                </a:path>
              </a:pathLst>
            </a:custGeom>
            <a:ln w="42343">
              <a:solidFill>
                <a:srgbClr val="000000"/>
              </a:solidFill>
            </a:ln>
          </p:spPr>
          <p:txBody>
            <a:bodyPr wrap="square" lIns="0" tIns="0" rIns="0" bIns="0" rtlCol="0"/>
            <a:lstStyle/>
            <a:p/>
          </p:txBody>
        </p:sp>
        <p:sp>
          <p:nvSpPr>
            <p:cNvPr id="18" name="object 18"/>
            <p:cNvSpPr/>
            <p:nvPr/>
          </p:nvSpPr>
          <p:spPr>
            <a:xfrm>
              <a:off x="7091845" y="1433016"/>
              <a:ext cx="208279" cy="4318635"/>
            </a:xfrm>
            <a:custGeom>
              <a:avLst/>
              <a:gdLst/>
              <a:ahLst/>
              <a:cxnLst/>
              <a:rect l="l" t="t" r="r" b="b"/>
              <a:pathLst>
                <a:path w="208279" h="4318635">
                  <a:moveTo>
                    <a:pt x="207835" y="635723"/>
                  </a:moveTo>
                  <a:lnTo>
                    <a:pt x="0" y="635723"/>
                  </a:lnTo>
                  <a:lnTo>
                    <a:pt x="0" y="4318228"/>
                  </a:lnTo>
                  <a:lnTo>
                    <a:pt x="207835" y="4318228"/>
                  </a:lnTo>
                  <a:lnTo>
                    <a:pt x="207835" y="635723"/>
                  </a:lnTo>
                  <a:close/>
                </a:path>
                <a:path w="208279" h="4318635">
                  <a:moveTo>
                    <a:pt x="207835" y="0"/>
                  </a:moveTo>
                  <a:lnTo>
                    <a:pt x="0" y="0"/>
                  </a:lnTo>
                  <a:lnTo>
                    <a:pt x="0" y="410222"/>
                  </a:lnTo>
                  <a:lnTo>
                    <a:pt x="207835" y="410222"/>
                  </a:lnTo>
                  <a:lnTo>
                    <a:pt x="207835" y="0"/>
                  </a:lnTo>
                  <a:close/>
                </a:path>
              </a:pathLst>
            </a:custGeom>
            <a:solidFill>
              <a:srgbClr val="C4D6A0"/>
            </a:solidFill>
          </p:spPr>
          <p:txBody>
            <a:bodyPr wrap="square" lIns="0" tIns="0" rIns="0" bIns="0" rtlCol="0"/>
            <a:lstStyle/>
            <a:p/>
          </p:txBody>
        </p:sp>
        <p:sp>
          <p:nvSpPr>
            <p:cNvPr id="19" name="object 19"/>
            <p:cNvSpPr/>
            <p:nvPr/>
          </p:nvSpPr>
          <p:spPr>
            <a:xfrm>
              <a:off x="7091852" y="1433006"/>
              <a:ext cx="208279" cy="4318635"/>
            </a:xfrm>
            <a:custGeom>
              <a:avLst/>
              <a:gdLst/>
              <a:ahLst/>
              <a:cxnLst/>
              <a:rect l="l" t="t" r="r" b="b"/>
              <a:pathLst>
                <a:path w="208279" h="4318635">
                  <a:moveTo>
                    <a:pt x="0" y="4318231"/>
                  </a:moveTo>
                  <a:lnTo>
                    <a:pt x="207841" y="4318231"/>
                  </a:lnTo>
                  <a:lnTo>
                    <a:pt x="207841" y="0"/>
                  </a:lnTo>
                  <a:lnTo>
                    <a:pt x="0" y="0"/>
                  </a:lnTo>
                  <a:lnTo>
                    <a:pt x="0" y="4318231"/>
                  </a:lnTo>
                  <a:close/>
                </a:path>
              </a:pathLst>
            </a:custGeom>
            <a:ln w="42343">
              <a:solidFill>
                <a:srgbClr val="000000"/>
              </a:solidFill>
            </a:ln>
          </p:spPr>
          <p:txBody>
            <a:bodyPr wrap="square" lIns="0" tIns="0" rIns="0" bIns="0" rtlCol="0"/>
            <a:lstStyle/>
            <a:p/>
          </p:txBody>
        </p:sp>
        <p:sp>
          <p:nvSpPr>
            <p:cNvPr id="20" name="object 20"/>
            <p:cNvSpPr/>
            <p:nvPr/>
          </p:nvSpPr>
          <p:spPr>
            <a:xfrm>
              <a:off x="7303693" y="1433009"/>
              <a:ext cx="208279" cy="4318635"/>
            </a:xfrm>
            <a:custGeom>
              <a:avLst/>
              <a:gdLst/>
              <a:ahLst/>
              <a:cxnLst/>
              <a:rect l="l" t="t" r="r" b="b"/>
              <a:pathLst>
                <a:path w="208279" h="4318635">
                  <a:moveTo>
                    <a:pt x="207841" y="0"/>
                  </a:moveTo>
                  <a:lnTo>
                    <a:pt x="0" y="0"/>
                  </a:lnTo>
                  <a:lnTo>
                    <a:pt x="0" y="4318228"/>
                  </a:lnTo>
                  <a:lnTo>
                    <a:pt x="207841" y="4318228"/>
                  </a:lnTo>
                  <a:lnTo>
                    <a:pt x="207841" y="0"/>
                  </a:lnTo>
                  <a:close/>
                </a:path>
              </a:pathLst>
            </a:custGeom>
            <a:solidFill>
              <a:srgbClr val="92CDDC"/>
            </a:solidFill>
          </p:spPr>
          <p:txBody>
            <a:bodyPr wrap="square" lIns="0" tIns="0" rIns="0" bIns="0" rtlCol="0"/>
            <a:lstStyle/>
            <a:p/>
          </p:txBody>
        </p:sp>
        <p:sp>
          <p:nvSpPr>
            <p:cNvPr id="21" name="object 21"/>
            <p:cNvSpPr/>
            <p:nvPr/>
          </p:nvSpPr>
          <p:spPr>
            <a:xfrm>
              <a:off x="7303699" y="1433006"/>
              <a:ext cx="208279" cy="4318635"/>
            </a:xfrm>
            <a:custGeom>
              <a:avLst/>
              <a:gdLst/>
              <a:ahLst/>
              <a:cxnLst/>
              <a:rect l="l" t="t" r="r" b="b"/>
              <a:pathLst>
                <a:path w="208279" h="4318635">
                  <a:moveTo>
                    <a:pt x="0" y="4318231"/>
                  </a:moveTo>
                  <a:lnTo>
                    <a:pt x="207841" y="4318231"/>
                  </a:lnTo>
                  <a:lnTo>
                    <a:pt x="207841" y="0"/>
                  </a:lnTo>
                  <a:lnTo>
                    <a:pt x="0" y="0"/>
                  </a:lnTo>
                  <a:lnTo>
                    <a:pt x="0" y="4318231"/>
                  </a:lnTo>
                  <a:close/>
                </a:path>
              </a:pathLst>
            </a:custGeom>
            <a:ln w="42343">
              <a:solidFill>
                <a:srgbClr val="000000"/>
              </a:solidFill>
            </a:ln>
          </p:spPr>
          <p:txBody>
            <a:bodyPr wrap="square" lIns="0" tIns="0" rIns="0" bIns="0" rtlCol="0"/>
            <a:lstStyle/>
            <a:p/>
          </p:txBody>
        </p:sp>
        <p:sp>
          <p:nvSpPr>
            <p:cNvPr id="22" name="object 22"/>
            <p:cNvSpPr/>
            <p:nvPr/>
          </p:nvSpPr>
          <p:spPr>
            <a:xfrm>
              <a:off x="7519492" y="1433009"/>
              <a:ext cx="208279" cy="4318635"/>
            </a:xfrm>
            <a:custGeom>
              <a:avLst/>
              <a:gdLst/>
              <a:ahLst/>
              <a:cxnLst/>
              <a:rect l="l" t="t" r="r" b="b"/>
              <a:pathLst>
                <a:path w="208279" h="4318635">
                  <a:moveTo>
                    <a:pt x="207841" y="0"/>
                  </a:moveTo>
                  <a:lnTo>
                    <a:pt x="0" y="0"/>
                  </a:lnTo>
                  <a:lnTo>
                    <a:pt x="0" y="4318228"/>
                  </a:lnTo>
                  <a:lnTo>
                    <a:pt x="207841" y="4318228"/>
                  </a:lnTo>
                  <a:lnTo>
                    <a:pt x="207841" y="0"/>
                  </a:lnTo>
                  <a:close/>
                </a:path>
              </a:pathLst>
            </a:custGeom>
            <a:solidFill>
              <a:srgbClr val="92CDDC"/>
            </a:solidFill>
          </p:spPr>
          <p:txBody>
            <a:bodyPr wrap="square" lIns="0" tIns="0" rIns="0" bIns="0" rtlCol="0"/>
            <a:lstStyle/>
            <a:p/>
          </p:txBody>
        </p:sp>
        <p:sp>
          <p:nvSpPr>
            <p:cNvPr id="23" name="object 23"/>
            <p:cNvSpPr/>
            <p:nvPr/>
          </p:nvSpPr>
          <p:spPr>
            <a:xfrm>
              <a:off x="7519493" y="1433006"/>
              <a:ext cx="208279" cy="4318635"/>
            </a:xfrm>
            <a:custGeom>
              <a:avLst/>
              <a:gdLst/>
              <a:ahLst/>
              <a:cxnLst/>
              <a:rect l="l" t="t" r="r" b="b"/>
              <a:pathLst>
                <a:path w="208279" h="4318635">
                  <a:moveTo>
                    <a:pt x="0" y="4318231"/>
                  </a:moveTo>
                  <a:lnTo>
                    <a:pt x="207841" y="4318231"/>
                  </a:lnTo>
                  <a:lnTo>
                    <a:pt x="207841" y="0"/>
                  </a:lnTo>
                  <a:lnTo>
                    <a:pt x="0" y="0"/>
                  </a:lnTo>
                  <a:lnTo>
                    <a:pt x="0" y="4318231"/>
                  </a:lnTo>
                  <a:close/>
                </a:path>
              </a:pathLst>
            </a:custGeom>
            <a:ln w="42343">
              <a:solidFill>
                <a:srgbClr val="000000"/>
              </a:solidFill>
            </a:ln>
          </p:spPr>
          <p:txBody>
            <a:bodyPr wrap="square" lIns="0" tIns="0" rIns="0" bIns="0" rtlCol="0"/>
            <a:lstStyle/>
            <a:p/>
          </p:txBody>
        </p:sp>
        <p:sp>
          <p:nvSpPr>
            <p:cNvPr id="24" name="object 24"/>
            <p:cNvSpPr/>
            <p:nvPr/>
          </p:nvSpPr>
          <p:spPr>
            <a:xfrm>
              <a:off x="7731340" y="1433009"/>
              <a:ext cx="208279" cy="4318635"/>
            </a:xfrm>
            <a:custGeom>
              <a:avLst/>
              <a:gdLst/>
              <a:ahLst/>
              <a:cxnLst/>
              <a:rect l="l" t="t" r="r" b="b"/>
              <a:pathLst>
                <a:path w="208279" h="4318635">
                  <a:moveTo>
                    <a:pt x="207841" y="0"/>
                  </a:moveTo>
                  <a:lnTo>
                    <a:pt x="0" y="0"/>
                  </a:lnTo>
                  <a:lnTo>
                    <a:pt x="0" y="4318228"/>
                  </a:lnTo>
                  <a:lnTo>
                    <a:pt x="207841" y="4318228"/>
                  </a:lnTo>
                  <a:lnTo>
                    <a:pt x="207841" y="0"/>
                  </a:lnTo>
                  <a:close/>
                </a:path>
              </a:pathLst>
            </a:custGeom>
            <a:solidFill>
              <a:srgbClr val="92CDDC"/>
            </a:solidFill>
          </p:spPr>
          <p:txBody>
            <a:bodyPr wrap="square" lIns="0" tIns="0" rIns="0" bIns="0" rtlCol="0"/>
            <a:lstStyle/>
            <a:p/>
          </p:txBody>
        </p:sp>
        <p:sp>
          <p:nvSpPr>
            <p:cNvPr id="25" name="object 25"/>
            <p:cNvSpPr/>
            <p:nvPr/>
          </p:nvSpPr>
          <p:spPr>
            <a:xfrm>
              <a:off x="7731339" y="1433006"/>
              <a:ext cx="208279" cy="4318635"/>
            </a:xfrm>
            <a:custGeom>
              <a:avLst/>
              <a:gdLst/>
              <a:ahLst/>
              <a:cxnLst/>
              <a:rect l="l" t="t" r="r" b="b"/>
              <a:pathLst>
                <a:path w="208279" h="4318635">
                  <a:moveTo>
                    <a:pt x="0" y="4318231"/>
                  </a:moveTo>
                  <a:lnTo>
                    <a:pt x="207841" y="4318231"/>
                  </a:lnTo>
                  <a:lnTo>
                    <a:pt x="207841" y="0"/>
                  </a:lnTo>
                  <a:lnTo>
                    <a:pt x="0" y="0"/>
                  </a:lnTo>
                  <a:lnTo>
                    <a:pt x="0" y="4318231"/>
                  </a:lnTo>
                  <a:close/>
                </a:path>
              </a:pathLst>
            </a:custGeom>
            <a:ln w="42343">
              <a:solidFill>
                <a:srgbClr val="000000"/>
              </a:solidFill>
            </a:ln>
          </p:spPr>
          <p:txBody>
            <a:bodyPr wrap="square" lIns="0" tIns="0" rIns="0" bIns="0" rtlCol="0"/>
            <a:lstStyle/>
            <a:p/>
          </p:txBody>
        </p:sp>
        <p:sp>
          <p:nvSpPr>
            <p:cNvPr id="26" name="object 26"/>
            <p:cNvSpPr/>
            <p:nvPr/>
          </p:nvSpPr>
          <p:spPr>
            <a:xfrm>
              <a:off x="7947190" y="1433009"/>
              <a:ext cx="208279" cy="4318635"/>
            </a:xfrm>
            <a:custGeom>
              <a:avLst/>
              <a:gdLst/>
              <a:ahLst/>
              <a:cxnLst/>
              <a:rect l="l" t="t" r="r" b="b"/>
              <a:pathLst>
                <a:path w="208279" h="4318635">
                  <a:moveTo>
                    <a:pt x="207841" y="0"/>
                  </a:moveTo>
                  <a:lnTo>
                    <a:pt x="0" y="0"/>
                  </a:lnTo>
                  <a:lnTo>
                    <a:pt x="0" y="4318228"/>
                  </a:lnTo>
                  <a:lnTo>
                    <a:pt x="207841" y="4318228"/>
                  </a:lnTo>
                  <a:lnTo>
                    <a:pt x="207841" y="0"/>
                  </a:lnTo>
                  <a:close/>
                </a:path>
              </a:pathLst>
            </a:custGeom>
            <a:solidFill>
              <a:srgbClr val="92CDDC"/>
            </a:solidFill>
          </p:spPr>
          <p:txBody>
            <a:bodyPr wrap="square" lIns="0" tIns="0" rIns="0" bIns="0" rtlCol="0"/>
            <a:lstStyle/>
            <a:p/>
          </p:txBody>
        </p:sp>
        <p:sp>
          <p:nvSpPr>
            <p:cNvPr id="27" name="object 27"/>
            <p:cNvSpPr/>
            <p:nvPr/>
          </p:nvSpPr>
          <p:spPr>
            <a:xfrm>
              <a:off x="7947190" y="1433006"/>
              <a:ext cx="208279" cy="4318635"/>
            </a:xfrm>
            <a:custGeom>
              <a:avLst/>
              <a:gdLst/>
              <a:ahLst/>
              <a:cxnLst/>
              <a:rect l="l" t="t" r="r" b="b"/>
              <a:pathLst>
                <a:path w="208279" h="4318635">
                  <a:moveTo>
                    <a:pt x="0" y="4318231"/>
                  </a:moveTo>
                  <a:lnTo>
                    <a:pt x="207841" y="4318231"/>
                  </a:lnTo>
                  <a:lnTo>
                    <a:pt x="207841" y="0"/>
                  </a:lnTo>
                  <a:lnTo>
                    <a:pt x="0" y="0"/>
                  </a:lnTo>
                  <a:lnTo>
                    <a:pt x="0" y="4318231"/>
                  </a:lnTo>
                  <a:close/>
                </a:path>
              </a:pathLst>
            </a:custGeom>
            <a:ln w="42343">
              <a:solidFill>
                <a:srgbClr val="000000"/>
              </a:solidFill>
            </a:ln>
          </p:spPr>
          <p:txBody>
            <a:bodyPr wrap="square" lIns="0" tIns="0" rIns="0" bIns="0" rtlCol="0"/>
            <a:lstStyle/>
            <a:p/>
          </p:txBody>
        </p:sp>
        <p:sp>
          <p:nvSpPr>
            <p:cNvPr id="28" name="object 28"/>
            <p:cNvSpPr/>
            <p:nvPr/>
          </p:nvSpPr>
          <p:spPr>
            <a:xfrm>
              <a:off x="8370874" y="1433009"/>
              <a:ext cx="208279" cy="4318635"/>
            </a:xfrm>
            <a:custGeom>
              <a:avLst/>
              <a:gdLst/>
              <a:ahLst/>
              <a:cxnLst/>
              <a:rect l="l" t="t" r="r" b="b"/>
              <a:pathLst>
                <a:path w="208279" h="4318635">
                  <a:moveTo>
                    <a:pt x="207841" y="0"/>
                  </a:moveTo>
                  <a:lnTo>
                    <a:pt x="0" y="0"/>
                  </a:lnTo>
                  <a:lnTo>
                    <a:pt x="0" y="4318228"/>
                  </a:lnTo>
                  <a:lnTo>
                    <a:pt x="207841" y="4318228"/>
                  </a:lnTo>
                  <a:lnTo>
                    <a:pt x="207841" y="0"/>
                  </a:lnTo>
                  <a:close/>
                </a:path>
              </a:pathLst>
            </a:custGeom>
            <a:solidFill>
              <a:srgbClr val="92CDDC"/>
            </a:solidFill>
          </p:spPr>
          <p:txBody>
            <a:bodyPr wrap="square" lIns="0" tIns="0" rIns="0" bIns="0" rtlCol="0"/>
            <a:lstStyle/>
            <a:p/>
          </p:txBody>
        </p:sp>
        <p:sp>
          <p:nvSpPr>
            <p:cNvPr id="29" name="object 29"/>
            <p:cNvSpPr/>
            <p:nvPr/>
          </p:nvSpPr>
          <p:spPr>
            <a:xfrm>
              <a:off x="6444751" y="1433006"/>
              <a:ext cx="2151380" cy="4318635"/>
            </a:xfrm>
            <a:custGeom>
              <a:avLst/>
              <a:gdLst/>
              <a:ahLst/>
              <a:cxnLst/>
              <a:rect l="l" t="t" r="r" b="b"/>
              <a:pathLst>
                <a:path w="2151379" h="4318635">
                  <a:moveTo>
                    <a:pt x="1926131" y="4318231"/>
                  </a:moveTo>
                  <a:lnTo>
                    <a:pt x="2133973" y="4318231"/>
                  </a:lnTo>
                  <a:lnTo>
                    <a:pt x="2133973" y="0"/>
                  </a:lnTo>
                  <a:lnTo>
                    <a:pt x="1926131" y="0"/>
                  </a:lnTo>
                  <a:lnTo>
                    <a:pt x="1926131" y="4318231"/>
                  </a:lnTo>
                  <a:close/>
                </a:path>
                <a:path w="2151379" h="4318635">
                  <a:moveTo>
                    <a:pt x="7557" y="199879"/>
                  </a:moveTo>
                  <a:lnTo>
                    <a:pt x="2143674" y="199879"/>
                  </a:lnTo>
                </a:path>
                <a:path w="2151379" h="4318635">
                  <a:moveTo>
                    <a:pt x="2086" y="399837"/>
                  </a:moveTo>
                  <a:lnTo>
                    <a:pt x="2138203" y="399837"/>
                  </a:lnTo>
                </a:path>
                <a:path w="2151379" h="4318635">
                  <a:moveTo>
                    <a:pt x="5471" y="619712"/>
                  </a:moveTo>
                  <a:lnTo>
                    <a:pt x="2141531" y="619712"/>
                  </a:lnTo>
                </a:path>
                <a:path w="2151379" h="4318635">
                  <a:moveTo>
                    <a:pt x="0" y="819671"/>
                  </a:moveTo>
                  <a:lnTo>
                    <a:pt x="2136060" y="819671"/>
                  </a:lnTo>
                </a:path>
                <a:path w="2151379" h="4318635">
                  <a:moveTo>
                    <a:pt x="15115" y="1039546"/>
                  </a:moveTo>
                  <a:lnTo>
                    <a:pt x="2151232" y="1039546"/>
                  </a:lnTo>
                </a:path>
                <a:path w="2151379" h="4318635">
                  <a:moveTo>
                    <a:pt x="9701" y="1239448"/>
                  </a:moveTo>
                  <a:lnTo>
                    <a:pt x="2145761" y="1239448"/>
                  </a:lnTo>
                </a:path>
                <a:path w="2151379" h="4318635">
                  <a:moveTo>
                    <a:pt x="13028" y="1459379"/>
                  </a:moveTo>
                  <a:lnTo>
                    <a:pt x="2149145" y="1459379"/>
                  </a:lnTo>
                </a:path>
                <a:path w="2151379" h="4318635">
                  <a:moveTo>
                    <a:pt x="7557" y="1659281"/>
                  </a:moveTo>
                  <a:lnTo>
                    <a:pt x="2143674" y="1659281"/>
                  </a:lnTo>
                </a:path>
                <a:path w="2151379" h="4318635">
                  <a:moveTo>
                    <a:pt x="15115" y="1879213"/>
                  </a:moveTo>
                  <a:lnTo>
                    <a:pt x="2151232" y="1879213"/>
                  </a:lnTo>
                </a:path>
              </a:pathLst>
            </a:custGeom>
            <a:ln w="42351">
              <a:solidFill>
                <a:srgbClr val="000000"/>
              </a:solidFill>
            </a:ln>
          </p:spPr>
          <p:txBody>
            <a:bodyPr wrap="square" lIns="0" tIns="0" rIns="0" bIns="0" rtlCol="0"/>
            <a:lstStyle/>
            <a:p/>
          </p:txBody>
        </p:sp>
        <p:sp>
          <p:nvSpPr>
            <p:cNvPr id="30" name="object 30"/>
            <p:cNvSpPr/>
            <p:nvPr/>
          </p:nvSpPr>
          <p:spPr>
            <a:xfrm>
              <a:off x="6454452" y="3512122"/>
              <a:ext cx="2136140" cy="0"/>
            </a:xfrm>
            <a:custGeom>
              <a:avLst/>
              <a:gdLst/>
              <a:ahLst/>
              <a:cxnLst/>
              <a:rect l="l" t="t" r="r" b="b"/>
              <a:pathLst>
                <a:path w="2136140">
                  <a:moveTo>
                    <a:pt x="0" y="0"/>
                  </a:moveTo>
                  <a:lnTo>
                    <a:pt x="628769" y="0"/>
                  </a:lnTo>
                </a:path>
                <a:path w="2136140">
                  <a:moveTo>
                    <a:pt x="836610" y="0"/>
                  </a:moveTo>
                  <a:lnTo>
                    <a:pt x="1060416" y="0"/>
                  </a:lnTo>
                </a:path>
                <a:path w="2136140">
                  <a:moveTo>
                    <a:pt x="1268258" y="0"/>
                  </a:moveTo>
                  <a:lnTo>
                    <a:pt x="1699950" y="0"/>
                  </a:lnTo>
                </a:path>
                <a:path w="2136140">
                  <a:moveTo>
                    <a:pt x="1907792" y="0"/>
                  </a:moveTo>
                  <a:lnTo>
                    <a:pt x="2136060" y="0"/>
                  </a:lnTo>
                </a:path>
              </a:pathLst>
            </a:custGeom>
            <a:ln w="42358">
              <a:solidFill>
                <a:srgbClr val="000000"/>
              </a:solidFill>
            </a:ln>
          </p:spPr>
          <p:txBody>
            <a:bodyPr wrap="square" lIns="0" tIns="0" rIns="0" bIns="0" rtlCol="0"/>
            <a:lstStyle/>
            <a:p/>
          </p:txBody>
        </p:sp>
        <p:sp>
          <p:nvSpPr>
            <p:cNvPr id="31" name="object 31"/>
            <p:cNvSpPr/>
            <p:nvPr/>
          </p:nvSpPr>
          <p:spPr>
            <a:xfrm>
              <a:off x="6443679" y="3732053"/>
              <a:ext cx="2152650" cy="1919605"/>
            </a:xfrm>
            <a:custGeom>
              <a:avLst/>
              <a:gdLst/>
              <a:ahLst/>
              <a:cxnLst/>
              <a:rect l="l" t="t" r="r" b="b"/>
              <a:pathLst>
                <a:path w="2152650" h="1919604">
                  <a:moveTo>
                    <a:pt x="14100" y="0"/>
                  </a:moveTo>
                  <a:lnTo>
                    <a:pt x="2150217" y="0"/>
                  </a:lnTo>
                </a:path>
                <a:path w="2152650" h="1919604">
                  <a:moveTo>
                    <a:pt x="8629" y="199901"/>
                  </a:moveTo>
                  <a:lnTo>
                    <a:pt x="2144746" y="199901"/>
                  </a:lnTo>
                </a:path>
                <a:path w="2152650" h="1919604">
                  <a:moveTo>
                    <a:pt x="16187" y="439806"/>
                  </a:moveTo>
                  <a:lnTo>
                    <a:pt x="2152304" y="439806"/>
                  </a:lnTo>
                </a:path>
                <a:path w="2152650" h="1919604">
                  <a:moveTo>
                    <a:pt x="10772" y="639765"/>
                  </a:moveTo>
                  <a:lnTo>
                    <a:pt x="2146833" y="639765"/>
                  </a:lnTo>
                </a:path>
                <a:path w="2152650" h="1919604">
                  <a:moveTo>
                    <a:pt x="14100" y="859640"/>
                  </a:moveTo>
                  <a:lnTo>
                    <a:pt x="2150217" y="859640"/>
                  </a:lnTo>
                </a:path>
                <a:path w="2152650" h="1919604">
                  <a:moveTo>
                    <a:pt x="8629" y="1059598"/>
                  </a:moveTo>
                  <a:lnTo>
                    <a:pt x="2144746" y="1059598"/>
                  </a:lnTo>
                </a:path>
                <a:path w="2152650" h="1919604">
                  <a:moveTo>
                    <a:pt x="7614" y="1299503"/>
                  </a:moveTo>
                  <a:lnTo>
                    <a:pt x="2143674" y="1299503"/>
                  </a:lnTo>
                </a:path>
                <a:path w="2152650" h="1919604">
                  <a:moveTo>
                    <a:pt x="2143" y="1499405"/>
                  </a:moveTo>
                  <a:lnTo>
                    <a:pt x="2138203" y="1499405"/>
                  </a:lnTo>
                </a:path>
                <a:path w="2152650" h="1919604">
                  <a:moveTo>
                    <a:pt x="5471" y="1719308"/>
                  </a:moveTo>
                  <a:lnTo>
                    <a:pt x="2141587" y="1719308"/>
                  </a:lnTo>
                </a:path>
                <a:path w="2152650" h="1919604">
                  <a:moveTo>
                    <a:pt x="0" y="1919227"/>
                  </a:moveTo>
                  <a:lnTo>
                    <a:pt x="2136116" y="1919227"/>
                  </a:lnTo>
                </a:path>
              </a:pathLst>
            </a:custGeom>
            <a:ln w="42351">
              <a:solidFill>
                <a:srgbClr val="000000"/>
              </a:solidFill>
            </a:ln>
          </p:spPr>
          <p:txBody>
            <a:bodyPr wrap="square" lIns="0" tIns="0" rIns="0" bIns="0" rtlCol="0"/>
            <a:lstStyle/>
            <a:p/>
          </p:txBody>
        </p:sp>
        <p:sp>
          <p:nvSpPr>
            <p:cNvPr id="32" name="object 32"/>
            <p:cNvSpPr/>
            <p:nvPr/>
          </p:nvSpPr>
          <p:spPr>
            <a:xfrm>
              <a:off x="7083221" y="3319393"/>
              <a:ext cx="208279" cy="226060"/>
            </a:xfrm>
            <a:custGeom>
              <a:avLst/>
              <a:gdLst/>
              <a:ahLst/>
              <a:cxnLst/>
              <a:rect l="l" t="t" r="r" b="b"/>
              <a:pathLst>
                <a:path w="208279" h="226060">
                  <a:moveTo>
                    <a:pt x="207841" y="0"/>
                  </a:moveTo>
                  <a:lnTo>
                    <a:pt x="0" y="0"/>
                  </a:lnTo>
                  <a:lnTo>
                    <a:pt x="0" y="225506"/>
                  </a:lnTo>
                  <a:lnTo>
                    <a:pt x="207841" y="225506"/>
                  </a:lnTo>
                  <a:lnTo>
                    <a:pt x="207841" y="0"/>
                  </a:lnTo>
                  <a:close/>
                </a:path>
              </a:pathLst>
            </a:custGeom>
            <a:solidFill>
              <a:srgbClr val="C05046"/>
            </a:solidFill>
          </p:spPr>
          <p:txBody>
            <a:bodyPr wrap="square" lIns="0" tIns="0" rIns="0" bIns="0" rtlCol="0"/>
            <a:lstStyle/>
            <a:p/>
          </p:txBody>
        </p:sp>
        <p:sp>
          <p:nvSpPr>
            <p:cNvPr id="33" name="object 33"/>
            <p:cNvSpPr/>
            <p:nvPr/>
          </p:nvSpPr>
          <p:spPr>
            <a:xfrm>
              <a:off x="7083223" y="3319397"/>
              <a:ext cx="208279" cy="226060"/>
            </a:xfrm>
            <a:custGeom>
              <a:avLst/>
              <a:gdLst/>
              <a:ahLst/>
              <a:cxnLst/>
              <a:rect l="l" t="t" r="r" b="b"/>
              <a:pathLst>
                <a:path w="208279" h="226060">
                  <a:moveTo>
                    <a:pt x="0" y="225506"/>
                  </a:moveTo>
                  <a:lnTo>
                    <a:pt x="207841" y="225506"/>
                  </a:lnTo>
                  <a:lnTo>
                    <a:pt x="207841" y="0"/>
                  </a:lnTo>
                  <a:lnTo>
                    <a:pt x="0" y="0"/>
                  </a:lnTo>
                  <a:lnTo>
                    <a:pt x="0" y="225506"/>
                  </a:lnTo>
                  <a:close/>
                </a:path>
              </a:pathLst>
            </a:custGeom>
            <a:ln w="42350">
              <a:solidFill>
                <a:srgbClr val="000000"/>
              </a:solidFill>
            </a:ln>
          </p:spPr>
          <p:txBody>
            <a:bodyPr wrap="square" lIns="0" tIns="0" rIns="0" bIns="0" rtlCol="0"/>
            <a:lstStyle/>
            <a:p/>
          </p:txBody>
        </p:sp>
        <p:sp>
          <p:nvSpPr>
            <p:cNvPr id="34" name="object 34"/>
            <p:cNvSpPr/>
            <p:nvPr/>
          </p:nvSpPr>
          <p:spPr>
            <a:xfrm>
              <a:off x="8154403" y="1822858"/>
              <a:ext cx="208279" cy="226060"/>
            </a:xfrm>
            <a:custGeom>
              <a:avLst/>
              <a:gdLst/>
              <a:ahLst/>
              <a:cxnLst/>
              <a:rect l="l" t="t" r="r" b="b"/>
              <a:pathLst>
                <a:path w="208279" h="226060">
                  <a:moveTo>
                    <a:pt x="207841" y="0"/>
                  </a:moveTo>
                  <a:lnTo>
                    <a:pt x="0" y="0"/>
                  </a:lnTo>
                  <a:lnTo>
                    <a:pt x="0" y="225511"/>
                  </a:lnTo>
                  <a:lnTo>
                    <a:pt x="207841" y="225511"/>
                  </a:lnTo>
                  <a:lnTo>
                    <a:pt x="207841" y="0"/>
                  </a:lnTo>
                  <a:close/>
                </a:path>
              </a:pathLst>
            </a:custGeom>
            <a:solidFill>
              <a:srgbClr val="C05046"/>
            </a:solidFill>
          </p:spPr>
          <p:txBody>
            <a:bodyPr wrap="square" lIns="0" tIns="0" rIns="0" bIns="0" rtlCol="0"/>
            <a:lstStyle/>
            <a:p/>
          </p:txBody>
        </p:sp>
        <p:sp>
          <p:nvSpPr>
            <p:cNvPr id="35" name="object 35"/>
            <p:cNvSpPr/>
            <p:nvPr/>
          </p:nvSpPr>
          <p:spPr>
            <a:xfrm>
              <a:off x="8154411" y="1822863"/>
              <a:ext cx="208279" cy="226060"/>
            </a:xfrm>
            <a:custGeom>
              <a:avLst/>
              <a:gdLst/>
              <a:ahLst/>
              <a:cxnLst/>
              <a:rect l="l" t="t" r="r" b="b"/>
              <a:pathLst>
                <a:path w="208279" h="226060">
                  <a:moveTo>
                    <a:pt x="0" y="225511"/>
                  </a:moveTo>
                  <a:lnTo>
                    <a:pt x="207841" y="225511"/>
                  </a:lnTo>
                  <a:lnTo>
                    <a:pt x="207841" y="0"/>
                  </a:lnTo>
                  <a:lnTo>
                    <a:pt x="0" y="0"/>
                  </a:lnTo>
                  <a:lnTo>
                    <a:pt x="0" y="225511"/>
                  </a:lnTo>
                  <a:close/>
                </a:path>
              </a:pathLst>
            </a:custGeom>
            <a:ln w="42350">
              <a:solidFill>
                <a:srgbClr val="000000"/>
              </a:solidFill>
            </a:ln>
          </p:spPr>
          <p:txBody>
            <a:bodyPr wrap="square" lIns="0" tIns="0" rIns="0" bIns="0" rtlCol="0"/>
            <a:lstStyle/>
            <a:p/>
          </p:txBody>
        </p:sp>
        <p:sp>
          <p:nvSpPr>
            <p:cNvPr id="36" name="object 36"/>
            <p:cNvSpPr/>
            <p:nvPr/>
          </p:nvSpPr>
          <p:spPr>
            <a:xfrm>
              <a:off x="7514869" y="3319393"/>
              <a:ext cx="208279" cy="226060"/>
            </a:xfrm>
            <a:custGeom>
              <a:avLst/>
              <a:gdLst/>
              <a:ahLst/>
              <a:cxnLst/>
              <a:rect l="l" t="t" r="r" b="b"/>
              <a:pathLst>
                <a:path w="208279" h="226060">
                  <a:moveTo>
                    <a:pt x="207841" y="0"/>
                  </a:moveTo>
                  <a:lnTo>
                    <a:pt x="0" y="0"/>
                  </a:lnTo>
                  <a:lnTo>
                    <a:pt x="0" y="225506"/>
                  </a:lnTo>
                  <a:lnTo>
                    <a:pt x="207841" y="225506"/>
                  </a:lnTo>
                  <a:lnTo>
                    <a:pt x="207841" y="0"/>
                  </a:lnTo>
                  <a:close/>
                </a:path>
              </a:pathLst>
            </a:custGeom>
            <a:solidFill>
              <a:srgbClr val="C05046"/>
            </a:solidFill>
          </p:spPr>
          <p:txBody>
            <a:bodyPr wrap="square" lIns="0" tIns="0" rIns="0" bIns="0" rtlCol="0"/>
            <a:lstStyle/>
            <a:p/>
          </p:txBody>
        </p:sp>
        <p:sp>
          <p:nvSpPr>
            <p:cNvPr id="37" name="object 37"/>
            <p:cNvSpPr/>
            <p:nvPr/>
          </p:nvSpPr>
          <p:spPr>
            <a:xfrm>
              <a:off x="7514868" y="3319397"/>
              <a:ext cx="208279" cy="226060"/>
            </a:xfrm>
            <a:custGeom>
              <a:avLst/>
              <a:gdLst/>
              <a:ahLst/>
              <a:cxnLst/>
              <a:rect l="l" t="t" r="r" b="b"/>
              <a:pathLst>
                <a:path w="208279" h="226060">
                  <a:moveTo>
                    <a:pt x="0" y="225506"/>
                  </a:moveTo>
                  <a:lnTo>
                    <a:pt x="207841" y="225506"/>
                  </a:lnTo>
                  <a:lnTo>
                    <a:pt x="207841" y="0"/>
                  </a:lnTo>
                  <a:lnTo>
                    <a:pt x="0" y="0"/>
                  </a:lnTo>
                  <a:lnTo>
                    <a:pt x="0" y="225506"/>
                  </a:lnTo>
                  <a:close/>
                </a:path>
              </a:pathLst>
            </a:custGeom>
            <a:ln w="42350">
              <a:solidFill>
                <a:srgbClr val="000000"/>
              </a:solidFill>
            </a:ln>
          </p:spPr>
          <p:txBody>
            <a:bodyPr wrap="square" lIns="0" tIns="0" rIns="0" bIns="0" rtlCol="0"/>
            <a:lstStyle/>
            <a:p/>
          </p:txBody>
        </p:sp>
        <p:sp>
          <p:nvSpPr>
            <p:cNvPr id="38" name="object 38"/>
            <p:cNvSpPr/>
            <p:nvPr/>
          </p:nvSpPr>
          <p:spPr>
            <a:xfrm>
              <a:off x="8154403" y="3319393"/>
              <a:ext cx="208279" cy="226060"/>
            </a:xfrm>
            <a:custGeom>
              <a:avLst/>
              <a:gdLst/>
              <a:ahLst/>
              <a:cxnLst/>
              <a:rect l="l" t="t" r="r" b="b"/>
              <a:pathLst>
                <a:path w="208279" h="226060">
                  <a:moveTo>
                    <a:pt x="207841" y="0"/>
                  </a:moveTo>
                  <a:lnTo>
                    <a:pt x="0" y="0"/>
                  </a:lnTo>
                  <a:lnTo>
                    <a:pt x="0" y="225506"/>
                  </a:lnTo>
                  <a:lnTo>
                    <a:pt x="207841" y="225506"/>
                  </a:lnTo>
                  <a:lnTo>
                    <a:pt x="207841" y="0"/>
                  </a:lnTo>
                  <a:close/>
                </a:path>
              </a:pathLst>
            </a:custGeom>
            <a:solidFill>
              <a:srgbClr val="C05046"/>
            </a:solidFill>
          </p:spPr>
          <p:txBody>
            <a:bodyPr wrap="square" lIns="0" tIns="0" rIns="0" bIns="0" rtlCol="0"/>
            <a:lstStyle/>
            <a:p/>
          </p:txBody>
        </p:sp>
        <p:sp>
          <p:nvSpPr>
            <p:cNvPr id="39" name="object 39"/>
            <p:cNvSpPr/>
            <p:nvPr/>
          </p:nvSpPr>
          <p:spPr>
            <a:xfrm>
              <a:off x="8154411" y="3319397"/>
              <a:ext cx="208279" cy="226060"/>
            </a:xfrm>
            <a:custGeom>
              <a:avLst/>
              <a:gdLst/>
              <a:ahLst/>
              <a:cxnLst/>
              <a:rect l="l" t="t" r="r" b="b"/>
              <a:pathLst>
                <a:path w="208279" h="226060">
                  <a:moveTo>
                    <a:pt x="0" y="225506"/>
                  </a:moveTo>
                  <a:lnTo>
                    <a:pt x="207841" y="225506"/>
                  </a:lnTo>
                  <a:lnTo>
                    <a:pt x="207841" y="0"/>
                  </a:lnTo>
                  <a:lnTo>
                    <a:pt x="0" y="0"/>
                  </a:lnTo>
                  <a:lnTo>
                    <a:pt x="0" y="225506"/>
                  </a:lnTo>
                  <a:close/>
                </a:path>
              </a:pathLst>
            </a:custGeom>
            <a:ln w="42350">
              <a:solidFill>
                <a:srgbClr val="000000"/>
              </a:solidFill>
            </a:ln>
          </p:spPr>
          <p:txBody>
            <a:bodyPr wrap="square" lIns="0" tIns="0" rIns="0" bIns="0" rtlCol="0"/>
            <a:lstStyle/>
            <a:p/>
          </p:txBody>
        </p:sp>
        <p:sp>
          <p:nvSpPr>
            <p:cNvPr id="40" name="object 40"/>
            <p:cNvSpPr/>
            <p:nvPr/>
          </p:nvSpPr>
          <p:spPr>
            <a:xfrm>
              <a:off x="7090156" y="1843229"/>
              <a:ext cx="208279" cy="226060"/>
            </a:xfrm>
            <a:custGeom>
              <a:avLst/>
              <a:gdLst/>
              <a:ahLst/>
              <a:cxnLst/>
              <a:rect l="l" t="t" r="r" b="b"/>
              <a:pathLst>
                <a:path w="208279" h="226060">
                  <a:moveTo>
                    <a:pt x="207841" y="0"/>
                  </a:moveTo>
                  <a:lnTo>
                    <a:pt x="0" y="0"/>
                  </a:lnTo>
                  <a:lnTo>
                    <a:pt x="0" y="225511"/>
                  </a:lnTo>
                  <a:lnTo>
                    <a:pt x="207841" y="225511"/>
                  </a:lnTo>
                  <a:lnTo>
                    <a:pt x="207841" y="0"/>
                  </a:lnTo>
                  <a:close/>
                </a:path>
              </a:pathLst>
            </a:custGeom>
            <a:solidFill>
              <a:srgbClr val="C05046"/>
            </a:solidFill>
          </p:spPr>
          <p:txBody>
            <a:bodyPr wrap="square" lIns="0" tIns="0" rIns="0" bIns="0" rtlCol="0"/>
            <a:lstStyle/>
            <a:p/>
          </p:txBody>
        </p:sp>
        <p:sp>
          <p:nvSpPr>
            <p:cNvPr id="41" name="object 41"/>
            <p:cNvSpPr/>
            <p:nvPr/>
          </p:nvSpPr>
          <p:spPr>
            <a:xfrm>
              <a:off x="7090160" y="1843231"/>
              <a:ext cx="208279" cy="226060"/>
            </a:xfrm>
            <a:custGeom>
              <a:avLst/>
              <a:gdLst/>
              <a:ahLst/>
              <a:cxnLst/>
              <a:rect l="l" t="t" r="r" b="b"/>
              <a:pathLst>
                <a:path w="208279" h="226060">
                  <a:moveTo>
                    <a:pt x="0" y="225511"/>
                  </a:moveTo>
                  <a:lnTo>
                    <a:pt x="207841" y="225511"/>
                  </a:lnTo>
                  <a:lnTo>
                    <a:pt x="207841" y="0"/>
                  </a:lnTo>
                  <a:lnTo>
                    <a:pt x="0" y="0"/>
                  </a:lnTo>
                  <a:lnTo>
                    <a:pt x="0" y="225511"/>
                  </a:lnTo>
                  <a:close/>
                </a:path>
              </a:pathLst>
            </a:custGeom>
            <a:ln w="42350">
              <a:solidFill>
                <a:srgbClr val="000000"/>
              </a:solidFill>
            </a:ln>
          </p:spPr>
          <p:txBody>
            <a:bodyPr wrap="square" lIns="0" tIns="0" rIns="0" bIns="0" rtlCol="0"/>
            <a:lstStyle/>
            <a:p/>
          </p:txBody>
        </p:sp>
      </p:grpSp>
      <p:grpSp>
        <p:nvGrpSpPr>
          <p:cNvPr id="42" name="object 42"/>
          <p:cNvGrpSpPr/>
          <p:nvPr/>
        </p:nvGrpSpPr>
        <p:grpSpPr>
          <a:xfrm>
            <a:off x="3633247" y="1427829"/>
            <a:ext cx="2600960" cy="4361180"/>
            <a:chOff x="3633247" y="1427829"/>
            <a:chExt cx="2600960" cy="4361180"/>
          </a:xfrm>
        </p:grpSpPr>
        <p:sp>
          <p:nvSpPr>
            <p:cNvPr id="43" name="object 43"/>
            <p:cNvSpPr/>
            <p:nvPr/>
          </p:nvSpPr>
          <p:spPr>
            <a:xfrm>
              <a:off x="3654412" y="1449003"/>
              <a:ext cx="2126615" cy="4318635"/>
            </a:xfrm>
            <a:custGeom>
              <a:avLst/>
              <a:gdLst/>
              <a:ahLst/>
              <a:cxnLst/>
              <a:rect l="l" t="t" r="r" b="b"/>
              <a:pathLst>
                <a:path w="2126615" h="4318635">
                  <a:moveTo>
                    <a:pt x="2126411" y="0"/>
                  </a:moveTo>
                  <a:lnTo>
                    <a:pt x="0" y="0"/>
                  </a:lnTo>
                  <a:lnTo>
                    <a:pt x="0" y="4318228"/>
                  </a:lnTo>
                  <a:lnTo>
                    <a:pt x="2126411" y="4318228"/>
                  </a:lnTo>
                  <a:lnTo>
                    <a:pt x="2126411" y="0"/>
                  </a:lnTo>
                  <a:close/>
                </a:path>
              </a:pathLst>
            </a:custGeom>
            <a:solidFill>
              <a:srgbClr val="92CDDC"/>
            </a:solidFill>
          </p:spPr>
          <p:txBody>
            <a:bodyPr wrap="square" lIns="0" tIns="0" rIns="0" bIns="0" rtlCol="0"/>
            <a:lstStyle/>
            <a:p/>
          </p:txBody>
        </p:sp>
        <p:sp>
          <p:nvSpPr>
            <p:cNvPr id="44" name="object 44"/>
            <p:cNvSpPr/>
            <p:nvPr/>
          </p:nvSpPr>
          <p:spPr>
            <a:xfrm>
              <a:off x="3654421" y="1449002"/>
              <a:ext cx="2126615" cy="4318635"/>
            </a:xfrm>
            <a:custGeom>
              <a:avLst/>
              <a:gdLst/>
              <a:ahLst/>
              <a:cxnLst/>
              <a:rect l="l" t="t" r="r" b="b"/>
              <a:pathLst>
                <a:path w="2126615" h="4318635">
                  <a:moveTo>
                    <a:pt x="0" y="4318231"/>
                  </a:moveTo>
                  <a:lnTo>
                    <a:pt x="2126415" y="4318231"/>
                  </a:lnTo>
                  <a:lnTo>
                    <a:pt x="2126415" y="0"/>
                  </a:lnTo>
                  <a:lnTo>
                    <a:pt x="0" y="0"/>
                  </a:lnTo>
                  <a:lnTo>
                    <a:pt x="0" y="4318231"/>
                  </a:lnTo>
                  <a:close/>
                </a:path>
              </a:pathLst>
            </a:custGeom>
            <a:ln w="42346">
              <a:solidFill>
                <a:srgbClr val="92CDDC"/>
              </a:solidFill>
            </a:ln>
          </p:spPr>
          <p:txBody>
            <a:bodyPr wrap="square" lIns="0" tIns="0" rIns="0" bIns="0" rtlCol="0"/>
            <a:lstStyle/>
            <a:p/>
          </p:txBody>
        </p:sp>
        <p:sp>
          <p:nvSpPr>
            <p:cNvPr id="45" name="object 45"/>
            <p:cNvSpPr/>
            <p:nvPr/>
          </p:nvSpPr>
          <p:spPr>
            <a:xfrm>
              <a:off x="5788786" y="1449003"/>
              <a:ext cx="208279" cy="4318635"/>
            </a:xfrm>
            <a:custGeom>
              <a:avLst/>
              <a:gdLst/>
              <a:ahLst/>
              <a:cxnLst/>
              <a:rect l="l" t="t" r="r" b="b"/>
              <a:pathLst>
                <a:path w="208279" h="4318635">
                  <a:moveTo>
                    <a:pt x="207841" y="0"/>
                  </a:moveTo>
                  <a:lnTo>
                    <a:pt x="0" y="0"/>
                  </a:lnTo>
                  <a:lnTo>
                    <a:pt x="0" y="4318228"/>
                  </a:lnTo>
                  <a:lnTo>
                    <a:pt x="207841" y="4318228"/>
                  </a:lnTo>
                  <a:lnTo>
                    <a:pt x="207841" y="0"/>
                  </a:lnTo>
                  <a:close/>
                </a:path>
              </a:pathLst>
            </a:custGeom>
            <a:solidFill>
              <a:srgbClr val="C4D6A0"/>
            </a:solidFill>
          </p:spPr>
          <p:txBody>
            <a:bodyPr wrap="square" lIns="0" tIns="0" rIns="0" bIns="0" rtlCol="0"/>
            <a:lstStyle/>
            <a:p/>
          </p:txBody>
        </p:sp>
        <p:sp>
          <p:nvSpPr>
            <p:cNvPr id="46" name="object 46"/>
            <p:cNvSpPr/>
            <p:nvPr/>
          </p:nvSpPr>
          <p:spPr>
            <a:xfrm>
              <a:off x="5788795" y="1449002"/>
              <a:ext cx="208279" cy="4318635"/>
            </a:xfrm>
            <a:custGeom>
              <a:avLst/>
              <a:gdLst/>
              <a:ahLst/>
              <a:cxnLst/>
              <a:rect l="l" t="t" r="r" b="b"/>
              <a:pathLst>
                <a:path w="208279" h="4318635">
                  <a:moveTo>
                    <a:pt x="0" y="4318231"/>
                  </a:moveTo>
                  <a:lnTo>
                    <a:pt x="207841" y="4318231"/>
                  </a:lnTo>
                  <a:lnTo>
                    <a:pt x="207841" y="0"/>
                  </a:lnTo>
                  <a:lnTo>
                    <a:pt x="0" y="0"/>
                  </a:lnTo>
                  <a:lnTo>
                    <a:pt x="0" y="4318231"/>
                  </a:lnTo>
                  <a:close/>
                </a:path>
              </a:pathLst>
            </a:custGeom>
            <a:ln w="42343">
              <a:solidFill>
                <a:srgbClr val="000000"/>
              </a:solidFill>
            </a:ln>
          </p:spPr>
          <p:txBody>
            <a:bodyPr wrap="square" lIns="0" tIns="0" rIns="0" bIns="0" rtlCol="0"/>
            <a:lstStyle/>
            <a:p/>
          </p:txBody>
        </p:sp>
        <p:sp>
          <p:nvSpPr>
            <p:cNvPr id="47" name="object 47"/>
            <p:cNvSpPr/>
            <p:nvPr/>
          </p:nvSpPr>
          <p:spPr>
            <a:xfrm>
              <a:off x="6004636" y="1449003"/>
              <a:ext cx="208279" cy="4318635"/>
            </a:xfrm>
            <a:custGeom>
              <a:avLst/>
              <a:gdLst/>
              <a:ahLst/>
              <a:cxnLst/>
              <a:rect l="l" t="t" r="r" b="b"/>
              <a:pathLst>
                <a:path w="208279" h="4318635">
                  <a:moveTo>
                    <a:pt x="207841" y="0"/>
                  </a:moveTo>
                  <a:lnTo>
                    <a:pt x="0" y="0"/>
                  </a:lnTo>
                  <a:lnTo>
                    <a:pt x="0" y="4318228"/>
                  </a:lnTo>
                  <a:lnTo>
                    <a:pt x="207841" y="4318228"/>
                  </a:lnTo>
                  <a:lnTo>
                    <a:pt x="207841" y="0"/>
                  </a:lnTo>
                  <a:close/>
                </a:path>
              </a:pathLst>
            </a:custGeom>
            <a:solidFill>
              <a:srgbClr val="C4D6A0"/>
            </a:solidFill>
          </p:spPr>
          <p:txBody>
            <a:bodyPr wrap="square" lIns="0" tIns="0" rIns="0" bIns="0" rtlCol="0"/>
            <a:lstStyle/>
            <a:p/>
          </p:txBody>
        </p:sp>
        <p:sp>
          <p:nvSpPr>
            <p:cNvPr id="48" name="object 48"/>
            <p:cNvSpPr/>
            <p:nvPr/>
          </p:nvSpPr>
          <p:spPr>
            <a:xfrm>
              <a:off x="6004646" y="1449002"/>
              <a:ext cx="208279" cy="4318635"/>
            </a:xfrm>
            <a:custGeom>
              <a:avLst/>
              <a:gdLst/>
              <a:ahLst/>
              <a:cxnLst/>
              <a:rect l="l" t="t" r="r" b="b"/>
              <a:pathLst>
                <a:path w="208279" h="4318635">
                  <a:moveTo>
                    <a:pt x="0" y="4318231"/>
                  </a:moveTo>
                  <a:lnTo>
                    <a:pt x="207841" y="4318231"/>
                  </a:lnTo>
                  <a:lnTo>
                    <a:pt x="207841" y="0"/>
                  </a:lnTo>
                  <a:lnTo>
                    <a:pt x="0" y="0"/>
                  </a:lnTo>
                  <a:lnTo>
                    <a:pt x="0" y="4318231"/>
                  </a:lnTo>
                  <a:close/>
                </a:path>
              </a:pathLst>
            </a:custGeom>
            <a:ln w="42343">
              <a:solidFill>
                <a:srgbClr val="000000"/>
              </a:solidFill>
            </a:ln>
          </p:spPr>
          <p:txBody>
            <a:bodyPr wrap="square" lIns="0" tIns="0" rIns="0" bIns="0" rtlCol="0"/>
            <a:lstStyle/>
            <a:p/>
          </p:txBody>
        </p:sp>
        <p:sp>
          <p:nvSpPr>
            <p:cNvPr id="49" name="object 49"/>
            <p:cNvSpPr/>
            <p:nvPr/>
          </p:nvSpPr>
          <p:spPr>
            <a:xfrm>
              <a:off x="3654412" y="1449003"/>
              <a:ext cx="208279" cy="4318635"/>
            </a:xfrm>
            <a:custGeom>
              <a:avLst/>
              <a:gdLst/>
              <a:ahLst/>
              <a:cxnLst/>
              <a:rect l="l" t="t" r="r" b="b"/>
              <a:pathLst>
                <a:path w="208279" h="4318635">
                  <a:moveTo>
                    <a:pt x="207841" y="0"/>
                  </a:moveTo>
                  <a:lnTo>
                    <a:pt x="0" y="0"/>
                  </a:lnTo>
                  <a:lnTo>
                    <a:pt x="0" y="4318228"/>
                  </a:lnTo>
                  <a:lnTo>
                    <a:pt x="207841" y="4318228"/>
                  </a:lnTo>
                  <a:lnTo>
                    <a:pt x="207841" y="0"/>
                  </a:lnTo>
                  <a:close/>
                </a:path>
              </a:pathLst>
            </a:custGeom>
            <a:solidFill>
              <a:srgbClr val="92CDDC"/>
            </a:solidFill>
          </p:spPr>
          <p:txBody>
            <a:bodyPr wrap="square" lIns="0" tIns="0" rIns="0" bIns="0" rtlCol="0"/>
            <a:lstStyle/>
            <a:p/>
          </p:txBody>
        </p:sp>
        <p:sp>
          <p:nvSpPr>
            <p:cNvPr id="50" name="object 50"/>
            <p:cNvSpPr/>
            <p:nvPr/>
          </p:nvSpPr>
          <p:spPr>
            <a:xfrm>
              <a:off x="3654421" y="1449002"/>
              <a:ext cx="208279" cy="4318635"/>
            </a:xfrm>
            <a:custGeom>
              <a:avLst/>
              <a:gdLst/>
              <a:ahLst/>
              <a:cxnLst/>
              <a:rect l="l" t="t" r="r" b="b"/>
              <a:pathLst>
                <a:path w="208279" h="4318635">
                  <a:moveTo>
                    <a:pt x="0" y="4318231"/>
                  </a:moveTo>
                  <a:lnTo>
                    <a:pt x="207841" y="4318231"/>
                  </a:lnTo>
                  <a:lnTo>
                    <a:pt x="207841" y="0"/>
                  </a:lnTo>
                  <a:lnTo>
                    <a:pt x="0" y="0"/>
                  </a:lnTo>
                  <a:lnTo>
                    <a:pt x="0" y="4318231"/>
                  </a:lnTo>
                  <a:close/>
                </a:path>
              </a:pathLst>
            </a:custGeom>
            <a:ln w="42343">
              <a:solidFill>
                <a:srgbClr val="000000"/>
              </a:solidFill>
            </a:ln>
          </p:spPr>
          <p:txBody>
            <a:bodyPr wrap="square" lIns="0" tIns="0" rIns="0" bIns="0" rtlCol="0"/>
            <a:lstStyle/>
            <a:p/>
          </p:txBody>
        </p:sp>
        <p:sp>
          <p:nvSpPr>
            <p:cNvPr id="51" name="object 51"/>
            <p:cNvSpPr/>
            <p:nvPr/>
          </p:nvSpPr>
          <p:spPr>
            <a:xfrm>
              <a:off x="3870261" y="1449003"/>
              <a:ext cx="208279" cy="4318635"/>
            </a:xfrm>
            <a:custGeom>
              <a:avLst/>
              <a:gdLst/>
              <a:ahLst/>
              <a:cxnLst/>
              <a:rect l="l" t="t" r="r" b="b"/>
              <a:pathLst>
                <a:path w="208279" h="4318635">
                  <a:moveTo>
                    <a:pt x="207841" y="0"/>
                  </a:moveTo>
                  <a:lnTo>
                    <a:pt x="0" y="0"/>
                  </a:lnTo>
                  <a:lnTo>
                    <a:pt x="0" y="4318228"/>
                  </a:lnTo>
                  <a:lnTo>
                    <a:pt x="207841" y="4318228"/>
                  </a:lnTo>
                  <a:lnTo>
                    <a:pt x="207841" y="0"/>
                  </a:lnTo>
                  <a:close/>
                </a:path>
              </a:pathLst>
            </a:custGeom>
            <a:solidFill>
              <a:srgbClr val="92CDDC"/>
            </a:solidFill>
          </p:spPr>
          <p:txBody>
            <a:bodyPr wrap="square" lIns="0" tIns="0" rIns="0" bIns="0" rtlCol="0"/>
            <a:lstStyle/>
            <a:p/>
          </p:txBody>
        </p:sp>
        <p:sp>
          <p:nvSpPr>
            <p:cNvPr id="52" name="object 52"/>
            <p:cNvSpPr/>
            <p:nvPr/>
          </p:nvSpPr>
          <p:spPr>
            <a:xfrm>
              <a:off x="3870260" y="1449002"/>
              <a:ext cx="208279" cy="4318635"/>
            </a:xfrm>
            <a:custGeom>
              <a:avLst/>
              <a:gdLst/>
              <a:ahLst/>
              <a:cxnLst/>
              <a:rect l="l" t="t" r="r" b="b"/>
              <a:pathLst>
                <a:path w="208279" h="4318635">
                  <a:moveTo>
                    <a:pt x="0" y="4318231"/>
                  </a:moveTo>
                  <a:lnTo>
                    <a:pt x="207841" y="4318231"/>
                  </a:lnTo>
                  <a:lnTo>
                    <a:pt x="207841" y="0"/>
                  </a:lnTo>
                  <a:lnTo>
                    <a:pt x="0" y="0"/>
                  </a:lnTo>
                  <a:lnTo>
                    <a:pt x="0" y="4318231"/>
                  </a:lnTo>
                  <a:close/>
                </a:path>
              </a:pathLst>
            </a:custGeom>
            <a:ln w="42343">
              <a:solidFill>
                <a:srgbClr val="000000"/>
              </a:solidFill>
            </a:ln>
          </p:spPr>
          <p:txBody>
            <a:bodyPr wrap="square" lIns="0" tIns="0" rIns="0" bIns="0" rtlCol="0"/>
            <a:lstStyle/>
            <a:p/>
          </p:txBody>
        </p:sp>
        <p:sp>
          <p:nvSpPr>
            <p:cNvPr id="53" name="object 53"/>
            <p:cNvSpPr/>
            <p:nvPr/>
          </p:nvSpPr>
          <p:spPr>
            <a:xfrm>
              <a:off x="4078097" y="1449003"/>
              <a:ext cx="208279" cy="4318635"/>
            </a:xfrm>
            <a:custGeom>
              <a:avLst/>
              <a:gdLst/>
              <a:ahLst/>
              <a:cxnLst/>
              <a:rect l="l" t="t" r="r" b="b"/>
              <a:pathLst>
                <a:path w="208279" h="4318635">
                  <a:moveTo>
                    <a:pt x="207841" y="0"/>
                  </a:moveTo>
                  <a:lnTo>
                    <a:pt x="0" y="0"/>
                  </a:lnTo>
                  <a:lnTo>
                    <a:pt x="0" y="4318228"/>
                  </a:lnTo>
                  <a:lnTo>
                    <a:pt x="207841" y="4318228"/>
                  </a:lnTo>
                  <a:lnTo>
                    <a:pt x="207841" y="0"/>
                  </a:lnTo>
                  <a:close/>
                </a:path>
              </a:pathLst>
            </a:custGeom>
            <a:solidFill>
              <a:srgbClr val="92CDDC"/>
            </a:solidFill>
          </p:spPr>
          <p:txBody>
            <a:bodyPr wrap="square" lIns="0" tIns="0" rIns="0" bIns="0" rtlCol="0"/>
            <a:lstStyle/>
            <a:p/>
          </p:txBody>
        </p:sp>
        <p:sp>
          <p:nvSpPr>
            <p:cNvPr id="54" name="object 54"/>
            <p:cNvSpPr/>
            <p:nvPr/>
          </p:nvSpPr>
          <p:spPr>
            <a:xfrm>
              <a:off x="4078102" y="1449002"/>
              <a:ext cx="208279" cy="4318635"/>
            </a:xfrm>
            <a:custGeom>
              <a:avLst/>
              <a:gdLst/>
              <a:ahLst/>
              <a:cxnLst/>
              <a:rect l="l" t="t" r="r" b="b"/>
              <a:pathLst>
                <a:path w="208279" h="4318635">
                  <a:moveTo>
                    <a:pt x="0" y="4318231"/>
                  </a:moveTo>
                  <a:lnTo>
                    <a:pt x="207841" y="4318231"/>
                  </a:lnTo>
                  <a:lnTo>
                    <a:pt x="207841" y="0"/>
                  </a:lnTo>
                  <a:lnTo>
                    <a:pt x="0" y="0"/>
                  </a:lnTo>
                  <a:lnTo>
                    <a:pt x="0" y="4318231"/>
                  </a:lnTo>
                  <a:close/>
                </a:path>
              </a:pathLst>
            </a:custGeom>
            <a:ln w="42343">
              <a:solidFill>
                <a:srgbClr val="000000"/>
              </a:solidFill>
            </a:ln>
          </p:spPr>
          <p:txBody>
            <a:bodyPr wrap="square" lIns="0" tIns="0" rIns="0" bIns="0" rtlCol="0"/>
            <a:lstStyle/>
            <a:p/>
          </p:txBody>
        </p:sp>
        <p:sp>
          <p:nvSpPr>
            <p:cNvPr id="55" name="object 55"/>
            <p:cNvSpPr/>
            <p:nvPr/>
          </p:nvSpPr>
          <p:spPr>
            <a:xfrm>
              <a:off x="4293971" y="1449003"/>
              <a:ext cx="208279" cy="4318635"/>
            </a:xfrm>
            <a:custGeom>
              <a:avLst/>
              <a:gdLst/>
              <a:ahLst/>
              <a:cxnLst/>
              <a:rect l="l" t="t" r="r" b="b"/>
              <a:pathLst>
                <a:path w="208279" h="4318635">
                  <a:moveTo>
                    <a:pt x="207841" y="0"/>
                  </a:moveTo>
                  <a:lnTo>
                    <a:pt x="0" y="0"/>
                  </a:lnTo>
                  <a:lnTo>
                    <a:pt x="0" y="4318228"/>
                  </a:lnTo>
                  <a:lnTo>
                    <a:pt x="207841" y="4318228"/>
                  </a:lnTo>
                  <a:lnTo>
                    <a:pt x="207841" y="0"/>
                  </a:lnTo>
                  <a:close/>
                </a:path>
              </a:pathLst>
            </a:custGeom>
            <a:solidFill>
              <a:srgbClr val="92CDDC"/>
            </a:solidFill>
          </p:spPr>
          <p:txBody>
            <a:bodyPr wrap="square" lIns="0" tIns="0" rIns="0" bIns="0" rtlCol="0"/>
            <a:lstStyle/>
            <a:p/>
          </p:txBody>
        </p:sp>
        <p:sp>
          <p:nvSpPr>
            <p:cNvPr id="56" name="object 56"/>
            <p:cNvSpPr/>
            <p:nvPr/>
          </p:nvSpPr>
          <p:spPr>
            <a:xfrm>
              <a:off x="4293970" y="1449002"/>
              <a:ext cx="208279" cy="4318635"/>
            </a:xfrm>
            <a:custGeom>
              <a:avLst/>
              <a:gdLst/>
              <a:ahLst/>
              <a:cxnLst/>
              <a:rect l="l" t="t" r="r" b="b"/>
              <a:pathLst>
                <a:path w="208279" h="4318635">
                  <a:moveTo>
                    <a:pt x="0" y="4318231"/>
                  </a:moveTo>
                  <a:lnTo>
                    <a:pt x="207841" y="4318231"/>
                  </a:lnTo>
                  <a:lnTo>
                    <a:pt x="207841" y="0"/>
                  </a:lnTo>
                  <a:lnTo>
                    <a:pt x="0" y="0"/>
                  </a:lnTo>
                  <a:lnTo>
                    <a:pt x="0" y="4318231"/>
                  </a:lnTo>
                  <a:close/>
                </a:path>
              </a:pathLst>
            </a:custGeom>
            <a:ln w="42343">
              <a:solidFill>
                <a:srgbClr val="000000"/>
              </a:solidFill>
            </a:ln>
          </p:spPr>
          <p:txBody>
            <a:bodyPr wrap="square" lIns="0" tIns="0" rIns="0" bIns="0" rtlCol="0"/>
            <a:lstStyle/>
            <a:p/>
          </p:txBody>
        </p:sp>
        <p:sp>
          <p:nvSpPr>
            <p:cNvPr id="57" name="object 57"/>
            <p:cNvSpPr/>
            <p:nvPr/>
          </p:nvSpPr>
          <p:spPr>
            <a:xfrm>
              <a:off x="4505756" y="1449003"/>
              <a:ext cx="208279" cy="4318635"/>
            </a:xfrm>
            <a:custGeom>
              <a:avLst/>
              <a:gdLst/>
              <a:ahLst/>
              <a:cxnLst/>
              <a:rect l="l" t="t" r="r" b="b"/>
              <a:pathLst>
                <a:path w="208279" h="4318635">
                  <a:moveTo>
                    <a:pt x="207841" y="0"/>
                  </a:moveTo>
                  <a:lnTo>
                    <a:pt x="0" y="0"/>
                  </a:lnTo>
                  <a:lnTo>
                    <a:pt x="0" y="4318228"/>
                  </a:lnTo>
                  <a:lnTo>
                    <a:pt x="207841" y="4318228"/>
                  </a:lnTo>
                  <a:lnTo>
                    <a:pt x="207841" y="0"/>
                  </a:lnTo>
                  <a:close/>
                </a:path>
              </a:pathLst>
            </a:custGeom>
            <a:solidFill>
              <a:srgbClr val="92CDDC"/>
            </a:solidFill>
          </p:spPr>
          <p:txBody>
            <a:bodyPr wrap="square" lIns="0" tIns="0" rIns="0" bIns="0" rtlCol="0"/>
            <a:lstStyle/>
            <a:p/>
          </p:txBody>
        </p:sp>
        <p:sp>
          <p:nvSpPr>
            <p:cNvPr id="58" name="object 58"/>
            <p:cNvSpPr/>
            <p:nvPr/>
          </p:nvSpPr>
          <p:spPr>
            <a:xfrm>
              <a:off x="4505760" y="1449002"/>
              <a:ext cx="208279" cy="4318635"/>
            </a:xfrm>
            <a:custGeom>
              <a:avLst/>
              <a:gdLst/>
              <a:ahLst/>
              <a:cxnLst/>
              <a:rect l="l" t="t" r="r" b="b"/>
              <a:pathLst>
                <a:path w="208279" h="4318635">
                  <a:moveTo>
                    <a:pt x="0" y="4318231"/>
                  </a:moveTo>
                  <a:lnTo>
                    <a:pt x="207841" y="4318231"/>
                  </a:lnTo>
                  <a:lnTo>
                    <a:pt x="207841" y="0"/>
                  </a:lnTo>
                  <a:lnTo>
                    <a:pt x="0" y="0"/>
                  </a:lnTo>
                  <a:lnTo>
                    <a:pt x="0" y="4318231"/>
                  </a:lnTo>
                  <a:close/>
                </a:path>
              </a:pathLst>
            </a:custGeom>
            <a:ln w="42343">
              <a:solidFill>
                <a:srgbClr val="000000"/>
              </a:solidFill>
            </a:ln>
          </p:spPr>
          <p:txBody>
            <a:bodyPr wrap="square" lIns="0" tIns="0" rIns="0" bIns="0" rtlCol="0"/>
            <a:lstStyle/>
            <a:p/>
          </p:txBody>
        </p:sp>
        <p:sp>
          <p:nvSpPr>
            <p:cNvPr id="59" name="object 59"/>
            <p:cNvSpPr/>
            <p:nvPr/>
          </p:nvSpPr>
          <p:spPr>
            <a:xfrm>
              <a:off x="4721606" y="1449003"/>
              <a:ext cx="208279" cy="4318635"/>
            </a:xfrm>
            <a:custGeom>
              <a:avLst/>
              <a:gdLst/>
              <a:ahLst/>
              <a:cxnLst/>
              <a:rect l="l" t="t" r="r" b="b"/>
              <a:pathLst>
                <a:path w="208279" h="4318635">
                  <a:moveTo>
                    <a:pt x="207841" y="0"/>
                  </a:moveTo>
                  <a:lnTo>
                    <a:pt x="0" y="0"/>
                  </a:lnTo>
                  <a:lnTo>
                    <a:pt x="0" y="4318228"/>
                  </a:lnTo>
                  <a:lnTo>
                    <a:pt x="207841" y="4318228"/>
                  </a:lnTo>
                  <a:lnTo>
                    <a:pt x="207841" y="0"/>
                  </a:lnTo>
                  <a:close/>
                </a:path>
              </a:pathLst>
            </a:custGeom>
            <a:solidFill>
              <a:srgbClr val="92CDDC"/>
            </a:solidFill>
          </p:spPr>
          <p:txBody>
            <a:bodyPr wrap="square" lIns="0" tIns="0" rIns="0" bIns="0" rtlCol="0"/>
            <a:lstStyle/>
            <a:p/>
          </p:txBody>
        </p:sp>
        <p:sp>
          <p:nvSpPr>
            <p:cNvPr id="60" name="object 60"/>
            <p:cNvSpPr/>
            <p:nvPr/>
          </p:nvSpPr>
          <p:spPr>
            <a:xfrm>
              <a:off x="4721611" y="1449002"/>
              <a:ext cx="208279" cy="4318635"/>
            </a:xfrm>
            <a:custGeom>
              <a:avLst/>
              <a:gdLst/>
              <a:ahLst/>
              <a:cxnLst/>
              <a:rect l="l" t="t" r="r" b="b"/>
              <a:pathLst>
                <a:path w="208279" h="4318635">
                  <a:moveTo>
                    <a:pt x="0" y="4318231"/>
                  </a:moveTo>
                  <a:lnTo>
                    <a:pt x="207841" y="4318231"/>
                  </a:lnTo>
                  <a:lnTo>
                    <a:pt x="207841" y="0"/>
                  </a:lnTo>
                  <a:lnTo>
                    <a:pt x="0" y="0"/>
                  </a:lnTo>
                  <a:lnTo>
                    <a:pt x="0" y="4318231"/>
                  </a:lnTo>
                  <a:close/>
                </a:path>
              </a:pathLst>
            </a:custGeom>
            <a:ln w="42343">
              <a:solidFill>
                <a:srgbClr val="000000"/>
              </a:solidFill>
            </a:ln>
          </p:spPr>
          <p:txBody>
            <a:bodyPr wrap="square" lIns="0" tIns="0" rIns="0" bIns="0" rtlCol="0"/>
            <a:lstStyle/>
            <a:p/>
          </p:txBody>
        </p:sp>
        <p:sp>
          <p:nvSpPr>
            <p:cNvPr id="61" name="object 61"/>
            <p:cNvSpPr/>
            <p:nvPr/>
          </p:nvSpPr>
          <p:spPr>
            <a:xfrm>
              <a:off x="4933454" y="1449003"/>
              <a:ext cx="208279" cy="4318635"/>
            </a:xfrm>
            <a:custGeom>
              <a:avLst/>
              <a:gdLst/>
              <a:ahLst/>
              <a:cxnLst/>
              <a:rect l="l" t="t" r="r" b="b"/>
              <a:pathLst>
                <a:path w="208279" h="4318635">
                  <a:moveTo>
                    <a:pt x="207841" y="0"/>
                  </a:moveTo>
                  <a:lnTo>
                    <a:pt x="0" y="0"/>
                  </a:lnTo>
                  <a:lnTo>
                    <a:pt x="0" y="4318228"/>
                  </a:lnTo>
                  <a:lnTo>
                    <a:pt x="207841" y="4318228"/>
                  </a:lnTo>
                  <a:lnTo>
                    <a:pt x="207841" y="0"/>
                  </a:lnTo>
                  <a:close/>
                </a:path>
              </a:pathLst>
            </a:custGeom>
            <a:solidFill>
              <a:srgbClr val="92CDDC"/>
            </a:solidFill>
          </p:spPr>
          <p:txBody>
            <a:bodyPr wrap="square" lIns="0" tIns="0" rIns="0" bIns="0" rtlCol="0"/>
            <a:lstStyle/>
            <a:p/>
          </p:txBody>
        </p:sp>
        <p:sp>
          <p:nvSpPr>
            <p:cNvPr id="62" name="object 62"/>
            <p:cNvSpPr/>
            <p:nvPr/>
          </p:nvSpPr>
          <p:spPr>
            <a:xfrm>
              <a:off x="4933457" y="1449002"/>
              <a:ext cx="208279" cy="4318635"/>
            </a:xfrm>
            <a:custGeom>
              <a:avLst/>
              <a:gdLst/>
              <a:ahLst/>
              <a:cxnLst/>
              <a:rect l="l" t="t" r="r" b="b"/>
              <a:pathLst>
                <a:path w="208279" h="4318635">
                  <a:moveTo>
                    <a:pt x="0" y="4318231"/>
                  </a:moveTo>
                  <a:lnTo>
                    <a:pt x="207841" y="4318231"/>
                  </a:lnTo>
                  <a:lnTo>
                    <a:pt x="207841" y="0"/>
                  </a:lnTo>
                  <a:lnTo>
                    <a:pt x="0" y="0"/>
                  </a:lnTo>
                  <a:lnTo>
                    <a:pt x="0" y="4318231"/>
                  </a:lnTo>
                  <a:close/>
                </a:path>
              </a:pathLst>
            </a:custGeom>
            <a:ln w="42343">
              <a:solidFill>
                <a:srgbClr val="000000"/>
              </a:solidFill>
            </a:ln>
          </p:spPr>
          <p:txBody>
            <a:bodyPr wrap="square" lIns="0" tIns="0" rIns="0" bIns="0" rtlCol="0"/>
            <a:lstStyle/>
            <a:p/>
          </p:txBody>
        </p:sp>
        <p:sp>
          <p:nvSpPr>
            <p:cNvPr id="63" name="object 63"/>
            <p:cNvSpPr/>
            <p:nvPr/>
          </p:nvSpPr>
          <p:spPr>
            <a:xfrm>
              <a:off x="5149303" y="1449003"/>
              <a:ext cx="208279" cy="4318635"/>
            </a:xfrm>
            <a:custGeom>
              <a:avLst/>
              <a:gdLst/>
              <a:ahLst/>
              <a:cxnLst/>
              <a:rect l="l" t="t" r="r" b="b"/>
              <a:pathLst>
                <a:path w="208279" h="4318635">
                  <a:moveTo>
                    <a:pt x="207841" y="0"/>
                  </a:moveTo>
                  <a:lnTo>
                    <a:pt x="0" y="0"/>
                  </a:lnTo>
                  <a:lnTo>
                    <a:pt x="0" y="4318228"/>
                  </a:lnTo>
                  <a:lnTo>
                    <a:pt x="207841" y="4318228"/>
                  </a:lnTo>
                  <a:lnTo>
                    <a:pt x="207841" y="0"/>
                  </a:lnTo>
                  <a:close/>
                </a:path>
              </a:pathLst>
            </a:custGeom>
            <a:solidFill>
              <a:srgbClr val="92CDDC"/>
            </a:solidFill>
          </p:spPr>
          <p:txBody>
            <a:bodyPr wrap="square" lIns="0" tIns="0" rIns="0" bIns="0" rtlCol="0"/>
            <a:lstStyle/>
            <a:p/>
          </p:txBody>
        </p:sp>
        <p:sp>
          <p:nvSpPr>
            <p:cNvPr id="64" name="object 64"/>
            <p:cNvSpPr/>
            <p:nvPr/>
          </p:nvSpPr>
          <p:spPr>
            <a:xfrm>
              <a:off x="5149308" y="1449002"/>
              <a:ext cx="208279" cy="4318635"/>
            </a:xfrm>
            <a:custGeom>
              <a:avLst/>
              <a:gdLst/>
              <a:ahLst/>
              <a:cxnLst/>
              <a:rect l="l" t="t" r="r" b="b"/>
              <a:pathLst>
                <a:path w="208279" h="4318635">
                  <a:moveTo>
                    <a:pt x="0" y="4318231"/>
                  </a:moveTo>
                  <a:lnTo>
                    <a:pt x="207841" y="4318231"/>
                  </a:lnTo>
                  <a:lnTo>
                    <a:pt x="207841" y="0"/>
                  </a:lnTo>
                  <a:lnTo>
                    <a:pt x="0" y="0"/>
                  </a:lnTo>
                  <a:lnTo>
                    <a:pt x="0" y="4318231"/>
                  </a:lnTo>
                  <a:close/>
                </a:path>
              </a:pathLst>
            </a:custGeom>
            <a:ln w="42343">
              <a:solidFill>
                <a:srgbClr val="000000"/>
              </a:solidFill>
            </a:ln>
          </p:spPr>
          <p:txBody>
            <a:bodyPr wrap="square" lIns="0" tIns="0" rIns="0" bIns="0" rtlCol="0"/>
            <a:lstStyle/>
            <a:p/>
          </p:txBody>
        </p:sp>
        <p:sp>
          <p:nvSpPr>
            <p:cNvPr id="65" name="object 65"/>
            <p:cNvSpPr/>
            <p:nvPr/>
          </p:nvSpPr>
          <p:spPr>
            <a:xfrm>
              <a:off x="5357152" y="1449006"/>
              <a:ext cx="208279" cy="4318635"/>
            </a:xfrm>
            <a:custGeom>
              <a:avLst/>
              <a:gdLst/>
              <a:ahLst/>
              <a:cxnLst/>
              <a:rect l="l" t="t" r="r" b="b"/>
              <a:pathLst>
                <a:path w="208279" h="4318635">
                  <a:moveTo>
                    <a:pt x="207835" y="625830"/>
                  </a:moveTo>
                  <a:lnTo>
                    <a:pt x="0" y="625830"/>
                  </a:lnTo>
                  <a:lnTo>
                    <a:pt x="0" y="4318228"/>
                  </a:lnTo>
                  <a:lnTo>
                    <a:pt x="207835" y="4318228"/>
                  </a:lnTo>
                  <a:lnTo>
                    <a:pt x="207835" y="625830"/>
                  </a:lnTo>
                  <a:close/>
                </a:path>
                <a:path w="208279" h="4318635">
                  <a:moveTo>
                    <a:pt x="207835" y="0"/>
                  </a:moveTo>
                  <a:lnTo>
                    <a:pt x="0" y="0"/>
                  </a:lnTo>
                  <a:lnTo>
                    <a:pt x="0" y="400329"/>
                  </a:lnTo>
                  <a:lnTo>
                    <a:pt x="207835" y="400329"/>
                  </a:lnTo>
                  <a:lnTo>
                    <a:pt x="207835" y="0"/>
                  </a:lnTo>
                  <a:close/>
                </a:path>
              </a:pathLst>
            </a:custGeom>
            <a:solidFill>
              <a:srgbClr val="92CDDC"/>
            </a:solidFill>
          </p:spPr>
          <p:txBody>
            <a:bodyPr wrap="square" lIns="0" tIns="0" rIns="0" bIns="0" rtlCol="0"/>
            <a:lstStyle/>
            <a:p/>
          </p:txBody>
        </p:sp>
        <p:sp>
          <p:nvSpPr>
            <p:cNvPr id="66" name="object 66"/>
            <p:cNvSpPr/>
            <p:nvPr/>
          </p:nvSpPr>
          <p:spPr>
            <a:xfrm>
              <a:off x="5357149" y="1449002"/>
              <a:ext cx="208279" cy="4318635"/>
            </a:xfrm>
            <a:custGeom>
              <a:avLst/>
              <a:gdLst/>
              <a:ahLst/>
              <a:cxnLst/>
              <a:rect l="l" t="t" r="r" b="b"/>
              <a:pathLst>
                <a:path w="208279" h="4318635">
                  <a:moveTo>
                    <a:pt x="0" y="4318231"/>
                  </a:moveTo>
                  <a:lnTo>
                    <a:pt x="207841" y="4318231"/>
                  </a:lnTo>
                  <a:lnTo>
                    <a:pt x="207841" y="0"/>
                  </a:lnTo>
                  <a:lnTo>
                    <a:pt x="0" y="0"/>
                  </a:lnTo>
                  <a:lnTo>
                    <a:pt x="0" y="4318231"/>
                  </a:lnTo>
                  <a:close/>
                </a:path>
              </a:pathLst>
            </a:custGeom>
            <a:ln w="42343">
              <a:solidFill>
                <a:srgbClr val="000000"/>
              </a:solidFill>
            </a:ln>
          </p:spPr>
          <p:txBody>
            <a:bodyPr wrap="square" lIns="0" tIns="0" rIns="0" bIns="0" rtlCol="0"/>
            <a:lstStyle/>
            <a:p/>
          </p:txBody>
        </p:sp>
        <p:sp>
          <p:nvSpPr>
            <p:cNvPr id="67" name="object 67"/>
            <p:cNvSpPr/>
            <p:nvPr/>
          </p:nvSpPr>
          <p:spPr>
            <a:xfrm>
              <a:off x="5573001" y="1449003"/>
              <a:ext cx="208279" cy="4318635"/>
            </a:xfrm>
            <a:custGeom>
              <a:avLst/>
              <a:gdLst/>
              <a:ahLst/>
              <a:cxnLst/>
              <a:rect l="l" t="t" r="r" b="b"/>
              <a:pathLst>
                <a:path w="208279" h="4318635">
                  <a:moveTo>
                    <a:pt x="207841" y="0"/>
                  </a:moveTo>
                  <a:lnTo>
                    <a:pt x="0" y="0"/>
                  </a:lnTo>
                  <a:lnTo>
                    <a:pt x="0" y="4318228"/>
                  </a:lnTo>
                  <a:lnTo>
                    <a:pt x="207841" y="4318228"/>
                  </a:lnTo>
                  <a:lnTo>
                    <a:pt x="207841" y="0"/>
                  </a:lnTo>
                  <a:close/>
                </a:path>
              </a:pathLst>
            </a:custGeom>
            <a:solidFill>
              <a:srgbClr val="92CDDC"/>
            </a:solidFill>
          </p:spPr>
          <p:txBody>
            <a:bodyPr wrap="square" lIns="0" tIns="0" rIns="0" bIns="0" rtlCol="0"/>
            <a:lstStyle/>
            <a:p/>
          </p:txBody>
        </p:sp>
        <p:sp>
          <p:nvSpPr>
            <p:cNvPr id="68" name="object 68"/>
            <p:cNvSpPr/>
            <p:nvPr/>
          </p:nvSpPr>
          <p:spPr>
            <a:xfrm>
              <a:off x="3646846" y="1449002"/>
              <a:ext cx="2151380" cy="4318635"/>
            </a:xfrm>
            <a:custGeom>
              <a:avLst/>
              <a:gdLst/>
              <a:ahLst/>
              <a:cxnLst/>
              <a:rect l="l" t="t" r="r" b="b"/>
              <a:pathLst>
                <a:path w="2151379" h="4318635">
                  <a:moveTo>
                    <a:pt x="1926154" y="4318231"/>
                  </a:moveTo>
                  <a:lnTo>
                    <a:pt x="2133995" y="4318231"/>
                  </a:lnTo>
                  <a:lnTo>
                    <a:pt x="2133995" y="0"/>
                  </a:lnTo>
                  <a:lnTo>
                    <a:pt x="1926154" y="0"/>
                  </a:lnTo>
                  <a:lnTo>
                    <a:pt x="1926154" y="4318231"/>
                  </a:lnTo>
                  <a:close/>
                </a:path>
                <a:path w="2151379" h="4318635">
                  <a:moveTo>
                    <a:pt x="7574" y="199907"/>
                  </a:moveTo>
                  <a:lnTo>
                    <a:pt x="2143640" y="199907"/>
                  </a:lnTo>
                </a:path>
                <a:path w="2151379" h="4318635">
                  <a:moveTo>
                    <a:pt x="2103" y="399809"/>
                  </a:moveTo>
                  <a:lnTo>
                    <a:pt x="2138169" y="399809"/>
                  </a:lnTo>
                </a:path>
                <a:path w="2151379" h="4318635">
                  <a:moveTo>
                    <a:pt x="5471" y="619741"/>
                  </a:moveTo>
                  <a:lnTo>
                    <a:pt x="2141553" y="619741"/>
                  </a:lnTo>
                </a:path>
                <a:path w="2151379" h="4318635">
                  <a:moveTo>
                    <a:pt x="0" y="819642"/>
                  </a:moveTo>
                  <a:lnTo>
                    <a:pt x="2136082" y="819642"/>
                  </a:lnTo>
                </a:path>
                <a:path w="2151379" h="4318635">
                  <a:moveTo>
                    <a:pt x="15149" y="1039574"/>
                  </a:moveTo>
                  <a:lnTo>
                    <a:pt x="2151255" y="1039574"/>
                  </a:lnTo>
                </a:path>
                <a:path w="2151379" h="4318635">
                  <a:moveTo>
                    <a:pt x="9678" y="1239476"/>
                  </a:moveTo>
                  <a:lnTo>
                    <a:pt x="2145784" y="1239476"/>
                  </a:lnTo>
                </a:path>
                <a:path w="2151379" h="4318635">
                  <a:moveTo>
                    <a:pt x="13045" y="1459408"/>
                  </a:moveTo>
                  <a:lnTo>
                    <a:pt x="2149111" y="1459408"/>
                  </a:lnTo>
                </a:path>
                <a:path w="2151379" h="4318635">
                  <a:moveTo>
                    <a:pt x="7574" y="1659310"/>
                  </a:moveTo>
                  <a:lnTo>
                    <a:pt x="2143640" y="1659310"/>
                  </a:lnTo>
                </a:path>
                <a:path w="2151379" h="4318635">
                  <a:moveTo>
                    <a:pt x="15149" y="1879241"/>
                  </a:moveTo>
                  <a:lnTo>
                    <a:pt x="2151255" y="1879241"/>
                  </a:lnTo>
                </a:path>
              </a:pathLst>
            </a:custGeom>
            <a:ln w="42351">
              <a:solidFill>
                <a:srgbClr val="000000"/>
              </a:solidFill>
            </a:ln>
          </p:spPr>
          <p:txBody>
            <a:bodyPr wrap="square" lIns="0" tIns="0" rIns="0" bIns="0" rtlCol="0"/>
            <a:lstStyle/>
            <a:p/>
          </p:txBody>
        </p:sp>
        <p:sp>
          <p:nvSpPr>
            <p:cNvPr id="69" name="object 69"/>
            <p:cNvSpPr/>
            <p:nvPr/>
          </p:nvSpPr>
          <p:spPr>
            <a:xfrm>
              <a:off x="3656525" y="3528145"/>
              <a:ext cx="2136140" cy="0"/>
            </a:xfrm>
            <a:custGeom>
              <a:avLst/>
              <a:gdLst/>
              <a:ahLst/>
              <a:cxnLst/>
              <a:rect l="l" t="t" r="r" b="b"/>
              <a:pathLst>
                <a:path w="2136140">
                  <a:moveTo>
                    <a:pt x="0" y="0"/>
                  </a:moveTo>
                  <a:lnTo>
                    <a:pt x="1069081" y="0"/>
                  </a:lnTo>
                </a:path>
                <a:path w="2136140">
                  <a:moveTo>
                    <a:pt x="1276923" y="0"/>
                  </a:moveTo>
                  <a:lnTo>
                    <a:pt x="2136105" y="0"/>
                  </a:lnTo>
                </a:path>
              </a:pathLst>
            </a:custGeom>
            <a:ln w="42358">
              <a:solidFill>
                <a:srgbClr val="000000"/>
              </a:solidFill>
            </a:ln>
          </p:spPr>
          <p:txBody>
            <a:bodyPr wrap="square" lIns="0" tIns="0" rIns="0" bIns="0" rtlCol="0"/>
            <a:lstStyle/>
            <a:p/>
          </p:txBody>
        </p:sp>
        <p:sp>
          <p:nvSpPr>
            <p:cNvPr id="70" name="object 70"/>
            <p:cNvSpPr/>
            <p:nvPr/>
          </p:nvSpPr>
          <p:spPr>
            <a:xfrm>
              <a:off x="3645797" y="3748021"/>
              <a:ext cx="2152650" cy="1919605"/>
            </a:xfrm>
            <a:custGeom>
              <a:avLst/>
              <a:gdLst/>
              <a:ahLst/>
              <a:cxnLst/>
              <a:rect l="l" t="t" r="r" b="b"/>
              <a:pathLst>
                <a:path w="2152650" h="1919604">
                  <a:moveTo>
                    <a:pt x="14094" y="0"/>
                  </a:moveTo>
                  <a:lnTo>
                    <a:pt x="2150160" y="0"/>
                  </a:lnTo>
                </a:path>
                <a:path w="2152650" h="1919604">
                  <a:moveTo>
                    <a:pt x="8623" y="199958"/>
                  </a:moveTo>
                  <a:lnTo>
                    <a:pt x="2144689" y="199958"/>
                  </a:lnTo>
                </a:path>
                <a:path w="2152650" h="1919604">
                  <a:moveTo>
                    <a:pt x="16198" y="439863"/>
                  </a:moveTo>
                  <a:lnTo>
                    <a:pt x="2152304" y="439863"/>
                  </a:lnTo>
                </a:path>
                <a:path w="2152650" h="1919604">
                  <a:moveTo>
                    <a:pt x="10727" y="639765"/>
                  </a:moveTo>
                  <a:lnTo>
                    <a:pt x="2146833" y="639765"/>
                  </a:lnTo>
                </a:path>
                <a:path w="2152650" h="1919604">
                  <a:moveTo>
                    <a:pt x="14094" y="859696"/>
                  </a:moveTo>
                  <a:lnTo>
                    <a:pt x="2150160" y="859696"/>
                  </a:lnTo>
                </a:path>
                <a:path w="2152650" h="1919604">
                  <a:moveTo>
                    <a:pt x="8623" y="1059598"/>
                  </a:moveTo>
                  <a:lnTo>
                    <a:pt x="2144689" y="1059598"/>
                  </a:lnTo>
                </a:path>
                <a:path w="2152650" h="1919604">
                  <a:moveTo>
                    <a:pt x="7574" y="1299503"/>
                  </a:moveTo>
                  <a:lnTo>
                    <a:pt x="2143674" y="1299503"/>
                  </a:lnTo>
                </a:path>
                <a:path w="2152650" h="1919604">
                  <a:moveTo>
                    <a:pt x="2103" y="1499405"/>
                  </a:moveTo>
                  <a:lnTo>
                    <a:pt x="2138203" y="1499405"/>
                  </a:lnTo>
                </a:path>
                <a:path w="2152650" h="1919604">
                  <a:moveTo>
                    <a:pt x="5471" y="1719331"/>
                  </a:moveTo>
                  <a:lnTo>
                    <a:pt x="2141531" y="1719331"/>
                  </a:lnTo>
                </a:path>
                <a:path w="2152650" h="1919604">
                  <a:moveTo>
                    <a:pt x="0" y="1919250"/>
                  </a:moveTo>
                  <a:lnTo>
                    <a:pt x="2136060" y="1919250"/>
                  </a:lnTo>
                </a:path>
              </a:pathLst>
            </a:custGeom>
            <a:ln w="42351">
              <a:solidFill>
                <a:srgbClr val="000000"/>
              </a:solidFill>
            </a:ln>
          </p:spPr>
          <p:txBody>
            <a:bodyPr wrap="square" lIns="0" tIns="0" rIns="0" bIns="0" rtlCol="0"/>
            <a:lstStyle/>
            <a:p/>
          </p:txBody>
        </p:sp>
        <p:sp>
          <p:nvSpPr>
            <p:cNvPr id="71" name="object 71"/>
            <p:cNvSpPr/>
            <p:nvPr/>
          </p:nvSpPr>
          <p:spPr>
            <a:xfrm>
              <a:off x="4296892" y="1848817"/>
              <a:ext cx="208279" cy="226060"/>
            </a:xfrm>
            <a:custGeom>
              <a:avLst/>
              <a:gdLst/>
              <a:ahLst/>
              <a:cxnLst/>
              <a:rect l="l" t="t" r="r" b="b"/>
              <a:pathLst>
                <a:path w="208279" h="226060">
                  <a:moveTo>
                    <a:pt x="207841" y="0"/>
                  </a:moveTo>
                  <a:lnTo>
                    <a:pt x="0" y="0"/>
                  </a:lnTo>
                  <a:lnTo>
                    <a:pt x="0" y="225511"/>
                  </a:lnTo>
                  <a:lnTo>
                    <a:pt x="207841" y="225511"/>
                  </a:lnTo>
                  <a:lnTo>
                    <a:pt x="207841" y="0"/>
                  </a:lnTo>
                  <a:close/>
                </a:path>
              </a:pathLst>
            </a:custGeom>
            <a:solidFill>
              <a:srgbClr val="C05046"/>
            </a:solidFill>
          </p:spPr>
          <p:txBody>
            <a:bodyPr wrap="square" lIns="0" tIns="0" rIns="0" bIns="0" rtlCol="0"/>
            <a:lstStyle/>
            <a:p/>
          </p:txBody>
        </p:sp>
        <p:sp>
          <p:nvSpPr>
            <p:cNvPr id="72" name="object 72"/>
            <p:cNvSpPr/>
            <p:nvPr/>
          </p:nvSpPr>
          <p:spPr>
            <a:xfrm>
              <a:off x="4296903" y="1848817"/>
              <a:ext cx="208279" cy="226060"/>
            </a:xfrm>
            <a:custGeom>
              <a:avLst/>
              <a:gdLst/>
              <a:ahLst/>
              <a:cxnLst/>
              <a:rect l="l" t="t" r="r" b="b"/>
              <a:pathLst>
                <a:path w="208279" h="226060">
                  <a:moveTo>
                    <a:pt x="0" y="225511"/>
                  </a:moveTo>
                  <a:lnTo>
                    <a:pt x="207841" y="225511"/>
                  </a:lnTo>
                  <a:lnTo>
                    <a:pt x="207841" y="0"/>
                  </a:lnTo>
                  <a:lnTo>
                    <a:pt x="0" y="0"/>
                  </a:lnTo>
                  <a:lnTo>
                    <a:pt x="0" y="225511"/>
                  </a:lnTo>
                  <a:close/>
                </a:path>
              </a:pathLst>
            </a:custGeom>
            <a:ln w="42350">
              <a:solidFill>
                <a:srgbClr val="000000"/>
              </a:solidFill>
            </a:ln>
          </p:spPr>
          <p:txBody>
            <a:bodyPr wrap="square" lIns="0" tIns="0" rIns="0" bIns="0" rtlCol="0"/>
            <a:lstStyle/>
            <a:p/>
          </p:txBody>
        </p:sp>
        <p:sp>
          <p:nvSpPr>
            <p:cNvPr id="73" name="object 73"/>
            <p:cNvSpPr/>
            <p:nvPr/>
          </p:nvSpPr>
          <p:spPr>
            <a:xfrm>
              <a:off x="5357152" y="1849325"/>
              <a:ext cx="208279" cy="226060"/>
            </a:xfrm>
            <a:custGeom>
              <a:avLst/>
              <a:gdLst/>
              <a:ahLst/>
              <a:cxnLst/>
              <a:rect l="l" t="t" r="r" b="b"/>
              <a:pathLst>
                <a:path w="208279" h="226060">
                  <a:moveTo>
                    <a:pt x="207841" y="0"/>
                  </a:moveTo>
                  <a:lnTo>
                    <a:pt x="0" y="0"/>
                  </a:lnTo>
                  <a:lnTo>
                    <a:pt x="0" y="225511"/>
                  </a:lnTo>
                  <a:lnTo>
                    <a:pt x="207841" y="225511"/>
                  </a:lnTo>
                  <a:lnTo>
                    <a:pt x="207841" y="0"/>
                  </a:lnTo>
                  <a:close/>
                </a:path>
              </a:pathLst>
            </a:custGeom>
            <a:solidFill>
              <a:srgbClr val="C05046"/>
            </a:solidFill>
          </p:spPr>
          <p:txBody>
            <a:bodyPr wrap="square" lIns="0" tIns="0" rIns="0" bIns="0" rtlCol="0"/>
            <a:lstStyle/>
            <a:p/>
          </p:txBody>
        </p:sp>
        <p:sp>
          <p:nvSpPr>
            <p:cNvPr id="74" name="object 74"/>
            <p:cNvSpPr/>
            <p:nvPr/>
          </p:nvSpPr>
          <p:spPr>
            <a:xfrm>
              <a:off x="5357149" y="1849325"/>
              <a:ext cx="208279" cy="226060"/>
            </a:xfrm>
            <a:custGeom>
              <a:avLst/>
              <a:gdLst/>
              <a:ahLst/>
              <a:cxnLst/>
              <a:rect l="l" t="t" r="r" b="b"/>
              <a:pathLst>
                <a:path w="208279" h="226060">
                  <a:moveTo>
                    <a:pt x="0" y="225511"/>
                  </a:moveTo>
                  <a:lnTo>
                    <a:pt x="207841" y="225511"/>
                  </a:lnTo>
                  <a:lnTo>
                    <a:pt x="207841" y="0"/>
                  </a:lnTo>
                  <a:lnTo>
                    <a:pt x="0" y="0"/>
                  </a:lnTo>
                  <a:lnTo>
                    <a:pt x="0" y="225511"/>
                  </a:lnTo>
                  <a:close/>
                </a:path>
              </a:pathLst>
            </a:custGeom>
            <a:ln w="42350">
              <a:solidFill>
                <a:srgbClr val="000000"/>
              </a:solidFill>
            </a:ln>
          </p:spPr>
          <p:txBody>
            <a:bodyPr wrap="square" lIns="0" tIns="0" rIns="0" bIns="0" rtlCol="0"/>
            <a:lstStyle/>
            <a:p/>
          </p:txBody>
        </p:sp>
        <p:sp>
          <p:nvSpPr>
            <p:cNvPr id="75" name="object 75"/>
            <p:cNvSpPr/>
            <p:nvPr/>
          </p:nvSpPr>
          <p:spPr>
            <a:xfrm>
              <a:off x="4725606" y="3328195"/>
              <a:ext cx="208279" cy="226060"/>
            </a:xfrm>
            <a:custGeom>
              <a:avLst/>
              <a:gdLst/>
              <a:ahLst/>
              <a:cxnLst/>
              <a:rect l="l" t="t" r="r" b="b"/>
              <a:pathLst>
                <a:path w="208279" h="226060">
                  <a:moveTo>
                    <a:pt x="207841" y="0"/>
                  </a:moveTo>
                  <a:lnTo>
                    <a:pt x="0" y="0"/>
                  </a:lnTo>
                  <a:lnTo>
                    <a:pt x="0" y="225506"/>
                  </a:lnTo>
                  <a:lnTo>
                    <a:pt x="207841" y="225506"/>
                  </a:lnTo>
                  <a:lnTo>
                    <a:pt x="207841" y="0"/>
                  </a:lnTo>
                  <a:close/>
                </a:path>
              </a:pathLst>
            </a:custGeom>
            <a:solidFill>
              <a:srgbClr val="C05046"/>
            </a:solidFill>
          </p:spPr>
          <p:txBody>
            <a:bodyPr wrap="square" lIns="0" tIns="0" rIns="0" bIns="0" rtlCol="0"/>
            <a:lstStyle/>
            <a:p/>
          </p:txBody>
        </p:sp>
        <p:sp>
          <p:nvSpPr>
            <p:cNvPr id="76" name="object 76"/>
            <p:cNvSpPr/>
            <p:nvPr/>
          </p:nvSpPr>
          <p:spPr>
            <a:xfrm>
              <a:off x="4285340" y="3319397"/>
              <a:ext cx="648335" cy="234315"/>
            </a:xfrm>
            <a:custGeom>
              <a:avLst/>
              <a:gdLst/>
              <a:ahLst/>
              <a:cxnLst/>
              <a:rect l="l" t="t" r="r" b="b"/>
              <a:pathLst>
                <a:path w="648335" h="234314">
                  <a:moveTo>
                    <a:pt x="440274" y="234307"/>
                  </a:moveTo>
                  <a:lnTo>
                    <a:pt x="648116" y="234307"/>
                  </a:lnTo>
                  <a:lnTo>
                    <a:pt x="648116" y="8801"/>
                  </a:lnTo>
                  <a:lnTo>
                    <a:pt x="440274" y="8801"/>
                  </a:lnTo>
                  <a:lnTo>
                    <a:pt x="440274" y="234307"/>
                  </a:lnTo>
                  <a:close/>
                </a:path>
                <a:path w="648335" h="234314">
                  <a:moveTo>
                    <a:pt x="0" y="225506"/>
                  </a:moveTo>
                  <a:lnTo>
                    <a:pt x="207841" y="225506"/>
                  </a:lnTo>
                  <a:lnTo>
                    <a:pt x="207841" y="0"/>
                  </a:lnTo>
                  <a:lnTo>
                    <a:pt x="0" y="0"/>
                  </a:lnTo>
                  <a:lnTo>
                    <a:pt x="0" y="225506"/>
                  </a:lnTo>
                  <a:close/>
                </a:path>
              </a:pathLst>
            </a:custGeom>
            <a:ln w="42351">
              <a:solidFill>
                <a:srgbClr val="000000"/>
              </a:solidFill>
            </a:ln>
          </p:spPr>
          <p:txBody>
            <a:bodyPr wrap="square" lIns="0" tIns="0" rIns="0" bIns="0" rtlCol="0"/>
            <a:lstStyle/>
            <a:p/>
          </p:txBody>
        </p:sp>
        <p:sp>
          <p:nvSpPr>
            <p:cNvPr id="77" name="object 77"/>
            <p:cNvSpPr/>
            <p:nvPr/>
          </p:nvSpPr>
          <p:spPr>
            <a:xfrm>
              <a:off x="5364480" y="3319393"/>
              <a:ext cx="208279" cy="226060"/>
            </a:xfrm>
            <a:custGeom>
              <a:avLst/>
              <a:gdLst/>
              <a:ahLst/>
              <a:cxnLst/>
              <a:rect l="l" t="t" r="r" b="b"/>
              <a:pathLst>
                <a:path w="208279" h="226060">
                  <a:moveTo>
                    <a:pt x="207841" y="0"/>
                  </a:moveTo>
                  <a:lnTo>
                    <a:pt x="0" y="0"/>
                  </a:lnTo>
                  <a:lnTo>
                    <a:pt x="0" y="225506"/>
                  </a:lnTo>
                  <a:lnTo>
                    <a:pt x="207841" y="225506"/>
                  </a:lnTo>
                  <a:lnTo>
                    <a:pt x="207841" y="0"/>
                  </a:lnTo>
                  <a:close/>
                </a:path>
              </a:pathLst>
            </a:custGeom>
            <a:solidFill>
              <a:srgbClr val="C05046"/>
            </a:solidFill>
          </p:spPr>
          <p:txBody>
            <a:bodyPr wrap="square" lIns="0" tIns="0" rIns="0" bIns="0" rtlCol="0"/>
            <a:lstStyle/>
            <a:p/>
          </p:txBody>
        </p:sp>
        <p:sp>
          <p:nvSpPr>
            <p:cNvPr id="78" name="object 78"/>
            <p:cNvSpPr/>
            <p:nvPr/>
          </p:nvSpPr>
          <p:spPr>
            <a:xfrm>
              <a:off x="5364482" y="3319397"/>
              <a:ext cx="208279" cy="226060"/>
            </a:xfrm>
            <a:custGeom>
              <a:avLst/>
              <a:gdLst/>
              <a:ahLst/>
              <a:cxnLst/>
              <a:rect l="l" t="t" r="r" b="b"/>
              <a:pathLst>
                <a:path w="208279" h="226060">
                  <a:moveTo>
                    <a:pt x="0" y="225506"/>
                  </a:moveTo>
                  <a:lnTo>
                    <a:pt x="207841" y="225506"/>
                  </a:lnTo>
                  <a:lnTo>
                    <a:pt x="207841" y="0"/>
                  </a:lnTo>
                  <a:lnTo>
                    <a:pt x="0" y="0"/>
                  </a:lnTo>
                  <a:lnTo>
                    <a:pt x="0" y="225506"/>
                  </a:lnTo>
                  <a:close/>
                </a:path>
              </a:pathLst>
            </a:custGeom>
            <a:ln w="42350">
              <a:solidFill>
                <a:srgbClr val="000000"/>
              </a:solidFill>
            </a:ln>
          </p:spPr>
          <p:txBody>
            <a:bodyPr wrap="square" lIns="0" tIns="0" rIns="0" bIns="0" rtlCol="0"/>
            <a:lstStyle/>
            <a:p/>
          </p:txBody>
        </p:sp>
        <p:sp>
          <p:nvSpPr>
            <p:cNvPr id="79" name="object 79"/>
            <p:cNvSpPr/>
            <p:nvPr/>
          </p:nvSpPr>
          <p:spPr>
            <a:xfrm>
              <a:off x="4285335" y="3319393"/>
              <a:ext cx="208279" cy="226060"/>
            </a:xfrm>
            <a:custGeom>
              <a:avLst/>
              <a:gdLst/>
              <a:ahLst/>
              <a:cxnLst/>
              <a:rect l="l" t="t" r="r" b="b"/>
              <a:pathLst>
                <a:path w="208279" h="226060">
                  <a:moveTo>
                    <a:pt x="207841" y="0"/>
                  </a:moveTo>
                  <a:lnTo>
                    <a:pt x="0" y="0"/>
                  </a:lnTo>
                  <a:lnTo>
                    <a:pt x="0" y="225506"/>
                  </a:lnTo>
                  <a:lnTo>
                    <a:pt x="207841" y="225506"/>
                  </a:lnTo>
                  <a:lnTo>
                    <a:pt x="207841" y="0"/>
                  </a:lnTo>
                  <a:close/>
                </a:path>
              </a:pathLst>
            </a:custGeom>
            <a:solidFill>
              <a:srgbClr val="C05046"/>
            </a:solidFill>
          </p:spPr>
          <p:txBody>
            <a:bodyPr wrap="square" lIns="0" tIns="0" rIns="0" bIns="0" rtlCol="0"/>
            <a:lstStyle/>
            <a:p/>
          </p:txBody>
        </p:sp>
        <p:sp>
          <p:nvSpPr>
            <p:cNvPr id="80" name="object 80"/>
            <p:cNvSpPr/>
            <p:nvPr/>
          </p:nvSpPr>
          <p:spPr>
            <a:xfrm>
              <a:off x="4285340" y="3319397"/>
              <a:ext cx="208279" cy="226060"/>
            </a:xfrm>
            <a:custGeom>
              <a:avLst/>
              <a:gdLst/>
              <a:ahLst/>
              <a:cxnLst/>
              <a:rect l="l" t="t" r="r" b="b"/>
              <a:pathLst>
                <a:path w="208279" h="226060">
                  <a:moveTo>
                    <a:pt x="0" y="225506"/>
                  </a:moveTo>
                  <a:lnTo>
                    <a:pt x="207841" y="225506"/>
                  </a:lnTo>
                  <a:lnTo>
                    <a:pt x="207841" y="0"/>
                  </a:lnTo>
                  <a:lnTo>
                    <a:pt x="0" y="0"/>
                  </a:lnTo>
                  <a:lnTo>
                    <a:pt x="0" y="225506"/>
                  </a:lnTo>
                  <a:close/>
                </a:path>
              </a:pathLst>
            </a:custGeom>
            <a:ln w="42350">
              <a:solidFill>
                <a:srgbClr val="000000"/>
              </a:solidFill>
            </a:ln>
          </p:spPr>
          <p:txBody>
            <a:bodyPr wrap="square" lIns="0" tIns="0" rIns="0" bIns="0" rtlCol="0"/>
            <a:lstStyle/>
            <a:p/>
          </p:txBody>
        </p:sp>
        <p:sp>
          <p:nvSpPr>
            <p:cNvPr id="81" name="object 81"/>
            <p:cNvSpPr/>
            <p:nvPr/>
          </p:nvSpPr>
          <p:spPr>
            <a:xfrm>
              <a:off x="4285335" y="1847230"/>
              <a:ext cx="208279" cy="226060"/>
            </a:xfrm>
            <a:custGeom>
              <a:avLst/>
              <a:gdLst/>
              <a:ahLst/>
              <a:cxnLst/>
              <a:rect l="l" t="t" r="r" b="b"/>
              <a:pathLst>
                <a:path w="208279" h="226060">
                  <a:moveTo>
                    <a:pt x="207841" y="0"/>
                  </a:moveTo>
                  <a:lnTo>
                    <a:pt x="0" y="0"/>
                  </a:lnTo>
                  <a:lnTo>
                    <a:pt x="0" y="225511"/>
                  </a:lnTo>
                  <a:lnTo>
                    <a:pt x="207841" y="225511"/>
                  </a:lnTo>
                  <a:lnTo>
                    <a:pt x="207841" y="0"/>
                  </a:lnTo>
                  <a:close/>
                </a:path>
              </a:pathLst>
            </a:custGeom>
            <a:solidFill>
              <a:srgbClr val="C05046"/>
            </a:solidFill>
          </p:spPr>
          <p:txBody>
            <a:bodyPr wrap="square" lIns="0" tIns="0" rIns="0" bIns="0" rtlCol="0"/>
            <a:lstStyle/>
            <a:p/>
          </p:txBody>
        </p:sp>
        <p:sp>
          <p:nvSpPr>
            <p:cNvPr id="82" name="object 82"/>
            <p:cNvSpPr/>
            <p:nvPr/>
          </p:nvSpPr>
          <p:spPr>
            <a:xfrm>
              <a:off x="4285340" y="1847237"/>
              <a:ext cx="208279" cy="226060"/>
            </a:xfrm>
            <a:custGeom>
              <a:avLst/>
              <a:gdLst/>
              <a:ahLst/>
              <a:cxnLst/>
              <a:rect l="l" t="t" r="r" b="b"/>
              <a:pathLst>
                <a:path w="208279" h="226060">
                  <a:moveTo>
                    <a:pt x="0" y="225511"/>
                  </a:moveTo>
                  <a:lnTo>
                    <a:pt x="207841" y="225511"/>
                  </a:lnTo>
                  <a:lnTo>
                    <a:pt x="207841" y="0"/>
                  </a:lnTo>
                  <a:lnTo>
                    <a:pt x="0" y="0"/>
                  </a:lnTo>
                  <a:lnTo>
                    <a:pt x="0" y="225511"/>
                  </a:lnTo>
                  <a:close/>
                </a:path>
              </a:pathLst>
            </a:custGeom>
            <a:ln w="42350">
              <a:solidFill>
                <a:srgbClr val="000000"/>
              </a:solidFill>
            </a:ln>
          </p:spPr>
          <p:txBody>
            <a:bodyPr wrap="square" lIns="0" tIns="0" rIns="0" bIns="0" rtlCol="0"/>
            <a:lstStyle/>
            <a:p/>
          </p:txBody>
        </p:sp>
      </p:gr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184525" cy="604520"/>
          </a:xfrm>
          <a:prstGeom prst="rect">
            <a:avLst/>
          </a:prstGeom>
        </p:spPr>
        <p:txBody>
          <a:bodyPr vert="horz" wrap="square" lIns="0" tIns="12700" rIns="0" bIns="0" rtlCol="0">
            <a:spAutoFit/>
          </a:bodyPr>
          <a:lstStyle/>
          <a:p>
            <a:pPr marL="12700">
              <a:lnSpc>
                <a:spcPct val="100000"/>
              </a:lnSpc>
              <a:spcBef>
                <a:spcPts val="100"/>
              </a:spcBef>
            </a:pPr>
            <a:r>
              <a:rPr dirty="0"/>
              <a:t>BIST</a:t>
            </a:r>
            <a:r>
              <a:rPr spc="-25" dirty="0"/>
              <a:t> 修复功能</a:t>
            </a:r>
            <a:endParaRPr spc="-25" dirty="0"/>
          </a:p>
        </p:txBody>
      </p:sp>
      <p:grpSp>
        <p:nvGrpSpPr>
          <p:cNvPr id="3" name="object 3"/>
          <p:cNvGrpSpPr/>
          <p:nvPr/>
        </p:nvGrpSpPr>
        <p:grpSpPr>
          <a:xfrm>
            <a:off x="6284033" y="1528221"/>
            <a:ext cx="2546350" cy="4636770"/>
            <a:chOff x="6284033" y="1528221"/>
            <a:chExt cx="2546350" cy="4636770"/>
          </a:xfrm>
        </p:grpSpPr>
        <p:sp>
          <p:nvSpPr>
            <p:cNvPr id="4" name="object 4"/>
            <p:cNvSpPr/>
            <p:nvPr/>
          </p:nvSpPr>
          <p:spPr>
            <a:xfrm>
              <a:off x="6306896" y="1548929"/>
              <a:ext cx="2080895" cy="4225290"/>
            </a:xfrm>
            <a:custGeom>
              <a:avLst/>
              <a:gdLst/>
              <a:ahLst/>
              <a:cxnLst/>
              <a:rect l="l" t="t" r="r" b="b"/>
              <a:pathLst>
                <a:path w="2080895" h="4225290">
                  <a:moveTo>
                    <a:pt x="625690" y="0"/>
                  </a:moveTo>
                  <a:lnTo>
                    <a:pt x="0" y="0"/>
                  </a:lnTo>
                  <a:lnTo>
                    <a:pt x="0" y="4139666"/>
                  </a:lnTo>
                  <a:lnTo>
                    <a:pt x="625690" y="4139666"/>
                  </a:lnTo>
                  <a:lnTo>
                    <a:pt x="625690" y="0"/>
                  </a:lnTo>
                  <a:close/>
                </a:path>
                <a:path w="2080895" h="4225290">
                  <a:moveTo>
                    <a:pt x="1665846" y="0"/>
                  </a:moveTo>
                  <a:lnTo>
                    <a:pt x="829030" y="0"/>
                  </a:lnTo>
                  <a:lnTo>
                    <a:pt x="829030" y="4139666"/>
                  </a:lnTo>
                  <a:lnTo>
                    <a:pt x="1665846" y="4139666"/>
                  </a:lnTo>
                  <a:lnTo>
                    <a:pt x="1665846" y="0"/>
                  </a:lnTo>
                  <a:close/>
                </a:path>
                <a:path w="2080895" h="4225290">
                  <a:moveTo>
                    <a:pt x="2080348" y="0"/>
                  </a:moveTo>
                  <a:lnTo>
                    <a:pt x="1869186" y="0"/>
                  </a:lnTo>
                  <a:lnTo>
                    <a:pt x="1869186" y="4224693"/>
                  </a:lnTo>
                  <a:lnTo>
                    <a:pt x="2080348" y="4224693"/>
                  </a:lnTo>
                  <a:lnTo>
                    <a:pt x="2080348" y="0"/>
                  </a:lnTo>
                  <a:close/>
                </a:path>
              </a:pathLst>
            </a:custGeom>
            <a:solidFill>
              <a:srgbClr val="92CDDC"/>
            </a:solidFill>
          </p:spPr>
          <p:txBody>
            <a:bodyPr wrap="square" lIns="0" tIns="0" rIns="0" bIns="0" rtlCol="0"/>
            <a:lstStyle/>
            <a:p/>
          </p:txBody>
        </p:sp>
        <p:sp>
          <p:nvSpPr>
            <p:cNvPr id="5" name="object 5"/>
            <p:cNvSpPr/>
            <p:nvPr/>
          </p:nvSpPr>
          <p:spPr>
            <a:xfrm>
              <a:off x="6306905" y="1548936"/>
              <a:ext cx="2080895" cy="4225290"/>
            </a:xfrm>
            <a:custGeom>
              <a:avLst/>
              <a:gdLst/>
              <a:ahLst/>
              <a:cxnLst/>
              <a:rect l="l" t="t" r="r" b="b"/>
              <a:pathLst>
                <a:path w="2080895" h="4225290">
                  <a:moveTo>
                    <a:pt x="0" y="4224686"/>
                  </a:moveTo>
                  <a:lnTo>
                    <a:pt x="2080354" y="4224686"/>
                  </a:lnTo>
                  <a:lnTo>
                    <a:pt x="2080354" y="0"/>
                  </a:lnTo>
                  <a:lnTo>
                    <a:pt x="0" y="0"/>
                  </a:lnTo>
                  <a:lnTo>
                    <a:pt x="0" y="4224686"/>
                  </a:lnTo>
                  <a:close/>
                </a:path>
              </a:pathLst>
            </a:custGeom>
            <a:ln w="41429">
              <a:solidFill>
                <a:srgbClr val="92CDDC"/>
              </a:solidFill>
            </a:ln>
          </p:spPr>
          <p:txBody>
            <a:bodyPr wrap="square" lIns="0" tIns="0" rIns="0" bIns="0" rtlCol="0"/>
            <a:lstStyle/>
            <a:p/>
          </p:txBody>
        </p:sp>
        <p:sp>
          <p:nvSpPr>
            <p:cNvPr id="6" name="object 6"/>
            <p:cNvSpPr/>
            <p:nvPr/>
          </p:nvSpPr>
          <p:spPr>
            <a:xfrm>
              <a:off x="7972742" y="1548929"/>
              <a:ext cx="203835" cy="4140200"/>
            </a:xfrm>
            <a:custGeom>
              <a:avLst/>
              <a:gdLst/>
              <a:ahLst/>
              <a:cxnLst/>
              <a:rect l="l" t="t" r="r" b="b"/>
              <a:pathLst>
                <a:path w="203834" h="4140200">
                  <a:moveTo>
                    <a:pt x="203339" y="2066150"/>
                  </a:moveTo>
                  <a:lnTo>
                    <a:pt x="0" y="2066150"/>
                  </a:lnTo>
                  <a:lnTo>
                    <a:pt x="0" y="4139666"/>
                  </a:lnTo>
                  <a:lnTo>
                    <a:pt x="203339" y="4139666"/>
                  </a:lnTo>
                  <a:lnTo>
                    <a:pt x="203339" y="2066150"/>
                  </a:lnTo>
                  <a:close/>
                </a:path>
                <a:path w="203834" h="4140200">
                  <a:moveTo>
                    <a:pt x="203339" y="602043"/>
                  </a:moveTo>
                  <a:lnTo>
                    <a:pt x="0" y="602043"/>
                  </a:lnTo>
                  <a:lnTo>
                    <a:pt x="0" y="1845538"/>
                  </a:lnTo>
                  <a:lnTo>
                    <a:pt x="203339" y="1845538"/>
                  </a:lnTo>
                  <a:lnTo>
                    <a:pt x="203339" y="602043"/>
                  </a:lnTo>
                  <a:close/>
                </a:path>
                <a:path w="203834" h="4140200">
                  <a:moveTo>
                    <a:pt x="203339" y="0"/>
                  </a:moveTo>
                  <a:lnTo>
                    <a:pt x="0" y="0"/>
                  </a:lnTo>
                  <a:lnTo>
                    <a:pt x="0" y="381419"/>
                  </a:lnTo>
                  <a:lnTo>
                    <a:pt x="203339" y="381419"/>
                  </a:lnTo>
                  <a:lnTo>
                    <a:pt x="203339" y="0"/>
                  </a:lnTo>
                  <a:close/>
                </a:path>
              </a:pathLst>
            </a:custGeom>
            <a:solidFill>
              <a:srgbClr val="C4D6A0"/>
            </a:solidFill>
          </p:spPr>
          <p:txBody>
            <a:bodyPr wrap="square" lIns="0" tIns="0" rIns="0" bIns="0" rtlCol="0"/>
            <a:lstStyle/>
            <a:p/>
          </p:txBody>
        </p:sp>
        <p:sp>
          <p:nvSpPr>
            <p:cNvPr id="7" name="object 7"/>
            <p:cNvSpPr/>
            <p:nvPr/>
          </p:nvSpPr>
          <p:spPr>
            <a:xfrm>
              <a:off x="7972745" y="1548936"/>
              <a:ext cx="203835" cy="4225290"/>
            </a:xfrm>
            <a:custGeom>
              <a:avLst/>
              <a:gdLst/>
              <a:ahLst/>
              <a:cxnLst/>
              <a:rect l="l" t="t" r="r" b="b"/>
              <a:pathLst>
                <a:path w="203834" h="4225290">
                  <a:moveTo>
                    <a:pt x="0" y="4224686"/>
                  </a:moveTo>
                  <a:lnTo>
                    <a:pt x="203339" y="4224686"/>
                  </a:lnTo>
                  <a:lnTo>
                    <a:pt x="203339" y="0"/>
                  </a:lnTo>
                  <a:lnTo>
                    <a:pt x="0" y="0"/>
                  </a:lnTo>
                  <a:lnTo>
                    <a:pt x="0" y="4224686"/>
                  </a:lnTo>
                  <a:close/>
                </a:path>
              </a:pathLst>
            </a:custGeom>
            <a:ln w="41426">
              <a:solidFill>
                <a:srgbClr val="000000"/>
              </a:solidFill>
            </a:ln>
          </p:spPr>
          <p:txBody>
            <a:bodyPr wrap="square" lIns="0" tIns="0" rIns="0" bIns="0" rtlCol="0"/>
            <a:lstStyle/>
            <a:p/>
          </p:txBody>
        </p:sp>
        <p:sp>
          <p:nvSpPr>
            <p:cNvPr id="8" name="object 8"/>
            <p:cNvSpPr/>
            <p:nvPr/>
          </p:nvSpPr>
          <p:spPr>
            <a:xfrm>
              <a:off x="8395080" y="1548928"/>
              <a:ext cx="203835" cy="4225290"/>
            </a:xfrm>
            <a:custGeom>
              <a:avLst/>
              <a:gdLst/>
              <a:ahLst/>
              <a:cxnLst/>
              <a:rect l="l" t="t" r="r" b="b"/>
              <a:pathLst>
                <a:path w="203834" h="4225290">
                  <a:moveTo>
                    <a:pt x="203339" y="0"/>
                  </a:moveTo>
                  <a:lnTo>
                    <a:pt x="0" y="0"/>
                  </a:lnTo>
                  <a:lnTo>
                    <a:pt x="0" y="4224693"/>
                  </a:lnTo>
                  <a:lnTo>
                    <a:pt x="203339" y="4224693"/>
                  </a:lnTo>
                  <a:lnTo>
                    <a:pt x="203339" y="0"/>
                  </a:lnTo>
                  <a:close/>
                </a:path>
              </a:pathLst>
            </a:custGeom>
            <a:solidFill>
              <a:srgbClr val="BFBFBF"/>
            </a:solidFill>
          </p:spPr>
          <p:txBody>
            <a:bodyPr wrap="square" lIns="0" tIns="0" rIns="0" bIns="0" rtlCol="0"/>
            <a:lstStyle/>
            <a:p/>
          </p:txBody>
        </p:sp>
        <p:sp>
          <p:nvSpPr>
            <p:cNvPr id="9" name="object 9"/>
            <p:cNvSpPr/>
            <p:nvPr/>
          </p:nvSpPr>
          <p:spPr>
            <a:xfrm>
              <a:off x="8395095" y="1548936"/>
              <a:ext cx="203835" cy="4225290"/>
            </a:xfrm>
            <a:custGeom>
              <a:avLst/>
              <a:gdLst/>
              <a:ahLst/>
              <a:cxnLst/>
              <a:rect l="l" t="t" r="r" b="b"/>
              <a:pathLst>
                <a:path w="203834" h="4225290">
                  <a:moveTo>
                    <a:pt x="0" y="4224686"/>
                  </a:moveTo>
                  <a:lnTo>
                    <a:pt x="203339" y="4224686"/>
                  </a:lnTo>
                  <a:lnTo>
                    <a:pt x="203339" y="0"/>
                  </a:lnTo>
                  <a:lnTo>
                    <a:pt x="0" y="0"/>
                  </a:lnTo>
                  <a:lnTo>
                    <a:pt x="0" y="4224686"/>
                  </a:lnTo>
                  <a:close/>
                </a:path>
              </a:pathLst>
            </a:custGeom>
            <a:ln w="41426">
              <a:solidFill>
                <a:srgbClr val="000000"/>
              </a:solidFill>
            </a:ln>
          </p:spPr>
          <p:txBody>
            <a:bodyPr wrap="square" lIns="0" tIns="0" rIns="0" bIns="0" rtlCol="0"/>
            <a:lstStyle/>
            <a:p/>
          </p:txBody>
        </p:sp>
        <p:sp>
          <p:nvSpPr>
            <p:cNvPr id="10" name="object 10"/>
            <p:cNvSpPr/>
            <p:nvPr/>
          </p:nvSpPr>
          <p:spPr>
            <a:xfrm>
              <a:off x="8606256" y="1548928"/>
              <a:ext cx="203835" cy="4225290"/>
            </a:xfrm>
            <a:custGeom>
              <a:avLst/>
              <a:gdLst/>
              <a:ahLst/>
              <a:cxnLst/>
              <a:rect l="l" t="t" r="r" b="b"/>
              <a:pathLst>
                <a:path w="203834" h="4225290">
                  <a:moveTo>
                    <a:pt x="203339" y="0"/>
                  </a:moveTo>
                  <a:lnTo>
                    <a:pt x="0" y="0"/>
                  </a:lnTo>
                  <a:lnTo>
                    <a:pt x="0" y="4224693"/>
                  </a:lnTo>
                  <a:lnTo>
                    <a:pt x="203339" y="4224693"/>
                  </a:lnTo>
                  <a:lnTo>
                    <a:pt x="203339" y="0"/>
                  </a:lnTo>
                  <a:close/>
                </a:path>
              </a:pathLst>
            </a:custGeom>
            <a:solidFill>
              <a:srgbClr val="BFBFBF"/>
            </a:solidFill>
          </p:spPr>
          <p:txBody>
            <a:bodyPr wrap="square" lIns="0" tIns="0" rIns="0" bIns="0" rtlCol="0"/>
            <a:lstStyle/>
            <a:p/>
          </p:txBody>
        </p:sp>
        <p:sp>
          <p:nvSpPr>
            <p:cNvPr id="11" name="object 11"/>
            <p:cNvSpPr/>
            <p:nvPr/>
          </p:nvSpPr>
          <p:spPr>
            <a:xfrm>
              <a:off x="8606271" y="1548936"/>
              <a:ext cx="203835" cy="4225290"/>
            </a:xfrm>
            <a:custGeom>
              <a:avLst/>
              <a:gdLst/>
              <a:ahLst/>
              <a:cxnLst/>
              <a:rect l="l" t="t" r="r" b="b"/>
              <a:pathLst>
                <a:path w="203834" h="4225290">
                  <a:moveTo>
                    <a:pt x="0" y="4224686"/>
                  </a:moveTo>
                  <a:lnTo>
                    <a:pt x="203339" y="4224686"/>
                  </a:lnTo>
                  <a:lnTo>
                    <a:pt x="203339" y="0"/>
                  </a:lnTo>
                  <a:lnTo>
                    <a:pt x="0" y="0"/>
                  </a:lnTo>
                  <a:lnTo>
                    <a:pt x="0" y="4224686"/>
                  </a:lnTo>
                  <a:close/>
                </a:path>
              </a:pathLst>
            </a:custGeom>
            <a:ln w="41426">
              <a:solidFill>
                <a:srgbClr val="000000"/>
              </a:solidFill>
            </a:ln>
          </p:spPr>
          <p:txBody>
            <a:bodyPr wrap="square" lIns="0" tIns="0" rIns="0" bIns="0" rtlCol="0"/>
            <a:lstStyle/>
            <a:p/>
          </p:txBody>
        </p:sp>
        <p:sp>
          <p:nvSpPr>
            <p:cNvPr id="12" name="object 12"/>
            <p:cNvSpPr/>
            <p:nvPr/>
          </p:nvSpPr>
          <p:spPr>
            <a:xfrm>
              <a:off x="6306896" y="1548928"/>
              <a:ext cx="203835" cy="4140200"/>
            </a:xfrm>
            <a:custGeom>
              <a:avLst/>
              <a:gdLst/>
              <a:ahLst/>
              <a:cxnLst/>
              <a:rect l="l" t="t" r="r" b="b"/>
              <a:pathLst>
                <a:path w="203834" h="4140200">
                  <a:moveTo>
                    <a:pt x="0" y="4139657"/>
                  </a:moveTo>
                  <a:lnTo>
                    <a:pt x="203339" y="4139657"/>
                  </a:lnTo>
                  <a:lnTo>
                    <a:pt x="203339" y="0"/>
                  </a:lnTo>
                  <a:lnTo>
                    <a:pt x="0" y="0"/>
                  </a:lnTo>
                  <a:lnTo>
                    <a:pt x="0" y="4139657"/>
                  </a:lnTo>
                  <a:close/>
                </a:path>
              </a:pathLst>
            </a:custGeom>
            <a:solidFill>
              <a:srgbClr val="92CDDC"/>
            </a:solidFill>
          </p:spPr>
          <p:txBody>
            <a:bodyPr wrap="square" lIns="0" tIns="0" rIns="0" bIns="0" rtlCol="0"/>
            <a:lstStyle/>
            <a:p/>
          </p:txBody>
        </p:sp>
        <p:sp>
          <p:nvSpPr>
            <p:cNvPr id="13" name="object 13"/>
            <p:cNvSpPr/>
            <p:nvPr/>
          </p:nvSpPr>
          <p:spPr>
            <a:xfrm>
              <a:off x="6306905" y="1548936"/>
              <a:ext cx="203835" cy="4225290"/>
            </a:xfrm>
            <a:custGeom>
              <a:avLst/>
              <a:gdLst/>
              <a:ahLst/>
              <a:cxnLst/>
              <a:rect l="l" t="t" r="r" b="b"/>
              <a:pathLst>
                <a:path w="203834" h="4225290">
                  <a:moveTo>
                    <a:pt x="0" y="4224686"/>
                  </a:moveTo>
                  <a:lnTo>
                    <a:pt x="203339" y="4224686"/>
                  </a:lnTo>
                  <a:lnTo>
                    <a:pt x="203339" y="0"/>
                  </a:lnTo>
                  <a:lnTo>
                    <a:pt x="0" y="0"/>
                  </a:lnTo>
                  <a:lnTo>
                    <a:pt x="0" y="4224686"/>
                  </a:lnTo>
                  <a:close/>
                </a:path>
              </a:pathLst>
            </a:custGeom>
            <a:ln w="41426">
              <a:solidFill>
                <a:srgbClr val="000000"/>
              </a:solidFill>
            </a:ln>
          </p:spPr>
          <p:txBody>
            <a:bodyPr wrap="square" lIns="0" tIns="0" rIns="0" bIns="0" rtlCol="0"/>
            <a:lstStyle/>
            <a:p/>
          </p:txBody>
        </p:sp>
        <p:sp>
          <p:nvSpPr>
            <p:cNvPr id="14" name="object 14"/>
            <p:cNvSpPr/>
            <p:nvPr/>
          </p:nvSpPr>
          <p:spPr>
            <a:xfrm>
              <a:off x="6518071" y="1548929"/>
              <a:ext cx="203835" cy="4140200"/>
            </a:xfrm>
            <a:custGeom>
              <a:avLst/>
              <a:gdLst/>
              <a:ahLst/>
              <a:cxnLst/>
              <a:rect l="l" t="t" r="r" b="b"/>
              <a:pathLst>
                <a:path w="203834" h="4140200">
                  <a:moveTo>
                    <a:pt x="203339" y="2058924"/>
                  </a:moveTo>
                  <a:lnTo>
                    <a:pt x="0" y="2058924"/>
                  </a:lnTo>
                  <a:lnTo>
                    <a:pt x="0" y="4139666"/>
                  </a:lnTo>
                  <a:lnTo>
                    <a:pt x="203339" y="4139666"/>
                  </a:lnTo>
                  <a:lnTo>
                    <a:pt x="203339" y="2058924"/>
                  </a:lnTo>
                  <a:close/>
                </a:path>
                <a:path w="203834" h="4140200">
                  <a:moveTo>
                    <a:pt x="203339" y="0"/>
                  </a:moveTo>
                  <a:lnTo>
                    <a:pt x="0" y="0"/>
                  </a:lnTo>
                  <a:lnTo>
                    <a:pt x="0" y="1847189"/>
                  </a:lnTo>
                  <a:lnTo>
                    <a:pt x="203339" y="1847189"/>
                  </a:lnTo>
                  <a:lnTo>
                    <a:pt x="203339" y="0"/>
                  </a:lnTo>
                  <a:close/>
                </a:path>
              </a:pathLst>
            </a:custGeom>
            <a:solidFill>
              <a:srgbClr val="92CDDC"/>
            </a:solidFill>
          </p:spPr>
          <p:txBody>
            <a:bodyPr wrap="square" lIns="0" tIns="0" rIns="0" bIns="0" rtlCol="0"/>
            <a:lstStyle/>
            <a:p/>
          </p:txBody>
        </p:sp>
        <p:sp>
          <p:nvSpPr>
            <p:cNvPr id="15" name="object 15"/>
            <p:cNvSpPr/>
            <p:nvPr/>
          </p:nvSpPr>
          <p:spPr>
            <a:xfrm>
              <a:off x="6518080" y="1548936"/>
              <a:ext cx="203835" cy="4225290"/>
            </a:xfrm>
            <a:custGeom>
              <a:avLst/>
              <a:gdLst/>
              <a:ahLst/>
              <a:cxnLst/>
              <a:rect l="l" t="t" r="r" b="b"/>
              <a:pathLst>
                <a:path w="203834" h="4225290">
                  <a:moveTo>
                    <a:pt x="0" y="4224686"/>
                  </a:moveTo>
                  <a:lnTo>
                    <a:pt x="203339" y="4224686"/>
                  </a:lnTo>
                  <a:lnTo>
                    <a:pt x="203339" y="0"/>
                  </a:lnTo>
                  <a:lnTo>
                    <a:pt x="0" y="0"/>
                  </a:lnTo>
                  <a:lnTo>
                    <a:pt x="0" y="4224686"/>
                  </a:lnTo>
                  <a:close/>
                </a:path>
              </a:pathLst>
            </a:custGeom>
            <a:ln w="41426">
              <a:solidFill>
                <a:srgbClr val="000000"/>
              </a:solidFill>
            </a:ln>
          </p:spPr>
          <p:txBody>
            <a:bodyPr wrap="square" lIns="0" tIns="0" rIns="0" bIns="0" rtlCol="0"/>
            <a:lstStyle/>
            <a:p/>
          </p:txBody>
        </p:sp>
        <p:sp>
          <p:nvSpPr>
            <p:cNvPr id="16" name="object 16"/>
            <p:cNvSpPr/>
            <p:nvPr/>
          </p:nvSpPr>
          <p:spPr>
            <a:xfrm>
              <a:off x="6721411" y="1548928"/>
              <a:ext cx="203835" cy="4140200"/>
            </a:xfrm>
            <a:custGeom>
              <a:avLst/>
              <a:gdLst/>
              <a:ahLst/>
              <a:cxnLst/>
              <a:rect l="l" t="t" r="r" b="b"/>
              <a:pathLst>
                <a:path w="203834" h="4140200">
                  <a:moveTo>
                    <a:pt x="0" y="4139657"/>
                  </a:moveTo>
                  <a:lnTo>
                    <a:pt x="203339" y="4139657"/>
                  </a:lnTo>
                  <a:lnTo>
                    <a:pt x="203339" y="0"/>
                  </a:lnTo>
                  <a:lnTo>
                    <a:pt x="0" y="0"/>
                  </a:lnTo>
                  <a:lnTo>
                    <a:pt x="0" y="4139657"/>
                  </a:lnTo>
                  <a:close/>
                </a:path>
              </a:pathLst>
            </a:custGeom>
            <a:solidFill>
              <a:srgbClr val="92CDDC"/>
            </a:solidFill>
          </p:spPr>
          <p:txBody>
            <a:bodyPr wrap="square" lIns="0" tIns="0" rIns="0" bIns="0" rtlCol="0"/>
            <a:lstStyle/>
            <a:p/>
          </p:txBody>
        </p:sp>
        <p:sp>
          <p:nvSpPr>
            <p:cNvPr id="17" name="object 17"/>
            <p:cNvSpPr/>
            <p:nvPr/>
          </p:nvSpPr>
          <p:spPr>
            <a:xfrm>
              <a:off x="6721420" y="1548936"/>
              <a:ext cx="203835" cy="4225290"/>
            </a:xfrm>
            <a:custGeom>
              <a:avLst/>
              <a:gdLst/>
              <a:ahLst/>
              <a:cxnLst/>
              <a:rect l="l" t="t" r="r" b="b"/>
              <a:pathLst>
                <a:path w="203834" h="4225290">
                  <a:moveTo>
                    <a:pt x="0" y="4224686"/>
                  </a:moveTo>
                  <a:lnTo>
                    <a:pt x="203339" y="4224686"/>
                  </a:lnTo>
                  <a:lnTo>
                    <a:pt x="203339" y="0"/>
                  </a:lnTo>
                  <a:lnTo>
                    <a:pt x="0" y="0"/>
                  </a:lnTo>
                  <a:lnTo>
                    <a:pt x="0" y="4224686"/>
                  </a:lnTo>
                  <a:close/>
                </a:path>
              </a:pathLst>
            </a:custGeom>
            <a:ln w="41426">
              <a:solidFill>
                <a:srgbClr val="000000"/>
              </a:solidFill>
            </a:ln>
          </p:spPr>
          <p:txBody>
            <a:bodyPr wrap="square" lIns="0" tIns="0" rIns="0" bIns="0" rtlCol="0"/>
            <a:lstStyle/>
            <a:p/>
          </p:txBody>
        </p:sp>
        <p:sp>
          <p:nvSpPr>
            <p:cNvPr id="18" name="object 18"/>
            <p:cNvSpPr/>
            <p:nvPr/>
          </p:nvSpPr>
          <p:spPr>
            <a:xfrm>
              <a:off x="6932587" y="1548929"/>
              <a:ext cx="203835" cy="4140200"/>
            </a:xfrm>
            <a:custGeom>
              <a:avLst/>
              <a:gdLst/>
              <a:ahLst/>
              <a:cxnLst/>
              <a:rect l="l" t="t" r="r" b="b"/>
              <a:pathLst>
                <a:path w="203834" h="4140200">
                  <a:moveTo>
                    <a:pt x="203339" y="621969"/>
                  </a:moveTo>
                  <a:lnTo>
                    <a:pt x="0" y="621969"/>
                  </a:lnTo>
                  <a:lnTo>
                    <a:pt x="0" y="4139666"/>
                  </a:lnTo>
                  <a:lnTo>
                    <a:pt x="203339" y="4139666"/>
                  </a:lnTo>
                  <a:lnTo>
                    <a:pt x="203339" y="621969"/>
                  </a:lnTo>
                  <a:close/>
                </a:path>
                <a:path w="203834" h="4140200">
                  <a:moveTo>
                    <a:pt x="203339" y="0"/>
                  </a:moveTo>
                  <a:lnTo>
                    <a:pt x="0" y="0"/>
                  </a:lnTo>
                  <a:lnTo>
                    <a:pt x="0" y="401345"/>
                  </a:lnTo>
                  <a:lnTo>
                    <a:pt x="203339" y="401345"/>
                  </a:lnTo>
                  <a:lnTo>
                    <a:pt x="203339" y="0"/>
                  </a:lnTo>
                  <a:close/>
                </a:path>
              </a:pathLst>
            </a:custGeom>
            <a:solidFill>
              <a:srgbClr val="C4D6A0"/>
            </a:solidFill>
          </p:spPr>
          <p:txBody>
            <a:bodyPr wrap="square" lIns="0" tIns="0" rIns="0" bIns="0" rtlCol="0"/>
            <a:lstStyle/>
            <a:p/>
          </p:txBody>
        </p:sp>
        <p:sp>
          <p:nvSpPr>
            <p:cNvPr id="19" name="object 19"/>
            <p:cNvSpPr/>
            <p:nvPr/>
          </p:nvSpPr>
          <p:spPr>
            <a:xfrm>
              <a:off x="6932595" y="1548936"/>
              <a:ext cx="203835" cy="4225290"/>
            </a:xfrm>
            <a:custGeom>
              <a:avLst/>
              <a:gdLst/>
              <a:ahLst/>
              <a:cxnLst/>
              <a:rect l="l" t="t" r="r" b="b"/>
              <a:pathLst>
                <a:path w="203834" h="4225290">
                  <a:moveTo>
                    <a:pt x="0" y="4224686"/>
                  </a:moveTo>
                  <a:lnTo>
                    <a:pt x="203339" y="4224686"/>
                  </a:lnTo>
                  <a:lnTo>
                    <a:pt x="203339" y="0"/>
                  </a:lnTo>
                  <a:lnTo>
                    <a:pt x="0" y="0"/>
                  </a:lnTo>
                  <a:lnTo>
                    <a:pt x="0" y="4224686"/>
                  </a:lnTo>
                  <a:close/>
                </a:path>
              </a:pathLst>
            </a:custGeom>
            <a:ln w="41426">
              <a:solidFill>
                <a:srgbClr val="000000"/>
              </a:solidFill>
            </a:ln>
          </p:spPr>
          <p:txBody>
            <a:bodyPr wrap="square" lIns="0" tIns="0" rIns="0" bIns="0" rtlCol="0"/>
            <a:lstStyle/>
            <a:p/>
          </p:txBody>
        </p:sp>
        <p:sp>
          <p:nvSpPr>
            <p:cNvPr id="20" name="object 20"/>
            <p:cNvSpPr/>
            <p:nvPr/>
          </p:nvSpPr>
          <p:spPr>
            <a:xfrm>
              <a:off x="7139850" y="1548928"/>
              <a:ext cx="203835" cy="4140200"/>
            </a:xfrm>
            <a:custGeom>
              <a:avLst/>
              <a:gdLst/>
              <a:ahLst/>
              <a:cxnLst/>
              <a:rect l="l" t="t" r="r" b="b"/>
              <a:pathLst>
                <a:path w="203834" h="4140200">
                  <a:moveTo>
                    <a:pt x="0" y="4139657"/>
                  </a:moveTo>
                  <a:lnTo>
                    <a:pt x="203339" y="4139657"/>
                  </a:lnTo>
                  <a:lnTo>
                    <a:pt x="203339" y="0"/>
                  </a:lnTo>
                  <a:lnTo>
                    <a:pt x="0" y="0"/>
                  </a:lnTo>
                  <a:lnTo>
                    <a:pt x="0" y="4139657"/>
                  </a:lnTo>
                  <a:close/>
                </a:path>
              </a:pathLst>
            </a:custGeom>
            <a:solidFill>
              <a:srgbClr val="92CDDC"/>
            </a:solidFill>
          </p:spPr>
          <p:txBody>
            <a:bodyPr wrap="square" lIns="0" tIns="0" rIns="0" bIns="0" rtlCol="0"/>
            <a:lstStyle/>
            <a:p/>
          </p:txBody>
        </p:sp>
        <p:sp>
          <p:nvSpPr>
            <p:cNvPr id="21" name="object 21"/>
            <p:cNvSpPr/>
            <p:nvPr/>
          </p:nvSpPr>
          <p:spPr>
            <a:xfrm>
              <a:off x="7139853" y="1548936"/>
              <a:ext cx="203835" cy="4225290"/>
            </a:xfrm>
            <a:custGeom>
              <a:avLst/>
              <a:gdLst/>
              <a:ahLst/>
              <a:cxnLst/>
              <a:rect l="l" t="t" r="r" b="b"/>
              <a:pathLst>
                <a:path w="203834" h="4225290">
                  <a:moveTo>
                    <a:pt x="0" y="4224686"/>
                  </a:moveTo>
                  <a:lnTo>
                    <a:pt x="203339" y="4224686"/>
                  </a:lnTo>
                  <a:lnTo>
                    <a:pt x="203339" y="0"/>
                  </a:lnTo>
                  <a:lnTo>
                    <a:pt x="0" y="0"/>
                  </a:lnTo>
                  <a:lnTo>
                    <a:pt x="0" y="4224686"/>
                  </a:lnTo>
                  <a:close/>
                </a:path>
              </a:pathLst>
            </a:custGeom>
            <a:ln w="41426">
              <a:solidFill>
                <a:srgbClr val="000000"/>
              </a:solidFill>
            </a:ln>
          </p:spPr>
          <p:txBody>
            <a:bodyPr wrap="square" lIns="0" tIns="0" rIns="0" bIns="0" rtlCol="0"/>
            <a:lstStyle/>
            <a:p/>
          </p:txBody>
        </p:sp>
        <p:sp>
          <p:nvSpPr>
            <p:cNvPr id="22" name="object 22"/>
            <p:cNvSpPr/>
            <p:nvPr/>
          </p:nvSpPr>
          <p:spPr>
            <a:xfrm>
              <a:off x="7350963" y="1548928"/>
              <a:ext cx="203835" cy="4140200"/>
            </a:xfrm>
            <a:custGeom>
              <a:avLst/>
              <a:gdLst/>
              <a:ahLst/>
              <a:cxnLst/>
              <a:rect l="l" t="t" r="r" b="b"/>
              <a:pathLst>
                <a:path w="203834" h="4140200">
                  <a:moveTo>
                    <a:pt x="0" y="4139657"/>
                  </a:moveTo>
                  <a:lnTo>
                    <a:pt x="203339" y="4139657"/>
                  </a:lnTo>
                  <a:lnTo>
                    <a:pt x="203339" y="0"/>
                  </a:lnTo>
                  <a:lnTo>
                    <a:pt x="0" y="0"/>
                  </a:lnTo>
                  <a:lnTo>
                    <a:pt x="0" y="4139657"/>
                  </a:lnTo>
                  <a:close/>
                </a:path>
              </a:pathLst>
            </a:custGeom>
            <a:solidFill>
              <a:srgbClr val="92CDDC"/>
            </a:solidFill>
          </p:spPr>
          <p:txBody>
            <a:bodyPr wrap="square" lIns="0" tIns="0" rIns="0" bIns="0" rtlCol="0"/>
            <a:lstStyle/>
            <a:p/>
          </p:txBody>
        </p:sp>
        <p:sp>
          <p:nvSpPr>
            <p:cNvPr id="23" name="object 23"/>
            <p:cNvSpPr/>
            <p:nvPr/>
          </p:nvSpPr>
          <p:spPr>
            <a:xfrm>
              <a:off x="7350973" y="1548936"/>
              <a:ext cx="203835" cy="4225290"/>
            </a:xfrm>
            <a:custGeom>
              <a:avLst/>
              <a:gdLst/>
              <a:ahLst/>
              <a:cxnLst/>
              <a:rect l="l" t="t" r="r" b="b"/>
              <a:pathLst>
                <a:path w="203834" h="4225290">
                  <a:moveTo>
                    <a:pt x="0" y="4224686"/>
                  </a:moveTo>
                  <a:lnTo>
                    <a:pt x="203339" y="4224686"/>
                  </a:lnTo>
                  <a:lnTo>
                    <a:pt x="203339" y="0"/>
                  </a:lnTo>
                  <a:lnTo>
                    <a:pt x="0" y="0"/>
                  </a:lnTo>
                  <a:lnTo>
                    <a:pt x="0" y="4224686"/>
                  </a:lnTo>
                  <a:close/>
                </a:path>
              </a:pathLst>
            </a:custGeom>
            <a:ln w="41426">
              <a:solidFill>
                <a:srgbClr val="000000"/>
              </a:solidFill>
            </a:ln>
          </p:spPr>
          <p:txBody>
            <a:bodyPr wrap="square" lIns="0" tIns="0" rIns="0" bIns="0" rtlCol="0"/>
            <a:lstStyle/>
            <a:p/>
          </p:txBody>
        </p:sp>
        <p:sp>
          <p:nvSpPr>
            <p:cNvPr id="24" name="object 24"/>
            <p:cNvSpPr/>
            <p:nvPr/>
          </p:nvSpPr>
          <p:spPr>
            <a:xfrm>
              <a:off x="7558227" y="1548929"/>
              <a:ext cx="203835" cy="4140200"/>
            </a:xfrm>
            <a:custGeom>
              <a:avLst/>
              <a:gdLst/>
              <a:ahLst/>
              <a:cxnLst/>
              <a:rect l="l" t="t" r="r" b="b"/>
              <a:pathLst>
                <a:path w="203834" h="4140200">
                  <a:moveTo>
                    <a:pt x="203327" y="2058924"/>
                  </a:moveTo>
                  <a:lnTo>
                    <a:pt x="0" y="2058924"/>
                  </a:lnTo>
                  <a:lnTo>
                    <a:pt x="0" y="4139666"/>
                  </a:lnTo>
                  <a:lnTo>
                    <a:pt x="203327" y="4139666"/>
                  </a:lnTo>
                  <a:lnTo>
                    <a:pt x="203327" y="2058924"/>
                  </a:lnTo>
                  <a:close/>
                </a:path>
                <a:path w="203834" h="4140200">
                  <a:moveTo>
                    <a:pt x="203327" y="0"/>
                  </a:moveTo>
                  <a:lnTo>
                    <a:pt x="0" y="0"/>
                  </a:lnTo>
                  <a:lnTo>
                    <a:pt x="0" y="1847189"/>
                  </a:lnTo>
                  <a:lnTo>
                    <a:pt x="203327" y="1847189"/>
                  </a:lnTo>
                  <a:lnTo>
                    <a:pt x="203327" y="0"/>
                  </a:lnTo>
                  <a:close/>
                </a:path>
              </a:pathLst>
            </a:custGeom>
            <a:solidFill>
              <a:srgbClr val="92CDDC"/>
            </a:solidFill>
          </p:spPr>
          <p:txBody>
            <a:bodyPr wrap="square" lIns="0" tIns="0" rIns="0" bIns="0" rtlCol="0"/>
            <a:lstStyle/>
            <a:p/>
          </p:txBody>
        </p:sp>
        <p:sp>
          <p:nvSpPr>
            <p:cNvPr id="25" name="object 25"/>
            <p:cNvSpPr/>
            <p:nvPr/>
          </p:nvSpPr>
          <p:spPr>
            <a:xfrm>
              <a:off x="7558230" y="1548936"/>
              <a:ext cx="203835" cy="4225290"/>
            </a:xfrm>
            <a:custGeom>
              <a:avLst/>
              <a:gdLst/>
              <a:ahLst/>
              <a:cxnLst/>
              <a:rect l="l" t="t" r="r" b="b"/>
              <a:pathLst>
                <a:path w="203834" h="4225290">
                  <a:moveTo>
                    <a:pt x="0" y="4224686"/>
                  </a:moveTo>
                  <a:lnTo>
                    <a:pt x="203339" y="4224686"/>
                  </a:lnTo>
                  <a:lnTo>
                    <a:pt x="203339" y="0"/>
                  </a:lnTo>
                  <a:lnTo>
                    <a:pt x="0" y="0"/>
                  </a:lnTo>
                  <a:lnTo>
                    <a:pt x="0" y="4224686"/>
                  </a:lnTo>
                  <a:close/>
                </a:path>
              </a:pathLst>
            </a:custGeom>
            <a:ln w="41426">
              <a:solidFill>
                <a:srgbClr val="000000"/>
              </a:solidFill>
            </a:ln>
          </p:spPr>
          <p:txBody>
            <a:bodyPr wrap="square" lIns="0" tIns="0" rIns="0" bIns="0" rtlCol="0"/>
            <a:lstStyle/>
            <a:p/>
          </p:txBody>
        </p:sp>
        <p:sp>
          <p:nvSpPr>
            <p:cNvPr id="26" name="object 26"/>
            <p:cNvSpPr/>
            <p:nvPr/>
          </p:nvSpPr>
          <p:spPr>
            <a:xfrm>
              <a:off x="7769402" y="1548929"/>
              <a:ext cx="203835" cy="4140200"/>
            </a:xfrm>
            <a:custGeom>
              <a:avLst/>
              <a:gdLst/>
              <a:ahLst/>
              <a:cxnLst/>
              <a:rect l="l" t="t" r="r" b="b"/>
              <a:pathLst>
                <a:path w="203834" h="4140200">
                  <a:moveTo>
                    <a:pt x="203339" y="2058924"/>
                  </a:moveTo>
                  <a:lnTo>
                    <a:pt x="0" y="2058924"/>
                  </a:lnTo>
                  <a:lnTo>
                    <a:pt x="0" y="4139666"/>
                  </a:lnTo>
                  <a:lnTo>
                    <a:pt x="203339" y="4139666"/>
                  </a:lnTo>
                  <a:lnTo>
                    <a:pt x="203339" y="2058924"/>
                  </a:lnTo>
                  <a:close/>
                </a:path>
                <a:path w="203834" h="4140200">
                  <a:moveTo>
                    <a:pt x="203339" y="0"/>
                  </a:moveTo>
                  <a:lnTo>
                    <a:pt x="0" y="0"/>
                  </a:lnTo>
                  <a:lnTo>
                    <a:pt x="0" y="1847189"/>
                  </a:lnTo>
                  <a:lnTo>
                    <a:pt x="203339" y="1847189"/>
                  </a:lnTo>
                  <a:lnTo>
                    <a:pt x="203339" y="0"/>
                  </a:lnTo>
                  <a:close/>
                </a:path>
              </a:pathLst>
            </a:custGeom>
            <a:solidFill>
              <a:srgbClr val="92CDDC"/>
            </a:solidFill>
          </p:spPr>
          <p:txBody>
            <a:bodyPr wrap="square" lIns="0" tIns="0" rIns="0" bIns="0" rtlCol="0"/>
            <a:lstStyle/>
            <a:p/>
          </p:txBody>
        </p:sp>
        <p:sp>
          <p:nvSpPr>
            <p:cNvPr id="27" name="object 27"/>
            <p:cNvSpPr/>
            <p:nvPr/>
          </p:nvSpPr>
          <p:spPr>
            <a:xfrm>
              <a:off x="7769405" y="1548936"/>
              <a:ext cx="203835" cy="4225290"/>
            </a:xfrm>
            <a:custGeom>
              <a:avLst/>
              <a:gdLst/>
              <a:ahLst/>
              <a:cxnLst/>
              <a:rect l="l" t="t" r="r" b="b"/>
              <a:pathLst>
                <a:path w="203834" h="4225290">
                  <a:moveTo>
                    <a:pt x="0" y="4224686"/>
                  </a:moveTo>
                  <a:lnTo>
                    <a:pt x="203339" y="4224686"/>
                  </a:lnTo>
                  <a:lnTo>
                    <a:pt x="203339" y="0"/>
                  </a:lnTo>
                  <a:lnTo>
                    <a:pt x="0" y="0"/>
                  </a:lnTo>
                  <a:lnTo>
                    <a:pt x="0" y="4224686"/>
                  </a:lnTo>
                  <a:close/>
                </a:path>
              </a:pathLst>
            </a:custGeom>
            <a:ln w="41426">
              <a:solidFill>
                <a:srgbClr val="000000"/>
              </a:solidFill>
            </a:ln>
          </p:spPr>
          <p:txBody>
            <a:bodyPr wrap="square" lIns="0" tIns="0" rIns="0" bIns="0" rtlCol="0"/>
            <a:lstStyle/>
            <a:p/>
          </p:txBody>
        </p:sp>
        <p:sp>
          <p:nvSpPr>
            <p:cNvPr id="28" name="object 28"/>
            <p:cNvSpPr/>
            <p:nvPr/>
          </p:nvSpPr>
          <p:spPr>
            <a:xfrm>
              <a:off x="8183917" y="1548928"/>
              <a:ext cx="203835" cy="4225290"/>
            </a:xfrm>
            <a:custGeom>
              <a:avLst/>
              <a:gdLst/>
              <a:ahLst/>
              <a:cxnLst/>
              <a:rect l="l" t="t" r="r" b="b"/>
              <a:pathLst>
                <a:path w="203834" h="4225290">
                  <a:moveTo>
                    <a:pt x="203339" y="0"/>
                  </a:moveTo>
                  <a:lnTo>
                    <a:pt x="0" y="0"/>
                  </a:lnTo>
                  <a:lnTo>
                    <a:pt x="0" y="4224693"/>
                  </a:lnTo>
                  <a:lnTo>
                    <a:pt x="203339" y="4224693"/>
                  </a:lnTo>
                  <a:lnTo>
                    <a:pt x="203339" y="0"/>
                  </a:lnTo>
                  <a:close/>
                </a:path>
              </a:pathLst>
            </a:custGeom>
            <a:solidFill>
              <a:srgbClr val="92CDDC"/>
            </a:solidFill>
          </p:spPr>
          <p:txBody>
            <a:bodyPr wrap="square" lIns="0" tIns="0" rIns="0" bIns="0" rtlCol="0"/>
            <a:lstStyle/>
            <a:p/>
          </p:txBody>
        </p:sp>
        <p:sp>
          <p:nvSpPr>
            <p:cNvPr id="29" name="object 29"/>
            <p:cNvSpPr/>
            <p:nvPr/>
          </p:nvSpPr>
          <p:spPr>
            <a:xfrm>
              <a:off x="6299511" y="1548936"/>
              <a:ext cx="2105025" cy="4225290"/>
            </a:xfrm>
            <a:custGeom>
              <a:avLst/>
              <a:gdLst/>
              <a:ahLst/>
              <a:cxnLst/>
              <a:rect l="l" t="t" r="r" b="b"/>
              <a:pathLst>
                <a:path w="2105025" h="4225290">
                  <a:moveTo>
                    <a:pt x="1884409" y="4224686"/>
                  </a:moveTo>
                  <a:lnTo>
                    <a:pt x="2087748" y="4224686"/>
                  </a:lnTo>
                  <a:lnTo>
                    <a:pt x="2087748" y="0"/>
                  </a:lnTo>
                  <a:lnTo>
                    <a:pt x="1884409" y="0"/>
                  </a:lnTo>
                  <a:lnTo>
                    <a:pt x="1884409" y="4224686"/>
                  </a:lnTo>
                  <a:close/>
                </a:path>
                <a:path w="2105025" h="4225290">
                  <a:moveTo>
                    <a:pt x="7394" y="195549"/>
                  </a:moveTo>
                  <a:lnTo>
                    <a:pt x="2097239" y="195549"/>
                  </a:lnTo>
                </a:path>
                <a:path w="2105025" h="4225290">
                  <a:moveTo>
                    <a:pt x="2041" y="391176"/>
                  </a:moveTo>
                  <a:lnTo>
                    <a:pt x="2091887" y="391176"/>
                  </a:lnTo>
                </a:path>
                <a:path w="2105025" h="4225290">
                  <a:moveTo>
                    <a:pt x="5352" y="606288"/>
                  </a:moveTo>
                  <a:lnTo>
                    <a:pt x="2095143" y="606288"/>
                  </a:lnTo>
                </a:path>
                <a:path w="2105025" h="4225290">
                  <a:moveTo>
                    <a:pt x="0" y="801914"/>
                  </a:moveTo>
                  <a:lnTo>
                    <a:pt x="2089790" y="801914"/>
                  </a:lnTo>
                </a:path>
                <a:path w="2105025" h="4225290">
                  <a:moveTo>
                    <a:pt x="14788" y="1017026"/>
                  </a:moveTo>
                  <a:lnTo>
                    <a:pt x="2104634" y="1017026"/>
                  </a:lnTo>
                </a:path>
                <a:path w="2105025" h="4225290">
                  <a:moveTo>
                    <a:pt x="9491" y="1212598"/>
                  </a:moveTo>
                  <a:lnTo>
                    <a:pt x="2099281" y="1212598"/>
                  </a:lnTo>
                </a:path>
                <a:path w="2105025" h="4225290">
                  <a:moveTo>
                    <a:pt x="12746" y="1427765"/>
                  </a:moveTo>
                  <a:lnTo>
                    <a:pt x="2102592" y="1427765"/>
                  </a:lnTo>
                </a:path>
                <a:path w="2105025" h="4225290">
                  <a:moveTo>
                    <a:pt x="7394" y="1623337"/>
                  </a:moveTo>
                  <a:lnTo>
                    <a:pt x="2097239" y="1623337"/>
                  </a:lnTo>
                </a:path>
                <a:path w="2105025" h="4225290">
                  <a:moveTo>
                    <a:pt x="14788" y="1838504"/>
                  </a:moveTo>
                  <a:lnTo>
                    <a:pt x="2104634" y="1838504"/>
                  </a:lnTo>
                </a:path>
              </a:pathLst>
            </a:custGeom>
            <a:ln w="41433">
              <a:solidFill>
                <a:srgbClr val="000000"/>
              </a:solidFill>
            </a:ln>
          </p:spPr>
          <p:txBody>
            <a:bodyPr wrap="square" lIns="0" tIns="0" rIns="0" bIns="0" rtlCol="0"/>
            <a:lstStyle/>
            <a:p/>
          </p:txBody>
        </p:sp>
        <p:sp>
          <p:nvSpPr>
            <p:cNvPr id="30" name="object 30"/>
            <p:cNvSpPr/>
            <p:nvPr/>
          </p:nvSpPr>
          <p:spPr>
            <a:xfrm>
              <a:off x="7136561" y="3562292"/>
              <a:ext cx="0" cy="41910"/>
            </a:xfrm>
            <a:custGeom>
              <a:avLst/>
              <a:gdLst/>
              <a:ahLst/>
              <a:cxnLst/>
              <a:rect l="l" t="t" r="r" b="b"/>
              <a:pathLst>
                <a:path h="41910">
                  <a:moveTo>
                    <a:pt x="0" y="0"/>
                  </a:moveTo>
                  <a:lnTo>
                    <a:pt x="0" y="41440"/>
                  </a:lnTo>
                </a:path>
              </a:pathLst>
            </a:custGeom>
            <a:ln w="18161">
              <a:solidFill>
                <a:srgbClr val="000000"/>
              </a:solidFill>
            </a:ln>
          </p:spPr>
          <p:txBody>
            <a:bodyPr wrap="square" lIns="0" tIns="0" rIns="0" bIns="0" rtlCol="0"/>
            <a:lstStyle/>
            <a:p/>
          </p:txBody>
        </p:sp>
        <p:sp>
          <p:nvSpPr>
            <p:cNvPr id="31" name="object 31"/>
            <p:cNvSpPr/>
            <p:nvPr/>
          </p:nvSpPr>
          <p:spPr>
            <a:xfrm>
              <a:off x="7342461" y="3562292"/>
              <a:ext cx="0" cy="41910"/>
            </a:xfrm>
            <a:custGeom>
              <a:avLst/>
              <a:gdLst/>
              <a:ahLst/>
              <a:cxnLst/>
              <a:rect l="l" t="t" r="r" b="b"/>
              <a:pathLst>
                <a:path h="41910">
                  <a:moveTo>
                    <a:pt x="0" y="0"/>
                  </a:moveTo>
                  <a:lnTo>
                    <a:pt x="0" y="41440"/>
                  </a:lnTo>
                </a:path>
              </a:pathLst>
            </a:custGeom>
            <a:ln w="7960">
              <a:solidFill>
                <a:srgbClr val="000000"/>
              </a:solidFill>
            </a:ln>
          </p:spPr>
          <p:txBody>
            <a:bodyPr wrap="square" lIns="0" tIns="0" rIns="0" bIns="0" rtlCol="0"/>
            <a:lstStyle/>
            <a:p/>
          </p:txBody>
        </p:sp>
        <p:sp>
          <p:nvSpPr>
            <p:cNvPr id="32" name="object 32"/>
            <p:cNvSpPr/>
            <p:nvPr/>
          </p:nvSpPr>
          <p:spPr>
            <a:xfrm>
              <a:off x="7552454" y="3562292"/>
              <a:ext cx="0" cy="41910"/>
            </a:xfrm>
            <a:custGeom>
              <a:avLst/>
              <a:gdLst/>
              <a:ahLst/>
              <a:cxnLst/>
              <a:rect l="l" t="t" r="r" b="b"/>
              <a:pathLst>
                <a:path h="41910">
                  <a:moveTo>
                    <a:pt x="0" y="0"/>
                  </a:moveTo>
                  <a:lnTo>
                    <a:pt x="0" y="41440"/>
                  </a:lnTo>
                </a:path>
              </a:pathLst>
            </a:custGeom>
            <a:ln w="5346">
              <a:solidFill>
                <a:srgbClr val="000000"/>
              </a:solidFill>
            </a:ln>
          </p:spPr>
          <p:txBody>
            <a:bodyPr wrap="square" lIns="0" tIns="0" rIns="0" bIns="0" rtlCol="0"/>
            <a:lstStyle/>
            <a:p/>
          </p:txBody>
        </p:sp>
        <p:sp>
          <p:nvSpPr>
            <p:cNvPr id="33" name="object 33"/>
            <p:cNvSpPr/>
            <p:nvPr/>
          </p:nvSpPr>
          <p:spPr>
            <a:xfrm>
              <a:off x="8185346" y="3562292"/>
              <a:ext cx="0" cy="41910"/>
            </a:xfrm>
            <a:custGeom>
              <a:avLst/>
              <a:gdLst/>
              <a:ahLst/>
              <a:cxnLst/>
              <a:rect l="l" t="t" r="r" b="b"/>
              <a:pathLst>
                <a:path h="41910">
                  <a:moveTo>
                    <a:pt x="0" y="0"/>
                  </a:moveTo>
                  <a:lnTo>
                    <a:pt x="0" y="41440"/>
                  </a:lnTo>
                </a:path>
              </a:pathLst>
            </a:custGeom>
            <a:ln w="19748">
              <a:solidFill>
                <a:srgbClr val="000000"/>
              </a:solidFill>
            </a:ln>
          </p:spPr>
          <p:txBody>
            <a:bodyPr wrap="square" lIns="0" tIns="0" rIns="0" bIns="0" rtlCol="0"/>
            <a:lstStyle/>
            <a:p/>
          </p:txBody>
        </p:sp>
        <p:sp>
          <p:nvSpPr>
            <p:cNvPr id="34" name="object 34"/>
            <p:cNvSpPr/>
            <p:nvPr/>
          </p:nvSpPr>
          <p:spPr>
            <a:xfrm>
              <a:off x="8393426" y="3562292"/>
              <a:ext cx="0" cy="41910"/>
            </a:xfrm>
            <a:custGeom>
              <a:avLst/>
              <a:gdLst/>
              <a:ahLst/>
              <a:cxnLst/>
              <a:rect l="l" t="t" r="r" b="b"/>
              <a:pathLst>
                <a:path h="41910">
                  <a:moveTo>
                    <a:pt x="0" y="0"/>
                  </a:moveTo>
                  <a:lnTo>
                    <a:pt x="0" y="41440"/>
                  </a:lnTo>
                </a:path>
              </a:pathLst>
            </a:custGeom>
            <a:ln w="10732">
              <a:solidFill>
                <a:srgbClr val="000000"/>
              </a:solidFill>
            </a:ln>
          </p:spPr>
          <p:txBody>
            <a:bodyPr wrap="square" lIns="0" tIns="0" rIns="0" bIns="0" rtlCol="0"/>
            <a:lstStyle/>
            <a:p/>
          </p:txBody>
        </p:sp>
        <p:sp>
          <p:nvSpPr>
            <p:cNvPr id="35" name="object 35"/>
            <p:cNvSpPr/>
            <p:nvPr/>
          </p:nvSpPr>
          <p:spPr>
            <a:xfrm>
              <a:off x="6300559" y="3798179"/>
              <a:ext cx="2103755" cy="1682114"/>
            </a:xfrm>
            <a:custGeom>
              <a:avLst/>
              <a:gdLst/>
              <a:ahLst/>
              <a:cxnLst/>
              <a:rect l="l" t="t" r="r" b="b"/>
              <a:pathLst>
                <a:path w="2103754" h="1682114">
                  <a:moveTo>
                    <a:pt x="11698" y="0"/>
                  </a:moveTo>
                  <a:lnTo>
                    <a:pt x="2101543" y="0"/>
                  </a:lnTo>
                </a:path>
                <a:path w="2103754" h="1682114">
                  <a:moveTo>
                    <a:pt x="6345" y="195571"/>
                  </a:moveTo>
                  <a:lnTo>
                    <a:pt x="2096191" y="195571"/>
                  </a:lnTo>
                </a:path>
                <a:path w="2103754" h="1682114">
                  <a:moveTo>
                    <a:pt x="13739" y="430279"/>
                  </a:moveTo>
                  <a:lnTo>
                    <a:pt x="2103585" y="430279"/>
                  </a:lnTo>
                </a:path>
                <a:path w="2103754" h="1682114">
                  <a:moveTo>
                    <a:pt x="8442" y="625906"/>
                  </a:moveTo>
                  <a:lnTo>
                    <a:pt x="2098233" y="625906"/>
                  </a:lnTo>
                </a:path>
                <a:path w="2103754" h="1682114">
                  <a:moveTo>
                    <a:pt x="11698" y="841018"/>
                  </a:moveTo>
                  <a:lnTo>
                    <a:pt x="2101543" y="841018"/>
                  </a:lnTo>
                </a:path>
                <a:path w="2103754" h="1682114">
                  <a:moveTo>
                    <a:pt x="6345" y="1036644"/>
                  </a:moveTo>
                  <a:lnTo>
                    <a:pt x="2096191" y="1036644"/>
                  </a:lnTo>
                </a:path>
                <a:path w="2103754" h="1682114">
                  <a:moveTo>
                    <a:pt x="5352" y="1271352"/>
                  </a:moveTo>
                  <a:lnTo>
                    <a:pt x="2095143" y="1271352"/>
                  </a:lnTo>
                </a:path>
                <a:path w="2103754" h="1682114">
                  <a:moveTo>
                    <a:pt x="0" y="1466924"/>
                  </a:moveTo>
                  <a:lnTo>
                    <a:pt x="2089790" y="1466924"/>
                  </a:lnTo>
                </a:path>
                <a:path w="2103754" h="1682114">
                  <a:moveTo>
                    <a:pt x="3255" y="1682036"/>
                  </a:moveTo>
                  <a:lnTo>
                    <a:pt x="2093101" y="1682036"/>
                  </a:lnTo>
                </a:path>
              </a:pathLst>
            </a:custGeom>
            <a:ln w="41433">
              <a:solidFill>
                <a:srgbClr val="000000"/>
              </a:solidFill>
            </a:ln>
          </p:spPr>
          <p:txBody>
            <a:bodyPr wrap="square" lIns="0" tIns="0" rIns="0" bIns="0" rtlCol="0"/>
            <a:lstStyle/>
            <a:p/>
          </p:txBody>
        </p:sp>
        <p:sp>
          <p:nvSpPr>
            <p:cNvPr id="36" name="object 36"/>
            <p:cNvSpPr/>
            <p:nvPr/>
          </p:nvSpPr>
          <p:spPr>
            <a:xfrm>
              <a:off x="6298462" y="5655111"/>
              <a:ext cx="2090420" cy="33655"/>
            </a:xfrm>
            <a:custGeom>
              <a:avLst/>
              <a:gdLst/>
              <a:ahLst/>
              <a:cxnLst/>
              <a:rect l="l" t="t" r="r" b="b"/>
              <a:pathLst>
                <a:path w="2090420" h="33654">
                  <a:moveTo>
                    <a:pt x="0" y="33475"/>
                  </a:moveTo>
                  <a:lnTo>
                    <a:pt x="2089845" y="33475"/>
                  </a:lnTo>
                  <a:lnTo>
                    <a:pt x="2089845" y="0"/>
                  </a:lnTo>
                  <a:lnTo>
                    <a:pt x="0" y="0"/>
                  </a:lnTo>
                  <a:lnTo>
                    <a:pt x="0" y="33475"/>
                  </a:lnTo>
                  <a:close/>
                </a:path>
              </a:pathLst>
            </a:custGeom>
            <a:solidFill>
              <a:srgbClr val="000000"/>
            </a:solidFill>
          </p:spPr>
          <p:txBody>
            <a:bodyPr wrap="square" lIns="0" tIns="0" rIns="0" bIns="0" rtlCol="0"/>
            <a:lstStyle/>
            <a:p/>
          </p:txBody>
        </p:sp>
        <p:sp>
          <p:nvSpPr>
            <p:cNvPr id="37" name="object 37"/>
            <p:cNvSpPr/>
            <p:nvPr/>
          </p:nvSpPr>
          <p:spPr>
            <a:xfrm>
              <a:off x="6924141" y="3394458"/>
              <a:ext cx="203835" cy="220979"/>
            </a:xfrm>
            <a:custGeom>
              <a:avLst/>
              <a:gdLst/>
              <a:ahLst/>
              <a:cxnLst/>
              <a:rect l="l" t="t" r="r" b="b"/>
              <a:pathLst>
                <a:path w="203834" h="220979">
                  <a:moveTo>
                    <a:pt x="203339" y="0"/>
                  </a:moveTo>
                  <a:lnTo>
                    <a:pt x="0" y="0"/>
                  </a:lnTo>
                  <a:lnTo>
                    <a:pt x="0" y="220621"/>
                  </a:lnTo>
                  <a:lnTo>
                    <a:pt x="203339" y="220621"/>
                  </a:lnTo>
                  <a:lnTo>
                    <a:pt x="203339" y="0"/>
                  </a:lnTo>
                  <a:close/>
                </a:path>
              </a:pathLst>
            </a:custGeom>
            <a:solidFill>
              <a:srgbClr val="C05046"/>
            </a:solidFill>
          </p:spPr>
          <p:txBody>
            <a:bodyPr wrap="square" lIns="0" tIns="0" rIns="0" bIns="0" rtlCol="0"/>
            <a:lstStyle/>
            <a:p/>
          </p:txBody>
        </p:sp>
        <p:sp>
          <p:nvSpPr>
            <p:cNvPr id="38" name="object 38"/>
            <p:cNvSpPr/>
            <p:nvPr/>
          </p:nvSpPr>
          <p:spPr>
            <a:xfrm>
              <a:off x="6924153" y="3394462"/>
              <a:ext cx="203835" cy="220979"/>
            </a:xfrm>
            <a:custGeom>
              <a:avLst/>
              <a:gdLst/>
              <a:ahLst/>
              <a:cxnLst/>
              <a:rect l="l" t="t" r="r" b="b"/>
              <a:pathLst>
                <a:path w="203834" h="220979">
                  <a:moveTo>
                    <a:pt x="0" y="220620"/>
                  </a:moveTo>
                  <a:lnTo>
                    <a:pt x="203339" y="220620"/>
                  </a:lnTo>
                  <a:lnTo>
                    <a:pt x="203339" y="0"/>
                  </a:lnTo>
                  <a:lnTo>
                    <a:pt x="0" y="0"/>
                  </a:lnTo>
                  <a:lnTo>
                    <a:pt x="0" y="220620"/>
                  </a:lnTo>
                  <a:close/>
                </a:path>
              </a:pathLst>
            </a:custGeom>
            <a:ln w="41433">
              <a:solidFill>
                <a:srgbClr val="000000"/>
              </a:solidFill>
            </a:ln>
          </p:spPr>
          <p:txBody>
            <a:bodyPr wrap="square" lIns="0" tIns="0" rIns="0" bIns="0" rtlCol="0"/>
            <a:lstStyle/>
            <a:p/>
          </p:txBody>
        </p:sp>
        <p:sp>
          <p:nvSpPr>
            <p:cNvPr id="39" name="object 39"/>
            <p:cNvSpPr/>
            <p:nvPr/>
          </p:nvSpPr>
          <p:spPr>
            <a:xfrm>
              <a:off x="7972132" y="1930346"/>
              <a:ext cx="203835" cy="220979"/>
            </a:xfrm>
            <a:custGeom>
              <a:avLst/>
              <a:gdLst/>
              <a:ahLst/>
              <a:cxnLst/>
              <a:rect l="l" t="t" r="r" b="b"/>
              <a:pathLst>
                <a:path w="203834" h="220980">
                  <a:moveTo>
                    <a:pt x="203339" y="0"/>
                  </a:moveTo>
                  <a:lnTo>
                    <a:pt x="0" y="0"/>
                  </a:lnTo>
                  <a:lnTo>
                    <a:pt x="0" y="220626"/>
                  </a:lnTo>
                  <a:lnTo>
                    <a:pt x="203339" y="220626"/>
                  </a:lnTo>
                  <a:lnTo>
                    <a:pt x="203339" y="0"/>
                  </a:lnTo>
                  <a:close/>
                </a:path>
              </a:pathLst>
            </a:custGeom>
            <a:solidFill>
              <a:srgbClr val="C05046"/>
            </a:solidFill>
          </p:spPr>
          <p:txBody>
            <a:bodyPr wrap="square" lIns="0" tIns="0" rIns="0" bIns="0" rtlCol="0"/>
            <a:lstStyle/>
            <a:p/>
          </p:txBody>
        </p:sp>
        <p:sp>
          <p:nvSpPr>
            <p:cNvPr id="40" name="object 40"/>
            <p:cNvSpPr/>
            <p:nvPr/>
          </p:nvSpPr>
          <p:spPr>
            <a:xfrm>
              <a:off x="7972138" y="1930347"/>
              <a:ext cx="203835" cy="220979"/>
            </a:xfrm>
            <a:custGeom>
              <a:avLst/>
              <a:gdLst/>
              <a:ahLst/>
              <a:cxnLst/>
              <a:rect l="l" t="t" r="r" b="b"/>
              <a:pathLst>
                <a:path w="203834" h="220980">
                  <a:moveTo>
                    <a:pt x="0" y="220626"/>
                  </a:moveTo>
                  <a:lnTo>
                    <a:pt x="203339" y="220626"/>
                  </a:lnTo>
                  <a:lnTo>
                    <a:pt x="203339" y="0"/>
                  </a:lnTo>
                  <a:lnTo>
                    <a:pt x="0" y="0"/>
                  </a:lnTo>
                  <a:lnTo>
                    <a:pt x="0" y="220626"/>
                  </a:lnTo>
                  <a:close/>
                </a:path>
              </a:pathLst>
            </a:custGeom>
            <a:ln w="41433">
              <a:solidFill>
                <a:srgbClr val="000000"/>
              </a:solidFill>
            </a:ln>
          </p:spPr>
          <p:txBody>
            <a:bodyPr wrap="square" lIns="0" tIns="0" rIns="0" bIns="0" rtlCol="0"/>
            <a:lstStyle/>
            <a:p/>
          </p:txBody>
        </p:sp>
        <p:sp>
          <p:nvSpPr>
            <p:cNvPr id="41" name="object 41"/>
            <p:cNvSpPr/>
            <p:nvPr/>
          </p:nvSpPr>
          <p:spPr>
            <a:xfrm>
              <a:off x="7346441" y="3394458"/>
              <a:ext cx="203835" cy="220979"/>
            </a:xfrm>
            <a:custGeom>
              <a:avLst/>
              <a:gdLst/>
              <a:ahLst/>
              <a:cxnLst/>
              <a:rect l="l" t="t" r="r" b="b"/>
              <a:pathLst>
                <a:path w="203834" h="220979">
                  <a:moveTo>
                    <a:pt x="203339" y="0"/>
                  </a:moveTo>
                  <a:lnTo>
                    <a:pt x="0" y="0"/>
                  </a:lnTo>
                  <a:lnTo>
                    <a:pt x="0" y="220621"/>
                  </a:lnTo>
                  <a:lnTo>
                    <a:pt x="203339" y="220621"/>
                  </a:lnTo>
                  <a:lnTo>
                    <a:pt x="203339" y="0"/>
                  </a:lnTo>
                  <a:close/>
                </a:path>
              </a:pathLst>
            </a:custGeom>
            <a:solidFill>
              <a:srgbClr val="C05046"/>
            </a:solidFill>
          </p:spPr>
          <p:txBody>
            <a:bodyPr wrap="square" lIns="0" tIns="0" rIns="0" bIns="0" rtlCol="0"/>
            <a:lstStyle/>
            <a:p/>
          </p:txBody>
        </p:sp>
        <p:sp>
          <p:nvSpPr>
            <p:cNvPr id="42" name="object 42"/>
            <p:cNvSpPr/>
            <p:nvPr/>
          </p:nvSpPr>
          <p:spPr>
            <a:xfrm>
              <a:off x="7346448" y="3394462"/>
              <a:ext cx="203835" cy="220979"/>
            </a:xfrm>
            <a:custGeom>
              <a:avLst/>
              <a:gdLst/>
              <a:ahLst/>
              <a:cxnLst/>
              <a:rect l="l" t="t" r="r" b="b"/>
              <a:pathLst>
                <a:path w="203834" h="220979">
                  <a:moveTo>
                    <a:pt x="0" y="220620"/>
                  </a:moveTo>
                  <a:lnTo>
                    <a:pt x="203339" y="220620"/>
                  </a:lnTo>
                  <a:lnTo>
                    <a:pt x="203339" y="0"/>
                  </a:lnTo>
                  <a:lnTo>
                    <a:pt x="0" y="0"/>
                  </a:lnTo>
                  <a:lnTo>
                    <a:pt x="0" y="220620"/>
                  </a:lnTo>
                  <a:close/>
                </a:path>
              </a:pathLst>
            </a:custGeom>
            <a:ln w="41433">
              <a:solidFill>
                <a:srgbClr val="000000"/>
              </a:solidFill>
            </a:ln>
          </p:spPr>
          <p:txBody>
            <a:bodyPr wrap="square" lIns="0" tIns="0" rIns="0" bIns="0" rtlCol="0"/>
            <a:lstStyle/>
            <a:p/>
          </p:txBody>
        </p:sp>
        <p:sp>
          <p:nvSpPr>
            <p:cNvPr id="43" name="object 43"/>
            <p:cNvSpPr/>
            <p:nvPr/>
          </p:nvSpPr>
          <p:spPr>
            <a:xfrm>
              <a:off x="7972132" y="3394458"/>
              <a:ext cx="203835" cy="220979"/>
            </a:xfrm>
            <a:custGeom>
              <a:avLst/>
              <a:gdLst/>
              <a:ahLst/>
              <a:cxnLst/>
              <a:rect l="l" t="t" r="r" b="b"/>
              <a:pathLst>
                <a:path w="203834" h="220979">
                  <a:moveTo>
                    <a:pt x="203339" y="0"/>
                  </a:moveTo>
                  <a:lnTo>
                    <a:pt x="0" y="0"/>
                  </a:lnTo>
                  <a:lnTo>
                    <a:pt x="0" y="220621"/>
                  </a:lnTo>
                  <a:lnTo>
                    <a:pt x="203339" y="220621"/>
                  </a:lnTo>
                  <a:lnTo>
                    <a:pt x="203339" y="0"/>
                  </a:lnTo>
                  <a:close/>
                </a:path>
              </a:pathLst>
            </a:custGeom>
            <a:solidFill>
              <a:srgbClr val="C05046"/>
            </a:solidFill>
          </p:spPr>
          <p:txBody>
            <a:bodyPr wrap="square" lIns="0" tIns="0" rIns="0" bIns="0" rtlCol="0"/>
            <a:lstStyle/>
            <a:p/>
          </p:txBody>
        </p:sp>
        <p:sp>
          <p:nvSpPr>
            <p:cNvPr id="44" name="object 44"/>
            <p:cNvSpPr/>
            <p:nvPr/>
          </p:nvSpPr>
          <p:spPr>
            <a:xfrm>
              <a:off x="7972138" y="3394462"/>
              <a:ext cx="203835" cy="220979"/>
            </a:xfrm>
            <a:custGeom>
              <a:avLst/>
              <a:gdLst/>
              <a:ahLst/>
              <a:cxnLst/>
              <a:rect l="l" t="t" r="r" b="b"/>
              <a:pathLst>
                <a:path w="203834" h="220979">
                  <a:moveTo>
                    <a:pt x="0" y="220620"/>
                  </a:moveTo>
                  <a:lnTo>
                    <a:pt x="203339" y="220620"/>
                  </a:lnTo>
                  <a:lnTo>
                    <a:pt x="203339" y="0"/>
                  </a:lnTo>
                  <a:lnTo>
                    <a:pt x="0" y="0"/>
                  </a:lnTo>
                  <a:lnTo>
                    <a:pt x="0" y="220620"/>
                  </a:lnTo>
                  <a:close/>
                </a:path>
              </a:pathLst>
            </a:custGeom>
            <a:ln w="41433">
              <a:solidFill>
                <a:srgbClr val="000000"/>
              </a:solidFill>
            </a:ln>
          </p:spPr>
          <p:txBody>
            <a:bodyPr wrap="square" lIns="0" tIns="0" rIns="0" bIns="0" rtlCol="0"/>
            <a:lstStyle/>
            <a:p/>
          </p:txBody>
        </p:sp>
        <p:sp>
          <p:nvSpPr>
            <p:cNvPr id="45" name="object 45"/>
            <p:cNvSpPr/>
            <p:nvPr/>
          </p:nvSpPr>
          <p:spPr>
            <a:xfrm>
              <a:off x="6930935" y="1950272"/>
              <a:ext cx="203835" cy="220979"/>
            </a:xfrm>
            <a:custGeom>
              <a:avLst/>
              <a:gdLst/>
              <a:ahLst/>
              <a:cxnLst/>
              <a:rect l="l" t="t" r="r" b="b"/>
              <a:pathLst>
                <a:path w="203834" h="220980">
                  <a:moveTo>
                    <a:pt x="203339" y="0"/>
                  </a:moveTo>
                  <a:lnTo>
                    <a:pt x="0" y="0"/>
                  </a:lnTo>
                  <a:lnTo>
                    <a:pt x="0" y="220626"/>
                  </a:lnTo>
                  <a:lnTo>
                    <a:pt x="203339" y="220626"/>
                  </a:lnTo>
                  <a:lnTo>
                    <a:pt x="203339" y="0"/>
                  </a:lnTo>
                  <a:close/>
                </a:path>
              </a:pathLst>
            </a:custGeom>
            <a:solidFill>
              <a:srgbClr val="C05046"/>
            </a:solidFill>
          </p:spPr>
          <p:txBody>
            <a:bodyPr wrap="square" lIns="0" tIns="0" rIns="0" bIns="0" rtlCol="0"/>
            <a:lstStyle/>
            <a:p/>
          </p:txBody>
        </p:sp>
        <p:sp>
          <p:nvSpPr>
            <p:cNvPr id="46" name="object 46"/>
            <p:cNvSpPr/>
            <p:nvPr/>
          </p:nvSpPr>
          <p:spPr>
            <a:xfrm>
              <a:off x="6930940" y="1950274"/>
              <a:ext cx="203835" cy="220979"/>
            </a:xfrm>
            <a:custGeom>
              <a:avLst/>
              <a:gdLst/>
              <a:ahLst/>
              <a:cxnLst/>
              <a:rect l="l" t="t" r="r" b="b"/>
              <a:pathLst>
                <a:path w="203834" h="220980">
                  <a:moveTo>
                    <a:pt x="0" y="220626"/>
                  </a:moveTo>
                  <a:lnTo>
                    <a:pt x="203339" y="220626"/>
                  </a:lnTo>
                  <a:lnTo>
                    <a:pt x="203339" y="0"/>
                  </a:lnTo>
                  <a:lnTo>
                    <a:pt x="0" y="0"/>
                  </a:lnTo>
                  <a:lnTo>
                    <a:pt x="0" y="220626"/>
                  </a:lnTo>
                  <a:close/>
                </a:path>
              </a:pathLst>
            </a:custGeom>
            <a:ln w="41433">
              <a:solidFill>
                <a:srgbClr val="000000"/>
              </a:solidFill>
            </a:ln>
          </p:spPr>
          <p:txBody>
            <a:bodyPr wrap="square" lIns="0" tIns="0" rIns="0" bIns="0" rtlCol="0"/>
            <a:lstStyle/>
            <a:p/>
          </p:txBody>
        </p:sp>
        <p:sp>
          <p:nvSpPr>
            <p:cNvPr id="47" name="object 47"/>
            <p:cNvSpPr/>
            <p:nvPr/>
          </p:nvSpPr>
          <p:spPr>
            <a:xfrm>
              <a:off x="6304749" y="5688586"/>
              <a:ext cx="2080895" cy="220979"/>
            </a:xfrm>
            <a:custGeom>
              <a:avLst/>
              <a:gdLst/>
              <a:ahLst/>
              <a:cxnLst/>
              <a:rect l="l" t="t" r="r" b="b"/>
              <a:pathLst>
                <a:path w="2080895" h="220979">
                  <a:moveTo>
                    <a:pt x="2080348" y="0"/>
                  </a:moveTo>
                  <a:lnTo>
                    <a:pt x="0" y="0"/>
                  </a:lnTo>
                  <a:lnTo>
                    <a:pt x="0" y="220621"/>
                  </a:lnTo>
                  <a:lnTo>
                    <a:pt x="2080348" y="220621"/>
                  </a:lnTo>
                  <a:lnTo>
                    <a:pt x="2080348" y="0"/>
                  </a:lnTo>
                  <a:close/>
                </a:path>
              </a:pathLst>
            </a:custGeom>
            <a:solidFill>
              <a:srgbClr val="BFBFBF"/>
            </a:solidFill>
          </p:spPr>
          <p:txBody>
            <a:bodyPr wrap="square" lIns="0" tIns="0" rIns="0" bIns="0" rtlCol="0"/>
            <a:lstStyle/>
            <a:p/>
          </p:txBody>
        </p:sp>
        <p:sp>
          <p:nvSpPr>
            <p:cNvPr id="48" name="object 48"/>
            <p:cNvSpPr/>
            <p:nvPr/>
          </p:nvSpPr>
          <p:spPr>
            <a:xfrm>
              <a:off x="6304753" y="5688588"/>
              <a:ext cx="2080895" cy="220979"/>
            </a:xfrm>
            <a:custGeom>
              <a:avLst/>
              <a:gdLst/>
              <a:ahLst/>
              <a:cxnLst/>
              <a:rect l="l" t="t" r="r" b="b"/>
              <a:pathLst>
                <a:path w="2080895" h="220979">
                  <a:moveTo>
                    <a:pt x="0" y="220620"/>
                  </a:moveTo>
                  <a:lnTo>
                    <a:pt x="2080354" y="220620"/>
                  </a:lnTo>
                  <a:lnTo>
                    <a:pt x="2080354" y="0"/>
                  </a:lnTo>
                  <a:lnTo>
                    <a:pt x="0" y="0"/>
                  </a:lnTo>
                  <a:lnTo>
                    <a:pt x="0" y="220620"/>
                  </a:lnTo>
                  <a:close/>
                </a:path>
              </a:pathLst>
            </a:custGeom>
            <a:ln w="41440">
              <a:solidFill>
                <a:srgbClr val="000000"/>
              </a:solidFill>
            </a:ln>
          </p:spPr>
          <p:txBody>
            <a:bodyPr wrap="square" lIns="0" tIns="0" rIns="0" bIns="0" rtlCol="0"/>
            <a:lstStyle/>
            <a:p/>
          </p:txBody>
        </p:sp>
        <p:sp>
          <p:nvSpPr>
            <p:cNvPr id="49" name="object 49"/>
            <p:cNvSpPr/>
            <p:nvPr/>
          </p:nvSpPr>
          <p:spPr>
            <a:xfrm>
              <a:off x="6304749" y="5923296"/>
              <a:ext cx="2080895" cy="220979"/>
            </a:xfrm>
            <a:custGeom>
              <a:avLst/>
              <a:gdLst/>
              <a:ahLst/>
              <a:cxnLst/>
              <a:rect l="l" t="t" r="r" b="b"/>
              <a:pathLst>
                <a:path w="2080895" h="220979">
                  <a:moveTo>
                    <a:pt x="2080348" y="0"/>
                  </a:moveTo>
                  <a:lnTo>
                    <a:pt x="0" y="0"/>
                  </a:lnTo>
                  <a:lnTo>
                    <a:pt x="0" y="220620"/>
                  </a:lnTo>
                  <a:lnTo>
                    <a:pt x="2080348" y="220620"/>
                  </a:lnTo>
                  <a:lnTo>
                    <a:pt x="2080348" y="0"/>
                  </a:lnTo>
                  <a:close/>
                </a:path>
              </a:pathLst>
            </a:custGeom>
            <a:solidFill>
              <a:srgbClr val="C4D6A0"/>
            </a:solidFill>
          </p:spPr>
          <p:txBody>
            <a:bodyPr wrap="square" lIns="0" tIns="0" rIns="0" bIns="0" rtlCol="0"/>
            <a:lstStyle/>
            <a:p/>
          </p:txBody>
        </p:sp>
        <p:sp>
          <p:nvSpPr>
            <p:cNvPr id="50" name="object 50"/>
            <p:cNvSpPr/>
            <p:nvPr/>
          </p:nvSpPr>
          <p:spPr>
            <a:xfrm>
              <a:off x="6304753" y="5923296"/>
              <a:ext cx="2080895" cy="220979"/>
            </a:xfrm>
            <a:custGeom>
              <a:avLst/>
              <a:gdLst/>
              <a:ahLst/>
              <a:cxnLst/>
              <a:rect l="l" t="t" r="r" b="b"/>
              <a:pathLst>
                <a:path w="2080895" h="220979">
                  <a:moveTo>
                    <a:pt x="0" y="220620"/>
                  </a:moveTo>
                  <a:lnTo>
                    <a:pt x="2080354" y="220620"/>
                  </a:lnTo>
                  <a:lnTo>
                    <a:pt x="2080354" y="0"/>
                  </a:lnTo>
                  <a:lnTo>
                    <a:pt x="0" y="0"/>
                  </a:lnTo>
                  <a:lnTo>
                    <a:pt x="0" y="220620"/>
                  </a:lnTo>
                  <a:close/>
                </a:path>
              </a:pathLst>
            </a:custGeom>
            <a:ln w="41440">
              <a:solidFill>
                <a:srgbClr val="000000"/>
              </a:solidFill>
            </a:ln>
          </p:spPr>
          <p:txBody>
            <a:bodyPr wrap="square" lIns="0" tIns="0" rIns="0" bIns="0" rtlCol="0"/>
            <a:lstStyle/>
            <a:p/>
          </p:txBody>
        </p:sp>
        <p:sp>
          <p:nvSpPr>
            <p:cNvPr id="51" name="object 51"/>
            <p:cNvSpPr/>
            <p:nvPr/>
          </p:nvSpPr>
          <p:spPr>
            <a:xfrm>
              <a:off x="6309385" y="3396114"/>
              <a:ext cx="611505" cy="212090"/>
            </a:xfrm>
            <a:custGeom>
              <a:avLst/>
              <a:gdLst/>
              <a:ahLst/>
              <a:cxnLst/>
              <a:rect l="l" t="t" r="r" b="b"/>
              <a:pathLst>
                <a:path w="611504" h="212089">
                  <a:moveTo>
                    <a:pt x="611122" y="0"/>
                  </a:moveTo>
                  <a:lnTo>
                    <a:pt x="0" y="0"/>
                  </a:lnTo>
                  <a:lnTo>
                    <a:pt x="0" y="211739"/>
                  </a:lnTo>
                  <a:lnTo>
                    <a:pt x="611122" y="211739"/>
                  </a:lnTo>
                  <a:lnTo>
                    <a:pt x="611122" y="0"/>
                  </a:lnTo>
                  <a:close/>
                </a:path>
              </a:pathLst>
            </a:custGeom>
            <a:solidFill>
              <a:srgbClr val="C4D6A0"/>
            </a:solidFill>
          </p:spPr>
          <p:txBody>
            <a:bodyPr wrap="square" lIns="0" tIns="0" rIns="0" bIns="0" rtlCol="0"/>
            <a:lstStyle/>
            <a:p/>
          </p:txBody>
        </p:sp>
        <p:sp>
          <p:nvSpPr>
            <p:cNvPr id="52" name="object 52"/>
            <p:cNvSpPr/>
            <p:nvPr/>
          </p:nvSpPr>
          <p:spPr>
            <a:xfrm>
              <a:off x="6309388" y="3396112"/>
              <a:ext cx="611505" cy="212090"/>
            </a:xfrm>
            <a:custGeom>
              <a:avLst/>
              <a:gdLst/>
              <a:ahLst/>
              <a:cxnLst/>
              <a:rect l="l" t="t" r="r" b="b"/>
              <a:pathLst>
                <a:path w="611504" h="212089">
                  <a:moveTo>
                    <a:pt x="0" y="211739"/>
                  </a:moveTo>
                  <a:lnTo>
                    <a:pt x="611122" y="211739"/>
                  </a:lnTo>
                  <a:lnTo>
                    <a:pt x="611122" y="0"/>
                  </a:lnTo>
                  <a:lnTo>
                    <a:pt x="0" y="0"/>
                  </a:lnTo>
                  <a:lnTo>
                    <a:pt x="0" y="211739"/>
                  </a:lnTo>
                  <a:close/>
                </a:path>
              </a:pathLst>
            </a:custGeom>
            <a:ln w="41439">
              <a:solidFill>
                <a:srgbClr val="000000"/>
              </a:solidFill>
            </a:ln>
          </p:spPr>
          <p:txBody>
            <a:bodyPr wrap="square" lIns="0" tIns="0" rIns="0" bIns="0" rtlCol="0"/>
            <a:lstStyle/>
            <a:p/>
          </p:txBody>
        </p:sp>
        <p:sp>
          <p:nvSpPr>
            <p:cNvPr id="53" name="object 53"/>
            <p:cNvSpPr/>
            <p:nvPr/>
          </p:nvSpPr>
          <p:spPr>
            <a:xfrm>
              <a:off x="7555128" y="3396114"/>
              <a:ext cx="423545" cy="212090"/>
            </a:xfrm>
            <a:custGeom>
              <a:avLst/>
              <a:gdLst/>
              <a:ahLst/>
              <a:cxnLst/>
              <a:rect l="l" t="t" r="r" b="b"/>
              <a:pathLst>
                <a:path w="423545" h="212089">
                  <a:moveTo>
                    <a:pt x="423442" y="0"/>
                  </a:moveTo>
                  <a:lnTo>
                    <a:pt x="0" y="0"/>
                  </a:lnTo>
                  <a:lnTo>
                    <a:pt x="0" y="211739"/>
                  </a:lnTo>
                  <a:lnTo>
                    <a:pt x="423442" y="211739"/>
                  </a:lnTo>
                  <a:lnTo>
                    <a:pt x="423442" y="0"/>
                  </a:lnTo>
                  <a:close/>
                </a:path>
              </a:pathLst>
            </a:custGeom>
            <a:solidFill>
              <a:srgbClr val="C4D6A0"/>
            </a:solidFill>
          </p:spPr>
          <p:txBody>
            <a:bodyPr wrap="square" lIns="0" tIns="0" rIns="0" bIns="0" rtlCol="0"/>
            <a:lstStyle/>
            <a:p/>
          </p:txBody>
        </p:sp>
        <p:sp>
          <p:nvSpPr>
            <p:cNvPr id="54" name="object 54"/>
            <p:cNvSpPr/>
            <p:nvPr/>
          </p:nvSpPr>
          <p:spPr>
            <a:xfrm>
              <a:off x="7555140" y="3396112"/>
              <a:ext cx="423545" cy="212090"/>
            </a:xfrm>
            <a:custGeom>
              <a:avLst/>
              <a:gdLst/>
              <a:ahLst/>
              <a:cxnLst/>
              <a:rect l="l" t="t" r="r" b="b"/>
              <a:pathLst>
                <a:path w="423545" h="212089">
                  <a:moveTo>
                    <a:pt x="0" y="211739"/>
                  </a:moveTo>
                  <a:lnTo>
                    <a:pt x="423443" y="211739"/>
                  </a:lnTo>
                  <a:lnTo>
                    <a:pt x="423443" y="0"/>
                  </a:lnTo>
                  <a:lnTo>
                    <a:pt x="0" y="0"/>
                  </a:lnTo>
                  <a:lnTo>
                    <a:pt x="0" y="211739"/>
                  </a:lnTo>
                  <a:close/>
                </a:path>
              </a:pathLst>
            </a:custGeom>
            <a:ln w="41438">
              <a:solidFill>
                <a:srgbClr val="000000"/>
              </a:solidFill>
            </a:ln>
          </p:spPr>
          <p:txBody>
            <a:bodyPr wrap="square" lIns="0" tIns="0" rIns="0" bIns="0" rtlCol="0"/>
            <a:lstStyle/>
            <a:p/>
          </p:txBody>
        </p:sp>
        <p:sp>
          <p:nvSpPr>
            <p:cNvPr id="55" name="object 55"/>
            <p:cNvSpPr/>
            <p:nvPr/>
          </p:nvSpPr>
          <p:spPr>
            <a:xfrm>
              <a:off x="8195220" y="3396114"/>
              <a:ext cx="193040" cy="212090"/>
            </a:xfrm>
            <a:custGeom>
              <a:avLst/>
              <a:gdLst/>
              <a:ahLst/>
              <a:cxnLst/>
              <a:rect l="l" t="t" r="r" b="b"/>
              <a:pathLst>
                <a:path w="193040" h="212089">
                  <a:moveTo>
                    <a:pt x="192839" y="0"/>
                  </a:moveTo>
                  <a:lnTo>
                    <a:pt x="0" y="0"/>
                  </a:lnTo>
                  <a:lnTo>
                    <a:pt x="0" y="211739"/>
                  </a:lnTo>
                  <a:lnTo>
                    <a:pt x="192839" y="211739"/>
                  </a:lnTo>
                  <a:lnTo>
                    <a:pt x="192839" y="0"/>
                  </a:lnTo>
                  <a:close/>
                </a:path>
              </a:pathLst>
            </a:custGeom>
            <a:solidFill>
              <a:srgbClr val="C4D6A0"/>
            </a:solidFill>
          </p:spPr>
          <p:txBody>
            <a:bodyPr wrap="square" lIns="0" tIns="0" rIns="0" bIns="0" rtlCol="0"/>
            <a:lstStyle/>
            <a:p/>
          </p:txBody>
        </p:sp>
        <p:sp>
          <p:nvSpPr>
            <p:cNvPr id="56" name="object 56"/>
            <p:cNvSpPr/>
            <p:nvPr/>
          </p:nvSpPr>
          <p:spPr>
            <a:xfrm>
              <a:off x="8195232" y="3396112"/>
              <a:ext cx="193040" cy="212090"/>
            </a:xfrm>
            <a:custGeom>
              <a:avLst/>
              <a:gdLst/>
              <a:ahLst/>
              <a:cxnLst/>
              <a:rect l="l" t="t" r="r" b="b"/>
              <a:pathLst>
                <a:path w="193040" h="212089">
                  <a:moveTo>
                    <a:pt x="0" y="211739"/>
                  </a:moveTo>
                  <a:lnTo>
                    <a:pt x="192838" y="211739"/>
                  </a:lnTo>
                  <a:lnTo>
                    <a:pt x="192838" y="0"/>
                  </a:lnTo>
                  <a:lnTo>
                    <a:pt x="0" y="0"/>
                  </a:lnTo>
                  <a:lnTo>
                    <a:pt x="0" y="211739"/>
                  </a:lnTo>
                  <a:close/>
                </a:path>
              </a:pathLst>
            </a:custGeom>
            <a:ln w="41433">
              <a:solidFill>
                <a:srgbClr val="000000"/>
              </a:solidFill>
            </a:ln>
          </p:spPr>
          <p:txBody>
            <a:bodyPr wrap="square" lIns="0" tIns="0" rIns="0" bIns="0" rtlCol="0"/>
            <a:lstStyle/>
            <a:p/>
          </p:txBody>
        </p:sp>
        <p:sp>
          <p:nvSpPr>
            <p:cNvPr id="57" name="object 57"/>
            <p:cNvSpPr/>
            <p:nvPr/>
          </p:nvSpPr>
          <p:spPr>
            <a:xfrm>
              <a:off x="7145642" y="3396114"/>
              <a:ext cx="193040" cy="212090"/>
            </a:xfrm>
            <a:custGeom>
              <a:avLst/>
              <a:gdLst/>
              <a:ahLst/>
              <a:cxnLst/>
              <a:rect l="l" t="t" r="r" b="b"/>
              <a:pathLst>
                <a:path w="193040" h="212089">
                  <a:moveTo>
                    <a:pt x="192839" y="0"/>
                  </a:moveTo>
                  <a:lnTo>
                    <a:pt x="0" y="0"/>
                  </a:lnTo>
                  <a:lnTo>
                    <a:pt x="0" y="211739"/>
                  </a:lnTo>
                  <a:lnTo>
                    <a:pt x="192839" y="211739"/>
                  </a:lnTo>
                  <a:lnTo>
                    <a:pt x="192839" y="0"/>
                  </a:lnTo>
                  <a:close/>
                </a:path>
              </a:pathLst>
            </a:custGeom>
            <a:solidFill>
              <a:srgbClr val="C4D6A0"/>
            </a:solidFill>
          </p:spPr>
          <p:txBody>
            <a:bodyPr wrap="square" lIns="0" tIns="0" rIns="0" bIns="0" rtlCol="0"/>
            <a:lstStyle/>
            <a:p/>
          </p:txBody>
        </p:sp>
        <p:sp>
          <p:nvSpPr>
            <p:cNvPr id="58" name="object 58"/>
            <p:cNvSpPr/>
            <p:nvPr/>
          </p:nvSpPr>
          <p:spPr>
            <a:xfrm>
              <a:off x="7145646" y="3396112"/>
              <a:ext cx="193040" cy="212090"/>
            </a:xfrm>
            <a:custGeom>
              <a:avLst/>
              <a:gdLst/>
              <a:ahLst/>
              <a:cxnLst/>
              <a:rect l="l" t="t" r="r" b="b"/>
              <a:pathLst>
                <a:path w="193040" h="212089">
                  <a:moveTo>
                    <a:pt x="0" y="211739"/>
                  </a:moveTo>
                  <a:lnTo>
                    <a:pt x="192838" y="211739"/>
                  </a:lnTo>
                  <a:lnTo>
                    <a:pt x="192838" y="0"/>
                  </a:lnTo>
                  <a:lnTo>
                    <a:pt x="0" y="0"/>
                  </a:lnTo>
                  <a:lnTo>
                    <a:pt x="0" y="211739"/>
                  </a:lnTo>
                  <a:close/>
                </a:path>
              </a:pathLst>
            </a:custGeom>
            <a:ln w="41433">
              <a:solidFill>
                <a:srgbClr val="000000"/>
              </a:solidFill>
            </a:ln>
          </p:spPr>
          <p:txBody>
            <a:bodyPr wrap="square" lIns="0" tIns="0" rIns="0" bIns="0" rtlCol="0"/>
            <a:lstStyle/>
            <a:p/>
          </p:txBody>
        </p:sp>
      </p:grpSp>
      <p:grpSp>
        <p:nvGrpSpPr>
          <p:cNvPr id="59" name="object 59"/>
          <p:cNvGrpSpPr/>
          <p:nvPr/>
        </p:nvGrpSpPr>
        <p:grpSpPr>
          <a:xfrm>
            <a:off x="3548908" y="1543870"/>
            <a:ext cx="2544445" cy="4627880"/>
            <a:chOff x="3548908" y="1543870"/>
            <a:chExt cx="2544445" cy="4627880"/>
          </a:xfrm>
        </p:grpSpPr>
        <p:sp>
          <p:nvSpPr>
            <p:cNvPr id="60" name="object 60"/>
            <p:cNvSpPr/>
            <p:nvPr/>
          </p:nvSpPr>
          <p:spPr>
            <a:xfrm>
              <a:off x="3569614" y="1564577"/>
              <a:ext cx="2080895" cy="4131310"/>
            </a:xfrm>
            <a:custGeom>
              <a:avLst/>
              <a:gdLst/>
              <a:ahLst/>
              <a:cxnLst/>
              <a:rect l="l" t="t" r="r" b="b"/>
              <a:pathLst>
                <a:path w="2080895" h="4131310">
                  <a:moveTo>
                    <a:pt x="0" y="4130814"/>
                  </a:moveTo>
                  <a:lnTo>
                    <a:pt x="2080348" y="4130814"/>
                  </a:lnTo>
                  <a:lnTo>
                    <a:pt x="2080348" y="0"/>
                  </a:lnTo>
                  <a:lnTo>
                    <a:pt x="0" y="0"/>
                  </a:lnTo>
                  <a:lnTo>
                    <a:pt x="0" y="4130814"/>
                  </a:lnTo>
                  <a:close/>
                </a:path>
              </a:pathLst>
            </a:custGeom>
            <a:solidFill>
              <a:srgbClr val="92CDDC"/>
            </a:solidFill>
          </p:spPr>
          <p:txBody>
            <a:bodyPr wrap="square" lIns="0" tIns="0" rIns="0" bIns="0" rtlCol="0"/>
            <a:lstStyle/>
            <a:p/>
          </p:txBody>
        </p:sp>
        <p:sp>
          <p:nvSpPr>
            <p:cNvPr id="61" name="object 61"/>
            <p:cNvSpPr/>
            <p:nvPr/>
          </p:nvSpPr>
          <p:spPr>
            <a:xfrm>
              <a:off x="3569623" y="1564585"/>
              <a:ext cx="2080895" cy="4225290"/>
            </a:xfrm>
            <a:custGeom>
              <a:avLst/>
              <a:gdLst/>
              <a:ahLst/>
              <a:cxnLst/>
              <a:rect l="l" t="t" r="r" b="b"/>
              <a:pathLst>
                <a:path w="2080895" h="4225290">
                  <a:moveTo>
                    <a:pt x="0" y="4224686"/>
                  </a:moveTo>
                  <a:lnTo>
                    <a:pt x="2080354" y="4224686"/>
                  </a:lnTo>
                  <a:lnTo>
                    <a:pt x="2080354" y="0"/>
                  </a:lnTo>
                  <a:lnTo>
                    <a:pt x="0" y="0"/>
                  </a:lnTo>
                  <a:lnTo>
                    <a:pt x="0" y="4224686"/>
                  </a:lnTo>
                  <a:close/>
                </a:path>
              </a:pathLst>
            </a:custGeom>
            <a:ln w="41429">
              <a:solidFill>
                <a:srgbClr val="92CDDC"/>
              </a:solidFill>
            </a:ln>
          </p:spPr>
          <p:txBody>
            <a:bodyPr wrap="square" lIns="0" tIns="0" rIns="0" bIns="0" rtlCol="0"/>
            <a:lstStyle/>
            <a:p/>
          </p:txBody>
        </p:sp>
        <p:sp>
          <p:nvSpPr>
            <p:cNvPr id="62" name="object 62"/>
            <p:cNvSpPr/>
            <p:nvPr/>
          </p:nvSpPr>
          <p:spPr>
            <a:xfrm>
              <a:off x="5657761" y="1564577"/>
              <a:ext cx="203835" cy="4225290"/>
            </a:xfrm>
            <a:custGeom>
              <a:avLst/>
              <a:gdLst/>
              <a:ahLst/>
              <a:cxnLst/>
              <a:rect l="l" t="t" r="r" b="b"/>
              <a:pathLst>
                <a:path w="203835" h="4225290">
                  <a:moveTo>
                    <a:pt x="203339" y="0"/>
                  </a:moveTo>
                  <a:lnTo>
                    <a:pt x="0" y="0"/>
                  </a:lnTo>
                  <a:lnTo>
                    <a:pt x="0" y="4224693"/>
                  </a:lnTo>
                  <a:lnTo>
                    <a:pt x="203339" y="4224693"/>
                  </a:lnTo>
                  <a:lnTo>
                    <a:pt x="203339" y="0"/>
                  </a:lnTo>
                  <a:close/>
                </a:path>
              </a:pathLst>
            </a:custGeom>
            <a:solidFill>
              <a:srgbClr val="C4D6A0"/>
            </a:solidFill>
          </p:spPr>
          <p:txBody>
            <a:bodyPr wrap="square" lIns="0" tIns="0" rIns="0" bIns="0" rtlCol="0"/>
            <a:lstStyle/>
            <a:p/>
          </p:txBody>
        </p:sp>
        <p:sp>
          <p:nvSpPr>
            <p:cNvPr id="63" name="object 63"/>
            <p:cNvSpPr/>
            <p:nvPr/>
          </p:nvSpPr>
          <p:spPr>
            <a:xfrm>
              <a:off x="5657763" y="1564585"/>
              <a:ext cx="203835" cy="4225290"/>
            </a:xfrm>
            <a:custGeom>
              <a:avLst/>
              <a:gdLst/>
              <a:ahLst/>
              <a:cxnLst/>
              <a:rect l="l" t="t" r="r" b="b"/>
              <a:pathLst>
                <a:path w="203835" h="4225290">
                  <a:moveTo>
                    <a:pt x="0" y="4224686"/>
                  </a:moveTo>
                  <a:lnTo>
                    <a:pt x="203339" y="4224686"/>
                  </a:lnTo>
                  <a:lnTo>
                    <a:pt x="203339" y="0"/>
                  </a:lnTo>
                  <a:lnTo>
                    <a:pt x="0" y="0"/>
                  </a:lnTo>
                  <a:lnTo>
                    <a:pt x="0" y="4224686"/>
                  </a:lnTo>
                  <a:close/>
                </a:path>
              </a:pathLst>
            </a:custGeom>
            <a:ln w="41426">
              <a:solidFill>
                <a:srgbClr val="000000"/>
              </a:solidFill>
            </a:ln>
          </p:spPr>
          <p:txBody>
            <a:bodyPr wrap="square" lIns="0" tIns="0" rIns="0" bIns="0" rtlCol="0"/>
            <a:lstStyle/>
            <a:p/>
          </p:txBody>
        </p:sp>
        <p:sp>
          <p:nvSpPr>
            <p:cNvPr id="64" name="object 64"/>
            <p:cNvSpPr/>
            <p:nvPr/>
          </p:nvSpPr>
          <p:spPr>
            <a:xfrm>
              <a:off x="5868936" y="1564577"/>
              <a:ext cx="203835" cy="4225290"/>
            </a:xfrm>
            <a:custGeom>
              <a:avLst/>
              <a:gdLst/>
              <a:ahLst/>
              <a:cxnLst/>
              <a:rect l="l" t="t" r="r" b="b"/>
              <a:pathLst>
                <a:path w="203835" h="4225290">
                  <a:moveTo>
                    <a:pt x="203339" y="0"/>
                  </a:moveTo>
                  <a:lnTo>
                    <a:pt x="0" y="0"/>
                  </a:lnTo>
                  <a:lnTo>
                    <a:pt x="0" y="4224693"/>
                  </a:lnTo>
                  <a:lnTo>
                    <a:pt x="203339" y="4224693"/>
                  </a:lnTo>
                  <a:lnTo>
                    <a:pt x="203339" y="0"/>
                  </a:lnTo>
                  <a:close/>
                </a:path>
              </a:pathLst>
            </a:custGeom>
            <a:solidFill>
              <a:srgbClr val="C4D6A0"/>
            </a:solidFill>
          </p:spPr>
          <p:txBody>
            <a:bodyPr wrap="square" lIns="0" tIns="0" rIns="0" bIns="0" rtlCol="0"/>
            <a:lstStyle/>
            <a:p/>
          </p:txBody>
        </p:sp>
        <p:sp>
          <p:nvSpPr>
            <p:cNvPr id="65" name="object 65"/>
            <p:cNvSpPr/>
            <p:nvPr/>
          </p:nvSpPr>
          <p:spPr>
            <a:xfrm>
              <a:off x="5868939" y="1564585"/>
              <a:ext cx="203835" cy="4225290"/>
            </a:xfrm>
            <a:custGeom>
              <a:avLst/>
              <a:gdLst/>
              <a:ahLst/>
              <a:cxnLst/>
              <a:rect l="l" t="t" r="r" b="b"/>
              <a:pathLst>
                <a:path w="203835" h="4225290">
                  <a:moveTo>
                    <a:pt x="0" y="4224686"/>
                  </a:moveTo>
                  <a:lnTo>
                    <a:pt x="203339" y="4224686"/>
                  </a:lnTo>
                  <a:lnTo>
                    <a:pt x="203339" y="0"/>
                  </a:lnTo>
                  <a:lnTo>
                    <a:pt x="0" y="0"/>
                  </a:lnTo>
                  <a:lnTo>
                    <a:pt x="0" y="4224686"/>
                  </a:lnTo>
                  <a:close/>
                </a:path>
              </a:pathLst>
            </a:custGeom>
            <a:ln w="41426">
              <a:solidFill>
                <a:srgbClr val="000000"/>
              </a:solidFill>
            </a:ln>
          </p:spPr>
          <p:txBody>
            <a:bodyPr wrap="square" lIns="0" tIns="0" rIns="0" bIns="0" rtlCol="0"/>
            <a:lstStyle/>
            <a:p/>
          </p:txBody>
        </p:sp>
        <p:sp>
          <p:nvSpPr>
            <p:cNvPr id="66" name="object 66"/>
            <p:cNvSpPr/>
            <p:nvPr/>
          </p:nvSpPr>
          <p:spPr>
            <a:xfrm>
              <a:off x="3569614" y="1564577"/>
              <a:ext cx="203835" cy="4225290"/>
            </a:xfrm>
            <a:custGeom>
              <a:avLst/>
              <a:gdLst/>
              <a:ahLst/>
              <a:cxnLst/>
              <a:rect l="l" t="t" r="r" b="b"/>
              <a:pathLst>
                <a:path w="203835" h="4225290">
                  <a:moveTo>
                    <a:pt x="203339" y="0"/>
                  </a:moveTo>
                  <a:lnTo>
                    <a:pt x="0" y="0"/>
                  </a:lnTo>
                  <a:lnTo>
                    <a:pt x="0" y="4224693"/>
                  </a:lnTo>
                  <a:lnTo>
                    <a:pt x="203339" y="4224693"/>
                  </a:lnTo>
                  <a:lnTo>
                    <a:pt x="203339" y="0"/>
                  </a:lnTo>
                  <a:close/>
                </a:path>
              </a:pathLst>
            </a:custGeom>
            <a:solidFill>
              <a:srgbClr val="92CDDC"/>
            </a:solidFill>
          </p:spPr>
          <p:txBody>
            <a:bodyPr wrap="square" lIns="0" tIns="0" rIns="0" bIns="0" rtlCol="0"/>
            <a:lstStyle/>
            <a:p/>
          </p:txBody>
        </p:sp>
        <p:sp>
          <p:nvSpPr>
            <p:cNvPr id="67" name="object 67"/>
            <p:cNvSpPr/>
            <p:nvPr/>
          </p:nvSpPr>
          <p:spPr>
            <a:xfrm>
              <a:off x="3569623" y="1564585"/>
              <a:ext cx="203835" cy="4225290"/>
            </a:xfrm>
            <a:custGeom>
              <a:avLst/>
              <a:gdLst/>
              <a:ahLst/>
              <a:cxnLst/>
              <a:rect l="l" t="t" r="r" b="b"/>
              <a:pathLst>
                <a:path w="203835" h="4225290">
                  <a:moveTo>
                    <a:pt x="0" y="4224686"/>
                  </a:moveTo>
                  <a:lnTo>
                    <a:pt x="203339" y="4224686"/>
                  </a:lnTo>
                  <a:lnTo>
                    <a:pt x="203339" y="0"/>
                  </a:lnTo>
                  <a:lnTo>
                    <a:pt x="0" y="0"/>
                  </a:lnTo>
                  <a:lnTo>
                    <a:pt x="0" y="4224686"/>
                  </a:lnTo>
                  <a:close/>
                </a:path>
              </a:pathLst>
            </a:custGeom>
            <a:ln w="41426">
              <a:solidFill>
                <a:srgbClr val="000000"/>
              </a:solidFill>
            </a:ln>
          </p:spPr>
          <p:txBody>
            <a:bodyPr wrap="square" lIns="0" tIns="0" rIns="0" bIns="0" rtlCol="0"/>
            <a:lstStyle/>
            <a:p/>
          </p:txBody>
        </p:sp>
        <p:sp>
          <p:nvSpPr>
            <p:cNvPr id="68" name="object 68"/>
            <p:cNvSpPr/>
            <p:nvPr/>
          </p:nvSpPr>
          <p:spPr>
            <a:xfrm>
              <a:off x="3780777" y="1564577"/>
              <a:ext cx="203835" cy="4131310"/>
            </a:xfrm>
            <a:custGeom>
              <a:avLst/>
              <a:gdLst/>
              <a:ahLst/>
              <a:cxnLst/>
              <a:rect l="l" t="t" r="r" b="b"/>
              <a:pathLst>
                <a:path w="203835" h="4131310">
                  <a:moveTo>
                    <a:pt x="0" y="4130814"/>
                  </a:moveTo>
                  <a:lnTo>
                    <a:pt x="203339" y="4130814"/>
                  </a:lnTo>
                  <a:lnTo>
                    <a:pt x="203339" y="0"/>
                  </a:lnTo>
                  <a:lnTo>
                    <a:pt x="0" y="0"/>
                  </a:lnTo>
                  <a:lnTo>
                    <a:pt x="0" y="4130814"/>
                  </a:lnTo>
                  <a:close/>
                </a:path>
              </a:pathLst>
            </a:custGeom>
            <a:solidFill>
              <a:srgbClr val="92CDDC"/>
            </a:solidFill>
          </p:spPr>
          <p:txBody>
            <a:bodyPr wrap="square" lIns="0" tIns="0" rIns="0" bIns="0" rtlCol="0"/>
            <a:lstStyle/>
            <a:p/>
          </p:txBody>
        </p:sp>
        <p:sp>
          <p:nvSpPr>
            <p:cNvPr id="69" name="object 69"/>
            <p:cNvSpPr/>
            <p:nvPr/>
          </p:nvSpPr>
          <p:spPr>
            <a:xfrm>
              <a:off x="3780787" y="1564585"/>
              <a:ext cx="203835" cy="4225290"/>
            </a:xfrm>
            <a:custGeom>
              <a:avLst/>
              <a:gdLst/>
              <a:ahLst/>
              <a:cxnLst/>
              <a:rect l="l" t="t" r="r" b="b"/>
              <a:pathLst>
                <a:path w="203835" h="4225290">
                  <a:moveTo>
                    <a:pt x="0" y="4224686"/>
                  </a:moveTo>
                  <a:lnTo>
                    <a:pt x="203339" y="4224686"/>
                  </a:lnTo>
                  <a:lnTo>
                    <a:pt x="203339" y="0"/>
                  </a:lnTo>
                  <a:lnTo>
                    <a:pt x="0" y="0"/>
                  </a:lnTo>
                  <a:lnTo>
                    <a:pt x="0" y="4224686"/>
                  </a:lnTo>
                  <a:close/>
                </a:path>
              </a:pathLst>
            </a:custGeom>
            <a:ln w="41426">
              <a:solidFill>
                <a:srgbClr val="000000"/>
              </a:solidFill>
            </a:ln>
          </p:spPr>
          <p:txBody>
            <a:bodyPr wrap="square" lIns="0" tIns="0" rIns="0" bIns="0" rtlCol="0"/>
            <a:lstStyle/>
            <a:p/>
          </p:txBody>
        </p:sp>
        <p:sp>
          <p:nvSpPr>
            <p:cNvPr id="70" name="object 70"/>
            <p:cNvSpPr/>
            <p:nvPr/>
          </p:nvSpPr>
          <p:spPr>
            <a:xfrm>
              <a:off x="3984116" y="1564577"/>
              <a:ext cx="203835" cy="4131310"/>
            </a:xfrm>
            <a:custGeom>
              <a:avLst/>
              <a:gdLst/>
              <a:ahLst/>
              <a:cxnLst/>
              <a:rect l="l" t="t" r="r" b="b"/>
              <a:pathLst>
                <a:path w="203835" h="4131310">
                  <a:moveTo>
                    <a:pt x="0" y="4130814"/>
                  </a:moveTo>
                  <a:lnTo>
                    <a:pt x="203339" y="4130814"/>
                  </a:lnTo>
                  <a:lnTo>
                    <a:pt x="203339" y="0"/>
                  </a:lnTo>
                  <a:lnTo>
                    <a:pt x="0" y="0"/>
                  </a:lnTo>
                  <a:lnTo>
                    <a:pt x="0" y="4130814"/>
                  </a:lnTo>
                  <a:close/>
                </a:path>
              </a:pathLst>
            </a:custGeom>
            <a:solidFill>
              <a:srgbClr val="92CDDC"/>
            </a:solidFill>
          </p:spPr>
          <p:txBody>
            <a:bodyPr wrap="square" lIns="0" tIns="0" rIns="0" bIns="0" rtlCol="0"/>
            <a:lstStyle/>
            <a:p/>
          </p:txBody>
        </p:sp>
        <p:sp>
          <p:nvSpPr>
            <p:cNvPr id="71" name="object 71"/>
            <p:cNvSpPr/>
            <p:nvPr/>
          </p:nvSpPr>
          <p:spPr>
            <a:xfrm>
              <a:off x="3984127" y="1564585"/>
              <a:ext cx="203835" cy="4225290"/>
            </a:xfrm>
            <a:custGeom>
              <a:avLst/>
              <a:gdLst/>
              <a:ahLst/>
              <a:cxnLst/>
              <a:rect l="l" t="t" r="r" b="b"/>
              <a:pathLst>
                <a:path w="203835" h="4225290">
                  <a:moveTo>
                    <a:pt x="0" y="4224686"/>
                  </a:moveTo>
                  <a:lnTo>
                    <a:pt x="203339" y="4224686"/>
                  </a:lnTo>
                  <a:lnTo>
                    <a:pt x="203339" y="0"/>
                  </a:lnTo>
                  <a:lnTo>
                    <a:pt x="0" y="0"/>
                  </a:lnTo>
                  <a:lnTo>
                    <a:pt x="0" y="4224686"/>
                  </a:lnTo>
                  <a:close/>
                </a:path>
              </a:pathLst>
            </a:custGeom>
            <a:ln w="41426">
              <a:solidFill>
                <a:srgbClr val="000000"/>
              </a:solidFill>
            </a:ln>
          </p:spPr>
          <p:txBody>
            <a:bodyPr wrap="square" lIns="0" tIns="0" rIns="0" bIns="0" rtlCol="0"/>
            <a:lstStyle/>
            <a:p/>
          </p:txBody>
        </p:sp>
        <p:sp>
          <p:nvSpPr>
            <p:cNvPr id="72" name="object 72"/>
            <p:cNvSpPr/>
            <p:nvPr/>
          </p:nvSpPr>
          <p:spPr>
            <a:xfrm>
              <a:off x="4195318" y="1564577"/>
              <a:ext cx="203835" cy="4131310"/>
            </a:xfrm>
            <a:custGeom>
              <a:avLst/>
              <a:gdLst/>
              <a:ahLst/>
              <a:cxnLst/>
              <a:rect l="l" t="t" r="r" b="b"/>
              <a:pathLst>
                <a:path w="203835" h="4131310">
                  <a:moveTo>
                    <a:pt x="0" y="4130814"/>
                  </a:moveTo>
                  <a:lnTo>
                    <a:pt x="203339" y="4130814"/>
                  </a:lnTo>
                  <a:lnTo>
                    <a:pt x="203339" y="0"/>
                  </a:lnTo>
                  <a:lnTo>
                    <a:pt x="0" y="0"/>
                  </a:lnTo>
                  <a:lnTo>
                    <a:pt x="0" y="4130814"/>
                  </a:lnTo>
                  <a:close/>
                </a:path>
              </a:pathLst>
            </a:custGeom>
            <a:solidFill>
              <a:srgbClr val="92CDDC"/>
            </a:solidFill>
          </p:spPr>
          <p:txBody>
            <a:bodyPr wrap="square" lIns="0" tIns="0" rIns="0" bIns="0" rtlCol="0"/>
            <a:lstStyle/>
            <a:p/>
          </p:txBody>
        </p:sp>
        <p:sp>
          <p:nvSpPr>
            <p:cNvPr id="73" name="object 73"/>
            <p:cNvSpPr/>
            <p:nvPr/>
          </p:nvSpPr>
          <p:spPr>
            <a:xfrm>
              <a:off x="4195318" y="1564585"/>
              <a:ext cx="203835" cy="4225290"/>
            </a:xfrm>
            <a:custGeom>
              <a:avLst/>
              <a:gdLst/>
              <a:ahLst/>
              <a:cxnLst/>
              <a:rect l="l" t="t" r="r" b="b"/>
              <a:pathLst>
                <a:path w="203835" h="4225290">
                  <a:moveTo>
                    <a:pt x="0" y="4224686"/>
                  </a:moveTo>
                  <a:lnTo>
                    <a:pt x="203339" y="4224686"/>
                  </a:lnTo>
                  <a:lnTo>
                    <a:pt x="203339" y="0"/>
                  </a:lnTo>
                  <a:lnTo>
                    <a:pt x="0" y="0"/>
                  </a:lnTo>
                  <a:lnTo>
                    <a:pt x="0" y="4224686"/>
                  </a:lnTo>
                  <a:close/>
                </a:path>
              </a:pathLst>
            </a:custGeom>
            <a:ln w="41426">
              <a:solidFill>
                <a:srgbClr val="000000"/>
              </a:solidFill>
            </a:ln>
          </p:spPr>
          <p:txBody>
            <a:bodyPr wrap="square" lIns="0" tIns="0" rIns="0" bIns="0" rtlCol="0"/>
            <a:lstStyle/>
            <a:p/>
          </p:txBody>
        </p:sp>
        <p:sp>
          <p:nvSpPr>
            <p:cNvPr id="74" name="object 74"/>
            <p:cNvSpPr/>
            <p:nvPr/>
          </p:nvSpPr>
          <p:spPr>
            <a:xfrm>
              <a:off x="4402518" y="1564577"/>
              <a:ext cx="203835" cy="4131310"/>
            </a:xfrm>
            <a:custGeom>
              <a:avLst/>
              <a:gdLst/>
              <a:ahLst/>
              <a:cxnLst/>
              <a:rect l="l" t="t" r="r" b="b"/>
              <a:pathLst>
                <a:path w="203835" h="4131310">
                  <a:moveTo>
                    <a:pt x="0" y="4130814"/>
                  </a:moveTo>
                  <a:lnTo>
                    <a:pt x="203339" y="4130814"/>
                  </a:lnTo>
                  <a:lnTo>
                    <a:pt x="203339" y="0"/>
                  </a:lnTo>
                  <a:lnTo>
                    <a:pt x="0" y="0"/>
                  </a:lnTo>
                  <a:lnTo>
                    <a:pt x="0" y="4130814"/>
                  </a:lnTo>
                  <a:close/>
                </a:path>
              </a:pathLst>
            </a:custGeom>
            <a:solidFill>
              <a:srgbClr val="92CDDC"/>
            </a:solidFill>
          </p:spPr>
          <p:txBody>
            <a:bodyPr wrap="square" lIns="0" tIns="0" rIns="0" bIns="0" rtlCol="0"/>
            <a:lstStyle/>
            <a:p/>
          </p:txBody>
        </p:sp>
        <p:sp>
          <p:nvSpPr>
            <p:cNvPr id="75" name="object 75"/>
            <p:cNvSpPr/>
            <p:nvPr/>
          </p:nvSpPr>
          <p:spPr>
            <a:xfrm>
              <a:off x="4402521" y="1564585"/>
              <a:ext cx="203835" cy="4225290"/>
            </a:xfrm>
            <a:custGeom>
              <a:avLst/>
              <a:gdLst/>
              <a:ahLst/>
              <a:cxnLst/>
              <a:rect l="l" t="t" r="r" b="b"/>
              <a:pathLst>
                <a:path w="203835" h="4225290">
                  <a:moveTo>
                    <a:pt x="0" y="4224686"/>
                  </a:moveTo>
                  <a:lnTo>
                    <a:pt x="203339" y="4224686"/>
                  </a:lnTo>
                  <a:lnTo>
                    <a:pt x="203339" y="0"/>
                  </a:lnTo>
                  <a:lnTo>
                    <a:pt x="0" y="0"/>
                  </a:lnTo>
                  <a:lnTo>
                    <a:pt x="0" y="4224686"/>
                  </a:lnTo>
                  <a:close/>
                </a:path>
              </a:pathLst>
            </a:custGeom>
            <a:ln w="41426">
              <a:solidFill>
                <a:srgbClr val="000000"/>
              </a:solidFill>
            </a:ln>
          </p:spPr>
          <p:txBody>
            <a:bodyPr wrap="square" lIns="0" tIns="0" rIns="0" bIns="0" rtlCol="0"/>
            <a:lstStyle/>
            <a:p/>
          </p:txBody>
        </p:sp>
        <p:sp>
          <p:nvSpPr>
            <p:cNvPr id="76" name="object 76"/>
            <p:cNvSpPr/>
            <p:nvPr/>
          </p:nvSpPr>
          <p:spPr>
            <a:xfrm>
              <a:off x="4613694" y="1564577"/>
              <a:ext cx="203835" cy="4131310"/>
            </a:xfrm>
            <a:custGeom>
              <a:avLst/>
              <a:gdLst/>
              <a:ahLst/>
              <a:cxnLst/>
              <a:rect l="l" t="t" r="r" b="b"/>
              <a:pathLst>
                <a:path w="203835" h="4131310">
                  <a:moveTo>
                    <a:pt x="0" y="4130814"/>
                  </a:moveTo>
                  <a:lnTo>
                    <a:pt x="203339" y="4130814"/>
                  </a:lnTo>
                  <a:lnTo>
                    <a:pt x="203339" y="0"/>
                  </a:lnTo>
                  <a:lnTo>
                    <a:pt x="0" y="0"/>
                  </a:lnTo>
                  <a:lnTo>
                    <a:pt x="0" y="4130814"/>
                  </a:lnTo>
                  <a:close/>
                </a:path>
              </a:pathLst>
            </a:custGeom>
            <a:solidFill>
              <a:srgbClr val="92CDDC"/>
            </a:solidFill>
          </p:spPr>
          <p:txBody>
            <a:bodyPr wrap="square" lIns="0" tIns="0" rIns="0" bIns="0" rtlCol="0"/>
            <a:lstStyle/>
            <a:p/>
          </p:txBody>
        </p:sp>
        <p:sp>
          <p:nvSpPr>
            <p:cNvPr id="77" name="object 77"/>
            <p:cNvSpPr/>
            <p:nvPr/>
          </p:nvSpPr>
          <p:spPr>
            <a:xfrm>
              <a:off x="4613696" y="1564585"/>
              <a:ext cx="203835" cy="4225290"/>
            </a:xfrm>
            <a:custGeom>
              <a:avLst/>
              <a:gdLst/>
              <a:ahLst/>
              <a:cxnLst/>
              <a:rect l="l" t="t" r="r" b="b"/>
              <a:pathLst>
                <a:path w="203835" h="4225290">
                  <a:moveTo>
                    <a:pt x="0" y="4224686"/>
                  </a:moveTo>
                  <a:lnTo>
                    <a:pt x="203339" y="4224686"/>
                  </a:lnTo>
                  <a:lnTo>
                    <a:pt x="203339" y="0"/>
                  </a:lnTo>
                  <a:lnTo>
                    <a:pt x="0" y="0"/>
                  </a:lnTo>
                  <a:lnTo>
                    <a:pt x="0" y="4224686"/>
                  </a:lnTo>
                  <a:close/>
                </a:path>
              </a:pathLst>
            </a:custGeom>
            <a:ln w="41426">
              <a:solidFill>
                <a:srgbClr val="000000"/>
              </a:solidFill>
            </a:ln>
          </p:spPr>
          <p:txBody>
            <a:bodyPr wrap="square" lIns="0" tIns="0" rIns="0" bIns="0" rtlCol="0"/>
            <a:lstStyle/>
            <a:p/>
          </p:txBody>
        </p:sp>
        <p:sp>
          <p:nvSpPr>
            <p:cNvPr id="78" name="object 78"/>
            <p:cNvSpPr/>
            <p:nvPr/>
          </p:nvSpPr>
          <p:spPr>
            <a:xfrm>
              <a:off x="4820945" y="1564577"/>
              <a:ext cx="203835" cy="4131310"/>
            </a:xfrm>
            <a:custGeom>
              <a:avLst/>
              <a:gdLst/>
              <a:ahLst/>
              <a:cxnLst/>
              <a:rect l="l" t="t" r="r" b="b"/>
              <a:pathLst>
                <a:path w="203835" h="4131310">
                  <a:moveTo>
                    <a:pt x="0" y="4130814"/>
                  </a:moveTo>
                  <a:lnTo>
                    <a:pt x="203339" y="4130814"/>
                  </a:lnTo>
                  <a:lnTo>
                    <a:pt x="203339" y="0"/>
                  </a:lnTo>
                  <a:lnTo>
                    <a:pt x="0" y="0"/>
                  </a:lnTo>
                  <a:lnTo>
                    <a:pt x="0" y="4130814"/>
                  </a:lnTo>
                  <a:close/>
                </a:path>
              </a:pathLst>
            </a:custGeom>
            <a:solidFill>
              <a:srgbClr val="92CDDC"/>
            </a:solidFill>
          </p:spPr>
          <p:txBody>
            <a:bodyPr wrap="square" lIns="0" tIns="0" rIns="0" bIns="0" rtlCol="0"/>
            <a:lstStyle/>
            <a:p/>
          </p:txBody>
        </p:sp>
        <p:sp>
          <p:nvSpPr>
            <p:cNvPr id="79" name="object 79"/>
            <p:cNvSpPr/>
            <p:nvPr/>
          </p:nvSpPr>
          <p:spPr>
            <a:xfrm>
              <a:off x="4820953" y="1564585"/>
              <a:ext cx="203835" cy="4225290"/>
            </a:xfrm>
            <a:custGeom>
              <a:avLst/>
              <a:gdLst/>
              <a:ahLst/>
              <a:cxnLst/>
              <a:rect l="l" t="t" r="r" b="b"/>
              <a:pathLst>
                <a:path w="203835" h="4225290">
                  <a:moveTo>
                    <a:pt x="0" y="4224686"/>
                  </a:moveTo>
                  <a:lnTo>
                    <a:pt x="203339" y="4224686"/>
                  </a:lnTo>
                  <a:lnTo>
                    <a:pt x="203339" y="0"/>
                  </a:lnTo>
                  <a:lnTo>
                    <a:pt x="0" y="0"/>
                  </a:lnTo>
                  <a:lnTo>
                    <a:pt x="0" y="4224686"/>
                  </a:lnTo>
                  <a:close/>
                </a:path>
              </a:pathLst>
            </a:custGeom>
            <a:ln w="41426">
              <a:solidFill>
                <a:srgbClr val="000000"/>
              </a:solidFill>
            </a:ln>
          </p:spPr>
          <p:txBody>
            <a:bodyPr wrap="square" lIns="0" tIns="0" rIns="0" bIns="0" rtlCol="0"/>
            <a:lstStyle/>
            <a:p/>
          </p:txBody>
        </p:sp>
        <p:sp>
          <p:nvSpPr>
            <p:cNvPr id="80" name="object 80"/>
            <p:cNvSpPr/>
            <p:nvPr/>
          </p:nvSpPr>
          <p:spPr>
            <a:xfrm>
              <a:off x="5032120" y="1564577"/>
              <a:ext cx="203835" cy="4131310"/>
            </a:xfrm>
            <a:custGeom>
              <a:avLst/>
              <a:gdLst/>
              <a:ahLst/>
              <a:cxnLst/>
              <a:rect l="l" t="t" r="r" b="b"/>
              <a:pathLst>
                <a:path w="203835" h="4131310">
                  <a:moveTo>
                    <a:pt x="0" y="4130814"/>
                  </a:moveTo>
                  <a:lnTo>
                    <a:pt x="203339" y="4130814"/>
                  </a:lnTo>
                  <a:lnTo>
                    <a:pt x="203339" y="0"/>
                  </a:lnTo>
                  <a:lnTo>
                    <a:pt x="0" y="0"/>
                  </a:lnTo>
                  <a:lnTo>
                    <a:pt x="0" y="4130814"/>
                  </a:lnTo>
                  <a:close/>
                </a:path>
              </a:pathLst>
            </a:custGeom>
            <a:solidFill>
              <a:srgbClr val="92CDDC"/>
            </a:solidFill>
          </p:spPr>
          <p:txBody>
            <a:bodyPr wrap="square" lIns="0" tIns="0" rIns="0" bIns="0" rtlCol="0"/>
            <a:lstStyle/>
            <a:p/>
          </p:txBody>
        </p:sp>
        <p:sp>
          <p:nvSpPr>
            <p:cNvPr id="81" name="object 81"/>
            <p:cNvSpPr/>
            <p:nvPr/>
          </p:nvSpPr>
          <p:spPr>
            <a:xfrm>
              <a:off x="5032129" y="1564585"/>
              <a:ext cx="203835" cy="4225290"/>
            </a:xfrm>
            <a:custGeom>
              <a:avLst/>
              <a:gdLst/>
              <a:ahLst/>
              <a:cxnLst/>
              <a:rect l="l" t="t" r="r" b="b"/>
              <a:pathLst>
                <a:path w="203835" h="4225290">
                  <a:moveTo>
                    <a:pt x="0" y="4224686"/>
                  </a:moveTo>
                  <a:lnTo>
                    <a:pt x="203339" y="4224686"/>
                  </a:lnTo>
                  <a:lnTo>
                    <a:pt x="203339" y="0"/>
                  </a:lnTo>
                  <a:lnTo>
                    <a:pt x="0" y="0"/>
                  </a:lnTo>
                  <a:lnTo>
                    <a:pt x="0" y="4224686"/>
                  </a:lnTo>
                  <a:close/>
                </a:path>
              </a:pathLst>
            </a:custGeom>
            <a:ln w="41426">
              <a:solidFill>
                <a:srgbClr val="000000"/>
              </a:solidFill>
            </a:ln>
          </p:spPr>
          <p:txBody>
            <a:bodyPr wrap="square" lIns="0" tIns="0" rIns="0" bIns="0" rtlCol="0"/>
            <a:lstStyle/>
            <a:p/>
          </p:txBody>
        </p:sp>
        <p:sp>
          <p:nvSpPr>
            <p:cNvPr id="82" name="object 82"/>
            <p:cNvSpPr/>
            <p:nvPr/>
          </p:nvSpPr>
          <p:spPr>
            <a:xfrm>
              <a:off x="5235460" y="1564588"/>
              <a:ext cx="203835" cy="4131310"/>
            </a:xfrm>
            <a:custGeom>
              <a:avLst/>
              <a:gdLst/>
              <a:ahLst/>
              <a:cxnLst/>
              <a:rect l="l" t="t" r="r" b="b"/>
              <a:pathLst>
                <a:path w="203835" h="4131310">
                  <a:moveTo>
                    <a:pt x="203339" y="612267"/>
                  </a:moveTo>
                  <a:lnTo>
                    <a:pt x="0" y="612267"/>
                  </a:lnTo>
                  <a:lnTo>
                    <a:pt x="0" y="4130814"/>
                  </a:lnTo>
                  <a:lnTo>
                    <a:pt x="203339" y="4130814"/>
                  </a:lnTo>
                  <a:lnTo>
                    <a:pt x="203339" y="612267"/>
                  </a:lnTo>
                  <a:close/>
                </a:path>
                <a:path w="203835" h="4131310">
                  <a:moveTo>
                    <a:pt x="203339" y="0"/>
                  </a:moveTo>
                  <a:lnTo>
                    <a:pt x="0" y="0"/>
                  </a:lnTo>
                  <a:lnTo>
                    <a:pt x="0" y="391642"/>
                  </a:lnTo>
                  <a:lnTo>
                    <a:pt x="203339" y="391642"/>
                  </a:lnTo>
                  <a:lnTo>
                    <a:pt x="203339" y="0"/>
                  </a:lnTo>
                  <a:close/>
                </a:path>
              </a:pathLst>
            </a:custGeom>
            <a:solidFill>
              <a:srgbClr val="92CDDC"/>
            </a:solidFill>
          </p:spPr>
          <p:txBody>
            <a:bodyPr wrap="square" lIns="0" tIns="0" rIns="0" bIns="0" rtlCol="0"/>
            <a:lstStyle/>
            <a:p/>
          </p:txBody>
        </p:sp>
        <p:sp>
          <p:nvSpPr>
            <p:cNvPr id="83" name="object 83"/>
            <p:cNvSpPr/>
            <p:nvPr/>
          </p:nvSpPr>
          <p:spPr>
            <a:xfrm>
              <a:off x="5235468" y="1564585"/>
              <a:ext cx="203835" cy="4225290"/>
            </a:xfrm>
            <a:custGeom>
              <a:avLst/>
              <a:gdLst/>
              <a:ahLst/>
              <a:cxnLst/>
              <a:rect l="l" t="t" r="r" b="b"/>
              <a:pathLst>
                <a:path w="203835" h="4225290">
                  <a:moveTo>
                    <a:pt x="0" y="4224686"/>
                  </a:moveTo>
                  <a:lnTo>
                    <a:pt x="203339" y="4224686"/>
                  </a:lnTo>
                  <a:lnTo>
                    <a:pt x="203339" y="0"/>
                  </a:lnTo>
                  <a:lnTo>
                    <a:pt x="0" y="0"/>
                  </a:lnTo>
                  <a:lnTo>
                    <a:pt x="0" y="4224686"/>
                  </a:lnTo>
                  <a:close/>
                </a:path>
              </a:pathLst>
            </a:custGeom>
            <a:ln w="41426">
              <a:solidFill>
                <a:srgbClr val="000000"/>
              </a:solidFill>
            </a:ln>
          </p:spPr>
          <p:txBody>
            <a:bodyPr wrap="square" lIns="0" tIns="0" rIns="0" bIns="0" rtlCol="0"/>
            <a:lstStyle/>
            <a:p/>
          </p:txBody>
        </p:sp>
        <p:sp>
          <p:nvSpPr>
            <p:cNvPr id="84" name="object 84"/>
            <p:cNvSpPr/>
            <p:nvPr/>
          </p:nvSpPr>
          <p:spPr>
            <a:xfrm>
              <a:off x="5446636" y="1564577"/>
              <a:ext cx="203835" cy="4131310"/>
            </a:xfrm>
            <a:custGeom>
              <a:avLst/>
              <a:gdLst/>
              <a:ahLst/>
              <a:cxnLst/>
              <a:rect l="l" t="t" r="r" b="b"/>
              <a:pathLst>
                <a:path w="203835" h="4131310">
                  <a:moveTo>
                    <a:pt x="0" y="4130814"/>
                  </a:moveTo>
                  <a:lnTo>
                    <a:pt x="203339" y="4130814"/>
                  </a:lnTo>
                  <a:lnTo>
                    <a:pt x="203339" y="0"/>
                  </a:lnTo>
                  <a:lnTo>
                    <a:pt x="0" y="0"/>
                  </a:lnTo>
                  <a:lnTo>
                    <a:pt x="0" y="4130814"/>
                  </a:lnTo>
                  <a:close/>
                </a:path>
              </a:pathLst>
            </a:custGeom>
            <a:solidFill>
              <a:srgbClr val="92CDDC"/>
            </a:solidFill>
          </p:spPr>
          <p:txBody>
            <a:bodyPr wrap="square" lIns="0" tIns="0" rIns="0" bIns="0" rtlCol="0"/>
            <a:lstStyle/>
            <a:p/>
          </p:txBody>
        </p:sp>
        <p:sp>
          <p:nvSpPr>
            <p:cNvPr id="85" name="object 85"/>
            <p:cNvSpPr/>
            <p:nvPr/>
          </p:nvSpPr>
          <p:spPr>
            <a:xfrm>
              <a:off x="3562212" y="1564585"/>
              <a:ext cx="2105025" cy="4225290"/>
            </a:xfrm>
            <a:custGeom>
              <a:avLst/>
              <a:gdLst/>
              <a:ahLst/>
              <a:cxnLst/>
              <a:rect l="l" t="t" r="r" b="b"/>
              <a:pathLst>
                <a:path w="2105025" h="4225290">
                  <a:moveTo>
                    <a:pt x="1884431" y="4224686"/>
                  </a:moveTo>
                  <a:lnTo>
                    <a:pt x="2087770" y="4224686"/>
                  </a:lnTo>
                  <a:lnTo>
                    <a:pt x="2087770" y="0"/>
                  </a:lnTo>
                  <a:lnTo>
                    <a:pt x="1884431" y="0"/>
                  </a:lnTo>
                  <a:lnTo>
                    <a:pt x="1884431" y="4224686"/>
                  </a:lnTo>
                  <a:close/>
                </a:path>
                <a:path w="2105025" h="4225290">
                  <a:moveTo>
                    <a:pt x="7410" y="195577"/>
                  </a:moveTo>
                  <a:lnTo>
                    <a:pt x="2097206" y="195577"/>
                  </a:lnTo>
                </a:path>
                <a:path w="2105025" h="4225290">
                  <a:moveTo>
                    <a:pt x="2058" y="391148"/>
                  </a:moveTo>
                  <a:lnTo>
                    <a:pt x="2091854" y="391148"/>
                  </a:lnTo>
                </a:path>
                <a:path w="2105025" h="4225290">
                  <a:moveTo>
                    <a:pt x="5352" y="606315"/>
                  </a:moveTo>
                  <a:lnTo>
                    <a:pt x="2095165" y="606315"/>
                  </a:lnTo>
                </a:path>
                <a:path w="2105025" h="4225290">
                  <a:moveTo>
                    <a:pt x="0" y="801887"/>
                  </a:moveTo>
                  <a:lnTo>
                    <a:pt x="2089812" y="801887"/>
                  </a:lnTo>
                </a:path>
                <a:path w="2105025" h="4225290">
                  <a:moveTo>
                    <a:pt x="14821" y="1017054"/>
                  </a:moveTo>
                  <a:lnTo>
                    <a:pt x="2104656" y="1017054"/>
                  </a:lnTo>
                </a:path>
                <a:path w="2105025" h="4225290">
                  <a:moveTo>
                    <a:pt x="9468" y="1212626"/>
                  </a:moveTo>
                  <a:lnTo>
                    <a:pt x="2099303" y="1212626"/>
                  </a:lnTo>
                </a:path>
                <a:path w="2105025" h="4225290">
                  <a:moveTo>
                    <a:pt x="12763" y="1427793"/>
                  </a:moveTo>
                  <a:lnTo>
                    <a:pt x="2102559" y="1427793"/>
                  </a:lnTo>
                </a:path>
                <a:path w="2105025" h="4225290">
                  <a:moveTo>
                    <a:pt x="7410" y="1623364"/>
                  </a:moveTo>
                  <a:lnTo>
                    <a:pt x="2097206" y="1623364"/>
                  </a:lnTo>
                </a:path>
                <a:path w="2105025" h="4225290">
                  <a:moveTo>
                    <a:pt x="14821" y="1838532"/>
                  </a:moveTo>
                  <a:lnTo>
                    <a:pt x="2104656" y="1838532"/>
                  </a:lnTo>
                </a:path>
              </a:pathLst>
            </a:custGeom>
            <a:ln w="41433">
              <a:solidFill>
                <a:srgbClr val="000000"/>
              </a:solidFill>
            </a:ln>
          </p:spPr>
          <p:txBody>
            <a:bodyPr wrap="square" lIns="0" tIns="0" rIns="0" bIns="0" rtlCol="0"/>
            <a:lstStyle/>
            <a:p/>
          </p:txBody>
        </p:sp>
        <p:sp>
          <p:nvSpPr>
            <p:cNvPr id="86" name="object 86"/>
            <p:cNvSpPr/>
            <p:nvPr/>
          </p:nvSpPr>
          <p:spPr>
            <a:xfrm>
              <a:off x="3571681" y="3598689"/>
              <a:ext cx="2090420" cy="0"/>
            </a:xfrm>
            <a:custGeom>
              <a:avLst/>
              <a:gdLst/>
              <a:ahLst/>
              <a:cxnLst/>
              <a:rect l="l" t="t" r="r" b="b"/>
              <a:pathLst>
                <a:path w="2090420">
                  <a:moveTo>
                    <a:pt x="0" y="0"/>
                  </a:moveTo>
                  <a:lnTo>
                    <a:pt x="1045924" y="0"/>
                  </a:lnTo>
                </a:path>
                <a:path w="2090420">
                  <a:moveTo>
                    <a:pt x="1249263" y="0"/>
                  </a:moveTo>
                  <a:lnTo>
                    <a:pt x="2089834" y="0"/>
                  </a:lnTo>
                </a:path>
              </a:pathLst>
            </a:custGeom>
            <a:ln w="41440">
              <a:solidFill>
                <a:srgbClr val="000000"/>
              </a:solidFill>
            </a:ln>
          </p:spPr>
          <p:txBody>
            <a:bodyPr wrap="square" lIns="0" tIns="0" rIns="0" bIns="0" rtlCol="0"/>
            <a:lstStyle/>
            <a:p/>
          </p:txBody>
        </p:sp>
        <p:sp>
          <p:nvSpPr>
            <p:cNvPr id="87" name="object 87"/>
            <p:cNvSpPr/>
            <p:nvPr/>
          </p:nvSpPr>
          <p:spPr>
            <a:xfrm>
              <a:off x="3561186" y="3813801"/>
              <a:ext cx="2106295" cy="1877695"/>
            </a:xfrm>
            <a:custGeom>
              <a:avLst/>
              <a:gdLst/>
              <a:ahLst/>
              <a:cxnLst/>
              <a:rect l="l" t="t" r="r" b="b"/>
              <a:pathLst>
                <a:path w="2106295" h="1877695">
                  <a:moveTo>
                    <a:pt x="13789" y="0"/>
                  </a:moveTo>
                  <a:lnTo>
                    <a:pt x="2103585" y="0"/>
                  </a:lnTo>
                </a:path>
                <a:path w="2106295" h="1877695">
                  <a:moveTo>
                    <a:pt x="8437" y="195626"/>
                  </a:moveTo>
                  <a:lnTo>
                    <a:pt x="2098233" y="195626"/>
                  </a:lnTo>
                </a:path>
                <a:path w="2106295" h="1877695">
                  <a:moveTo>
                    <a:pt x="15847" y="430334"/>
                  </a:moveTo>
                  <a:lnTo>
                    <a:pt x="2105682" y="430334"/>
                  </a:lnTo>
                </a:path>
                <a:path w="2106295" h="1877695">
                  <a:moveTo>
                    <a:pt x="10495" y="625906"/>
                  </a:moveTo>
                  <a:lnTo>
                    <a:pt x="2100329" y="625906"/>
                  </a:lnTo>
                </a:path>
                <a:path w="2106295" h="1877695">
                  <a:moveTo>
                    <a:pt x="13789" y="841073"/>
                  </a:moveTo>
                  <a:lnTo>
                    <a:pt x="2103585" y="841073"/>
                  </a:lnTo>
                </a:path>
                <a:path w="2106295" h="1877695">
                  <a:moveTo>
                    <a:pt x="8437" y="1036644"/>
                  </a:moveTo>
                  <a:lnTo>
                    <a:pt x="2098233" y="1036644"/>
                  </a:lnTo>
                </a:path>
                <a:path w="2106295" h="1877695">
                  <a:moveTo>
                    <a:pt x="7410" y="1271352"/>
                  </a:moveTo>
                  <a:lnTo>
                    <a:pt x="2097239" y="1271352"/>
                  </a:lnTo>
                </a:path>
                <a:path w="2106295" h="1877695">
                  <a:moveTo>
                    <a:pt x="2058" y="1466924"/>
                  </a:moveTo>
                  <a:lnTo>
                    <a:pt x="2091887" y="1466924"/>
                  </a:lnTo>
                </a:path>
                <a:path w="2106295" h="1877695">
                  <a:moveTo>
                    <a:pt x="5352" y="1682091"/>
                  </a:moveTo>
                  <a:lnTo>
                    <a:pt x="2095143" y="1682091"/>
                  </a:lnTo>
                </a:path>
                <a:path w="2106295" h="1877695">
                  <a:moveTo>
                    <a:pt x="0" y="1877673"/>
                  </a:moveTo>
                  <a:lnTo>
                    <a:pt x="2089790" y="1877673"/>
                  </a:lnTo>
                </a:path>
              </a:pathLst>
            </a:custGeom>
            <a:ln w="41433">
              <a:solidFill>
                <a:srgbClr val="000000"/>
              </a:solidFill>
            </a:ln>
          </p:spPr>
          <p:txBody>
            <a:bodyPr wrap="square" lIns="0" tIns="0" rIns="0" bIns="0" rtlCol="0"/>
            <a:lstStyle/>
            <a:p/>
          </p:txBody>
        </p:sp>
        <p:sp>
          <p:nvSpPr>
            <p:cNvPr id="88" name="object 88"/>
            <p:cNvSpPr/>
            <p:nvPr/>
          </p:nvSpPr>
          <p:spPr>
            <a:xfrm>
              <a:off x="4198188" y="1955733"/>
              <a:ext cx="203835" cy="220979"/>
            </a:xfrm>
            <a:custGeom>
              <a:avLst/>
              <a:gdLst/>
              <a:ahLst/>
              <a:cxnLst/>
              <a:rect l="l" t="t" r="r" b="b"/>
              <a:pathLst>
                <a:path w="203835" h="220980">
                  <a:moveTo>
                    <a:pt x="203339" y="0"/>
                  </a:moveTo>
                  <a:lnTo>
                    <a:pt x="0" y="0"/>
                  </a:lnTo>
                  <a:lnTo>
                    <a:pt x="0" y="220626"/>
                  </a:lnTo>
                  <a:lnTo>
                    <a:pt x="203339" y="220626"/>
                  </a:lnTo>
                  <a:lnTo>
                    <a:pt x="203339" y="0"/>
                  </a:lnTo>
                  <a:close/>
                </a:path>
              </a:pathLst>
            </a:custGeom>
            <a:solidFill>
              <a:srgbClr val="C05046"/>
            </a:solidFill>
          </p:spPr>
          <p:txBody>
            <a:bodyPr wrap="square" lIns="0" tIns="0" rIns="0" bIns="0" rtlCol="0"/>
            <a:lstStyle/>
            <a:p/>
          </p:txBody>
        </p:sp>
        <p:sp>
          <p:nvSpPr>
            <p:cNvPr id="89" name="object 89"/>
            <p:cNvSpPr/>
            <p:nvPr/>
          </p:nvSpPr>
          <p:spPr>
            <a:xfrm>
              <a:off x="4198188" y="1955739"/>
              <a:ext cx="203835" cy="220979"/>
            </a:xfrm>
            <a:custGeom>
              <a:avLst/>
              <a:gdLst/>
              <a:ahLst/>
              <a:cxnLst/>
              <a:rect l="l" t="t" r="r" b="b"/>
              <a:pathLst>
                <a:path w="203835" h="220980">
                  <a:moveTo>
                    <a:pt x="0" y="220626"/>
                  </a:moveTo>
                  <a:lnTo>
                    <a:pt x="203339" y="220626"/>
                  </a:lnTo>
                  <a:lnTo>
                    <a:pt x="203339" y="0"/>
                  </a:lnTo>
                  <a:lnTo>
                    <a:pt x="0" y="0"/>
                  </a:lnTo>
                  <a:lnTo>
                    <a:pt x="0" y="220626"/>
                  </a:lnTo>
                  <a:close/>
                </a:path>
              </a:pathLst>
            </a:custGeom>
            <a:ln w="41433">
              <a:solidFill>
                <a:srgbClr val="000000"/>
              </a:solidFill>
            </a:ln>
          </p:spPr>
          <p:txBody>
            <a:bodyPr wrap="square" lIns="0" tIns="0" rIns="0" bIns="0" rtlCol="0"/>
            <a:lstStyle/>
            <a:p/>
          </p:txBody>
        </p:sp>
        <p:sp>
          <p:nvSpPr>
            <p:cNvPr id="90" name="object 90"/>
            <p:cNvSpPr/>
            <p:nvPr/>
          </p:nvSpPr>
          <p:spPr>
            <a:xfrm>
              <a:off x="5235460" y="1956229"/>
              <a:ext cx="203835" cy="220979"/>
            </a:xfrm>
            <a:custGeom>
              <a:avLst/>
              <a:gdLst/>
              <a:ahLst/>
              <a:cxnLst/>
              <a:rect l="l" t="t" r="r" b="b"/>
              <a:pathLst>
                <a:path w="203835" h="220980">
                  <a:moveTo>
                    <a:pt x="203339" y="0"/>
                  </a:moveTo>
                  <a:lnTo>
                    <a:pt x="0" y="0"/>
                  </a:lnTo>
                  <a:lnTo>
                    <a:pt x="0" y="220626"/>
                  </a:lnTo>
                  <a:lnTo>
                    <a:pt x="203339" y="220626"/>
                  </a:lnTo>
                  <a:lnTo>
                    <a:pt x="203339" y="0"/>
                  </a:lnTo>
                  <a:close/>
                </a:path>
              </a:pathLst>
            </a:custGeom>
            <a:solidFill>
              <a:srgbClr val="C05046"/>
            </a:solidFill>
          </p:spPr>
          <p:txBody>
            <a:bodyPr wrap="square" lIns="0" tIns="0" rIns="0" bIns="0" rtlCol="0"/>
            <a:lstStyle/>
            <a:p/>
          </p:txBody>
        </p:sp>
        <p:sp>
          <p:nvSpPr>
            <p:cNvPr id="91" name="object 91"/>
            <p:cNvSpPr/>
            <p:nvPr/>
          </p:nvSpPr>
          <p:spPr>
            <a:xfrm>
              <a:off x="5235468" y="1956236"/>
              <a:ext cx="203835" cy="220979"/>
            </a:xfrm>
            <a:custGeom>
              <a:avLst/>
              <a:gdLst/>
              <a:ahLst/>
              <a:cxnLst/>
              <a:rect l="l" t="t" r="r" b="b"/>
              <a:pathLst>
                <a:path w="203835" h="220980">
                  <a:moveTo>
                    <a:pt x="0" y="220626"/>
                  </a:moveTo>
                  <a:lnTo>
                    <a:pt x="203339" y="220626"/>
                  </a:lnTo>
                  <a:lnTo>
                    <a:pt x="203339" y="0"/>
                  </a:lnTo>
                  <a:lnTo>
                    <a:pt x="0" y="0"/>
                  </a:lnTo>
                  <a:lnTo>
                    <a:pt x="0" y="220626"/>
                  </a:lnTo>
                  <a:close/>
                </a:path>
              </a:pathLst>
            </a:custGeom>
            <a:ln w="41433">
              <a:solidFill>
                <a:srgbClr val="000000"/>
              </a:solidFill>
            </a:ln>
          </p:spPr>
          <p:txBody>
            <a:bodyPr wrap="square" lIns="0" tIns="0" rIns="0" bIns="0" rtlCol="0"/>
            <a:lstStyle/>
            <a:p/>
          </p:txBody>
        </p:sp>
        <p:sp>
          <p:nvSpPr>
            <p:cNvPr id="92" name="object 92"/>
            <p:cNvSpPr/>
            <p:nvPr/>
          </p:nvSpPr>
          <p:spPr>
            <a:xfrm>
              <a:off x="4617605" y="3403070"/>
              <a:ext cx="203835" cy="220979"/>
            </a:xfrm>
            <a:custGeom>
              <a:avLst/>
              <a:gdLst/>
              <a:ahLst/>
              <a:cxnLst/>
              <a:rect l="l" t="t" r="r" b="b"/>
              <a:pathLst>
                <a:path w="203835" h="220979">
                  <a:moveTo>
                    <a:pt x="203339" y="0"/>
                  </a:moveTo>
                  <a:lnTo>
                    <a:pt x="0" y="0"/>
                  </a:lnTo>
                  <a:lnTo>
                    <a:pt x="0" y="220620"/>
                  </a:lnTo>
                  <a:lnTo>
                    <a:pt x="203339" y="220620"/>
                  </a:lnTo>
                  <a:lnTo>
                    <a:pt x="203339" y="0"/>
                  </a:lnTo>
                  <a:close/>
                </a:path>
              </a:pathLst>
            </a:custGeom>
            <a:solidFill>
              <a:srgbClr val="C05046"/>
            </a:solidFill>
          </p:spPr>
          <p:txBody>
            <a:bodyPr wrap="square" lIns="0" tIns="0" rIns="0" bIns="0" rtlCol="0"/>
            <a:lstStyle/>
            <a:p/>
          </p:txBody>
        </p:sp>
        <p:sp>
          <p:nvSpPr>
            <p:cNvPr id="93" name="object 93"/>
            <p:cNvSpPr/>
            <p:nvPr/>
          </p:nvSpPr>
          <p:spPr>
            <a:xfrm>
              <a:off x="4186876" y="3394462"/>
              <a:ext cx="634365" cy="229235"/>
            </a:xfrm>
            <a:custGeom>
              <a:avLst/>
              <a:gdLst/>
              <a:ahLst/>
              <a:cxnLst/>
              <a:rect l="l" t="t" r="r" b="b"/>
              <a:pathLst>
                <a:path w="634364" h="229235">
                  <a:moveTo>
                    <a:pt x="430737" y="229232"/>
                  </a:moveTo>
                  <a:lnTo>
                    <a:pt x="634077" y="229232"/>
                  </a:lnTo>
                  <a:lnTo>
                    <a:pt x="634077" y="8611"/>
                  </a:lnTo>
                  <a:lnTo>
                    <a:pt x="430737" y="8611"/>
                  </a:lnTo>
                  <a:lnTo>
                    <a:pt x="430737" y="229232"/>
                  </a:lnTo>
                  <a:close/>
                </a:path>
                <a:path w="634364" h="229235">
                  <a:moveTo>
                    <a:pt x="0" y="220620"/>
                  </a:moveTo>
                  <a:lnTo>
                    <a:pt x="203339" y="220620"/>
                  </a:lnTo>
                  <a:lnTo>
                    <a:pt x="203339" y="0"/>
                  </a:lnTo>
                  <a:lnTo>
                    <a:pt x="0" y="0"/>
                  </a:lnTo>
                  <a:lnTo>
                    <a:pt x="0" y="220620"/>
                  </a:lnTo>
                  <a:close/>
                </a:path>
              </a:pathLst>
            </a:custGeom>
            <a:ln w="41433">
              <a:solidFill>
                <a:srgbClr val="000000"/>
              </a:solidFill>
            </a:ln>
          </p:spPr>
          <p:txBody>
            <a:bodyPr wrap="square" lIns="0" tIns="0" rIns="0" bIns="0" rtlCol="0"/>
            <a:lstStyle/>
            <a:p/>
          </p:txBody>
        </p:sp>
        <p:sp>
          <p:nvSpPr>
            <p:cNvPr id="94" name="object 94"/>
            <p:cNvSpPr/>
            <p:nvPr/>
          </p:nvSpPr>
          <p:spPr>
            <a:xfrm>
              <a:off x="5242636" y="3394458"/>
              <a:ext cx="203835" cy="220979"/>
            </a:xfrm>
            <a:custGeom>
              <a:avLst/>
              <a:gdLst/>
              <a:ahLst/>
              <a:cxnLst/>
              <a:rect l="l" t="t" r="r" b="b"/>
              <a:pathLst>
                <a:path w="203835" h="220979">
                  <a:moveTo>
                    <a:pt x="203339" y="0"/>
                  </a:moveTo>
                  <a:lnTo>
                    <a:pt x="0" y="0"/>
                  </a:lnTo>
                  <a:lnTo>
                    <a:pt x="0" y="220621"/>
                  </a:lnTo>
                  <a:lnTo>
                    <a:pt x="203339" y="220621"/>
                  </a:lnTo>
                  <a:lnTo>
                    <a:pt x="203339" y="0"/>
                  </a:lnTo>
                  <a:close/>
                </a:path>
              </a:pathLst>
            </a:custGeom>
            <a:solidFill>
              <a:srgbClr val="C05046"/>
            </a:solidFill>
          </p:spPr>
          <p:txBody>
            <a:bodyPr wrap="square" lIns="0" tIns="0" rIns="0" bIns="0" rtlCol="0"/>
            <a:lstStyle/>
            <a:p/>
          </p:txBody>
        </p:sp>
        <p:sp>
          <p:nvSpPr>
            <p:cNvPr id="95" name="object 95"/>
            <p:cNvSpPr/>
            <p:nvPr/>
          </p:nvSpPr>
          <p:spPr>
            <a:xfrm>
              <a:off x="5242642" y="3394462"/>
              <a:ext cx="203835" cy="220979"/>
            </a:xfrm>
            <a:custGeom>
              <a:avLst/>
              <a:gdLst/>
              <a:ahLst/>
              <a:cxnLst/>
              <a:rect l="l" t="t" r="r" b="b"/>
              <a:pathLst>
                <a:path w="203835" h="220979">
                  <a:moveTo>
                    <a:pt x="0" y="220620"/>
                  </a:moveTo>
                  <a:lnTo>
                    <a:pt x="203339" y="220620"/>
                  </a:lnTo>
                  <a:lnTo>
                    <a:pt x="203339" y="0"/>
                  </a:lnTo>
                  <a:lnTo>
                    <a:pt x="0" y="0"/>
                  </a:lnTo>
                  <a:lnTo>
                    <a:pt x="0" y="220620"/>
                  </a:lnTo>
                  <a:close/>
                </a:path>
              </a:pathLst>
            </a:custGeom>
            <a:ln w="41433">
              <a:solidFill>
                <a:srgbClr val="000000"/>
              </a:solidFill>
            </a:ln>
          </p:spPr>
          <p:txBody>
            <a:bodyPr wrap="square" lIns="0" tIns="0" rIns="0" bIns="0" rtlCol="0"/>
            <a:lstStyle/>
            <a:p/>
          </p:txBody>
        </p:sp>
        <p:sp>
          <p:nvSpPr>
            <p:cNvPr id="96" name="object 96"/>
            <p:cNvSpPr/>
            <p:nvPr/>
          </p:nvSpPr>
          <p:spPr>
            <a:xfrm>
              <a:off x="4186872" y="3394458"/>
              <a:ext cx="203835" cy="220979"/>
            </a:xfrm>
            <a:custGeom>
              <a:avLst/>
              <a:gdLst/>
              <a:ahLst/>
              <a:cxnLst/>
              <a:rect l="l" t="t" r="r" b="b"/>
              <a:pathLst>
                <a:path w="203835" h="220979">
                  <a:moveTo>
                    <a:pt x="203339" y="0"/>
                  </a:moveTo>
                  <a:lnTo>
                    <a:pt x="0" y="0"/>
                  </a:lnTo>
                  <a:lnTo>
                    <a:pt x="0" y="220621"/>
                  </a:lnTo>
                  <a:lnTo>
                    <a:pt x="203339" y="220621"/>
                  </a:lnTo>
                  <a:lnTo>
                    <a:pt x="203339" y="0"/>
                  </a:lnTo>
                  <a:close/>
                </a:path>
              </a:pathLst>
            </a:custGeom>
            <a:solidFill>
              <a:srgbClr val="C05046"/>
            </a:solidFill>
          </p:spPr>
          <p:txBody>
            <a:bodyPr wrap="square" lIns="0" tIns="0" rIns="0" bIns="0" rtlCol="0"/>
            <a:lstStyle/>
            <a:p/>
          </p:txBody>
        </p:sp>
        <p:sp>
          <p:nvSpPr>
            <p:cNvPr id="97" name="object 97"/>
            <p:cNvSpPr/>
            <p:nvPr/>
          </p:nvSpPr>
          <p:spPr>
            <a:xfrm>
              <a:off x="4186876" y="3394462"/>
              <a:ext cx="203835" cy="220979"/>
            </a:xfrm>
            <a:custGeom>
              <a:avLst/>
              <a:gdLst/>
              <a:ahLst/>
              <a:cxnLst/>
              <a:rect l="l" t="t" r="r" b="b"/>
              <a:pathLst>
                <a:path w="203835" h="220979">
                  <a:moveTo>
                    <a:pt x="0" y="220620"/>
                  </a:moveTo>
                  <a:lnTo>
                    <a:pt x="203339" y="220620"/>
                  </a:lnTo>
                  <a:lnTo>
                    <a:pt x="203339" y="0"/>
                  </a:lnTo>
                  <a:lnTo>
                    <a:pt x="0" y="0"/>
                  </a:lnTo>
                  <a:lnTo>
                    <a:pt x="0" y="220620"/>
                  </a:lnTo>
                  <a:close/>
                </a:path>
              </a:pathLst>
            </a:custGeom>
            <a:ln w="41433">
              <a:solidFill>
                <a:srgbClr val="000000"/>
              </a:solidFill>
            </a:ln>
          </p:spPr>
          <p:txBody>
            <a:bodyPr wrap="square" lIns="0" tIns="0" rIns="0" bIns="0" rtlCol="0"/>
            <a:lstStyle/>
            <a:p/>
          </p:txBody>
        </p:sp>
        <p:sp>
          <p:nvSpPr>
            <p:cNvPr id="98" name="object 98"/>
            <p:cNvSpPr/>
            <p:nvPr/>
          </p:nvSpPr>
          <p:spPr>
            <a:xfrm>
              <a:off x="4186872" y="1954184"/>
              <a:ext cx="203835" cy="220979"/>
            </a:xfrm>
            <a:custGeom>
              <a:avLst/>
              <a:gdLst/>
              <a:ahLst/>
              <a:cxnLst/>
              <a:rect l="l" t="t" r="r" b="b"/>
              <a:pathLst>
                <a:path w="203835" h="220980">
                  <a:moveTo>
                    <a:pt x="203339" y="0"/>
                  </a:moveTo>
                  <a:lnTo>
                    <a:pt x="0" y="0"/>
                  </a:lnTo>
                  <a:lnTo>
                    <a:pt x="0" y="220626"/>
                  </a:lnTo>
                  <a:lnTo>
                    <a:pt x="203339" y="220626"/>
                  </a:lnTo>
                  <a:lnTo>
                    <a:pt x="203339" y="0"/>
                  </a:lnTo>
                  <a:close/>
                </a:path>
              </a:pathLst>
            </a:custGeom>
            <a:solidFill>
              <a:srgbClr val="C05046"/>
            </a:solidFill>
          </p:spPr>
          <p:txBody>
            <a:bodyPr wrap="square" lIns="0" tIns="0" rIns="0" bIns="0" rtlCol="0"/>
            <a:lstStyle/>
            <a:p/>
          </p:txBody>
        </p:sp>
        <p:sp>
          <p:nvSpPr>
            <p:cNvPr id="99" name="object 99"/>
            <p:cNvSpPr/>
            <p:nvPr/>
          </p:nvSpPr>
          <p:spPr>
            <a:xfrm>
              <a:off x="4186876" y="1954194"/>
              <a:ext cx="203835" cy="220979"/>
            </a:xfrm>
            <a:custGeom>
              <a:avLst/>
              <a:gdLst/>
              <a:ahLst/>
              <a:cxnLst/>
              <a:rect l="l" t="t" r="r" b="b"/>
              <a:pathLst>
                <a:path w="203835" h="220980">
                  <a:moveTo>
                    <a:pt x="0" y="220626"/>
                  </a:moveTo>
                  <a:lnTo>
                    <a:pt x="203339" y="220626"/>
                  </a:lnTo>
                  <a:lnTo>
                    <a:pt x="203339" y="0"/>
                  </a:lnTo>
                  <a:lnTo>
                    <a:pt x="0" y="0"/>
                  </a:lnTo>
                  <a:lnTo>
                    <a:pt x="0" y="220626"/>
                  </a:lnTo>
                  <a:close/>
                </a:path>
              </a:pathLst>
            </a:custGeom>
            <a:ln w="41433">
              <a:solidFill>
                <a:srgbClr val="000000"/>
              </a:solidFill>
            </a:ln>
          </p:spPr>
          <p:txBody>
            <a:bodyPr wrap="square" lIns="0" tIns="0" rIns="0" bIns="0" rtlCol="0"/>
            <a:lstStyle/>
            <a:p/>
          </p:txBody>
        </p:sp>
        <p:sp>
          <p:nvSpPr>
            <p:cNvPr id="100" name="object 100"/>
            <p:cNvSpPr/>
            <p:nvPr/>
          </p:nvSpPr>
          <p:spPr>
            <a:xfrm>
              <a:off x="3581044" y="5695392"/>
              <a:ext cx="2080895" cy="220979"/>
            </a:xfrm>
            <a:custGeom>
              <a:avLst/>
              <a:gdLst/>
              <a:ahLst/>
              <a:cxnLst/>
              <a:rect l="l" t="t" r="r" b="b"/>
              <a:pathLst>
                <a:path w="2080895" h="220979">
                  <a:moveTo>
                    <a:pt x="2080348" y="0"/>
                  </a:moveTo>
                  <a:lnTo>
                    <a:pt x="0" y="0"/>
                  </a:lnTo>
                  <a:lnTo>
                    <a:pt x="0" y="220621"/>
                  </a:lnTo>
                  <a:lnTo>
                    <a:pt x="2080348" y="220621"/>
                  </a:lnTo>
                  <a:lnTo>
                    <a:pt x="2080348" y="0"/>
                  </a:lnTo>
                  <a:close/>
                </a:path>
              </a:pathLst>
            </a:custGeom>
            <a:solidFill>
              <a:srgbClr val="C4D6A0"/>
            </a:solidFill>
          </p:spPr>
          <p:txBody>
            <a:bodyPr wrap="square" lIns="0" tIns="0" rIns="0" bIns="0" rtlCol="0"/>
            <a:lstStyle/>
            <a:p/>
          </p:txBody>
        </p:sp>
        <p:sp>
          <p:nvSpPr>
            <p:cNvPr id="101" name="object 101"/>
            <p:cNvSpPr/>
            <p:nvPr/>
          </p:nvSpPr>
          <p:spPr>
            <a:xfrm>
              <a:off x="3581045" y="5695394"/>
              <a:ext cx="2080895" cy="220979"/>
            </a:xfrm>
            <a:custGeom>
              <a:avLst/>
              <a:gdLst/>
              <a:ahLst/>
              <a:cxnLst/>
              <a:rect l="l" t="t" r="r" b="b"/>
              <a:pathLst>
                <a:path w="2080895" h="220979">
                  <a:moveTo>
                    <a:pt x="0" y="220620"/>
                  </a:moveTo>
                  <a:lnTo>
                    <a:pt x="2080354" y="220620"/>
                  </a:lnTo>
                  <a:lnTo>
                    <a:pt x="2080354" y="0"/>
                  </a:lnTo>
                  <a:lnTo>
                    <a:pt x="0" y="0"/>
                  </a:lnTo>
                  <a:lnTo>
                    <a:pt x="0" y="220620"/>
                  </a:lnTo>
                  <a:close/>
                </a:path>
              </a:pathLst>
            </a:custGeom>
            <a:ln w="41440">
              <a:solidFill>
                <a:srgbClr val="000000"/>
              </a:solidFill>
            </a:ln>
          </p:spPr>
          <p:txBody>
            <a:bodyPr wrap="square" lIns="0" tIns="0" rIns="0" bIns="0" rtlCol="0"/>
            <a:lstStyle/>
            <a:p/>
          </p:txBody>
        </p:sp>
        <p:sp>
          <p:nvSpPr>
            <p:cNvPr id="102" name="object 102"/>
            <p:cNvSpPr/>
            <p:nvPr/>
          </p:nvSpPr>
          <p:spPr>
            <a:xfrm>
              <a:off x="3581044" y="5930096"/>
              <a:ext cx="2080895" cy="220979"/>
            </a:xfrm>
            <a:custGeom>
              <a:avLst/>
              <a:gdLst/>
              <a:ahLst/>
              <a:cxnLst/>
              <a:rect l="l" t="t" r="r" b="b"/>
              <a:pathLst>
                <a:path w="2080895" h="220979">
                  <a:moveTo>
                    <a:pt x="2080348" y="0"/>
                  </a:moveTo>
                  <a:lnTo>
                    <a:pt x="0" y="0"/>
                  </a:lnTo>
                  <a:lnTo>
                    <a:pt x="0" y="220621"/>
                  </a:lnTo>
                  <a:lnTo>
                    <a:pt x="2080348" y="220621"/>
                  </a:lnTo>
                  <a:lnTo>
                    <a:pt x="2080348" y="0"/>
                  </a:lnTo>
                  <a:close/>
                </a:path>
              </a:pathLst>
            </a:custGeom>
            <a:solidFill>
              <a:srgbClr val="C4D6A0"/>
            </a:solidFill>
          </p:spPr>
          <p:txBody>
            <a:bodyPr wrap="square" lIns="0" tIns="0" rIns="0" bIns="0" rtlCol="0"/>
            <a:lstStyle/>
            <a:p/>
          </p:txBody>
        </p:sp>
        <p:sp>
          <p:nvSpPr>
            <p:cNvPr id="103" name="object 103"/>
            <p:cNvSpPr/>
            <p:nvPr/>
          </p:nvSpPr>
          <p:spPr>
            <a:xfrm>
              <a:off x="3581045" y="5930096"/>
              <a:ext cx="2080895" cy="220979"/>
            </a:xfrm>
            <a:custGeom>
              <a:avLst/>
              <a:gdLst/>
              <a:ahLst/>
              <a:cxnLst/>
              <a:rect l="l" t="t" r="r" b="b"/>
              <a:pathLst>
                <a:path w="2080895" h="220979">
                  <a:moveTo>
                    <a:pt x="0" y="220620"/>
                  </a:moveTo>
                  <a:lnTo>
                    <a:pt x="2080354" y="220620"/>
                  </a:lnTo>
                  <a:lnTo>
                    <a:pt x="2080354" y="0"/>
                  </a:lnTo>
                  <a:lnTo>
                    <a:pt x="0" y="0"/>
                  </a:lnTo>
                  <a:lnTo>
                    <a:pt x="0" y="220620"/>
                  </a:lnTo>
                  <a:close/>
                </a:path>
              </a:pathLst>
            </a:custGeom>
            <a:ln w="41440">
              <a:solidFill>
                <a:srgbClr val="000000"/>
              </a:solidFill>
            </a:ln>
          </p:spPr>
          <p:txBody>
            <a:bodyPr wrap="square" lIns="0" tIns="0" rIns="0" bIns="0" rtlCol="0"/>
            <a:lstStyle/>
            <a:p/>
          </p:txBody>
        </p:sp>
      </p:gr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184670"/>
            <a:ext cx="146050" cy="369570"/>
          </a:xfrm>
          <a:custGeom>
            <a:avLst/>
            <a:gdLst/>
            <a:ahLst/>
            <a:cxnLst/>
            <a:rect l="l" t="t" r="r" b="b"/>
            <a:pathLst>
              <a:path w="146050" h="369570">
                <a:moveTo>
                  <a:pt x="145492" y="0"/>
                </a:moveTo>
                <a:lnTo>
                  <a:pt x="0" y="0"/>
                </a:lnTo>
                <a:lnTo>
                  <a:pt x="0" y="369328"/>
                </a:lnTo>
                <a:lnTo>
                  <a:pt x="145492" y="369328"/>
                </a:lnTo>
                <a:lnTo>
                  <a:pt x="145492" y="0"/>
                </a:lnTo>
                <a:close/>
              </a:path>
            </a:pathLst>
          </a:custGeom>
          <a:solidFill>
            <a:srgbClr val="5B9BD5"/>
          </a:solidFill>
        </p:spPr>
        <p:txBody>
          <a:bodyPr wrap="square" lIns="0" tIns="0" rIns="0" bIns="0" rtlCol="0"/>
          <a:lstStyle/>
          <a:p/>
        </p:txBody>
      </p:sp>
      <p:sp>
        <p:nvSpPr>
          <p:cNvPr id="4" name="object 4"/>
          <p:cNvSpPr txBox="1">
            <a:spLocks noGrp="1"/>
          </p:cNvSpPr>
          <p:nvPr>
            <p:ph type="title"/>
          </p:nvPr>
        </p:nvSpPr>
        <p:spPr>
          <a:xfrm>
            <a:off x="3949700" y="2410459"/>
            <a:ext cx="4292600" cy="751205"/>
          </a:xfrm>
          <a:prstGeom prst="rect">
            <a:avLst/>
          </a:prstGeom>
        </p:spPr>
        <p:txBody>
          <a:bodyPr vert="horz" wrap="square" lIns="0" tIns="12700" rIns="0" bIns="0" rtlCol="0">
            <a:spAutoFit/>
          </a:bodyPr>
          <a:lstStyle/>
          <a:p>
            <a:pPr marL="12700">
              <a:lnSpc>
                <a:spcPct val="100000"/>
              </a:lnSpc>
              <a:spcBef>
                <a:spcPts val="100"/>
              </a:spcBef>
            </a:pPr>
            <a:r>
              <a:rPr lang="en-US" sz="4800" spc="-10" dirty="0"/>
              <a:t>S</a:t>
            </a:r>
            <a:r>
              <a:rPr lang="en-US" sz="4800" spc="-10" dirty="0"/>
              <a:t>pyglass DFT</a:t>
            </a:r>
            <a:endParaRPr lang="en-US" sz="4800" spc="-10" dirty="0"/>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0" y="184670"/>
            <a:ext cx="146050" cy="369570"/>
          </a:xfrm>
          <a:custGeom>
            <a:avLst/>
            <a:gdLst/>
            <a:ahLst/>
            <a:cxnLst/>
            <a:rect l="l" t="t" r="r" b="b"/>
            <a:pathLst>
              <a:path w="146050" h="369570">
                <a:moveTo>
                  <a:pt x="145492" y="0"/>
                </a:moveTo>
                <a:lnTo>
                  <a:pt x="0" y="0"/>
                </a:lnTo>
                <a:lnTo>
                  <a:pt x="0" y="369328"/>
                </a:lnTo>
                <a:lnTo>
                  <a:pt x="145492" y="369328"/>
                </a:lnTo>
                <a:lnTo>
                  <a:pt x="145492" y="0"/>
                </a:lnTo>
                <a:close/>
              </a:path>
            </a:pathLst>
          </a:custGeom>
          <a:solidFill>
            <a:srgbClr val="5B9BD5"/>
          </a:solidFill>
        </p:spPr>
        <p:txBody>
          <a:bodyPr wrap="square" lIns="0" tIns="0" rIns="0" bIns="0" rtlCol="0"/>
          <a:lstStyle/>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fld>
            <a:endParaRPr spc="-25" dirty="0"/>
          </a:p>
        </p:txBody>
      </p:sp>
      <p:pic>
        <p:nvPicPr>
          <p:cNvPr id="5" name="图片 4"/>
          <p:cNvPicPr>
            <a:picLocks noChangeAspect="1"/>
          </p:cNvPicPr>
          <p:nvPr/>
        </p:nvPicPr>
        <p:blipFill>
          <a:blip r:embed="rId1"/>
          <a:stretch>
            <a:fillRect/>
          </a:stretch>
        </p:blipFill>
        <p:spPr>
          <a:xfrm>
            <a:off x="2505075" y="628650"/>
            <a:ext cx="7181850" cy="5600700"/>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490"/>
            <a:ext cx="4090035" cy="596900"/>
          </a:xfrm>
          <a:prstGeom prst="rect">
            <a:avLst/>
          </a:prstGeom>
        </p:spPr>
        <p:txBody>
          <a:bodyPr vert="horz" wrap="square" lIns="0" tIns="12700" rIns="0" bIns="0" rtlCol="0">
            <a:spAutoFit/>
          </a:bodyPr>
          <a:lstStyle/>
          <a:p>
            <a:pPr marL="12700">
              <a:lnSpc>
                <a:spcPct val="100000"/>
              </a:lnSpc>
              <a:spcBef>
                <a:spcPts val="100"/>
              </a:spcBef>
            </a:pPr>
            <a:r>
              <a:rPr lang="zh-CN" spc="-25" dirty="0"/>
              <a:t>编写</a:t>
            </a:r>
            <a:r>
              <a:rPr lang="zh-CN" altLang="en-US" spc="-25" dirty="0"/>
              <a:t>文件</a:t>
            </a:r>
            <a:endParaRPr lang="zh-CN" altLang="en-US" spc="-25" dirty="0"/>
          </a:p>
        </p:txBody>
      </p:sp>
      <p:pic>
        <p:nvPicPr>
          <p:cNvPr id="104" name="图片 103"/>
          <p:cNvPicPr>
            <a:picLocks noChangeAspect="1"/>
          </p:cNvPicPr>
          <p:nvPr/>
        </p:nvPicPr>
        <p:blipFill>
          <a:blip r:embed="rId1"/>
          <a:stretch>
            <a:fillRect/>
          </a:stretch>
        </p:blipFill>
        <p:spPr>
          <a:xfrm>
            <a:off x="3124200" y="1295400"/>
            <a:ext cx="5387340" cy="1637030"/>
          </a:xfrm>
          <a:prstGeom prst="rect">
            <a:avLst/>
          </a:prstGeom>
        </p:spPr>
      </p:pic>
      <p:pic>
        <p:nvPicPr>
          <p:cNvPr id="105" name="图片 104"/>
          <p:cNvPicPr>
            <a:picLocks noChangeAspect="1"/>
          </p:cNvPicPr>
          <p:nvPr/>
        </p:nvPicPr>
        <p:blipFill>
          <a:blip r:embed="rId2"/>
          <a:stretch>
            <a:fillRect/>
          </a:stretch>
        </p:blipFill>
        <p:spPr>
          <a:xfrm>
            <a:off x="2819400" y="3886200"/>
            <a:ext cx="6419850" cy="1133475"/>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184525" cy="596900"/>
          </a:xfrm>
          <a:prstGeom prst="rect">
            <a:avLst/>
          </a:prstGeom>
        </p:spPr>
        <p:txBody>
          <a:bodyPr vert="horz" wrap="square" lIns="0" tIns="12700" rIns="0" bIns="0" rtlCol="0">
            <a:spAutoFit/>
          </a:bodyPr>
          <a:lstStyle/>
          <a:p>
            <a:pPr marL="12700">
              <a:lnSpc>
                <a:spcPct val="100000"/>
              </a:lnSpc>
              <a:spcBef>
                <a:spcPts val="100"/>
              </a:spcBef>
            </a:pPr>
            <a:r>
              <a:rPr lang="zh-CN" dirty="0"/>
              <a:t>运行脚本</a:t>
            </a:r>
            <a:endParaRPr lang="zh-CN" dirty="0"/>
          </a:p>
        </p:txBody>
      </p:sp>
      <p:sp>
        <p:nvSpPr>
          <p:cNvPr id="3" name="文本框 2"/>
          <p:cNvSpPr txBox="1"/>
          <p:nvPr/>
        </p:nvSpPr>
        <p:spPr>
          <a:xfrm>
            <a:off x="914400" y="1170940"/>
            <a:ext cx="10206355" cy="553085"/>
          </a:xfrm>
          <a:prstGeom prst="rect">
            <a:avLst/>
          </a:prstGeom>
          <a:noFill/>
        </p:spPr>
        <p:txBody>
          <a:bodyPr wrap="square" rtlCol="0">
            <a:spAutoFit/>
          </a:bodyPr>
          <a:p>
            <a:r>
              <a:rPr lang="zh-CN" altLang="en-US" sz="1500" u="none" strike="noStrike" kern="0" cap="none" spc="0" normalizeH="0">
                <a:solidFill>
                  <a:srgbClr val="00B0F0"/>
                </a:solidFill>
                <a:uFillTx/>
                <a:latin typeface="微软雅黑" panose="020B0503020204020204" charset="-122"/>
                <a:ea typeface="微软雅黑" panose="020B0503020204020204" charset="-122"/>
                <a:cs typeface="微软雅黑" panose="020B0503020204020204" charset="-122"/>
                <a:sym typeface="+mn-ea"/>
              </a:rPr>
              <a:t>使用</a:t>
            </a:r>
            <a:r>
              <a:rPr lang="en-US" altLang="zh-CN" sz="1500" u="none" strike="noStrike" kern="0" cap="none" spc="0" normalizeH="0">
                <a:solidFill>
                  <a:srgbClr val="00B0F0"/>
                </a:solidFill>
                <a:uFillTx/>
                <a:latin typeface="微软雅黑" panose="020B0503020204020204" charset="-122"/>
                <a:ea typeface="微软雅黑" panose="020B0503020204020204" charset="-122"/>
                <a:cs typeface="微软雅黑" panose="020B0503020204020204" charset="-122"/>
                <a:sym typeface="+mn-ea"/>
              </a:rPr>
              <a:t>spyglass -tcl spyglass.tcl &amp;</a:t>
            </a:r>
            <a:r>
              <a:rPr lang="zh-CN" altLang="en-US" sz="1500" u="none" strike="noStrike" kern="0" cap="none" spc="0" normalizeH="0">
                <a:solidFill>
                  <a:srgbClr val="00B0F0"/>
                </a:solidFill>
                <a:uFillTx/>
                <a:latin typeface="微软雅黑" panose="020B0503020204020204" charset="-122"/>
                <a:ea typeface="微软雅黑" panose="020B0503020204020204" charset="-122"/>
                <a:cs typeface="微软雅黑" panose="020B0503020204020204" charset="-122"/>
                <a:sym typeface="+mn-ea"/>
              </a:rPr>
              <a:t>命令在后台启动</a:t>
            </a:r>
            <a:r>
              <a:rPr lang="en-US" altLang="zh-CN" sz="1500" u="none" strike="noStrike" kern="0" cap="none" spc="0" normalizeH="0">
                <a:solidFill>
                  <a:srgbClr val="00B0F0"/>
                </a:solidFill>
                <a:uFillTx/>
                <a:latin typeface="微软雅黑" panose="020B0503020204020204" charset="-122"/>
                <a:ea typeface="微软雅黑" panose="020B0503020204020204" charset="-122"/>
                <a:cs typeface="微软雅黑" panose="020B0503020204020204" charset="-122"/>
                <a:sym typeface="+mn-ea"/>
              </a:rPr>
              <a:t>Spyglass</a:t>
            </a:r>
            <a:r>
              <a:rPr lang="zh-CN" altLang="en-US" sz="1500" u="none" strike="noStrike" kern="0" cap="none" spc="0" normalizeH="0">
                <a:solidFill>
                  <a:srgbClr val="00B0F0"/>
                </a:solidFill>
                <a:uFillTx/>
                <a:latin typeface="微软雅黑" panose="020B0503020204020204" charset="-122"/>
                <a:ea typeface="微软雅黑" panose="020B0503020204020204" charset="-122"/>
                <a:cs typeface="微软雅黑" panose="020B0503020204020204" charset="-122"/>
                <a:sym typeface="+mn-ea"/>
              </a:rPr>
              <a:t>并自动运行</a:t>
            </a:r>
            <a:r>
              <a:rPr lang="en-US" altLang="zh-CN" sz="1500" u="none" strike="noStrike" kern="0" cap="none" spc="0" normalizeH="0">
                <a:solidFill>
                  <a:srgbClr val="00B0F0"/>
                </a:solidFill>
                <a:uFillTx/>
                <a:latin typeface="微软雅黑" panose="020B0503020204020204" charset="-122"/>
                <a:ea typeface="微软雅黑" panose="020B0503020204020204" charset="-122"/>
                <a:cs typeface="微软雅黑" panose="020B0503020204020204" charset="-122"/>
                <a:sym typeface="+mn-ea"/>
              </a:rPr>
              <a:t>tcl</a:t>
            </a:r>
            <a:r>
              <a:rPr lang="zh-CN" altLang="en-US" sz="1500" u="none" strike="noStrike" kern="0" cap="none" spc="0" normalizeH="0">
                <a:solidFill>
                  <a:srgbClr val="00B0F0"/>
                </a:solidFill>
                <a:uFillTx/>
                <a:latin typeface="微软雅黑" panose="020B0503020204020204" charset="-122"/>
                <a:ea typeface="微软雅黑" panose="020B0503020204020204" charset="-122"/>
                <a:cs typeface="微软雅黑" panose="020B0503020204020204" charset="-122"/>
                <a:sym typeface="+mn-ea"/>
              </a:rPr>
              <a:t>脚本读入脚本里设置的</a:t>
            </a:r>
            <a:r>
              <a:rPr lang="en-US" altLang="zh-CN" sz="1500" u="none" strike="noStrike" kern="0" cap="none" spc="0" normalizeH="0">
                <a:solidFill>
                  <a:srgbClr val="00B0F0"/>
                </a:solidFill>
                <a:uFillTx/>
                <a:latin typeface="微软雅黑" panose="020B0503020204020204" charset="-122"/>
                <a:ea typeface="微软雅黑" panose="020B0503020204020204" charset="-122"/>
                <a:cs typeface="微软雅黑" panose="020B0503020204020204" charset="-122"/>
                <a:sym typeface="+mn-ea"/>
              </a:rPr>
              <a:t>RTL</a:t>
            </a:r>
            <a:r>
              <a:rPr lang="zh-CN" altLang="en-US" sz="1500" u="none" strike="noStrike" kern="0" cap="none" spc="0" normalizeH="0">
                <a:solidFill>
                  <a:srgbClr val="00B0F0"/>
                </a:solidFill>
                <a:uFillTx/>
                <a:latin typeface="微软雅黑" panose="020B0503020204020204" charset="-122"/>
                <a:ea typeface="微软雅黑" panose="020B0503020204020204" charset="-122"/>
                <a:cs typeface="微软雅黑" panose="020B0503020204020204" charset="-122"/>
                <a:sym typeface="+mn-ea"/>
              </a:rPr>
              <a:t>代码和</a:t>
            </a:r>
            <a:r>
              <a:rPr lang="en-US" altLang="zh-CN" sz="1500" u="none" strike="noStrike" kern="0" cap="none" spc="0" normalizeH="0">
                <a:solidFill>
                  <a:srgbClr val="00B0F0"/>
                </a:solidFill>
                <a:uFillTx/>
                <a:latin typeface="微软雅黑" panose="020B0503020204020204" charset="-122"/>
                <a:ea typeface="微软雅黑" panose="020B0503020204020204" charset="-122"/>
                <a:cs typeface="微软雅黑" panose="020B0503020204020204" charset="-122"/>
                <a:sym typeface="+mn-ea"/>
              </a:rPr>
              <a:t>SGDC</a:t>
            </a:r>
            <a:r>
              <a:rPr lang="zh-CN" altLang="en-US" sz="1500" u="none" strike="noStrike" kern="0" cap="none" spc="0" normalizeH="0">
                <a:solidFill>
                  <a:srgbClr val="00B0F0"/>
                </a:solidFill>
                <a:uFillTx/>
                <a:latin typeface="微软雅黑" panose="020B0503020204020204" charset="-122"/>
                <a:ea typeface="微软雅黑" panose="020B0503020204020204" charset="-122"/>
                <a:cs typeface="微软雅黑" panose="020B0503020204020204" charset="-122"/>
                <a:sym typeface="+mn-ea"/>
              </a:rPr>
              <a:t>文件</a:t>
            </a:r>
            <a:endParaRPr lang="en-US" altLang="zh-CN" sz="1500" u="none" strike="noStrike" kern="0" cap="none" spc="0" normalizeH="0">
              <a:solidFill>
                <a:srgbClr val="00B0F0"/>
              </a:solidFill>
              <a:uFillTx/>
              <a:latin typeface="微软雅黑" panose="020B0503020204020204" charset="-122"/>
              <a:ea typeface="微软雅黑" panose="020B0503020204020204" charset="-122"/>
              <a:cs typeface="微软雅黑" panose="020B0503020204020204" charset="-122"/>
            </a:endParaRPr>
          </a:p>
          <a:p>
            <a:endParaRPr lang="en-US" altLang="zh-CN" sz="1500" u="none" strike="noStrike" kern="0" cap="none" spc="0" normalizeH="0">
              <a:solidFill>
                <a:srgbClr val="00B0F0"/>
              </a:solidFill>
              <a:uFillTx/>
              <a:latin typeface="微软雅黑" panose="020B0503020204020204" charset="-122"/>
              <a:ea typeface="微软雅黑" panose="020B0503020204020204" charset="-122"/>
              <a:cs typeface="微软雅黑" panose="020B0503020204020204" charset="-122"/>
            </a:endParaRPr>
          </a:p>
        </p:txBody>
      </p:sp>
      <p:pic>
        <p:nvPicPr>
          <p:cNvPr id="4" name="图片 3"/>
          <p:cNvPicPr>
            <a:picLocks noChangeAspect="1"/>
          </p:cNvPicPr>
          <p:nvPr/>
        </p:nvPicPr>
        <p:blipFill>
          <a:blip r:embed="rId1"/>
          <a:stretch>
            <a:fillRect/>
          </a:stretch>
        </p:blipFill>
        <p:spPr>
          <a:xfrm>
            <a:off x="1828800" y="1828800"/>
            <a:ext cx="8426450" cy="3919855"/>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184525" cy="596900"/>
          </a:xfrm>
          <a:prstGeom prst="rect">
            <a:avLst/>
          </a:prstGeom>
        </p:spPr>
        <p:txBody>
          <a:bodyPr vert="horz" wrap="square" lIns="0" tIns="12700" rIns="0" bIns="0" rtlCol="0">
            <a:spAutoFit/>
          </a:bodyPr>
          <a:lstStyle/>
          <a:p>
            <a:pPr marL="12700">
              <a:lnSpc>
                <a:spcPct val="100000"/>
              </a:lnSpc>
              <a:spcBef>
                <a:spcPts val="100"/>
              </a:spcBef>
            </a:pPr>
            <a:r>
              <a:rPr lang="zh-CN" dirty="0"/>
              <a:t>结果</a:t>
            </a:r>
            <a:r>
              <a:rPr lang="zh-CN" dirty="0"/>
              <a:t>查看</a:t>
            </a:r>
            <a:endParaRPr lang="zh-CN" dirty="0"/>
          </a:p>
        </p:txBody>
      </p:sp>
      <p:pic>
        <p:nvPicPr>
          <p:cNvPr id="3" name="图片 2"/>
          <p:cNvPicPr>
            <a:picLocks noChangeAspect="1"/>
          </p:cNvPicPr>
          <p:nvPr/>
        </p:nvPicPr>
        <p:blipFill>
          <a:blip r:embed="rId1"/>
          <a:stretch>
            <a:fillRect/>
          </a:stretch>
        </p:blipFill>
        <p:spPr>
          <a:xfrm>
            <a:off x="2514600" y="1219200"/>
            <a:ext cx="7011035" cy="4590415"/>
          </a:xfrm>
          <a:prstGeom prst="rect">
            <a:avLst/>
          </a:prstGeom>
        </p:spPr>
      </p:pic>
      <mc:AlternateContent xmlns:mc="http://schemas.openxmlformats.org/markup-compatibility/2006" xmlns:p14="http://schemas.microsoft.com/office/powerpoint/2010/main">
        <mc:Choice Requires="p14">
          <p:contentPart r:id="rId2" p14:bwMode="auto">
            <p14:nvContentPartPr>
              <p14:cNvPr id="4" name="墨迹 3"/>
              <p14:cNvContentPartPr/>
              <p14:nvPr/>
            </p14:nvContentPartPr>
            <p14:xfrm>
              <a:off x="7734300" y="1536700"/>
              <a:ext cx="476250" cy="425450"/>
            </p14:xfrm>
          </p:contentPart>
        </mc:Choice>
        <mc:Fallback xmlns="">
          <p:pic>
            <p:nvPicPr>
              <p:cNvPr id="4" name="墨迹 3"/>
            </p:nvPicPr>
            <p:blipFill>
              <a:blip r:embed="rId3"/>
            </p:blipFill>
            <p:spPr>
              <a:xfrm>
                <a:off x="7734300" y="1536700"/>
                <a:ext cx="476250" cy="425450"/>
              </a:xfrm>
              <a:prstGeom prst="rect"/>
            </p:spPr>
          </p:pic>
        </mc:Fallback>
      </mc:AlternateContent>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184525" cy="596900"/>
          </a:xfrm>
          <a:prstGeom prst="rect">
            <a:avLst/>
          </a:prstGeom>
        </p:spPr>
        <p:txBody>
          <a:bodyPr vert="horz" wrap="square" lIns="0" tIns="12700" rIns="0" bIns="0" rtlCol="0">
            <a:spAutoFit/>
          </a:bodyPr>
          <a:lstStyle/>
          <a:p>
            <a:pPr marL="12700">
              <a:lnSpc>
                <a:spcPct val="100000"/>
              </a:lnSpc>
              <a:spcBef>
                <a:spcPts val="100"/>
              </a:spcBef>
            </a:pPr>
            <a:r>
              <a:rPr lang="zh-CN" dirty="0"/>
              <a:t>结果</a:t>
            </a:r>
            <a:r>
              <a:rPr lang="zh-CN" dirty="0"/>
              <a:t>查看</a:t>
            </a:r>
            <a:endParaRPr lang="zh-CN" dirty="0"/>
          </a:p>
        </p:txBody>
      </p:sp>
      <p:pic>
        <p:nvPicPr>
          <p:cNvPr id="4" name="图片 3"/>
          <p:cNvPicPr>
            <a:picLocks noChangeAspect="1"/>
          </p:cNvPicPr>
          <p:nvPr/>
        </p:nvPicPr>
        <p:blipFill>
          <a:blip r:embed="rId1"/>
          <a:stretch>
            <a:fillRect/>
          </a:stretch>
        </p:blipFill>
        <p:spPr>
          <a:xfrm>
            <a:off x="2895600" y="961390"/>
            <a:ext cx="6289675" cy="4357370"/>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184525" cy="596900"/>
          </a:xfrm>
          <a:prstGeom prst="rect">
            <a:avLst/>
          </a:prstGeom>
        </p:spPr>
        <p:txBody>
          <a:bodyPr vert="horz" wrap="square" lIns="0" tIns="12700" rIns="0" bIns="0" rtlCol="0">
            <a:spAutoFit/>
          </a:bodyPr>
          <a:lstStyle/>
          <a:p>
            <a:pPr marL="12700">
              <a:lnSpc>
                <a:spcPct val="100000"/>
              </a:lnSpc>
              <a:spcBef>
                <a:spcPts val="100"/>
              </a:spcBef>
            </a:pPr>
            <a:r>
              <a:rPr lang="zh-CN" dirty="0"/>
              <a:t>结果</a:t>
            </a:r>
            <a:r>
              <a:rPr lang="zh-CN" dirty="0"/>
              <a:t>查看</a:t>
            </a:r>
            <a:endParaRPr lang="zh-CN" dirty="0"/>
          </a:p>
        </p:txBody>
      </p:sp>
      <p:pic>
        <p:nvPicPr>
          <p:cNvPr id="4" name="图片 3"/>
          <p:cNvPicPr>
            <a:picLocks noChangeAspect="1"/>
          </p:cNvPicPr>
          <p:nvPr/>
        </p:nvPicPr>
        <p:blipFill>
          <a:blip r:embed="rId1"/>
          <a:stretch>
            <a:fillRect/>
          </a:stretch>
        </p:blipFill>
        <p:spPr>
          <a:xfrm>
            <a:off x="2091055" y="1447800"/>
            <a:ext cx="8010525" cy="3590925"/>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184525" cy="596900"/>
          </a:xfrm>
          <a:prstGeom prst="rect">
            <a:avLst/>
          </a:prstGeom>
        </p:spPr>
        <p:txBody>
          <a:bodyPr vert="horz" wrap="square" lIns="0" tIns="12700" rIns="0" bIns="0" rtlCol="0">
            <a:spAutoFit/>
          </a:bodyPr>
          <a:lstStyle/>
          <a:p>
            <a:pPr marL="12700">
              <a:lnSpc>
                <a:spcPct val="100000"/>
              </a:lnSpc>
              <a:spcBef>
                <a:spcPts val="100"/>
              </a:spcBef>
            </a:pPr>
            <a:r>
              <a:rPr lang="zh-CN" dirty="0"/>
              <a:t>附录</a:t>
            </a:r>
            <a:endParaRPr lang="zh-CN" dirty="0"/>
          </a:p>
        </p:txBody>
      </p:sp>
      <p:pic>
        <p:nvPicPr>
          <p:cNvPr id="3" name="图片 2"/>
          <p:cNvPicPr>
            <a:picLocks noChangeAspect="1"/>
          </p:cNvPicPr>
          <p:nvPr/>
        </p:nvPicPr>
        <p:blipFill>
          <a:blip r:embed="rId1"/>
          <a:stretch>
            <a:fillRect/>
          </a:stretch>
        </p:blipFill>
        <p:spPr>
          <a:xfrm>
            <a:off x="990600" y="1067435"/>
            <a:ext cx="4297045" cy="4723130"/>
          </a:xfrm>
          <a:prstGeom prst="rect">
            <a:avLst/>
          </a:prstGeom>
        </p:spPr>
      </p:pic>
      <p:pic>
        <p:nvPicPr>
          <p:cNvPr id="5" name="图片 4"/>
          <p:cNvPicPr>
            <a:picLocks noChangeAspect="1"/>
          </p:cNvPicPr>
          <p:nvPr/>
        </p:nvPicPr>
        <p:blipFill>
          <a:blip r:embed="rId2"/>
          <a:stretch>
            <a:fillRect/>
          </a:stretch>
        </p:blipFill>
        <p:spPr>
          <a:xfrm>
            <a:off x="6588760" y="961390"/>
            <a:ext cx="4368165" cy="4822190"/>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5930" y="364236"/>
            <a:ext cx="3184525" cy="596900"/>
          </a:xfrm>
          <a:prstGeom prst="rect">
            <a:avLst/>
          </a:prstGeom>
        </p:spPr>
        <p:txBody>
          <a:bodyPr vert="horz" wrap="square" lIns="0" tIns="12700" rIns="0" bIns="0" rtlCol="0">
            <a:spAutoFit/>
          </a:bodyPr>
          <a:lstStyle/>
          <a:p>
            <a:pPr marL="12700">
              <a:lnSpc>
                <a:spcPct val="100000"/>
              </a:lnSpc>
              <a:spcBef>
                <a:spcPts val="100"/>
              </a:spcBef>
            </a:pPr>
            <a:r>
              <a:rPr lang="zh-CN" dirty="0"/>
              <a:t>附录</a:t>
            </a:r>
            <a:endParaRPr lang="zh-CN" dirty="0"/>
          </a:p>
        </p:txBody>
      </p:sp>
      <p:pic>
        <p:nvPicPr>
          <p:cNvPr id="4" name="图片 3"/>
          <p:cNvPicPr>
            <a:picLocks noChangeAspect="1"/>
          </p:cNvPicPr>
          <p:nvPr/>
        </p:nvPicPr>
        <p:blipFill>
          <a:blip r:embed="rId1"/>
          <a:stretch>
            <a:fillRect/>
          </a:stretch>
        </p:blipFill>
        <p:spPr>
          <a:xfrm>
            <a:off x="1066800" y="1066800"/>
            <a:ext cx="5312410" cy="4600575"/>
          </a:xfrm>
          <a:prstGeom prst="rect">
            <a:avLst/>
          </a:prstGeom>
        </p:spPr>
      </p:pic>
      <p:pic>
        <p:nvPicPr>
          <p:cNvPr id="6" name="图片 5"/>
          <p:cNvPicPr>
            <a:picLocks noChangeAspect="1"/>
          </p:cNvPicPr>
          <p:nvPr/>
        </p:nvPicPr>
        <p:blipFill>
          <a:blip r:embed="rId2"/>
          <a:stretch>
            <a:fillRect/>
          </a:stretch>
        </p:blipFill>
        <p:spPr>
          <a:xfrm>
            <a:off x="7391400" y="762000"/>
            <a:ext cx="3807460" cy="533527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F7F7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8659</Words>
  <Application>WPS 演示</Application>
  <PresentationFormat>On-screen Show (4:3)</PresentationFormat>
  <Paragraphs>1374</Paragraphs>
  <Slides>109</Slides>
  <Notes>0</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109</vt:i4>
      </vt:variant>
    </vt:vector>
  </HeadingPairs>
  <TitlesOfParts>
    <vt:vector size="130" baseType="lpstr">
      <vt:lpstr>Arial</vt:lpstr>
      <vt:lpstr>宋体</vt:lpstr>
      <vt:lpstr>Wingdings</vt:lpstr>
      <vt:lpstr>微软雅黑</vt:lpstr>
      <vt:lpstr>Arial</vt:lpstr>
      <vt:lpstr>Times New Roman</vt:lpstr>
      <vt:lpstr>Wingdings</vt:lpstr>
      <vt:lpstr>Microsoft JhengHei</vt:lpstr>
      <vt:lpstr>Calibri</vt:lpstr>
      <vt:lpstr>Arial Unicode MS</vt:lpstr>
      <vt:lpstr>Calibri</vt:lpstr>
      <vt:lpstr>Segoe UI</vt:lpstr>
      <vt:lpstr>Lucida Sans</vt:lpstr>
      <vt:lpstr>Wingdings</vt:lpstr>
      <vt:lpstr>微软雅黑</vt:lpstr>
      <vt:lpstr>Arial</vt:lpstr>
      <vt:lpstr>等线 Light</vt:lpstr>
      <vt:lpstr>等线</vt:lpstr>
      <vt:lpstr>MiSans</vt:lpstr>
      <vt:lpstr>Ebrima</vt:lpstr>
      <vt:lpstr>Office Theme</vt:lpstr>
      <vt:lpstr>可测性设计基础</vt:lpstr>
      <vt:lpstr>可测性设计基础</vt:lpstr>
      <vt:lpstr>什么是测试？</vt:lpstr>
      <vt:lpstr>什么是测试？</vt:lpstr>
      <vt:lpstr>什么是测试？</vt:lpstr>
      <vt:lpstr>缺陷，故障和失效</vt:lpstr>
      <vt:lpstr>缺陷，故障和失效</vt:lpstr>
      <vt:lpstr>缺陷，故障和失效</vt:lpstr>
      <vt:lpstr>缺陷，故障和失效</vt:lpstr>
      <vt:lpstr>缺陷，故障和失效</vt:lpstr>
      <vt:lpstr>缺陷，故障和失效</vt:lpstr>
      <vt:lpstr>可测性设计的概念</vt:lpstr>
      <vt:lpstr>可测性设计的概念</vt:lpstr>
      <vt:lpstr>可测性设计的概念</vt:lpstr>
      <vt:lpstr>可测性设计的概念</vt:lpstr>
      <vt:lpstr>可测性设计的概念</vt:lpstr>
      <vt:lpstr>可测性设计的概念</vt:lpstr>
      <vt:lpstr>可测性设计的概念</vt:lpstr>
      <vt:lpstr>可测性设计的概念</vt:lpstr>
      <vt:lpstr>测试向量的生成</vt:lpstr>
      <vt:lpstr>Tessent ATPG流程</vt:lpstr>
      <vt:lpstr>Tessent ATPG流程</vt:lpstr>
      <vt:lpstr>Tessent ATPG流程</vt:lpstr>
      <vt:lpstr>ATPG输入文件的介绍</vt:lpstr>
      <vt:lpstr>ATPG输入文件的介绍</vt:lpstr>
      <vt:lpstr>ATPG输入文件的介绍</vt:lpstr>
      <vt:lpstr>ATPG输入文件的介绍</vt:lpstr>
      <vt:lpstr>ATPG输入文件的介绍</vt:lpstr>
      <vt:lpstr>测试覆盖率</vt:lpstr>
      <vt:lpstr>测试覆盖率</vt:lpstr>
      <vt:lpstr>测试覆盖率</vt:lpstr>
      <vt:lpstr>测试覆盖率</vt:lpstr>
      <vt:lpstr>测试覆盖率</vt:lpstr>
      <vt:lpstr>测试覆盖率</vt:lpstr>
      <vt:lpstr>测试覆盖率</vt:lpstr>
      <vt:lpstr>测试覆盖率</vt:lpstr>
      <vt:lpstr>JTAG简介</vt:lpstr>
      <vt:lpstr>JTAG的概念</vt:lpstr>
      <vt:lpstr>JTAG的概念</vt:lpstr>
      <vt:lpstr>JTAG的概念</vt:lpstr>
      <vt:lpstr>JTAG的概念</vt:lpstr>
      <vt:lpstr>JTAG的概念</vt:lpstr>
      <vt:lpstr>JTAG的概念</vt:lpstr>
      <vt:lpstr>JTAG的概念</vt:lpstr>
      <vt:lpstr>JTAG的概念</vt:lpstr>
      <vt:lpstr>JTAG的概念</vt:lpstr>
      <vt:lpstr>JTAG的概念</vt:lpstr>
      <vt:lpstr>JTAG的概念</vt:lpstr>
      <vt:lpstr>JTAG的概念</vt:lpstr>
      <vt:lpstr>JTAG的概念</vt:lpstr>
      <vt:lpstr>JTAG的概念</vt:lpstr>
      <vt:lpstr>JTAG的指令集</vt:lpstr>
      <vt:lpstr>JTAG的指令集</vt:lpstr>
      <vt:lpstr>JTAG的指令集</vt:lpstr>
      <vt:lpstr>JTAG的指令集</vt:lpstr>
      <vt:lpstr>JTAG的指令集</vt:lpstr>
      <vt:lpstr>JTAG的指令集</vt:lpstr>
      <vt:lpstr>JTAG的指令集</vt:lpstr>
      <vt:lpstr>JTAG的指令集</vt:lpstr>
      <vt:lpstr>JTAG的指令集</vt:lpstr>
      <vt:lpstr>JTAG的指令集</vt:lpstr>
      <vt:lpstr>IJTAG简介</vt:lpstr>
      <vt:lpstr>IJTAG的概念</vt:lpstr>
      <vt:lpstr>IJTAG的概念</vt:lpstr>
      <vt:lpstr>IJTAG的概念</vt:lpstr>
      <vt:lpstr>IJTAG的概念</vt:lpstr>
      <vt:lpstr>IJTAG的概念</vt:lpstr>
      <vt:lpstr>PowerPoint 演示文稿</vt:lpstr>
      <vt:lpstr>SIB的结构</vt:lpstr>
      <vt:lpstr>SIB的结构</vt:lpstr>
      <vt:lpstr>SIB的结构</vt:lpstr>
      <vt:lpstr>SIB的结构</vt:lpstr>
      <vt:lpstr>SIB的结构</vt:lpstr>
      <vt:lpstr>SIB的网络</vt:lpstr>
      <vt:lpstr>SIB的网络</vt:lpstr>
      <vt:lpstr>SIB的网络</vt:lpstr>
      <vt:lpstr>SIB的网络</vt:lpstr>
      <vt:lpstr>SIB的网络</vt:lpstr>
      <vt:lpstr>SIB的网络</vt:lpstr>
      <vt:lpstr>SIB的网络</vt:lpstr>
      <vt:lpstr>SIB的网络</vt:lpstr>
      <vt:lpstr>内建自测试</vt:lpstr>
      <vt:lpstr>内建自测试的概念</vt:lpstr>
      <vt:lpstr>内建自测试的概念</vt:lpstr>
      <vt:lpstr>内建自测试的概念</vt:lpstr>
      <vt:lpstr>内建自测试的概念</vt:lpstr>
      <vt:lpstr>MBIST 架构</vt:lpstr>
      <vt:lpstr>MBIST 的算法</vt:lpstr>
      <vt:lpstr>MBIST 的算法</vt:lpstr>
      <vt:lpstr>MBIST 的算法</vt:lpstr>
      <vt:lpstr>MBIST 的算法</vt:lpstr>
      <vt:lpstr>MBIST 的算法</vt:lpstr>
      <vt:lpstr>MBIST 的算法</vt:lpstr>
      <vt:lpstr>MBIST 的算法</vt:lpstr>
      <vt:lpstr>PowerPoint 演示文稿</vt:lpstr>
      <vt:lpstr>BIST 修复功能</vt:lpstr>
      <vt:lpstr>BIST 修复功能</vt:lpstr>
      <vt:lpstr>BIST 修复功能</vt:lpstr>
      <vt:lpstr>BIST 修复功能</vt:lpstr>
      <vt:lpstr>BIST 修复功能</vt:lpstr>
      <vt:lpstr>可测性设计基础</vt:lpstr>
      <vt:lpstr>Spyglass DFT</vt:lpstr>
      <vt:lpstr>BIST 修复功能</vt:lpstr>
      <vt:lpstr>BIST 修复功能</vt:lpstr>
      <vt:lpstr>BIST 修复功能</vt:lpstr>
      <vt:lpstr>结果查看</vt:lpstr>
      <vt:lpstr>结果查看</vt:lpstr>
      <vt:lpstr>结果查看</vt:lpstr>
      <vt:lpstr>附录</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可测性设计基础</dc:title>
  <dc:creator/>
  <cp:lastModifiedBy>仰望八度空间</cp:lastModifiedBy>
  <cp:revision>16</cp:revision>
  <dcterms:created xsi:type="dcterms:W3CDTF">2025-12-22T03:05:33Z</dcterms:created>
  <dcterms:modified xsi:type="dcterms:W3CDTF">2025-12-23T09:53:38Z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2025-05-22T08:00:00Z</vt:filetime>
  </property>
  <property fmtid="{D5CDD505-2E9C-101B-9397-08002B2CF9AE}" pid="3" name="LastSaved">
    <vt:filetime>2025-12-22T08:00:00Z</vt:filetime>
  </property>
  <property fmtid="{D5CDD505-2E9C-101B-9397-08002B2CF9AE}" pid="4" name="Producer">
    <vt:lpwstr>3-Heights(TM) PDF Security Shell 4.8.25.2 (http://www.pdf-tools.com)</vt:lpwstr>
  </property>
  <property fmtid="{D5CDD505-2E9C-101B-9397-08002B2CF9AE}" pid="5" name="ICV">
    <vt:lpwstr>1B8B221A71304C2C8DDAF8041C762367_13</vt:lpwstr>
  </property>
  <property fmtid="{D5CDD505-2E9C-101B-9397-08002B2CF9AE}" pid="6" name="KSOProductBuildVer">
    <vt:lpwstr>2052-12.1.0.24034</vt:lpwstr>
  </property>
</Properties>
</file>