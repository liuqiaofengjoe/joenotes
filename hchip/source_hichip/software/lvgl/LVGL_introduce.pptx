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03" r:id="rId6"/>
    <p:sldId id="293" r:id="rId7"/>
    <p:sldId id="291" r:id="rId8"/>
    <p:sldId id="294" r:id="rId9"/>
    <p:sldId id="295" r:id="rId10"/>
    <p:sldId id="296" r:id="rId11"/>
    <p:sldId id="297" r:id="rId12"/>
    <p:sldId id="298" r:id="rId13"/>
    <p:sldId id="299" r:id="rId14"/>
    <p:sldId id="300" r:id="rId15"/>
    <p:sldId id="301" r:id="rId16"/>
    <p:sldId id="302" r:id="rId17"/>
    <p:sldId id="307" r:id="rId18"/>
    <p:sldId id="308" r:id="rId19"/>
    <p:sldId id="288" r:id="rId20"/>
    <p:sldId id="290" r:id="rId21"/>
    <p:sldId id="309" r:id="rId22"/>
    <p:sldId id="289" r:id="rId23"/>
    <p:sldId id="331" r:id="rId24"/>
    <p:sldId id="332" r:id="rId25"/>
    <p:sldId id="314" r:id="rId26"/>
    <p:sldId id="313" r:id="rId27"/>
    <p:sldId id="317" r:id="rId28"/>
    <p:sldId id="320" r:id="rId29"/>
    <p:sldId id="310" r:id="rId30"/>
    <p:sldId id="311" r:id="rId31"/>
    <p:sldId id="312" r:id="rId32"/>
    <p:sldId id="315" r:id="rId33"/>
    <p:sldId id="321" r:id="rId34"/>
    <p:sldId id="322" r:id="rId35"/>
    <p:sldId id="323" r:id="rId36"/>
    <p:sldId id="325" r:id="rId37"/>
    <p:sldId id="327" r:id="rId38"/>
    <p:sldId id="324" r:id="rId39"/>
    <p:sldId id="328" r:id="rId40"/>
    <p:sldId id="326" r:id="rId41"/>
    <p:sldId id="329" r:id="rId42"/>
    <p:sldId id="330" r:id="rId43"/>
    <p:sldId id="276" r:id="rId44"/>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6" d="100"/>
          <a:sy n="106" d="100"/>
        </p:scale>
        <p:origin x="3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54.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E541E6-FD60-47DD-9595-423AC9A2AA0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7A532-8F97-4EAE-B25A-256BA1CB81A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ac1421d3-8b4e-422a-b892-e51086d04a2e</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bd9674ce-7138-4f64-95c0-953e83785393</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ae35f064-321a-4522-b011-a490c2418c06</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ae35f064-321a-4522-b011-a490c2418c06</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ae35f064-321a-4522-b011-a490c2418c06</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ae35f064-321a-4522-b011-a490c2418c06</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63891c3b-c809-4939-950c-d1bc914dcfba</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038e0277-5319-478c-bde2-dedd86d914ac</a:t>
            </a:r>
            <a:endParaRPr lang="zh-CN" altLang="en-US"/>
          </a:p>
        </p:txBody>
      </p:sp>
      <p:sp>
        <p:nvSpPr>
          <p:cNvPr id="4" name="灯片编号占位符 3"/>
          <p:cNvSpPr>
            <a:spLocks noGrp="1"/>
          </p:cNvSpPr>
          <p:nvPr>
            <p:ph type="sldNum" sz="quarter" idx="10"/>
          </p:nvPr>
        </p:nvSpPr>
        <p:spPr/>
        <p:txBody>
          <a:bodyPr/>
          <a:lstStyle/>
          <a:p>
            <a:fld id="{5347A532-8F97-4EAE-B25A-256BA1CB81A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69925" y="1130299"/>
            <a:ext cx="10852150" cy="2379663"/>
          </a:xfrm>
        </p:spPr>
        <p:txBody>
          <a:bodyPr anchor="b">
            <a:normAutofit/>
          </a:bodyPr>
          <a:lstStyle>
            <a:lvl1pPr algn="ctr">
              <a:defRPr sz="4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669925" y="3602038"/>
            <a:ext cx="10852150" cy="1655762"/>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en-US" altLang="zh-CN"/>
              <a:t>Design by ZXSlide</a:t>
            </a:r>
            <a:endParaRPr lang="en-US" altLang="zh-CN" dirty="0"/>
          </a:p>
        </p:txBody>
      </p:sp>
      <p:sp>
        <p:nvSpPr>
          <p:cNvPr id="9" name="灯片编号占位符 8"/>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69925" y="1130300"/>
            <a:ext cx="10850563" cy="3432175"/>
          </a:xfrm>
        </p:spPr>
        <p:txBody>
          <a:bodyPr anchor="b">
            <a:normAutofit/>
          </a:bodyPr>
          <a:lstStyle>
            <a:lvl1pPr>
              <a:defRPr sz="3600"/>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669925" y="4589463"/>
            <a:ext cx="10850563" cy="1500187"/>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cxnSp>
        <p:nvCxnSpPr>
          <p:cNvPr id="8" name="直接连接符 7"/>
          <p:cNvCxnSpPr/>
          <p:nvPr userDrawn="1"/>
        </p:nvCxnSpPr>
        <p:spPr>
          <a:xfrm>
            <a:off x="0" y="6240463"/>
            <a:ext cx="12192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en-US" altLang="zh-CN"/>
              <a:t>Design by ZXSlide</a:t>
            </a:r>
            <a:endParaRPr lang="en-US" altLang="zh-CN" dirty="0"/>
          </a:p>
        </p:txBody>
      </p:sp>
      <p:sp>
        <p:nvSpPr>
          <p:cNvPr id="10" name="灯片编号占位符 9"/>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669925" y="1130300"/>
            <a:ext cx="5349875" cy="5046663"/>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72200" y="1130300"/>
            <a:ext cx="5348288" cy="5046663"/>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7"/>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en-US" altLang="zh-CN"/>
              <a:t>Design by ZXSlide</a:t>
            </a:r>
            <a:endParaRPr lang="en-US" altLang="zh-CN" dirty="0"/>
          </a:p>
        </p:txBody>
      </p:sp>
      <p:sp>
        <p:nvSpPr>
          <p:cNvPr id="10" name="灯片编号占位符 9"/>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69925" y="1"/>
            <a:ext cx="10850563" cy="1028700"/>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669926" y="1137955"/>
            <a:ext cx="53276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669926" y="1961867"/>
            <a:ext cx="5327650" cy="4175408"/>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nvPr>
        </p:nvSpPr>
        <p:spPr>
          <a:xfrm>
            <a:off x="6172200" y="1137955"/>
            <a:ext cx="53482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1961867"/>
            <a:ext cx="5348288" cy="417540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cxnSp>
        <p:nvCxnSpPr>
          <p:cNvPr id="10" name="直接连接符 9"/>
          <p:cNvCxnSpPr/>
          <p:nvPr userDrawn="1"/>
        </p:nvCxnSpPr>
        <p:spPr>
          <a:xfrm>
            <a:off x="0" y="6240463"/>
            <a:ext cx="12192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日期占位符 10"/>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12" name="页脚占位符 11"/>
          <p:cNvSpPr>
            <a:spLocks noGrp="1"/>
          </p:cNvSpPr>
          <p:nvPr>
            <p:ph type="ftr" sz="quarter" idx="11"/>
          </p:nvPr>
        </p:nvSpPr>
        <p:spPr/>
        <p:txBody>
          <a:bodyPr/>
          <a:lstStyle/>
          <a:p>
            <a:r>
              <a:rPr lang="en-US" altLang="zh-CN"/>
              <a:t>Design by ZXSlide</a:t>
            </a:r>
            <a:endParaRPr lang="en-US" altLang="zh-CN" dirty="0"/>
          </a:p>
        </p:txBody>
      </p:sp>
      <p:sp>
        <p:nvSpPr>
          <p:cNvPr id="13" name="灯片编号占位符 12"/>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6" name="日期占位符 5"/>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en-US" altLang="zh-CN"/>
              <a:t>Design by ZXSlide</a:t>
            </a:r>
            <a:endParaRPr lang="en-US" altLang="zh-CN" dirty="0"/>
          </a:p>
        </p:txBody>
      </p:sp>
      <p:sp>
        <p:nvSpPr>
          <p:cNvPr id="8" name="灯片编号占位符 7"/>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69924" y="1130299"/>
            <a:ext cx="4879849" cy="1195387"/>
          </a:xfrm>
        </p:spPr>
        <p:txBody>
          <a:bodyPr anchor="b">
            <a:normAutofit/>
          </a:bodyPr>
          <a:lstStyle>
            <a:lvl1pPr>
              <a:defRPr sz="2400"/>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5884752" y="1130299"/>
            <a:ext cx="5635736" cy="5006976"/>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669924" y="2325687"/>
            <a:ext cx="4879849" cy="381158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cxnSp>
        <p:nvCxnSpPr>
          <p:cNvPr id="8" name="直接连接符 7"/>
          <p:cNvCxnSpPr/>
          <p:nvPr userDrawn="1"/>
        </p:nvCxnSpPr>
        <p:spPr>
          <a:xfrm>
            <a:off x="0" y="6240463"/>
            <a:ext cx="12192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en-US" altLang="zh-CN"/>
              <a:t>Design by ZXSlide</a:t>
            </a:r>
            <a:endParaRPr lang="en-US" altLang="zh-CN" dirty="0"/>
          </a:p>
        </p:txBody>
      </p:sp>
      <p:sp>
        <p:nvSpPr>
          <p:cNvPr id="11" name="灯片编号占位符 10"/>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69924" y="1130300"/>
            <a:ext cx="4716887" cy="1198704"/>
          </a:xfrm>
        </p:spPr>
        <p:txBody>
          <a:bodyPr anchor="b"/>
          <a:lstStyle>
            <a:lvl1pPr>
              <a:defRPr sz="2400"/>
            </a:lvl1pPr>
          </a:lstStyle>
          <a:p>
            <a:r>
              <a:rPr lang="zh-CN" altLang="en-US" dirty="0"/>
              <a:t>单击此处编辑母版标题样式</a:t>
            </a:r>
            <a:endParaRPr lang="zh-CN" altLang="en-US" dirty="0"/>
          </a:p>
        </p:txBody>
      </p:sp>
      <p:sp>
        <p:nvSpPr>
          <p:cNvPr id="3" name="图片占位符 2"/>
          <p:cNvSpPr>
            <a:spLocks noGrp="1"/>
          </p:cNvSpPr>
          <p:nvPr>
            <p:ph type="pic" idx="1"/>
          </p:nvPr>
        </p:nvSpPr>
        <p:spPr>
          <a:xfrm>
            <a:off x="5712737" y="1130300"/>
            <a:ext cx="5807750" cy="50102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669924" y="2329004"/>
            <a:ext cx="4716887" cy="381158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8" name="日期占位符 7"/>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en-US" altLang="zh-CN"/>
              <a:t>Design by ZXSlide</a:t>
            </a:r>
            <a:endParaRPr lang="en-US" altLang="zh-CN" dirty="0"/>
          </a:p>
        </p:txBody>
      </p:sp>
      <p:sp>
        <p:nvSpPr>
          <p:cNvPr id="10" name="灯片编号占位符 9"/>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en-US" altLang="zh-CN"/>
              <a:t>Design by ZXSlide</a:t>
            </a:r>
            <a:endParaRPr lang="en-US" altLang="zh-CN" dirty="0"/>
          </a:p>
        </p:txBody>
      </p:sp>
      <p:sp>
        <p:nvSpPr>
          <p:cNvPr id="9" name="灯片编号占位符 8"/>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10600" y="1130300"/>
            <a:ext cx="2909888" cy="5006976"/>
          </a:xfrm>
        </p:spPr>
        <p:txBody>
          <a:bodyPr vert="eaVert">
            <a:normAutofit/>
          </a:bodyPr>
          <a:lstStyle>
            <a:lvl1pPr>
              <a:defRPr sz="2000"/>
            </a:lvl1p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669925" y="1130300"/>
            <a:ext cx="7731691" cy="5006976"/>
          </a:xfrm>
        </p:spPr>
        <p:txBody>
          <a:bodyPr vert="eaVert"/>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en-US" altLang="zh-CN"/>
              <a:t>Design by ZXSlide</a:t>
            </a:r>
            <a:endParaRPr lang="en-US" altLang="zh-CN" dirty="0"/>
          </a:p>
        </p:txBody>
      </p:sp>
      <p:sp>
        <p:nvSpPr>
          <p:cNvPr id="9" name="灯片编号占位符 8"/>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userDrawn="1"/>
        </p:nvSpPr>
        <p:spPr>
          <a:xfrm flipV="1">
            <a:off x="0" y="0"/>
            <a:ext cx="12192000" cy="6858000"/>
          </a:xfrm>
          <a:prstGeom prst="rect">
            <a:avLst/>
          </a:prstGeom>
          <a:blipFill dpi="0" rotWithShape="1">
            <a:blip r:embed="rId12">
              <a:alphaModFix amt="28000"/>
            </a:blip>
            <a:srcRect/>
            <a:stretch>
              <a:fillRect t="-86945" r="-80000" b="-13305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669925" y="12041"/>
            <a:ext cx="10850563" cy="1016660"/>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925" y="1130301"/>
            <a:ext cx="10850563" cy="500697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640263" y="6238875"/>
            <a:ext cx="2911475" cy="234353"/>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fld id="{BBD64DDA-889D-445C-80D1-F847FC16EC49}" type="datetime1">
              <a:rPr lang="zh-CN" altLang="en-US" smtClean="0"/>
            </a:fld>
            <a:endParaRPr lang="zh-CN" altLang="en-US" dirty="0"/>
          </a:p>
        </p:txBody>
      </p:sp>
      <p:sp>
        <p:nvSpPr>
          <p:cNvPr id="5" name="页脚占位符 4"/>
          <p:cNvSpPr>
            <a:spLocks noGrp="1"/>
          </p:cNvSpPr>
          <p:nvPr>
            <p:ph type="ftr" sz="quarter" idx="3"/>
          </p:nvPr>
        </p:nvSpPr>
        <p:spPr>
          <a:xfrm>
            <a:off x="669925" y="6238875"/>
            <a:ext cx="3422241" cy="234353"/>
          </a:xfrm>
          <a:prstGeom prst="rect">
            <a:avLst/>
          </a:prstGeom>
        </p:spPr>
        <p:txBody>
          <a:bodyPr vert="horz" lIns="91440" tIns="45720" rIns="91440" bIns="45720" rtlCol="0" anchor="ctr"/>
          <a:lstStyle>
            <a:lvl1pPr algn="l">
              <a:defRPr sz="800">
                <a:solidFill>
                  <a:schemeClr val="tx1">
                    <a:lumMod val="50000"/>
                    <a:lumOff val="50000"/>
                  </a:schemeClr>
                </a:solidFill>
              </a:defRPr>
            </a:lvl1pPr>
          </a:lstStyle>
          <a:p>
            <a:r>
              <a:rPr lang="en-US" altLang="zh-CN" dirty="0"/>
              <a:t>Design by </a:t>
            </a:r>
            <a:r>
              <a:rPr lang="en-US" altLang="zh-CN" dirty="0" err="1"/>
              <a:t>ZXSlide</a:t>
            </a:r>
            <a:endParaRPr lang="en-US" altLang="zh-CN" dirty="0"/>
          </a:p>
        </p:txBody>
      </p:sp>
      <p:sp>
        <p:nvSpPr>
          <p:cNvPr id="6" name="灯片编号占位符 5"/>
          <p:cNvSpPr>
            <a:spLocks noGrp="1"/>
          </p:cNvSpPr>
          <p:nvPr>
            <p:ph type="sldNum" sz="quarter" idx="4"/>
          </p:nvPr>
        </p:nvSpPr>
        <p:spPr>
          <a:xfrm>
            <a:off x="8610600" y="6238875"/>
            <a:ext cx="2909888" cy="234353"/>
          </a:xfrm>
          <a:prstGeom prst="rect">
            <a:avLst/>
          </a:prstGeom>
        </p:spPr>
        <p:txBody>
          <a:bodyPr vert="horz" lIns="91440" tIns="45720" rIns="91440" bIns="45720" rtlCol="0" anchor="ctr"/>
          <a:lstStyle>
            <a:lvl1pPr algn="r">
              <a:defRPr sz="800">
                <a:solidFill>
                  <a:schemeClr val="tx1">
                    <a:lumMod val="50000"/>
                    <a:lumOff val="50000"/>
                  </a:schemeClr>
                </a:solidFill>
              </a:defRPr>
            </a:lvl1pPr>
          </a:lstStyle>
          <a:p>
            <a:r>
              <a:rPr lang="en-US" altLang="zh-CN"/>
              <a:t>Page </a:t>
            </a:r>
            <a:fld id="{BF7EEEA4-6240-46DC-871F-E8664AB39CAC}" type="slidenum">
              <a:rPr lang="zh-CN" altLang="en-US" smtClean="0"/>
            </a:fld>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0" y="6240463"/>
            <a:ext cx="12192000"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image" Target="../media/image3.png"/><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6.xml"/><Relationship Id="rId4" Type="http://schemas.openxmlformats.org/officeDocument/2006/relationships/image" Target="../media/image5.png"/><Relationship Id="rId3" Type="http://schemas.openxmlformats.org/officeDocument/2006/relationships/tags" Target="../tags/tag4.xml"/><Relationship Id="rId2" Type="http://schemas.openxmlformats.org/officeDocument/2006/relationships/image" Target="../media/image4.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6.xml"/><Relationship Id="rId4" Type="http://schemas.openxmlformats.org/officeDocument/2006/relationships/image" Target="../media/image7.png"/><Relationship Id="rId3" Type="http://schemas.openxmlformats.org/officeDocument/2006/relationships/tags" Target="../tags/tag6.xml"/><Relationship Id="rId2" Type="http://schemas.openxmlformats.org/officeDocument/2006/relationships/image" Target="../media/image6.png"/><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9.png"/><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tags" Target="../tags/tag11.xml"/><Relationship Id="rId3" Type="http://schemas.openxmlformats.org/officeDocument/2006/relationships/image" Target="../media/image10.png"/><Relationship Id="rId2" Type="http://schemas.openxmlformats.org/officeDocument/2006/relationships/tags" Target="../tags/tag10.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tags" Target="../tags/tag14.xml"/><Relationship Id="rId4" Type="http://schemas.openxmlformats.org/officeDocument/2006/relationships/image" Target="../media/image13.png"/><Relationship Id="rId3" Type="http://schemas.openxmlformats.org/officeDocument/2006/relationships/tags" Target="../tags/tag13.xml"/><Relationship Id="rId2" Type="http://schemas.openxmlformats.org/officeDocument/2006/relationships/image" Target="../media/image12.png"/><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1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21.xml"/><Relationship Id="rId7" Type="http://schemas.openxmlformats.org/officeDocument/2006/relationships/image" Target="../media/image17.png"/><Relationship Id="rId6" Type="http://schemas.openxmlformats.org/officeDocument/2006/relationships/tags" Target="../tags/tag20.xml"/><Relationship Id="rId5" Type="http://schemas.openxmlformats.org/officeDocument/2006/relationships/image" Target="../media/image16.png"/><Relationship Id="rId4" Type="http://schemas.openxmlformats.org/officeDocument/2006/relationships/tags" Target="../tags/tag19.xml"/><Relationship Id="rId3" Type="http://schemas.openxmlformats.org/officeDocument/2006/relationships/image" Target="../media/image15.png"/><Relationship Id="rId2" Type="http://schemas.openxmlformats.org/officeDocument/2006/relationships/tags" Target="../tags/tag18.xml"/><Relationship Id="rId11" Type="http://schemas.openxmlformats.org/officeDocument/2006/relationships/notesSlide" Target="../notesSlides/notesSlide15.xml"/><Relationship Id="rId10" Type="http://schemas.openxmlformats.org/officeDocument/2006/relationships/slideLayout" Target="../slideLayouts/slideLayout6.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tags" Target="../tags/tag24.xml"/><Relationship Id="rId3" Type="http://schemas.openxmlformats.org/officeDocument/2006/relationships/image" Target="../media/image19.png"/><Relationship Id="rId2" Type="http://schemas.openxmlformats.org/officeDocument/2006/relationships/tags" Target="../tags/tag23.xml"/><Relationship Id="rId1" Type="http://schemas.openxmlformats.org/officeDocument/2006/relationships/tags" Target="../tags/tag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tags" Target="../tags/tag26.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tags" Target="../tags/tag27.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image" Target="../media/image24.png"/><Relationship Id="rId1" Type="http://schemas.openxmlformats.org/officeDocument/2006/relationships/tags" Target="../tags/tag2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image" Target="../media/image26.png"/><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6.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6.xml"/><Relationship Id="rId2" Type="http://schemas.openxmlformats.org/officeDocument/2006/relationships/image" Target="../media/image27.png"/><Relationship Id="rId1" Type="http://schemas.openxmlformats.org/officeDocument/2006/relationships/tags" Target="../tags/tag34.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6.xml"/><Relationship Id="rId2" Type="http://schemas.openxmlformats.org/officeDocument/2006/relationships/image" Target="../media/image28.png"/><Relationship Id="rId1" Type="http://schemas.openxmlformats.org/officeDocument/2006/relationships/tags" Target="../tags/tag35.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6.xml"/><Relationship Id="rId4" Type="http://schemas.openxmlformats.org/officeDocument/2006/relationships/image" Target="../media/image29.png"/><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6.xml"/><Relationship Id="rId2" Type="http://schemas.openxmlformats.org/officeDocument/2006/relationships/tags" Target="../tags/tag40.xml"/><Relationship Id="rId1" Type="http://schemas.openxmlformats.org/officeDocument/2006/relationships/tags" Target="../tags/tag39.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6.xml"/><Relationship Id="rId3" Type="http://schemas.openxmlformats.org/officeDocument/2006/relationships/image" Target="../media/image30.png"/><Relationship Id="rId2" Type="http://schemas.openxmlformats.org/officeDocument/2006/relationships/tags" Target="../tags/tag42.xml"/><Relationship Id="rId1" Type="http://schemas.openxmlformats.org/officeDocument/2006/relationships/tags" Target="../tags/tag41.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6.xml"/><Relationship Id="rId4" Type="http://schemas.openxmlformats.org/officeDocument/2006/relationships/tags" Target="../tags/tag45.xml"/><Relationship Id="rId3" Type="http://schemas.openxmlformats.org/officeDocument/2006/relationships/image" Target="../media/image31.png"/><Relationship Id="rId2" Type="http://schemas.openxmlformats.org/officeDocument/2006/relationships/tags" Target="../tags/tag44.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6.xml"/><Relationship Id="rId2" Type="http://schemas.openxmlformats.org/officeDocument/2006/relationships/tags" Target="../tags/tag47.xml"/><Relationship Id="rId1" Type="http://schemas.openxmlformats.org/officeDocument/2006/relationships/tags" Target="../tags/tag46.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tags" Target="../tags/tag51.xml"/><Relationship Id="rId4" Type="http://schemas.openxmlformats.org/officeDocument/2006/relationships/image" Target="../media/image32.png"/><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6.xml"/><Relationship Id="rId3" Type="http://schemas.openxmlformats.org/officeDocument/2006/relationships/image" Target="../media/image34.png"/><Relationship Id="rId2" Type="http://schemas.openxmlformats.org/officeDocument/2006/relationships/tags" Target="../tags/tag53.xml"/><Relationship Id="rId1" Type="http://schemas.openxmlformats.org/officeDocument/2006/relationships/tags" Target="../tags/tag5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themeOverride" Target="../theme/themeOverride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1"/>
            <a:srcRect/>
            <a:stretch>
              <a:fillRect l="-23871" t="-28289" r="-15887" b="-12017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p:txBody>
          <a:bodyPr/>
          <a:lstStyle/>
          <a:p>
            <a:pPr algn="l"/>
            <a:r>
              <a:rPr lang="en-US" altLang="zh-CN" dirty="0">
                <a:latin typeface="+mn-lt"/>
                <a:ea typeface="+mn-ea"/>
                <a:cs typeface="+mn-ea"/>
                <a:sym typeface="+mn-lt"/>
              </a:rPr>
              <a:t>LVGL</a:t>
            </a:r>
            <a:r>
              <a:rPr lang="zh-CN" altLang="en-US" dirty="0">
                <a:latin typeface="+mn-lt"/>
                <a:ea typeface="+mn-ea"/>
                <a:cs typeface="+mn-ea"/>
                <a:sym typeface="+mn-lt"/>
              </a:rPr>
              <a:t>介绍</a:t>
            </a:r>
            <a:endParaRPr lang="zh-CN" altLang="en-US" dirty="0">
              <a:latin typeface="+mn-lt"/>
              <a:ea typeface="+mn-ea"/>
              <a:cs typeface="+mn-ea"/>
              <a:sym typeface="+mn-lt"/>
            </a:endParaRPr>
          </a:p>
        </p:txBody>
      </p:sp>
      <p:sp>
        <p:nvSpPr>
          <p:cNvPr id="3" name="副标题 2"/>
          <p:cNvSpPr>
            <a:spLocks noGrp="1"/>
          </p:cNvSpPr>
          <p:nvPr>
            <p:ph type="subTitle" idx="1"/>
          </p:nvPr>
        </p:nvSpPr>
        <p:spPr/>
        <p:txBody>
          <a:bodyPr/>
          <a:lstStyle/>
          <a:p>
            <a:pPr algn="l"/>
            <a:r>
              <a:rPr lang="en-US" altLang="zh-CN" dirty="0">
                <a:cs typeface="+mn-ea"/>
                <a:sym typeface="+mn-lt"/>
              </a:rPr>
              <a:t>Design by </a:t>
            </a:r>
            <a:r>
              <a:rPr lang="en-US" altLang="zh-CN" dirty="0">
                <a:cs typeface="+mn-ea"/>
                <a:sym typeface="+mn-lt"/>
              </a:rPr>
              <a:t>Hichip</a:t>
            </a:r>
            <a:endParaRPr lang="en-US" altLang="zh-CN" dirty="0">
              <a:cs typeface="+mn-ea"/>
              <a:sym typeface="+mn-lt"/>
            </a:endParaRPr>
          </a:p>
        </p:txBody>
      </p:sp>
      <p:cxnSp>
        <p:nvCxnSpPr>
          <p:cNvPr id="6" name="直接连接符 5"/>
          <p:cNvCxnSpPr/>
          <p:nvPr/>
        </p:nvCxnSpPr>
        <p:spPr>
          <a:xfrm>
            <a:off x="669925" y="3556000"/>
            <a:ext cx="657270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0" y="2946219"/>
            <a:ext cx="6243144" cy="854786"/>
            <a:chOff x="0" y="2946219"/>
            <a:chExt cx="6243144" cy="854786"/>
          </a:xfrm>
        </p:grpSpPr>
        <p:sp>
          <p:nvSpPr>
            <p:cNvPr id="7" name="矩形 6"/>
            <p:cNvSpPr/>
            <p:nvPr/>
          </p:nvSpPr>
          <p:spPr bwMode="auto">
            <a:xfrm>
              <a:off x="4468605" y="3190418"/>
              <a:ext cx="252494" cy="252494"/>
            </a:xfrm>
            <a:prstGeom prst="rect">
              <a:avLst/>
            </a:prstGeom>
            <a:solidFill>
              <a:schemeClr val="tx2"/>
            </a:solidFill>
            <a:ln w="19050">
              <a:noFill/>
              <a:round/>
            </a:ln>
          </p:spPr>
          <p:txBody>
            <a:bodyPr anchor="ctr"/>
            <a:lstStyle/>
            <a:p>
              <a:pPr algn="ctr"/>
            </a:p>
          </p:txBody>
        </p:sp>
        <p:sp>
          <p:nvSpPr>
            <p:cNvPr id="8" name="矩形 7"/>
            <p:cNvSpPr/>
            <p:nvPr/>
          </p:nvSpPr>
          <p:spPr bwMode="auto">
            <a:xfrm>
              <a:off x="4726665" y="3131414"/>
              <a:ext cx="53437" cy="53437"/>
            </a:xfrm>
            <a:prstGeom prst="rect">
              <a:avLst/>
            </a:prstGeom>
            <a:solidFill>
              <a:schemeClr val="tx2"/>
            </a:solidFill>
            <a:ln w="19050">
              <a:noFill/>
              <a:round/>
            </a:ln>
          </p:spPr>
          <p:txBody>
            <a:bodyPr anchor="ctr"/>
            <a:lstStyle/>
            <a:p>
              <a:pPr algn="ctr"/>
            </a:p>
          </p:txBody>
        </p:sp>
        <p:sp>
          <p:nvSpPr>
            <p:cNvPr id="9" name="矩形 8"/>
            <p:cNvSpPr/>
            <p:nvPr/>
          </p:nvSpPr>
          <p:spPr bwMode="auto">
            <a:xfrm>
              <a:off x="4349743" y="3448477"/>
              <a:ext cx="113295" cy="113295"/>
            </a:xfrm>
            <a:prstGeom prst="rect">
              <a:avLst/>
            </a:prstGeom>
            <a:solidFill>
              <a:schemeClr val="tx2"/>
            </a:solidFill>
            <a:ln w="19050">
              <a:noFill/>
              <a:round/>
            </a:ln>
          </p:spPr>
          <p:txBody>
            <a:bodyPr anchor="ctr"/>
            <a:lstStyle/>
            <a:p>
              <a:pPr algn="ctr"/>
            </a:p>
          </p:txBody>
        </p:sp>
        <p:sp>
          <p:nvSpPr>
            <p:cNvPr id="10" name="矩形 9"/>
            <p:cNvSpPr/>
            <p:nvPr/>
          </p:nvSpPr>
          <p:spPr bwMode="auto">
            <a:xfrm>
              <a:off x="4328590" y="3358748"/>
              <a:ext cx="53437" cy="53437"/>
            </a:xfrm>
            <a:prstGeom prst="rect">
              <a:avLst/>
            </a:prstGeom>
            <a:solidFill>
              <a:schemeClr val="tx2"/>
            </a:solidFill>
            <a:ln w="19050">
              <a:noFill/>
              <a:round/>
            </a:ln>
          </p:spPr>
          <p:txBody>
            <a:bodyPr anchor="ctr"/>
            <a:lstStyle/>
            <a:p>
              <a:pPr algn="ctr"/>
            </a:p>
          </p:txBody>
        </p:sp>
        <p:cxnSp>
          <p:nvCxnSpPr>
            <p:cNvPr id="11" name="直接连接符 10"/>
            <p:cNvCxnSpPr/>
            <p:nvPr/>
          </p:nvCxnSpPr>
          <p:spPr>
            <a:xfrm>
              <a:off x="0" y="3429075"/>
              <a:ext cx="4131969" cy="0"/>
            </a:xfrm>
            <a:prstGeom prst="line">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auto">
            <a:xfrm>
              <a:off x="4111855" y="3406215"/>
              <a:ext cx="45719" cy="45720"/>
            </a:xfrm>
            <a:prstGeom prst="rect">
              <a:avLst/>
            </a:prstGeom>
            <a:solidFill>
              <a:schemeClr val="tx2"/>
            </a:solidFill>
            <a:ln w="19050">
              <a:noFill/>
              <a:round/>
            </a:ln>
          </p:spPr>
          <p:txBody>
            <a:bodyPr anchor="ctr"/>
            <a:lstStyle/>
            <a:p>
              <a:pPr algn="ctr"/>
            </a:p>
          </p:txBody>
        </p:sp>
        <p:sp>
          <p:nvSpPr>
            <p:cNvPr id="13" name="文本框 12"/>
            <p:cNvSpPr txBox="1"/>
            <p:nvPr/>
          </p:nvSpPr>
          <p:spPr>
            <a:xfrm>
              <a:off x="4947000" y="3561772"/>
              <a:ext cx="1296144" cy="239233"/>
            </a:xfrm>
            <a:prstGeom prst="rect">
              <a:avLst/>
            </a:prstGeom>
            <a:noFill/>
          </p:spPr>
          <p:txBody>
            <a:bodyPr wrap="square" lIns="0" tIns="0" rIns="0" bIns="0" anchor="ctr">
              <a:normAutofit fontScale="92500" lnSpcReduction="10000"/>
            </a:bodyPr>
            <a:lstStyle/>
            <a:p>
              <a:pPr algn="ctr"/>
              <a:r>
                <a:rPr lang="en-US" altLang="zh-CN" dirty="0">
                  <a:solidFill>
                    <a:schemeClr val="tx2"/>
                  </a:solidFill>
                </a:rPr>
                <a:t>CONTENTS</a:t>
              </a:r>
              <a:endParaRPr lang="en-US" altLang="zh-CN" dirty="0">
                <a:solidFill>
                  <a:schemeClr val="tx2"/>
                </a:solidFill>
              </a:endParaRPr>
            </a:p>
          </p:txBody>
        </p:sp>
        <p:sp>
          <p:nvSpPr>
            <p:cNvPr id="14" name="文本框 13"/>
            <p:cNvSpPr txBox="1"/>
            <p:nvPr/>
          </p:nvSpPr>
          <p:spPr>
            <a:xfrm>
              <a:off x="4947000" y="2946219"/>
              <a:ext cx="1296144" cy="615553"/>
            </a:xfrm>
            <a:prstGeom prst="rect">
              <a:avLst/>
            </a:prstGeom>
            <a:noFill/>
          </p:spPr>
          <p:txBody>
            <a:bodyPr wrap="square" lIns="0" tIns="0" rIns="0" bIns="0">
              <a:normAutofit/>
            </a:bodyPr>
            <a:lstStyle/>
            <a:p>
              <a:pPr algn="dist"/>
              <a:r>
                <a:rPr lang="zh-CN" altLang="en-US" sz="4000" b="1" dirty="0">
                  <a:solidFill>
                    <a:schemeClr val="tx2"/>
                  </a:solidFill>
                </a:rPr>
                <a:t>目录</a:t>
              </a:r>
              <a:endParaRPr lang="zh-CN" altLang="en-US" sz="4000" b="1" dirty="0">
                <a:solidFill>
                  <a:schemeClr val="tx2"/>
                </a:solidFill>
              </a:endParaRPr>
            </a:p>
          </p:txBody>
        </p:sp>
      </p:grpSp>
      <p:grpSp>
        <p:nvGrpSpPr>
          <p:cNvPr id="41" name="组合 40"/>
          <p:cNvGrpSpPr/>
          <p:nvPr/>
        </p:nvGrpSpPr>
        <p:grpSpPr>
          <a:xfrm>
            <a:off x="7616881" y="1439024"/>
            <a:ext cx="3906637" cy="847227"/>
            <a:chOff x="7616881" y="1439024"/>
            <a:chExt cx="3906637" cy="847227"/>
          </a:xfrm>
        </p:grpSpPr>
        <p:sp>
          <p:nvSpPr>
            <p:cNvPr id="15" name="矩形 14"/>
            <p:cNvSpPr/>
            <p:nvPr/>
          </p:nvSpPr>
          <p:spPr bwMode="auto">
            <a:xfrm>
              <a:off x="8121071" y="1785099"/>
              <a:ext cx="3399790" cy="356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t>GUI</a:t>
              </a:r>
              <a:r>
                <a:rPr lang="zh-CN" altLang="en-US" sz="1600" b="1" dirty="0"/>
                <a:t>介绍</a:t>
              </a:r>
              <a:endParaRPr lang="zh-CN" altLang="en-US" sz="1600" b="1" dirty="0"/>
            </a:p>
          </p:txBody>
        </p:sp>
        <p:sp>
          <p:nvSpPr>
            <p:cNvPr id="16" name="文本框 15"/>
            <p:cNvSpPr txBox="1"/>
            <p:nvPr/>
          </p:nvSpPr>
          <p:spPr bwMode="auto">
            <a:xfrm>
              <a:off x="8121000" y="143902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t>第一部分</a:t>
              </a:r>
              <a:endParaRPr lang="en-US" altLang="zh-CN" sz="1800" b="1" dirty="0"/>
            </a:p>
          </p:txBody>
        </p:sp>
        <p:sp>
          <p:nvSpPr>
            <p:cNvPr id="17" name="文本框 16"/>
            <p:cNvSpPr txBox="1"/>
            <p:nvPr/>
          </p:nvSpPr>
          <p:spPr>
            <a:xfrm>
              <a:off x="7616881" y="152927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1">
                      <a:lumMod val="100000"/>
                    </a:schemeClr>
                  </a:solidFill>
                  <a:latin typeface="Impact" panose="020B0806030902050204" pitchFamily="34" charset="0"/>
                </a:rPr>
                <a:t>01</a:t>
              </a:r>
              <a:endParaRPr lang="en-US" altLang="zh-CN" sz="4000" dirty="0">
                <a:solidFill>
                  <a:schemeClr val="accent1">
                    <a:lumMod val="100000"/>
                  </a:schemeClr>
                </a:solidFill>
                <a:latin typeface="Impact" panose="020B0806030902050204" pitchFamily="34" charset="0"/>
              </a:endParaRPr>
            </a:p>
          </p:txBody>
        </p:sp>
        <p:cxnSp>
          <p:nvCxnSpPr>
            <p:cNvPr id="18" name="直接连接符 17"/>
            <p:cNvCxnSpPr/>
            <p:nvPr/>
          </p:nvCxnSpPr>
          <p:spPr>
            <a:xfrm>
              <a:off x="7616881" y="228625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7616881" y="2515489"/>
            <a:ext cx="3913132" cy="847227"/>
            <a:chOff x="7616881" y="2515489"/>
            <a:chExt cx="3913132" cy="847227"/>
          </a:xfrm>
        </p:grpSpPr>
        <p:sp>
          <p:nvSpPr>
            <p:cNvPr id="19" name="矩形 18"/>
            <p:cNvSpPr/>
            <p:nvPr/>
          </p:nvSpPr>
          <p:spPr bwMode="auto">
            <a:xfrm>
              <a:off x="8130525" y="288963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t>LVGL</a:t>
              </a:r>
              <a:r>
                <a:rPr lang="zh-CN" altLang="en-US" sz="1600" b="1" dirty="0"/>
                <a:t>入门</a:t>
              </a:r>
              <a:endParaRPr lang="zh-CN" altLang="en-US" sz="1600" b="1" dirty="0"/>
            </a:p>
          </p:txBody>
        </p:sp>
        <p:sp>
          <p:nvSpPr>
            <p:cNvPr id="20" name="文本框 19"/>
            <p:cNvSpPr txBox="1"/>
            <p:nvPr/>
          </p:nvSpPr>
          <p:spPr bwMode="auto">
            <a:xfrm>
              <a:off x="8121000" y="2515489"/>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t>第二部分</a:t>
              </a:r>
              <a:endParaRPr lang="en-US" altLang="zh-CN" sz="1800" b="1" dirty="0"/>
            </a:p>
          </p:txBody>
        </p:sp>
        <p:sp>
          <p:nvSpPr>
            <p:cNvPr id="21" name="文本框 20"/>
            <p:cNvSpPr txBox="1"/>
            <p:nvPr/>
          </p:nvSpPr>
          <p:spPr>
            <a:xfrm>
              <a:off x="7616881" y="2605744"/>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1">
                      <a:lumMod val="100000"/>
                    </a:schemeClr>
                  </a:solidFill>
                  <a:latin typeface="Impact" panose="020B0806030902050204" pitchFamily="34" charset="0"/>
                </a:rPr>
                <a:t>02</a:t>
              </a:r>
              <a:endParaRPr lang="en-US" altLang="zh-CN" sz="4000" dirty="0">
                <a:solidFill>
                  <a:schemeClr val="accent1">
                    <a:lumMod val="100000"/>
                  </a:schemeClr>
                </a:solidFill>
                <a:latin typeface="Impact" panose="020B0806030902050204" pitchFamily="34" charset="0"/>
              </a:endParaRPr>
            </a:p>
          </p:txBody>
        </p:sp>
        <p:cxnSp>
          <p:nvCxnSpPr>
            <p:cNvPr id="22" name="直接连接符 21"/>
            <p:cNvCxnSpPr/>
            <p:nvPr/>
          </p:nvCxnSpPr>
          <p:spPr>
            <a:xfrm>
              <a:off x="7616881" y="3362716"/>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7616881" y="3591954"/>
            <a:ext cx="3913132" cy="847227"/>
            <a:chOff x="7616881" y="3591954"/>
            <a:chExt cx="3913132" cy="847227"/>
          </a:xfrm>
        </p:grpSpPr>
        <p:sp>
          <p:nvSpPr>
            <p:cNvPr id="23" name="矩形 22"/>
            <p:cNvSpPr/>
            <p:nvPr/>
          </p:nvSpPr>
          <p:spPr bwMode="auto">
            <a:xfrm>
              <a:off x="8130525" y="396673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t>LVGL</a:t>
              </a:r>
              <a:r>
                <a:rPr lang="zh-CN" altLang="en-US" sz="1600" b="1" dirty="0"/>
                <a:t>框架</a:t>
              </a:r>
              <a:endParaRPr lang="zh-CN" altLang="en-US" sz="1600" b="1" dirty="0"/>
            </a:p>
          </p:txBody>
        </p:sp>
        <p:sp>
          <p:nvSpPr>
            <p:cNvPr id="24" name="文本框 23"/>
            <p:cNvSpPr txBox="1"/>
            <p:nvPr/>
          </p:nvSpPr>
          <p:spPr bwMode="auto">
            <a:xfrm>
              <a:off x="8121000" y="359195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t>第三部分</a:t>
              </a:r>
              <a:endParaRPr lang="en-US" altLang="zh-CN" sz="1800" b="1" dirty="0"/>
            </a:p>
          </p:txBody>
        </p:sp>
        <p:sp>
          <p:nvSpPr>
            <p:cNvPr id="25" name="文本框 24"/>
            <p:cNvSpPr txBox="1"/>
            <p:nvPr/>
          </p:nvSpPr>
          <p:spPr>
            <a:xfrm>
              <a:off x="7616881" y="368220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1">
                      <a:lumMod val="100000"/>
                    </a:schemeClr>
                  </a:solidFill>
                  <a:latin typeface="Impact" panose="020B0806030902050204" pitchFamily="34" charset="0"/>
                </a:rPr>
                <a:t>03</a:t>
              </a:r>
              <a:endParaRPr lang="en-US" altLang="zh-CN" sz="4000" dirty="0">
                <a:solidFill>
                  <a:schemeClr val="accent1">
                    <a:lumMod val="100000"/>
                  </a:schemeClr>
                </a:solidFill>
                <a:latin typeface="Impact" panose="020B0806030902050204" pitchFamily="34" charset="0"/>
              </a:endParaRPr>
            </a:p>
          </p:txBody>
        </p:sp>
        <p:cxnSp>
          <p:nvCxnSpPr>
            <p:cNvPr id="26" name="直接连接符 25"/>
            <p:cNvCxnSpPr/>
            <p:nvPr/>
          </p:nvCxnSpPr>
          <p:spPr>
            <a:xfrm>
              <a:off x="7616881" y="443918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7616881" y="4668418"/>
            <a:ext cx="3906637" cy="847227"/>
            <a:chOff x="7616881" y="4668418"/>
            <a:chExt cx="3906637" cy="847227"/>
          </a:xfrm>
        </p:grpSpPr>
        <p:sp>
          <p:nvSpPr>
            <p:cNvPr id="27" name="矩形 26"/>
            <p:cNvSpPr/>
            <p:nvPr/>
          </p:nvSpPr>
          <p:spPr bwMode="auto">
            <a:xfrm>
              <a:off x="8121000" y="5081299"/>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ym typeface="+mn-ea"/>
                </a:rPr>
                <a:t>LVGL</a:t>
              </a:r>
              <a:r>
                <a:rPr lang="zh-CN" altLang="en-US" sz="1600" b="1" dirty="0">
                  <a:sym typeface="+mn-ea"/>
                </a:rPr>
                <a:t>开发</a:t>
              </a:r>
              <a:endParaRPr lang="zh-CN" altLang="en-US" sz="1600" b="1" dirty="0">
                <a:sym typeface="+mn-ea"/>
              </a:endParaRPr>
            </a:p>
          </p:txBody>
        </p:sp>
        <p:sp>
          <p:nvSpPr>
            <p:cNvPr id="28" name="文本框 27"/>
            <p:cNvSpPr txBox="1"/>
            <p:nvPr/>
          </p:nvSpPr>
          <p:spPr bwMode="auto">
            <a:xfrm>
              <a:off x="8121000" y="4668418"/>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t>第四部分</a:t>
              </a:r>
              <a:endParaRPr lang="en-US" altLang="zh-CN" sz="1800" b="1" dirty="0"/>
            </a:p>
          </p:txBody>
        </p:sp>
        <p:sp>
          <p:nvSpPr>
            <p:cNvPr id="29" name="文本框 28"/>
            <p:cNvSpPr txBox="1"/>
            <p:nvPr/>
          </p:nvSpPr>
          <p:spPr>
            <a:xfrm>
              <a:off x="7616881" y="4758673"/>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1">
                      <a:lumMod val="100000"/>
                    </a:schemeClr>
                  </a:solidFill>
                  <a:latin typeface="Impact" panose="020B0806030902050204" pitchFamily="34" charset="0"/>
                </a:rPr>
                <a:t>04</a:t>
              </a:r>
              <a:endParaRPr lang="en-US" altLang="zh-CN" sz="4000" dirty="0">
                <a:solidFill>
                  <a:schemeClr val="accent1">
                    <a:lumMod val="100000"/>
                  </a:schemeClr>
                </a:solidFill>
                <a:latin typeface="Impact" panose="020B0806030902050204" pitchFamily="34" charset="0"/>
              </a:endParaRPr>
            </a:p>
          </p:txBody>
        </p:sp>
        <p:cxnSp>
          <p:nvCxnSpPr>
            <p:cNvPr id="30" name="直接连接符 29"/>
            <p:cNvCxnSpPr/>
            <p:nvPr/>
          </p:nvCxnSpPr>
          <p:spPr>
            <a:xfrm>
              <a:off x="7616881" y="5515645"/>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500"/>
                                        <p:tgtEl>
                                          <p:spTgt spid="41"/>
                                        </p:tgtEl>
                                      </p:cBhvr>
                                    </p:animEffect>
                                    <p:anim calcmode="lin" valueType="num">
                                      <p:cBhvr>
                                        <p:cTn id="12" dur="500" fill="hold"/>
                                        <p:tgtEl>
                                          <p:spTgt spid="41"/>
                                        </p:tgtEl>
                                        <p:attrNameLst>
                                          <p:attrName>ppt_x</p:attrName>
                                        </p:attrNameLst>
                                      </p:cBhvr>
                                      <p:tavLst>
                                        <p:tav tm="0">
                                          <p:val>
                                            <p:strVal val="#ppt_x"/>
                                          </p:val>
                                        </p:tav>
                                        <p:tav tm="100000">
                                          <p:val>
                                            <p:strVal val="#ppt_x"/>
                                          </p:val>
                                        </p:tav>
                                      </p:tavLst>
                                    </p:anim>
                                    <p:anim calcmode="lin" valueType="num">
                                      <p:cBhvr>
                                        <p:cTn id="13" dur="500" fill="hold"/>
                                        <p:tgtEl>
                                          <p:spTgt spid="41"/>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anim calcmode="lin" valueType="num">
                                      <p:cBhvr>
                                        <p:cTn id="18" dur="500" fill="hold"/>
                                        <p:tgtEl>
                                          <p:spTgt spid="42"/>
                                        </p:tgtEl>
                                        <p:attrNameLst>
                                          <p:attrName>ppt_x</p:attrName>
                                        </p:attrNameLst>
                                      </p:cBhvr>
                                      <p:tavLst>
                                        <p:tav tm="0">
                                          <p:val>
                                            <p:strVal val="#ppt_x"/>
                                          </p:val>
                                        </p:tav>
                                        <p:tav tm="100000">
                                          <p:val>
                                            <p:strVal val="#ppt_x"/>
                                          </p:val>
                                        </p:tav>
                                      </p:tavLst>
                                    </p:anim>
                                    <p:anim calcmode="lin" valueType="num">
                                      <p:cBhvr>
                                        <p:cTn id="19" dur="500" fill="hold"/>
                                        <p:tgtEl>
                                          <p:spTgt spid="4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fade">
                                      <p:cBhvr>
                                        <p:cTn id="23" dur="500"/>
                                        <p:tgtEl>
                                          <p:spTgt spid="43"/>
                                        </p:tgtEl>
                                      </p:cBhvr>
                                    </p:animEffect>
                                    <p:anim calcmode="lin" valueType="num">
                                      <p:cBhvr>
                                        <p:cTn id="24" dur="500" fill="hold"/>
                                        <p:tgtEl>
                                          <p:spTgt spid="43"/>
                                        </p:tgtEl>
                                        <p:attrNameLst>
                                          <p:attrName>ppt_x</p:attrName>
                                        </p:attrNameLst>
                                      </p:cBhvr>
                                      <p:tavLst>
                                        <p:tav tm="0">
                                          <p:val>
                                            <p:strVal val="#ppt_x"/>
                                          </p:val>
                                        </p:tav>
                                        <p:tav tm="100000">
                                          <p:val>
                                            <p:strVal val="#ppt_x"/>
                                          </p:val>
                                        </p:tav>
                                      </p:tavLst>
                                    </p:anim>
                                    <p:anim calcmode="lin" valueType="num">
                                      <p:cBhvr>
                                        <p:cTn id="25" dur="500" fill="hold"/>
                                        <p:tgtEl>
                                          <p:spTgt spid="4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anim calcmode="lin" valueType="num">
                                      <p:cBhvr>
                                        <p:cTn id="30" dur="500" fill="hold"/>
                                        <p:tgtEl>
                                          <p:spTgt spid="44"/>
                                        </p:tgtEl>
                                        <p:attrNameLst>
                                          <p:attrName>ppt_x</p:attrName>
                                        </p:attrNameLst>
                                      </p:cBhvr>
                                      <p:tavLst>
                                        <p:tav tm="0">
                                          <p:val>
                                            <p:strVal val="#ppt_x"/>
                                          </p:val>
                                        </p:tav>
                                        <p:tav tm="100000">
                                          <p:val>
                                            <p:strVal val="#ppt_x"/>
                                          </p:val>
                                        </p:tav>
                                      </p:tavLst>
                                    </p:anim>
                                    <p:anim calcmode="lin" valueType="num">
                                      <p:cBhvr>
                                        <p:cTn id="31" dur="5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4468605" y="3190418"/>
            <a:ext cx="252494" cy="252494"/>
          </a:xfrm>
          <a:prstGeom prst="rect">
            <a:avLst/>
          </a:prstGeom>
          <a:solidFill>
            <a:schemeClr val="tx2"/>
          </a:solidFill>
          <a:ln w="19050">
            <a:noFill/>
            <a:round/>
          </a:ln>
        </p:spPr>
        <p:txBody>
          <a:bodyPr anchor="ctr"/>
          <a:lstStyle/>
          <a:p>
            <a:pPr algn="ctr"/>
          </a:p>
        </p:txBody>
      </p:sp>
      <p:sp>
        <p:nvSpPr>
          <p:cNvPr id="8" name="矩形 7"/>
          <p:cNvSpPr/>
          <p:nvPr/>
        </p:nvSpPr>
        <p:spPr bwMode="auto">
          <a:xfrm>
            <a:off x="4726665" y="3131414"/>
            <a:ext cx="53437" cy="53437"/>
          </a:xfrm>
          <a:prstGeom prst="rect">
            <a:avLst/>
          </a:prstGeom>
          <a:solidFill>
            <a:schemeClr val="tx2"/>
          </a:solidFill>
          <a:ln w="19050">
            <a:noFill/>
            <a:round/>
          </a:ln>
        </p:spPr>
        <p:txBody>
          <a:bodyPr anchor="ctr"/>
          <a:lstStyle/>
          <a:p>
            <a:pPr algn="ctr"/>
          </a:p>
        </p:txBody>
      </p:sp>
      <p:sp>
        <p:nvSpPr>
          <p:cNvPr id="9" name="矩形 8"/>
          <p:cNvSpPr/>
          <p:nvPr/>
        </p:nvSpPr>
        <p:spPr bwMode="auto">
          <a:xfrm>
            <a:off x="4349743" y="3448477"/>
            <a:ext cx="113295" cy="113295"/>
          </a:xfrm>
          <a:prstGeom prst="rect">
            <a:avLst/>
          </a:prstGeom>
          <a:solidFill>
            <a:schemeClr val="tx2"/>
          </a:solidFill>
          <a:ln w="19050">
            <a:noFill/>
            <a:round/>
          </a:ln>
        </p:spPr>
        <p:txBody>
          <a:bodyPr anchor="ctr"/>
          <a:lstStyle/>
          <a:p>
            <a:pPr algn="ctr"/>
          </a:p>
        </p:txBody>
      </p:sp>
      <p:sp>
        <p:nvSpPr>
          <p:cNvPr id="10" name="矩形 9"/>
          <p:cNvSpPr/>
          <p:nvPr/>
        </p:nvSpPr>
        <p:spPr bwMode="auto">
          <a:xfrm>
            <a:off x="4328590" y="3358748"/>
            <a:ext cx="53437" cy="53437"/>
          </a:xfrm>
          <a:prstGeom prst="rect">
            <a:avLst/>
          </a:prstGeom>
          <a:solidFill>
            <a:schemeClr val="tx2"/>
          </a:solidFill>
          <a:ln w="19050">
            <a:noFill/>
            <a:round/>
          </a:ln>
        </p:spPr>
        <p:txBody>
          <a:bodyPr anchor="ctr"/>
          <a:lstStyle/>
          <a:p>
            <a:pPr algn="ctr"/>
          </a:p>
        </p:txBody>
      </p:sp>
      <p:cxnSp>
        <p:nvCxnSpPr>
          <p:cNvPr id="11" name="直接连接符 10"/>
          <p:cNvCxnSpPr/>
          <p:nvPr/>
        </p:nvCxnSpPr>
        <p:spPr>
          <a:xfrm>
            <a:off x="0" y="3429075"/>
            <a:ext cx="4131969" cy="0"/>
          </a:xfrm>
          <a:prstGeom prst="line">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auto">
          <a:xfrm>
            <a:off x="4111855" y="3406215"/>
            <a:ext cx="45719" cy="45720"/>
          </a:xfrm>
          <a:prstGeom prst="rect">
            <a:avLst/>
          </a:prstGeom>
          <a:solidFill>
            <a:schemeClr val="tx2"/>
          </a:solidFill>
          <a:ln w="19050">
            <a:noFill/>
            <a:round/>
          </a:ln>
        </p:spPr>
        <p:txBody>
          <a:bodyPr anchor="ctr"/>
          <a:lstStyle/>
          <a:p>
            <a:pPr algn="ctr"/>
          </a:p>
        </p:txBody>
      </p:sp>
      <p:sp>
        <p:nvSpPr>
          <p:cNvPr id="13" name="文本框 12"/>
          <p:cNvSpPr txBox="1"/>
          <p:nvPr/>
        </p:nvSpPr>
        <p:spPr>
          <a:xfrm>
            <a:off x="4947000" y="3561772"/>
            <a:ext cx="1296144" cy="239233"/>
          </a:xfrm>
          <a:prstGeom prst="rect">
            <a:avLst/>
          </a:prstGeom>
          <a:noFill/>
        </p:spPr>
        <p:txBody>
          <a:bodyPr wrap="square" lIns="0" tIns="0" rIns="0" bIns="0" anchor="ctr">
            <a:normAutofit fontScale="92500" lnSpcReduction="10000"/>
          </a:bodyPr>
          <a:lstStyle/>
          <a:p>
            <a:pPr algn="ctr"/>
            <a:r>
              <a:rPr lang="en-US" altLang="zh-CN" dirty="0">
                <a:solidFill>
                  <a:schemeClr val="tx2"/>
                </a:solidFill>
              </a:rPr>
              <a:t>CONTENTS</a:t>
            </a:r>
            <a:endParaRPr lang="en-US" altLang="zh-CN" dirty="0">
              <a:solidFill>
                <a:schemeClr val="tx2"/>
              </a:solidFill>
            </a:endParaRPr>
          </a:p>
        </p:txBody>
      </p:sp>
      <p:sp>
        <p:nvSpPr>
          <p:cNvPr id="14" name="文本框 13"/>
          <p:cNvSpPr txBox="1"/>
          <p:nvPr/>
        </p:nvSpPr>
        <p:spPr>
          <a:xfrm>
            <a:off x="4947000" y="2946219"/>
            <a:ext cx="1296144" cy="615553"/>
          </a:xfrm>
          <a:prstGeom prst="rect">
            <a:avLst/>
          </a:prstGeom>
          <a:noFill/>
        </p:spPr>
        <p:txBody>
          <a:bodyPr wrap="square" lIns="0" tIns="0" rIns="0" bIns="0">
            <a:normAutofit/>
          </a:bodyPr>
          <a:lstStyle/>
          <a:p>
            <a:pPr algn="dist"/>
            <a:r>
              <a:rPr lang="zh-CN" altLang="en-US" sz="4000" b="1" dirty="0">
                <a:solidFill>
                  <a:schemeClr val="tx2"/>
                </a:solidFill>
              </a:rPr>
              <a:t>目录</a:t>
            </a:r>
            <a:endParaRPr lang="zh-CN" altLang="en-US" sz="4000" b="1" dirty="0">
              <a:solidFill>
                <a:schemeClr val="tx2"/>
              </a:solidFill>
            </a:endParaRPr>
          </a:p>
        </p:txBody>
      </p:sp>
      <p:sp>
        <p:nvSpPr>
          <p:cNvPr id="15" name="矩形 14"/>
          <p:cNvSpPr/>
          <p:nvPr/>
        </p:nvSpPr>
        <p:spPr bwMode="auto">
          <a:xfrm>
            <a:off x="8121000" y="185190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500" b="1">
                <a:solidFill>
                  <a:schemeClr val="accent2"/>
                </a:solidFill>
                <a:sym typeface="+mn-ea"/>
              </a:rPr>
              <a:t>GUI介绍</a:t>
            </a:r>
            <a:endParaRPr lang="zh-CN" altLang="en-US" sz="1500" b="1">
              <a:solidFill>
                <a:schemeClr val="accent2"/>
              </a:solidFill>
              <a:sym typeface="+mn-ea"/>
            </a:endParaRPr>
          </a:p>
        </p:txBody>
      </p:sp>
      <p:sp>
        <p:nvSpPr>
          <p:cNvPr id="16" name="文本框 15"/>
          <p:cNvSpPr txBox="1"/>
          <p:nvPr/>
        </p:nvSpPr>
        <p:spPr bwMode="auto">
          <a:xfrm>
            <a:off x="8121000" y="143902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tx1">
                    <a:lumMod val="50000"/>
                    <a:lumOff val="50000"/>
                  </a:schemeClr>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solidFill>
                  <a:schemeClr val="accent2"/>
                </a:solidFill>
              </a:rPr>
              <a:t>第一部分</a:t>
            </a:r>
            <a:endParaRPr lang="zh-CN" altLang="en-US" dirty="0">
              <a:solidFill>
                <a:schemeClr val="accent2"/>
              </a:solidFill>
            </a:endParaRPr>
          </a:p>
        </p:txBody>
      </p:sp>
      <p:sp>
        <p:nvSpPr>
          <p:cNvPr id="17" name="文本框 16"/>
          <p:cNvSpPr txBox="1"/>
          <p:nvPr/>
        </p:nvSpPr>
        <p:spPr>
          <a:xfrm>
            <a:off x="7616881" y="1529279"/>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bg1">
                    <a:lumMod val="75000"/>
                  </a:schemeClr>
                </a:solidFill>
                <a:latin typeface="Impact" panose="020B0806030902050204" pitchFamily="34" charset="0"/>
              </a:defRPr>
            </a:lvl1pPr>
          </a:lstStyle>
          <a:p>
            <a:r>
              <a:rPr lang="en-US" altLang="zh-CN" dirty="0">
                <a:solidFill>
                  <a:schemeClr val="accent2"/>
                </a:solidFill>
              </a:rPr>
              <a:t>01</a:t>
            </a:r>
            <a:endParaRPr lang="en-US" altLang="zh-CN" dirty="0">
              <a:solidFill>
                <a:schemeClr val="accent2"/>
              </a:solidFill>
            </a:endParaRPr>
          </a:p>
        </p:txBody>
      </p:sp>
      <p:cxnSp>
        <p:nvCxnSpPr>
          <p:cNvPr id="18" name="直接连接符 17"/>
          <p:cNvCxnSpPr/>
          <p:nvPr/>
        </p:nvCxnSpPr>
        <p:spPr>
          <a:xfrm>
            <a:off x="7616881" y="228625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bwMode="auto">
          <a:xfrm>
            <a:off x="8140050" y="2871220"/>
            <a:ext cx="3399488" cy="29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l">
              <a:lnSpc>
                <a:spcPct val="120000"/>
              </a:lnSpc>
              <a:buClrTx/>
              <a:buSzTx/>
              <a:buFontTx/>
            </a:pPr>
            <a:r>
              <a:rPr lang="zh-CN" altLang="en-US" sz="1500" b="1">
                <a:solidFill>
                  <a:schemeClr val="bg1">
                    <a:lumMod val="50000"/>
                  </a:schemeClr>
                </a:solidFill>
                <a:sym typeface="+mn-ea"/>
              </a:rPr>
              <a:t>L</a:t>
            </a:r>
            <a:r>
              <a:rPr lang="zh-CN" altLang="en-US" sz="1500" b="1">
                <a:solidFill>
                  <a:schemeClr val="bg1">
                    <a:lumMod val="50000"/>
                  </a:schemeClr>
                </a:solidFill>
                <a:sym typeface="+mn-ea"/>
              </a:rPr>
              <a:t>VGL入门</a:t>
            </a:r>
            <a:endParaRPr lang="zh-CN" altLang="en-US" sz="1500" b="1">
              <a:solidFill>
                <a:schemeClr val="bg1">
                  <a:lumMod val="50000"/>
                </a:schemeClr>
              </a:solidFill>
              <a:sym typeface="+mn-ea"/>
            </a:endParaRPr>
          </a:p>
        </p:txBody>
      </p:sp>
      <p:sp>
        <p:nvSpPr>
          <p:cNvPr id="20" name="文本框 19"/>
          <p:cNvSpPr txBox="1"/>
          <p:nvPr/>
        </p:nvSpPr>
        <p:spPr bwMode="auto">
          <a:xfrm>
            <a:off x="8121000" y="2515489"/>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accent2"/>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solidFill>
                  <a:schemeClr val="bg1">
                    <a:lumMod val="50000"/>
                  </a:schemeClr>
                </a:solidFill>
              </a:rPr>
              <a:t>第二部分</a:t>
            </a:r>
            <a:endParaRPr lang="zh-CN" altLang="en-US" dirty="0">
              <a:solidFill>
                <a:schemeClr val="bg1">
                  <a:lumMod val="50000"/>
                </a:schemeClr>
              </a:solidFill>
            </a:endParaRPr>
          </a:p>
        </p:txBody>
      </p:sp>
      <p:sp>
        <p:nvSpPr>
          <p:cNvPr id="21" name="文本框 20"/>
          <p:cNvSpPr txBox="1"/>
          <p:nvPr/>
        </p:nvSpPr>
        <p:spPr>
          <a:xfrm>
            <a:off x="7616881" y="2605744"/>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accent2"/>
                </a:solidFill>
                <a:latin typeface="Impact" panose="020B0806030902050204" pitchFamily="34" charset="0"/>
              </a:defRPr>
            </a:lvl1pPr>
          </a:lstStyle>
          <a:p>
            <a:r>
              <a:rPr lang="en-US" altLang="zh-CN" dirty="0">
                <a:solidFill>
                  <a:schemeClr val="bg1">
                    <a:lumMod val="75000"/>
                  </a:schemeClr>
                </a:solidFill>
              </a:rPr>
              <a:t>02</a:t>
            </a:r>
            <a:endParaRPr lang="en-US" altLang="zh-CN" dirty="0">
              <a:solidFill>
                <a:schemeClr val="bg1">
                  <a:lumMod val="75000"/>
                </a:schemeClr>
              </a:solidFill>
            </a:endParaRPr>
          </a:p>
        </p:txBody>
      </p:sp>
      <p:cxnSp>
        <p:nvCxnSpPr>
          <p:cNvPr id="22" name="直接连接符 21"/>
          <p:cNvCxnSpPr/>
          <p:nvPr/>
        </p:nvCxnSpPr>
        <p:spPr>
          <a:xfrm>
            <a:off x="7616881" y="3362716"/>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auto">
          <a:xfrm>
            <a:off x="8130525" y="394387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框架</a:t>
            </a:r>
            <a:endParaRPr lang="zh-CN" altLang="en-US" sz="1600" b="1" dirty="0">
              <a:solidFill>
                <a:schemeClr val="bg1">
                  <a:lumMod val="50000"/>
                </a:schemeClr>
              </a:solidFill>
              <a:sym typeface="+mn-ea"/>
            </a:endParaRPr>
          </a:p>
        </p:txBody>
      </p:sp>
      <p:sp>
        <p:nvSpPr>
          <p:cNvPr id="24" name="文本框 23"/>
          <p:cNvSpPr txBox="1"/>
          <p:nvPr/>
        </p:nvSpPr>
        <p:spPr bwMode="auto">
          <a:xfrm>
            <a:off x="8121000" y="359195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第三部分</a:t>
            </a:r>
            <a:endParaRPr lang="en-US" altLang="zh-CN" sz="1800" b="1" dirty="0">
              <a:solidFill>
                <a:schemeClr val="tx1">
                  <a:lumMod val="50000"/>
                  <a:lumOff val="50000"/>
                </a:schemeClr>
              </a:solidFill>
            </a:endParaRPr>
          </a:p>
        </p:txBody>
      </p:sp>
      <p:sp>
        <p:nvSpPr>
          <p:cNvPr id="25" name="文本框 24"/>
          <p:cNvSpPr txBox="1"/>
          <p:nvPr/>
        </p:nvSpPr>
        <p:spPr>
          <a:xfrm>
            <a:off x="7616881" y="368220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03</a:t>
            </a:r>
            <a:endParaRPr lang="en-US" altLang="zh-CN" sz="4000" dirty="0">
              <a:solidFill>
                <a:schemeClr val="bg1">
                  <a:lumMod val="75000"/>
                </a:schemeClr>
              </a:solidFill>
              <a:latin typeface="Impact" panose="020B0806030902050204" pitchFamily="34" charset="0"/>
            </a:endParaRPr>
          </a:p>
        </p:txBody>
      </p:sp>
      <p:cxnSp>
        <p:nvCxnSpPr>
          <p:cNvPr id="26" name="直接连接符 25"/>
          <p:cNvCxnSpPr/>
          <p:nvPr/>
        </p:nvCxnSpPr>
        <p:spPr>
          <a:xfrm>
            <a:off x="7616881" y="443918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bwMode="auto">
          <a:xfrm>
            <a:off x="8140050" y="5017164"/>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开发</a:t>
            </a:r>
            <a:endParaRPr lang="zh-CN" altLang="en-US" sz="1600" b="1" dirty="0">
              <a:solidFill>
                <a:schemeClr val="bg1">
                  <a:lumMod val="50000"/>
                </a:schemeClr>
              </a:solidFill>
              <a:sym typeface="+mn-ea"/>
            </a:endParaRPr>
          </a:p>
        </p:txBody>
      </p:sp>
      <p:sp>
        <p:nvSpPr>
          <p:cNvPr id="28" name="文本框 27"/>
          <p:cNvSpPr txBox="1"/>
          <p:nvPr/>
        </p:nvSpPr>
        <p:spPr bwMode="auto">
          <a:xfrm>
            <a:off x="8121000" y="4668418"/>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第四部分</a:t>
            </a:r>
            <a:endParaRPr lang="en-US" altLang="zh-CN" sz="1800" b="1" dirty="0">
              <a:solidFill>
                <a:schemeClr val="tx1">
                  <a:lumMod val="50000"/>
                  <a:lumOff val="50000"/>
                </a:schemeClr>
              </a:solidFill>
            </a:endParaRPr>
          </a:p>
        </p:txBody>
      </p:sp>
      <p:sp>
        <p:nvSpPr>
          <p:cNvPr id="29" name="文本框 28"/>
          <p:cNvSpPr txBox="1"/>
          <p:nvPr/>
        </p:nvSpPr>
        <p:spPr>
          <a:xfrm>
            <a:off x="7616881" y="4758673"/>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04</a:t>
            </a:r>
            <a:endParaRPr lang="en-US" altLang="zh-CN" sz="4000" dirty="0">
              <a:solidFill>
                <a:schemeClr val="bg1">
                  <a:lumMod val="75000"/>
                </a:schemeClr>
              </a:solidFill>
              <a:latin typeface="Impact" panose="020B0806030902050204" pitchFamily="34" charset="0"/>
            </a:endParaRPr>
          </a:p>
        </p:txBody>
      </p:sp>
      <p:cxnSp>
        <p:nvCxnSpPr>
          <p:cNvPr id="30" name="直接连接符 29"/>
          <p:cNvCxnSpPr/>
          <p:nvPr/>
        </p:nvCxnSpPr>
        <p:spPr>
          <a:xfrm>
            <a:off x="7616881" y="5515645"/>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rPr>
              <a:t>GUI</a:t>
            </a:r>
            <a:r>
              <a:rPr lang="zh-CN" altLang="en-US" dirty="0">
                <a:solidFill>
                  <a:schemeClr val="accent1"/>
                </a:solidFill>
              </a:rPr>
              <a:t>介绍</a:t>
            </a:r>
            <a:endParaRPr lang="zh-CN" altLang="en-US"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8" name="文本框 7"/>
          <p:cNvSpPr txBox="1"/>
          <p:nvPr/>
        </p:nvSpPr>
        <p:spPr>
          <a:xfrm>
            <a:off x="801370" y="1526540"/>
            <a:ext cx="10720070" cy="4196080"/>
          </a:xfrm>
          <a:prstGeom prst="rect">
            <a:avLst/>
          </a:prstGeom>
          <a:noFill/>
        </p:spPr>
        <p:txBody>
          <a:bodyPr wrap="square" rtlCol="0">
            <a:noAutofit/>
          </a:bodyPr>
          <a:lstStyle/>
          <a:p>
            <a:pPr marL="285750" indent="-285750">
              <a:lnSpc>
                <a:spcPct val="200000"/>
              </a:lnSpc>
              <a:buFont typeface="Arial" panose="020B0604020202020204" pitchFamily="34" charset="0"/>
              <a:buChar char="•"/>
            </a:pPr>
            <a:r>
              <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GUI（Graphics User Interface），中文名称为图形用户界面，是指采用图形方式显示的计算机操作用户界面，是计算机与其使用者之间的对话接口，是计算机系统的重要组成部分</a:t>
            </a:r>
            <a:endPar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Linux的桌面环境</a:t>
            </a:r>
            <a:r>
              <a:rPr lang="en-US" alt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KDE 与GNOME</a:t>
            </a:r>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KDE是基于Qt库的; GNOME使用的图形库是GTK+工具库。</a:t>
            </a:r>
            <a:endPar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Window</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桌面</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环境</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Window CE</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嵌入式）</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indent="0">
              <a:lnSpc>
                <a:spcPct val="200000"/>
              </a:lnSpc>
              <a:buFont typeface="Arial" panose="020B0604020202020204" pitchFamily="34" charset="0"/>
              <a:buNone/>
            </a:pP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indent="0">
              <a:lnSpc>
                <a:spcPct val="200000"/>
              </a:lnSpc>
              <a:buFont typeface="Arial" panose="020B0604020202020204" pitchFamily="34" charset="0"/>
              <a:buNone/>
            </a:pP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8" name="文本框 7"/>
          <p:cNvSpPr txBox="1"/>
          <p:nvPr/>
        </p:nvSpPr>
        <p:spPr>
          <a:xfrm>
            <a:off x="801370" y="1526540"/>
            <a:ext cx="10720070" cy="4655185"/>
          </a:xfrm>
          <a:prstGeom prst="rect">
            <a:avLst/>
          </a:prstGeom>
          <a:noFill/>
        </p:spPr>
        <p:txBody>
          <a:bodyPr wrap="square" rtlCol="0">
            <a:noAutofit/>
          </a:bodyPr>
          <a:lstStyle/>
          <a:p>
            <a:pPr marL="285750" indent="-285750">
              <a:lnSpc>
                <a:spcPct val="200000"/>
              </a:lnSpc>
              <a:buFont typeface="Arial" panose="020B0604020202020204" pitchFamily="34" charset="0"/>
              <a:buChar char="•"/>
            </a:pPr>
            <a:r>
              <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TouchGFX</a:t>
            </a:r>
            <a:endPar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Embedded Wizard GUI</a:t>
            </a:r>
            <a:endPar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emWin(uCGUI)</a:t>
            </a:r>
            <a:endPar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Qt for MCU</a:t>
            </a:r>
            <a:endPar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Altia GUI</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MiniGUI</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ThreadX GUIX</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indent="0">
              <a:lnSpc>
                <a:spcPct val="200000"/>
              </a:lnSpc>
              <a:buFont typeface="Arial" panose="020B0604020202020204" pitchFamily="34" charset="0"/>
              <a:buNone/>
            </a:pP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963295" y="1212850"/>
            <a:ext cx="6096000" cy="368300"/>
          </a:xfrm>
          <a:prstGeom prst="rect">
            <a:avLst/>
          </a:prstGeom>
          <a:noFill/>
        </p:spPr>
        <p:txBody>
          <a:bodyPr wrap="square" rtlCol="0" anchor="t">
            <a:spAutoFit/>
          </a:bodyPr>
          <a:p>
            <a:r>
              <a:rPr lang="zh-CN" altLang="en-US"/>
              <a:t>当前主流的小型嵌入式GUI</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368300"/>
          </a:xfrm>
          <a:prstGeom prst="rect">
            <a:avLst/>
          </a:prstGeom>
          <a:noFill/>
        </p:spPr>
        <p:txBody>
          <a:bodyPr wrap="square" rtlCol="0" anchor="t">
            <a:spAutoFit/>
          </a:bodyPr>
          <a:p>
            <a:r>
              <a:rPr 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TouchGFX</a:t>
            </a:r>
            <a:r>
              <a:rPr lang="en-US" alt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2018年，正式被ST收购，当前主要用于STM32平台</a:t>
            </a:r>
            <a:endParaRPr lang="en-US" alt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p:cNvPicPr>
            <a:picLocks noChangeAspect="1"/>
          </p:cNvPicPr>
          <p:nvPr>
            <p:custDataLst>
              <p:tags r:id="rId1"/>
            </p:custDataLst>
          </p:nvPr>
        </p:nvPicPr>
        <p:blipFill>
          <a:blip r:embed="rId2"/>
          <a:stretch>
            <a:fillRect/>
          </a:stretch>
        </p:blipFill>
        <p:spPr>
          <a:xfrm>
            <a:off x="379095" y="2037080"/>
            <a:ext cx="5424805" cy="358457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6000115" y="2037080"/>
            <a:ext cx="5840095" cy="3511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922020"/>
          </a:xfrm>
          <a:prstGeom prst="rect">
            <a:avLst/>
          </a:prstGeom>
          <a:noFill/>
        </p:spPr>
        <p:txBody>
          <a:bodyPr wrap="square" rtlCol="0" anchor="t">
            <a:spAutoFit/>
          </a:bodyPr>
          <a:p>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Embedded Wizard GUI</a:t>
            </a:r>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以华丽，流畅的界面和强劲的GUIBuilder著称, 独创Chora界面编程语言，让大家的界面编程极其简单，GUIBuilder上面含有非常多的控件，皮肤和主题供用户选择，且支持调试</a:t>
            </a:r>
            <a:r>
              <a:rPr lang="en-US" alt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endParaRPr lang="en-US" altLang="id-ID"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custDataLst>
              <p:tags r:id="rId1"/>
            </p:custDataLst>
          </p:nvPr>
        </p:nvPicPr>
        <p:blipFill>
          <a:blip r:embed="rId2"/>
          <a:stretch>
            <a:fillRect/>
          </a:stretch>
        </p:blipFill>
        <p:spPr>
          <a:xfrm>
            <a:off x="737235" y="2875280"/>
            <a:ext cx="4426585" cy="2461895"/>
          </a:xfrm>
          <a:prstGeom prst="rect">
            <a:avLst/>
          </a:prstGeom>
        </p:spPr>
      </p:pic>
      <p:pic>
        <p:nvPicPr>
          <p:cNvPr id="10" name="图片 9"/>
          <p:cNvPicPr>
            <a:picLocks noChangeAspect="1"/>
          </p:cNvPicPr>
          <p:nvPr>
            <p:custDataLst>
              <p:tags r:id="rId3"/>
            </p:custDataLst>
          </p:nvPr>
        </p:nvPicPr>
        <p:blipFill>
          <a:blip r:embed="rId4"/>
          <a:stretch>
            <a:fillRect/>
          </a:stretch>
        </p:blipFill>
        <p:spPr>
          <a:xfrm>
            <a:off x="5684520" y="2759710"/>
            <a:ext cx="5241925" cy="2854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368300"/>
          </a:xfrm>
          <a:prstGeom prst="rect">
            <a:avLst/>
          </a:prstGeom>
          <a:noFill/>
        </p:spPr>
        <p:txBody>
          <a:bodyPr wrap="square" rtlCol="0" anchor="t">
            <a:spAutoFit/>
          </a:bodyPr>
          <a:p>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emWin(uCGUI)</a:t>
            </a:r>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老牌的嵌入式GUI了，20年的历史，软件架构和功能比较成熟</a:t>
            </a:r>
            <a:endPar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p:cNvPicPr>
            <a:picLocks noChangeAspect="1"/>
          </p:cNvPicPr>
          <p:nvPr>
            <p:custDataLst>
              <p:tags r:id="rId1"/>
            </p:custDataLst>
          </p:nvPr>
        </p:nvPicPr>
        <p:blipFill>
          <a:blip r:embed="rId2"/>
          <a:stretch>
            <a:fillRect/>
          </a:stretch>
        </p:blipFill>
        <p:spPr>
          <a:xfrm>
            <a:off x="669925" y="1765300"/>
            <a:ext cx="4162425" cy="3800475"/>
          </a:xfrm>
          <a:prstGeom prst="rect">
            <a:avLst/>
          </a:prstGeom>
        </p:spPr>
      </p:pic>
      <p:pic>
        <p:nvPicPr>
          <p:cNvPr id="11" name="图片 10"/>
          <p:cNvPicPr>
            <a:picLocks noChangeAspect="1"/>
          </p:cNvPicPr>
          <p:nvPr>
            <p:custDataLst>
              <p:tags r:id="rId3"/>
            </p:custDataLst>
          </p:nvPr>
        </p:nvPicPr>
        <p:blipFill>
          <a:blip r:embed="rId4"/>
          <a:stretch>
            <a:fillRect/>
          </a:stretch>
        </p:blipFill>
        <p:spPr>
          <a:xfrm>
            <a:off x="4940935" y="1765300"/>
            <a:ext cx="6884670" cy="36937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645160"/>
          </a:xfrm>
          <a:prstGeom prst="rect">
            <a:avLst/>
          </a:prstGeom>
          <a:noFill/>
        </p:spPr>
        <p:txBody>
          <a:bodyPr wrap="square" rtlCol="0" anchor="t">
            <a:spAutoFit/>
          </a:bodyPr>
          <a:p>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Qt for MCU</a:t>
            </a:r>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极致性能、极小内存占用是它的优势，在微控制器上打造流畅的用户界面，专注于统一的技术方法，并且可以应用于整个产品线，从而获得一致的品牌用户体验</a:t>
            </a:r>
            <a:endPar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custDataLst>
              <p:tags r:id="rId1"/>
            </p:custDataLst>
          </p:nvPr>
        </p:nvPicPr>
        <p:blipFill>
          <a:blip r:embed="rId2"/>
          <a:stretch>
            <a:fillRect/>
          </a:stretch>
        </p:blipFill>
        <p:spPr>
          <a:xfrm>
            <a:off x="1912620" y="2042160"/>
            <a:ext cx="6810375" cy="38779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645160"/>
          </a:xfrm>
          <a:prstGeom prst="rect">
            <a:avLst/>
          </a:prstGeom>
          <a:noFill/>
        </p:spPr>
        <p:txBody>
          <a:bodyPr wrap="square" rtlCol="0" anchor="t">
            <a:spAutoFit/>
          </a:bodyPr>
          <a:p>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Altia GUI：</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近30年的发展史，并且通过了AutomotiveSPICE汽车级HMI的一级认证，这个认证共分为6个级别，0到5级，其中第5级是最高等级。</a:t>
            </a:r>
            <a:endPar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p:cNvPicPr>
            <a:picLocks noChangeAspect="1"/>
          </p:cNvPicPr>
          <p:nvPr>
            <p:custDataLst>
              <p:tags r:id="rId1"/>
            </p:custDataLst>
          </p:nvPr>
        </p:nvPicPr>
        <p:blipFill>
          <a:blip r:embed="rId2"/>
          <a:stretch>
            <a:fillRect/>
          </a:stretch>
        </p:blipFill>
        <p:spPr>
          <a:xfrm>
            <a:off x="1854835" y="2209800"/>
            <a:ext cx="6086475" cy="2847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922020"/>
          </a:xfrm>
          <a:prstGeom prst="rect">
            <a:avLst/>
          </a:prstGeom>
          <a:noFill/>
        </p:spPr>
        <p:txBody>
          <a:bodyPr wrap="square" rtlCol="0" anchor="t">
            <a:spAutoFit/>
          </a:bodyPr>
          <a:p>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MiniGUI</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一个自由软件项目</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面向嵌入式系统的高级窗口系统（Windowing System）和图形用户界面（Graphical User Interface，GUI）支持系统，由魏永明先生于 1998 年底开始开发</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，国产</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精品！</a:t>
            </a:r>
            <a:endPar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1"/>
            </p:custDataLst>
          </p:nvPr>
        </p:nvSpPr>
        <p:spPr>
          <a:xfrm>
            <a:off x="963295" y="2226945"/>
            <a:ext cx="9718040" cy="645160"/>
          </a:xfrm>
          <a:prstGeom prst="rect">
            <a:avLst/>
          </a:prstGeom>
          <a:noFill/>
        </p:spPr>
        <p:txBody>
          <a:bodyPr wrap="square" rtlCol="0" anchor="t">
            <a:spAutoFit/>
          </a:bodyPr>
          <a:p>
            <a:r>
              <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支持Linux/uClinux、eCos、 uC/OS-II、VxWorks、ThreadX、Nucleus 、pSOS、OSE 等操作系统和数十种 SoC 芯片</a:t>
            </a:r>
            <a:endParaRPr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0" name="图片 9"/>
          <p:cNvPicPr>
            <a:picLocks noChangeAspect="1"/>
          </p:cNvPicPr>
          <p:nvPr>
            <p:custDataLst>
              <p:tags r:id="rId2"/>
            </p:custDataLst>
          </p:nvPr>
        </p:nvPicPr>
        <p:blipFill>
          <a:blip r:embed="rId3"/>
          <a:stretch>
            <a:fillRect/>
          </a:stretch>
        </p:blipFill>
        <p:spPr>
          <a:xfrm>
            <a:off x="377825" y="3049270"/>
            <a:ext cx="5010150" cy="2790825"/>
          </a:xfrm>
          <a:prstGeom prst="rect">
            <a:avLst/>
          </a:prstGeom>
        </p:spPr>
      </p:pic>
      <p:pic>
        <p:nvPicPr>
          <p:cNvPr id="11" name="图片 10"/>
          <p:cNvPicPr>
            <a:picLocks noChangeAspect="1"/>
          </p:cNvPicPr>
          <p:nvPr>
            <p:custDataLst>
              <p:tags r:id="rId4"/>
            </p:custDataLst>
          </p:nvPr>
        </p:nvPicPr>
        <p:blipFill>
          <a:blip r:embed="rId5"/>
          <a:stretch>
            <a:fillRect/>
          </a:stretch>
        </p:blipFill>
        <p:spPr>
          <a:xfrm>
            <a:off x="5746750" y="2964180"/>
            <a:ext cx="5109845" cy="29394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922020"/>
          </a:xfrm>
          <a:prstGeom prst="rect">
            <a:avLst/>
          </a:prstGeom>
          <a:noFill/>
        </p:spPr>
        <p:txBody>
          <a:bodyPr wrap="square" rtlCol="0" anchor="t">
            <a:spAutoFit/>
          </a:bodyPr>
          <a:p>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ThreadX GUIX：</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微软的高级工业级GUI解决方案</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专门针对深度嵌入式，实时和IoT应用程序而设计。微软还提供了名为GUIX Studio的桌面开发工具，该工具允许开发人员在桌面上设计其GUI并生成GUIX代码，然后可以将其导出到目标。</a:t>
            </a:r>
            <a:endPar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p:cNvPicPr>
            <a:picLocks noChangeAspect="1"/>
          </p:cNvPicPr>
          <p:nvPr>
            <p:custDataLst>
              <p:tags r:id="rId1"/>
            </p:custDataLst>
          </p:nvPr>
        </p:nvPicPr>
        <p:blipFill>
          <a:blip r:embed="rId2"/>
          <a:stretch>
            <a:fillRect/>
          </a:stretch>
        </p:blipFill>
        <p:spPr>
          <a:xfrm>
            <a:off x="278130" y="2289810"/>
            <a:ext cx="3763010" cy="216408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4091940" y="2270760"/>
            <a:ext cx="3161030" cy="2150745"/>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7273290" y="2319020"/>
            <a:ext cx="3905885" cy="27628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nvSpPr>
        <p:spPr>
          <a:xfrm>
            <a:off x="963295" y="1212850"/>
            <a:ext cx="9718040" cy="645160"/>
          </a:xfrm>
          <a:prstGeom prst="rect">
            <a:avLst/>
          </a:prstGeom>
          <a:noFill/>
        </p:spPr>
        <p:txBody>
          <a:bodyPr wrap="square" rtlCol="0" anchor="t">
            <a:spAutoFit/>
          </a:bodyPr>
          <a:p>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 一个免费的开源图形库，提供了创建嵌入式GUI所需的一切，具有易于使用的图形元素、漂亮的视觉效果和低内存占用。</a:t>
            </a:r>
            <a:endPar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文本框 12"/>
          <p:cNvSpPr txBox="1"/>
          <p:nvPr>
            <p:custDataLst>
              <p:tags r:id="rId1"/>
            </p:custDataLst>
          </p:nvPr>
        </p:nvSpPr>
        <p:spPr>
          <a:xfrm>
            <a:off x="963295" y="2042160"/>
            <a:ext cx="9718040" cy="3644265"/>
          </a:xfrm>
          <a:prstGeom prst="rect">
            <a:avLst/>
          </a:prstGeom>
          <a:noFill/>
        </p:spPr>
        <p:txBody>
          <a:bodyPr wrap="square" rtlCol="0" anchor="t">
            <a:noAutofit/>
          </a:bodyPr>
          <a:p>
            <a:r>
              <a:rPr 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LVGL本身是一个图形库</a:t>
            </a:r>
            <a:r>
              <a:rPr lang="zh-CN" altLang="en-US"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应用程序通过调用LVGL库来创建GUI</a:t>
            </a:r>
            <a:endPar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endPar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r>
              <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包含一个HAL（硬件抽象层）接口，用于注册显示和输入设备驱动程序。驱动程序除特定的驱动程序外，它还有其他的功能，可驱动显示器GPU、读取触摸板或按钮的输入。</a:t>
            </a:r>
            <a:endParaRPr lang="en-US" altLang="zh-CN"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11" name="文本框 10"/>
          <p:cNvSpPr txBox="1"/>
          <p:nvPr>
            <p:custDataLst>
              <p:tags r:id="rId1"/>
            </p:custDataLst>
          </p:nvPr>
        </p:nvSpPr>
        <p:spPr>
          <a:xfrm>
            <a:off x="956945" y="1100455"/>
            <a:ext cx="10339070" cy="5138420"/>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强大的构建模组 按钮、图表、列表、滑块、图像等</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先进的图形 动画、反锯齿、半透明、平滑滚动</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多样的输入设备 触摸板、鼠标、键盘、编码器等</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多显示器支持 支持同时使用多个TFT或单色显示器</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多语言支持 UTF-8格式文字编码</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完全自定义 图形元素</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硬件无关 可用于任意微控制器或显示器</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可裁剪 用于小内存（80 KB FLASH，12 KB RAM）操作</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操作系统、外部存储以及GPU 支持但非必须</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单帧缓存 即可实现先进的图形效果</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C语言编写 以最大化兼容（C++ 兼容）</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模拟器 无需嵌入式硬件就可以在电脑上开始GUI设计</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教程、示例、主题 从而快速GUI设计</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文档 在线及离线</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免费开源 基于MIT协议</a:t>
            </a:r>
            <a:endPar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dirty="0">
                <a:solidFill>
                  <a:schemeClr val="accent1"/>
                </a:solidFill>
                <a:sym typeface="+mn-ea"/>
              </a:rPr>
              <a:t>GUI</a:t>
            </a:r>
            <a:r>
              <a:rPr lang="zh-CN" altLang="en-US" dirty="0">
                <a:solidFill>
                  <a:schemeClr val="accent1"/>
                </a:solidFill>
                <a:sym typeface="+mn-ea"/>
              </a:rPr>
              <a:t>介绍</a:t>
            </a:r>
            <a:endParaRPr lang="en-US" altLang="zh-CN"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11" name="文本框 10"/>
          <p:cNvSpPr txBox="1"/>
          <p:nvPr>
            <p:custDataLst>
              <p:tags r:id="rId1"/>
            </p:custDataLst>
          </p:nvPr>
        </p:nvSpPr>
        <p:spPr>
          <a:xfrm>
            <a:off x="956945" y="1100455"/>
            <a:ext cx="10339070" cy="538480"/>
          </a:xfrm>
          <a:prstGeom prst="rect">
            <a:avLst/>
          </a:prstGeom>
          <a:noFill/>
        </p:spPr>
        <p:txBody>
          <a:bodyPr wrap="square" rtlCol="0" anchor="t">
            <a:noAutofit/>
          </a:bodyPr>
          <a:p>
            <a:pPr indent="0">
              <a:lnSpc>
                <a:spcPct val="150000"/>
              </a:lnSpc>
              <a:buFont typeface="Arial" panose="020B0604020202020204" pitchFamily="34" charset="0"/>
              <a:buNone/>
            </a:pPr>
            <a:r>
              <a:rPr 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a:t>
            </a:r>
            <a:r>
              <a:rPr lang="zh-CN" alt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界面</a:t>
            </a:r>
            <a:endParaRPr lang="zh-CN" alt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p:cNvPicPr>
            <a:picLocks noChangeAspect="1"/>
          </p:cNvPicPr>
          <p:nvPr>
            <p:custDataLst>
              <p:tags r:id="rId2"/>
            </p:custDataLst>
          </p:nvPr>
        </p:nvPicPr>
        <p:blipFill>
          <a:blip r:embed="rId3"/>
          <a:stretch>
            <a:fillRect/>
          </a:stretch>
        </p:blipFill>
        <p:spPr>
          <a:xfrm>
            <a:off x="153670" y="1531620"/>
            <a:ext cx="5606415" cy="4580255"/>
          </a:xfrm>
          <a:prstGeom prst="rect">
            <a:avLst/>
          </a:prstGeom>
        </p:spPr>
      </p:pic>
      <p:pic>
        <p:nvPicPr>
          <p:cNvPr id="7" name="图片 6"/>
          <p:cNvPicPr>
            <a:picLocks noChangeAspect="1"/>
          </p:cNvPicPr>
          <p:nvPr>
            <p:custDataLst>
              <p:tags r:id="rId4"/>
            </p:custDataLst>
          </p:nvPr>
        </p:nvPicPr>
        <p:blipFill>
          <a:blip r:embed="rId5"/>
          <a:stretch>
            <a:fillRect/>
          </a:stretch>
        </p:blipFill>
        <p:spPr>
          <a:xfrm>
            <a:off x="6581140" y="1414145"/>
            <a:ext cx="4714875" cy="2457450"/>
          </a:xfrm>
          <a:prstGeom prst="rect">
            <a:avLst/>
          </a:prstGeom>
        </p:spPr>
      </p:pic>
      <p:pic>
        <p:nvPicPr>
          <p:cNvPr id="8" name="图片 7"/>
          <p:cNvPicPr>
            <a:picLocks noChangeAspect="1"/>
          </p:cNvPicPr>
          <p:nvPr>
            <p:custDataLst>
              <p:tags r:id="rId6"/>
            </p:custDataLst>
          </p:nvPr>
        </p:nvPicPr>
        <p:blipFill>
          <a:blip r:embed="rId7"/>
          <a:stretch>
            <a:fillRect/>
          </a:stretch>
        </p:blipFill>
        <p:spPr>
          <a:xfrm>
            <a:off x="6086475" y="4307205"/>
            <a:ext cx="2524125" cy="1495425"/>
          </a:xfrm>
          <a:prstGeom prst="rect">
            <a:avLst/>
          </a:prstGeom>
        </p:spPr>
      </p:pic>
      <p:pic>
        <p:nvPicPr>
          <p:cNvPr id="9" name="图片 8"/>
          <p:cNvPicPr>
            <a:picLocks noChangeAspect="1"/>
          </p:cNvPicPr>
          <p:nvPr>
            <p:custDataLst>
              <p:tags r:id="rId8"/>
            </p:custDataLst>
          </p:nvPr>
        </p:nvPicPr>
        <p:blipFill>
          <a:blip r:embed="rId9"/>
          <a:stretch>
            <a:fillRect/>
          </a:stretch>
        </p:blipFill>
        <p:spPr>
          <a:xfrm>
            <a:off x="9051290" y="4204970"/>
            <a:ext cx="2714625" cy="1552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4468605" y="3190418"/>
            <a:ext cx="252494" cy="252494"/>
          </a:xfrm>
          <a:prstGeom prst="rect">
            <a:avLst/>
          </a:prstGeom>
          <a:solidFill>
            <a:schemeClr val="tx2"/>
          </a:solidFill>
          <a:ln w="19050">
            <a:noFill/>
            <a:round/>
          </a:ln>
        </p:spPr>
        <p:txBody>
          <a:bodyPr anchor="ctr"/>
          <a:lstStyle/>
          <a:p>
            <a:pPr algn="ctr"/>
          </a:p>
        </p:txBody>
      </p:sp>
      <p:sp>
        <p:nvSpPr>
          <p:cNvPr id="8" name="矩形 7"/>
          <p:cNvSpPr/>
          <p:nvPr/>
        </p:nvSpPr>
        <p:spPr bwMode="auto">
          <a:xfrm>
            <a:off x="4726665" y="3131414"/>
            <a:ext cx="53437" cy="53437"/>
          </a:xfrm>
          <a:prstGeom prst="rect">
            <a:avLst/>
          </a:prstGeom>
          <a:solidFill>
            <a:schemeClr val="tx2"/>
          </a:solidFill>
          <a:ln w="19050">
            <a:noFill/>
            <a:round/>
          </a:ln>
        </p:spPr>
        <p:txBody>
          <a:bodyPr anchor="ctr"/>
          <a:lstStyle/>
          <a:p>
            <a:pPr algn="ctr"/>
          </a:p>
        </p:txBody>
      </p:sp>
      <p:sp>
        <p:nvSpPr>
          <p:cNvPr id="9" name="矩形 8"/>
          <p:cNvSpPr/>
          <p:nvPr/>
        </p:nvSpPr>
        <p:spPr bwMode="auto">
          <a:xfrm>
            <a:off x="4349743" y="3448477"/>
            <a:ext cx="113295" cy="113295"/>
          </a:xfrm>
          <a:prstGeom prst="rect">
            <a:avLst/>
          </a:prstGeom>
          <a:solidFill>
            <a:schemeClr val="tx2"/>
          </a:solidFill>
          <a:ln w="19050">
            <a:noFill/>
            <a:round/>
          </a:ln>
        </p:spPr>
        <p:txBody>
          <a:bodyPr anchor="ctr"/>
          <a:lstStyle/>
          <a:p>
            <a:pPr algn="ctr"/>
          </a:p>
        </p:txBody>
      </p:sp>
      <p:sp>
        <p:nvSpPr>
          <p:cNvPr id="10" name="矩形 9"/>
          <p:cNvSpPr/>
          <p:nvPr/>
        </p:nvSpPr>
        <p:spPr bwMode="auto">
          <a:xfrm>
            <a:off x="4328590" y="3358748"/>
            <a:ext cx="53437" cy="53437"/>
          </a:xfrm>
          <a:prstGeom prst="rect">
            <a:avLst/>
          </a:prstGeom>
          <a:solidFill>
            <a:schemeClr val="tx2"/>
          </a:solidFill>
          <a:ln w="19050">
            <a:noFill/>
            <a:round/>
          </a:ln>
        </p:spPr>
        <p:txBody>
          <a:bodyPr anchor="ctr"/>
          <a:lstStyle/>
          <a:p>
            <a:pPr algn="ctr"/>
          </a:p>
        </p:txBody>
      </p:sp>
      <p:cxnSp>
        <p:nvCxnSpPr>
          <p:cNvPr id="11" name="直接连接符 10"/>
          <p:cNvCxnSpPr/>
          <p:nvPr/>
        </p:nvCxnSpPr>
        <p:spPr>
          <a:xfrm>
            <a:off x="0" y="3429075"/>
            <a:ext cx="4131969" cy="0"/>
          </a:xfrm>
          <a:prstGeom prst="line">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auto">
          <a:xfrm>
            <a:off x="4111855" y="3406215"/>
            <a:ext cx="45719" cy="45720"/>
          </a:xfrm>
          <a:prstGeom prst="rect">
            <a:avLst/>
          </a:prstGeom>
          <a:solidFill>
            <a:schemeClr val="tx2"/>
          </a:solidFill>
          <a:ln w="19050">
            <a:noFill/>
            <a:round/>
          </a:ln>
        </p:spPr>
        <p:txBody>
          <a:bodyPr anchor="ctr"/>
          <a:lstStyle/>
          <a:p>
            <a:pPr algn="ctr"/>
          </a:p>
        </p:txBody>
      </p:sp>
      <p:sp>
        <p:nvSpPr>
          <p:cNvPr id="13" name="文本框 12"/>
          <p:cNvSpPr txBox="1"/>
          <p:nvPr/>
        </p:nvSpPr>
        <p:spPr>
          <a:xfrm>
            <a:off x="4947000" y="3561772"/>
            <a:ext cx="1296144" cy="239233"/>
          </a:xfrm>
          <a:prstGeom prst="rect">
            <a:avLst/>
          </a:prstGeom>
          <a:noFill/>
        </p:spPr>
        <p:txBody>
          <a:bodyPr wrap="square" lIns="0" tIns="0" rIns="0" bIns="0" anchor="ctr">
            <a:normAutofit fontScale="92500" lnSpcReduction="10000"/>
          </a:bodyPr>
          <a:lstStyle/>
          <a:p>
            <a:pPr algn="ctr"/>
            <a:r>
              <a:rPr lang="en-US" altLang="zh-CN" dirty="0">
                <a:solidFill>
                  <a:schemeClr val="tx2"/>
                </a:solidFill>
              </a:rPr>
              <a:t>CONTENTS</a:t>
            </a:r>
            <a:endParaRPr lang="en-US" altLang="zh-CN" dirty="0">
              <a:solidFill>
                <a:schemeClr val="tx2"/>
              </a:solidFill>
            </a:endParaRPr>
          </a:p>
        </p:txBody>
      </p:sp>
      <p:sp>
        <p:nvSpPr>
          <p:cNvPr id="14" name="文本框 13"/>
          <p:cNvSpPr txBox="1"/>
          <p:nvPr/>
        </p:nvSpPr>
        <p:spPr>
          <a:xfrm>
            <a:off x="4947000" y="2946219"/>
            <a:ext cx="1296144" cy="615553"/>
          </a:xfrm>
          <a:prstGeom prst="rect">
            <a:avLst/>
          </a:prstGeom>
          <a:noFill/>
        </p:spPr>
        <p:txBody>
          <a:bodyPr wrap="square" lIns="0" tIns="0" rIns="0" bIns="0">
            <a:normAutofit/>
          </a:bodyPr>
          <a:lstStyle/>
          <a:p>
            <a:pPr algn="dist"/>
            <a:r>
              <a:rPr lang="zh-CN" altLang="en-US" sz="4000" b="1" dirty="0">
                <a:solidFill>
                  <a:schemeClr val="tx2"/>
                </a:solidFill>
              </a:rPr>
              <a:t>目录</a:t>
            </a:r>
            <a:endParaRPr lang="zh-CN" altLang="en-US" sz="4000" b="1" dirty="0">
              <a:solidFill>
                <a:schemeClr val="tx2"/>
              </a:solidFill>
            </a:endParaRPr>
          </a:p>
        </p:txBody>
      </p:sp>
      <p:sp>
        <p:nvSpPr>
          <p:cNvPr id="15" name="矩形 14"/>
          <p:cNvSpPr/>
          <p:nvPr/>
        </p:nvSpPr>
        <p:spPr bwMode="auto">
          <a:xfrm>
            <a:off x="8121000" y="185190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500" b="1">
                <a:solidFill>
                  <a:schemeClr val="tx1">
                    <a:lumMod val="50000"/>
                    <a:lumOff val="50000"/>
                  </a:schemeClr>
                </a:solidFill>
                <a:sym typeface="+mn-ea"/>
              </a:rPr>
              <a:t>GUI介绍</a:t>
            </a:r>
            <a:endParaRPr lang="zh-CN" altLang="en-US" sz="1500" b="1">
              <a:solidFill>
                <a:schemeClr val="tx1">
                  <a:lumMod val="50000"/>
                  <a:lumOff val="50000"/>
                </a:schemeClr>
              </a:solidFill>
              <a:sym typeface="+mn-ea"/>
            </a:endParaRPr>
          </a:p>
        </p:txBody>
      </p:sp>
      <p:sp>
        <p:nvSpPr>
          <p:cNvPr id="16" name="文本框 15"/>
          <p:cNvSpPr txBox="1"/>
          <p:nvPr/>
        </p:nvSpPr>
        <p:spPr bwMode="auto">
          <a:xfrm>
            <a:off x="8121000" y="143902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tx1">
                    <a:lumMod val="50000"/>
                    <a:lumOff val="50000"/>
                  </a:schemeClr>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t>第一部分</a:t>
            </a:r>
            <a:endParaRPr lang="en-US" altLang="zh-CN" dirty="0"/>
          </a:p>
        </p:txBody>
      </p:sp>
      <p:sp>
        <p:nvSpPr>
          <p:cNvPr id="17" name="文本框 16"/>
          <p:cNvSpPr txBox="1"/>
          <p:nvPr/>
        </p:nvSpPr>
        <p:spPr>
          <a:xfrm>
            <a:off x="7616881" y="1529279"/>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bg1">
                    <a:lumMod val="75000"/>
                  </a:schemeClr>
                </a:solidFill>
                <a:latin typeface="Impact" panose="020B0806030902050204" pitchFamily="34" charset="0"/>
              </a:defRPr>
            </a:lvl1pPr>
          </a:lstStyle>
          <a:p>
            <a:r>
              <a:rPr lang="en-US" altLang="zh-CN" dirty="0"/>
              <a:t>01</a:t>
            </a:r>
            <a:endParaRPr lang="en-US" altLang="zh-CN" dirty="0"/>
          </a:p>
        </p:txBody>
      </p:sp>
      <p:cxnSp>
        <p:nvCxnSpPr>
          <p:cNvPr id="18" name="直接连接符 17"/>
          <p:cNvCxnSpPr/>
          <p:nvPr/>
        </p:nvCxnSpPr>
        <p:spPr>
          <a:xfrm>
            <a:off x="7616881" y="228625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bwMode="auto">
          <a:xfrm>
            <a:off x="8140050" y="2871220"/>
            <a:ext cx="3399488" cy="29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l">
              <a:lnSpc>
                <a:spcPct val="120000"/>
              </a:lnSpc>
              <a:buClrTx/>
              <a:buSzTx/>
              <a:buFontTx/>
            </a:pPr>
            <a:r>
              <a:rPr lang="zh-CN" altLang="en-US" sz="1500" b="1">
                <a:solidFill>
                  <a:schemeClr val="accent2"/>
                </a:solidFill>
                <a:sym typeface="+mn-ea"/>
              </a:rPr>
              <a:t>L</a:t>
            </a:r>
            <a:r>
              <a:rPr lang="zh-CN" altLang="en-US" sz="1500" b="1">
                <a:solidFill>
                  <a:schemeClr val="accent2"/>
                </a:solidFill>
                <a:sym typeface="+mn-ea"/>
              </a:rPr>
              <a:t>VGL入门</a:t>
            </a:r>
            <a:endParaRPr lang="zh-CN" altLang="en-US" sz="1500" b="1">
              <a:solidFill>
                <a:schemeClr val="accent2"/>
              </a:solidFill>
              <a:sym typeface="+mn-ea"/>
            </a:endParaRPr>
          </a:p>
        </p:txBody>
      </p:sp>
      <p:sp>
        <p:nvSpPr>
          <p:cNvPr id="20" name="文本框 19"/>
          <p:cNvSpPr txBox="1"/>
          <p:nvPr/>
        </p:nvSpPr>
        <p:spPr bwMode="auto">
          <a:xfrm>
            <a:off x="8121000" y="2515489"/>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accent2"/>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t>第二部分</a:t>
            </a:r>
            <a:endParaRPr lang="en-US" altLang="zh-CN" dirty="0"/>
          </a:p>
        </p:txBody>
      </p:sp>
      <p:sp>
        <p:nvSpPr>
          <p:cNvPr id="21" name="文本框 20"/>
          <p:cNvSpPr txBox="1"/>
          <p:nvPr/>
        </p:nvSpPr>
        <p:spPr>
          <a:xfrm>
            <a:off x="7616881" y="2605744"/>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accent2"/>
                </a:solidFill>
                <a:latin typeface="Impact" panose="020B0806030902050204" pitchFamily="34" charset="0"/>
              </a:defRPr>
            </a:lvl1pPr>
          </a:lstStyle>
          <a:p>
            <a:r>
              <a:rPr lang="en-US" altLang="zh-CN" dirty="0"/>
              <a:t>02</a:t>
            </a:r>
            <a:endParaRPr lang="en-US" altLang="zh-CN" dirty="0"/>
          </a:p>
        </p:txBody>
      </p:sp>
      <p:cxnSp>
        <p:nvCxnSpPr>
          <p:cNvPr id="22" name="直接连接符 21"/>
          <p:cNvCxnSpPr/>
          <p:nvPr/>
        </p:nvCxnSpPr>
        <p:spPr>
          <a:xfrm>
            <a:off x="7616881" y="3362716"/>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auto">
          <a:xfrm>
            <a:off x="8130525" y="394387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框架</a:t>
            </a:r>
            <a:endParaRPr lang="zh-CN" altLang="en-US" sz="1600" b="1" dirty="0">
              <a:solidFill>
                <a:schemeClr val="bg1">
                  <a:lumMod val="50000"/>
                </a:schemeClr>
              </a:solidFill>
              <a:sym typeface="+mn-ea"/>
            </a:endParaRPr>
          </a:p>
        </p:txBody>
      </p:sp>
      <p:sp>
        <p:nvSpPr>
          <p:cNvPr id="24" name="文本框 23"/>
          <p:cNvSpPr txBox="1"/>
          <p:nvPr/>
        </p:nvSpPr>
        <p:spPr bwMode="auto">
          <a:xfrm>
            <a:off x="8121000" y="359195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第三部分</a:t>
            </a:r>
            <a:endParaRPr lang="en-US" altLang="zh-CN" sz="1800" b="1" dirty="0">
              <a:solidFill>
                <a:schemeClr val="tx1">
                  <a:lumMod val="50000"/>
                  <a:lumOff val="50000"/>
                </a:schemeClr>
              </a:solidFill>
            </a:endParaRPr>
          </a:p>
        </p:txBody>
      </p:sp>
      <p:sp>
        <p:nvSpPr>
          <p:cNvPr id="25" name="文本框 24"/>
          <p:cNvSpPr txBox="1"/>
          <p:nvPr/>
        </p:nvSpPr>
        <p:spPr>
          <a:xfrm>
            <a:off x="7616881" y="368220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03</a:t>
            </a:r>
            <a:endParaRPr lang="en-US" altLang="zh-CN" sz="4000" dirty="0">
              <a:solidFill>
                <a:schemeClr val="bg1">
                  <a:lumMod val="75000"/>
                </a:schemeClr>
              </a:solidFill>
              <a:latin typeface="Impact" panose="020B0806030902050204" pitchFamily="34" charset="0"/>
            </a:endParaRPr>
          </a:p>
        </p:txBody>
      </p:sp>
      <p:cxnSp>
        <p:nvCxnSpPr>
          <p:cNvPr id="26" name="直接连接符 25"/>
          <p:cNvCxnSpPr/>
          <p:nvPr/>
        </p:nvCxnSpPr>
        <p:spPr>
          <a:xfrm>
            <a:off x="7616881" y="443918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bwMode="auto">
          <a:xfrm>
            <a:off x="8140050" y="5017164"/>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控件</a:t>
            </a:r>
            <a:endParaRPr lang="zh-CN" altLang="en-US" sz="1600" b="1" dirty="0">
              <a:solidFill>
                <a:schemeClr val="bg1">
                  <a:lumMod val="50000"/>
                </a:schemeClr>
              </a:solidFill>
              <a:sym typeface="+mn-ea"/>
            </a:endParaRPr>
          </a:p>
        </p:txBody>
      </p:sp>
      <p:sp>
        <p:nvSpPr>
          <p:cNvPr id="28" name="文本框 27"/>
          <p:cNvSpPr txBox="1"/>
          <p:nvPr/>
        </p:nvSpPr>
        <p:spPr bwMode="auto">
          <a:xfrm>
            <a:off x="8121000" y="4668418"/>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第四部分</a:t>
            </a:r>
            <a:endParaRPr lang="en-US" altLang="zh-CN" sz="1800" b="1" dirty="0">
              <a:solidFill>
                <a:schemeClr val="tx1">
                  <a:lumMod val="50000"/>
                  <a:lumOff val="50000"/>
                </a:schemeClr>
              </a:solidFill>
            </a:endParaRPr>
          </a:p>
        </p:txBody>
      </p:sp>
      <p:sp>
        <p:nvSpPr>
          <p:cNvPr id="29" name="文本框 28"/>
          <p:cNvSpPr txBox="1"/>
          <p:nvPr/>
        </p:nvSpPr>
        <p:spPr>
          <a:xfrm>
            <a:off x="7616881" y="4758673"/>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04</a:t>
            </a:r>
            <a:endParaRPr lang="en-US" altLang="zh-CN" sz="4000" dirty="0">
              <a:solidFill>
                <a:schemeClr val="bg1">
                  <a:lumMod val="75000"/>
                </a:schemeClr>
              </a:solidFill>
              <a:latin typeface="Impact" panose="020B0806030902050204" pitchFamily="34" charset="0"/>
            </a:endParaRPr>
          </a:p>
        </p:txBody>
      </p:sp>
      <p:cxnSp>
        <p:nvCxnSpPr>
          <p:cNvPr id="30" name="直接连接符 29"/>
          <p:cNvCxnSpPr/>
          <p:nvPr/>
        </p:nvCxnSpPr>
        <p:spPr>
          <a:xfrm>
            <a:off x="7616881" y="5515645"/>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rPr>
              <a:t>LVGL</a:t>
            </a:r>
            <a:r>
              <a:rPr lang="zh-CN" altLang="en-US" dirty="0">
                <a:solidFill>
                  <a:schemeClr val="accent1"/>
                </a:solidFill>
              </a:rPr>
              <a:t>入门</a:t>
            </a:r>
            <a:endParaRPr lang="zh-CN" altLang="en-US" dirty="0">
              <a:solidFill>
                <a:schemeClr val="accent1"/>
              </a:solidFill>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8" name="文本框 7"/>
          <p:cNvSpPr txBox="1"/>
          <p:nvPr/>
        </p:nvSpPr>
        <p:spPr>
          <a:xfrm>
            <a:off x="4481195" y="1526540"/>
            <a:ext cx="7040245" cy="4196080"/>
          </a:xfrm>
          <a:prstGeom prst="rect">
            <a:avLst/>
          </a:prstGeom>
          <a:noFill/>
        </p:spPr>
        <p:txBody>
          <a:bodyPr wrap="square" rtlCol="0">
            <a:noAutofit/>
          </a:bodyPr>
          <a:lstStyle/>
          <a:p>
            <a:pPr marL="285750" indent="-285750">
              <a:lnSpc>
                <a:spcPct val="200000"/>
              </a:lnSpc>
              <a:buFont typeface="Arial" panose="020B0604020202020204" pitchFamily="34" charset="0"/>
              <a:buChar char="•"/>
            </a:pPr>
            <a:r>
              <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LVGL的作者是来自匈牙利的Gabor Kiss-Vamosikisvegabor</a:t>
            </a:r>
            <a:endPar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LVGL用C语言编写，以实现最大的兼容性（与C ++兼容），模拟器可在没有嵌入式硬件的PC上启动嵌入式GUI设计，同时LVGL作为一个图形库，它自带着接近三十多种小工具可以供开发者使用。</a:t>
            </a:r>
            <a:endPar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强大的构建块按钮搭配上带有非常丝滑的动画以及可以做到平滑滚动的高级图形</a:t>
            </a:r>
            <a:r>
              <a:rPr lang="zh-CN" alt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buFont typeface="Arial" panose="020B0604020202020204" pitchFamily="34" charset="0"/>
              <a:buChar char="•"/>
            </a:pPr>
            <a:r>
              <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兼具着不高的配置要求以及开源属性，显著的优势使得LVGL蔚然成风，成为广大开发者在选择GUI时的第一选择。</a:t>
            </a:r>
            <a:endParaRPr lang="id-ID"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6" name="组合 65"/>
          <p:cNvGrpSpPr/>
          <p:nvPr/>
        </p:nvGrpSpPr>
        <p:grpSpPr>
          <a:xfrm>
            <a:off x="807085" y="1811020"/>
            <a:ext cx="2891790" cy="2961640"/>
            <a:chOff x="1433076" y="1816982"/>
            <a:chExt cx="3639269" cy="3633611"/>
          </a:xfrm>
        </p:grpSpPr>
        <p:sp>
          <p:nvSpPr>
            <p:cNvPr id="6" name="椭圆 5"/>
            <p:cNvSpPr/>
            <p:nvPr/>
          </p:nvSpPr>
          <p:spPr>
            <a:xfrm>
              <a:off x="1438734" y="1816982"/>
              <a:ext cx="3633611" cy="3633611"/>
            </a:xfrm>
            <a:prstGeom prst="ellipse">
              <a:avLst/>
            </a:prstGeom>
            <a:noFill/>
            <a:ln w="2857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弧形 6"/>
            <p:cNvSpPr/>
            <p:nvPr/>
          </p:nvSpPr>
          <p:spPr>
            <a:xfrm>
              <a:off x="1435905" y="1816982"/>
              <a:ext cx="3633611" cy="3633611"/>
            </a:xfrm>
            <a:prstGeom prst="arc">
              <a:avLst>
                <a:gd name="adj1" fmla="val 16124419"/>
                <a:gd name="adj2" fmla="val 12610271"/>
              </a:avLst>
            </a:prstGeom>
            <a:ln w="111125" cap="rnd">
              <a:solidFill>
                <a:schemeClr val="accent1"/>
              </a:solidFill>
              <a:round/>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文本框 11"/>
            <p:cNvSpPr txBox="1"/>
            <p:nvPr/>
          </p:nvSpPr>
          <p:spPr>
            <a:xfrm>
              <a:off x="1433076" y="2586948"/>
              <a:ext cx="555349" cy="319421"/>
            </a:xfrm>
            <a:prstGeom prst="rect">
              <a:avLst/>
            </a:prstGeom>
            <a:noFill/>
          </p:spPr>
          <p:txBody>
            <a:bodyPr wrap="square" rtlCol="0">
              <a:spAutoFit/>
            </a:bodyPr>
            <a:lstStyle/>
            <a:p>
              <a:pPr algn="ctr"/>
              <a:r>
                <a:rPr lang="en-US" sz="11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86%</a:t>
              </a:r>
              <a:endParaRPr lang="id-ID"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5" name="组合 64"/>
            <p:cNvGrpSpPr/>
            <p:nvPr/>
          </p:nvGrpSpPr>
          <p:grpSpPr>
            <a:xfrm>
              <a:off x="1736554" y="2111418"/>
              <a:ext cx="3032312" cy="3044739"/>
              <a:chOff x="1736554" y="2111418"/>
              <a:chExt cx="3032312" cy="3044739"/>
            </a:xfrm>
          </p:grpSpPr>
          <p:sp>
            <p:nvSpPr>
              <p:cNvPr id="14" name="椭圆 13"/>
              <p:cNvSpPr/>
              <p:nvPr/>
            </p:nvSpPr>
            <p:spPr>
              <a:xfrm>
                <a:off x="1736554" y="2123842"/>
                <a:ext cx="3032312" cy="3032315"/>
              </a:xfrm>
              <a:prstGeom prst="ellipse">
                <a:avLst/>
              </a:prstGeom>
              <a:noFill/>
              <a:ln w="127000" cap="flat">
                <a:solidFill>
                  <a:schemeClr val="tx2">
                    <a:lumMod val="60000"/>
                    <a:lumOff val="40000"/>
                  </a:schemeClr>
                </a:solidFill>
                <a:prstDash val="solid"/>
                <a:miter lim="400000"/>
              </a:ln>
              <a:effectLst/>
            </p:spPr>
            <p:txBody>
              <a:bodyPr wrap="square" lIns="45719" tIns="45719" rIns="45719" bIns="45719" numCol="1" anchor="ctr">
                <a:noAutofit/>
              </a:bodyPr>
              <a:lstStyle/>
              <a:p>
                <a:pPr defTabSz="457200">
                  <a:defRPr sz="11600" cap="none">
                    <a:solidFill>
                      <a:srgbClr val="77716C"/>
                    </a:solidFill>
                    <a:latin typeface="Open Sans Light"/>
                    <a:ea typeface="Open Sans Light"/>
                    <a:cs typeface="Open Sans Light"/>
                    <a:sym typeface="Open Sans Light"/>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3" name="组合 62"/>
              <p:cNvGrpSpPr/>
              <p:nvPr/>
            </p:nvGrpSpPr>
            <p:grpSpPr>
              <a:xfrm>
                <a:off x="1994330" y="2111418"/>
                <a:ext cx="2762187" cy="2875495"/>
                <a:chOff x="1718555" y="2309594"/>
                <a:chExt cx="2762187" cy="2875495"/>
              </a:xfrm>
              <a:solidFill>
                <a:schemeClr val="tx2">
                  <a:lumMod val="60000"/>
                  <a:lumOff val="40000"/>
                </a:schemeClr>
              </a:solidFill>
            </p:grpSpPr>
            <p:sp>
              <p:nvSpPr>
                <p:cNvPr id="15" name="任意多边形: 形状 14"/>
                <p:cNvSpPr/>
                <p:nvPr/>
              </p:nvSpPr>
              <p:spPr>
                <a:xfrm>
                  <a:off x="1978658" y="2309594"/>
                  <a:ext cx="2502084" cy="1393298"/>
                </a:xfrm>
                <a:custGeom>
                  <a:avLst/>
                  <a:gdLst/>
                  <a:ahLst/>
                  <a:cxnLst>
                    <a:cxn ang="0">
                      <a:pos x="wd2" y="hd2"/>
                    </a:cxn>
                    <a:cxn ang="5400000">
                      <a:pos x="wd2" y="hd2"/>
                    </a:cxn>
                    <a:cxn ang="10800000">
                      <a:pos x="wd2" y="hd2"/>
                    </a:cxn>
                    <a:cxn ang="16200000">
                      <a:pos x="wd2" y="hd2"/>
                    </a:cxn>
                  </a:cxnLst>
                  <a:rect l="0" t="0" r="r" b="b"/>
                  <a:pathLst>
                    <a:path w="21599" h="21511" extrusionOk="0">
                      <a:moveTo>
                        <a:pt x="6974" y="3251"/>
                      </a:moveTo>
                      <a:lnTo>
                        <a:pt x="6917" y="3349"/>
                      </a:lnTo>
                      <a:lnTo>
                        <a:pt x="6827" y="3350"/>
                      </a:lnTo>
                      <a:lnTo>
                        <a:pt x="6604" y="3534"/>
                      </a:lnTo>
                      <a:lnTo>
                        <a:pt x="6516" y="3506"/>
                      </a:lnTo>
                      <a:lnTo>
                        <a:pt x="6316" y="3666"/>
                      </a:lnTo>
                      <a:lnTo>
                        <a:pt x="6388" y="3748"/>
                      </a:lnTo>
                      <a:lnTo>
                        <a:pt x="6349" y="3897"/>
                      </a:lnTo>
                      <a:lnTo>
                        <a:pt x="6191" y="3956"/>
                      </a:lnTo>
                      <a:lnTo>
                        <a:pt x="6079" y="4058"/>
                      </a:lnTo>
                      <a:lnTo>
                        <a:pt x="5935" y="4082"/>
                      </a:lnTo>
                      <a:lnTo>
                        <a:pt x="5832" y="3953"/>
                      </a:lnTo>
                      <a:lnTo>
                        <a:pt x="5592" y="3895"/>
                      </a:lnTo>
                      <a:lnTo>
                        <a:pt x="5538" y="3965"/>
                      </a:lnTo>
                      <a:lnTo>
                        <a:pt x="5643" y="4107"/>
                      </a:lnTo>
                      <a:lnTo>
                        <a:pt x="5491" y="4212"/>
                      </a:lnTo>
                      <a:lnTo>
                        <a:pt x="5425" y="4373"/>
                      </a:lnTo>
                      <a:lnTo>
                        <a:pt x="5289" y="4561"/>
                      </a:lnTo>
                      <a:lnTo>
                        <a:pt x="5483" y="4605"/>
                      </a:lnTo>
                      <a:lnTo>
                        <a:pt x="5424" y="4718"/>
                      </a:lnTo>
                      <a:lnTo>
                        <a:pt x="5441" y="4859"/>
                      </a:lnTo>
                      <a:lnTo>
                        <a:pt x="5284" y="5054"/>
                      </a:lnTo>
                      <a:lnTo>
                        <a:pt x="5134" y="5348"/>
                      </a:lnTo>
                      <a:lnTo>
                        <a:pt x="5011" y="5415"/>
                      </a:lnTo>
                      <a:lnTo>
                        <a:pt x="4819" y="5473"/>
                      </a:lnTo>
                      <a:lnTo>
                        <a:pt x="4729" y="5579"/>
                      </a:lnTo>
                      <a:lnTo>
                        <a:pt x="4698" y="5763"/>
                      </a:lnTo>
                      <a:lnTo>
                        <a:pt x="4640" y="6049"/>
                      </a:lnTo>
                      <a:lnTo>
                        <a:pt x="4594" y="6214"/>
                      </a:lnTo>
                      <a:lnTo>
                        <a:pt x="4511" y="6355"/>
                      </a:lnTo>
                      <a:lnTo>
                        <a:pt x="4335" y="6402"/>
                      </a:lnTo>
                      <a:lnTo>
                        <a:pt x="4158" y="6496"/>
                      </a:lnTo>
                      <a:lnTo>
                        <a:pt x="4121" y="6731"/>
                      </a:lnTo>
                      <a:lnTo>
                        <a:pt x="4130" y="6918"/>
                      </a:lnTo>
                      <a:lnTo>
                        <a:pt x="4130" y="7106"/>
                      </a:lnTo>
                      <a:lnTo>
                        <a:pt x="4209" y="7153"/>
                      </a:lnTo>
                      <a:lnTo>
                        <a:pt x="4222" y="7294"/>
                      </a:lnTo>
                      <a:lnTo>
                        <a:pt x="4143" y="7373"/>
                      </a:lnTo>
                      <a:lnTo>
                        <a:pt x="4058" y="7373"/>
                      </a:lnTo>
                      <a:lnTo>
                        <a:pt x="4013" y="7501"/>
                      </a:lnTo>
                      <a:lnTo>
                        <a:pt x="4138" y="7589"/>
                      </a:lnTo>
                      <a:lnTo>
                        <a:pt x="4206" y="7523"/>
                      </a:lnTo>
                      <a:lnTo>
                        <a:pt x="4233" y="7687"/>
                      </a:lnTo>
                      <a:lnTo>
                        <a:pt x="4180" y="7866"/>
                      </a:lnTo>
                      <a:lnTo>
                        <a:pt x="4163" y="8053"/>
                      </a:lnTo>
                      <a:lnTo>
                        <a:pt x="4125" y="8305"/>
                      </a:lnTo>
                      <a:lnTo>
                        <a:pt x="4029" y="8541"/>
                      </a:lnTo>
                      <a:lnTo>
                        <a:pt x="3985" y="8685"/>
                      </a:lnTo>
                      <a:lnTo>
                        <a:pt x="3904" y="8905"/>
                      </a:lnTo>
                      <a:lnTo>
                        <a:pt x="3852" y="9140"/>
                      </a:lnTo>
                      <a:lnTo>
                        <a:pt x="3785" y="9331"/>
                      </a:lnTo>
                      <a:lnTo>
                        <a:pt x="3684" y="9449"/>
                      </a:lnTo>
                      <a:lnTo>
                        <a:pt x="3703" y="9593"/>
                      </a:lnTo>
                      <a:lnTo>
                        <a:pt x="3763" y="9804"/>
                      </a:lnTo>
                      <a:lnTo>
                        <a:pt x="3728" y="9961"/>
                      </a:lnTo>
                      <a:lnTo>
                        <a:pt x="3652" y="10090"/>
                      </a:lnTo>
                      <a:lnTo>
                        <a:pt x="3612" y="10294"/>
                      </a:lnTo>
                      <a:lnTo>
                        <a:pt x="3509" y="10317"/>
                      </a:lnTo>
                      <a:lnTo>
                        <a:pt x="3433" y="10306"/>
                      </a:lnTo>
                      <a:lnTo>
                        <a:pt x="3341" y="10180"/>
                      </a:lnTo>
                      <a:lnTo>
                        <a:pt x="3205" y="10239"/>
                      </a:lnTo>
                      <a:lnTo>
                        <a:pt x="3156" y="10321"/>
                      </a:lnTo>
                      <a:lnTo>
                        <a:pt x="3101" y="10211"/>
                      </a:lnTo>
                      <a:lnTo>
                        <a:pt x="3114" y="10027"/>
                      </a:lnTo>
                      <a:lnTo>
                        <a:pt x="3134" y="9895"/>
                      </a:lnTo>
                      <a:lnTo>
                        <a:pt x="3226" y="9711"/>
                      </a:lnTo>
                      <a:lnTo>
                        <a:pt x="3312" y="9617"/>
                      </a:lnTo>
                      <a:lnTo>
                        <a:pt x="3305" y="9492"/>
                      </a:lnTo>
                      <a:lnTo>
                        <a:pt x="3233" y="9289"/>
                      </a:lnTo>
                      <a:lnTo>
                        <a:pt x="3345" y="9214"/>
                      </a:lnTo>
                      <a:lnTo>
                        <a:pt x="3376" y="9053"/>
                      </a:lnTo>
                      <a:lnTo>
                        <a:pt x="3149" y="9260"/>
                      </a:lnTo>
                      <a:lnTo>
                        <a:pt x="3057" y="9190"/>
                      </a:lnTo>
                      <a:lnTo>
                        <a:pt x="2937" y="9072"/>
                      </a:lnTo>
                      <a:lnTo>
                        <a:pt x="2846" y="9272"/>
                      </a:lnTo>
                      <a:lnTo>
                        <a:pt x="2739" y="9402"/>
                      </a:lnTo>
                      <a:lnTo>
                        <a:pt x="2627" y="9539"/>
                      </a:lnTo>
                      <a:lnTo>
                        <a:pt x="2528" y="9539"/>
                      </a:lnTo>
                      <a:lnTo>
                        <a:pt x="2527" y="9402"/>
                      </a:lnTo>
                      <a:lnTo>
                        <a:pt x="2600" y="9273"/>
                      </a:lnTo>
                      <a:lnTo>
                        <a:pt x="2481" y="9029"/>
                      </a:lnTo>
                      <a:lnTo>
                        <a:pt x="2357" y="8831"/>
                      </a:lnTo>
                      <a:lnTo>
                        <a:pt x="2187" y="8576"/>
                      </a:lnTo>
                      <a:lnTo>
                        <a:pt x="2036" y="8658"/>
                      </a:lnTo>
                      <a:lnTo>
                        <a:pt x="2072" y="8493"/>
                      </a:lnTo>
                      <a:lnTo>
                        <a:pt x="2195" y="8270"/>
                      </a:lnTo>
                      <a:lnTo>
                        <a:pt x="2215" y="8039"/>
                      </a:lnTo>
                      <a:lnTo>
                        <a:pt x="2070" y="7991"/>
                      </a:lnTo>
                      <a:lnTo>
                        <a:pt x="2108" y="7828"/>
                      </a:lnTo>
                      <a:lnTo>
                        <a:pt x="2147" y="7527"/>
                      </a:lnTo>
                      <a:lnTo>
                        <a:pt x="2031" y="7598"/>
                      </a:lnTo>
                      <a:lnTo>
                        <a:pt x="1922" y="7527"/>
                      </a:lnTo>
                      <a:lnTo>
                        <a:pt x="1832" y="7657"/>
                      </a:lnTo>
                      <a:lnTo>
                        <a:pt x="1743" y="7786"/>
                      </a:lnTo>
                      <a:lnTo>
                        <a:pt x="1586" y="7876"/>
                      </a:lnTo>
                      <a:lnTo>
                        <a:pt x="1447" y="7969"/>
                      </a:lnTo>
                      <a:lnTo>
                        <a:pt x="1408" y="7863"/>
                      </a:lnTo>
                      <a:lnTo>
                        <a:pt x="1488" y="7747"/>
                      </a:lnTo>
                      <a:lnTo>
                        <a:pt x="1324" y="7782"/>
                      </a:lnTo>
                      <a:lnTo>
                        <a:pt x="1278" y="7896"/>
                      </a:lnTo>
                      <a:lnTo>
                        <a:pt x="1208" y="7955"/>
                      </a:lnTo>
                      <a:lnTo>
                        <a:pt x="1196" y="7791"/>
                      </a:lnTo>
                      <a:lnTo>
                        <a:pt x="1158" y="7674"/>
                      </a:lnTo>
                      <a:lnTo>
                        <a:pt x="1040" y="7720"/>
                      </a:lnTo>
                      <a:cubicBezTo>
                        <a:pt x="1028" y="7727"/>
                        <a:pt x="1016" y="7735"/>
                        <a:pt x="1005" y="7742"/>
                      </a:cubicBezTo>
                      <a:cubicBezTo>
                        <a:pt x="993" y="7749"/>
                        <a:pt x="981" y="7756"/>
                        <a:pt x="970" y="7763"/>
                      </a:cubicBezTo>
                      <a:lnTo>
                        <a:pt x="889" y="7639"/>
                      </a:lnTo>
                      <a:lnTo>
                        <a:pt x="759" y="7615"/>
                      </a:lnTo>
                      <a:lnTo>
                        <a:pt x="613" y="7348"/>
                      </a:lnTo>
                      <a:lnTo>
                        <a:pt x="685" y="7239"/>
                      </a:lnTo>
                      <a:lnTo>
                        <a:pt x="801" y="7263"/>
                      </a:lnTo>
                      <a:lnTo>
                        <a:pt x="818" y="7415"/>
                      </a:lnTo>
                      <a:lnTo>
                        <a:pt x="963" y="7254"/>
                      </a:lnTo>
                      <a:lnTo>
                        <a:pt x="1171" y="7066"/>
                      </a:lnTo>
                      <a:lnTo>
                        <a:pt x="1360" y="6964"/>
                      </a:lnTo>
                      <a:lnTo>
                        <a:pt x="1640" y="6779"/>
                      </a:lnTo>
                      <a:lnTo>
                        <a:pt x="1824" y="6697"/>
                      </a:lnTo>
                      <a:lnTo>
                        <a:pt x="1965" y="6776"/>
                      </a:lnTo>
                      <a:lnTo>
                        <a:pt x="2035" y="6806"/>
                      </a:lnTo>
                      <a:lnTo>
                        <a:pt x="1962" y="6970"/>
                      </a:lnTo>
                      <a:lnTo>
                        <a:pt x="2059" y="7060"/>
                      </a:lnTo>
                      <a:lnTo>
                        <a:pt x="2201" y="7154"/>
                      </a:lnTo>
                      <a:lnTo>
                        <a:pt x="2279" y="7259"/>
                      </a:lnTo>
                      <a:lnTo>
                        <a:pt x="2349" y="7380"/>
                      </a:lnTo>
                      <a:lnTo>
                        <a:pt x="2402" y="7486"/>
                      </a:lnTo>
                      <a:lnTo>
                        <a:pt x="2588" y="7427"/>
                      </a:lnTo>
                      <a:lnTo>
                        <a:pt x="2704" y="7392"/>
                      </a:lnTo>
                      <a:lnTo>
                        <a:pt x="2477" y="7353"/>
                      </a:lnTo>
                      <a:lnTo>
                        <a:pt x="2507" y="7224"/>
                      </a:lnTo>
                      <a:lnTo>
                        <a:pt x="2385" y="7111"/>
                      </a:lnTo>
                      <a:lnTo>
                        <a:pt x="2457" y="7001"/>
                      </a:lnTo>
                      <a:lnTo>
                        <a:pt x="2568" y="6884"/>
                      </a:lnTo>
                      <a:lnTo>
                        <a:pt x="2663" y="6782"/>
                      </a:lnTo>
                      <a:lnTo>
                        <a:pt x="2688" y="6638"/>
                      </a:lnTo>
                      <a:lnTo>
                        <a:pt x="2465" y="6293"/>
                      </a:lnTo>
                      <a:lnTo>
                        <a:pt x="2378" y="6333"/>
                      </a:lnTo>
                      <a:lnTo>
                        <a:pt x="2288" y="6439"/>
                      </a:lnTo>
                      <a:lnTo>
                        <a:pt x="2244" y="6334"/>
                      </a:lnTo>
                      <a:lnTo>
                        <a:pt x="2308" y="6154"/>
                      </a:lnTo>
                      <a:lnTo>
                        <a:pt x="2391" y="5828"/>
                      </a:lnTo>
                      <a:lnTo>
                        <a:pt x="2470" y="5946"/>
                      </a:lnTo>
                      <a:lnTo>
                        <a:pt x="2621" y="5667"/>
                      </a:lnTo>
                      <a:lnTo>
                        <a:pt x="2588" y="5538"/>
                      </a:lnTo>
                      <a:lnTo>
                        <a:pt x="2700" y="5236"/>
                      </a:lnTo>
                      <a:lnTo>
                        <a:pt x="2713" y="5107"/>
                      </a:lnTo>
                      <a:lnTo>
                        <a:pt x="2827" y="4916"/>
                      </a:lnTo>
                      <a:lnTo>
                        <a:pt x="2906" y="4653"/>
                      </a:lnTo>
                      <a:lnTo>
                        <a:pt x="2834" y="4528"/>
                      </a:lnTo>
                      <a:lnTo>
                        <a:pt x="2781" y="4435"/>
                      </a:lnTo>
                      <a:lnTo>
                        <a:pt x="2770" y="4225"/>
                      </a:lnTo>
                      <a:lnTo>
                        <a:pt x="2744" y="4021"/>
                      </a:lnTo>
                      <a:lnTo>
                        <a:pt x="2681" y="3962"/>
                      </a:lnTo>
                      <a:lnTo>
                        <a:pt x="2668" y="4165"/>
                      </a:lnTo>
                      <a:lnTo>
                        <a:pt x="2493" y="4247"/>
                      </a:lnTo>
                      <a:lnTo>
                        <a:pt x="2390" y="4259"/>
                      </a:lnTo>
                      <a:lnTo>
                        <a:pt x="2383" y="4388"/>
                      </a:lnTo>
                      <a:lnTo>
                        <a:pt x="2138" y="4670"/>
                      </a:lnTo>
                      <a:lnTo>
                        <a:pt x="2017" y="4784"/>
                      </a:lnTo>
                      <a:lnTo>
                        <a:pt x="2021" y="4928"/>
                      </a:lnTo>
                      <a:lnTo>
                        <a:pt x="2181" y="4928"/>
                      </a:lnTo>
                      <a:lnTo>
                        <a:pt x="2089" y="5051"/>
                      </a:lnTo>
                      <a:lnTo>
                        <a:pt x="1763" y="5172"/>
                      </a:lnTo>
                      <a:lnTo>
                        <a:pt x="1494" y="5367"/>
                      </a:lnTo>
                      <a:lnTo>
                        <a:pt x="1139" y="5673"/>
                      </a:lnTo>
                      <a:lnTo>
                        <a:pt x="1065" y="5619"/>
                      </a:lnTo>
                      <a:lnTo>
                        <a:pt x="1229" y="5493"/>
                      </a:lnTo>
                      <a:lnTo>
                        <a:pt x="1218" y="5329"/>
                      </a:lnTo>
                      <a:lnTo>
                        <a:pt x="1102" y="5458"/>
                      </a:lnTo>
                      <a:lnTo>
                        <a:pt x="951" y="5646"/>
                      </a:lnTo>
                      <a:lnTo>
                        <a:pt x="854" y="5952"/>
                      </a:lnTo>
                      <a:lnTo>
                        <a:pt x="668" y="6179"/>
                      </a:lnTo>
                      <a:lnTo>
                        <a:pt x="513" y="6351"/>
                      </a:lnTo>
                      <a:lnTo>
                        <a:pt x="357" y="6492"/>
                      </a:lnTo>
                      <a:lnTo>
                        <a:pt x="370" y="6645"/>
                      </a:lnTo>
                      <a:lnTo>
                        <a:pt x="328" y="6754"/>
                      </a:lnTo>
                      <a:lnTo>
                        <a:pt x="404" y="6918"/>
                      </a:lnTo>
                      <a:lnTo>
                        <a:pt x="341" y="7041"/>
                      </a:lnTo>
                      <a:lnTo>
                        <a:pt x="468" y="7096"/>
                      </a:lnTo>
                      <a:lnTo>
                        <a:pt x="435" y="7233"/>
                      </a:lnTo>
                      <a:lnTo>
                        <a:pt x="586" y="7126"/>
                      </a:lnTo>
                      <a:lnTo>
                        <a:pt x="490" y="7354"/>
                      </a:lnTo>
                      <a:lnTo>
                        <a:pt x="325" y="7154"/>
                      </a:lnTo>
                      <a:lnTo>
                        <a:pt x="301" y="6908"/>
                      </a:lnTo>
                      <a:lnTo>
                        <a:pt x="265" y="6667"/>
                      </a:lnTo>
                      <a:lnTo>
                        <a:pt x="0" y="6160"/>
                      </a:lnTo>
                      <a:cubicBezTo>
                        <a:pt x="607" y="5114"/>
                        <a:pt x="1274" y="4187"/>
                        <a:pt x="1990" y="3393"/>
                      </a:cubicBezTo>
                      <a:cubicBezTo>
                        <a:pt x="2818" y="2477"/>
                        <a:pt x="3705" y="1746"/>
                        <a:pt x="4632" y="1216"/>
                      </a:cubicBezTo>
                      <a:cubicBezTo>
                        <a:pt x="5586" y="636"/>
                        <a:pt x="6574" y="259"/>
                        <a:pt x="7577" y="95"/>
                      </a:cubicBezTo>
                      <a:cubicBezTo>
                        <a:pt x="8699" y="-89"/>
                        <a:pt x="9831" y="-6"/>
                        <a:pt x="10941" y="343"/>
                      </a:cubicBezTo>
                      <a:cubicBezTo>
                        <a:pt x="11759" y="594"/>
                        <a:pt x="12562" y="990"/>
                        <a:pt x="13336" y="1526"/>
                      </a:cubicBezTo>
                      <a:cubicBezTo>
                        <a:pt x="14083" y="2044"/>
                        <a:pt x="14800" y="2689"/>
                        <a:pt x="15478" y="3453"/>
                      </a:cubicBezTo>
                      <a:cubicBezTo>
                        <a:pt x="16137" y="4153"/>
                        <a:pt x="16753" y="4972"/>
                        <a:pt x="17319" y="5896"/>
                      </a:cubicBezTo>
                      <a:cubicBezTo>
                        <a:pt x="17855" y="6774"/>
                        <a:pt x="18343" y="7742"/>
                        <a:pt x="18774" y="8788"/>
                      </a:cubicBezTo>
                      <a:cubicBezTo>
                        <a:pt x="19246" y="9774"/>
                        <a:pt x="19668" y="10832"/>
                        <a:pt x="20036" y="11950"/>
                      </a:cubicBezTo>
                      <a:cubicBezTo>
                        <a:pt x="20392" y="13028"/>
                        <a:pt x="20696" y="14158"/>
                        <a:pt x="20945" y="15328"/>
                      </a:cubicBezTo>
                      <a:cubicBezTo>
                        <a:pt x="21172" y="16358"/>
                        <a:pt x="21341" y="17425"/>
                        <a:pt x="21451" y="18514"/>
                      </a:cubicBezTo>
                      <a:cubicBezTo>
                        <a:pt x="21551" y="19503"/>
                        <a:pt x="21600" y="20506"/>
                        <a:pt x="21599" y="21511"/>
                      </a:cubicBezTo>
                      <a:lnTo>
                        <a:pt x="21410" y="21296"/>
                      </a:lnTo>
                      <a:lnTo>
                        <a:pt x="21242" y="21132"/>
                      </a:lnTo>
                      <a:lnTo>
                        <a:pt x="21183" y="20971"/>
                      </a:lnTo>
                      <a:lnTo>
                        <a:pt x="21111" y="20701"/>
                      </a:lnTo>
                      <a:lnTo>
                        <a:pt x="21071" y="20595"/>
                      </a:lnTo>
                      <a:lnTo>
                        <a:pt x="20935" y="20474"/>
                      </a:lnTo>
                      <a:cubicBezTo>
                        <a:pt x="20910" y="20403"/>
                        <a:pt x="20893" y="20325"/>
                        <a:pt x="20885" y="20242"/>
                      </a:cubicBezTo>
                      <a:cubicBezTo>
                        <a:pt x="20878" y="20163"/>
                        <a:pt x="20879" y="20083"/>
                        <a:pt x="20878" y="20003"/>
                      </a:cubicBezTo>
                      <a:cubicBezTo>
                        <a:pt x="20878" y="19887"/>
                        <a:pt x="20873" y="19772"/>
                        <a:pt x="20865" y="19657"/>
                      </a:cubicBezTo>
                      <a:lnTo>
                        <a:pt x="20806" y="19224"/>
                      </a:lnTo>
                      <a:lnTo>
                        <a:pt x="20613" y="18374"/>
                      </a:lnTo>
                      <a:lnTo>
                        <a:pt x="20532" y="17853"/>
                      </a:lnTo>
                      <a:lnTo>
                        <a:pt x="20495" y="17531"/>
                      </a:lnTo>
                      <a:lnTo>
                        <a:pt x="20451" y="17300"/>
                      </a:lnTo>
                      <a:lnTo>
                        <a:pt x="20465" y="17039"/>
                      </a:lnTo>
                      <a:lnTo>
                        <a:pt x="20399" y="16647"/>
                      </a:lnTo>
                      <a:lnTo>
                        <a:pt x="20304" y="16145"/>
                      </a:lnTo>
                      <a:lnTo>
                        <a:pt x="20144" y="15894"/>
                      </a:lnTo>
                      <a:lnTo>
                        <a:pt x="19991" y="15416"/>
                      </a:lnTo>
                      <a:lnTo>
                        <a:pt x="19958" y="15078"/>
                      </a:lnTo>
                      <a:lnTo>
                        <a:pt x="19927" y="14823"/>
                      </a:lnTo>
                      <a:lnTo>
                        <a:pt x="19888" y="14647"/>
                      </a:lnTo>
                      <a:lnTo>
                        <a:pt x="19732" y="14102"/>
                      </a:lnTo>
                      <a:lnTo>
                        <a:pt x="19592" y="13641"/>
                      </a:lnTo>
                      <a:lnTo>
                        <a:pt x="19613" y="13386"/>
                      </a:lnTo>
                      <a:lnTo>
                        <a:pt x="19553" y="12708"/>
                      </a:lnTo>
                      <a:lnTo>
                        <a:pt x="19409" y="11711"/>
                      </a:lnTo>
                      <a:lnTo>
                        <a:pt x="19217" y="10880"/>
                      </a:lnTo>
                      <a:lnTo>
                        <a:pt x="18969" y="10276"/>
                      </a:lnTo>
                      <a:lnTo>
                        <a:pt x="18725" y="9684"/>
                      </a:lnTo>
                      <a:lnTo>
                        <a:pt x="18572" y="9272"/>
                      </a:lnTo>
                      <a:cubicBezTo>
                        <a:pt x="18530" y="9314"/>
                        <a:pt x="18481" y="9323"/>
                        <a:pt x="18436" y="9296"/>
                      </a:cubicBezTo>
                      <a:cubicBezTo>
                        <a:pt x="18372" y="9258"/>
                        <a:pt x="18326" y="9157"/>
                        <a:pt x="18319" y="9037"/>
                      </a:cubicBezTo>
                      <a:lnTo>
                        <a:pt x="18247" y="8955"/>
                      </a:lnTo>
                      <a:cubicBezTo>
                        <a:pt x="18222" y="8856"/>
                        <a:pt x="18192" y="8762"/>
                        <a:pt x="18157" y="8672"/>
                      </a:cubicBezTo>
                      <a:cubicBezTo>
                        <a:pt x="18124" y="8586"/>
                        <a:pt x="18087" y="8505"/>
                        <a:pt x="18046" y="8429"/>
                      </a:cubicBezTo>
                      <a:lnTo>
                        <a:pt x="17881" y="8472"/>
                      </a:lnTo>
                      <a:lnTo>
                        <a:pt x="17986" y="8711"/>
                      </a:lnTo>
                      <a:lnTo>
                        <a:pt x="18122" y="9040"/>
                      </a:lnTo>
                      <a:lnTo>
                        <a:pt x="18232" y="9295"/>
                      </a:lnTo>
                      <a:lnTo>
                        <a:pt x="18315" y="9523"/>
                      </a:lnTo>
                      <a:lnTo>
                        <a:pt x="18335" y="9837"/>
                      </a:lnTo>
                      <a:lnTo>
                        <a:pt x="18453" y="9994"/>
                      </a:lnTo>
                      <a:lnTo>
                        <a:pt x="18539" y="10147"/>
                      </a:lnTo>
                      <a:lnTo>
                        <a:pt x="18637" y="10335"/>
                      </a:lnTo>
                      <a:lnTo>
                        <a:pt x="18699" y="10696"/>
                      </a:lnTo>
                      <a:lnTo>
                        <a:pt x="18797" y="10856"/>
                      </a:lnTo>
                      <a:lnTo>
                        <a:pt x="18830" y="10605"/>
                      </a:lnTo>
                      <a:lnTo>
                        <a:pt x="18784" y="10311"/>
                      </a:lnTo>
                      <a:lnTo>
                        <a:pt x="18893" y="10444"/>
                      </a:lnTo>
                      <a:lnTo>
                        <a:pt x="18887" y="10702"/>
                      </a:lnTo>
                      <a:lnTo>
                        <a:pt x="18882" y="10938"/>
                      </a:lnTo>
                      <a:lnTo>
                        <a:pt x="18797" y="11008"/>
                      </a:lnTo>
                      <a:lnTo>
                        <a:pt x="18867" y="11235"/>
                      </a:lnTo>
                      <a:lnTo>
                        <a:pt x="18959" y="11501"/>
                      </a:lnTo>
                      <a:lnTo>
                        <a:pt x="19062" y="11501"/>
                      </a:lnTo>
                      <a:lnTo>
                        <a:pt x="19128" y="11783"/>
                      </a:lnTo>
                      <a:lnTo>
                        <a:pt x="19194" y="12022"/>
                      </a:lnTo>
                      <a:lnTo>
                        <a:pt x="19299" y="12258"/>
                      </a:lnTo>
                      <a:lnTo>
                        <a:pt x="19391" y="12481"/>
                      </a:lnTo>
                      <a:lnTo>
                        <a:pt x="19404" y="12645"/>
                      </a:lnTo>
                      <a:lnTo>
                        <a:pt x="19437" y="12770"/>
                      </a:lnTo>
                      <a:lnTo>
                        <a:pt x="19457" y="12985"/>
                      </a:lnTo>
                      <a:lnTo>
                        <a:pt x="19490" y="13181"/>
                      </a:lnTo>
                      <a:lnTo>
                        <a:pt x="19527" y="13396"/>
                      </a:lnTo>
                      <a:lnTo>
                        <a:pt x="19535" y="13690"/>
                      </a:lnTo>
                      <a:lnTo>
                        <a:pt x="19450" y="13613"/>
                      </a:lnTo>
                      <a:lnTo>
                        <a:pt x="19418" y="13938"/>
                      </a:lnTo>
                      <a:cubicBezTo>
                        <a:pt x="19416" y="13965"/>
                        <a:pt x="19414" y="13992"/>
                        <a:pt x="19412" y="14019"/>
                      </a:cubicBezTo>
                      <a:cubicBezTo>
                        <a:pt x="19411" y="14046"/>
                        <a:pt x="19409" y="14073"/>
                        <a:pt x="19407" y="14099"/>
                      </a:cubicBezTo>
                      <a:lnTo>
                        <a:pt x="19324" y="13888"/>
                      </a:lnTo>
                      <a:lnTo>
                        <a:pt x="19256" y="13900"/>
                      </a:lnTo>
                      <a:cubicBezTo>
                        <a:pt x="19229" y="13884"/>
                        <a:pt x="19204" y="13860"/>
                        <a:pt x="19182" y="13830"/>
                      </a:cubicBezTo>
                      <a:cubicBezTo>
                        <a:pt x="19144" y="13778"/>
                        <a:pt x="19115" y="13709"/>
                        <a:pt x="19099" y="13630"/>
                      </a:cubicBezTo>
                      <a:cubicBezTo>
                        <a:pt x="19074" y="13571"/>
                        <a:pt x="19048" y="13514"/>
                        <a:pt x="19022" y="13457"/>
                      </a:cubicBezTo>
                      <a:cubicBezTo>
                        <a:pt x="18987" y="13383"/>
                        <a:pt x="18951" y="13309"/>
                        <a:pt x="18914" y="13238"/>
                      </a:cubicBezTo>
                      <a:cubicBezTo>
                        <a:pt x="18890" y="13189"/>
                        <a:pt x="18863" y="13141"/>
                        <a:pt x="18836" y="13097"/>
                      </a:cubicBezTo>
                      <a:cubicBezTo>
                        <a:pt x="18804" y="13046"/>
                        <a:pt x="18770" y="12999"/>
                        <a:pt x="18735" y="12957"/>
                      </a:cubicBezTo>
                      <a:lnTo>
                        <a:pt x="18607" y="12862"/>
                      </a:lnTo>
                      <a:lnTo>
                        <a:pt x="18537" y="12655"/>
                      </a:lnTo>
                      <a:lnTo>
                        <a:pt x="18485" y="12443"/>
                      </a:lnTo>
                      <a:lnTo>
                        <a:pt x="18485" y="12232"/>
                      </a:lnTo>
                      <a:lnTo>
                        <a:pt x="18524" y="11844"/>
                      </a:lnTo>
                      <a:lnTo>
                        <a:pt x="18522" y="11374"/>
                      </a:lnTo>
                      <a:lnTo>
                        <a:pt x="18463" y="11103"/>
                      </a:lnTo>
                      <a:lnTo>
                        <a:pt x="18325" y="10880"/>
                      </a:lnTo>
                      <a:lnTo>
                        <a:pt x="18177" y="10554"/>
                      </a:lnTo>
                      <a:lnTo>
                        <a:pt x="18076" y="10495"/>
                      </a:lnTo>
                      <a:lnTo>
                        <a:pt x="17975" y="10495"/>
                      </a:lnTo>
                      <a:lnTo>
                        <a:pt x="17912" y="10531"/>
                      </a:lnTo>
                      <a:lnTo>
                        <a:pt x="17868" y="10778"/>
                      </a:lnTo>
                      <a:lnTo>
                        <a:pt x="17772" y="10789"/>
                      </a:lnTo>
                      <a:lnTo>
                        <a:pt x="17726" y="10624"/>
                      </a:lnTo>
                      <a:lnTo>
                        <a:pt x="17693" y="10412"/>
                      </a:lnTo>
                      <a:lnTo>
                        <a:pt x="17648" y="10178"/>
                      </a:lnTo>
                      <a:lnTo>
                        <a:pt x="17611" y="10088"/>
                      </a:lnTo>
                      <a:lnTo>
                        <a:pt x="17495" y="9991"/>
                      </a:lnTo>
                      <a:lnTo>
                        <a:pt x="17432" y="9874"/>
                      </a:lnTo>
                      <a:lnTo>
                        <a:pt x="17434" y="9725"/>
                      </a:lnTo>
                      <a:lnTo>
                        <a:pt x="17348" y="9467"/>
                      </a:lnTo>
                      <a:lnTo>
                        <a:pt x="17287" y="9251"/>
                      </a:lnTo>
                      <a:lnTo>
                        <a:pt x="17189" y="9133"/>
                      </a:lnTo>
                      <a:lnTo>
                        <a:pt x="17228" y="9309"/>
                      </a:lnTo>
                      <a:lnTo>
                        <a:pt x="17287" y="9508"/>
                      </a:lnTo>
                      <a:lnTo>
                        <a:pt x="17307" y="9659"/>
                      </a:lnTo>
                      <a:lnTo>
                        <a:pt x="17346" y="9929"/>
                      </a:lnTo>
                      <a:lnTo>
                        <a:pt x="17403" y="10239"/>
                      </a:lnTo>
                      <a:lnTo>
                        <a:pt x="17487" y="10525"/>
                      </a:lnTo>
                      <a:lnTo>
                        <a:pt x="17467" y="10678"/>
                      </a:lnTo>
                      <a:lnTo>
                        <a:pt x="17306" y="10380"/>
                      </a:lnTo>
                      <a:lnTo>
                        <a:pt x="17262" y="10267"/>
                      </a:lnTo>
                      <a:cubicBezTo>
                        <a:pt x="17251" y="10247"/>
                        <a:pt x="17241" y="10228"/>
                        <a:pt x="17230" y="10208"/>
                      </a:cubicBezTo>
                      <a:cubicBezTo>
                        <a:pt x="17219" y="10189"/>
                        <a:pt x="17208" y="10169"/>
                        <a:pt x="17197" y="10150"/>
                      </a:cubicBezTo>
                      <a:lnTo>
                        <a:pt x="17074" y="10079"/>
                      </a:lnTo>
                      <a:lnTo>
                        <a:pt x="17044" y="9958"/>
                      </a:lnTo>
                      <a:lnTo>
                        <a:pt x="16952" y="9852"/>
                      </a:lnTo>
                      <a:lnTo>
                        <a:pt x="16830" y="9710"/>
                      </a:lnTo>
                      <a:lnTo>
                        <a:pt x="16714" y="9503"/>
                      </a:lnTo>
                      <a:cubicBezTo>
                        <a:pt x="16693" y="9499"/>
                        <a:pt x="16673" y="9495"/>
                        <a:pt x="16652" y="9491"/>
                      </a:cubicBezTo>
                      <a:cubicBezTo>
                        <a:pt x="16631" y="9487"/>
                        <a:pt x="16610" y="9483"/>
                        <a:pt x="16590" y="9479"/>
                      </a:cubicBezTo>
                      <a:lnTo>
                        <a:pt x="16679" y="9690"/>
                      </a:lnTo>
                      <a:lnTo>
                        <a:pt x="16593" y="9705"/>
                      </a:lnTo>
                      <a:lnTo>
                        <a:pt x="16681" y="9850"/>
                      </a:lnTo>
                      <a:lnTo>
                        <a:pt x="16896" y="10027"/>
                      </a:lnTo>
                      <a:lnTo>
                        <a:pt x="17014" y="10234"/>
                      </a:lnTo>
                      <a:lnTo>
                        <a:pt x="17120" y="10490"/>
                      </a:lnTo>
                      <a:lnTo>
                        <a:pt x="17176" y="10650"/>
                      </a:lnTo>
                      <a:lnTo>
                        <a:pt x="17223" y="10823"/>
                      </a:lnTo>
                      <a:lnTo>
                        <a:pt x="17242" y="10963"/>
                      </a:lnTo>
                      <a:lnTo>
                        <a:pt x="17255" y="11139"/>
                      </a:lnTo>
                      <a:lnTo>
                        <a:pt x="17221" y="11277"/>
                      </a:lnTo>
                      <a:lnTo>
                        <a:pt x="17122" y="11218"/>
                      </a:lnTo>
                      <a:lnTo>
                        <a:pt x="17044" y="11065"/>
                      </a:lnTo>
                      <a:lnTo>
                        <a:pt x="16972" y="10901"/>
                      </a:lnTo>
                      <a:lnTo>
                        <a:pt x="16915" y="10869"/>
                      </a:lnTo>
                      <a:lnTo>
                        <a:pt x="16799" y="10810"/>
                      </a:lnTo>
                      <a:lnTo>
                        <a:pt x="16735" y="10569"/>
                      </a:lnTo>
                      <a:lnTo>
                        <a:pt x="16702" y="10456"/>
                      </a:lnTo>
                      <a:lnTo>
                        <a:pt x="16623" y="10338"/>
                      </a:lnTo>
                      <a:lnTo>
                        <a:pt x="16548" y="10162"/>
                      </a:lnTo>
                      <a:lnTo>
                        <a:pt x="16496" y="9985"/>
                      </a:lnTo>
                      <a:lnTo>
                        <a:pt x="16496" y="9856"/>
                      </a:lnTo>
                      <a:lnTo>
                        <a:pt x="16399" y="9684"/>
                      </a:lnTo>
                      <a:lnTo>
                        <a:pt x="16319" y="9746"/>
                      </a:lnTo>
                      <a:lnTo>
                        <a:pt x="16148" y="9582"/>
                      </a:lnTo>
                      <a:cubicBezTo>
                        <a:pt x="16168" y="9621"/>
                        <a:pt x="16188" y="9660"/>
                        <a:pt x="16208" y="9700"/>
                      </a:cubicBezTo>
                      <a:cubicBezTo>
                        <a:pt x="16228" y="9739"/>
                        <a:pt x="16248" y="9778"/>
                        <a:pt x="16268" y="9817"/>
                      </a:cubicBezTo>
                      <a:lnTo>
                        <a:pt x="16161" y="9785"/>
                      </a:lnTo>
                      <a:lnTo>
                        <a:pt x="16031" y="9605"/>
                      </a:lnTo>
                      <a:lnTo>
                        <a:pt x="15928" y="9436"/>
                      </a:lnTo>
                      <a:lnTo>
                        <a:pt x="15928" y="9271"/>
                      </a:lnTo>
                      <a:lnTo>
                        <a:pt x="16064" y="9294"/>
                      </a:lnTo>
                      <a:lnTo>
                        <a:pt x="15920" y="9071"/>
                      </a:lnTo>
                      <a:lnTo>
                        <a:pt x="15866" y="9021"/>
                      </a:lnTo>
                      <a:lnTo>
                        <a:pt x="15866" y="8880"/>
                      </a:lnTo>
                      <a:cubicBezTo>
                        <a:pt x="15853" y="8850"/>
                        <a:pt x="15840" y="8820"/>
                        <a:pt x="15827" y="8790"/>
                      </a:cubicBezTo>
                      <a:cubicBezTo>
                        <a:pt x="15814" y="8760"/>
                        <a:pt x="15802" y="8730"/>
                        <a:pt x="15789" y="8700"/>
                      </a:cubicBezTo>
                      <a:lnTo>
                        <a:pt x="15699" y="8587"/>
                      </a:lnTo>
                      <a:lnTo>
                        <a:pt x="15800" y="8465"/>
                      </a:lnTo>
                      <a:lnTo>
                        <a:pt x="15955" y="8825"/>
                      </a:lnTo>
                      <a:lnTo>
                        <a:pt x="16018" y="8926"/>
                      </a:lnTo>
                      <a:lnTo>
                        <a:pt x="16064" y="8785"/>
                      </a:lnTo>
                      <a:lnTo>
                        <a:pt x="16025" y="8621"/>
                      </a:lnTo>
                      <a:lnTo>
                        <a:pt x="16110" y="8648"/>
                      </a:lnTo>
                      <a:lnTo>
                        <a:pt x="16224" y="8926"/>
                      </a:lnTo>
                      <a:lnTo>
                        <a:pt x="16327" y="9004"/>
                      </a:lnTo>
                      <a:lnTo>
                        <a:pt x="16507" y="8902"/>
                      </a:lnTo>
                      <a:lnTo>
                        <a:pt x="16625" y="8926"/>
                      </a:lnTo>
                      <a:lnTo>
                        <a:pt x="16756" y="8993"/>
                      </a:lnTo>
                      <a:lnTo>
                        <a:pt x="16815" y="8935"/>
                      </a:lnTo>
                      <a:lnTo>
                        <a:pt x="16815" y="8794"/>
                      </a:lnTo>
                      <a:lnTo>
                        <a:pt x="16917" y="8704"/>
                      </a:lnTo>
                      <a:lnTo>
                        <a:pt x="16989" y="8868"/>
                      </a:lnTo>
                      <a:lnTo>
                        <a:pt x="17083" y="8926"/>
                      </a:lnTo>
                      <a:lnTo>
                        <a:pt x="17192" y="9012"/>
                      </a:lnTo>
                      <a:lnTo>
                        <a:pt x="17004" y="8639"/>
                      </a:lnTo>
                      <a:lnTo>
                        <a:pt x="16796" y="8294"/>
                      </a:lnTo>
                      <a:lnTo>
                        <a:pt x="16703" y="8212"/>
                      </a:lnTo>
                      <a:lnTo>
                        <a:pt x="16690" y="8028"/>
                      </a:lnTo>
                      <a:lnTo>
                        <a:pt x="16653" y="7942"/>
                      </a:lnTo>
                      <a:lnTo>
                        <a:pt x="16554" y="7699"/>
                      </a:lnTo>
                      <a:lnTo>
                        <a:pt x="16495" y="7535"/>
                      </a:lnTo>
                      <a:lnTo>
                        <a:pt x="16397" y="7441"/>
                      </a:lnTo>
                      <a:lnTo>
                        <a:pt x="16208" y="7323"/>
                      </a:lnTo>
                      <a:lnTo>
                        <a:pt x="16078" y="7281"/>
                      </a:lnTo>
                      <a:lnTo>
                        <a:pt x="15916" y="7194"/>
                      </a:lnTo>
                      <a:cubicBezTo>
                        <a:pt x="15898" y="7121"/>
                        <a:pt x="15877" y="7050"/>
                        <a:pt x="15853" y="6983"/>
                      </a:cubicBezTo>
                      <a:cubicBezTo>
                        <a:pt x="15819" y="6886"/>
                        <a:pt x="15778" y="6797"/>
                        <a:pt x="15733" y="6716"/>
                      </a:cubicBezTo>
                      <a:lnTo>
                        <a:pt x="15849" y="6650"/>
                      </a:lnTo>
                      <a:lnTo>
                        <a:pt x="15908" y="6771"/>
                      </a:lnTo>
                      <a:lnTo>
                        <a:pt x="16006" y="6865"/>
                      </a:lnTo>
                      <a:lnTo>
                        <a:pt x="16043" y="6709"/>
                      </a:lnTo>
                      <a:lnTo>
                        <a:pt x="16076" y="6580"/>
                      </a:lnTo>
                      <a:lnTo>
                        <a:pt x="16102" y="6415"/>
                      </a:lnTo>
                      <a:lnTo>
                        <a:pt x="16050" y="6289"/>
                      </a:lnTo>
                      <a:lnTo>
                        <a:pt x="15990" y="6090"/>
                      </a:lnTo>
                      <a:lnTo>
                        <a:pt x="15872" y="5960"/>
                      </a:lnTo>
                      <a:lnTo>
                        <a:pt x="15754" y="5795"/>
                      </a:lnTo>
                      <a:lnTo>
                        <a:pt x="15754" y="5678"/>
                      </a:lnTo>
                      <a:lnTo>
                        <a:pt x="15747" y="5514"/>
                      </a:lnTo>
                      <a:lnTo>
                        <a:pt x="15629" y="5350"/>
                      </a:lnTo>
                      <a:lnTo>
                        <a:pt x="15498" y="5291"/>
                      </a:lnTo>
                      <a:lnTo>
                        <a:pt x="15377" y="5244"/>
                      </a:lnTo>
                      <a:lnTo>
                        <a:pt x="15218" y="5151"/>
                      </a:lnTo>
                      <a:lnTo>
                        <a:pt x="15027" y="5057"/>
                      </a:lnTo>
                      <a:lnTo>
                        <a:pt x="14951" y="5057"/>
                      </a:lnTo>
                      <a:lnTo>
                        <a:pt x="14805" y="4924"/>
                      </a:lnTo>
                      <a:lnTo>
                        <a:pt x="14753" y="4736"/>
                      </a:lnTo>
                      <a:lnTo>
                        <a:pt x="14654" y="4665"/>
                      </a:lnTo>
                      <a:cubicBezTo>
                        <a:pt x="14618" y="4619"/>
                        <a:pt x="14583" y="4567"/>
                        <a:pt x="14551" y="4512"/>
                      </a:cubicBezTo>
                      <a:cubicBezTo>
                        <a:pt x="14509" y="4441"/>
                        <a:pt x="14471" y="4363"/>
                        <a:pt x="14426" y="4297"/>
                      </a:cubicBezTo>
                      <a:cubicBezTo>
                        <a:pt x="14366" y="4207"/>
                        <a:pt x="14296" y="4141"/>
                        <a:pt x="14221" y="4101"/>
                      </a:cubicBezTo>
                      <a:lnTo>
                        <a:pt x="14208" y="4261"/>
                      </a:lnTo>
                      <a:lnTo>
                        <a:pt x="14353" y="4386"/>
                      </a:lnTo>
                      <a:lnTo>
                        <a:pt x="14660" y="4807"/>
                      </a:lnTo>
                      <a:lnTo>
                        <a:pt x="14734" y="4924"/>
                      </a:lnTo>
                      <a:lnTo>
                        <a:pt x="14616" y="5124"/>
                      </a:lnTo>
                      <a:lnTo>
                        <a:pt x="14536" y="5069"/>
                      </a:lnTo>
                      <a:lnTo>
                        <a:pt x="14371" y="5081"/>
                      </a:lnTo>
                      <a:lnTo>
                        <a:pt x="14268" y="5045"/>
                      </a:lnTo>
                      <a:lnTo>
                        <a:pt x="14169" y="4932"/>
                      </a:lnTo>
                      <a:lnTo>
                        <a:pt x="14064" y="4790"/>
                      </a:lnTo>
                      <a:cubicBezTo>
                        <a:pt x="14027" y="4784"/>
                        <a:pt x="13989" y="4773"/>
                        <a:pt x="13953" y="4755"/>
                      </a:cubicBezTo>
                      <a:cubicBezTo>
                        <a:pt x="13881" y="4720"/>
                        <a:pt x="13812" y="4663"/>
                        <a:pt x="13751" y="4586"/>
                      </a:cubicBezTo>
                      <a:lnTo>
                        <a:pt x="13626" y="4586"/>
                      </a:lnTo>
                      <a:lnTo>
                        <a:pt x="13704" y="4815"/>
                      </a:lnTo>
                      <a:lnTo>
                        <a:pt x="13805" y="4877"/>
                      </a:lnTo>
                      <a:lnTo>
                        <a:pt x="13912" y="4978"/>
                      </a:lnTo>
                      <a:lnTo>
                        <a:pt x="14054" y="5110"/>
                      </a:lnTo>
                      <a:lnTo>
                        <a:pt x="14200" y="5122"/>
                      </a:lnTo>
                      <a:lnTo>
                        <a:pt x="14341" y="5193"/>
                      </a:lnTo>
                      <a:lnTo>
                        <a:pt x="14409" y="5310"/>
                      </a:lnTo>
                      <a:lnTo>
                        <a:pt x="14551" y="5401"/>
                      </a:lnTo>
                      <a:lnTo>
                        <a:pt x="14665" y="5526"/>
                      </a:lnTo>
                      <a:lnTo>
                        <a:pt x="14777" y="5585"/>
                      </a:lnTo>
                      <a:lnTo>
                        <a:pt x="14803" y="5443"/>
                      </a:lnTo>
                      <a:lnTo>
                        <a:pt x="14727" y="5307"/>
                      </a:lnTo>
                      <a:lnTo>
                        <a:pt x="14746" y="5201"/>
                      </a:lnTo>
                      <a:lnTo>
                        <a:pt x="14832" y="5178"/>
                      </a:lnTo>
                      <a:lnTo>
                        <a:pt x="14850" y="5345"/>
                      </a:lnTo>
                      <a:lnTo>
                        <a:pt x="15040" y="5345"/>
                      </a:lnTo>
                      <a:lnTo>
                        <a:pt x="15097" y="5473"/>
                      </a:lnTo>
                      <a:lnTo>
                        <a:pt x="15143" y="5638"/>
                      </a:lnTo>
                      <a:lnTo>
                        <a:pt x="15231" y="5795"/>
                      </a:lnTo>
                      <a:lnTo>
                        <a:pt x="15371" y="5771"/>
                      </a:lnTo>
                      <a:lnTo>
                        <a:pt x="15454" y="5747"/>
                      </a:lnTo>
                      <a:lnTo>
                        <a:pt x="15548" y="5771"/>
                      </a:lnTo>
                      <a:lnTo>
                        <a:pt x="15640" y="5912"/>
                      </a:lnTo>
                      <a:lnTo>
                        <a:pt x="15713" y="6050"/>
                      </a:lnTo>
                      <a:lnTo>
                        <a:pt x="15776" y="6107"/>
                      </a:lnTo>
                      <a:lnTo>
                        <a:pt x="15877" y="6262"/>
                      </a:lnTo>
                      <a:lnTo>
                        <a:pt x="15969" y="6317"/>
                      </a:lnTo>
                      <a:lnTo>
                        <a:pt x="16008" y="6454"/>
                      </a:lnTo>
                      <a:lnTo>
                        <a:pt x="15993" y="6635"/>
                      </a:lnTo>
                      <a:lnTo>
                        <a:pt x="15761" y="6583"/>
                      </a:lnTo>
                      <a:lnTo>
                        <a:pt x="15595" y="6548"/>
                      </a:lnTo>
                      <a:lnTo>
                        <a:pt x="15529" y="6594"/>
                      </a:lnTo>
                      <a:cubicBezTo>
                        <a:pt x="15502" y="6606"/>
                        <a:pt x="15480" y="6643"/>
                        <a:pt x="15472" y="6692"/>
                      </a:cubicBezTo>
                      <a:cubicBezTo>
                        <a:pt x="15450" y="6832"/>
                        <a:pt x="15530" y="6954"/>
                        <a:pt x="15604" y="6892"/>
                      </a:cubicBezTo>
                      <a:lnTo>
                        <a:pt x="15660" y="6962"/>
                      </a:lnTo>
                      <a:lnTo>
                        <a:pt x="15750" y="7076"/>
                      </a:lnTo>
                      <a:lnTo>
                        <a:pt x="15770" y="7193"/>
                      </a:lnTo>
                      <a:lnTo>
                        <a:pt x="15750" y="7322"/>
                      </a:lnTo>
                      <a:lnTo>
                        <a:pt x="15647" y="7404"/>
                      </a:lnTo>
                      <a:lnTo>
                        <a:pt x="15496" y="7381"/>
                      </a:lnTo>
                      <a:cubicBezTo>
                        <a:pt x="15439" y="7357"/>
                        <a:pt x="15382" y="7334"/>
                        <a:pt x="15325" y="7310"/>
                      </a:cubicBezTo>
                      <a:cubicBezTo>
                        <a:pt x="15287" y="7294"/>
                        <a:pt x="15249" y="7279"/>
                        <a:pt x="15211" y="7263"/>
                      </a:cubicBezTo>
                      <a:cubicBezTo>
                        <a:pt x="15178" y="7253"/>
                        <a:pt x="15146" y="7237"/>
                        <a:pt x="15115" y="7216"/>
                      </a:cubicBezTo>
                      <a:cubicBezTo>
                        <a:pt x="15055" y="7175"/>
                        <a:pt x="15000" y="7114"/>
                        <a:pt x="14946" y="7051"/>
                      </a:cubicBezTo>
                      <a:cubicBezTo>
                        <a:pt x="14901" y="6998"/>
                        <a:pt x="14856" y="6943"/>
                        <a:pt x="14812" y="6886"/>
                      </a:cubicBezTo>
                      <a:lnTo>
                        <a:pt x="14701" y="6781"/>
                      </a:lnTo>
                      <a:lnTo>
                        <a:pt x="14628" y="6581"/>
                      </a:lnTo>
                      <a:lnTo>
                        <a:pt x="14552" y="6460"/>
                      </a:lnTo>
                      <a:lnTo>
                        <a:pt x="14427" y="6249"/>
                      </a:lnTo>
                      <a:lnTo>
                        <a:pt x="14008" y="5995"/>
                      </a:lnTo>
                      <a:lnTo>
                        <a:pt x="13773" y="5752"/>
                      </a:lnTo>
                      <a:lnTo>
                        <a:pt x="13618" y="5646"/>
                      </a:lnTo>
                      <a:lnTo>
                        <a:pt x="13668" y="5807"/>
                      </a:lnTo>
                      <a:lnTo>
                        <a:pt x="13459" y="5705"/>
                      </a:lnTo>
                      <a:lnTo>
                        <a:pt x="13336" y="5611"/>
                      </a:lnTo>
                      <a:lnTo>
                        <a:pt x="13218" y="5505"/>
                      </a:lnTo>
                      <a:lnTo>
                        <a:pt x="13086" y="5340"/>
                      </a:lnTo>
                      <a:lnTo>
                        <a:pt x="12928" y="5187"/>
                      </a:lnTo>
                      <a:lnTo>
                        <a:pt x="12829" y="5070"/>
                      </a:lnTo>
                      <a:lnTo>
                        <a:pt x="12805" y="4968"/>
                      </a:lnTo>
                      <a:lnTo>
                        <a:pt x="12632" y="4933"/>
                      </a:lnTo>
                      <a:lnTo>
                        <a:pt x="12585" y="4795"/>
                      </a:lnTo>
                      <a:lnTo>
                        <a:pt x="12542" y="4623"/>
                      </a:lnTo>
                      <a:lnTo>
                        <a:pt x="12470" y="4531"/>
                      </a:lnTo>
                      <a:lnTo>
                        <a:pt x="12439" y="4311"/>
                      </a:lnTo>
                      <a:lnTo>
                        <a:pt x="12524" y="4252"/>
                      </a:lnTo>
                      <a:lnTo>
                        <a:pt x="12522" y="4084"/>
                      </a:lnTo>
                      <a:lnTo>
                        <a:pt x="12446" y="4049"/>
                      </a:lnTo>
                      <a:lnTo>
                        <a:pt x="12446" y="3892"/>
                      </a:lnTo>
                      <a:lnTo>
                        <a:pt x="12389" y="3724"/>
                      </a:lnTo>
                      <a:lnTo>
                        <a:pt x="12352" y="3576"/>
                      </a:lnTo>
                      <a:lnTo>
                        <a:pt x="12292" y="3369"/>
                      </a:lnTo>
                      <a:lnTo>
                        <a:pt x="12279" y="3219"/>
                      </a:lnTo>
                      <a:lnTo>
                        <a:pt x="12386" y="3162"/>
                      </a:lnTo>
                      <a:lnTo>
                        <a:pt x="12555" y="3138"/>
                      </a:lnTo>
                      <a:lnTo>
                        <a:pt x="12614" y="3330"/>
                      </a:lnTo>
                      <a:lnTo>
                        <a:pt x="12699" y="3479"/>
                      </a:lnTo>
                      <a:lnTo>
                        <a:pt x="12786" y="3690"/>
                      </a:lnTo>
                      <a:lnTo>
                        <a:pt x="12924" y="3743"/>
                      </a:lnTo>
                      <a:lnTo>
                        <a:pt x="12970" y="3587"/>
                      </a:lnTo>
                      <a:lnTo>
                        <a:pt x="13119" y="3622"/>
                      </a:lnTo>
                      <a:lnTo>
                        <a:pt x="13075" y="3363"/>
                      </a:lnTo>
                      <a:lnTo>
                        <a:pt x="12994" y="3433"/>
                      </a:lnTo>
                      <a:lnTo>
                        <a:pt x="12918" y="3445"/>
                      </a:lnTo>
                      <a:lnTo>
                        <a:pt x="12848" y="3410"/>
                      </a:lnTo>
                      <a:lnTo>
                        <a:pt x="12780" y="3320"/>
                      </a:lnTo>
                      <a:lnTo>
                        <a:pt x="12656" y="3211"/>
                      </a:lnTo>
                      <a:lnTo>
                        <a:pt x="12432" y="3030"/>
                      </a:lnTo>
                      <a:lnTo>
                        <a:pt x="12318" y="3046"/>
                      </a:lnTo>
                      <a:lnTo>
                        <a:pt x="12270" y="2956"/>
                      </a:lnTo>
                      <a:lnTo>
                        <a:pt x="12192" y="2991"/>
                      </a:lnTo>
                      <a:lnTo>
                        <a:pt x="12146" y="3120"/>
                      </a:lnTo>
                      <a:lnTo>
                        <a:pt x="12041" y="3155"/>
                      </a:lnTo>
                      <a:lnTo>
                        <a:pt x="11985" y="3225"/>
                      </a:lnTo>
                      <a:lnTo>
                        <a:pt x="11911" y="3108"/>
                      </a:lnTo>
                      <a:lnTo>
                        <a:pt x="11854" y="2983"/>
                      </a:lnTo>
                      <a:lnTo>
                        <a:pt x="11985" y="2908"/>
                      </a:lnTo>
                      <a:lnTo>
                        <a:pt x="12027" y="2806"/>
                      </a:lnTo>
                      <a:lnTo>
                        <a:pt x="11961" y="2747"/>
                      </a:lnTo>
                      <a:lnTo>
                        <a:pt x="11856" y="2759"/>
                      </a:lnTo>
                      <a:lnTo>
                        <a:pt x="11654" y="2818"/>
                      </a:lnTo>
                      <a:lnTo>
                        <a:pt x="11644" y="2963"/>
                      </a:lnTo>
                      <a:lnTo>
                        <a:pt x="11565" y="2998"/>
                      </a:lnTo>
                      <a:lnTo>
                        <a:pt x="11447" y="2939"/>
                      </a:lnTo>
                      <a:lnTo>
                        <a:pt x="11484" y="2787"/>
                      </a:lnTo>
                      <a:lnTo>
                        <a:pt x="11601" y="2767"/>
                      </a:lnTo>
                      <a:lnTo>
                        <a:pt x="11411" y="2709"/>
                      </a:lnTo>
                      <a:lnTo>
                        <a:pt x="11181" y="2594"/>
                      </a:lnTo>
                      <a:lnTo>
                        <a:pt x="11205" y="2473"/>
                      </a:lnTo>
                      <a:lnTo>
                        <a:pt x="10949" y="2473"/>
                      </a:lnTo>
                      <a:lnTo>
                        <a:pt x="10859" y="2391"/>
                      </a:lnTo>
                      <a:lnTo>
                        <a:pt x="10836" y="2266"/>
                      </a:lnTo>
                      <a:lnTo>
                        <a:pt x="10753" y="2337"/>
                      </a:lnTo>
                      <a:lnTo>
                        <a:pt x="10783" y="2528"/>
                      </a:lnTo>
                      <a:lnTo>
                        <a:pt x="10705" y="2591"/>
                      </a:lnTo>
                      <a:lnTo>
                        <a:pt x="10829" y="2655"/>
                      </a:lnTo>
                      <a:lnTo>
                        <a:pt x="10941" y="2667"/>
                      </a:lnTo>
                      <a:lnTo>
                        <a:pt x="11077" y="2820"/>
                      </a:lnTo>
                      <a:lnTo>
                        <a:pt x="11180" y="2968"/>
                      </a:lnTo>
                      <a:lnTo>
                        <a:pt x="11098" y="3145"/>
                      </a:lnTo>
                      <a:lnTo>
                        <a:pt x="10969" y="3191"/>
                      </a:lnTo>
                      <a:lnTo>
                        <a:pt x="10829" y="3203"/>
                      </a:lnTo>
                      <a:lnTo>
                        <a:pt x="10711" y="3309"/>
                      </a:lnTo>
                      <a:lnTo>
                        <a:pt x="10601" y="3427"/>
                      </a:lnTo>
                      <a:lnTo>
                        <a:pt x="10504" y="3544"/>
                      </a:lnTo>
                      <a:lnTo>
                        <a:pt x="10414" y="3544"/>
                      </a:lnTo>
                      <a:lnTo>
                        <a:pt x="10330" y="3497"/>
                      </a:lnTo>
                      <a:lnTo>
                        <a:pt x="10164" y="3497"/>
                      </a:lnTo>
                      <a:lnTo>
                        <a:pt x="10098" y="3520"/>
                      </a:lnTo>
                      <a:lnTo>
                        <a:pt x="9890" y="3508"/>
                      </a:lnTo>
                      <a:lnTo>
                        <a:pt x="9724" y="3532"/>
                      </a:lnTo>
                      <a:lnTo>
                        <a:pt x="9643" y="3497"/>
                      </a:lnTo>
                      <a:lnTo>
                        <a:pt x="9713" y="3293"/>
                      </a:lnTo>
                      <a:lnTo>
                        <a:pt x="9851" y="3269"/>
                      </a:lnTo>
                      <a:lnTo>
                        <a:pt x="9958" y="3277"/>
                      </a:lnTo>
                      <a:lnTo>
                        <a:pt x="10123" y="3277"/>
                      </a:lnTo>
                      <a:lnTo>
                        <a:pt x="10213" y="3297"/>
                      </a:lnTo>
                      <a:cubicBezTo>
                        <a:pt x="10235" y="3286"/>
                        <a:pt x="10257" y="3274"/>
                        <a:pt x="10278" y="3262"/>
                      </a:cubicBezTo>
                      <a:cubicBezTo>
                        <a:pt x="10331" y="3231"/>
                        <a:pt x="10383" y="3196"/>
                        <a:pt x="10434" y="3156"/>
                      </a:cubicBezTo>
                      <a:lnTo>
                        <a:pt x="10537" y="3073"/>
                      </a:lnTo>
                      <a:cubicBezTo>
                        <a:pt x="10587" y="3061"/>
                        <a:pt x="10635" y="3037"/>
                        <a:pt x="10682" y="3003"/>
                      </a:cubicBezTo>
                      <a:cubicBezTo>
                        <a:pt x="10709" y="2983"/>
                        <a:pt x="10735" y="2960"/>
                        <a:pt x="10760" y="2933"/>
                      </a:cubicBezTo>
                      <a:lnTo>
                        <a:pt x="10845" y="2827"/>
                      </a:lnTo>
                      <a:lnTo>
                        <a:pt x="10603" y="2467"/>
                      </a:lnTo>
                      <a:lnTo>
                        <a:pt x="10462" y="2362"/>
                      </a:lnTo>
                      <a:lnTo>
                        <a:pt x="10412" y="2264"/>
                      </a:lnTo>
                      <a:lnTo>
                        <a:pt x="10265" y="2064"/>
                      </a:lnTo>
                      <a:lnTo>
                        <a:pt x="10161" y="2017"/>
                      </a:lnTo>
                      <a:lnTo>
                        <a:pt x="10195" y="2209"/>
                      </a:lnTo>
                      <a:lnTo>
                        <a:pt x="10183" y="2334"/>
                      </a:lnTo>
                      <a:lnTo>
                        <a:pt x="10112" y="2400"/>
                      </a:lnTo>
                      <a:lnTo>
                        <a:pt x="9985" y="2471"/>
                      </a:lnTo>
                      <a:lnTo>
                        <a:pt x="9919" y="2595"/>
                      </a:lnTo>
                      <a:lnTo>
                        <a:pt x="9851" y="2631"/>
                      </a:lnTo>
                      <a:lnTo>
                        <a:pt x="9762" y="2702"/>
                      </a:lnTo>
                      <a:lnTo>
                        <a:pt x="9586" y="2584"/>
                      </a:lnTo>
                      <a:lnTo>
                        <a:pt x="9620" y="2459"/>
                      </a:lnTo>
                      <a:lnTo>
                        <a:pt x="9672" y="2350"/>
                      </a:lnTo>
                      <a:lnTo>
                        <a:pt x="9681" y="2241"/>
                      </a:lnTo>
                      <a:lnTo>
                        <a:pt x="9726" y="1986"/>
                      </a:lnTo>
                      <a:lnTo>
                        <a:pt x="9713" y="1813"/>
                      </a:lnTo>
                      <a:lnTo>
                        <a:pt x="9842" y="1677"/>
                      </a:lnTo>
                      <a:lnTo>
                        <a:pt x="9919" y="1654"/>
                      </a:lnTo>
                      <a:lnTo>
                        <a:pt x="9974" y="1564"/>
                      </a:lnTo>
                      <a:lnTo>
                        <a:pt x="9839" y="1552"/>
                      </a:lnTo>
                      <a:lnTo>
                        <a:pt x="9736" y="1599"/>
                      </a:lnTo>
                      <a:lnTo>
                        <a:pt x="9642" y="1713"/>
                      </a:lnTo>
                      <a:lnTo>
                        <a:pt x="9638" y="1944"/>
                      </a:lnTo>
                      <a:lnTo>
                        <a:pt x="9619" y="2149"/>
                      </a:lnTo>
                      <a:lnTo>
                        <a:pt x="9597" y="2321"/>
                      </a:lnTo>
                      <a:lnTo>
                        <a:pt x="9507" y="2426"/>
                      </a:lnTo>
                      <a:lnTo>
                        <a:pt x="9470" y="2633"/>
                      </a:lnTo>
                      <a:lnTo>
                        <a:pt x="9387" y="2563"/>
                      </a:lnTo>
                      <a:lnTo>
                        <a:pt x="9420" y="2422"/>
                      </a:lnTo>
                      <a:lnTo>
                        <a:pt x="9414" y="2273"/>
                      </a:lnTo>
                      <a:lnTo>
                        <a:pt x="9317" y="2391"/>
                      </a:lnTo>
                      <a:lnTo>
                        <a:pt x="9256" y="2450"/>
                      </a:lnTo>
                      <a:lnTo>
                        <a:pt x="9144" y="2450"/>
                      </a:lnTo>
                      <a:lnTo>
                        <a:pt x="9026" y="2344"/>
                      </a:lnTo>
                      <a:lnTo>
                        <a:pt x="8960" y="2364"/>
                      </a:lnTo>
                      <a:lnTo>
                        <a:pt x="9052" y="2528"/>
                      </a:lnTo>
                      <a:lnTo>
                        <a:pt x="8986" y="2692"/>
                      </a:lnTo>
                      <a:lnTo>
                        <a:pt x="8866" y="2704"/>
                      </a:lnTo>
                      <a:lnTo>
                        <a:pt x="8737" y="2657"/>
                      </a:lnTo>
                      <a:lnTo>
                        <a:pt x="8588" y="2669"/>
                      </a:lnTo>
                      <a:lnTo>
                        <a:pt x="8708" y="2818"/>
                      </a:lnTo>
                      <a:lnTo>
                        <a:pt x="8704" y="2943"/>
                      </a:lnTo>
                      <a:lnTo>
                        <a:pt x="8619" y="2966"/>
                      </a:lnTo>
                      <a:lnTo>
                        <a:pt x="8490" y="3049"/>
                      </a:lnTo>
                      <a:lnTo>
                        <a:pt x="8317" y="3162"/>
                      </a:lnTo>
                      <a:lnTo>
                        <a:pt x="8223" y="3264"/>
                      </a:lnTo>
                      <a:lnTo>
                        <a:pt x="8190" y="3452"/>
                      </a:lnTo>
                      <a:lnTo>
                        <a:pt x="8125" y="3440"/>
                      </a:lnTo>
                      <a:lnTo>
                        <a:pt x="8047" y="3366"/>
                      </a:lnTo>
                      <a:lnTo>
                        <a:pt x="7916" y="3402"/>
                      </a:lnTo>
                      <a:lnTo>
                        <a:pt x="7870" y="3579"/>
                      </a:lnTo>
                      <a:lnTo>
                        <a:pt x="7830" y="3696"/>
                      </a:lnTo>
                      <a:lnTo>
                        <a:pt x="7706" y="3767"/>
                      </a:lnTo>
                      <a:lnTo>
                        <a:pt x="7588" y="3708"/>
                      </a:lnTo>
                      <a:lnTo>
                        <a:pt x="7518" y="3637"/>
                      </a:lnTo>
                      <a:lnTo>
                        <a:pt x="7374" y="3728"/>
                      </a:lnTo>
                      <a:lnTo>
                        <a:pt x="7276" y="3814"/>
                      </a:lnTo>
                      <a:lnTo>
                        <a:pt x="7250" y="3709"/>
                      </a:lnTo>
                      <a:lnTo>
                        <a:pt x="7132" y="3651"/>
                      </a:lnTo>
                      <a:lnTo>
                        <a:pt x="7044" y="3662"/>
                      </a:lnTo>
                      <a:lnTo>
                        <a:pt x="7031" y="3416"/>
                      </a:lnTo>
                      <a:lnTo>
                        <a:pt x="7130" y="3325"/>
                      </a:lnTo>
                      <a:lnTo>
                        <a:pt x="7056" y="3263"/>
                      </a:lnTo>
                      <a:lnTo>
                        <a:pt x="6974" y="3251"/>
                      </a:lnTo>
                      <a:close/>
                    </a:path>
                  </a:pathLst>
                </a:custGeom>
                <a:grpFill/>
                <a:ln w="12700" cap="flat">
                  <a:noFill/>
                  <a:miter lim="400000"/>
                </a:ln>
                <a:effectLst/>
              </p:spPr>
              <p:txBody>
                <a:bodyPr wrap="square" lIns="45719" tIns="45719" rIns="45719" bIns="45719" numCol="1" anchor="ctr">
                  <a:noAutofit/>
                </a:bodyPr>
                <a:lstStyle/>
                <a:p>
                  <a:pPr defTabSz="457200">
                    <a:lnSpc>
                      <a:spcPct val="90000"/>
                    </a:lnSpc>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2" name="组合 61"/>
                <p:cNvGrpSpPr/>
                <p:nvPr/>
              </p:nvGrpSpPr>
              <p:grpSpPr>
                <a:xfrm>
                  <a:off x="1718555" y="2498094"/>
                  <a:ext cx="2684214" cy="2686995"/>
                  <a:chOff x="1718555" y="2498094"/>
                  <a:chExt cx="2684214" cy="2686995"/>
                </a:xfrm>
                <a:grpFill/>
              </p:grpSpPr>
              <p:sp>
                <p:nvSpPr>
                  <p:cNvPr id="16" name="任意多边形: 形状 15"/>
                  <p:cNvSpPr/>
                  <p:nvPr/>
                </p:nvSpPr>
                <p:spPr>
                  <a:xfrm>
                    <a:off x="3611560" y="2900578"/>
                    <a:ext cx="84625" cy="106139"/>
                  </a:xfrm>
                  <a:custGeom>
                    <a:avLst/>
                    <a:gdLst/>
                    <a:ahLst/>
                    <a:cxnLst>
                      <a:cxn ang="0">
                        <a:pos x="wd2" y="hd2"/>
                      </a:cxn>
                      <a:cxn ang="5400000">
                        <a:pos x="wd2" y="hd2"/>
                      </a:cxn>
                      <a:cxn ang="10800000">
                        <a:pos x="wd2" y="hd2"/>
                      </a:cxn>
                      <a:cxn ang="16200000">
                        <a:pos x="wd2" y="hd2"/>
                      </a:cxn>
                    </a:cxnLst>
                    <a:rect l="0" t="0" r="r" b="b"/>
                    <a:pathLst>
                      <a:path w="21180" h="20974" extrusionOk="0">
                        <a:moveTo>
                          <a:pt x="10266" y="844"/>
                        </a:moveTo>
                        <a:lnTo>
                          <a:pt x="7674" y="844"/>
                        </a:lnTo>
                        <a:lnTo>
                          <a:pt x="4819" y="0"/>
                        </a:lnTo>
                        <a:lnTo>
                          <a:pt x="4343" y="2648"/>
                        </a:lnTo>
                        <a:lnTo>
                          <a:pt x="2634" y="3496"/>
                        </a:lnTo>
                        <a:lnTo>
                          <a:pt x="5752" y="6202"/>
                        </a:lnTo>
                        <a:lnTo>
                          <a:pt x="4694" y="7602"/>
                        </a:lnTo>
                        <a:lnTo>
                          <a:pt x="4320" y="9806"/>
                        </a:lnTo>
                        <a:lnTo>
                          <a:pt x="7247" y="11451"/>
                        </a:lnTo>
                        <a:lnTo>
                          <a:pt x="6761" y="13208"/>
                        </a:lnTo>
                        <a:lnTo>
                          <a:pt x="3970" y="12204"/>
                        </a:lnTo>
                        <a:lnTo>
                          <a:pt x="42" y="12204"/>
                        </a:lnTo>
                        <a:lnTo>
                          <a:pt x="0" y="14301"/>
                        </a:lnTo>
                        <a:lnTo>
                          <a:pt x="2309" y="16253"/>
                        </a:lnTo>
                        <a:lnTo>
                          <a:pt x="4721" y="18507"/>
                        </a:lnTo>
                        <a:lnTo>
                          <a:pt x="6812" y="16856"/>
                        </a:lnTo>
                        <a:lnTo>
                          <a:pt x="8832" y="15707"/>
                        </a:lnTo>
                        <a:lnTo>
                          <a:pt x="8816" y="18671"/>
                        </a:lnTo>
                        <a:lnTo>
                          <a:pt x="9961" y="20811"/>
                        </a:lnTo>
                        <a:lnTo>
                          <a:pt x="12927" y="20962"/>
                        </a:lnTo>
                        <a:lnTo>
                          <a:pt x="12355" y="16900"/>
                        </a:lnTo>
                        <a:lnTo>
                          <a:pt x="16744" y="18407"/>
                        </a:lnTo>
                        <a:cubicBezTo>
                          <a:pt x="15981" y="19175"/>
                          <a:pt x="16286" y="20301"/>
                          <a:pt x="17380" y="20755"/>
                        </a:cubicBezTo>
                        <a:cubicBezTo>
                          <a:pt x="19416" y="21600"/>
                          <a:pt x="21600" y="19840"/>
                          <a:pt x="20489" y="18250"/>
                        </a:cubicBezTo>
                        <a:lnTo>
                          <a:pt x="20107" y="16159"/>
                        </a:lnTo>
                        <a:lnTo>
                          <a:pt x="21180" y="14263"/>
                        </a:lnTo>
                        <a:lnTo>
                          <a:pt x="20099" y="10999"/>
                        </a:lnTo>
                        <a:lnTo>
                          <a:pt x="19153" y="8035"/>
                        </a:lnTo>
                        <a:lnTo>
                          <a:pt x="18580" y="6177"/>
                        </a:lnTo>
                        <a:cubicBezTo>
                          <a:pt x="18217" y="5416"/>
                          <a:pt x="17705" y="4704"/>
                          <a:pt x="17062" y="4068"/>
                        </a:cubicBezTo>
                        <a:cubicBezTo>
                          <a:pt x="16337" y="3351"/>
                          <a:pt x="15456" y="2741"/>
                          <a:pt x="14461" y="2266"/>
                        </a:cubicBezTo>
                        <a:lnTo>
                          <a:pt x="10266" y="844"/>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任意多边形: 形状 16"/>
                  <p:cNvSpPr/>
                  <p:nvPr/>
                </p:nvSpPr>
                <p:spPr>
                  <a:xfrm>
                    <a:off x="3760027" y="2836694"/>
                    <a:ext cx="29256" cy="14137"/>
                  </a:xfrm>
                  <a:custGeom>
                    <a:avLst/>
                    <a:gdLst/>
                    <a:ahLst/>
                    <a:cxnLst>
                      <a:cxn ang="0">
                        <a:pos x="wd2" y="hd2"/>
                      </a:cxn>
                      <a:cxn ang="5400000">
                        <a:pos x="wd2" y="hd2"/>
                      </a:cxn>
                      <a:cxn ang="10800000">
                        <a:pos x="wd2" y="hd2"/>
                      </a:cxn>
                      <a:cxn ang="16200000">
                        <a:pos x="wd2" y="hd2"/>
                      </a:cxn>
                    </a:cxnLst>
                    <a:rect l="0" t="0" r="r" b="b"/>
                    <a:pathLst>
                      <a:path w="21600" h="21600" extrusionOk="0">
                        <a:moveTo>
                          <a:pt x="7776" y="999"/>
                        </a:moveTo>
                        <a:lnTo>
                          <a:pt x="16031" y="2988"/>
                        </a:lnTo>
                        <a:lnTo>
                          <a:pt x="21600" y="17424"/>
                        </a:lnTo>
                        <a:lnTo>
                          <a:pt x="13178" y="21600"/>
                        </a:lnTo>
                        <a:lnTo>
                          <a:pt x="5321" y="12716"/>
                        </a:lnTo>
                        <a:lnTo>
                          <a:pt x="0" y="0"/>
                        </a:lnTo>
                        <a:lnTo>
                          <a:pt x="7776" y="999"/>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任意多边形: 形状 17"/>
                  <p:cNvSpPr/>
                  <p:nvPr/>
                </p:nvSpPr>
                <p:spPr>
                  <a:xfrm>
                    <a:off x="3729150" y="2871687"/>
                    <a:ext cx="34090" cy="22360"/>
                  </a:xfrm>
                  <a:custGeom>
                    <a:avLst/>
                    <a:gdLst/>
                    <a:ahLst/>
                    <a:cxnLst>
                      <a:cxn ang="0">
                        <a:pos x="wd2" y="hd2"/>
                      </a:cxn>
                      <a:cxn ang="5400000">
                        <a:pos x="wd2" y="hd2"/>
                      </a:cxn>
                      <a:cxn ang="10800000">
                        <a:pos x="wd2" y="hd2"/>
                      </a:cxn>
                      <a:cxn ang="16200000">
                        <a:pos x="wd2" y="hd2"/>
                      </a:cxn>
                    </a:cxnLst>
                    <a:rect l="0" t="0" r="r" b="b"/>
                    <a:pathLst>
                      <a:path w="21600" h="21600" extrusionOk="0">
                        <a:moveTo>
                          <a:pt x="4898" y="0"/>
                        </a:moveTo>
                        <a:lnTo>
                          <a:pt x="10252" y="4850"/>
                        </a:lnTo>
                        <a:lnTo>
                          <a:pt x="21600" y="13527"/>
                        </a:lnTo>
                        <a:lnTo>
                          <a:pt x="17432" y="21600"/>
                        </a:lnTo>
                        <a:lnTo>
                          <a:pt x="12804" y="18684"/>
                        </a:lnTo>
                        <a:lnTo>
                          <a:pt x="7529" y="18684"/>
                        </a:lnTo>
                        <a:lnTo>
                          <a:pt x="3200" y="14264"/>
                        </a:lnTo>
                        <a:lnTo>
                          <a:pt x="0" y="6164"/>
                        </a:lnTo>
                        <a:lnTo>
                          <a:pt x="4898"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任意多边形: 形状 18"/>
                  <p:cNvSpPr/>
                  <p:nvPr/>
                </p:nvSpPr>
                <p:spPr>
                  <a:xfrm>
                    <a:off x="3737510" y="2658492"/>
                    <a:ext cx="32389" cy="1831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543" y="10415"/>
                        </a:lnTo>
                        <a:lnTo>
                          <a:pt x="11409" y="21600"/>
                        </a:lnTo>
                        <a:lnTo>
                          <a:pt x="21600" y="19952"/>
                        </a:lnTo>
                        <a:lnTo>
                          <a:pt x="14185" y="6837"/>
                        </a:lnTo>
                        <a:lnTo>
                          <a:pt x="7404" y="2044"/>
                        </a:lnTo>
                        <a:lnTo>
                          <a:pt x="0"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任意多边形: 形状 19"/>
                  <p:cNvSpPr/>
                  <p:nvPr/>
                </p:nvSpPr>
                <p:spPr>
                  <a:xfrm>
                    <a:off x="3518826" y="2813356"/>
                    <a:ext cx="18190" cy="157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7239" y="6531"/>
                        </a:lnTo>
                        <a:lnTo>
                          <a:pt x="21600" y="21600"/>
                        </a:lnTo>
                        <a:lnTo>
                          <a:pt x="7563" y="17418"/>
                        </a:lnTo>
                        <a:lnTo>
                          <a:pt x="0"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任意多边形: 形状 20"/>
                  <p:cNvSpPr/>
                  <p:nvPr/>
                </p:nvSpPr>
                <p:spPr>
                  <a:xfrm>
                    <a:off x="3227700" y="2642880"/>
                    <a:ext cx="127305" cy="63689"/>
                  </a:xfrm>
                  <a:custGeom>
                    <a:avLst/>
                    <a:gdLst/>
                    <a:ahLst/>
                    <a:cxnLst>
                      <a:cxn ang="0">
                        <a:pos x="wd2" y="hd2"/>
                      </a:cxn>
                      <a:cxn ang="5400000">
                        <a:pos x="wd2" y="hd2"/>
                      </a:cxn>
                      <a:cxn ang="10800000">
                        <a:pos x="wd2" y="hd2"/>
                      </a:cxn>
                      <a:cxn ang="16200000">
                        <a:pos x="wd2" y="hd2"/>
                      </a:cxn>
                    </a:cxnLst>
                    <a:rect l="0" t="0" r="r" b="b"/>
                    <a:pathLst>
                      <a:path w="21600" h="21600" extrusionOk="0">
                        <a:moveTo>
                          <a:pt x="2449" y="2836"/>
                        </a:moveTo>
                        <a:lnTo>
                          <a:pt x="4638" y="3611"/>
                        </a:lnTo>
                        <a:lnTo>
                          <a:pt x="7047" y="6139"/>
                        </a:lnTo>
                        <a:lnTo>
                          <a:pt x="8502" y="8873"/>
                        </a:lnTo>
                        <a:lnTo>
                          <a:pt x="9483" y="6470"/>
                        </a:lnTo>
                        <a:lnTo>
                          <a:pt x="10000" y="2333"/>
                        </a:lnTo>
                        <a:lnTo>
                          <a:pt x="11639" y="0"/>
                        </a:lnTo>
                        <a:lnTo>
                          <a:pt x="14954" y="71"/>
                        </a:lnTo>
                        <a:lnTo>
                          <a:pt x="16717" y="3714"/>
                        </a:lnTo>
                        <a:lnTo>
                          <a:pt x="13709" y="4575"/>
                        </a:lnTo>
                        <a:lnTo>
                          <a:pt x="14825" y="6806"/>
                        </a:lnTo>
                        <a:lnTo>
                          <a:pt x="12296" y="8099"/>
                        </a:lnTo>
                        <a:lnTo>
                          <a:pt x="14021" y="10405"/>
                        </a:lnTo>
                        <a:lnTo>
                          <a:pt x="17207" y="9123"/>
                        </a:lnTo>
                        <a:lnTo>
                          <a:pt x="20312" y="7571"/>
                        </a:lnTo>
                        <a:lnTo>
                          <a:pt x="21600" y="9619"/>
                        </a:lnTo>
                        <a:lnTo>
                          <a:pt x="19837" y="11925"/>
                        </a:lnTo>
                        <a:lnTo>
                          <a:pt x="18295" y="13368"/>
                        </a:lnTo>
                        <a:lnTo>
                          <a:pt x="16624" y="14995"/>
                        </a:lnTo>
                        <a:lnTo>
                          <a:pt x="14043" y="15685"/>
                        </a:lnTo>
                        <a:lnTo>
                          <a:pt x="14905" y="18864"/>
                        </a:lnTo>
                        <a:lnTo>
                          <a:pt x="11886" y="20576"/>
                        </a:lnTo>
                        <a:lnTo>
                          <a:pt x="10216" y="21600"/>
                        </a:lnTo>
                        <a:lnTo>
                          <a:pt x="7973" y="21600"/>
                        </a:lnTo>
                        <a:lnTo>
                          <a:pt x="7251" y="16612"/>
                        </a:lnTo>
                        <a:lnTo>
                          <a:pt x="5245" y="15750"/>
                        </a:lnTo>
                        <a:lnTo>
                          <a:pt x="4232" y="13261"/>
                        </a:lnTo>
                        <a:lnTo>
                          <a:pt x="1267" y="14036"/>
                        </a:lnTo>
                        <a:lnTo>
                          <a:pt x="1135" y="11473"/>
                        </a:lnTo>
                        <a:lnTo>
                          <a:pt x="1577" y="9156"/>
                        </a:lnTo>
                        <a:lnTo>
                          <a:pt x="171" y="8391"/>
                        </a:lnTo>
                        <a:lnTo>
                          <a:pt x="0" y="5470"/>
                        </a:lnTo>
                        <a:lnTo>
                          <a:pt x="2449" y="2836"/>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任意多边形: 形状 21"/>
                  <p:cNvSpPr/>
                  <p:nvPr/>
                </p:nvSpPr>
                <p:spPr>
                  <a:xfrm>
                    <a:off x="3079301" y="2583133"/>
                    <a:ext cx="89749" cy="35782"/>
                  </a:xfrm>
                  <a:custGeom>
                    <a:avLst/>
                    <a:gdLst/>
                    <a:ahLst/>
                    <a:cxnLst>
                      <a:cxn ang="0">
                        <a:pos x="wd2" y="hd2"/>
                      </a:cxn>
                      <a:cxn ang="5400000">
                        <a:pos x="wd2" y="hd2"/>
                      </a:cxn>
                      <a:cxn ang="10800000">
                        <a:pos x="wd2" y="hd2"/>
                      </a:cxn>
                      <a:cxn ang="16200000">
                        <a:pos x="wd2" y="hd2"/>
                      </a:cxn>
                    </a:cxnLst>
                    <a:rect l="0" t="0" r="r" b="b"/>
                    <a:pathLst>
                      <a:path w="21600" h="21600" extrusionOk="0">
                        <a:moveTo>
                          <a:pt x="8108" y="1841"/>
                        </a:moveTo>
                        <a:lnTo>
                          <a:pt x="11219" y="0"/>
                        </a:lnTo>
                        <a:lnTo>
                          <a:pt x="12693" y="2920"/>
                        </a:lnTo>
                        <a:lnTo>
                          <a:pt x="15002" y="7025"/>
                        </a:lnTo>
                        <a:lnTo>
                          <a:pt x="17984" y="6564"/>
                        </a:lnTo>
                        <a:lnTo>
                          <a:pt x="20370" y="7178"/>
                        </a:lnTo>
                        <a:lnTo>
                          <a:pt x="21592" y="11781"/>
                        </a:lnTo>
                        <a:lnTo>
                          <a:pt x="20377" y="16536"/>
                        </a:lnTo>
                        <a:lnTo>
                          <a:pt x="21600" y="20967"/>
                        </a:lnTo>
                        <a:lnTo>
                          <a:pt x="18320" y="21600"/>
                        </a:lnTo>
                        <a:lnTo>
                          <a:pt x="15874" y="18991"/>
                        </a:lnTo>
                        <a:lnTo>
                          <a:pt x="13304" y="18531"/>
                        </a:lnTo>
                        <a:lnTo>
                          <a:pt x="13366" y="13775"/>
                        </a:lnTo>
                        <a:lnTo>
                          <a:pt x="10805" y="13793"/>
                        </a:lnTo>
                        <a:lnTo>
                          <a:pt x="9589" y="17629"/>
                        </a:lnTo>
                        <a:lnTo>
                          <a:pt x="7203" y="17936"/>
                        </a:lnTo>
                        <a:lnTo>
                          <a:pt x="4443" y="20698"/>
                        </a:lnTo>
                        <a:lnTo>
                          <a:pt x="4471" y="15980"/>
                        </a:lnTo>
                        <a:lnTo>
                          <a:pt x="5077" y="11088"/>
                        </a:lnTo>
                        <a:lnTo>
                          <a:pt x="0" y="11088"/>
                        </a:lnTo>
                        <a:lnTo>
                          <a:pt x="1197" y="3322"/>
                        </a:lnTo>
                        <a:lnTo>
                          <a:pt x="3832" y="1039"/>
                        </a:lnTo>
                        <a:lnTo>
                          <a:pt x="5591" y="6390"/>
                        </a:lnTo>
                        <a:lnTo>
                          <a:pt x="8108" y="1841"/>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任意多边形: 形状 22"/>
                  <p:cNvSpPr/>
                  <p:nvPr/>
                </p:nvSpPr>
                <p:spPr>
                  <a:xfrm>
                    <a:off x="2882306" y="2546986"/>
                    <a:ext cx="88686" cy="48065"/>
                  </a:xfrm>
                  <a:custGeom>
                    <a:avLst/>
                    <a:gdLst/>
                    <a:ahLst/>
                    <a:cxnLst>
                      <a:cxn ang="0">
                        <a:pos x="wd2" y="hd2"/>
                      </a:cxn>
                      <a:cxn ang="5400000">
                        <a:pos x="wd2" y="hd2"/>
                      </a:cxn>
                      <a:cxn ang="10800000">
                        <a:pos x="wd2" y="hd2"/>
                      </a:cxn>
                      <a:cxn ang="16200000">
                        <a:pos x="wd2" y="hd2"/>
                      </a:cxn>
                    </a:cxnLst>
                    <a:rect l="0" t="0" r="r" b="b"/>
                    <a:pathLst>
                      <a:path w="21600" h="21600" extrusionOk="0">
                        <a:moveTo>
                          <a:pt x="11598" y="3226"/>
                        </a:moveTo>
                        <a:lnTo>
                          <a:pt x="13655" y="5410"/>
                        </a:lnTo>
                        <a:lnTo>
                          <a:pt x="16478" y="8622"/>
                        </a:lnTo>
                        <a:lnTo>
                          <a:pt x="18327" y="5996"/>
                        </a:lnTo>
                        <a:lnTo>
                          <a:pt x="20857" y="7022"/>
                        </a:lnTo>
                        <a:lnTo>
                          <a:pt x="21600" y="12391"/>
                        </a:lnTo>
                        <a:lnTo>
                          <a:pt x="18938" y="14662"/>
                        </a:lnTo>
                        <a:lnTo>
                          <a:pt x="19124" y="19672"/>
                        </a:lnTo>
                        <a:lnTo>
                          <a:pt x="16540" y="21600"/>
                        </a:lnTo>
                        <a:lnTo>
                          <a:pt x="14133" y="19544"/>
                        </a:lnTo>
                        <a:lnTo>
                          <a:pt x="12834" y="16474"/>
                        </a:lnTo>
                        <a:lnTo>
                          <a:pt x="11162" y="13734"/>
                        </a:lnTo>
                        <a:lnTo>
                          <a:pt x="8028" y="8479"/>
                        </a:lnTo>
                        <a:lnTo>
                          <a:pt x="6001" y="11749"/>
                        </a:lnTo>
                        <a:lnTo>
                          <a:pt x="2356" y="11749"/>
                        </a:lnTo>
                        <a:lnTo>
                          <a:pt x="262" y="8665"/>
                        </a:lnTo>
                        <a:lnTo>
                          <a:pt x="0" y="4897"/>
                        </a:lnTo>
                        <a:lnTo>
                          <a:pt x="4482" y="2384"/>
                        </a:lnTo>
                        <a:lnTo>
                          <a:pt x="5906" y="0"/>
                        </a:lnTo>
                        <a:lnTo>
                          <a:pt x="8629" y="878"/>
                        </a:lnTo>
                        <a:lnTo>
                          <a:pt x="9527" y="5373"/>
                        </a:lnTo>
                        <a:lnTo>
                          <a:pt x="11598" y="3226"/>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任意多边形: 形状 23"/>
                  <p:cNvSpPr/>
                  <p:nvPr/>
                </p:nvSpPr>
                <p:spPr>
                  <a:xfrm>
                    <a:off x="2641955" y="2613410"/>
                    <a:ext cx="48275" cy="35821"/>
                  </a:xfrm>
                  <a:custGeom>
                    <a:avLst/>
                    <a:gdLst/>
                    <a:ahLst/>
                    <a:cxnLst>
                      <a:cxn ang="0">
                        <a:pos x="wd2" y="hd2"/>
                      </a:cxn>
                      <a:cxn ang="5400000">
                        <a:pos x="wd2" y="hd2"/>
                      </a:cxn>
                      <a:cxn ang="10800000">
                        <a:pos x="wd2" y="hd2"/>
                      </a:cxn>
                      <a:cxn ang="16200000">
                        <a:pos x="wd2" y="hd2"/>
                      </a:cxn>
                    </a:cxnLst>
                    <a:rect l="0" t="0" r="r" b="b"/>
                    <a:pathLst>
                      <a:path w="21600" h="21600" extrusionOk="0">
                        <a:moveTo>
                          <a:pt x="20237" y="0"/>
                        </a:moveTo>
                        <a:lnTo>
                          <a:pt x="10984" y="172"/>
                        </a:lnTo>
                        <a:lnTo>
                          <a:pt x="3381" y="1772"/>
                        </a:lnTo>
                        <a:lnTo>
                          <a:pt x="4897" y="8630"/>
                        </a:lnTo>
                        <a:lnTo>
                          <a:pt x="1644" y="12271"/>
                        </a:lnTo>
                        <a:lnTo>
                          <a:pt x="0" y="18536"/>
                        </a:lnTo>
                        <a:lnTo>
                          <a:pt x="4912" y="21600"/>
                        </a:lnTo>
                        <a:lnTo>
                          <a:pt x="10939" y="17022"/>
                        </a:lnTo>
                        <a:lnTo>
                          <a:pt x="16851" y="13650"/>
                        </a:lnTo>
                        <a:lnTo>
                          <a:pt x="21600" y="7998"/>
                        </a:lnTo>
                        <a:lnTo>
                          <a:pt x="20237"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任意多边形: 形状 24"/>
                  <p:cNvSpPr/>
                  <p:nvPr/>
                </p:nvSpPr>
                <p:spPr>
                  <a:xfrm>
                    <a:off x="2618117" y="2654428"/>
                    <a:ext cx="34502" cy="17728"/>
                  </a:xfrm>
                  <a:custGeom>
                    <a:avLst/>
                    <a:gdLst/>
                    <a:ahLst/>
                    <a:cxnLst>
                      <a:cxn ang="0">
                        <a:pos x="wd2" y="hd2"/>
                      </a:cxn>
                      <a:cxn ang="5400000">
                        <a:pos x="wd2" y="hd2"/>
                      </a:cxn>
                      <a:cxn ang="10800000">
                        <a:pos x="wd2" y="hd2"/>
                      </a:cxn>
                      <a:cxn ang="16200000">
                        <a:pos x="wd2" y="hd2"/>
                      </a:cxn>
                    </a:cxnLst>
                    <a:rect l="0" t="0" r="r" b="b"/>
                    <a:pathLst>
                      <a:path w="21600" h="21600" extrusionOk="0">
                        <a:moveTo>
                          <a:pt x="10682" y="304"/>
                        </a:moveTo>
                        <a:lnTo>
                          <a:pt x="3918" y="3868"/>
                        </a:lnTo>
                        <a:lnTo>
                          <a:pt x="0" y="9563"/>
                        </a:lnTo>
                        <a:lnTo>
                          <a:pt x="1470" y="18816"/>
                        </a:lnTo>
                        <a:lnTo>
                          <a:pt x="6166" y="21600"/>
                        </a:lnTo>
                        <a:lnTo>
                          <a:pt x="14598" y="13241"/>
                        </a:lnTo>
                        <a:lnTo>
                          <a:pt x="21600" y="7047"/>
                        </a:lnTo>
                        <a:lnTo>
                          <a:pt x="18557" y="0"/>
                        </a:lnTo>
                        <a:lnTo>
                          <a:pt x="10682" y="304"/>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任意多边形: 形状 25"/>
                  <p:cNvSpPr/>
                  <p:nvPr/>
                </p:nvSpPr>
                <p:spPr>
                  <a:xfrm>
                    <a:off x="2607017" y="2616270"/>
                    <a:ext cx="35086" cy="23118"/>
                  </a:xfrm>
                  <a:custGeom>
                    <a:avLst/>
                    <a:gdLst/>
                    <a:ahLst/>
                    <a:cxnLst>
                      <a:cxn ang="0">
                        <a:pos x="wd2" y="hd2"/>
                      </a:cxn>
                      <a:cxn ang="5400000">
                        <a:pos x="wd2" y="hd2"/>
                      </a:cxn>
                      <a:cxn ang="10800000">
                        <a:pos x="wd2" y="hd2"/>
                      </a:cxn>
                      <a:cxn ang="16200000">
                        <a:pos x="wd2" y="hd2"/>
                      </a:cxn>
                    </a:cxnLst>
                    <a:rect l="0" t="0" r="r" b="b"/>
                    <a:pathLst>
                      <a:path w="21600" h="21600" extrusionOk="0">
                        <a:moveTo>
                          <a:pt x="9436" y="0"/>
                        </a:moveTo>
                        <a:lnTo>
                          <a:pt x="5445" y="6706"/>
                        </a:lnTo>
                        <a:lnTo>
                          <a:pt x="0" y="13317"/>
                        </a:lnTo>
                        <a:lnTo>
                          <a:pt x="1676" y="21600"/>
                        </a:lnTo>
                        <a:lnTo>
                          <a:pt x="9416" y="19225"/>
                        </a:lnTo>
                        <a:lnTo>
                          <a:pt x="16925" y="15663"/>
                        </a:lnTo>
                        <a:lnTo>
                          <a:pt x="21600" y="6401"/>
                        </a:lnTo>
                        <a:lnTo>
                          <a:pt x="14597" y="5005"/>
                        </a:lnTo>
                        <a:lnTo>
                          <a:pt x="9436"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任意多边形: 形状 26"/>
                  <p:cNvSpPr/>
                  <p:nvPr/>
                </p:nvSpPr>
                <p:spPr>
                  <a:xfrm>
                    <a:off x="3006623" y="2498094"/>
                    <a:ext cx="13165" cy="22090"/>
                  </a:xfrm>
                  <a:custGeom>
                    <a:avLst/>
                    <a:gdLst/>
                    <a:ahLst/>
                    <a:cxnLst>
                      <a:cxn ang="0">
                        <a:pos x="wd2" y="hd2"/>
                      </a:cxn>
                      <a:cxn ang="5400000">
                        <a:pos x="wd2" y="hd2"/>
                      </a:cxn>
                      <a:cxn ang="10800000">
                        <a:pos x="wd2" y="hd2"/>
                      </a:cxn>
                      <a:cxn ang="16200000">
                        <a:pos x="wd2" y="hd2"/>
                      </a:cxn>
                    </a:cxnLst>
                    <a:rect l="0" t="0" r="r" b="b"/>
                    <a:pathLst>
                      <a:path w="21600" h="21600" extrusionOk="0">
                        <a:moveTo>
                          <a:pt x="6188" y="0"/>
                        </a:moveTo>
                        <a:lnTo>
                          <a:pt x="0" y="11338"/>
                        </a:lnTo>
                        <a:lnTo>
                          <a:pt x="14062" y="21600"/>
                        </a:lnTo>
                        <a:lnTo>
                          <a:pt x="21600" y="10385"/>
                        </a:lnTo>
                        <a:lnTo>
                          <a:pt x="6188"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任意多边形: 形状 27"/>
                  <p:cNvSpPr/>
                  <p:nvPr/>
                </p:nvSpPr>
                <p:spPr>
                  <a:xfrm>
                    <a:off x="2479076" y="2835859"/>
                    <a:ext cx="32171" cy="28814"/>
                  </a:xfrm>
                  <a:custGeom>
                    <a:avLst/>
                    <a:gdLst/>
                    <a:ahLst/>
                    <a:cxnLst>
                      <a:cxn ang="0">
                        <a:pos x="wd2" y="hd2"/>
                      </a:cxn>
                      <a:cxn ang="5400000">
                        <a:pos x="wd2" y="hd2"/>
                      </a:cxn>
                      <a:cxn ang="10800000">
                        <a:pos x="wd2" y="hd2"/>
                      </a:cxn>
                      <a:cxn ang="16200000">
                        <a:pos x="wd2" y="hd2"/>
                      </a:cxn>
                    </a:cxnLst>
                    <a:rect l="0" t="0" r="r" b="b"/>
                    <a:pathLst>
                      <a:path w="21600" h="21600" extrusionOk="0">
                        <a:moveTo>
                          <a:pt x="16290" y="2206"/>
                        </a:moveTo>
                        <a:lnTo>
                          <a:pt x="21600" y="7730"/>
                        </a:lnTo>
                        <a:lnTo>
                          <a:pt x="19740" y="16457"/>
                        </a:lnTo>
                        <a:lnTo>
                          <a:pt x="13790" y="21600"/>
                        </a:lnTo>
                        <a:lnTo>
                          <a:pt x="2574" y="13289"/>
                        </a:lnTo>
                        <a:lnTo>
                          <a:pt x="0" y="4928"/>
                        </a:lnTo>
                        <a:lnTo>
                          <a:pt x="11167" y="0"/>
                        </a:lnTo>
                        <a:lnTo>
                          <a:pt x="16290" y="2206"/>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任意多边形: 形状 28"/>
                  <p:cNvSpPr/>
                  <p:nvPr/>
                </p:nvSpPr>
                <p:spPr>
                  <a:xfrm>
                    <a:off x="2947917" y="2772596"/>
                    <a:ext cx="697978" cy="483948"/>
                  </a:xfrm>
                  <a:custGeom>
                    <a:avLst/>
                    <a:gdLst/>
                    <a:ahLst/>
                    <a:cxnLst>
                      <a:cxn ang="0">
                        <a:pos x="wd2" y="hd2"/>
                      </a:cxn>
                      <a:cxn ang="5400000">
                        <a:pos x="wd2" y="hd2"/>
                      </a:cxn>
                      <a:cxn ang="10800000">
                        <a:pos x="wd2" y="hd2"/>
                      </a:cxn>
                      <a:cxn ang="16200000">
                        <a:pos x="wd2" y="hd2"/>
                      </a:cxn>
                    </a:cxnLst>
                    <a:rect l="0" t="0" r="r" b="b"/>
                    <a:pathLst>
                      <a:path w="21600" h="21600" extrusionOk="0">
                        <a:moveTo>
                          <a:pt x="5455" y="4385"/>
                        </a:moveTo>
                        <a:lnTo>
                          <a:pt x="4472" y="4411"/>
                        </a:lnTo>
                        <a:lnTo>
                          <a:pt x="3992" y="4496"/>
                        </a:lnTo>
                        <a:lnTo>
                          <a:pt x="3545" y="5108"/>
                        </a:lnTo>
                        <a:lnTo>
                          <a:pt x="3512" y="5585"/>
                        </a:lnTo>
                        <a:lnTo>
                          <a:pt x="3157" y="5595"/>
                        </a:lnTo>
                        <a:lnTo>
                          <a:pt x="2556" y="6377"/>
                        </a:lnTo>
                        <a:lnTo>
                          <a:pt x="2234" y="6807"/>
                        </a:lnTo>
                        <a:lnTo>
                          <a:pt x="1976" y="7544"/>
                        </a:lnTo>
                        <a:lnTo>
                          <a:pt x="1979" y="8270"/>
                        </a:lnTo>
                        <a:lnTo>
                          <a:pt x="2073" y="9040"/>
                        </a:lnTo>
                        <a:lnTo>
                          <a:pt x="2292" y="9198"/>
                        </a:lnTo>
                        <a:lnTo>
                          <a:pt x="2425" y="9685"/>
                        </a:lnTo>
                        <a:lnTo>
                          <a:pt x="2606" y="9969"/>
                        </a:lnTo>
                        <a:lnTo>
                          <a:pt x="2809" y="10262"/>
                        </a:lnTo>
                        <a:lnTo>
                          <a:pt x="3224" y="10329"/>
                        </a:lnTo>
                        <a:lnTo>
                          <a:pt x="3452" y="10228"/>
                        </a:lnTo>
                        <a:lnTo>
                          <a:pt x="3771" y="10238"/>
                        </a:lnTo>
                        <a:lnTo>
                          <a:pt x="3582" y="10771"/>
                        </a:lnTo>
                        <a:lnTo>
                          <a:pt x="3207" y="11483"/>
                        </a:lnTo>
                        <a:lnTo>
                          <a:pt x="2791" y="11619"/>
                        </a:lnTo>
                        <a:lnTo>
                          <a:pt x="2240" y="11381"/>
                        </a:lnTo>
                        <a:lnTo>
                          <a:pt x="2697" y="10963"/>
                        </a:lnTo>
                        <a:lnTo>
                          <a:pt x="2556" y="10498"/>
                        </a:lnTo>
                        <a:lnTo>
                          <a:pt x="2242" y="9919"/>
                        </a:lnTo>
                        <a:lnTo>
                          <a:pt x="1724" y="9488"/>
                        </a:lnTo>
                        <a:lnTo>
                          <a:pt x="1531" y="10112"/>
                        </a:lnTo>
                        <a:lnTo>
                          <a:pt x="1700" y="10382"/>
                        </a:lnTo>
                        <a:lnTo>
                          <a:pt x="1928" y="10847"/>
                        </a:lnTo>
                        <a:lnTo>
                          <a:pt x="1834" y="11334"/>
                        </a:lnTo>
                        <a:lnTo>
                          <a:pt x="1810" y="11911"/>
                        </a:lnTo>
                        <a:lnTo>
                          <a:pt x="2068" y="12114"/>
                        </a:lnTo>
                        <a:lnTo>
                          <a:pt x="2178" y="12510"/>
                        </a:lnTo>
                        <a:lnTo>
                          <a:pt x="1991" y="12734"/>
                        </a:lnTo>
                        <a:lnTo>
                          <a:pt x="1669" y="12768"/>
                        </a:lnTo>
                        <a:lnTo>
                          <a:pt x="1551" y="11629"/>
                        </a:lnTo>
                        <a:lnTo>
                          <a:pt x="1105" y="11495"/>
                        </a:lnTo>
                        <a:lnTo>
                          <a:pt x="863" y="11833"/>
                        </a:lnTo>
                        <a:lnTo>
                          <a:pt x="428" y="11809"/>
                        </a:lnTo>
                        <a:lnTo>
                          <a:pt x="444" y="10906"/>
                        </a:lnTo>
                        <a:lnTo>
                          <a:pt x="314" y="10373"/>
                        </a:lnTo>
                        <a:lnTo>
                          <a:pt x="23" y="10305"/>
                        </a:lnTo>
                        <a:lnTo>
                          <a:pt x="84" y="11072"/>
                        </a:lnTo>
                        <a:lnTo>
                          <a:pt x="164" y="11604"/>
                        </a:lnTo>
                        <a:lnTo>
                          <a:pt x="188" y="12215"/>
                        </a:lnTo>
                        <a:lnTo>
                          <a:pt x="141" y="12778"/>
                        </a:lnTo>
                        <a:lnTo>
                          <a:pt x="47" y="13175"/>
                        </a:lnTo>
                        <a:lnTo>
                          <a:pt x="0" y="13515"/>
                        </a:lnTo>
                        <a:lnTo>
                          <a:pt x="306" y="13651"/>
                        </a:lnTo>
                        <a:lnTo>
                          <a:pt x="391" y="13076"/>
                        </a:lnTo>
                        <a:lnTo>
                          <a:pt x="769" y="12861"/>
                        </a:lnTo>
                        <a:lnTo>
                          <a:pt x="957" y="13382"/>
                        </a:lnTo>
                        <a:lnTo>
                          <a:pt x="1333" y="13775"/>
                        </a:lnTo>
                        <a:lnTo>
                          <a:pt x="1585" y="13911"/>
                        </a:lnTo>
                        <a:lnTo>
                          <a:pt x="1741" y="13505"/>
                        </a:lnTo>
                        <a:lnTo>
                          <a:pt x="2013" y="13958"/>
                        </a:lnTo>
                        <a:lnTo>
                          <a:pt x="2516" y="14058"/>
                        </a:lnTo>
                        <a:lnTo>
                          <a:pt x="2696" y="13494"/>
                        </a:lnTo>
                        <a:lnTo>
                          <a:pt x="2485" y="12861"/>
                        </a:lnTo>
                        <a:lnTo>
                          <a:pt x="2422" y="12432"/>
                        </a:lnTo>
                        <a:lnTo>
                          <a:pt x="2822" y="12308"/>
                        </a:lnTo>
                        <a:lnTo>
                          <a:pt x="2893" y="12818"/>
                        </a:lnTo>
                        <a:cubicBezTo>
                          <a:pt x="2695" y="13095"/>
                          <a:pt x="2706" y="13557"/>
                          <a:pt x="2917" y="13814"/>
                        </a:cubicBezTo>
                        <a:cubicBezTo>
                          <a:pt x="3063" y="13993"/>
                          <a:pt x="3272" y="14016"/>
                          <a:pt x="3435" y="13871"/>
                        </a:cubicBezTo>
                        <a:lnTo>
                          <a:pt x="3898" y="13905"/>
                        </a:lnTo>
                        <a:lnTo>
                          <a:pt x="4157" y="14041"/>
                        </a:lnTo>
                        <a:cubicBezTo>
                          <a:pt x="4345" y="14008"/>
                          <a:pt x="4534" y="13981"/>
                          <a:pt x="4723" y="13962"/>
                        </a:cubicBezTo>
                        <a:cubicBezTo>
                          <a:pt x="4883" y="13945"/>
                          <a:pt x="5042" y="13934"/>
                          <a:pt x="5203" y="13928"/>
                        </a:cubicBezTo>
                        <a:lnTo>
                          <a:pt x="5493" y="13803"/>
                        </a:lnTo>
                        <a:lnTo>
                          <a:pt x="5752" y="13248"/>
                        </a:lnTo>
                        <a:lnTo>
                          <a:pt x="5587" y="12216"/>
                        </a:lnTo>
                        <a:lnTo>
                          <a:pt x="5218" y="12250"/>
                        </a:lnTo>
                        <a:cubicBezTo>
                          <a:pt x="5045" y="12150"/>
                          <a:pt x="4851" y="12150"/>
                          <a:pt x="4678" y="12250"/>
                        </a:cubicBezTo>
                        <a:cubicBezTo>
                          <a:pt x="4514" y="12345"/>
                          <a:pt x="4380" y="12522"/>
                          <a:pt x="4301" y="12748"/>
                        </a:cubicBezTo>
                        <a:lnTo>
                          <a:pt x="3971" y="12816"/>
                        </a:lnTo>
                        <a:lnTo>
                          <a:pt x="3492" y="12681"/>
                        </a:lnTo>
                        <a:lnTo>
                          <a:pt x="3516" y="12216"/>
                        </a:lnTo>
                        <a:lnTo>
                          <a:pt x="3830" y="12092"/>
                        </a:lnTo>
                        <a:lnTo>
                          <a:pt x="4190" y="12126"/>
                        </a:lnTo>
                        <a:lnTo>
                          <a:pt x="4612" y="11921"/>
                        </a:lnTo>
                        <a:lnTo>
                          <a:pt x="5130" y="11548"/>
                        </a:lnTo>
                        <a:lnTo>
                          <a:pt x="5538" y="11719"/>
                        </a:lnTo>
                        <a:lnTo>
                          <a:pt x="5781" y="11347"/>
                        </a:lnTo>
                        <a:lnTo>
                          <a:pt x="5757" y="10950"/>
                        </a:lnTo>
                        <a:lnTo>
                          <a:pt x="5474" y="10520"/>
                        </a:lnTo>
                        <a:lnTo>
                          <a:pt x="5545" y="10078"/>
                        </a:lnTo>
                        <a:lnTo>
                          <a:pt x="5686" y="9569"/>
                        </a:lnTo>
                        <a:lnTo>
                          <a:pt x="5773" y="9070"/>
                        </a:lnTo>
                        <a:lnTo>
                          <a:pt x="5639" y="8469"/>
                        </a:lnTo>
                        <a:lnTo>
                          <a:pt x="5835" y="7692"/>
                        </a:lnTo>
                        <a:lnTo>
                          <a:pt x="5874" y="7125"/>
                        </a:lnTo>
                        <a:lnTo>
                          <a:pt x="5898" y="6467"/>
                        </a:lnTo>
                        <a:lnTo>
                          <a:pt x="6055" y="6094"/>
                        </a:lnTo>
                        <a:lnTo>
                          <a:pt x="6243" y="7171"/>
                        </a:lnTo>
                        <a:lnTo>
                          <a:pt x="6627" y="7205"/>
                        </a:lnTo>
                        <a:lnTo>
                          <a:pt x="6769" y="7534"/>
                        </a:lnTo>
                        <a:lnTo>
                          <a:pt x="6446" y="7941"/>
                        </a:lnTo>
                        <a:lnTo>
                          <a:pt x="6360" y="8406"/>
                        </a:lnTo>
                        <a:lnTo>
                          <a:pt x="6061" y="9324"/>
                        </a:lnTo>
                        <a:lnTo>
                          <a:pt x="6454" y="9494"/>
                        </a:lnTo>
                        <a:lnTo>
                          <a:pt x="6501" y="9845"/>
                        </a:lnTo>
                        <a:lnTo>
                          <a:pt x="6643" y="10262"/>
                        </a:lnTo>
                        <a:lnTo>
                          <a:pt x="6869" y="10431"/>
                        </a:lnTo>
                        <a:lnTo>
                          <a:pt x="7199" y="10805"/>
                        </a:lnTo>
                        <a:cubicBezTo>
                          <a:pt x="7319" y="10894"/>
                          <a:pt x="7445" y="10962"/>
                          <a:pt x="7576" y="11008"/>
                        </a:cubicBezTo>
                        <a:cubicBezTo>
                          <a:pt x="7740" y="11066"/>
                          <a:pt x="7910" y="11089"/>
                          <a:pt x="8079" y="11076"/>
                        </a:cubicBezTo>
                        <a:cubicBezTo>
                          <a:pt x="8180" y="10950"/>
                          <a:pt x="8282" y="10826"/>
                          <a:pt x="8385" y="10703"/>
                        </a:cubicBezTo>
                        <a:cubicBezTo>
                          <a:pt x="8537" y="10522"/>
                          <a:pt x="8692" y="10344"/>
                          <a:pt x="8848" y="10170"/>
                        </a:cubicBezTo>
                        <a:cubicBezTo>
                          <a:pt x="9056" y="10000"/>
                          <a:pt x="9309" y="9987"/>
                          <a:pt x="9524" y="10136"/>
                        </a:cubicBezTo>
                        <a:cubicBezTo>
                          <a:pt x="9653" y="10225"/>
                          <a:pt x="9759" y="10367"/>
                          <a:pt x="9831" y="10545"/>
                        </a:cubicBezTo>
                        <a:lnTo>
                          <a:pt x="10562" y="11156"/>
                        </a:lnTo>
                        <a:lnTo>
                          <a:pt x="10939" y="11575"/>
                        </a:lnTo>
                        <a:lnTo>
                          <a:pt x="11173" y="11869"/>
                        </a:lnTo>
                        <a:lnTo>
                          <a:pt x="11668" y="12527"/>
                        </a:lnTo>
                        <a:lnTo>
                          <a:pt x="11809" y="12866"/>
                        </a:lnTo>
                        <a:lnTo>
                          <a:pt x="12130" y="13385"/>
                        </a:lnTo>
                        <a:lnTo>
                          <a:pt x="12743" y="13521"/>
                        </a:lnTo>
                        <a:lnTo>
                          <a:pt x="12789" y="12670"/>
                        </a:lnTo>
                        <a:lnTo>
                          <a:pt x="12976" y="13124"/>
                        </a:lnTo>
                        <a:lnTo>
                          <a:pt x="13300" y="13380"/>
                        </a:lnTo>
                        <a:lnTo>
                          <a:pt x="13091" y="13707"/>
                        </a:lnTo>
                        <a:lnTo>
                          <a:pt x="13529" y="14077"/>
                        </a:lnTo>
                        <a:lnTo>
                          <a:pt x="14080" y="14236"/>
                        </a:lnTo>
                        <a:lnTo>
                          <a:pt x="14692" y="14678"/>
                        </a:lnTo>
                        <a:lnTo>
                          <a:pt x="14967" y="15064"/>
                        </a:lnTo>
                        <a:lnTo>
                          <a:pt x="14742" y="15356"/>
                        </a:lnTo>
                        <a:cubicBezTo>
                          <a:pt x="14636" y="15162"/>
                          <a:pt x="14437" y="15146"/>
                          <a:pt x="14318" y="15322"/>
                        </a:cubicBezTo>
                        <a:cubicBezTo>
                          <a:pt x="14192" y="15507"/>
                          <a:pt x="14214" y="15805"/>
                          <a:pt x="14334" y="16014"/>
                        </a:cubicBezTo>
                        <a:cubicBezTo>
                          <a:pt x="14459" y="16233"/>
                          <a:pt x="14659" y="16317"/>
                          <a:pt x="14821" y="16477"/>
                        </a:cubicBezTo>
                        <a:cubicBezTo>
                          <a:pt x="14992" y="16646"/>
                          <a:pt x="15117" y="16894"/>
                          <a:pt x="15175" y="17180"/>
                        </a:cubicBezTo>
                        <a:lnTo>
                          <a:pt x="15545" y="17848"/>
                        </a:lnTo>
                        <a:lnTo>
                          <a:pt x="16056" y="18257"/>
                        </a:lnTo>
                        <a:lnTo>
                          <a:pt x="16488" y="18620"/>
                        </a:lnTo>
                        <a:lnTo>
                          <a:pt x="17344" y="19017"/>
                        </a:lnTo>
                        <a:lnTo>
                          <a:pt x="17565" y="19686"/>
                        </a:lnTo>
                        <a:lnTo>
                          <a:pt x="17776" y="19924"/>
                        </a:lnTo>
                        <a:cubicBezTo>
                          <a:pt x="17877" y="19983"/>
                          <a:pt x="17976" y="20047"/>
                          <a:pt x="18073" y="20116"/>
                        </a:cubicBezTo>
                        <a:cubicBezTo>
                          <a:pt x="18211" y="20212"/>
                          <a:pt x="18344" y="20318"/>
                          <a:pt x="18475" y="20433"/>
                        </a:cubicBezTo>
                        <a:lnTo>
                          <a:pt x="18843" y="20727"/>
                        </a:lnTo>
                        <a:cubicBezTo>
                          <a:pt x="19008" y="20916"/>
                          <a:pt x="19184" y="21083"/>
                          <a:pt x="19370" y="21226"/>
                        </a:cubicBezTo>
                        <a:cubicBezTo>
                          <a:pt x="19573" y="21381"/>
                          <a:pt x="19786" y="21507"/>
                          <a:pt x="20006" y="21600"/>
                        </a:cubicBezTo>
                        <a:lnTo>
                          <a:pt x="20217" y="21329"/>
                        </a:lnTo>
                        <a:cubicBezTo>
                          <a:pt x="20232" y="21155"/>
                          <a:pt x="20310" y="21005"/>
                          <a:pt x="20421" y="20934"/>
                        </a:cubicBezTo>
                        <a:cubicBezTo>
                          <a:pt x="20556" y="20847"/>
                          <a:pt x="20708" y="20895"/>
                          <a:pt x="20853" y="20934"/>
                        </a:cubicBezTo>
                        <a:cubicBezTo>
                          <a:pt x="21009" y="20976"/>
                          <a:pt x="21166" y="21006"/>
                          <a:pt x="21325" y="21024"/>
                        </a:cubicBezTo>
                        <a:lnTo>
                          <a:pt x="21600" y="20832"/>
                        </a:lnTo>
                        <a:lnTo>
                          <a:pt x="21600" y="20196"/>
                        </a:lnTo>
                        <a:lnTo>
                          <a:pt x="21529" y="19901"/>
                        </a:lnTo>
                        <a:lnTo>
                          <a:pt x="21396" y="19494"/>
                        </a:lnTo>
                        <a:lnTo>
                          <a:pt x="21122" y="18883"/>
                        </a:lnTo>
                        <a:lnTo>
                          <a:pt x="20697" y="18284"/>
                        </a:lnTo>
                        <a:lnTo>
                          <a:pt x="20462" y="17843"/>
                        </a:lnTo>
                        <a:lnTo>
                          <a:pt x="20351" y="17105"/>
                        </a:lnTo>
                        <a:lnTo>
                          <a:pt x="20092" y="16188"/>
                        </a:lnTo>
                        <a:lnTo>
                          <a:pt x="19550" y="15781"/>
                        </a:lnTo>
                        <a:lnTo>
                          <a:pt x="19056" y="15102"/>
                        </a:lnTo>
                        <a:lnTo>
                          <a:pt x="19103" y="14614"/>
                        </a:lnTo>
                        <a:lnTo>
                          <a:pt x="19378" y="14082"/>
                        </a:lnTo>
                        <a:lnTo>
                          <a:pt x="19520" y="13539"/>
                        </a:lnTo>
                        <a:lnTo>
                          <a:pt x="19339" y="12845"/>
                        </a:lnTo>
                        <a:lnTo>
                          <a:pt x="19425" y="12302"/>
                        </a:lnTo>
                        <a:cubicBezTo>
                          <a:pt x="19354" y="12106"/>
                          <a:pt x="19267" y="11924"/>
                          <a:pt x="19166" y="11757"/>
                        </a:cubicBezTo>
                        <a:cubicBezTo>
                          <a:pt x="19038" y="11546"/>
                          <a:pt x="18890" y="11362"/>
                          <a:pt x="18725" y="11213"/>
                        </a:cubicBezTo>
                        <a:cubicBezTo>
                          <a:pt x="18709" y="10836"/>
                          <a:pt x="18715" y="10457"/>
                          <a:pt x="18742" y="10081"/>
                        </a:cubicBezTo>
                        <a:cubicBezTo>
                          <a:pt x="18778" y="9593"/>
                          <a:pt x="18850" y="9109"/>
                          <a:pt x="18844" y="8618"/>
                        </a:cubicBezTo>
                        <a:cubicBezTo>
                          <a:pt x="18840" y="8191"/>
                          <a:pt x="18776" y="7766"/>
                          <a:pt x="18632" y="7393"/>
                        </a:cubicBezTo>
                        <a:cubicBezTo>
                          <a:pt x="18466" y="6963"/>
                          <a:pt x="18202" y="6628"/>
                          <a:pt x="17886" y="6443"/>
                        </a:cubicBezTo>
                        <a:lnTo>
                          <a:pt x="17218" y="5830"/>
                        </a:lnTo>
                        <a:lnTo>
                          <a:pt x="17030" y="5628"/>
                        </a:lnTo>
                        <a:lnTo>
                          <a:pt x="16513" y="5379"/>
                        </a:lnTo>
                        <a:lnTo>
                          <a:pt x="16208" y="5209"/>
                        </a:lnTo>
                        <a:lnTo>
                          <a:pt x="15862" y="4869"/>
                        </a:lnTo>
                        <a:lnTo>
                          <a:pt x="15516" y="4632"/>
                        </a:lnTo>
                        <a:lnTo>
                          <a:pt x="15304" y="3986"/>
                        </a:lnTo>
                        <a:lnTo>
                          <a:pt x="14889" y="3727"/>
                        </a:lnTo>
                        <a:lnTo>
                          <a:pt x="14606" y="3168"/>
                        </a:lnTo>
                        <a:lnTo>
                          <a:pt x="14215" y="2823"/>
                        </a:lnTo>
                        <a:lnTo>
                          <a:pt x="13904" y="2916"/>
                        </a:lnTo>
                        <a:lnTo>
                          <a:pt x="14115" y="3368"/>
                        </a:lnTo>
                        <a:lnTo>
                          <a:pt x="14373" y="3705"/>
                        </a:lnTo>
                        <a:lnTo>
                          <a:pt x="13832" y="3433"/>
                        </a:lnTo>
                        <a:lnTo>
                          <a:pt x="13486" y="3229"/>
                        </a:lnTo>
                        <a:lnTo>
                          <a:pt x="13109" y="3127"/>
                        </a:lnTo>
                        <a:lnTo>
                          <a:pt x="13376" y="2869"/>
                        </a:lnTo>
                        <a:lnTo>
                          <a:pt x="13633" y="2667"/>
                        </a:lnTo>
                        <a:lnTo>
                          <a:pt x="13224" y="2262"/>
                        </a:lnTo>
                        <a:lnTo>
                          <a:pt x="12902" y="2205"/>
                        </a:lnTo>
                        <a:lnTo>
                          <a:pt x="12369" y="2310"/>
                        </a:lnTo>
                        <a:cubicBezTo>
                          <a:pt x="12246" y="2320"/>
                          <a:pt x="12125" y="2273"/>
                          <a:pt x="12024" y="2175"/>
                        </a:cubicBezTo>
                        <a:cubicBezTo>
                          <a:pt x="11913" y="2069"/>
                          <a:pt x="11834" y="1912"/>
                          <a:pt x="11740" y="1777"/>
                        </a:cubicBezTo>
                        <a:cubicBezTo>
                          <a:pt x="11554" y="1508"/>
                          <a:pt x="11315" y="1328"/>
                          <a:pt x="11056" y="1261"/>
                        </a:cubicBezTo>
                        <a:cubicBezTo>
                          <a:pt x="10964" y="1225"/>
                          <a:pt x="10868" y="1298"/>
                          <a:pt x="10836" y="1427"/>
                        </a:cubicBezTo>
                        <a:cubicBezTo>
                          <a:pt x="10791" y="1608"/>
                          <a:pt x="10883" y="1799"/>
                          <a:pt x="11016" y="1802"/>
                        </a:cubicBezTo>
                        <a:lnTo>
                          <a:pt x="10545" y="1702"/>
                        </a:lnTo>
                        <a:lnTo>
                          <a:pt x="10279" y="1238"/>
                        </a:lnTo>
                        <a:lnTo>
                          <a:pt x="9981" y="768"/>
                        </a:lnTo>
                        <a:cubicBezTo>
                          <a:pt x="9877" y="581"/>
                          <a:pt x="9753" y="421"/>
                          <a:pt x="9612" y="294"/>
                        </a:cubicBezTo>
                        <a:cubicBezTo>
                          <a:pt x="9446" y="145"/>
                          <a:pt x="9262" y="45"/>
                          <a:pt x="9069" y="0"/>
                        </a:cubicBezTo>
                        <a:lnTo>
                          <a:pt x="8724" y="38"/>
                        </a:lnTo>
                        <a:lnTo>
                          <a:pt x="8676" y="704"/>
                        </a:lnTo>
                        <a:lnTo>
                          <a:pt x="8559" y="1135"/>
                        </a:lnTo>
                        <a:lnTo>
                          <a:pt x="7961" y="999"/>
                        </a:lnTo>
                        <a:lnTo>
                          <a:pt x="7560" y="933"/>
                        </a:lnTo>
                        <a:lnTo>
                          <a:pt x="7443" y="1306"/>
                        </a:lnTo>
                        <a:lnTo>
                          <a:pt x="7127" y="1309"/>
                        </a:lnTo>
                        <a:lnTo>
                          <a:pt x="6632" y="1751"/>
                        </a:lnTo>
                        <a:lnTo>
                          <a:pt x="6491" y="2171"/>
                        </a:lnTo>
                        <a:lnTo>
                          <a:pt x="6349" y="2646"/>
                        </a:lnTo>
                        <a:lnTo>
                          <a:pt x="6396" y="3143"/>
                        </a:lnTo>
                        <a:lnTo>
                          <a:pt x="6679" y="3404"/>
                        </a:lnTo>
                        <a:lnTo>
                          <a:pt x="6539" y="3969"/>
                        </a:lnTo>
                        <a:lnTo>
                          <a:pt x="6273" y="3957"/>
                        </a:lnTo>
                        <a:lnTo>
                          <a:pt x="6187" y="4296"/>
                        </a:lnTo>
                        <a:lnTo>
                          <a:pt x="6053" y="4782"/>
                        </a:lnTo>
                        <a:lnTo>
                          <a:pt x="6124" y="5338"/>
                        </a:lnTo>
                        <a:lnTo>
                          <a:pt x="5983" y="5717"/>
                        </a:lnTo>
                        <a:lnTo>
                          <a:pt x="5828" y="5062"/>
                        </a:lnTo>
                        <a:lnTo>
                          <a:pt x="5828" y="4723"/>
                        </a:lnTo>
                        <a:lnTo>
                          <a:pt x="5455" y="4385"/>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任意多边形: 形状 29"/>
                  <p:cNvSpPr/>
                  <p:nvPr/>
                </p:nvSpPr>
                <p:spPr>
                  <a:xfrm>
                    <a:off x="2957651" y="2966713"/>
                    <a:ext cx="37234" cy="46633"/>
                  </a:xfrm>
                  <a:custGeom>
                    <a:avLst/>
                    <a:gdLst/>
                    <a:ahLst/>
                    <a:cxnLst>
                      <a:cxn ang="0">
                        <a:pos x="wd2" y="hd2"/>
                      </a:cxn>
                      <a:cxn ang="5400000">
                        <a:pos x="wd2" y="hd2"/>
                      </a:cxn>
                      <a:cxn ang="10800000">
                        <a:pos x="wd2" y="hd2"/>
                      </a:cxn>
                      <a:cxn ang="16200000">
                        <a:pos x="wd2" y="hd2"/>
                      </a:cxn>
                    </a:cxnLst>
                    <a:rect l="0" t="0" r="r" b="b"/>
                    <a:pathLst>
                      <a:path w="21600" h="21600" extrusionOk="0">
                        <a:moveTo>
                          <a:pt x="4554" y="0"/>
                        </a:moveTo>
                        <a:lnTo>
                          <a:pt x="12145" y="2252"/>
                        </a:lnTo>
                        <a:lnTo>
                          <a:pt x="17508" y="4147"/>
                        </a:lnTo>
                        <a:lnTo>
                          <a:pt x="21305" y="11063"/>
                        </a:lnTo>
                        <a:lnTo>
                          <a:pt x="21600" y="19260"/>
                        </a:lnTo>
                        <a:lnTo>
                          <a:pt x="16900" y="20658"/>
                        </a:lnTo>
                        <a:lnTo>
                          <a:pt x="10708" y="21600"/>
                        </a:lnTo>
                        <a:lnTo>
                          <a:pt x="6468" y="17037"/>
                        </a:lnTo>
                        <a:lnTo>
                          <a:pt x="0" y="12815"/>
                        </a:lnTo>
                        <a:lnTo>
                          <a:pt x="1830" y="6252"/>
                        </a:lnTo>
                        <a:lnTo>
                          <a:pt x="576" y="2013"/>
                        </a:lnTo>
                        <a:lnTo>
                          <a:pt x="4554"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任意多边形: 形状 30"/>
                  <p:cNvSpPr/>
                  <p:nvPr/>
                </p:nvSpPr>
                <p:spPr>
                  <a:xfrm>
                    <a:off x="2988900" y="2944922"/>
                    <a:ext cx="13825" cy="21780"/>
                  </a:xfrm>
                  <a:custGeom>
                    <a:avLst/>
                    <a:gdLst/>
                    <a:ahLst/>
                    <a:cxnLst>
                      <a:cxn ang="0">
                        <a:pos x="wd2" y="hd2"/>
                      </a:cxn>
                      <a:cxn ang="5400000">
                        <a:pos x="wd2" y="hd2"/>
                      </a:cxn>
                      <a:cxn ang="10800000">
                        <a:pos x="wd2" y="hd2"/>
                      </a:cxn>
                      <a:cxn ang="16200000">
                        <a:pos x="wd2" y="hd2"/>
                      </a:cxn>
                    </a:cxnLst>
                    <a:rect l="0" t="0" r="r" b="b"/>
                    <a:pathLst>
                      <a:path w="21600" h="21600" extrusionOk="0">
                        <a:moveTo>
                          <a:pt x="7065" y="0"/>
                        </a:moveTo>
                        <a:lnTo>
                          <a:pt x="19230" y="6996"/>
                        </a:lnTo>
                        <a:lnTo>
                          <a:pt x="21600" y="18575"/>
                        </a:lnTo>
                        <a:lnTo>
                          <a:pt x="7846" y="21600"/>
                        </a:lnTo>
                        <a:lnTo>
                          <a:pt x="0" y="15332"/>
                        </a:lnTo>
                        <a:lnTo>
                          <a:pt x="7065"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任意多边形: 形状 31"/>
                  <p:cNvSpPr/>
                  <p:nvPr/>
                </p:nvSpPr>
                <p:spPr>
                  <a:xfrm>
                    <a:off x="2898796" y="2971899"/>
                    <a:ext cx="39575" cy="43813"/>
                  </a:xfrm>
                  <a:custGeom>
                    <a:avLst/>
                    <a:gdLst/>
                    <a:ahLst/>
                    <a:cxnLst>
                      <a:cxn ang="0">
                        <a:pos x="wd2" y="hd2"/>
                      </a:cxn>
                      <a:cxn ang="5400000">
                        <a:pos x="wd2" y="hd2"/>
                      </a:cxn>
                      <a:cxn ang="10800000">
                        <a:pos x="wd2" y="hd2"/>
                      </a:cxn>
                      <a:cxn ang="16200000">
                        <a:pos x="wd2" y="hd2"/>
                      </a:cxn>
                    </a:cxnLst>
                    <a:rect l="0" t="0" r="r" b="b"/>
                    <a:pathLst>
                      <a:path w="21600" h="21600" extrusionOk="0">
                        <a:moveTo>
                          <a:pt x="7034" y="4084"/>
                        </a:moveTo>
                        <a:lnTo>
                          <a:pt x="14037" y="951"/>
                        </a:lnTo>
                        <a:lnTo>
                          <a:pt x="20768" y="0"/>
                        </a:lnTo>
                        <a:lnTo>
                          <a:pt x="21600" y="4466"/>
                        </a:lnTo>
                        <a:lnTo>
                          <a:pt x="21600" y="9462"/>
                        </a:lnTo>
                        <a:lnTo>
                          <a:pt x="18270" y="14709"/>
                        </a:lnTo>
                        <a:lnTo>
                          <a:pt x="11767" y="21600"/>
                        </a:lnTo>
                        <a:lnTo>
                          <a:pt x="5959" y="21600"/>
                        </a:lnTo>
                        <a:lnTo>
                          <a:pt x="4656" y="12656"/>
                        </a:lnTo>
                        <a:lnTo>
                          <a:pt x="987" y="11920"/>
                        </a:lnTo>
                        <a:lnTo>
                          <a:pt x="0" y="7424"/>
                        </a:lnTo>
                        <a:lnTo>
                          <a:pt x="7034" y="4084"/>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任意多边形: 形状 32"/>
                  <p:cNvSpPr/>
                  <p:nvPr/>
                </p:nvSpPr>
                <p:spPr>
                  <a:xfrm>
                    <a:off x="2830122" y="2996444"/>
                    <a:ext cx="117553" cy="83256"/>
                  </a:xfrm>
                  <a:custGeom>
                    <a:avLst/>
                    <a:gdLst/>
                    <a:ahLst/>
                    <a:cxnLst>
                      <a:cxn ang="0">
                        <a:pos x="wd2" y="hd2"/>
                      </a:cxn>
                      <a:cxn ang="5400000">
                        <a:pos x="wd2" y="hd2"/>
                      </a:cxn>
                      <a:cxn ang="10800000">
                        <a:pos x="wd2" y="hd2"/>
                      </a:cxn>
                      <a:cxn ang="16200000">
                        <a:pos x="wd2" y="hd2"/>
                      </a:cxn>
                    </a:cxnLst>
                    <a:rect l="0" t="0" r="r" b="b"/>
                    <a:pathLst>
                      <a:path w="21600" h="21600" extrusionOk="0">
                        <a:moveTo>
                          <a:pt x="10135" y="116"/>
                        </a:moveTo>
                        <a:lnTo>
                          <a:pt x="7736" y="0"/>
                        </a:lnTo>
                        <a:lnTo>
                          <a:pt x="5503" y="1867"/>
                        </a:lnTo>
                        <a:lnTo>
                          <a:pt x="3311" y="3631"/>
                        </a:lnTo>
                        <a:lnTo>
                          <a:pt x="0" y="5601"/>
                        </a:lnTo>
                        <a:lnTo>
                          <a:pt x="553" y="8428"/>
                        </a:lnTo>
                        <a:lnTo>
                          <a:pt x="3528" y="11857"/>
                        </a:lnTo>
                        <a:lnTo>
                          <a:pt x="4929" y="13233"/>
                        </a:lnTo>
                        <a:lnTo>
                          <a:pt x="8513" y="9615"/>
                        </a:lnTo>
                        <a:lnTo>
                          <a:pt x="6289" y="14923"/>
                        </a:lnTo>
                        <a:lnTo>
                          <a:pt x="6937" y="17404"/>
                        </a:lnTo>
                        <a:lnTo>
                          <a:pt x="9406" y="17404"/>
                        </a:lnTo>
                        <a:lnTo>
                          <a:pt x="8624" y="20231"/>
                        </a:lnTo>
                        <a:lnTo>
                          <a:pt x="12079" y="21600"/>
                        </a:lnTo>
                        <a:cubicBezTo>
                          <a:pt x="12715" y="21450"/>
                          <a:pt x="13354" y="21318"/>
                          <a:pt x="13994" y="21204"/>
                        </a:cubicBezTo>
                        <a:cubicBezTo>
                          <a:pt x="14954" y="21034"/>
                          <a:pt x="15918" y="20905"/>
                          <a:pt x="16883" y="20817"/>
                        </a:cubicBezTo>
                        <a:cubicBezTo>
                          <a:pt x="17565" y="20989"/>
                          <a:pt x="18268" y="20853"/>
                          <a:pt x="18892" y="20429"/>
                        </a:cubicBezTo>
                        <a:cubicBezTo>
                          <a:pt x="19533" y="19993"/>
                          <a:pt x="20057" y="19276"/>
                          <a:pt x="20386" y="18385"/>
                        </a:cubicBezTo>
                        <a:lnTo>
                          <a:pt x="21600" y="14899"/>
                        </a:lnTo>
                        <a:lnTo>
                          <a:pt x="21180" y="11865"/>
                        </a:lnTo>
                        <a:lnTo>
                          <a:pt x="18798" y="12063"/>
                        </a:lnTo>
                        <a:lnTo>
                          <a:pt x="17958" y="8907"/>
                        </a:lnTo>
                        <a:lnTo>
                          <a:pt x="15762" y="9558"/>
                        </a:lnTo>
                        <a:lnTo>
                          <a:pt x="14689" y="13250"/>
                        </a:lnTo>
                        <a:lnTo>
                          <a:pt x="13714" y="10490"/>
                        </a:lnTo>
                        <a:lnTo>
                          <a:pt x="13159" y="8132"/>
                        </a:lnTo>
                        <a:lnTo>
                          <a:pt x="13585" y="4909"/>
                        </a:lnTo>
                        <a:lnTo>
                          <a:pt x="13445" y="2799"/>
                        </a:lnTo>
                        <a:lnTo>
                          <a:pt x="10836" y="6483"/>
                        </a:lnTo>
                        <a:lnTo>
                          <a:pt x="10001" y="4769"/>
                        </a:lnTo>
                        <a:lnTo>
                          <a:pt x="11116" y="3393"/>
                        </a:lnTo>
                        <a:lnTo>
                          <a:pt x="11945" y="928"/>
                        </a:lnTo>
                        <a:lnTo>
                          <a:pt x="10135" y="116"/>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任意多边形: 形状 33"/>
                  <p:cNvSpPr/>
                  <p:nvPr/>
                </p:nvSpPr>
                <p:spPr>
                  <a:xfrm>
                    <a:off x="2955893" y="3092380"/>
                    <a:ext cx="59408" cy="78494"/>
                  </a:xfrm>
                  <a:custGeom>
                    <a:avLst/>
                    <a:gdLst/>
                    <a:ahLst/>
                    <a:cxnLst>
                      <a:cxn ang="0">
                        <a:pos x="wd2" y="hd2"/>
                      </a:cxn>
                      <a:cxn ang="5400000">
                        <a:pos x="wd2" y="hd2"/>
                      </a:cxn>
                      <a:cxn ang="10800000">
                        <a:pos x="wd2" y="hd2"/>
                      </a:cxn>
                      <a:cxn ang="16200000">
                        <a:pos x="wd2" y="hd2"/>
                      </a:cxn>
                    </a:cxnLst>
                    <a:rect l="0" t="0" r="r" b="b"/>
                    <a:pathLst>
                      <a:path w="21516" h="21281" extrusionOk="0">
                        <a:moveTo>
                          <a:pt x="16062" y="145"/>
                        </a:moveTo>
                        <a:lnTo>
                          <a:pt x="18559" y="1996"/>
                        </a:lnTo>
                        <a:lnTo>
                          <a:pt x="18755" y="4746"/>
                        </a:lnTo>
                        <a:lnTo>
                          <a:pt x="21516" y="7829"/>
                        </a:lnTo>
                        <a:lnTo>
                          <a:pt x="20964" y="11197"/>
                        </a:lnTo>
                        <a:lnTo>
                          <a:pt x="19031" y="14918"/>
                        </a:lnTo>
                        <a:lnTo>
                          <a:pt x="18479" y="18087"/>
                        </a:lnTo>
                        <a:lnTo>
                          <a:pt x="15084" y="20077"/>
                        </a:lnTo>
                        <a:cubicBezTo>
                          <a:pt x="14091" y="20966"/>
                          <a:pt x="12556" y="21409"/>
                          <a:pt x="11023" y="21249"/>
                        </a:cubicBezTo>
                        <a:cubicBezTo>
                          <a:pt x="7381" y="20867"/>
                          <a:pt x="5464" y="17810"/>
                          <a:pt x="7399" y="15469"/>
                        </a:cubicBezTo>
                        <a:lnTo>
                          <a:pt x="1984" y="15469"/>
                        </a:lnTo>
                        <a:lnTo>
                          <a:pt x="10" y="10379"/>
                        </a:lnTo>
                        <a:cubicBezTo>
                          <a:pt x="-84" y="9375"/>
                          <a:pt x="478" y="8398"/>
                          <a:pt x="1518" y="7760"/>
                        </a:cubicBezTo>
                        <a:cubicBezTo>
                          <a:pt x="3296" y="6669"/>
                          <a:pt x="5899" y="6789"/>
                          <a:pt x="7484" y="8036"/>
                        </a:cubicBezTo>
                        <a:cubicBezTo>
                          <a:pt x="7545" y="9180"/>
                          <a:pt x="9290" y="9808"/>
                          <a:pt x="10523" y="9130"/>
                        </a:cubicBezTo>
                        <a:cubicBezTo>
                          <a:pt x="11635" y="8518"/>
                          <a:pt x="11430" y="7310"/>
                          <a:pt x="10799" y="6305"/>
                        </a:cubicBezTo>
                        <a:cubicBezTo>
                          <a:pt x="9787" y="4695"/>
                          <a:pt x="8151" y="3351"/>
                          <a:pt x="6104" y="2446"/>
                        </a:cubicBezTo>
                        <a:cubicBezTo>
                          <a:pt x="6962" y="1800"/>
                          <a:pt x="7958" y="1265"/>
                          <a:pt x="9050" y="862"/>
                        </a:cubicBezTo>
                        <a:cubicBezTo>
                          <a:pt x="11222" y="61"/>
                          <a:pt x="13682" y="-191"/>
                          <a:pt x="16062" y="145"/>
                        </a:cubicBez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任意多边形: 形状 34"/>
                  <p:cNvSpPr/>
                  <p:nvPr/>
                </p:nvSpPr>
                <p:spPr>
                  <a:xfrm>
                    <a:off x="2039450" y="2966043"/>
                    <a:ext cx="2363319" cy="2219046"/>
                  </a:xfrm>
                  <a:custGeom>
                    <a:avLst/>
                    <a:gdLst/>
                    <a:ahLst/>
                    <a:cxnLst>
                      <a:cxn ang="0">
                        <a:pos x="wd2" y="hd2"/>
                      </a:cxn>
                      <a:cxn ang="5400000">
                        <a:pos x="wd2" y="hd2"/>
                      </a:cxn>
                      <a:cxn ang="10800000">
                        <a:pos x="wd2" y="hd2"/>
                      </a:cxn>
                      <a:cxn ang="16200000">
                        <a:pos x="wd2" y="hd2"/>
                      </a:cxn>
                    </a:cxnLst>
                    <a:rect l="0" t="0" r="r" b="b"/>
                    <a:pathLst>
                      <a:path w="21600" h="21600" extrusionOk="0">
                        <a:moveTo>
                          <a:pt x="6982" y="827"/>
                        </a:moveTo>
                        <a:lnTo>
                          <a:pt x="7131" y="835"/>
                        </a:lnTo>
                        <a:lnTo>
                          <a:pt x="7235" y="824"/>
                        </a:lnTo>
                        <a:lnTo>
                          <a:pt x="7298" y="913"/>
                        </a:lnTo>
                        <a:lnTo>
                          <a:pt x="7325" y="1000"/>
                        </a:lnTo>
                        <a:lnTo>
                          <a:pt x="7441" y="1022"/>
                        </a:lnTo>
                        <a:lnTo>
                          <a:pt x="7487" y="1088"/>
                        </a:lnTo>
                        <a:lnTo>
                          <a:pt x="7527" y="1212"/>
                        </a:lnTo>
                        <a:lnTo>
                          <a:pt x="7603" y="1298"/>
                        </a:lnTo>
                        <a:lnTo>
                          <a:pt x="7603" y="1387"/>
                        </a:lnTo>
                        <a:lnTo>
                          <a:pt x="7656" y="1456"/>
                        </a:lnTo>
                        <a:lnTo>
                          <a:pt x="7774" y="1483"/>
                        </a:lnTo>
                        <a:lnTo>
                          <a:pt x="7846" y="1517"/>
                        </a:lnTo>
                        <a:lnTo>
                          <a:pt x="7900" y="1570"/>
                        </a:lnTo>
                        <a:cubicBezTo>
                          <a:pt x="7875" y="1614"/>
                          <a:pt x="7901" y="1671"/>
                          <a:pt x="7949" y="1678"/>
                        </a:cubicBezTo>
                        <a:cubicBezTo>
                          <a:pt x="8022" y="1689"/>
                          <a:pt x="8065" y="1593"/>
                          <a:pt x="8011" y="1539"/>
                        </a:cubicBezTo>
                        <a:lnTo>
                          <a:pt x="8004" y="1414"/>
                        </a:lnTo>
                        <a:lnTo>
                          <a:pt x="8064" y="1310"/>
                        </a:lnTo>
                        <a:lnTo>
                          <a:pt x="8148" y="1280"/>
                        </a:lnTo>
                        <a:lnTo>
                          <a:pt x="8245" y="1273"/>
                        </a:lnTo>
                        <a:lnTo>
                          <a:pt x="8314" y="1372"/>
                        </a:lnTo>
                        <a:lnTo>
                          <a:pt x="8307" y="1465"/>
                        </a:lnTo>
                        <a:lnTo>
                          <a:pt x="8250" y="1544"/>
                        </a:lnTo>
                        <a:lnTo>
                          <a:pt x="8238" y="1638"/>
                        </a:lnTo>
                        <a:lnTo>
                          <a:pt x="8280" y="1741"/>
                        </a:lnTo>
                        <a:lnTo>
                          <a:pt x="8252" y="1852"/>
                        </a:lnTo>
                        <a:lnTo>
                          <a:pt x="8315" y="2016"/>
                        </a:lnTo>
                        <a:lnTo>
                          <a:pt x="8370" y="2072"/>
                        </a:lnTo>
                        <a:lnTo>
                          <a:pt x="8444" y="2116"/>
                        </a:lnTo>
                        <a:lnTo>
                          <a:pt x="8525" y="2102"/>
                        </a:lnTo>
                        <a:lnTo>
                          <a:pt x="8606" y="2124"/>
                        </a:lnTo>
                        <a:lnTo>
                          <a:pt x="8558" y="2220"/>
                        </a:lnTo>
                        <a:lnTo>
                          <a:pt x="8485" y="2205"/>
                        </a:lnTo>
                        <a:lnTo>
                          <a:pt x="8462" y="2284"/>
                        </a:lnTo>
                        <a:lnTo>
                          <a:pt x="8441" y="2449"/>
                        </a:lnTo>
                        <a:lnTo>
                          <a:pt x="8379" y="2618"/>
                        </a:lnTo>
                        <a:lnTo>
                          <a:pt x="8312" y="2588"/>
                        </a:lnTo>
                        <a:lnTo>
                          <a:pt x="8203" y="2531"/>
                        </a:lnTo>
                        <a:lnTo>
                          <a:pt x="8124" y="2598"/>
                        </a:lnTo>
                        <a:lnTo>
                          <a:pt x="8205" y="2699"/>
                        </a:lnTo>
                        <a:cubicBezTo>
                          <a:pt x="8263" y="2733"/>
                          <a:pt x="8323" y="2760"/>
                          <a:pt x="8386" y="2780"/>
                        </a:cubicBezTo>
                        <a:cubicBezTo>
                          <a:pt x="8432" y="2794"/>
                          <a:pt x="8479" y="2805"/>
                          <a:pt x="8525" y="2795"/>
                        </a:cubicBezTo>
                        <a:cubicBezTo>
                          <a:pt x="8571" y="2785"/>
                          <a:pt x="8611" y="2757"/>
                          <a:pt x="8637" y="2716"/>
                        </a:cubicBezTo>
                        <a:lnTo>
                          <a:pt x="8664" y="2637"/>
                        </a:lnTo>
                        <a:lnTo>
                          <a:pt x="8584" y="2645"/>
                        </a:lnTo>
                        <a:cubicBezTo>
                          <a:pt x="8554" y="2675"/>
                          <a:pt x="8510" y="2681"/>
                          <a:pt x="8473" y="2662"/>
                        </a:cubicBezTo>
                        <a:cubicBezTo>
                          <a:pt x="8359" y="2599"/>
                          <a:pt x="8398" y="2415"/>
                          <a:pt x="8527" y="2412"/>
                        </a:cubicBezTo>
                        <a:lnTo>
                          <a:pt x="8630" y="2449"/>
                        </a:lnTo>
                        <a:lnTo>
                          <a:pt x="8693" y="2335"/>
                        </a:lnTo>
                        <a:lnTo>
                          <a:pt x="8728" y="2264"/>
                        </a:lnTo>
                        <a:lnTo>
                          <a:pt x="8813" y="2264"/>
                        </a:lnTo>
                        <a:lnTo>
                          <a:pt x="8883" y="2328"/>
                        </a:lnTo>
                        <a:lnTo>
                          <a:pt x="8913" y="2180"/>
                        </a:lnTo>
                        <a:lnTo>
                          <a:pt x="8888" y="2034"/>
                        </a:lnTo>
                        <a:lnTo>
                          <a:pt x="8901" y="1920"/>
                        </a:lnTo>
                        <a:lnTo>
                          <a:pt x="8955" y="1834"/>
                        </a:lnTo>
                        <a:cubicBezTo>
                          <a:pt x="8964" y="1773"/>
                          <a:pt x="8971" y="1712"/>
                          <a:pt x="8975" y="1651"/>
                        </a:cubicBezTo>
                        <a:cubicBezTo>
                          <a:pt x="8979" y="1601"/>
                          <a:pt x="8982" y="1552"/>
                          <a:pt x="8982" y="1502"/>
                        </a:cubicBezTo>
                        <a:lnTo>
                          <a:pt x="8975" y="1347"/>
                        </a:lnTo>
                        <a:cubicBezTo>
                          <a:pt x="8984" y="1319"/>
                          <a:pt x="9001" y="1296"/>
                          <a:pt x="9024" y="1280"/>
                        </a:cubicBezTo>
                        <a:cubicBezTo>
                          <a:pt x="9068" y="1251"/>
                          <a:pt x="9123" y="1256"/>
                          <a:pt x="9175" y="1258"/>
                        </a:cubicBezTo>
                        <a:cubicBezTo>
                          <a:pt x="9214" y="1260"/>
                          <a:pt x="9254" y="1260"/>
                          <a:pt x="9293" y="1258"/>
                        </a:cubicBezTo>
                        <a:lnTo>
                          <a:pt x="9383" y="1324"/>
                        </a:lnTo>
                        <a:lnTo>
                          <a:pt x="9342" y="1409"/>
                        </a:lnTo>
                        <a:lnTo>
                          <a:pt x="9274" y="1569"/>
                        </a:lnTo>
                        <a:lnTo>
                          <a:pt x="9178" y="1638"/>
                        </a:lnTo>
                        <a:lnTo>
                          <a:pt x="9194" y="1866"/>
                        </a:lnTo>
                        <a:lnTo>
                          <a:pt x="9194" y="1997"/>
                        </a:lnTo>
                        <a:lnTo>
                          <a:pt x="9264" y="2101"/>
                        </a:lnTo>
                        <a:cubicBezTo>
                          <a:pt x="9307" y="2131"/>
                          <a:pt x="9342" y="2173"/>
                          <a:pt x="9366" y="2222"/>
                        </a:cubicBezTo>
                        <a:cubicBezTo>
                          <a:pt x="9382" y="2255"/>
                          <a:pt x="9393" y="2291"/>
                          <a:pt x="9399" y="2328"/>
                        </a:cubicBezTo>
                        <a:lnTo>
                          <a:pt x="9482" y="2336"/>
                        </a:lnTo>
                        <a:lnTo>
                          <a:pt x="9556" y="2400"/>
                        </a:lnTo>
                        <a:cubicBezTo>
                          <a:pt x="9583" y="2419"/>
                          <a:pt x="9608" y="2443"/>
                          <a:pt x="9630" y="2469"/>
                        </a:cubicBezTo>
                        <a:cubicBezTo>
                          <a:pt x="9660" y="2506"/>
                          <a:pt x="9685" y="2549"/>
                          <a:pt x="9702" y="2595"/>
                        </a:cubicBezTo>
                        <a:cubicBezTo>
                          <a:pt x="9712" y="2619"/>
                          <a:pt x="9722" y="2644"/>
                          <a:pt x="9732" y="2668"/>
                        </a:cubicBezTo>
                        <a:cubicBezTo>
                          <a:pt x="9742" y="2692"/>
                          <a:pt x="9752" y="2716"/>
                          <a:pt x="9762" y="2740"/>
                        </a:cubicBezTo>
                        <a:lnTo>
                          <a:pt x="9811" y="2856"/>
                        </a:lnTo>
                        <a:lnTo>
                          <a:pt x="9887" y="2814"/>
                        </a:lnTo>
                        <a:lnTo>
                          <a:pt x="9859" y="2582"/>
                        </a:lnTo>
                        <a:lnTo>
                          <a:pt x="9928" y="2479"/>
                        </a:lnTo>
                        <a:lnTo>
                          <a:pt x="9921" y="2310"/>
                        </a:lnTo>
                        <a:lnTo>
                          <a:pt x="9875" y="2239"/>
                        </a:lnTo>
                        <a:lnTo>
                          <a:pt x="9712" y="2214"/>
                        </a:lnTo>
                        <a:lnTo>
                          <a:pt x="9622" y="2125"/>
                        </a:lnTo>
                        <a:lnTo>
                          <a:pt x="9548" y="1994"/>
                        </a:lnTo>
                        <a:lnTo>
                          <a:pt x="9500" y="1935"/>
                        </a:lnTo>
                        <a:lnTo>
                          <a:pt x="9451" y="1765"/>
                        </a:lnTo>
                        <a:lnTo>
                          <a:pt x="9437" y="1636"/>
                        </a:lnTo>
                        <a:lnTo>
                          <a:pt x="9444" y="1522"/>
                        </a:lnTo>
                        <a:lnTo>
                          <a:pt x="9505" y="1384"/>
                        </a:lnTo>
                        <a:lnTo>
                          <a:pt x="9539" y="1305"/>
                        </a:lnTo>
                        <a:lnTo>
                          <a:pt x="9644" y="1275"/>
                        </a:lnTo>
                        <a:lnTo>
                          <a:pt x="9776" y="1268"/>
                        </a:lnTo>
                        <a:lnTo>
                          <a:pt x="9843" y="1297"/>
                        </a:lnTo>
                        <a:lnTo>
                          <a:pt x="9987" y="1259"/>
                        </a:lnTo>
                        <a:lnTo>
                          <a:pt x="10085" y="1215"/>
                        </a:lnTo>
                        <a:lnTo>
                          <a:pt x="10208" y="1215"/>
                        </a:lnTo>
                        <a:lnTo>
                          <a:pt x="10317" y="1280"/>
                        </a:lnTo>
                        <a:lnTo>
                          <a:pt x="10446" y="1371"/>
                        </a:lnTo>
                        <a:lnTo>
                          <a:pt x="10527" y="1403"/>
                        </a:lnTo>
                        <a:lnTo>
                          <a:pt x="10673" y="1499"/>
                        </a:lnTo>
                        <a:lnTo>
                          <a:pt x="10750" y="1507"/>
                        </a:lnTo>
                        <a:lnTo>
                          <a:pt x="10903" y="1507"/>
                        </a:lnTo>
                        <a:lnTo>
                          <a:pt x="10965" y="1558"/>
                        </a:lnTo>
                        <a:lnTo>
                          <a:pt x="11043" y="1622"/>
                        </a:lnTo>
                        <a:lnTo>
                          <a:pt x="11141" y="1642"/>
                        </a:lnTo>
                        <a:cubicBezTo>
                          <a:pt x="11167" y="1646"/>
                          <a:pt x="11193" y="1654"/>
                          <a:pt x="11218" y="1664"/>
                        </a:cubicBezTo>
                        <a:cubicBezTo>
                          <a:pt x="11254" y="1680"/>
                          <a:pt x="11287" y="1703"/>
                          <a:pt x="11315" y="1731"/>
                        </a:cubicBezTo>
                        <a:lnTo>
                          <a:pt x="11396" y="1808"/>
                        </a:lnTo>
                        <a:lnTo>
                          <a:pt x="11452" y="1948"/>
                        </a:lnTo>
                        <a:lnTo>
                          <a:pt x="11505" y="2034"/>
                        </a:lnTo>
                        <a:lnTo>
                          <a:pt x="11670" y="2064"/>
                        </a:lnTo>
                        <a:lnTo>
                          <a:pt x="11784" y="2091"/>
                        </a:lnTo>
                        <a:lnTo>
                          <a:pt x="12021" y="2143"/>
                        </a:lnTo>
                        <a:lnTo>
                          <a:pt x="12188" y="2173"/>
                        </a:lnTo>
                        <a:cubicBezTo>
                          <a:pt x="12226" y="2161"/>
                          <a:pt x="12267" y="2168"/>
                          <a:pt x="12299" y="2193"/>
                        </a:cubicBezTo>
                        <a:cubicBezTo>
                          <a:pt x="12345" y="2228"/>
                          <a:pt x="12365" y="2291"/>
                          <a:pt x="12348" y="2348"/>
                        </a:cubicBezTo>
                        <a:lnTo>
                          <a:pt x="12320" y="2499"/>
                        </a:lnTo>
                        <a:lnTo>
                          <a:pt x="12307" y="2647"/>
                        </a:lnTo>
                        <a:lnTo>
                          <a:pt x="12353" y="2763"/>
                        </a:lnTo>
                        <a:lnTo>
                          <a:pt x="12265" y="2812"/>
                        </a:lnTo>
                        <a:cubicBezTo>
                          <a:pt x="12226" y="2799"/>
                          <a:pt x="12189" y="2782"/>
                          <a:pt x="12154" y="2760"/>
                        </a:cubicBezTo>
                        <a:cubicBezTo>
                          <a:pt x="12092" y="2723"/>
                          <a:pt x="12039" y="2672"/>
                          <a:pt x="11996" y="2612"/>
                        </a:cubicBezTo>
                        <a:lnTo>
                          <a:pt x="11906" y="2598"/>
                        </a:lnTo>
                        <a:lnTo>
                          <a:pt x="11869" y="2672"/>
                        </a:lnTo>
                        <a:lnTo>
                          <a:pt x="11943" y="2778"/>
                        </a:lnTo>
                        <a:lnTo>
                          <a:pt x="12073" y="2842"/>
                        </a:lnTo>
                        <a:lnTo>
                          <a:pt x="12196" y="2870"/>
                        </a:lnTo>
                        <a:cubicBezTo>
                          <a:pt x="12252" y="2881"/>
                          <a:pt x="12306" y="2906"/>
                          <a:pt x="12352" y="2941"/>
                        </a:cubicBezTo>
                        <a:cubicBezTo>
                          <a:pt x="12395" y="2975"/>
                          <a:pt x="12431" y="3017"/>
                          <a:pt x="12459" y="3065"/>
                        </a:cubicBezTo>
                        <a:lnTo>
                          <a:pt x="12466" y="3161"/>
                        </a:lnTo>
                        <a:cubicBezTo>
                          <a:pt x="12485" y="3191"/>
                          <a:pt x="12502" y="3222"/>
                          <a:pt x="12517" y="3255"/>
                        </a:cubicBezTo>
                        <a:cubicBezTo>
                          <a:pt x="12534" y="3294"/>
                          <a:pt x="12548" y="3335"/>
                          <a:pt x="12558" y="3378"/>
                        </a:cubicBezTo>
                        <a:lnTo>
                          <a:pt x="12459" y="3479"/>
                        </a:lnTo>
                        <a:lnTo>
                          <a:pt x="12328" y="3383"/>
                        </a:lnTo>
                        <a:lnTo>
                          <a:pt x="12360" y="3497"/>
                        </a:lnTo>
                        <a:lnTo>
                          <a:pt x="12388" y="3606"/>
                        </a:lnTo>
                        <a:lnTo>
                          <a:pt x="12168" y="3614"/>
                        </a:lnTo>
                        <a:lnTo>
                          <a:pt x="11947" y="3586"/>
                        </a:lnTo>
                        <a:lnTo>
                          <a:pt x="11769" y="3586"/>
                        </a:lnTo>
                        <a:lnTo>
                          <a:pt x="11618" y="3490"/>
                        </a:lnTo>
                        <a:cubicBezTo>
                          <a:pt x="11588" y="3446"/>
                          <a:pt x="11548" y="3411"/>
                          <a:pt x="11502" y="3389"/>
                        </a:cubicBezTo>
                        <a:cubicBezTo>
                          <a:pt x="11446" y="3361"/>
                          <a:pt x="11382" y="3353"/>
                          <a:pt x="11321" y="3367"/>
                        </a:cubicBezTo>
                        <a:lnTo>
                          <a:pt x="11148" y="3411"/>
                        </a:lnTo>
                        <a:lnTo>
                          <a:pt x="11080" y="3520"/>
                        </a:lnTo>
                        <a:lnTo>
                          <a:pt x="11173" y="3562"/>
                        </a:lnTo>
                        <a:lnTo>
                          <a:pt x="11173" y="3658"/>
                        </a:lnTo>
                        <a:lnTo>
                          <a:pt x="11041" y="3688"/>
                        </a:lnTo>
                        <a:cubicBezTo>
                          <a:pt x="11002" y="3696"/>
                          <a:pt x="10964" y="3668"/>
                          <a:pt x="10957" y="3626"/>
                        </a:cubicBezTo>
                        <a:cubicBezTo>
                          <a:pt x="10950" y="3580"/>
                          <a:pt x="10984" y="3542"/>
                          <a:pt x="10992" y="3497"/>
                        </a:cubicBezTo>
                        <a:cubicBezTo>
                          <a:pt x="11001" y="3449"/>
                          <a:pt x="10979" y="3400"/>
                          <a:pt x="10939" y="3377"/>
                        </a:cubicBezTo>
                        <a:lnTo>
                          <a:pt x="10871" y="3214"/>
                        </a:lnTo>
                        <a:lnTo>
                          <a:pt x="10927" y="3087"/>
                        </a:lnTo>
                        <a:lnTo>
                          <a:pt x="11099" y="3058"/>
                        </a:lnTo>
                        <a:cubicBezTo>
                          <a:pt x="11143" y="3095"/>
                          <a:pt x="11209" y="3081"/>
                          <a:pt x="11236" y="3028"/>
                        </a:cubicBezTo>
                        <a:cubicBezTo>
                          <a:pt x="11261" y="2979"/>
                          <a:pt x="11242" y="2918"/>
                          <a:pt x="11194" y="2895"/>
                        </a:cubicBezTo>
                        <a:lnTo>
                          <a:pt x="11162" y="2836"/>
                        </a:lnTo>
                        <a:lnTo>
                          <a:pt x="11197" y="2733"/>
                        </a:lnTo>
                        <a:lnTo>
                          <a:pt x="11222" y="2589"/>
                        </a:lnTo>
                        <a:lnTo>
                          <a:pt x="11197" y="2443"/>
                        </a:lnTo>
                        <a:lnTo>
                          <a:pt x="11053" y="2409"/>
                        </a:lnTo>
                        <a:lnTo>
                          <a:pt x="10999" y="2596"/>
                        </a:lnTo>
                        <a:lnTo>
                          <a:pt x="10942" y="2690"/>
                        </a:lnTo>
                        <a:lnTo>
                          <a:pt x="10865" y="2727"/>
                        </a:lnTo>
                        <a:lnTo>
                          <a:pt x="10817" y="2660"/>
                        </a:lnTo>
                        <a:lnTo>
                          <a:pt x="10754" y="2500"/>
                        </a:lnTo>
                        <a:lnTo>
                          <a:pt x="10781" y="2399"/>
                        </a:lnTo>
                        <a:lnTo>
                          <a:pt x="10830" y="2332"/>
                        </a:lnTo>
                        <a:lnTo>
                          <a:pt x="10781" y="2275"/>
                        </a:lnTo>
                        <a:lnTo>
                          <a:pt x="10684" y="2238"/>
                        </a:lnTo>
                        <a:lnTo>
                          <a:pt x="10600" y="2181"/>
                        </a:lnTo>
                        <a:lnTo>
                          <a:pt x="10517" y="2122"/>
                        </a:lnTo>
                        <a:lnTo>
                          <a:pt x="10552" y="2262"/>
                        </a:lnTo>
                        <a:lnTo>
                          <a:pt x="10607" y="2328"/>
                        </a:lnTo>
                        <a:lnTo>
                          <a:pt x="10633" y="2419"/>
                        </a:lnTo>
                        <a:lnTo>
                          <a:pt x="10639" y="2505"/>
                        </a:lnTo>
                        <a:lnTo>
                          <a:pt x="10498" y="2436"/>
                        </a:lnTo>
                        <a:lnTo>
                          <a:pt x="10463" y="2355"/>
                        </a:lnTo>
                        <a:lnTo>
                          <a:pt x="10421" y="2254"/>
                        </a:lnTo>
                        <a:lnTo>
                          <a:pt x="10345" y="2231"/>
                        </a:lnTo>
                        <a:lnTo>
                          <a:pt x="10299" y="2312"/>
                        </a:lnTo>
                        <a:lnTo>
                          <a:pt x="10338" y="2436"/>
                        </a:lnTo>
                        <a:lnTo>
                          <a:pt x="10382" y="2609"/>
                        </a:lnTo>
                        <a:lnTo>
                          <a:pt x="10389" y="2728"/>
                        </a:lnTo>
                        <a:lnTo>
                          <a:pt x="10389" y="2839"/>
                        </a:lnTo>
                        <a:lnTo>
                          <a:pt x="10361" y="2940"/>
                        </a:lnTo>
                        <a:lnTo>
                          <a:pt x="10333" y="3026"/>
                        </a:lnTo>
                        <a:lnTo>
                          <a:pt x="10284" y="3159"/>
                        </a:lnTo>
                        <a:lnTo>
                          <a:pt x="10277" y="3241"/>
                        </a:lnTo>
                        <a:lnTo>
                          <a:pt x="10356" y="3317"/>
                        </a:lnTo>
                        <a:lnTo>
                          <a:pt x="10495" y="3376"/>
                        </a:lnTo>
                        <a:lnTo>
                          <a:pt x="10586" y="3406"/>
                        </a:lnTo>
                        <a:lnTo>
                          <a:pt x="10704" y="3512"/>
                        </a:lnTo>
                        <a:lnTo>
                          <a:pt x="10778" y="3620"/>
                        </a:lnTo>
                        <a:lnTo>
                          <a:pt x="10737" y="3709"/>
                        </a:lnTo>
                        <a:lnTo>
                          <a:pt x="10654" y="3714"/>
                        </a:lnTo>
                        <a:lnTo>
                          <a:pt x="10517" y="3662"/>
                        </a:lnTo>
                        <a:lnTo>
                          <a:pt x="10380" y="3677"/>
                        </a:lnTo>
                        <a:cubicBezTo>
                          <a:pt x="10381" y="3717"/>
                          <a:pt x="10367" y="3755"/>
                          <a:pt x="10343" y="3785"/>
                        </a:cubicBezTo>
                        <a:cubicBezTo>
                          <a:pt x="10311" y="3826"/>
                          <a:pt x="10262" y="3848"/>
                          <a:pt x="10211" y="3845"/>
                        </a:cubicBezTo>
                        <a:lnTo>
                          <a:pt x="10102" y="3793"/>
                        </a:lnTo>
                        <a:lnTo>
                          <a:pt x="9970" y="3800"/>
                        </a:lnTo>
                        <a:cubicBezTo>
                          <a:pt x="9960" y="3762"/>
                          <a:pt x="9953" y="3723"/>
                          <a:pt x="9952" y="3684"/>
                        </a:cubicBezTo>
                        <a:cubicBezTo>
                          <a:pt x="9947" y="3578"/>
                          <a:pt x="9975" y="3473"/>
                          <a:pt x="10031" y="3385"/>
                        </a:cubicBezTo>
                        <a:cubicBezTo>
                          <a:pt x="10030" y="3354"/>
                          <a:pt x="10014" y="3327"/>
                          <a:pt x="9989" y="3313"/>
                        </a:cubicBezTo>
                        <a:cubicBezTo>
                          <a:pt x="9848" y="3235"/>
                          <a:pt x="9741" y="3476"/>
                          <a:pt x="9887" y="3542"/>
                        </a:cubicBezTo>
                        <a:lnTo>
                          <a:pt x="9827" y="3688"/>
                        </a:lnTo>
                        <a:lnTo>
                          <a:pt x="9732" y="3812"/>
                        </a:lnTo>
                        <a:lnTo>
                          <a:pt x="9628" y="3864"/>
                        </a:lnTo>
                        <a:cubicBezTo>
                          <a:pt x="9618" y="3904"/>
                          <a:pt x="9599" y="3942"/>
                          <a:pt x="9575" y="3975"/>
                        </a:cubicBezTo>
                        <a:cubicBezTo>
                          <a:pt x="9539" y="4021"/>
                          <a:pt x="9492" y="4056"/>
                          <a:pt x="9438" y="4074"/>
                        </a:cubicBezTo>
                        <a:cubicBezTo>
                          <a:pt x="9430" y="4101"/>
                          <a:pt x="9420" y="4127"/>
                          <a:pt x="9407" y="4152"/>
                        </a:cubicBezTo>
                        <a:cubicBezTo>
                          <a:pt x="9381" y="4206"/>
                          <a:pt x="9343" y="4252"/>
                          <a:pt x="9298" y="4288"/>
                        </a:cubicBezTo>
                        <a:lnTo>
                          <a:pt x="9263" y="4415"/>
                        </a:lnTo>
                        <a:lnTo>
                          <a:pt x="9187" y="4486"/>
                        </a:lnTo>
                        <a:cubicBezTo>
                          <a:pt x="9179" y="4525"/>
                          <a:pt x="9172" y="4564"/>
                          <a:pt x="9166" y="4602"/>
                        </a:cubicBezTo>
                        <a:cubicBezTo>
                          <a:pt x="9156" y="4659"/>
                          <a:pt x="9148" y="4716"/>
                          <a:pt x="9140" y="4773"/>
                        </a:cubicBezTo>
                        <a:cubicBezTo>
                          <a:pt x="9148" y="4808"/>
                          <a:pt x="9158" y="4842"/>
                          <a:pt x="9168" y="4876"/>
                        </a:cubicBezTo>
                        <a:cubicBezTo>
                          <a:pt x="9180" y="4914"/>
                          <a:pt x="9193" y="4951"/>
                          <a:pt x="9207" y="4988"/>
                        </a:cubicBezTo>
                        <a:cubicBezTo>
                          <a:pt x="9233" y="5010"/>
                          <a:pt x="9256" y="5035"/>
                          <a:pt x="9277" y="5061"/>
                        </a:cubicBezTo>
                        <a:cubicBezTo>
                          <a:pt x="9326" y="5123"/>
                          <a:pt x="9362" y="5194"/>
                          <a:pt x="9384" y="5272"/>
                        </a:cubicBezTo>
                        <a:lnTo>
                          <a:pt x="9452" y="5434"/>
                        </a:lnTo>
                        <a:lnTo>
                          <a:pt x="9547" y="5508"/>
                        </a:lnTo>
                        <a:cubicBezTo>
                          <a:pt x="9551" y="5474"/>
                          <a:pt x="9565" y="5443"/>
                          <a:pt x="9589" y="5419"/>
                        </a:cubicBezTo>
                        <a:cubicBezTo>
                          <a:pt x="9650" y="5357"/>
                          <a:pt x="9747" y="5360"/>
                          <a:pt x="9804" y="5427"/>
                        </a:cubicBezTo>
                        <a:lnTo>
                          <a:pt x="9972" y="5464"/>
                        </a:lnTo>
                        <a:lnTo>
                          <a:pt x="10020" y="5560"/>
                        </a:lnTo>
                        <a:lnTo>
                          <a:pt x="10113" y="5567"/>
                        </a:lnTo>
                        <a:lnTo>
                          <a:pt x="10248" y="5653"/>
                        </a:lnTo>
                        <a:lnTo>
                          <a:pt x="10422" y="5737"/>
                        </a:lnTo>
                        <a:lnTo>
                          <a:pt x="10522" y="5745"/>
                        </a:lnTo>
                        <a:lnTo>
                          <a:pt x="10694" y="5750"/>
                        </a:lnTo>
                        <a:cubicBezTo>
                          <a:pt x="10727" y="5745"/>
                          <a:pt x="10760" y="5748"/>
                          <a:pt x="10792" y="5757"/>
                        </a:cubicBezTo>
                        <a:cubicBezTo>
                          <a:pt x="10842" y="5772"/>
                          <a:pt x="10887" y="5803"/>
                          <a:pt x="10924" y="5841"/>
                        </a:cubicBezTo>
                        <a:cubicBezTo>
                          <a:pt x="10976" y="5894"/>
                          <a:pt x="11014" y="5959"/>
                          <a:pt x="11036" y="6032"/>
                        </a:cubicBezTo>
                        <a:cubicBezTo>
                          <a:pt x="11037" y="6070"/>
                          <a:pt x="11050" y="6106"/>
                          <a:pt x="11073" y="6136"/>
                        </a:cubicBezTo>
                        <a:cubicBezTo>
                          <a:pt x="11105" y="6176"/>
                          <a:pt x="11151" y="6197"/>
                          <a:pt x="11198" y="6215"/>
                        </a:cubicBezTo>
                        <a:cubicBezTo>
                          <a:pt x="11235" y="6228"/>
                          <a:pt x="11272" y="6240"/>
                          <a:pt x="11309" y="6249"/>
                        </a:cubicBezTo>
                        <a:lnTo>
                          <a:pt x="11323" y="6403"/>
                        </a:lnTo>
                        <a:lnTo>
                          <a:pt x="11329" y="6534"/>
                        </a:lnTo>
                        <a:lnTo>
                          <a:pt x="11403" y="6648"/>
                        </a:lnTo>
                        <a:lnTo>
                          <a:pt x="11547" y="6749"/>
                        </a:lnTo>
                        <a:cubicBezTo>
                          <a:pt x="11589" y="6765"/>
                          <a:pt x="11635" y="6760"/>
                          <a:pt x="11672" y="6735"/>
                        </a:cubicBezTo>
                        <a:cubicBezTo>
                          <a:pt x="11760" y="6675"/>
                          <a:pt x="11771" y="6543"/>
                          <a:pt x="11695" y="6467"/>
                        </a:cubicBezTo>
                        <a:cubicBezTo>
                          <a:pt x="11673" y="6413"/>
                          <a:pt x="11648" y="6361"/>
                          <a:pt x="11621" y="6309"/>
                        </a:cubicBezTo>
                        <a:cubicBezTo>
                          <a:pt x="11573" y="6217"/>
                          <a:pt x="11519" y="6128"/>
                          <a:pt x="11458" y="6044"/>
                        </a:cubicBezTo>
                        <a:lnTo>
                          <a:pt x="11458" y="5953"/>
                        </a:lnTo>
                        <a:lnTo>
                          <a:pt x="11505" y="5842"/>
                        </a:lnTo>
                        <a:lnTo>
                          <a:pt x="11491" y="5746"/>
                        </a:lnTo>
                        <a:lnTo>
                          <a:pt x="11394" y="5687"/>
                        </a:lnTo>
                        <a:lnTo>
                          <a:pt x="11255" y="5608"/>
                        </a:lnTo>
                        <a:lnTo>
                          <a:pt x="11234" y="5437"/>
                        </a:lnTo>
                        <a:lnTo>
                          <a:pt x="11292" y="5363"/>
                        </a:lnTo>
                        <a:lnTo>
                          <a:pt x="11359" y="5363"/>
                        </a:lnTo>
                        <a:lnTo>
                          <a:pt x="11442" y="5413"/>
                        </a:lnTo>
                        <a:lnTo>
                          <a:pt x="11484" y="5501"/>
                        </a:lnTo>
                        <a:lnTo>
                          <a:pt x="11496" y="5603"/>
                        </a:lnTo>
                        <a:lnTo>
                          <a:pt x="11546" y="5684"/>
                        </a:lnTo>
                        <a:lnTo>
                          <a:pt x="11602" y="5755"/>
                        </a:lnTo>
                        <a:cubicBezTo>
                          <a:pt x="11632" y="5747"/>
                          <a:pt x="11659" y="5729"/>
                          <a:pt x="11678" y="5703"/>
                        </a:cubicBezTo>
                        <a:cubicBezTo>
                          <a:pt x="11720" y="5647"/>
                          <a:pt x="11720" y="5567"/>
                          <a:pt x="11678" y="5510"/>
                        </a:cubicBezTo>
                        <a:lnTo>
                          <a:pt x="11687" y="5305"/>
                        </a:lnTo>
                        <a:lnTo>
                          <a:pt x="11631" y="5137"/>
                        </a:lnTo>
                        <a:lnTo>
                          <a:pt x="11504" y="5001"/>
                        </a:lnTo>
                        <a:lnTo>
                          <a:pt x="11355" y="4959"/>
                        </a:lnTo>
                        <a:lnTo>
                          <a:pt x="11334" y="4831"/>
                        </a:lnTo>
                        <a:lnTo>
                          <a:pt x="11341" y="4729"/>
                        </a:lnTo>
                        <a:lnTo>
                          <a:pt x="11348" y="4507"/>
                        </a:lnTo>
                        <a:lnTo>
                          <a:pt x="11294" y="4448"/>
                        </a:lnTo>
                        <a:lnTo>
                          <a:pt x="11212" y="4396"/>
                        </a:lnTo>
                        <a:lnTo>
                          <a:pt x="11184" y="4307"/>
                        </a:lnTo>
                        <a:lnTo>
                          <a:pt x="11212" y="4203"/>
                        </a:lnTo>
                        <a:lnTo>
                          <a:pt x="11142" y="4028"/>
                        </a:lnTo>
                        <a:lnTo>
                          <a:pt x="11149" y="3859"/>
                        </a:lnTo>
                        <a:lnTo>
                          <a:pt x="11226" y="3845"/>
                        </a:lnTo>
                        <a:lnTo>
                          <a:pt x="11432" y="3859"/>
                        </a:lnTo>
                        <a:lnTo>
                          <a:pt x="11485" y="3771"/>
                        </a:lnTo>
                        <a:lnTo>
                          <a:pt x="11550" y="3741"/>
                        </a:lnTo>
                        <a:lnTo>
                          <a:pt x="11760" y="3790"/>
                        </a:lnTo>
                        <a:lnTo>
                          <a:pt x="11845" y="3861"/>
                        </a:lnTo>
                        <a:lnTo>
                          <a:pt x="11924" y="3913"/>
                        </a:lnTo>
                        <a:lnTo>
                          <a:pt x="12056" y="3943"/>
                        </a:lnTo>
                        <a:lnTo>
                          <a:pt x="12235" y="3948"/>
                        </a:lnTo>
                        <a:lnTo>
                          <a:pt x="12277" y="4074"/>
                        </a:lnTo>
                        <a:lnTo>
                          <a:pt x="12320" y="4299"/>
                        </a:lnTo>
                        <a:lnTo>
                          <a:pt x="12439" y="4425"/>
                        </a:lnTo>
                        <a:lnTo>
                          <a:pt x="12576" y="4455"/>
                        </a:lnTo>
                        <a:lnTo>
                          <a:pt x="12685" y="4418"/>
                        </a:lnTo>
                        <a:cubicBezTo>
                          <a:pt x="12703" y="4385"/>
                          <a:pt x="12717" y="4350"/>
                          <a:pt x="12727" y="4314"/>
                        </a:cubicBezTo>
                        <a:cubicBezTo>
                          <a:pt x="12750" y="4222"/>
                          <a:pt x="12742" y="4125"/>
                          <a:pt x="12706" y="4039"/>
                        </a:cubicBezTo>
                        <a:lnTo>
                          <a:pt x="12706" y="3894"/>
                        </a:lnTo>
                        <a:lnTo>
                          <a:pt x="12724" y="3822"/>
                        </a:lnTo>
                        <a:lnTo>
                          <a:pt x="12840" y="3889"/>
                        </a:lnTo>
                        <a:lnTo>
                          <a:pt x="12901" y="3933"/>
                        </a:lnTo>
                        <a:cubicBezTo>
                          <a:pt x="12943" y="3970"/>
                          <a:pt x="12987" y="4005"/>
                          <a:pt x="13033" y="4037"/>
                        </a:cubicBezTo>
                        <a:cubicBezTo>
                          <a:pt x="13072" y="4063"/>
                          <a:pt x="13112" y="4088"/>
                          <a:pt x="13153" y="4111"/>
                        </a:cubicBezTo>
                        <a:lnTo>
                          <a:pt x="13279" y="4204"/>
                        </a:lnTo>
                        <a:lnTo>
                          <a:pt x="13409" y="4320"/>
                        </a:lnTo>
                        <a:lnTo>
                          <a:pt x="13497" y="4426"/>
                        </a:lnTo>
                        <a:lnTo>
                          <a:pt x="13646" y="4604"/>
                        </a:lnTo>
                        <a:lnTo>
                          <a:pt x="13736" y="4662"/>
                        </a:lnTo>
                        <a:lnTo>
                          <a:pt x="13914" y="4702"/>
                        </a:lnTo>
                        <a:lnTo>
                          <a:pt x="14011" y="4724"/>
                        </a:lnTo>
                        <a:lnTo>
                          <a:pt x="14211" y="4717"/>
                        </a:lnTo>
                        <a:lnTo>
                          <a:pt x="14343" y="4746"/>
                        </a:lnTo>
                        <a:lnTo>
                          <a:pt x="14331" y="4858"/>
                        </a:lnTo>
                        <a:lnTo>
                          <a:pt x="14487" y="4917"/>
                        </a:lnTo>
                        <a:lnTo>
                          <a:pt x="14563" y="4932"/>
                        </a:lnTo>
                        <a:lnTo>
                          <a:pt x="14665" y="5055"/>
                        </a:lnTo>
                        <a:cubicBezTo>
                          <a:pt x="14686" y="5090"/>
                          <a:pt x="14708" y="5125"/>
                          <a:pt x="14730" y="5159"/>
                        </a:cubicBezTo>
                        <a:cubicBezTo>
                          <a:pt x="14787" y="5245"/>
                          <a:pt x="14849" y="5328"/>
                          <a:pt x="14916" y="5406"/>
                        </a:cubicBezTo>
                        <a:lnTo>
                          <a:pt x="14958" y="5478"/>
                        </a:lnTo>
                        <a:lnTo>
                          <a:pt x="14951" y="5594"/>
                        </a:lnTo>
                        <a:cubicBezTo>
                          <a:pt x="14966" y="5643"/>
                          <a:pt x="15001" y="5682"/>
                          <a:pt x="15046" y="5700"/>
                        </a:cubicBezTo>
                        <a:cubicBezTo>
                          <a:pt x="15081" y="5714"/>
                          <a:pt x="15120" y="5714"/>
                          <a:pt x="15155" y="5700"/>
                        </a:cubicBezTo>
                        <a:lnTo>
                          <a:pt x="15241" y="5610"/>
                        </a:lnTo>
                        <a:lnTo>
                          <a:pt x="15354" y="5635"/>
                        </a:lnTo>
                        <a:lnTo>
                          <a:pt x="15403" y="5723"/>
                        </a:lnTo>
                        <a:lnTo>
                          <a:pt x="15521" y="5750"/>
                        </a:lnTo>
                        <a:lnTo>
                          <a:pt x="15616" y="5755"/>
                        </a:lnTo>
                        <a:lnTo>
                          <a:pt x="15674" y="5874"/>
                        </a:lnTo>
                        <a:lnTo>
                          <a:pt x="15716" y="5943"/>
                        </a:lnTo>
                        <a:lnTo>
                          <a:pt x="15756" y="6020"/>
                        </a:lnTo>
                        <a:lnTo>
                          <a:pt x="15769" y="6098"/>
                        </a:lnTo>
                        <a:lnTo>
                          <a:pt x="15797" y="6229"/>
                        </a:lnTo>
                        <a:lnTo>
                          <a:pt x="15651" y="6288"/>
                        </a:lnTo>
                        <a:lnTo>
                          <a:pt x="15538" y="6288"/>
                        </a:lnTo>
                        <a:lnTo>
                          <a:pt x="15480" y="6363"/>
                        </a:lnTo>
                        <a:lnTo>
                          <a:pt x="15427" y="6491"/>
                        </a:lnTo>
                        <a:lnTo>
                          <a:pt x="15305" y="6481"/>
                        </a:lnTo>
                        <a:lnTo>
                          <a:pt x="15263" y="6414"/>
                        </a:lnTo>
                        <a:cubicBezTo>
                          <a:pt x="15274" y="6398"/>
                          <a:pt x="15284" y="6382"/>
                          <a:pt x="15295" y="6366"/>
                        </a:cubicBezTo>
                        <a:cubicBezTo>
                          <a:pt x="15305" y="6350"/>
                          <a:pt x="15315" y="6334"/>
                          <a:pt x="15326" y="6318"/>
                        </a:cubicBezTo>
                        <a:lnTo>
                          <a:pt x="15136" y="6399"/>
                        </a:lnTo>
                        <a:lnTo>
                          <a:pt x="15055" y="6480"/>
                        </a:lnTo>
                        <a:lnTo>
                          <a:pt x="14951" y="6532"/>
                        </a:lnTo>
                        <a:lnTo>
                          <a:pt x="14820" y="6525"/>
                        </a:lnTo>
                        <a:lnTo>
                          <a:pt x="14820" y="6431"/>
                        </a:lnTo>
                        <a:lnTo>
                          <a:pt x="14799" y="6330"/>
                        </a:lnTo>
                        <a:lnTo>
                          <a:pt x="14780" y="6258"/>
                        </a:lnTo>
                        <a:lnTo>
                          <a:pt x="14780" y="6120"/>
                        </a:lnTo>
                        <a:cubicBezTo>
                          <a:pt x="14775" y="6084"/>
                          <a:pt x="14770" y="6047"/>
                          <a:pt x="14766" y="6011"/>
                        </a:cubicBezTo>
                        <a:cubicBezTo>
                          <a:pt x="14757" y="5930"/>
                          <a:pt x="14751" y="5848"/>
                          <a:pt x="14748" y="5767"/>
                        </a:cubicBezTo>
                        <a:lnTo>
                          <a:pt x="14692" y="5626"/>
                        </a:lnTo>
                        <a:lnTo>
                          <a:pt x="14680" y="5534"/>
                        </a:lnTo>
                        <a:lnTo>
                          <a:pt x="14581" y="5665"/>
                        </a:lnTo>
                        <a:lnTo>
                          <a:pt x="14539" y="5840"/>
                        </a:lnTo>
                        <a:lnTo>
                          <a:pt x="14478" y="5951"/>
                        </a:lnTo>
                        <a:cubicBezTo>
                          <a:pt x="14456" y="5983"/>
                          <a:pt x="14429" y="6010"/>
                          <a:pt x="14397" y="6030"/>
                        </a:cubicBezTo>
                        <a:cubicBezTo>
                          <a:pt x="14341" y="6066"/>
                          <a:pt x="14276" y="6080"/>
                          <a:pt x="14214" y="6102"/>
                        </a:cubicBezTo>
                        <a:cubicBezTo>
                          <a:pt x="14166" y="6118"/>
                          <a:pt x="14120" y="6140"/>
                          <a:pt x="14077" y="6166"/>
                        </a:cubicBezTo>
                        <a:lnTo>
                          <a:pt x="14144" y="6237"/>
                        </a:lnTo>
                        <a:cubicBezTo>
                          <a:pt x="14183" y="6237"/>
                          <a:pt x="14222" y="6242"/>
                          <a:pt x="14260" y="6252"/>
                        </a:cubicBezTo>
                        <a:cubicBezTo>
                          <a:pt x="14308" y="6264"/>
                          <a:pt x="14354" y="6284"/>
                          <a:pt x="14397" y="6311"/>
                        </a:cubicBezTo>
                        <a:lnTo>
                          <a:pt x="14302" y="6422"/>
                        </a:lnTo>
                        <a:lnTo>
                          <a:pt x="14116" y="6399"/>
                        </a:lnTo>
                        <a:lnTo>
                          <a:pt x="14014" y="6392"/>
                        </a:lnTo>
                        <a:lnTo>
                          <a:pt x="13938" y="6311"/>
                        </a:lnTo>
                        <a:lnTo>
                          <a:pt x="13796" y="6355"/>
                        </a:lnTo>
                        <a:lnTo>
                          <a:pt x="13720" y="6390"/>
                        </a:lnTo>
                        <a:lnTo>
                          <a:pt x="13666" y="6473"/>
                        </a:lnTo>
                        <a:lnTo>
                          <a:pt x="13648" y="6629"/>
                        </a:lnTo>
                        <a:cubicBezTo>
                          <a:pt x="13623" y="6645"/>
                          <a:pt x="13599" y="6664"/>
                          <a:pt x="13579" y="6686"/>
                        </a:cubicBezTo>
                        <a:cubicBezTo>
                          <a:pt x="13547" y="6718"/>
                          <a:pt x="13521" y="6757"/>
                          <a:pt x="13502" y="6799"/>
                        </a:cubicBezTo>
                        <a:lnTo>
                          <a:pt x="13471" y="6886"/>
                        </a:lnTo>
                        <a:lnTo>
                          <a:pt x="13598" y="6791"/>
                        </a:lnTo>
                        <a:lnTo>
                          <a:pt x="13761" y="6628"/>
                        </a:lnTo>
                        <a:lnTo>
                          <a:pt x="13863" y="6539"/>
                        </a:lnTo>
                        <a:lnTo>
                          <a:pt x="14007" y="6524"/>
                        </a:lnTo>
                        <a:cubicBezTo>
                          <a:pt x="14032" y="6528"/>
                          <a:pt x="14056" y="6540"/>
                          <a:pt x="14076" y="6557"/>
                        </a:cubicBezTo>
                        <a:cubicBezTo>
                          <a:pt x="14122" y="6595"/>
                          <a:pt x="14143" y="6659"/>
                          <a:pt x="14130" y="6720"/>
                        </a:cubicBezTo>
                        <a:lnTo>
                          <a:pt x="14220" y="6892"/>
                        </a:lnTo>
                        <a:lnTo>
                          <a:pt x="14227" y="6989"/>
                        </a:lnTo>
                        <a:cubicBezTo>
                          <a:pt x="14208" y="7016"/>
                          <a:pt x="14211" y="7055"/>
                          <a:pt x="14234" y="7079"/>
                        </a:cubicBezTo>
                        <a:cubicBezTo>
                          <a:pt x="14303" y="7152"/>
                          <a:pt x="14415" y="7066"/>
                          <a:pt x="14371" y="6973"/>
                        </a:cubicBezTo>
                        <a:lnTo>
                          <a:pt x="14498" y="6973"/>
                        </a:lnTo>
                        <a:lnTo>
                          <a:pt x="14700" y="7015"/>
                        </a:lnTo>
                        <a:lnTo>
                          <a:pt x="14697" y="6827"/>
                        </a:lnTo>
                        <a:lnTo>
                          <a:pt x="14739" y="6696"/>
                        </a:lnTo>
                        <a:lnTo>
                          <a:pt x="14818" y="6696"/>
                        </a:lnTo>
                        <a:lnTo>
                          <a:pt x="14882" y="6777"/>
                        </a:lnTo>
                        <a:lnTo>
                          <a:pt x="14965" y="6878"/>
                        </a:lnTo>
                        <a:cubicBezTo>
                          <a:pt x="15005" y="6910"/>
                          <a:pt x="15027" y="6961"/>
                          <a:pt x="15025" y="7013"/>
                        </a:cubicBezTo>
                        <a:cubicBezTo>
                          <a:pt x="15023" y="7087"/>
                          <a:pt x="14976" y="7152"/>
                          <a:pt x="14909" y="7172"/>
                        </a:cubicBezTo>
                        <a:lnTo>
                          <a:pt x="14863" y="7275"/>
                        </a:lnTo>
                        <a:lnTo>
                          <a:pt x="14759" y="7388"/>
                        </a:lnTo>
                        <a:lnTo>
                          <a:pt x="14713" y="7589"/>
                        </a:lnTo>
                        <a:lnTo>
                          <a:pt x="14646" y="7618"/>
                        </a:lnTo>
                        <a:lnTo>
                          <a:pt x="14597" y="7756"/>
                        </a:lnTo>
                        <a:cubicBezTo>
                          <a:pt x="14605" y="7815"/>
                          <a:pt x="14590" y="7873"/>
                          <a:pt x="14556" y="7919"/>
                        </a:cubicBezTo>
                        <a:cubicBezTo>
                          <a:pt x="14517" y="7972"/>
                          <a:pt x="14457" y="8003"/>
                          <a:pt x="14394" y="8003"/>
                        </a:cubicBezTo>
                        <a:cubicBezTo>
                          <a:pt x="14339" y="8054"/>
                          <a:pt x="14257" y="8049"/>
                          <a:pt x="14208" y="7993"/>
                        </a:cubicBezTo>
                        <a:cubicBezTo>
                          <a:pt x="14161" y="7939"/>
                          <a:pt x="14161" y="7855"/>
                          <a:pt x="14208" y="7801"/>
                        </a:cubicBezTo>
                        <a:cubicBezTo>
                          <a:pt x="14245" y="7760"/>
                          <a:pt x="14270" y="7709"/>
                          <a:pt x="14278" y="7653"/>
                        </a:cubicBezTo>
                        <a:cubicBezTo>
                          <a:pt x="14287" y="7592"/>
                          <a:pt x="14276" y="7530"/>
                          <a:pt x="14248" y="7477"/>
                        </a:cubicBezTo>
                        <a:lnTo>
                          <a:pt x="14129" y="7739"/>
                        </a:lnTo>
                        <a:cubicBezTo>
                          <a:pt x="14099" y="7772"/>
                          <a:pt x="14069" y="7805"/>
                          <a:pt x="14038" y="7838"/>
                        </a:cubicBezTo>
                        <a:cubicBezTo>
                          <a:pt x="13983" y="7899"/>
                          <a:pt x="13927" y="7960"/>
                          <a:pt x="13874" y="8023"/>
                        </a:cubicBezTo>
                        <a:cubicBezTo>
                          <a:pt x="13811" y="8097"/>
                          <a:pt x="13750" y="8173"/>
                          <a:pt x="13692" y="8251"/>
                        </a:cubicBezTo>
                        <a:cubicBezTo>
                          <a:pt x="13674" y="8300"/>
                          <a:pt x="13662" y="8353"/>
                          <a:pt x="13658" y="8406"/>
                        </a:cubicBezTo>
                        <a:cubicBezTo>
                          <a:pt x="13652" y="8468"/>
                          <a:pt x="13657" y="8531"/>
                          <a:pt x="13671" y="8591"/>
                        </a:cubicBezTo>
                        <a:lnTo>
                          <a:pt x="13815" y="8608"/>
                        </a:lnTo>
                        <a:cubicBezTo>
                          <a:pt x="13848" y="8648"/>
                          <a:pt x="13863" y="8702"/>
                          <a:pt x="13854" y="8754"/>
                        </a:cubicBezTo>
                        <a:cubicBezTo>
                          <a:pt x="13842" y="8831"/>
                          <a:pt x="13785" y="8890"/>
                          <a:pt x="13713" y="8902"/>
                        </a:cubicBezTo>
                        <a:cubicBezTo>
                          <a:pt x="13663" y="8907"/>
                          <a:pt x="13617" y="8928"/>
                          <a:pt x="13578" y="8961"/>
                        </a:cubicBezTo>
                        <a:cubicBezTo>
                          <a:pt x="13521" y="9010"/>
                          <a:pt x="13486" y="9080"/>
                          <a:pt x="13457" y="9151"/>
                        </a:cubicBezTo>
                        <a:cubicBezTo>
                          <a:pt x="13436" y="9205"/>
                          <a:pt x="13417" y="9261"/>
                          <a:pt x="13390" y="9312"/>
                        </a:cubicBezTo>
                        <a:cubicBezTo>
                          <a:pt x="13361" y="9365"/>
                          <a:pt x="13323" y="9412"/>
                          <a:pt x="13290" y="9462"/>
                        </a:cubicBezTo>
                        <a:cubicBezTo>
                          <a:pt x="13253" y="9518"/>
                          <a:pt x="13221" y="9578"/>
                          <a:pt x="13195" y="9641"/>
                        </a:cubicBezTo>
                        <a:lnTo>
                          <a:pt x="13153" y="9816"/>
                        </a:lnTo>
                        <a:lnTo>
                          <a:pt x="13113" y="10014"/>
                        </a:lnTo>
                        <a:lnTo>
                          <a:pt x="13227" y="10272"/>
                        </a:lnTo>
                        <a:lnTo>
                          <a:pt x="13282" y="10524"/>
                        </a:lnTo>
                        <a:lnTo>
                          <a:pt x="13227" y="10658"/>
                        </a:lnTo>
                        <a:cubicBezTo>
                          <a:pt x="13128" y="10708"/>
                          <a:pt x="13040" y="10780"/>
                          <a:pt x="12969" y="10870"/>
                        </a:cubicBezTo>
                        <a:cubicBezTo>
                          <a:pt x="12918" y="10934"/>
                          <a:pt x="12878" y="11005"/>
                          <a:pt x="12834" y="11075"/>
                        </a:cubicBezTo>
                        <a:cubicBezTo>
                          <a:pt x="12768" y="11180"/>
                          <a:pt x="12696" y="11282"/>
                          <a:pt x="12646" y="11397"/>
                        </a:cubicBezTo>
                        <a:cubicBezTo>
                          <a:pt x="12614" y="11470"/>
                          <a:pt x="12591" y="11550"/>
                          <a:pt x="12537" y="11607"/>
                        </a:cubicBezTo>
                        <a:cubicBezTo>
                          <a:pt x="12460" y="11689"/>
                          <a:pt x="12338" y="11706"/>
                          <a:pt x="12270" y="11797"/>
                        </a:cubicBezTo>
                        <a:cubicBezTo>
                          <a:pt x="12214" y="11872"/>
                          <a:pt x="12209" y="11977"/>
                          <a:pt x="12258" y="12057"/>
                        </a:cubicBezTo>
                        <a:lnTo>
                          <a:pt x="12300" y="12215"/>
                        </a:lnTo>
                        <a:lnTo>
                          <a:pt x="12404" y="12462"/>
                        </a:lnTo>
                        <a:lnTo>
                          <a:pt x="12515" y="12738"/>
                        </a:lnTo>
                        <a:cubicBezTo>
                          <a:pt x="12556" y="12789"/>
                          <a:pt x="12589" y="12847"/>
                          <a:pt x="12613" y="12909"/>
                        </a:cubicBezTo>
                        <a:cubicBezTo>
                          <a:pt x="12652" y="13010"/>
                          <a:pt x="12665" y="13119"/>
                          <a:pt x="12662" y="13228"/>
                        </a:cubicBezTo>
                        <a:cubicBezTo>
                          <a:pt x="12659" y="13331"/>
                          <a:pt x="12641" y="13436"/>
                          <a:pt x="12587" y="13522"/>
                        </a:cubicBezTo>
                        <a:cubicBezTo>
                          <a:pt x="12538" y="13603"/>
                          <a:pt x="12461" y="13661"/>
                          <a:pt x="12374" y="13685"/>
                        </a:cubicBezTo>
                        <a:cubicBezTo>
                          <a:pt x="12357" y="13669"/>
                          <a:pt x="12345" y="13649"/>
                          <a:pt x="12339" y="13626"/>
                        </a:cubicBezTo>
                        <a:cubicBezTo>
                          <a:pt x="12321" y="13557"/>
                          <a:pt x="12355" y="13485"/>
                          <a:pt x="12418" y="13461"/>
                        </a:cubicBezTo>
                        <a:cubicBezTo>
                          <a:pt x="12408" y="13436"/>
                          <a:pt x="12396" y="13412"/>
                          <a:pt x="12384" y="13389"/>
                        </a:cubicBezTo>
                        <a:cubicBezTo>
                          <a:pt x="12346" y="13322"/>
                          <a:pt x="12297" y="13263"/>
                          <a:pt x="12240" y="13214"/>
                        </a:cubicBezTo>
                        <a:lnTo>
                          <a:pt x="12143" y="13081"/>
                        </a:lnTo>
                        <a:cubicBezTo>
                          <a:pt x="12128" y="13006"/>
                          <a:pt x="12114" y="12931"/>
                          <a:pt x="12101" y="12856"/>
                        </a:cubicBezTo>
                        <a:cubicBezTo>
                          <a:pt x="12089" y="12787"/>
                          <a:pt x="12076" y="12716"/>
                          <a:pt x="12043" y="12656"/>
                        </a:cubicBezTo>
                        <a:cubicBezTo>
                          <a:pt x="11992" y="12563"/>
                          <a:pt x="11903" y="12506"/>
                          <a:pt x="11804" y="12487"/>
                        </a:cubicBezTo>
                        <a:cubicBezTo>
                          <a:pt x="11728" y="12473"/>
                          <a:pt x="11650" y="12483"/>
                          <a:pt x="11578" y="12515"/>
                        </a:cubicBezTo>
                        <a:cubicBezTo>
                          <a:pt x="11541" y="12556"/>
                          <a:pt x="11487" y="12576"/>
                          <a:pt x="11433" y="12566"/>
                        </a:cubicBezTo>
                        <a:cubicBezTo>
                          <a:pt x="11359" y="12553"/>
                          <a:pt x="11303" y="12489"/>
                          <a:pt x="11294" y="12410"/>
                        </a:cubicBezTo>
                        <a:lnTo>
                          <a:pt x="11069" y="12447"/>
                        </a:lnTo>
                        <a:lnTo>
                          <a:pt x="10769" y="12485"/>
                        </a:lnTo>
                        <a:cubicBezTo>
                          <a:pt x="10692" y="12422"/>
                          <a:pt x="10581" y="12447"/>
                          <a:pt x="10533" y="12536"/>
                        </a:cubicBezTo>
                        <a:cubicBezTo>
                          <a:pt x="10477" y="12642"/>
                          <a:pt x="10535" y="12774"/>
                          <a:pt x="10647" y="12796"/>
                        </a:cubicBezTo>
                        <a:cubicBezTo>
                          <a:pt x="10640" y="12843"/>
                          <a:pt x="10601" y="12878"/>
                          <a:pt x="10556" y="12878"/>
                        </a:cubicBezTo>
                        <a:cubicBezTo>
                          <a:pt x="10517" y="12877"/>
                          <a:pt x="10484" y="12849"/>
                          <a:pt x="10448" y="12833"/>
                        </a:cubicBezTo>
                        <a:cubicBezTo>
                          <a:pt x="10387" y="12806"/>
                          <a:pt x="10318" y="12811"/>
                          <a:pt x="10262" y="12848"/>
                        </a:cubicBezTo>
                        <a:lnTo>
                          <a:pt x="9890" y="12736"/>
                        </a:lnTo>
                        <a:lnTo>
                          <a:pt x="9698" y="12744"/>
                        </a:lnTo>
                        <a:lnTo>
                          <a:pt x="9561" y="12781"/>
                        </a:lnTo>
                        <a:cubicBezTo>
                          <a:pt x="9511" y="12813"/>
                          <a:pt x="9459" y="12842"/>
                          <a:pt x="9405" y="12868"/>
                        </a:cubicBezTo>
                        <a:cubicBezTo>
                          <a:pt x="9327" y="12905"/>
                          <a:pt x="9245" y="12935"/>
                          <a:pt x="9161" y="12957"/>
                        </a:cubicBezTo>
                        <a:cubicBezTo>
                          <a:pt x="9135" y="12986"/>
                          <a:pt x="9104" y="13011"/>
                          <a:pt x="9071" y="13031"/>
                        </a:cubicBezTo>
                        <a:cubicBezTo>
                          <a:pt x="8994" y="13076"/>
                          <a:pt x="8903" y="13092"/>
                          <a:pt x="8837" y="13154"/>
                        </a:cubicBezTo>
                        <a:cubicBezTo>
                          <a:pt x="8802" y="13187"/>
                          <a:pt x="8777" y="13230"/>
                          <a:pt x="8765" y="13278"/>
                        </a:cubicBezTo>
                        <a:cubicBezTo>
                          <a:pt x="8753" y="13328"/>
                          <a:pt x="8742" y="13379"/>
                          <a:pt x="8730" y="13429"/>
                        </a:cubicBezTo>
                        <a:cubicBezTo>
                          <a:pt x="8716" y="13488"/>
                          <a:pt x="8701" y="13548"/>
                          <a:pt x="8686" y="13607"/>
                        </a:cubicBezTo>
                        <a:lnTo>
                          <a:pt x="8681" y="13783"/>
                        </a:lnTo>
                        <a:cubicBezTo>
                          <a:pt x="8682" y="13874"/>
                          <a:pt x="8671" y="13964"/>
                          <a:pt x="8649" y="14052"/>
                        </a:cubicBezTo>
                        <a:cubicBezTo>
                          <a:pt x="8626" y="14140"/>
                          <a:pt x="8593" y="14224"/>
                          <a:pt x="8549" y="14302"/>
                        </a:cubicBezTo>
                        <a:cubicBezTo>
                          <a:pt x="8561" y="14389"/>
                          <a:pt x="8581" y="14474"/>
                          <a:pt x="8607" y="14557"/>
                        </a:cubicBezTo>
                        <a:cubicBezTo>
                          <a:pt x="8651" y="14698"/>
                          <a:pt x="8715" y="14833"/>
                          <a:pt x="8795" y="14955"/>
                        </a:cubicBezTo>
                        <a:lnTo>
                          <a:pt x="8872" y="15104"/>
                        </a:lnTo>
                        <a:lnTo>
                          <a:pt x="8990" y="15311"/>
                        </a:lnTo>
                        <a:cubicBezTo>
                          <a:pt x="9060" y="15309"/>
                          <a:pt x="9128" y="15325"/>
                          <a:pt x="9192" y="15356"/>
                        </a:cubicBezTo>
                        <a:cubicBezTo>
                          <a:pt x="9236" y="15378"/>
                          <a:pt x="9277" y="15408"/>
                          <a:pt x="9322" y="15430"/>
                        </a:cubicBezTo>
                        <a:cubicBezTo>
                          <a:pt x="9377" y="15457"/>
                          <a:pt x="9437" y="15472"/>
                          <a:pt x="9498" y="15479"/>
                        </a:cubicBezTo>
                        <a:cubicBezTo>
                          <a:pt x="9657" y="15497"/>
                          <a:pt x="9815" y="15460"/>
                          <a:pt x="9969" y="15415"/>
                        </a:cubicBezTo>
                        <a:cubicBezTo>
                          <a:pt x="10055" y="15390"/>
                          <a:pt x="10140" y="15363"/>
                          <a:pt x="10224" y="15333"/>
                        </a:cubicBezTo>
                        <a:cubicBezTo>
                          <a:pt x="10255" y="15283"/>
                          <a:pt x="10280" y="15230"/>
                          <a:pt x="10298" y="15173"/>
                        </a:cubicBezTo>
                        <a:cubicBezTo>
                          <a:pt x="10323" y="15097"/>
                          <a:pt x="10335" y="15016"/>
                          <a:pt x="10333" y="14936"/>
                        </a:cubicBezTo>
                        <a:lnTo>
                          <a:pt x="10419" y="14730"/>
                        </a:lnTo>
                        <a:lnTo>
                          <a:pt x="10705" y="14612"/>
                        </a:lnTo>
                        <a:lnTo>
                          <a:pt x="10907" y="14582"/>
                        </a:lnTo>
                        <a:lnTo>
                          <a:pt x="11139" y="14560"/>
                        </a:lnTo>
                        <a:lnTo>
                          <a:pt x="11290" y="14604"/>
                        </a:lnTo>
                        <a:lnTo>
                          <a:pt x="11318" y="14728"/>
                        </a:lnTo>
                        <a:cubicBezTo>
                          <a:pt x="11308" y="14764"/>
                          <a:pt x="11292" y="14798"/>
                          <a:pt x="11272" y="14828"/>
                        </a:cubicBezTo>
                        <a:cubicBezTo>
                          <a:pt x="11236" y="14881"/>
                          <a:pt x="11187" y="14922"/>
                          <a:pt x="11130" y="14947"/>
                        </a:cubicBezTo>
                        <a:cubicBezTo>
                          <a:pt x="11128" y="15011"/>
                          <a:pt x="11128" y="15075"/>
                          <a:pt x="11130" y="15139"/>
                        </a:cubicBezTo>
                        <a:cubicBezTo>
                          <a:pt x="11132" y="15208"/>
                          <a:pt x="11137" y="15278"/>
                          <a:pt x="11119" y="15344"/>
                        </a:cubicBezTo>
                        <a:cubicBezTo>
                          <a:pt x="11101" y="15410"/>
                          <a:pt x="11062" y="15466"/>
                          <a:pt x="11009" y="15505"/>
                        </a:cubicBezTo>
                        <a:cubicBezTo>
                          <a:pt x="11037" y="15517"/>
                          <a:pt x="11060" y="15540"/>
                          <a:pt x="11072" y="15569"/>
                        </a:cubicBezTo>
                        <a:cubicBezTo>
                          <a:pt x="11115" y="15670"/>
                          <a:pt x="11039" y="15782"/>
                          <a:pt x="10935" y="15772"/>
                        </a:cubicBezTo>
                        <a:cubicBezTo>
                          <a:pt x="10909" y="15783"/>
                          <a:pt x="10889" y="15807"/>
                          <a:pt x="10882" y="15836"/>
                        </a:cubicBezTo>
                        <a:cubicBezTo>
                          <a:pt x="10871" y="15877"/>
                          <a:pt x="10886" y="15921"/>
                          <a:pt x="10916" y="15949"/>
                        </a:cubicBezTo>
                        <a:cubicBezTo>
                          <a:pt x="10994" y="16022"/>
                          <a:pt x="11116" y="15982"/>
                          <a:pt x="11142" y="15875"/>
                        </a:cubicBezTo>
                        <a:lnTo>
                          <a:pt x="11369" y="15757"/>
                        </a:lnTo>
                        <a:cubicBezTo>
                          <a:pt x="11387" y="15722"/>
                          <a:pt x="11410" y="15692"/>
                          <a:pt x="11439" y="15668"/>
                        </a:cubicBezTo>
                        <a:cubicBezTo>
                          <a:pt x="11497" y="15617"/>
                          <a:pt x="11572" y="15593"/>
                          <a:pt x="11647" y="15601"/>
                        </a:cubicBezTo>
                        <a:cubicBezTo>
                          <a:pt x="11673" y="15627"/>
                          <a:pt x="11685" y="15663"/>
                          <a:pt x="11682" y="15700"/>
                        </a:cubicBezTo>
                        <a:cubicBezTo>
                          <a:pt x="11679" y="15738"/>
                          <a:pt x="11662" y="15770"/>
                          <a:pt x="11634" y="15789"/>
                        </a:cubicBezTo>
                        <a:cubicBezTo>
                          <a:pt x="11584" y="15823"/>
                          <a:pt x="11514" y="15805"/>
                          <a:pt x="11487" y="15742"/>
                        </a:cubicBezTo>
                        <a:lnTo>
                          <a:pt x="11471" y="15865"/>
                        </a:lnTo>
                        <a:lnTo>
                          <a:pt x="11715" y="15865"/>
                        </a:lnTo>
                        <a:lnTo>
                          <a:pt x="11945" y="15842"/>
                        </a:lnTo>
                        <a:lnTo>
                          <a:pt x="12161" y="15860"/>
                        </a:lnTo>
                        <a:lnTo>
                          <a:pt x="12272" y="15949"/>
                        </a:lnTo>
                        <a:cubicBezTo>
                          <a:pt x="12282" y="15999"/>
                          <a:pt x="12277" y="16052"/>
                          <a:pt x="12259" y="16099"/>
                        </a:cubicBezTo>
                        <a:cubicBezTo>
                          <a:pt x="12238" y="16156"/>
                          <a:pt x="12199" y="16203"/>
                          <a:pt x="12150" y="16233"/>
                        </a:cubicBezTo>
                        <a:lnTo>
                          <a:pt x="12124" y="16495"/>
                        </a:lnTo>
                        <a:lnTo>
                          <a:pt x="12150" y="16676"/>
                        </a:lnTo>
                        <a:lnTo>
                          <a:pt x="12166" y="16791"/>
                        </a:lnTo>
                        <a:lnTo>
                          <a:pt x="12236" y="16910"/>
                        </a:lnTo>
                        <a:lnTo>
                          <a:pt x="12340" y="17004"/>
                        </a:lnTo>
                        <a:lnTo>
                          <a:pt x="12530" y="17140"/>
                        </a:lnTo>
                        <a:lnTo>
                          <a:pt x="12662" y="17184"/>
                        </a:lnTo>
                        <a:cubicBezTo>
                          <a:pt x="12691" y="17185"/>
                          <a:pt x="12720" y="17183"/>
                          <a:pt x="12748" y="17177"/>
                        </a:cubicBezTo>
                        <a:cubicBezTo>
                          <a:pt x="12813" y="17164"/>
                          <a:pt x="12873" y="17133"/>
                          <a:pt x="12924" y="17088"/>
                        </a:cubicBezTo>
                        <a:cubicBezTo>
                          <a:pt x="12961" y="17031"/>
                          <a:pt x="13014" y="16988"/>
                          <a:pt x="13075" y="16965"/>
                        </a:cubicBezTo>
                        <a:cubicBezTo>
                          <a:pt x="13126" y="16945"/>
                          <a:pt x="13182" y="16940"/>
                          <a:pt x="13235" y="16950"/>
                        </a:cubicBezTo>
                        <a:cubicBezTo>
                          <a:pt x="13325" y="16961"/>
                          <a:pt x="13415" y="16973"/>
                          <a:pt x="13505" y="16987"/>
                        </a:cubicBezTo>
                        <a:cubicBezTo>
                          <a:pt x="13590" y="17000"/>
                          <a:pt x="13675" y="17014"/>
                          <a:pt x="13760" y="17029"/>
                        </a:cubicBezTo>
                        <a:cubicBezTo>
                          <a:pt x="13780" y="17020"/>
                          <a:pt x="13800" y="17008"/>
                          <a:pt x="13818" y="16994"/>
                        </a:cubicBezTo>
                        <a:cubicBezTo>
                          <a:pt x="13861" y="16962"/>
                          <a:pt x="13896" y="16918"/>
                          <a:pt x="13920" y="16868"/>
                        </a:cubicBezTo>
                        <a:cubicBezTo>
                          <a:pt x="13958" y="16829"/>
                          <a:pt x="13988" y="16782"/>
                          <a:pt x="14008" y="16730"/>
                        </a:cubicBezTo>
                        <a:cubicBezTo>
                          <a:pt x="14027" y="16682"/>
                          <a:pt x="14036" y="16630"/>
                          <a:pt x="14036" y="16577"/>
                        </a:cubicBezTo>
                        <a:lnTo>
                          <a:pt x="14105" y="16446"/>
                        </a:lnTo>
                        <a:lnTo>
                          <a:pt x="14184" y="16355"/>
                        </a:lnTo>
                        <a:lnTo>
                          <a:pt x="14303" y="16315"/>
                        </a:lnTo>
                        <a:lnTo>
                          <a:pt x="14386" y="16229"/>
                        </a:lnTo>
                        <a:lnTo>
                          <a:pt x="14463" y="16155"/>
                        </a:lnTo>
                        <a:lnTo>
                          <a:pt x="14572" y="16091"/>
                        </a:lnTo>
                        <a:lnTo>
                          <a:pt x="14694" y="16026"/>
                        </a:lnTo>
                        <a:lnTo>
                          <a:pt x="14775" y="15863"/>
                        </a:lnTo>
                        <a:lnTo>
                          <a:pt x="14865" y="15780"/>
                        </a:lnTo>
                        <a:lnTo>
                          <a:pt x="15009" y="15717"/>
                        </a:lnTo>
                        <a:lnTo>
                          <a:pt x="15065" y="15847"/>
                        </a:lnTo>
                        <a:lnTo>
                          <a:pt x="14965" y="15940"/>
                        </a:lnTo>
                        <a:cubicBezTo>
                          <a:pt x="14932" y="15958"/>
                          <a:pt x="14915" y="15998"/>
                          <a:pt x="14924" y="16036"/>
                        </a:cubicBezTo>
                        <a:cubicBezTo>
                          <a:pt x="14946" y="16129"/>
                          <a:pt x="15067" y="16139"/>
                          <a:pt x="15103" y="16051"/>
                        </a:cubicBezTo>
                        <a:lnTo>
                          <a:pt x="15193" y="15920"/>
                        </a:lnTo>
                        <a:lnTo>
                          <a:pt x="15214" y="15722"/>
                        </a:lnTo>
                        <a:cubicBezTo>
                          <a:pt x="15240" y="15695"/>
                          <a:pt x="15275" y="15682"/>
                          <a:pt x="15311" y="15686"/>
                        </a:cubicBezTo>
                        <a:cubicBezTo>
                          <a:pt x="15369" y="15692"/>
                          <a:pt x="15415" y="15740"/>
                          <a:pt x="15472" y="15750"/>
                        </a:cubicBezTo>
                        <a:cubicBezTo>
                          <a:pt x="15522" y="15759"/>
                          <a:pt x="15573" y="15736"/>
                          <a:pt x="15622" y="15750"/>
                        </a:cubicBezTo>
                        <a:cubicBezTo>
                          <a:pt x="15665" y="15761"/>
                          <a:pt x="15697" y="15796"/>
                          <a:pt x="15708" y="15841"/>
                        </a:cubicBezTo>
                        <a:lnTo>
                          <a:pt x="15897" y="15759"/>
                        </a:lnTo>
                        <a:cubicBezTo>
                          <a:pt x="15912" y="15738"/>
                          <a:pt x="15931" y="15720"/>
                          <a:pt x="15952" y="15705"/>
                        </a:cubicBezTo>
                        <a:cubicBezTo>
                          <a:pt x="16001" y="15671"/>
                          <a:pt x="16061" y="15658"/>
                          <a:pt x="16119" y="15668"/>
                        </a:cubicBezTo>
                        <a:cubicBezTo>
                          <a:pt x="16169" y="15681"/>
                          <a:pt x="16221" y="15683"/>
                          <a:pt x="16273" y="15676"/>
                        </a:cubicBezTo>
                        <a:cubicBezTo>
                          <a:pt x="16322" y="15668"/>
                          <a:pt x="16370" y="15652"/>
                          <a:pt x="16414" y="15626"/>
                        </a:cubicBezTo>
                        <a:cubicBezTo>
                          <a:pt x="16471" y="15600"/>
                          <a:pt x="16522" y="15564"/>
                          <a:pt x="16568" y="15520"/>
                        </a:cubicBezTo>
                        <a:cubicBezTo>
                          <a:pt x="16610" y="15478"/>
                          <a:pt x="16646" y="15430"/>
                          <a:pt x="16674" y="15376"/>
                        </a:cubicBezTo>
                        <a:cubicBezTo>
                          <a:pt x="16701" y="15337"/>
                          <a:pt x="16735" y="15305"/>
                          <a:pt x="16774" y="15280"/>
                        </a:cubicBezTo>
                        <a:cubicBezTo>
                          <a:pt x="16825" y="15248"/>
                          <a:pt x="16882" y="15230"/>
                          <a:pt x="16941" y="15228"/>
                        </a:cubicBezTo>
                        <a:lnTo>
                          <a:pt x="16912" y="15376"/>
                        </a:lnTo>
                        <a:lnTo>
                          <a:pt x="17051" y="15371"/>
                        </a:lnTo>
                        <a:lnTo>
                          <a:pt x="17222" y="15364"/>
                        </a:lnTo>
                        <a:lnTo>
                          <a:pt x="17277" y="15457"/>
                        </a:lnTo>
                        <a:lnTo>
                          <a:pt x="17382" y="15457"/>
                        </a:lnTo>
                        <a:lnTo>
                          <a:pt x="17563" y="15484"/>
                        </a:lnTo>
                        <a:cubicBezTo>
                          <a:pt x="17620" y="15517"/>
                          <a:pt x="17682" y="15541"/>
                          <a:pt x="17745" y="15558"/>
                        </a:cubicBezTo>
                        <a:cubicBezTo>
                          <a:pt x="17822" y="15578"/>
                          <a:pt x="17901" y="15585"/>
                          <a:pt x="17980" y="15580"/>
                        </a:cubicBezTo>
                        <a:cubicBezTo>
                          <a:pt x="18020" y="15573"/>
                          <a:pt x="18059" y="15561"/>
                          <a:pt x="18096" y="15543"/>
                        </a:cubicBezTo>
                        <a:cubicBezTo>
                          <a:pt x="18150" y="15518"/>
                          <a:pt x="18199" y="15483"/>
                          <a:pt x="18251" y="15454"/>
                        </a:cubicBezTo>
                        <a:cubicBezTo>
                          <a:pt x="18310" y="15421"/>
                          <a:pt x="18373" y="15396"/>
                          <a:pt x="18437" y="15378"/>
                        </a:cubicBezTo>
                        <a:cubicBezTo>
                          <a:pt x="18482" y="15358"/>
                          <a:pt x="18526" y="15337"/>
                          <a:pt x="18569" y="15316"/>
                        </a:cubicBezTo>
                        <a:cubicBezTo>
                          <a:pt x="18610" y="15296"/>
                          <a:pt x="18651" y="15275"/>
                          <a:pt x="18694" y="15261"/>
                        </a:cubicBezTo>
                        <a:cubicBezTo>
                          <a:pt x="18742" y="15247"/>
                          <a:pt x="18791" y="15242"/>
                          <a:pt x="18840" y="15246"/>
                        </a:cubicBezTo>
                        <a:lnTo>
                          <a:pt x="18942" y="15232"/>
                        </a:lnTo>
                        <a:lnTo>
                          <a:pt x="19062" y="15343"/>
                        </a:lnTo>
                        <a:lnTo>
                          <a:pt x="19037" y="15464"/>
                        </a:lnTo>
                        <a:lnTo>
                          <a:pt x="19096" y="15522"/>
                        </a:lnTo>
                        <a:lnTo>
                          <a:pt x="19177" y="15535"/>
                        </a:lnTo>
                        <a:cubicBezTo>
                          <a:pt x="19178" y="15563"/>
                          <a:pt x="19179" y="15591"/>
                          <a:pt x="19180" y="15619"/>
                        </a:cubicBezTo>
                        <a:cubicBezTo>
                          <a:pt x="19180" y="15657"/>
                          <a:pt x="19180" y="15696"/>
                          <a:pt x="19180" y="15735"/>
                        </a:cubicBezTo>
                        <a:cubicBezTo>
                          <a:pt x="19210" y="15759"/>
                          <a:pt x="19244" y="15776"/>
                          <a:pt x="19281" y="15784"/>
                        </a:cubicBezTo>
                        <a:cubicBezTo>
                          <a:pt x="19315" y="15791"/>
                          <a:pt x="19350" y="15791"/>
                          <a:pt x="19383" y="15784"/>
                        </a:cubicBezTo>
                        <a:lnTo>
                          <a:pt x="19461" y="15703"/>
                        </a:lnTo>
                        <a:lnTo>
                          <a:pt x="19622" y="15601"/>
                        </a:lnTo>
                        <a:lnTo>
                          <a:pt x="19682" y="15557"/>
                        </a:lnTo>
                        <a:lnTo>
                          <a:pt x="19823" y="15461"/>
                        </a:lnTo>
                        <a:lnTo>
                          <a:pt x="19946" y="15414"/>
                        </a:lnTo>
                        <a:lnTo>
                          <a:pt x="20087" y="15436"/>
                        </a:lnTo>
                        <a:lnTo>
                          <a:pt x="20392" y="15113"/>
                        </a:lnTo>
                        <a:cubicBezTo>
                          <a:pt x="20433" y="15083"/>
                          <a:pt x="20473" y="15051"/>
                          <a:pt x="20510" y="15016"/>
                        </a:cubicBezTo>
                        <a:cubicBezTo>
                          <a:pt x="20554" y="14975"/>
                          <a:pt x="20595" y="14931"/>
                          <a:pt x="20633" y="14883"/>
                        </a:cubicBezTo>
                        <a:cubicBezTo>
                          <a:pt x="20671" y="14828"/>
                          <a:pt x="20703" y="14769"/>
                          <a:pt x="20731" y="14708"/>
                        </a:cubicBezTo>
                        <a:cubicBezTo>
                          <a:pt x="20760" y="14642"/>
                          <a:pt x="20782" y="14573"/>
                          <a:pt x="20798" y="14502"/>
                        </a:cubicBezTo>
                        <a:lnTo>
                          <a:pt x="20854" y="14369"/>
                        </a:lnTo>
                        <a:lnTo>
                          <a:pt x="21220" y="14097"/>
                        </a:lnTo>
                        <a:lnTo>
                          <a:pt x="21600" y="13667"/>
                        </a:lnTo>
                        <a:cubicBezTo>
                          <a:pt x="20995" y="15418"/>
                          <a:pt x="20065" y="17021"/>
                          <a:pt x="18866" y="18381"/>
                        </a:cubicBezTo>
                        <a:cubicBezTo>
                          <a:pt x="17655" y="19753"/>
                          <a:pt x="16194" y="20848"/>
                          <a:pt x="14574" y="21600"/>
                        </a:cubicBezTo>
                        <a:lnTo>
                          <a:pt x="14750" y="20991"/>
                        </a:lnTo>
                        <a:lnTo>
                          <a:pt x="14599" y="20978"/>
                        </a:lnTo>
                        <a:lnTo>
                          <a:pt x="14486" y="20965"/>
                        </a:lnTo>
                        <a:lnTo>
                          <a:pt x="14417" y="20987"/>
                        </a:lnTo>
                        <a:lnTo>
                          <a:pt x="14284" y="21002"/>
                        </a:lnTo>
                        <a:lnTo>
                          <a:pt x="14142" y="21022"/>
                        </a:lnTo>
                        <a:cubicBezTo>
                          <a:pt x="14098" y="21025"/>
                          <a:pt x="14053" y="21027"/>
                          <a:pt x="14008" y="21029"/>
                        </a:cubicBezTo>
                        <a:cubicBezTo>
                          <a:pt x="13951" y="21032"/>
                          <a:pt x="13895" y="21035"/>
                          <a:pt x="13838" y="21037"/>
                        </a:cubicBezTo>
                        <a:lnTo>
                          <a:pt x="13664" y="21022"/>
                        </a:lnTo>
                        <a:lnTo>
                          <a:pt x="13606" y="20927"/>
                        </a:lnTo>
                        <a:lnTo>
                          <a:pt x="13627" y="20853"/>
                        </a:lnTo>
                        <a:lnTo>
                          <a:pt x="13627" y="20782"/>
                        </a:lnTo>
                        <a:cubicBezTo>
                          <a:pt x="13595" y="20753"/>
                          <a:pt x="13563" y="20725"/>
                          <a:pt x="13532" y="20695"/>
                        </a:cubicBezTo>
                        <a:cubicBezTo>
                          <a:pt x="13497" y="20661"/>
                          <a:pt x="13462" y="20627"/>
                          <a:pt x="13428" y="20591"/>
                        </a:cubicBezTo>
                        <a:lnTo>
                          <a:pt x="13262" y="20421"/>
                        </a:lnTo>
                        <a:lnTo>
                          <a:pt x="13165" y="20251"/>
                        </a:lnTo>
                        <a:lnTo>
                          <a:pt x="13097" y="20206"/>
                        </a:lnTo>
                        <a:lnTo>
                          <a:pt x="12974" y="20132"/>
                        </a:lnTo>
                        <a:lnTo>
                          <a:pt x="12851" y="20147"/>
                        </a:lnTo>
                        <a:lnTo>
                          <a:pt x="12679" y="20118"/>
                        </a:lnTo>
                        <a:lnTo>
                          <a:pt x="12675" y="20031"/>
                        </a:lnTo>
                        <a:lnTo>
                          <a:pt x="12730" y="19989"/>
                        </a:lnTo>
                        <a:lnTo>
                          <a:pt x="12668" y="19829"/>
                        </a:lnTo>
                        <a:lnTo>
                          <a:pt x="12668" y="19747"/>
                        </a:lnTo>
                        <a:lnTo>
                          <a:pt x="12772" y="19680"/>
                        </a:lnTo>
                        <a:lnTo>
                          <a:pt x="12881" y="19598"/>
                        </a:lnTo>
                        <a:lnTo>
                          <a:pt x="12969" y="19517"/>
                        </a:lnTo>
                        <a:lnTo>
                          <a:pt x="12869" y="19465"/>
                        </a:lnTo>
                        <a:lnTo>
                          <a:pt x="12831" y="19350"/>
                        </a:lnTo>
                        <a:lnTo>
                          <a:pt x="12879" y="19115"/>
                        </a:lnTo>
                        <a:lnTo>
                          <a:pt x="12946" y="19011"/>
                        </a:lnTo>
                        <a:lnTo>
                          <a:pt x="12995" y="18937"/>
                        </a:lnTo>
                        <a:lnTo>
                          <a:pt x="13009" y="18841"/>
                        </a:lnTo>
                        <a:cubicBezTo>
                          <a:pt x="13038" y="18804"/>
                          <a:pt x="13071" y="18771"/>
                          <a:pt x="13108" y="18742"/>
                        </a:cubicBezTo>
                        <a:cubicBezTo>
                          <a:pt x="13140" y="18717"/>
                          <a:pt x="13175" y="18696"/>
                          <a:pt x="13212" y="18678"/>
                        </a:cubicBezTo>
                        <a:lnTo>
                          <a:pt x="13399" y="18498"/>
                        </a:lnTo>
                        <a:lnTo>
                          <a:pt x="13532" y="18261"/>
                        </a:lnTo>
                        <a:lnTo>
                          <a:pt x="13641" y="18101"/>
                        </a:lnTo>
                        <a:lnTo>
                          <a:pt x="13641" y="18005"/>
                        </a:lnTo>
                        <a:lnTo>
                          <a:pt x="13634" y="17908"/>
                        </a:lnTo>
                        <a:lnTo>
                          <a:pt x="13648" y="17834"/>
                        </a:lnTo>
                        <a:lnTo>
                          <a:pt x="13661" y="17694"/>
                        </a:lnTo>
                        <a:lnTo>
                          <a:pt x="13654" y="17501"/>
                        </a:lnTo>
                        <a:cubicBezTo>
                          <a:pt x="13611" y="17467"/>
                          <a:pt x="13568" y="17434"/>
                          <a:pt x="13525" y="17400"/>
                        </a:cubicBezTo>
                        <a:cubicBezTo>
                          <a:pt x="13480" y="17366"/>
                          <a:pt x="13435" y="17332"/>
                          <a:pt x="13390" y="17299"/>
                        </a:cubicBezTo>
                        <a:lnTo>
                          <a:pt x="13335" y="17173"/>
                        </a:lnTo>
                        <a:lnTo>
                          <a:pt x="13154" y="17136"/>
                        </a:lnTo>
                        <a:lnTo>
                          <a:pt x="13110" y="17213"/>
                        </a:lnTo>
                        <a:lnTo>
                          <a:pt x="13008" y="17257"/>
                        </a:lnTo>
                        <a:lnTo>
                          <a:pt x="13002" y="17382"/>
                        </a:lnTo>
                        <a:lnTo>
                          <a:pt x="12925" y="17476"/>
                        </a:lnTo>
                        <a:lnTo>
                          <a:pt x="12807" y="17491"/>
                        </a:lnTo>
                        <a:lnTo>
                          <a:pt x="12693" y="17491"/>
                        </a:lnTo>
                        <a:cubicBezTo>
                          <a:pt x="12657" y="17497"/>
                          <a:pt x="12619" y="17499"/>
                          <a:pt x="12582" y="17498"/>
                        </a:cubicBezTo>
                        <a:cubicBezTo>
                          <a:pt x="12512" y="17497"/>
                          <a:pt x="12442" y="17484"/>
                          <a:pt x="12376" y="17461"/>
                        </a:cubicBezTo>
                        <a:lnTo>
                          <a:pt x="12230" y="17439"/>
                        </a:lnTo>
                        <a:lnTo>
                          <a:pt x="12087" y="17417"/>
                        </a:lnTo>
                        <a:lnTo>
                          <a:pt x="12040" y="17293"/>
                        </a:lnTo>
                        <a:lnTo>
                          <a:pt x="11943" y="17278"/>
                        </a:lnTo>
                        <a:lnTo>
                          <a:pt x="11832" y="17271"/>
                        </a:lnTo>
                        <a:lnTo>
                          <a:pt x="11684" y="17240"/>
                        </a:lnTo>
                        <a:lnTo>
                          <a:pt x="11594" y="17210"/>
                        </a:lnTo>
                        <a:lnTo>
                          <a:pt x="11536" y="17052"/>
                        </a:lnTo>
                        <a:lnTo>
                          <a:pt x="11497" y="16966"/>
                        </a:lnTo>
                        <a:lnTo>
                          <a:pt x="11294" y="16770"/>
                        </a:lnTo>
                        <a:lnTo>
                          <a:pt x="11162" y="16667"/>
                        </a:lnTo>
                        <a:lnTo>
                          <a:pt x="11021" y="16602"/>
                        </a:lnTo>
                        <a:lnTo>
                          <a:pt x="10879" y="16600"/>
                        </a:lnTo>
                        <a:lnTo>
                          <a:pt x="10582" y="16570"/>
                        </a:lnTo>
                        <a:lnTo>
                          <a:pt x="10482" y="16514"/>
                        </a:lnTo>
                        <a:lnTo>
                          <a:pt x="10260" y="16484"/>
                        </a:lnTo>
                        <a:lnTo>
                          <a:pt x="10018" y="16462"/>
                        </a:lnTo>
                        <a:lnTo>
                          <a:pt x="9851" y="16380"/>
                        </a:lnTo>
                        <a:lnTo>
                          <a:pt x="9740" y="16247"/>
                        </a:lnTo>
                        <a:lnTo>
                          <a:pt x="9629" y="16158"/>
                        </a:lnTo>
                        <a:lnTo>
                          <a:pt x="9471" y="16064"/>
                        </a:lnTo>
                        <a:lnTo>
                          <a:pt x="9348" y="16026"/>
                        </a:lnTo>
                        <a:lnTo>
                          <a:pt x="9086" y="16026"/>
                        </a:lnTo>
                        <a:cubicBezTo>
                          <a:pt x="9018" y="16049"/>
                          <a:pt x="8949" y="16069"/>
                          <a:pt x="8880" y="16086"/>
                        </a:cubicBezTo>
                        <a:cubicBezTo>
                          <a:pt x="8816" y="16101"/>
                          <a:pt x="8752" y="16113"/>
                          <a:pt x="8687" y="16123"/>
                        </a:cubicBezTo>
                        <a:cubicBezTo>
                          <a:pt x="8651" y="16123"/>
                          <a:pt x="8616" y="16116"/>
                          <a:pt x="8583" y="16100"/>
                        </a:cubicBezTo>
                        <a:cubicBezTo>
                          <a:pt x="8545" y="16082"/>
                          <a:pt x="8511" y="16054"/>
                          <a:pt x="8486" y="16019"/>
                        </a:cubicBezTo>
                        <a:lnTo>
                          <a:pt x="8304" y="15945"/>
                        </a:lnTo>
                        <a:lnTo>
                          <a:pt x="8244" y="15908"/>
                        </a:lnTo>
                        <a:lnTo>
                          <a:pt x="8146" y="15901"/>
                        </a:lnTo>
                        <a:lnTo>
                          <a:pt x="8051" y="15856"/>
                        </a:lnTo>
                        <a:lnTo>
                          <a:pt x="7947" y="15797"/>
                        </a:lnTo>
                        <a:lnTo>
                          <a:pt x="7787" y="15715"/>
                        </a:lnTo>
                        <a:lnTo>
                          <a:pt x="7692" y="15678"/>
                        </a:lnTo>
                        <a:cubicBezTo>
                          <a:pt x="7650" y="15669"/>
                          <a:pt x="7610" y="15652"/>
                          <a:pt x="7574" y="15627"/>
                        </a:cubicBezTo>
                        <a:cubicBezTo>
                          <a:pt x="7513" y="15584"/>
                          <a:pt x="7467" y="15522"/>
                          <a:pt x="7442" y="15449"/>
                        </a:cubicBezTo>
                        <a:lnTo>
                          <a:pt x="7244" y="15434"/>
                        </a:lnTo>
                        <a:lnTo>
                          <a:pt x="7026" y="15332"/>
                        </a:lnTo>
                        <a:lnTo>
                          <a:pt x="6917" y="15226"/>
                        </a:lnTo>
                        <a:lnTo>
                          <a:pt x="6773" y="15092"/>
                        </a:lnTo>
                        <a:lnTo>
                          <a:pt x="6718" y="14996"/>
                        </a:lnTo>
                        <a:lnTo>
                          <a:pt x="6704" y="14803"/>
                        </a:lnTo>
                        <a:lnTo>
                          <a:pt x="6765" y="14736"/>
                        </a:lnTo>
                        <a:lnTo>
                          <a:pt x="6751" y="14628"/>
                        </a:lnTo>
                        <a:lnTo>
                          <a:pt x="6668" y="14423"/>
                        </a:lnTo>
                        <a:lnTo>
                          <a:pt x="6454" y="14101"/>
                        </a:lnTo>
                        <a:lnTo>
                          <a:pt x="6341" y="13946"/>
                        </a:lnTo>
                        <a:lnTo>
                          <a:pt x="6275" y="13847"/>
                        </a:lnTo>
                        <a:lnTo>
                          <a:pt x="6185" y="13760"/>
                        </a:lnTo>
                        <a:lnTo>
                          <a:pt x="6101" y="13671"/>
                        </a:lnTo>
                        <a:lnTo>
                          <a:pt x="6020" y="13597"/>
                        </a:lnTo>
                        <a:lnTo>
                          <a:pt x="5987" y="13530"/>
                        </a:lnTo>
                        <a:lnTo>
                          <a:pt x="5988" y="13389"/>
                        </a:lnTo>
                        <a:lnTo>
                          <a:pt x="5974" y="13290"/>
                        </a:lnTo>
                        <a:lnTo>
                          <a:pt x="5856" y="13186"/>
                        </a:lnTo>
                        <a:cubicBezTo>
                          <a:pt x="5819" y="13118"/>
                          <a:pt x="5779" y="13052"/>
                          <a:pt x="5736" y="12989"/>
                        </a:cubicBezTo>
                        <a:cubicBezTo>
                          <a:pt x="5704" y="12942"/>
                          <a:pt x="5670" y="12897"/>
                          <a:pt x="5635" y="12853"/>
                        </a:cubicBezTo>
                        <a:lnTo>
                          <a:pt x="5558" y="12742"/>
                        </a:lnTo>
                        <a:lnTo>
                          <a:pt x="5449" y="12628"/>
                        </a:lnTo>
                        <a:cubicBezTo>
                          <a:pt x="5397" y="12606"/>
                          <a:pt x="5362" y="12554"/>
                          <a:pt x="5359" y="12495"/>
                        </a:cubicBezTo>
                        <a:cubicBezTo>
                          <a:pt x="5355" y="12444"/>
                          <a:pt x="5377" y="12395"/>
                          <a:pt x="5415" y="12364"/>
                        </a:cubicBezTo>
                        <a:lnTo>
                          <a:pt x="5394" y="12119"/>
                        </a:lnTo>
                        <a:lnTo>
                          <a:pt x="5325" y="11968"/>
                        </a:lnTo>
                        <a:lnTo>
                          <a:pt x="5166" y="11822"/>
                        </a:lnTo>
                        <a:lnTo>
                          <a:pt x="5013" y="11755"/>
                        </a:lnTo>
                        <a:lnTo>
                          <a:pt x="5012" y="11918"/>
                        </a:lnTo>
                        <a:lnTo>
                          <a:pt x="5039" y="12079"/>
                        </a:lnTo>
                        <a:lnTo>
                          <a:pt x="5109" y="12264"/>
                        </a:lnTo>
                        <a:lnTo>
                          <a:pt x="5150" y="12351"/>
                        </a:lnTo>
                        <a:lnTo>
                          <a:pt x="5247" y="12502"/>
                        </a:lnTo>
                        <a:lnTo>
                          <a:pt x="5321" y="12634"/>
                        </a:lnTo>
                        <a:lnTo>
                          <a:pt x="5314" y="12769"/>
                        </a:lnTo>
                        <a:lnTo>
                          <a:pt x="5389" y="12885"/>
                        </a:lnTo>
                        <a:lnTo>
                          <a:pt x="5472" y="13018"/>
                        </a:lnTo>
                        <a:lnTo>
                          <a:pt x="5565" y="13176"/>
                        </a:lnTo>
                        <a:lnTo>
                          <a:pt x="5577" y="13290"/>
                        </a:lnTo>
                        <a:lnTo>
                          <a:pt x="5639" y="13477"/>
                        </a:lnTo>
                        <a:lnTo>
                          <a:pt x="5667" y="13609"/>
                        </a:lnTo>
                        <a:lnTo>
                          <a:pt x="5667" y="13694"/>
                        </a:lnTo>
                        <a:lnTo>
                          <a:pt x="5774" y="13736"/>
                        </a:lnTo>
                        <a:lnTo>
                          <a:pt x="5875" y="13857"/>
                        </a:lnTo>
                        <a:lnTo>
                          <a:pt x="5943" y="13973"/>
                        </a:lnTo>
                        <a:lnTo>
                          <a:pt x="5943" y="14087"/>
                        </a:lnTo>
                        <a:lnTo>
                          <a:pt x="5875" y="14138"/>
                        </a:lnTo>
                        <a:lnTo>
                          <a:pt x="5725" y="14044"/>
                        </a:lnTo>
                        <a:lnTo>
                          <a:pt x="5598" y="13872"/>
                        </a:lnTo>
                        <a:lnTo>
                          <a:pt x="5544" y="13793"/>
                        </a:lnTo>
                        <a:lnTo>
                          <a:pt x="5454" y="13741"/>
                        </a:lnTo>
                        <a:lnTo>
                          <a:pt x="5352" y="13666"/>
                        </a:lnTo>
                        <a:lnTo>
                          <a:pt x="5296" y="13585"/>
                        </a:lnTo>
                        <a:cubicBezTo>
                          <a:pt x="5309" y="13549"/>
                          <a:pt x="5318" y="13512"/>
                          <a:pt x="5324" y="13474"/>
                        </a:cubicBezTo>
                        <a:cubicBezTo>
                          <a:pt x="5332" y="13417"/>
                          <a:pt x="5332" y="13360"/>
                          <a:pt x="5324" y="13303"/>
                        </a:cubicBezTo>
                        <a:cubicBezTo>
                          <a:pt x="5305" y="13264"/>
                          <a:pt x="5284" y="13226"/>
                          <a:pt x="5261" y="13189"/>
                        </a:cubicBezTo>
                        <a:cubicBezTo>
                          <a:pt x="5223" y="13130"/>
                          <a:pt x="5178" y="13075"/>
                          <a:pt x="5129" y="13026"/>
                        </a:cubicBezTo>
                        <a:lnTo>
                          <a:pt x="4901" y="12863"/>
                        </a:lnTo>
                        <a:lnTo>
                          <a:pt x="4781" y="12722"/>
                        </a:lnTo>
                        <a:lnTo>
                          <a:pt x="4851" y="12663"/>
                        </a:lnTo>
                        <a:lnTo>
                          <a:pt x="5005" y="12678"/>
                        </a:lnTo>
                        <a:lnTo>
                          <a:pt x="5033" y="12515"/>
                        </a:lnTo>
                        <a:cubicBezTo>
                          <a:pt x="5022" y="12432"/>
                          <a:pt x="4988" y="12354"/>
                          <a:pt x="4935" y="12292"/>
                        </a:cubicBezTo>
                        <a:cubicBezTo>
                          <a:pt x="4898" y="12248"/>
                          <a:pt x="4852" y="12213"/>
                          <a:pt x="4801" y="12189"/>
                        </a:cubicBezTo>
                        <a:lnTo>
                          <a:pt x="4715" y="11949"/>
                        </a:lnTo>
                        <a:lnTo>
                          <a:pt x="4662" y="11732"/>
                        </a:lnTo>
                        <a:lnTo>
                          <a:pt x="4648" y="11591"/>
                        </a:lnTo>
                        <a:lnTo>
                          <a:pt x="4627" y="11487"/>
                        </a:lnTo>
                        <a:lnTo>
                          <a:pt x="4586" y="11332"/>
                        </a:lnTo>
                        <a:lnTo>
                          <a:pt x="4532" y="11231"/>
                        </a:lnTo>
                        <a:lnTo>
                          <a:pt x="4469" y="11127"/>
                        </a:lnTo>
                        <a:cubicBezTo>
                          <a:pt x="4455" y="11089"/>
                          <a:pt x="4439" y="11051"/>
                          <a:pt x="4420" y="11016"/>
                        </a:cubicBezTo>
                        <a:cubicBezTo>
                          <a:pt x="4402" y="10980"/>
                          <a:pt x="4380" y="10946"/>
                          <a:pt x="4353" y="10917"/>
                        </a:cubicBezTo>
                        <a:cubicBezTo>
                          <a:pt x="4302" y="10864"/>
                          <a:pt x="4235" y="10834"/>
                          <a:pt x="4169" y="10806"/>
                        </a:cubicBezTo>
                        <a:cubicBezTo>
                          <a:pt x="4118" y="10784"/>
                          <a:pt x="4067" y="10761"/>
                          <a:pt x="4017" y="10739"/>
                        </a:cubicBezTo>
                        <a:lnTo>
                          <a:pt x="4017" y="10628"/>
                        </a:lnTo>
                        <a:cubicBezTo>
                          <a:pt x="4019" y="10594"/>
                          <a:pt x="4020" y="10560"/>
                          <a:pt x="4019" y="10527"/>
                        </a:cubicBezTo>
                        <a:cubicBezTo>
                          <a:pt x="4019" y="10449"/>
                          <a:pt x="4012" y="10373"/>
                          <a:pt x="4001" y="10296"/>
                        </a:cubicBezTo>
                        <a:lnTo>
                          <a:pt x="3910" y="10081"/>
                        </a:lnTo>
                        <a:lnTo>
                          <a:pt x="3815" y="9819"/>
                        </a:lnTo>
                        <a:lnTo>
                          <a:pt x="3821" y="9591"/>
                        </a:lnTo>
                        <a:lnTo>
                          <a:pt x="3843" y="9426"/>
                        </a:lnTo>
                        <a:lnTo>
                          <a:pt x="3805" y="9077"/>
                        </a:lnTo>
                        <a:lnTo>
                          <a:pt x="3761" y="8972"/>
                        </a:lnTo>
                        <a:lnTo>
                          <a:pt x="3858" y="8809"/>
                        </a:lnTo>
                        <a:lnTo>
                          <a:pt x="3886" y="8671"/>
                        </a:lnTo>
                        <a:lnTo>
                          <a:pt x="3900" y="8500"/>
                        </a:lnTo>
                        <a:lnTo>
                          <a:pt x="3933" y="8389"/>
                        </a:lnTo>
                        <a:lnTo>
                          <a:pt x="4014" y="8214"/>
                        </a:lnTo>
                        <a:lnTo>
                          <a:pt x="4056" y="8112"/>
                        </a:lnTo>
                        <a:cubicBezTo>
                          <a:pt x="4089" y="8064"/>
                          <a:pt x="4117" y="8012"/>
                          <a:pt x="4139" y="7956"/>
                        </a:cubicBezTo>
                        <a:cubicBezTo>
                          <a:pt x="4160" y="7903"/>
                          <a:pt x="4176" y="7848"/>
                          <a:pt x="4186" y="7791"/>
                        </a:cubicBezTo>
                        <a:lnTo>
                          <a:pt x="4325" y="7527"/>
                        </a:lnTo>
                        <a:lnTo>
                          <a:pt x="4367" y="7352"/>
                        </a:lnTo>
                        <a:lnTo>
                          <a:pt x="4346" y="7226"/>
                        </a:lnTo>
                        <a:lnTo>
                          <a:pt x="4304" y="7102"/>
                        </a:lnTo>
                        <a:lnTo>
                          <a:pt x="4381" y="6944"/>
                        </a:lnTo>
                        <a:lnTo>
                          <a:pt x="4346" y="6858"/>
                        </a:lnTo>
                        <a:lnTo>
                          <a:pt x="4237" y="6727"/>
                        </a:lnTo>
                        <a:lnTo>
                          <a:pt x="4172" y="6595"/>
                        </a:lnTo>
                        <a:lnTo>
                          <a:pt x="4126" y="6464"/>
                        </a:lnTo>
                        <a:lnTo>
                          <a:pt x="4112" y="6378"/>
                        </a:lnTo>
                        <a:lnTo>
                          <a:pt x="4049" y="6267"/>
                        </a:lnTo>
                        <a:lnTo>
                          <a:pt x="4102" y="6183"/>
                        </a:lnTo>
                        <a:lnTo>
                          <a:pt x="4204" y="6100"/>
                        </a:lnTo>
                        <a:lnTo>
                          <a:pt x="4218" y="6026"/>
                        </a:lnTo>
                        <a:lnTo>
                          <a:pt x="4204" y="5873"/>
                        </a:lnTo>
                        <a:lnTo>
                          <a:pt x="4176" y="5697"/>
                        </a:lnTo>
                        <a:lnTo>
                          <a:pt x="4128" y="5431"/>
                        </a:lnTo>
                        <a:lnTo>
                          <a:pt x="4116" y="5359"/>
                        </a:lnTo>
                        <a:lnTo>
                          <a:pt x="4165" y="5250"/>
                        </a:lnTo>
                        <a:lnTo>
                          <a:pt x="4206" y="5043"/>
                        </a:lnTo>
                        <a:lnTo>
                          <a:pt x="4074" y="5013"/>
                        </a:lnTo>
                        <a:cubicBezTo>
                          <a:pt x="4031" y="5035"/>
                          <a:pt x="3981" y="5026"/>
                          <a:pt x="3947" y="4991"/>
                        </a:cubicBezTo>
                        <a:cubicBezTo>
                          <a:pt x="3897" y="4941"/>
                          <a:pt x="3897" y="4856"/>
                          <a:pt x="3947" y="4806"/>
                        </a:cubicBezTo>
                        <a:lnTo>
                          <a:pt x="3972" y="4719"/>
                        </a:lnTo>
                        <a:lnTo>
                          <a:pt x="4013" y="4535"/>
                        </a:lnTo>
                        <a:lnTo>
                          <a:pt x="3965" y="4446"/>
                        </a:lnTo>
                        <a:cubicBezTo>
                          <a:pt x="3975" y="4384"/>
                          <a:pt x="3981" y="4320"/>
                          <a:pt x="3981" y="4256"/>
                        </a:cubicBezTo>
                        <a:cubicBezTo>
                          <a:pt x="3981" y="4197"/>
                          <a:pt x="3976" y="4137"/>
                          <a:pt x="3967" y="4078"/>
                        </a:cubicBezTo>
                        <a:cubicBezTo>
                          <a:pt x="3978" y="4040"/>
                          <a:pt x="3987" y="4002"/>
                          <a:pt x="3992" y="3962"/>
                        </a:cubicBezTo>
                        <a:cubicBezTo>
                          <a:pt x="3998" y="3922"/>
                          <a:pt x="4000" y="3882"/>
                          <a:pt x="3999" y="3841"/>
                        </a:cubicBezTo>
                        <a:lnTo>
                          <a:pt x="3951" y="3670"/>
                        </a:lnTo>
                        <a:lnTo>
                          <a:pt x="3932" y="3510"/>
                        </a:lnTo>
                        <a:lnTo>
                          <a:pt x="3925" y="3391"/>
                        </a:lnTo>
                        <a:cubicBezTo>
                          <a:pt x="3885" y="3400"/>
                          <a:pt x="3844" y="3392"/>
                          <a:pt x="3809" y="3369"/>
                        </a:cubicBezTo>
                        <a:cubicBezTo>
                          <a:pt x="3762" y="3338"/>
                          <a:pt x="3733" y="3282"/>
                          <a:pt x="3733" y="3223"/>
                        </a:cubicBezTo>
                        <a:lnTo>
                          <a:pt x="3606" y="3139"/>
                        </a:lnTo>
                        <a:lnTo>
                          <a:pt x="3535" y="3122"/>
                        </a:lnTo>
                        <a:lnTo>
                          <a:pt x="3513" y="3031"/>
                        </a:lnTo>
                        <a:lnTo>
                          <a:pt x="3497" y="2935"/>
                        </a:lnTo>
                        <a:lnTo>
                          <a:pt x="3435" y="2863"/>
                        </a:lnTo>
                        <a:lnTo>
                          <a:pt x="3316" y="2856"/>
                        </a:lnTo>
                        <a:lnTo>
                          <a:pt x="3219" y="2871"/>
                        </a:lnTo>
                        <a:lnTo>
                          <a:pt x="3134" y="2780"/>
                        </a:lnTo>
                        <a:lnTo>
                          <a:pt x="2927" y="2750"/>
                        </a:lnTo>
                        <a:lnTo>
                          <a:pt x="2816" y="2683"/>
                        </a:lnTo>
                        <a:lnTo>
                          <a:pt x="2757" y="2787"/>
                        </a:lnTo>
                        <a:lnTo>
                          <a:pt x="2677" y="2878"/>
                        </a:lnTo>
                        <a:cubicBezTo>
                          <a:pt x="2624" y="2900"/>
                          <a:pt x="2570" y="2922"/>
                          <a:pt x="2517" y="2942"/>
                        </a:cubicBezTo>
                        <a:cubicBezTo>
                          <a:pt x="2470" y="2960"/>
                          <a:pt x="2423" y="2978"/>
                          <a:pt x="2376" y="2994"/>
                        </a:cubicBezTo>
                        <a:lnTo>
                          <a:pt x="2156" y="2979"/>
                        </a:lnTo>
                        <a:lnTo>
                          <a:pt x="2099" y="2906"/>
                        </a:lnTo>
                        <a:lnTo>
                          <a:pt x="2230" y="2775"/>
                        </a:lnTo>
                        <a:cubicBezTo>
                          <a:pt x="2285" y="2773"/>
                          <a:pt x="2340" y="2768"/>
                          <a:pt x="2394" y="2760"/>
                        </a:cubicBezTo>
                        <a:cubicBezTo>
                          <a:pt x="2490" y="2746"/>
                          <a:pt x="2584" y="2722"/>
                          <a:pt x="2675" y="2688"/>
                        </a:cubicBezTo>
                        <a:lnTo>
                          <a:pt x="2901" y="2602"/>
                        </a:lnTo>
                        <a:lnTo>
                          <a:pt x="3019" y="2479"/>
                        </a:lnTo>
                        <a:lnTo>
                          <a:pt x="3112" y="2372"/>
                        </a:lnTo>
                        <a:lnTo>
                          <a:pt x="2898" y="2424"/>
                        </a:lnTo>
                        <a:lnTo>
                          <a:pt x="2783" y="2528"/>
                        </a:lnTo>
                        <a:lnTo>
                          <a:pt x="2697" y="2585"/>
                        </a:lnTo>
                        <a:lnTo>
                          <a:pt x="2479" y="2672"/>
                        </a:lnTo>
                        <a:lnTo>
                          <a:pt x="2258" y="2701"/>
                        </a:lnTo>
                        <a:lnTo>
                          <a:pt x="2121" y="2716"/>
                        </a:lnTo>
                        <a:lnTo>
                          <a:pt x="2054" y="2795"/>
                        </a:lnTo>
                        <a:cubicBezTo>
                          <a:pt x="2021" y="2791"/>
                          <a:pt x="1989" y="2782"/>
                          <a:pt x="1959" y="2768"/>
                        </a:cubicBezTo>
                        <a:cubicBezTo>
                          <a:pt x="1907" y="2743"/>
                          <a:pt x="1861" y="2704"/>
                          <a:pt x="1827" y="2654"/>
                        </a:cubicBezTo>
                        <a:lnTo>
                          <a:pt x="1753" y="2654"/>
                        </a:lnTo>
                        <a:lnTo>
                          <a:pt x="1629" y="2679"/>
                        </a:lnTo>
                        <a:lnTo>
                          <a:pt x="1643" y="2812"/>
                        </a:lnTo>
                        <a:lnTo>
                          <a:pt x="1530" y="2782"/>
                        </a:lnTo>
                        <a:lnTo>
                          <a:pt x="1495" y="2713"/>
                        </a:lnTo>
                        <a:lnTo>
                          <a:pt x="1518" y="2587"/>
                        </a:lnTo>
                        <a:lnTo>
                          <a:pt x="1427" y="2565"/>
                        </a:lnTo>
                        <a:lnTo>
                          <a:pt x="1312" y="2551"/>
                        </a:lnTo>
                        <a:lnTo>
                          <a:pt x="1247" y="2571"/>
                        </a:lnTo>
                        <a:lnTo>
                          <a:pt x="1227" y="2482"/>
                        </a:lnTo>
                        <a:lnTo>
                          <a:pt x="1201" y="2390"/>
                        </a:lnTo>
                        <a:lnTo>
                          <a:pt x="1076" y="2390"/>
                        </a:lnTo>
                        <a:lnTo>
                          <a:pt x="964" y="2360"/>
                        </a:lnTo>
                        <a:lnTo>
                          <a:pt x="812" y="2294"/>
                        </a:lnTo>
                        <a:lnTo>
                          <a:pt x="745" y="2192"/>
                        </a:lnTo>
                        <a:lnTo>
                          <a:pt x="630" y="2185"/>
                        </a:lnTo>
                        <a:lnTo>
                          <a:pt x="593" y="2111"/>
                        </a:lnTo>
                        <a:lnTo>
                          <a:pt x="512" y="2002"/>
                        </a:lnTo>
                        <a:lnTo>
                          <a:pt x="428" y="1869"/>
                        </a:lnTo>
                        <a:lnTo>
                          <a:pt x="373" y="1738"/>
                        </a:lnTo>
                        <a:cubicBezTo>
                          <a:pt x="342" y="1717"/>
                          <a:pt x="313" y="1693"/>
                          <a:pt x="287" y="1666"/>
                        </a:cubicBezTo>
                        <a:cubicBezTo>
                          <a:pt x="248" y="1626"/>
                          <a:pt x="215" y="1580"/>
                          <a:pt x="188" y="1530"/>
                        </a:cubicBezTo>
                        <a:lnTo>
                          <a:pt x="140" y="1443"/>
                        </a:lnTo>
                        <a:lnTo>
                          <a:pt x="135" y="1337"/>
                        </a:lnTo>
                        <a:lnTo>
                          <a:pt x="62" y="1243"/>
                        </a:lnTo>
                        <a:lnTo>
                          <a:pt x="0" y="1191"/>
                        </a:lnTo>
                        <a:lnTo>
                          <a:pt x="0" y="1060"/>
                        </a:lnTo>
                        <a:lnTo>
                          <a:pt x="8" y="972"/>
                        </a:lnTo>
                        <a:lnTo>
                          <a:pt x="15" y="861"/>
                        </a:lnTo>
                        <a:lnTo>
                          <a:pt x="82" y="802"/>
                        </a:lnTo>
                        <a:lnTo>
                          <a:pt x="110" y="601"/>
                        </a:lnTo>
                        <a:lnTo>
                          <a:pt x="75" y="468"/>
                        </a:lnTo>
                        <a:lnTo>
                          <a:pt x="130" y="315"/>
                        </a:lnTo>
                        <a:lnTo>
                          <a:pt x="151" y="134"/>
                        </a:lnTo>
                        <a:lnTo>
                          <a:pt x="268" y="140"/>
                        </a:lnTo>
                        <a:lnTo>
                          <a:pt x="196" y="371"/>
                        </a:lnTo>
                        <a:lnTo>
                          <a:pt x="74" y="1050"/>
                        </a:lnTo>
                        <a:lnTo>
                          <a:pt x="247" y="1332"/>
                        </a:lnTo>
                        <a:lnTo>
                          <a:pt x="293" y="1442"/>
                        </a:lnTo>
                        <a:lnTo>
                          <a:pt x="293" y="1523"/>
                        </a:lnTo>
                        <a:lnTo>
                          <a:pt x="393" y="1652"/>
                        </a:lnTo>
                        <a:lnTo>
                          <a:pt x="485" y="1772"/>
                        </a:lnTo>
                        <a:lnTo>
                          <a:pt x="408" y="1986"/>
                        </a:lnTo>
                        <a:lnTo>
                          <a:pt x="588" y="1927"/>
                        </a:lnTo>
                        <a:lnTo>
                          <a:pt x="671" y="1957"/>
                        </a:lnTo>
                        <a:lnTo>
                          <a:pt x="755" y="2061"/>
                        </a:lnTo>
                        <a:lnTo>
                          <a:pt x="836" y="2124"/>
                        </a:lnTo>
                        <a:lnTo>
                          <a:pt x="924" y="2198"/>
                        </a:lnTo>
                        <a:lnTo>
                          <a:pt x="1083" y="2223"/>
                        </a:lnTo>
                        <a:lnTo>
                          <a:pt x="1187" y="2208"/>
                        </a:lnTo>
                        <a:lnTo>
                          <a:pt x="1236" y="2277"/>
                        </a:lnTo>
                        <a:lnTo>
                          <a:pt x="1424" y="2277"/>
                        </a:lnTo>
                        <a:lnTo>
                          <a:pt x="1470" y="2349"/>
                        </a:lnTo>
                        <a:lnTo>
                          <a:pt x="1642" y="2349"/>
                        </a:lnTo>
                        <a:lnTo>
                          <a:pt x="1730" y="2356"/>
                        </a:lnTo>
                        <a:lnTo>
                          <a:pt x="1872" y="2406"/>
                        </a:lnTo>
                        <a:lnTo>
                          <a:pt x="2099" y="2433"/>
                        </a:lnTo>
                        <a:lnTo>
                          <a:pt x="2229" y="2426"/>
                        </a:lnTo>
                        <a:lnTo>
                          <a:pt x="2303" y="2330"/>
                        </a:lnTo>
                        <a:lnTo>
                          <a:pt x="2288" y="2222"/>
                        </a:lnTo>
                        <a:lnTo>
                          <a:pt x="2212" y="2237"/>
                        </a:lnTo>
                        <a:lnTo>
                          <a:pt x="2198" y="2140"/>
                        </a:lnTo>
                        <a:lnTo>
                          <a:pt x="2121" y="2024"/>
                        </a:lnTo>
                        <a:lnTo>
                          <a:pt x="2052" y="1883"/>
                        </a:lnTo>
                        <a:lnTo>
                          <a:pt x="2200" y="1804"/>
                        </a:lnTo>
                        <a:lnTo>
                          <a:pt x="2326" y="1715"/>
                        </a:lnTo>
                        <a:lnTo>
                          <a:pt x="2228" y="1606"/>
                        </a:lnTo>
                        <a:lnTo>
                          <a:pt x="2230" y="1518"/>
                        </a:lnTo>
                        <a:lnTo>
                          <a:pt x="2269" y="1377"/>
                        </a:lnTo>
                        <a:lnTo>
                          <a:pt x="2166" y="1354"/>
                        </a:lnTo>
                        <a:lnTo>
                          <a:pt x="2035" y="1280"/>
                        </a:lnTo>
                        <a:lnTo>
                          <a:pt x="2038" y="1119"/>
                        </a:lnTo>
                        <a:lnTo>
                          <a:pt x="2244" y="1090"/>
                        </a:lnTo>
                        <a:lnTo>
                          <a:pt x="2262" y="1193"/>
                        </a:lnTo>
                        <a:lnTo>
                          <a:pt x="2318" y="1302"/>
                        </a:lnTo>
                        <a:lnTo>
                          <a:pt x="2431" y="1117"/>
                        </a:lnTo>
                        <a:lnTo>
                          <a:pt x="2594" y="1035"/>
                        </a:lnTo>
                        <a:lnTo>
                          <a:pt x="2753" y="998"/>
                        </a:lnTo>
                        <a:lnTo>
                          <a:pt x="2888" y="998"/>
                        </a:lnTo>
                        <a:lnTo>
                          <a:pt x="2923" y="1065"/>
                        </a:lnTo>
                        <a:lnTo>
                          <a:pt x="3069" y="1072"/>
                        </a:lnTo>
                        <a:lnTo>
                          <a:pt x="3108" y="1149"/>
                        </a:lnTo>
                        <a:lnTo>
                          <a:pt x="3239" y="1082"/>
                        </a:lnTo>
                        <a:lnTo>
                          <a:pt x="3274" y="1018"/>
                        </a:lnTo>
                        <a:lnTo>
                          <a:pt x="3225" y="929"/>
                        </a:lnTo>
                        <a:lnTo>
                          <a:pt x="3135" y="825"/>
                        </a:lnTo>
                        <a:cubicBezTo>
                          <a:pt x="3100" y="795"/>
                          <a:pt x="3075" y="755"/>
                          <a:pt x="3061" y="709"/>
                        </a:cubicBezTo>
                        <a:cubicBezTo>
                          <a:pt x="3045" y="658"/>
                          <a:pt x="3045" y="603"/>
                          <a:pt x="3061" y="551"/>
                        </a:cubicBezTo>
                        <a:lnTo>
                          <a:pt x="3114" y="415"/>
                        </a:lnTo>
                        <a:lnTo>
                          <a:pt x="3174" y="331"/>
                        </a:lnTo>
                        <a:lnTo>
                          <a:pt x="3258" y="299"/>
                        </a:lnTo>
                        <a:lnTo>
                          <a:pt x="3443" y="344"/>
                        </a:lnTo>
                        <a:lnTo>
                          <a:pt x="3508" y="405"/>
                        </a:lnTo>
                        <a:lnTo>
                          <a:pt x="3570" y="469"/>
                        </a:lnTo>
                        <a:lnTo>
                          <a:pt x="3623" y="555"/>
                        </a:lnTo>
                        <a:lnTo>
                          <a:pt x="3566" y="680"/>
                        </a:lnTo>
                        <a:lnTo>
                          <a:pt x="3691" y="725"/>
                        </a:lnTo>
                        <a:lnTo>
                          <a:pt x="3724" y="631"/>
                        </a:lnTo>
                        <a:lnTo>
                          <a:pt x="3749" y="451"/>
                        </a:lnTo>
                        <a:lnTo>
                          <a:pt x="3793" y="340"/>
                        </a:lnTo>
                        <a:lnTo>
                          <a:pt x="3814" y="110"/>
                        </a:lnTo>
                        <a:lnTo>
                          <a:pt x="3868" y="0"/>
                        </a:lnTo>
                        <a:lnTo>
                          <a:pt x="4025" y="31"/>
                        </a:lnTo>
                        <a:lnTo>
                          <a:pt x="4108" y="78"/>
                        </a:lnTo>
                        <a:lnTo>
                          <a:pt x="4156" y="181"/>
                        </a:lnTo>
                        <a:lnTo>
                          <a:pt x="4253" y="151"/>
                        </a:lnTo>
                        <a:lnTo>
                          <a:pt x="4367" y="92"/>
                        </a:lnTo>
                        <a:cubicBezTo>
                          <a:pt x="4405" y="76"/>
                          <a:pt x="4445" y="68"/>
                          <a:pt x="4486" y="70"/>
                        </a:cubicBezTo>
                        <a:cubicBezTo>
                          <a:pt x="4528" y="71"/>
                          <a:pt x="4569" y="83"/>
                          <a:pt x="4606" y="104"/>
                        </a:cubicBezTo>
                        <a:lnTo>
                          <a:pt x="4716" y="162"/>
                        </a:lnTo>
                        <a:lnTo>
                          <a:pt x="4781" y="268"/>
                        </a:lnTo>
                        <a:lnTo>
                          <a:pt x="4875" y="254"/>
                        </a:lnTo>
                        <a:lnTo>
                          <a:pt x="4955" y="313"/>
                        </a:lnTo>
                        <a:lnTo>
                          <a:pt x="4934" y="396"/>
                        </a:lnTo>
                        <a:lnTo>
                          <a:pt x="4969" y="492"/>
                        </a:lnTo>
                        <a:lnTo>
                          <a:pt x="5036" y="567"/>
                        </a:lnTo>
                        <a:lnTo>
                          <a:pt x="4983" y="620"/>
                        </a:lnTo>
                        <a:lnTo>
                          <a:pt x="4970" y="701"/>
                        </a:lnTo>
                        <a:lnTo>
                          <a:pt x="5114" y="798"/>
                        </a:lnTo>
                        <a:lnTo>
                          <a:pt x="5178" y="901"/>
                        </a:lnTo>
                        <a:lnTo>
                          <a:pt x="5280" y="1037"/>
                        </a:lnTo>
                        <a:lnTo>
                          <a:pt x="5361" y="1143"/>
                        </a:lnTo>
                        <a:lnTo>
                          <a:pt x="5403" y="1254"/>
                        </a:lnTo>
                        <a:lnTo>
                          <a:pt x="5445" y="1414"/>
                        </a:lnTo>
                        <a:lnTo>
                          <a:pt x="5552" y="1441"/>
                        </a:lnTo>
                        <a:lnTo>
                          <a:pt x="5552" y="1572"/>
                        </a:lnTo>
                        <a:lnTo>
                          <a:pt x="5628" y="1696"/>
                        </a:lnTo>
                        <a:lnTo>
                          <a:pt x="5741" y="1590"/>
                        </a:lnTo>
                        <a:lnTo>
                          <a:pt x="5864" y="1604"/>
                        </a:lnTo>
                        <a:lnTo>
                          <a:pt x="5906" y="1698"/>
                        </a:lnTo>
                        <a:lnTo>
                          <a:pt x="6031" y="1691"/>
                        </a:lnTo>
                        <a:lnTo>
                          <a:pt x="6147" y="1683"/>
                        </a:lnTo>
                        <a:lnTo>
                          <a:pt x="6221" y="1668"/>
                        </a:lnTo>
                        <a:lnTo>
                          <a:pt x="6284" y="1754"/>
                        </a:lnTo>
                        <a:lnTo>
                          <a:pt x="6357" y="1690"/>
                        </a:lnTo>
                        <a:lnTo>
                          <a:pt x="6413" y="1559"/>
                        </a:lnTo>
                        <a:lnTo>
                          <a:pt x="6465" y="1660"/>
                        </a:lnTo>
                        <a:lnTo>
                          <a:pt x="6417" y="1769"/>
                        </a:lnTo>
                        <a:lnTo>
                          <a:pt x="6412" y="1877"/>
                        </a:lnTo>
                        <a:lnTo>
                          <a:pt x="6481" y="1936"/>
                        </a:lnTo>
                        <a:lnTo>
                          <a:pt x="6563" y="1822"/>
                        </a:lnTo>
                        <a:lnTo>
                          <a:pt x="6625" y="1758"/>
                        </a:lnTo>
                        <a:lnTo>
                          <a:pt x="6669" y="1841"/>
                        </a:lnTo>
                        <a:lnTo>
                          <a:pt x="6625" y="1957"/>
                        </a:lnTo>
                        <a:lnTo>
                          <a:pt x="6731" y="1994"/>
                        </a:lnTo>
                        <a:lnTo>
                          <a:pt x="6807" y="2069"/>
                        </a:lnTo>
                        <a:lnTo>
                          <a:pt x="6890" y="2135"/>
                        </a:lnTo>
                        <a:lnTo>
                          <a:pt x="6978" y="2204"/>
                        </a:lnTo>
                        <a:lnTo>
                          <a:pt x="7027" y="2270"/>
                        </a:lnTo>
                        <a:lnTo>
                          <a:pt x="7091" y="2327"/>
                        </a:lnTo>
                        <a:lnTo>
                          <a:pt x="7170" y="2349"/>
                        </a:lnTo>
                        <a:lnTo>
                          <a:pt x="7165" y="2275"/>
                        </a:lnTo>
                        <a:lnTo>
                          <a:pt x="7110" y="2144"/>
                        </a:lnTo>
                        <a:lnTo>
                          <a:pt x="7296" y="2137"/>
                        </a:lnTo>
                        <a:lnTo>
                          <a:pt x="7472" y="2095"/>
                        </a:lnTo>
                        <a:cubicBezTo>
                          <a:pt x="7497" y="2085"/>
                          <a:pt x="7514" y="2059"/>
                          <a:pt x="7514" y="2031"/>
                        </a:cubicBezTo>
                        <a:cubicBezTo>
                          <a:pt x="7514" y="1939"/>
                          <a:pt x="7398" y="1910"/>
                          <a:pt x="7359" y="1991"/>
                        </a:cubicBezTo>
                        <a:lnTo>
                          <a:pt x="7180" y="1932"/>
                        </a:lnTo>
                        <a:lnTo>
                          <a:pt x="7115" y="1848"/>
                        </a:lnTo>
                        <a:lnTo>
                          <a:pt x="7171" y="1788"/>
                        </a:lnTo>
                        <a:lnTo>
                          <a:pt x="7154" y="1702"/>
                        </a:lnTo>
                        <a:lnTo>
                          <a:pt x="7197" y="1532"/>
                        </a:lnTo>
                        <a:lnTo>
                          <a:pt x="7001" y="1616"/>
                        </a:lnTo>
                        <a:lnTo>
                          <a:pt x="6874" y="1710"/>
                        </a:lnTo>
                        <a:lnTo>
                          <a:pt x="6760" y="1730"/>
                        </a:lnTo>
                        <a:lnTo>
                          <a:pt x="6767" y="1582"/>
                        </a:lnTo>
                        <a:lnTo>
                          <a:pt x="6704" y="1510"/>
                        </a:lnTo>
                        <a:lnTo>
                          <a:pt x="6683" y="1398"/>
                        </a:lnTo>
                        <a:lnTo>
                          <a:pt x="6811" y="1298"/>
                        </a:lnTo>
                        <a:lnTo>
                          <a:pt x="6911" y="1176"/>
                        </a:lnTo>
                        <a:lnTo>
                          <a:pt x="6929" y="1048"/>
                        </a:lnTo>
                        <a:lnTo>
                          <a:pt x="6901" y="918"/>
                        </a:lnTo>
                        <a:lnTo>
                          <a:pt x="6982" y="827"/>
                        </a:lnTo>
                        <a:close/>
                      </a:path>
                    </a:pathLst>
                  </a:custGeom>
                  <a:grpFill/>
                  <a:ln w="12700" cap="flat">
                    <a:noFill/>
                    <a:miter lim="400000"/>
                  </a:ln>
                  <a:effectLst/>
                </p:spPr>
                <p:txBody>
                  <a:bodyPr wrap="square" lIns="45719" tIns="45719" rIns="45719" bIns="45719" numCol="1" anchor="ctr">
                    <a:noAutofit/>
                  </a:bodyPr>
                  <a:lstStyle/>
                  <a:p>
                    <a:pPr defTabSz="457200">
                      <a:defRPr sz="82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任意多边形: 形状 35"/>
                  <p:cNvSpPr/>
                  <p:nvPr/>
                </p:nvSpPr>
                <p:spPr>
                  <a:xfrm>
                    <a:off x="2111908" y="2858729"/>
                    <a:ext cx="29388" cy="26267"/>
                  </a:xfrm>
                  <a:custGeom>
                    <a:avLst/>
                    <a:gdLst/>
                    <a:ahLst/>
                    <a:cxnLst>
                      <a:cxn ang="0">
                        <a:pos x="wd2" y="hd2"/>
                      </a:cxn>
                      <a:cxn ang="5400000">
                        <a:pos x="wd2" y="hd2"/>
                      </a:cxn>
                      <a:cxn ang="10800000">
                        <a:pos x="wd2" y="hd2"/>
                      </a:cxn>
                      <a:cxn ang="16200000">
                        <a:pos x="wd2" y="hd2"/>
                      </a:cxn>
                    </a:cxnLst>
                    <a:rect l="0" t="0" r="r" b="b"/>
                    <a:pathLst>
                      <a:path w="21600" h="21600" extrusionOk="0">
                        <a:moveTo>
                          <a:pt x="8384" y="2101"/>
                        </a:moveTo>
                        <a:lnTo>
                          <a:pt x="0" y="10018"/>
                        </a:lnTo>
                        <a:lnTo>
                          <a:pt x="1924" y="21600"/>
                        </a:lnTo>
                        <a:lnTo>
                          <a:pt x="9832" y="12960"/>
                        </a:lnTo>
                        <a:lnTo>
                          <a:pt x="21600" y="0"/>
                        </a:lnTo>
                        <a:lnTo>
                          <a:pt x="8384" y="2101"/>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任意多边形: 形状 36"/>
                  <p:cNvSpPr/>
                  <p:nvPr/>
                </p:nvSpPr>
                <p:spPr>
                  <a:xfrm>
                    <a:off x="2190025" y="3094995"/>
                    <a:ext cx="14659" cy="17105"/>
                  </a:xfrm>
                  <a:custGeom>
                    <a:avLst/>
                    <a:gdLst/>
                    <a:ahLst/>
                    <a:cxnLst>
                      <a:cxn ang="0">
                        <a:pos x="wd2" y="hd2"/>
                      </a:cxn>
                      <a:cxn ang="5400000">
                        <a:pos x="wd2" y="hd2"/>
                      </a:cxn>
                      <a:cxn ang="10800000">
                        <a:pos x="wd2" y="hd2"/>
                      </a:cxn>
                      <a:cxn ang="16200000">
                        <a:pos x="wd2" y="hd2"/>
                      </a:cxn>
                    </a:cxnLst>
                    <a:rect l="0" t="0" r="r" b="b"/>
                    <a:pathLst>
                      <a:path w="21600" h="21600" extrusionOk="0">
                        <a:moveTo>
                          <a:pt x="14695" y="0"/>
                        </a:moveTo>
                        <a:lnTo>
                          <a:pt x="2150" y="1966"/>
                        </a:lnTo>
                        <a:lnTo>
                          <a:pt x="0" y="14899"/>
                        </a:lnTo>
                        <a:lnTo>
                          <a:pt x="13781" y="21600"/>
                        </a:lnTo>
                        <a:lnTo>
                          <a:pt x="21600" y="8558"/>
                        </a:lnTo>
                        <a:lnTo>
                          <a:pt x="14695"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任意多边形: 形状 37"/>
                  <p:cNvSpPr/>
                  <p:nvPr/>
                </p:nvSpPr>
                <p:spPr>
                  <a:xfrm>
                    <a:off x="2317843" y="2994244"/>
                    <a:ext cx="25382" cy="40123"/>
                  </a:xfrm>
                  <a:custGeom>
                    <a:avLst/>
                    <a:gdLst/>
                    <a:ahLst/>
                    <a:cxnLst>
                      <a:cxn ang="0">
                        <a:pos x="wd2" y="hd2"/>
                      </a:cxn>
                      <a:cxn ang="5400000">
                        <a:pos x="wd2" y="hd2"/>
                      </a:cxn>
                      <a:cxn ang="10800000">
                        <a:pos x="wd2" y="hd2"/>
                      </a:cxn>
                      <a:cxn ang="16200000">
                        <a:pos x="wd2" y="hd2"/>
                      </a:cxn>
                    </a:cxnLst>
                    <a:rect l="0" t="0" r="r" b="b"/>
                    <a:pathLst>
                      <a:path w="21600" h="21600" extrusionOk="0">
                        <a:moveTo>
                          <a:pt x="11311" y="1188"/>
                        </a:moveTo>
                        <a:lnTo>
                          <a:pt x="2903" y="3754"/>
                        </a:lnTo>
                        <a:lnTo>
                          <a:pt x="6906" y="9918"/>
                        </a:lnTo>
                        <a:lnTo>
                          <a:pt x="0" y="19975"/>
                        </a:lnTo>
                        <a:lnTo>
                          <a:pt x="8431" y="21600"/>
                        </a:lnTo>
                        <a:lnTo>
                          <a:pt x="15976" y="18316"/>
                        </a:lnTo>
                        <a:lnTo>
                          <a:pt x="18572" y="10244"/>
                        </a:lnTo>
                        <a:lnTo>
                          <a:pt x="21600" y="5318"/>
                        </a:lnTo>
                        <a:lnTo>
                          <a:pt x="19816" y="0"/>
                        </a:lnTo>
                        <a:lnTo>
                          <a:pt x="11311" y="1188"/>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任意多边形: 形状 38"/>
                  <p:cNvSpPr/>
                  <p:nvPr/>
                </p:nvSpPr>
                <p:spPr>
                  <a:xfrm>
                    <a:off x="2250051" y="3025970"/>
                    <a:ext cx="16016" cy="18697"/>
                  </a:xfrm>
                  <a:custGeom>
                    <a:avLst/>
                    <a:gdLst/>
                    <a:ahLst/>
                    <a:cxnLst>
                      <a:cxn ang="0">
                        <a:pos x="wd2" y="hd2"/>
                      </a:cxn>
                      <a:cxn ang="5400000">
                        <a:pos x="wd2" y="hd2"/>
                      </a:cxn>
                      <a:cxn ang="10800000">
                        <a:pos x="wd2" y="hd2"/>
                      </a:cxn>
                      <a:cxn ang="16200000">
                        <a:pos x="wd2" y="hd2"/>
                      </a:cxn>
                    </a:cxnLst>
                    <a:rect l="0" t="0" r="r" b="b"/>
                    <a:pathLst>
                      <a:path w="21600" h="21600" extrusionOk="0">
                        <a:moveTo>
                          <a:pt x="9701" y="0"/>
                        </a:moveTo>
                        <a:lnTo>
                          <a:pt x="2286" y="8809"/>
                        </a:lnTo>
                        <a:lnTo>
                          <a:pt x="0" y="21600"/>
                        </a:lnTo>
                        <a:lnTo>
                          <a:pt x="15560" y="16644"/>
                        </a:lnTo>
                        <a:lnTo>
                          <a:pt x="21600" y="3209"/>
                        </a:lnTo>
                        <a:lnTo>
                          <a:pt x="9701"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任意多边形: 形状 39"/>
                  <p:cNvSpPr/>
                  <p:nvPr/>
                </p:nvSpPr>
                <p:spPr>
                  <a:xfrm>
                    <a:off x="3034716" y="2559081"/>
                    <a:ext cx="13165" cy="18055"/>
                  </a:xfrm>
                  <a:custGeom>
                    <a:avLst/>
                    <a:gdLst/>
                    <a:ahLst/>
                    <a:cxnLst>
                      <a:cxn ang="0">
                        <a:pos x="wd2" y="hd2"/>
                      </a:cxn>
                      <a:cxn ang="5400000">
                        <a:pos x="wd2" y="hd2"/>
                      </a:cxn>
                      <a:cxn ang="10800000">
                        <a:pos x="wd2" y="hd2"/>
                      </a:cxn>
                      <a:cxn ang="16200000">
                        <a:pos x="wd2" y="hd2"/>
                      </a:cxn>
                    </a:cxnLst>
                    <a:rect l="0" t="0" r="r" b="b"/>
                    <a:pathLst>
                      <a:path w="21600" h="21600" extrusionOk="0">
                        <a:moveTo>
                          <a:pt x="17459" y="0"/>
                        </a:moveTo>
                        <a:lnTo>
                          <a:pt x="0" y="7565"/>
                        </a:lnTo>
                        <a:lnTo>
                          <a:pt x="9131" y="21600"/>
                        </a:lnTo>
                        <a:lnTo>
                          <a:pt x="21600" y="15555"/>
                        </a:lnTo>
                        <a:lnTo>
                          <a:pt x="17459"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任意多边形: 形状 40"/>
                  <p:cNvSpPr/>
                  <p:nvPr/>
                </p:nvSpPr>
                <p:spPr>
                  <a:xfrm>
                    <a:off x="3018366" y="2583669"/>
                    <a:ext cx="15179" cy="14245"/>
                  </a:xfrm>
                  <a:custGeom>
                    <a:avLst/>
                    <a:gdLst/>
                    <a:ahLst/>
                    <a:cxnLst>
                      <a:cxn ang="0">
                        <a:pos x="wd2" y="hd2"/>
                      </a:cxn>
                      <a:cxn ang="5400000">
                        <a:pos x="wd2" y="hd2"/>
                      </a:cxn>
                      <a:cxn ang="10800000">
                        <a:pos x="wd2" y="hd2"/>
                      </a:cxn>
                      <a:cxn ang="16200000">
                        <a:pos x="wd2" y="hd2"/>
                      </a:cxn>
                    </a:cxnLst>
                    <a:rect l="0" t="0" r="r" b="b"/>
                    <a:pathLst>
                      <a:path w="21600" h="21600" extrusionOk="0">
                        <a:moveTo>
                          <a:pt x="9589" y="0"/>
                        </a:moveTo>
                        <a:lnTo>
                          <a:pt x="0" y="7324"/>
                        </a:lnTo>
                        <a:lnTo>
                          <a:pt x="11835" y="21600"/>
                        </a:lnTo>
                        <a:lnTo>
                          <a:pt x="21600" y="7437"/>
                        </a:lnTo>
                        <a:lnTo>
                          <a:pt x="9589"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任意多边形: 形状 41"/>
                  <p:cNvSpPr/>
                  <p:nvPr/>
                </p:nvSpPr>
                <p:spPr>
                  <a:xfrm>
                    <a:off x="3174555" y="3366593"/>
                    <a:ext cx="31573" cy="25591"/>
                  </a:xfrm>
                  <a:custGeom>
                    <a:avLst/>
                    <a:gdLst/>
                    <a:ahLst/>
                    <a:cxnLst>
                      <a:cxn ang="0">
                        <a:pos x="wd2" y="hd2"/>
                      </a:cxn>
                      <a:cxn ang="5400000">
                        <a:pos x="wd2" y="hd2"/>
                      </a:cxn>
                      <a:cxn ang="10800000">
                        <a:pos x="wd2" y="hd2"/>
                      </a:cxn>
                      <a:cxn ang="16200000">
                        <a:pos x="wd2" y="hd2"/>
                      </a:cxn>
                    </a:cxnLst>
                    <a:rect l="0" t="0" r="r" b="b"/>
                    <a:pathLst>
                      <a:path w="21600" h="21600" extrusionOk="0">
                        <a:moveTo>
                          <a:pt x="12863" y="1314"/>
                        </a:moveTo>
                        <a:lnTo>
                          <a:pt x="3082" y="0"/>
                        </a:lnTo>
                        <a:lnTo>
                          <a:pt x="0" y="13744"/>
                        </a:lnTo>
                        <a:lnTo>
                          <a:pt x="4388" y="21412"/>
                        </a:lnTo>
                        <a:lnTo>
                          <a:pt x="16385" y="21600"/>
                        </a:lnTo>
                        <a:lnTo>
                          <a:pt x="21600" y="6584"/>
                        </a:lnTo>
                        <a:lnTo>
                          <a:pt x="12863" y="1314"/>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任意多边形: 形状 42"/>
                  <p:cNvSpPr/>
                  <p:nvPr/>
                </p:nvSpPr>
                <p:spPr>
                  <a:xfrm>
                    <a:off x="3227852" y="3369516"/>
                    <a:ext cx="20029" cy="34352"/>
                  </a:xfrm>
                  <a:custGeom>
                    <a:avLst/>
                    <a:gdLst/>
                    <a:ahLst/>
                    <a:cxnLst>
                      <a:cxn ang="0">
                        <a:pos x="wd2" y="hd2"/>
                      </a:cxn>
                      <a:cxn ang="5400000">
                        <a:pos x="wd2" y="hd2"/>
                      </a:cxn>
                      <a:cxn ang="10800000">
                        <a:pos x="wd2" y="hd2"/>
                      </a:cxn>
                      <a:cxn ang="16200000">
                        <a:pos x="wd2" y="hd2"/>
                      </a:cxn>
                    </a:cxnLst>
                    <a:rect l="0" t="0" r="r" b="b"/>
                    <a:pathLst>
                      <a:path w="21600" h="21600" extrusionOk="0">
                        <a:moveTo>
                          <a:pt x="10691" y="0"/>
                        </a:moveTo>
                        <a:lnTo>
                          <a:pt x="0" y="3197"/>
                        </a:lnTo>
                        <a:lnTo>
                          <a:pt x="349" y="9792"/>
                        </a:lnTo>
                        <a:lnTo>
                          <a:pt x="3031" y="18244"/>
                        </a:lnTo>
                        <a:lnTo>
                          <a:pt x="15055" y="21600"/>
                        </a:lnTo>
                        <a:lnTo>
                          <a:pt x="21600" y="13149"/>
                        </a:lnTo>
                        <a:lnTo>
                          <a:pt x="17522" y="4680"/>
                        </a:lnTo>
                        <a:lnTo>
                          <a:pt x="10691"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任意多边形: 形状 43"/>
                  <p:cNvSpPr/>
                  <p:nvPr/>
                </p:nvSpPr>
                <p:spPr>
                  <a:xfrm>
                    <a:off x="3244371" y="3436007"/>
                    <a:ext cx="13519" cy="22359"/>
                  </a:xfrm>
                  <a:custGeom>
                    <a:avLst/>
                    <a:gdLst/>
                    <a:ahLst/>
                    <a:cxnLst>
                      <a:cxn ang="0">
                        <a:pos x="wd2" y="hd2"/>
                      </a:cxn>
                      <a:cxn ang="5400000">
                        <a:pos x="wd2" y="hd2"/>
                      </a:cxn>
                      <a:cxn ang="10800000">
                        <a:pos x="wd2" y="hd2"/>
                      </a:cxn>
                      <a:cxn ang="16200000">
                        <a:pos x="wd2" y="hd2"/>
                      </a:cxn>
                    </a:cxnLst>
                    <a:rect l="0" t="0" r="r" b="b"/>
                    <a:pathLst>
                      <a:path w="21600" h="21600" extrusionOk="0">
                        <a:moveTo>
                          <a:pt x="9036" y="0"/>
                        </a:moveTo>
                        <a:lnTo>
                          <a:pt x="0" y="11875"/>
                        </a:lnTo>
                        <a:lnTo>
                          <a:pt x="4136" y="21600"/>
                        </a:lnTo>
                        <a:lnTo>
                          <a:pt x="17945" y="19175"/>
                        </a:lnTo>
                        <a:lnTo>
                          <a:pt x="21600" y="1742"/>
                        </a:lnTo>
                        <a:lnTo>
                          <a:pt x="9036"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任意多边形: 形状 44"/>
                  <p:cNvSpPr/>
                  <p:nvPr/>
                </p:nvSpPr>
                <p:spPr>
                  <a:xfrm>
                    <a:off x="3392955" y="3369421"/>
                    <a:ext cx="15254" cy="25068"/>
                  </a:xfrm>
                  <a:custGeom>
                    <a:avLst/>
                    <a:gdLst/>
                    <a:ahLst/>
                    <a:cxnLst>
                      <a:cxn ang="0">
                        <a:pos x="wd2" y="hd2"/>
                      </a:cxn>
                      <a:cxn ang="5400000">
                        <a:pos x="wd2" y="hd2"/>
                      </a:cxn>
                      <a:cxn ang="10800000">
                        <a:pos x="wd2" y="hd2"/>
                      </a:cxn>
                      <a:cxn ang="16200000">
                        <a:pos x="wd2" y="hd2"/>
                      </a:cxn>
                    </a:cxnLst>
                    <a:rect l="0" t="0" r="r" b="b"/>
                    <a:pathLst>
                      <a:path w="21600" h="21600" extrusionOk="0">
                        <a:moveTo>
                          <a:pt x="11910" y="0"/>
                        </a:moveTo>
                        <a:lnTo>
                          <a:pt x="880" y="2109"/>
                        </a:lnTo>
                        <a:lnTo>
                          <a:pt x="0" y="13088"/>
                        </a:lnTo>
                        <a:lnTo>
                          <a:pt x="7921" y="21600"/>
                        </a:lnTo>
                        <a:lnTo>
                          <a:pt x="21600" y="7612"/>
                        </a:lnTo>
                        <a:lnTo>
                          <a:pt x="11910"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任意多边形: 形状 45"/>
                  <p:cNvSpPr/>
                  <p:nvPr/>
                </p:nvSpPr>
                <p:spPr>
                  <a:xfrm>
                    <a:off x="3406539" y="3331561"/>
                    <a:ext cx="15310" cy="16989"/>
                  </a:xfrm>
                  <a:custGeom>
                    <a:avLst/>
                    <a:gdLst/>
                    <a:ahLst/>
                    <a:cxnLst>
                      <a:cxn ang="0">
                        <a:pos x="wd2" y="hd2"/>
                      </a:cxn>
                      <a:cxn ang="5400000">
                        <a:pos x="wd2" y="hd2"/>
                      </a:cxn>
                      <a:cxn ang="10800000">
                        <a:pos x="wd2" y="hd2"/>
                      </a:cxn>
                      <a:cxn ang="16200000">
                        <a:pos x="wd2" y="hd2"/>
                      </a:cxn>
                    </a:cxnLst>
                    <a:rect l="0" t="0" r="r" b="b"/>
                    <a:pathLst>
                      <a:path w="21600" h="21600" extrusionOk="0">
                        <a:moveTo>
                          <a:pt x="3498" y="0"/>
                        </a:moveTo>
                        <a:lnTo>
                          <a:pt x="0" y="9289"/>
                        </a:lnTo>
                        <a:lnTo>
                          <a:pt x="7613" y="17722"/>
                        </a:lnTo>
                        <a:lnTo>
                          <a:pt x="19807" y="21600"/>
                        </a:lnTo>
                        <a:lnTo>
                          <a:pt x="21600" y="4514"/>
                        </a:lnTo>
                        <a:lnTo>
                          <a:pt x="3498"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任意多边形: 形状 46"/>
                  <p:cNvSpPr/>
                  <p:nvPr/>
                </p:nvSpPr>
                <p:spPr>
                  <a:xfrm>
                    <a:off x="3315205" y="4388904"/>
                    <a:ext cx="276490" cy="86514"/>
                  </a:xfrm>
                  <a:custGeom>
                    <a:avLst/>
                    <a:gdLst/>
                    <a:ahLst/>
                    <a:cxnLst>
                      <a:cxn ang="0">
                        <a:pos x="wd2" y="hd2"/>
                      </a:cxn>
                      <a:cxn ang="5400000">
                        <a:pos x="wd2" y="hd2"/>
                      </a:cxn>
                      <a:cxn ang="10800000">
                        <a:pos x="wd2" y="hd2"/>
                      </a:cxn>
                      <a:cxn ang="16200000">
                        <a:pos x="wd2" y="hd2"/>
                      </a:cxn>
                    </a:cxnLst>
                    <a:rect l="0" t="0" r="r" b="b"/>
                    <a:pathLst>
                      <a:path w="21600" h="20258" extrusionOk="0">
                        <a:moveTo>
                          <a:pt x="0" y="14220"/>
                        </a:moveTo>
                        <a:lnTo>
                          <a:pt x="613" y="10143"/>
                        </a:lnTo>
                        <a:lnTo>
                          <a:pt x="2247" y="6258"/>
                        </a:lnTo>
                        <a:lnTo>
                          <a:pt x="3538" y="5398"/>
                        </a:lnTo>
                        <a:lnTo>
                          <a:pt x="5022" y="3450"/>
                        </a:lnTo>
                        <a:lnTo>
                          <a:pt x="6054" y="2255"/>
                        </a:lnTo>
                        <a:lnTo>
                          <a:pt x="7558" y="1542"/>
                        </a:lnTo>
                        <a:lnTo>
                          <a:pt x="9385" y="0"/>
                        </a:lnTo>
                        <a:cubicBezTo>
                          <a:pt x="9830" y="32"/>
                          <a:pt x="10273" y="131"/>
                          <a:pt x="10715" y="295"/>
                        </a:cubicBezTo>
                        <a:cubicBezTo>
                          <a:pt x="11331" y="526"/>
                          <a:pt x="11942" y="884"/>
                          <a:pt x="12542" y="1369"/>
                        </a:cubicBezTo>
                        <a:lnTo>
                          <a:pt x="14366" y="1488"/>
                        </a:lnTo>
                        <a:lnTo>
                          <a:pt x="15018" y="2024"/>
                        </a:lnTo>
                        <a:cubicBezTo>
                          <a:pt x="15400" y="3033"/>
                          <a:pt x="15828" y="3875"/>
                          <a:pt x="16289" y="4524"/>
                        </a:cubicBezTo>
                        <a:cubicBezTo>
                          <a:pt x="16814" y="5262"/>
                          <a:pt x="17376" y="5742"/>
                          <a:pt x="17952" y="5944"/>
                        </a:cubicBezTo>
                        <a:lnTo>
                          <a:pt x="19084" y="6301"/>
                        </a:lnTo>
                        <a:lnTo>
                          <a:pt x="20389" y="7015"/>
                        </a:lnTo>
                        <a:lnTo>
                          <a:pt x="21600" y="8741"/>
                        </a:lnTo>
                        <a:lnTo>
                          <a:pt x="21441" y="11114"/>
                        </a:lnTo>
                        <a:lnTo>
                          <a:pt x="20766" y="12178"/>
                        </a:lnTo>
                        <a:lnTo>
                          <a:pt x="19161" y="13896"/>
                        </a:lnTo>
                        <a:lnTo>
                          <a:pt x="18031" y="15146"/>
                        </a:lnTo>
                        <a:cubicBezTo>
                          <a:pt x="17549" y="14608"/>
                          <a:pt x="17009" y="14808"/>
                          <a:pt x="16584" y="15681"/>
                        </a:cubicBezTo>
                        <a:cubicBezTo>
                          <a:pt x="16194" y="16484"/>
                          <a:pt x="15934" y="17809"/>
                          <a:pt x="15492" y="18345"/>
                        </a:cubicBezTo>
                        <a:cubicBezTo>
                          <a:pt x="15117" y="18799"/>
                          <a:pt x="14689" y="18593"/>
                          <a:pt x="14381" y="17809"/>
                        </a:cubicBezTo>
                        <a:lnTo>
                          <a:pt x="15053" y="13666"/>
                        </a:lnTo>
                        <a:lnTo>
                          <a:pt x="13847" y="14915"/>
                        </a:lnTo>
                        <a:cubicBezTo>
                          <a:pt x="13591" y="14965"/>
                          <a:pt x="13334" y="14965"/>
                          <a:pt x="13078" y="14915"/>
                        </a:cubicBezTo>
                        <a:cubicBezTo>
                          <a:pt x="12502" y="14804"/>
                          <a:pt x="11934" y="14443"/>
                          <a:pt x="11393" y="13844"/>
                        </a:cubicBezTo>
                        <a:lnTo>
                          <a:pt x="11097" y="11716"/>
                        </a:lnTo>
                        <a:lnTo>
                          <a:pt x="12539" y="11478"/>
                        </a:lnTo>
                        <a:lnTo>
                          <a:pt x="13155" y="9455"/>
                        </a:lnTo>
                        <a:lnTo>
                          <a:pt x="11789" y="9455"/>
                        </a:lnTo>
                        <a:lnTo>
                          <a:pt x="10226" y="11173"/>
                        </a:lnTo>
                        <a:lnTo>
                          <a:pt x="8997" y="10638"/>
                        </a:lnTo>
                        <a:lnTo>
                          <a:pt x="8109" y="9931"/>
                        </a:lnTo>
                        <a:lnTo>
                          <a:pt x="7039" y="9931"/>
                        </a:lnTo>
                        <a:lnTo>
                          <a:pt x="5391" y="9574"/>
                        </a:lnTo>
                        <a:cubicBezTo>
                          <a:pt x="5206" y="9574"/>
                          <a:pt x="5021" y="9574"/>
                          <a:pt x="4835" y="9574"/>
                        </a:cubicBezTo>
                        <a:cubicBezTo>
                          <a:pt x="4650" y="9574"/>
                          <a:pt x="4465" y="9574"/>
                          <a:pt x="4280" y="9574"/>
                        </a:cubicBezTo>
                        <a:lnTo>
                          <a:pt x="3270" y="12133"/>
                        </a:lnTo>
                        <a:lnTo>
                          <a:pt x="5669" y="11821"/>
                        </a:lnTo>
                        <a:lnTo>
                          <a:pt x="7258" y="14246"/>
                        </a:lnTo>
                        <a:lnTo>
                          <a:pt x="6069" y="15793"/>
                        </a:lnTo>
                        <a:lnTo>
                          <a:pt x="5237" y="16976"/>
                        </a:lnTo>
                        <a:cubicBezTo>
                          <a:pt x="5476" y="20061"/>
                          <a:pt x="4041" y="21600"/>
                          <a:pt x="3572" y="18761"/>
                        </a:cubicBezTo>
                        <a:cubicBezTo>
                          <a:pt x="3449" y="18015"/>
                          <a:pt x="3506" y="17140"/>
                          <a:pt x="3453" y="16328"/>
                        </a:cubicBezTo>
                        <a:cubicBezTo>
                          <a:pt x="3385" y="15280"/>
                          <a:pt x="3140" y="14398"/>
                          <a:pt x="2798" y="14127"/>
                        </a:cubicBezTo>
                        <a:cubicBezTo>
                          <a:pt x="2476" y="13872"/>
                          <a:pt x="2134" y="14221"/>
                          <a:pt x="1932" y="15012"/>
                        </a:cubicBezTo>
                        <a:lnTo>
                          <a:pt x="1279" y="15719"/>
                        </a:lnTo>
                        <a:lnTo>
                          <a:pt x="108" y="16433"/>
                        </a:lnTo>
                        <a:lnTo>
                          <a:pt x="0" y="1422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任意多边形: 形状 47"/>
                  <p:cNvSpPr/>
                  <p:nvPr/>
                </p:nvSpPr>
                <p:spPr>
                  <a:xfrm>
                    <a:off x="3490591" y="4484723"/>
                    <a:ext cx="66059" cy="29198"/>
                  </a:xfrm>
                  <a:custGeom>
                    <a:avLst/>
                    <a:gdLst/>
                    <a:ahLst/>
                    <a:cxnLst>
                      <a:cxn ang="0">
                        <a:pos x="wd2" y="hd2"/>
                      </a:cxn>
                      <a:cxn ang="5400000">
                        <a:pos x="wd2" y="hd2"/>
                      </a:cxn>
                      <a:cxn ang="10800000">
                        <a:pos x="wd2" y="hd2"/>
                      </a:cxn>
                      <a:cxn ang="16200000">
                        <a:pos x="wd2" y="hd2"/>
                      </a:cxn>
                    </a:cxnLst>
                    <a:rect l="0" t="0" r="r" b="b"/>
                    <a:pathLst>
                      <a:path w="21450" h="21213" extrusionOk="0">
                        <a:moveTo>
                          <a:pt x="9324" y="5830"/>
                        </a:moveTo>
                        <a:lnTo>
                          <a:pt x="4847" y="6015"/>
                        </a:lnTo>
                        <a:lnTo>
                          <a:pt x="0" y="9579"/>
                        </a:lnTo>
                        <a:lnTo>
                          <a:pt x="5079" y="21213"/>
                        </a:lnTo>
                        <a:lnTo>
                          <a:pt x="12286" y="21213"/>
                        </a:lnTo>
                        <a:lnTo>
                          <a:pt x="15990" y="15119"/>
                        </a:lnTo>
                        <a:lnTo>
                          <a:pt x="21426" y="10133"/>
                        </a:lnTo>
                        <a:cubicBezTo>
                          <a:pt x="21600" y="6572"/>
                          <a:pt x="20830" y="3110"/>
                          <a:pt x="19456" y="1272"/>
                        </a:cubicBezTo>
                        <a:cubicBezTo>
                          <a:pt x="18408" y="-129"/>
                          <a:pt x="17133" y="-387"/>
                          <a:pt x="15990" y="571"/>
                        </a:cubicBezTo>
                        <a:lnTo>
                          <a:pt x="9324" y="583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任意多边形: 形状 48"/>
                  <p:cNvSpPr/>
                  <p:nvPr/>
                </p:nvSpPr>
                <p:spPr>
                  <a:xfrm>
                    <a:off x="3438581" y="4470885"/>
                    <a:ext cx="24003" cy="14487"/>
                  </a:xfrm>
                  <a:custGeom>
                    <a:avLst/>
                    <a:gdLst/>
                    <a:ahLst/>
                    <a:cxnLst>
                      <a:cxn ang="0">
                        <a:pos x="wd2" y="hd2"/>
                      </a:cxn>
                      <a:cxn ang="5400000">
                        <a:pos x="wd2" y="hd2"/>
                      </a:cxn>
                      <a:cxn ang="10800000">
                        <a:pos x="wd2" y="hd2"/>
                      </a:cxn>
                      <a:cxn ang="16200000">
                        <a:pos x="wd2" y="hd2"/>
                      </a:cxn>
                    </a:cxnLst>
                    <a:rect l="0" t="0" r="r" b="b"/>
                    <a:pathLst>
                      <a:path w="21600" h="21600" extrusionOk="0">
                        <a:moveTo>
                          <a:pt x="10636" y="668"/>
                        </a:moveTo>
                        <a:lnTo>
                          <a:pt x="0" y="6733"/>
                        </a:lnTo>
                        <a:lnTo>
                          <a:pt x="107" y="21600"/>
                        </a:lnTo>
                        <a:lnTo>
                          <a:pt x="16082" y="14778"/>
                        </a:lnTo>
                        <a:lnTo>
                          <a:pt x="21600" y="0"/>
                        </a:lnTo>
                        <a:lnTo>
                          <a:pt x="10636" y="668"/>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任意多边形: 形状 49"/>
                  <p:cNvSpPr/>
                  <p:nvPr/>
                </p:nvSpPr>
                <p:spPr>
                  <a:xfrm>
                    <a:off x="3403502" y="4484299"/>
                    <a:ext cx="20858" cy="16262"/>
                  </a:xfrm>
                  <a:custGeom>
                    <a:avLst/>
                    <a:gdLst/>
                    <a:ahLst/>
                    <a:cxnLst>
                      <a:cxn ang="0">
                        <a:pos x="wd2" y="hd2"/>
                      </a:cxn>
                      <a:cxn ang="5400000">
                        <a:pos x="wd2" y="hd2"/>
                      </a:cxn>
                      <a:cxn ang="10800000">
                        <a:pos x="wd2" y="hd2"/>
                      </a:cxn>
                      <a:cxn ang="16200000">
                        <a:pos x="wd2" y="hd2"/>
                      </a:cxn>
                    </a:cxnLst>
                    <a:rect l="0" t="0" r="r" b="b"/>
                    <a:pathLst>
                      <a:path w="21600" h="21600" extrusionOk="0">
                        <a:moveTo>
                          <a:pt x="8390" y="0"/>
                        </a:moveTo>
                        <a:lnTo>
                          <a:pt x="0" y="9116"/>
                        </a:lnTo>
                        <a:lnTo>
                          <a:pt x="4193" y="21600"/>
                        </a:lnTo>
                        <a:lnTo>
                          <a:pt x="16108" y="16535"/>
                        </a:lnTo>
                        <a:lnTo>
                          <a:pt x="21600" y="3705"/>
                        </a:lnTo>
                        <a:lnTo>
                          <a:pt x="8390"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任意多边形: 形状 50"/>
                  <p:cNvSpPr/>
                  <p:nvPr/>
                </p:nvSpPr>
                <p:spPr>
                  <a:xfrm>
                    <a:off x="3449929" y="4280155"/>
                    <a:ext cx="118064" cy="92330"/>
                  </a:xfrm>
                  <a:custGeom>
                    <a:avLst/>
                    <a:gdLst/>
                    <a:ahLst/>
                    <a:cxnLst>
                      <a:cxn ang="0">
                        <a:pos x="wd2" y="hd2"/>
                      </a:cxn>
                      <a:cxn ang="5400000">
                        <a:pos x="wd2" y="hd2"/>
                      </a:cxn>
                      <a:cxn ang="10800000">
                        <a:pos x="wd2" y="hd2"/>
                      </a:cxn>
                      <a:cxn ang="16200000">
                        <a:pos x="wd2" y="hd2"/>
                      </a:cxn>
                    </a:cxnLst>
                    <a:rect l="0" t="0" r="r" b="b"/>
                    <a:pathLst>
                      <a:path w="21432" h="21600" extrusionOk="0">
                        <a:moveTo>
                          <a:pt x="2011" y="2763"/>
                        </a:moveTo>
                        <a:lnTo>
                          <a:pt x="4225" y="2050"/>
                        </a:lnTo>
                        <a:lnTo>
                          <a:pt x="4801" y="0"/>
                        </a:lnTo>
                        <a:lnTo>
                          <a:pt x="6317" y="125"/>
                        </a:lnTo>
                        <a:lnTo>
                          <a:pt x="8486" y="894"/>
                        </a:lnTo>
                        <a:lnTo>
                          <a:pt x="10100" y="2559"/>
                        </a:lnTo>
                        <a:lnTo>
                          <a:pt x="8722" y="6602"/>
                        </a:lnTo>
                        <a:lnTo>
                          <a:pt x="11161" y="8200"/>
                        </a:lnTo>
                        <a:lnTo>
                          <a:pt x="13007" y="8319"/>
                        </a:lnTo>
                        <a:lnTo>
                          <a:pt x="13745" y="10578"/>
                        </a:lnTo>
                        <a:lnTo>
                          <a:pt x="15077" y="11225"/>
                        </a:lnTo>
                        <a:lnTo>
                          <a:pt x="17845" y="12109"/>
                        </a:lnTo>
                        <a:lnTo>
                          <a:pt x="18814" y="14361"/>
                        </a:lnTo>
                        <a:lnTo>
                          <a:pt x="20924" y="15179"/>
                        </a:lnTo>
                        <a:lnTo>
                          <a:pt x="20094" y="17141"/>
                        </a:lnTo>
                        <a:lnTo>
                          <a:pt x="21063" y="18984"/>
                        </a:lnTo>
                        <a:lnTo>
                          <a:pt x="21432" y="21481"/>
                        </a:lnTo>
                        <a:lnTo>
                          <a:pt x="19691" y="21600"/>
                        </a:lnTo>
                        <a:lnTo>
                          <a:pt x="16507" y="19638"/>
                        </a:lnTo>
                        <a:lnTo>
                          <a:pt x="14345" y="20174"/>
                        </a:lnTo>
                        <a:lnTo>
                          <a:pt x="12228" y="16190"/>
                        </a:lnTo>
                        <a:lnTo>
                          <a:pt x="15504" y="15714"/>
                        </a:lnTo>
                        <a:lnTo>
                          <a:pt x="18272" y="17081"/>
                        </a:lnTo>
                        <a:lnTo>
                          <a:pt x="16427" y="13878"/>
                        </a:lnTo>
                        <a:lnTo>
                          <a:pt x="14212" y="12986"/>
                        </a:lnTo>
                        <a:lnTo>
                          <a:pt x="12389" y="13150"/>
                        </a:lnTo>
                        <a:lnTo>
                          <a:pt x="10313" y="11077"/>
                        </a:lnTo>
                        <a:lnTo>
                          <a:pt x="8618" y="8468"/>
                        </a:lnTo>
                        <a:lnTo>
                          <a:pt x="7107" y="8118"/>
                        </a:lnTo>
                        <a:lnTo>
                          <a:pt x="6143" y="6878"/>
                        </a:lnTo>
                        <a:lnTo>
                          <a:pt x="5867" y="5153"/>
                        </a:lnTo>
                        <a:lnTo>
                          <a:pt x="3796" y="6045"/>
                        </a:lnTo>
                        <a:lnTo>
                          <a:pt x="1818" y="6937"/>
                        </a:lnTo>
                        <a:cubicBezTo>
                          <a:pt x="1194" y="7473"/>
                          <a:pt x="346" y="7126"/>
                          <a:pt x="77" y="6223"/>
                        </a:cubicBezTo>
                        <a:cubicBezTo>
                          <a:pt x="-168" y="5402"/>
                          <a:pt x="194" y="4488"/>
                          <a:pt x="854" y="4261"/>
                        </a:cubicBezTo>
                        <a:lnTo>
                          <a:pt x="2011" y="2763"/>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任意多边形: 形状 51"/>
                  <p:cNvSpPr/>
                  <p:nvPr/>
                </p:nvSpPr>
                <p:spPr>
                  <a:xfrm>
                    <a:off x="3469683" y="4317225"/>
                    <a:ext cx="30535" cy="55373"/>
                  </a:xfrm>
                  <a:custGeom>
                    <a:avLst/>
                    <a:gdLst/>
                    <a:ahLst/>
                    <a:cxnLst>
                      <a:cxn ang="0">
                        <a:pos x="wd2" y="hd2"/>
                      </a:cxn>
                      <a:cxn ang="5400000">
                        <a:pos x="wd2" y="hd2"/>
                      </a:cxn>
                      <a:cxn ang="10800000">
                        <a:pos x="wd2" y="hd2"/>
                      </a:cxn>
                      <a:cxn ang="16200000">
                        <a:pos x="wd2" y="hd2"/>
                      </a:cxn>
                    </a:cxnLst>
                    <a:rect l="0" t="0" r="r" b="b"/>
                    <a:pathLst>
                      <a:path w="21600" h="21600" extrusionOk="0">
                        <a:moveTo>
                          <a:pt x="7232" y="0"/>
                        </a:moveTo>
                        <a:lnTo>
                          <a:pt x="6579" y="4363"/>
                        </a:lnTo>
                        <a:lnTo>
                          <a:pt x="409" y="9021"/>
                        </a:lnTo>
                        <a:lnTo>
                          <a:pt x="0" y="12293"/>
                        </a:lnTo>
                        <a:lnTo>
                          <a:pt x="4904" y="15849"/>
                        </a:lnTo>
                        <a:lnTo>
                          <a:pt x="12094" y="19320"/>
                        </a:lnTo>
                        <a:lnTo>
                          <a:pt x="17646" y="21600"/>
                        </a:lnTo>
                        <a:lnTo>
                          <a:pt x="21600" y="18031"/>
                        </a:lnTo>
                        <a:lnTo>
                          <a:pt x="21600" y="12392"/>
                        </a:lnTo>
                        <a:lnTo>
                          <a:pt x="18545" y="9529"/>
                        </a:lnTo>
                        <a:lnTo>
                          <a:pt x="15016" y="6393"/>
                        </a:lnTo>
                        <a:lnTo>
                          <a:pt x="14499" y="3531"/>
                        </a:lnTo>
                        <a:lnTo>
                          <a:pt x="7232"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任意多边形: 形状 52"/>
                  <p:cNvSpPr/>
                  <p:nvPr/>
                </p:nvSpPr>
                <p:spPr>
                  <a:xfrm>
                    <a:off x="3574650" y="4352929"/>
                    <a:ext cx="20845" cy="34837"/>
                  </a:xfrm>
                  <a:custGeom>
                    <a:avLst/>
                    <a:gdLst/>
                    <a:ahLst/>
                    <a:cxnLst>
                      <a:cxn ang="0">
                        <a:pos x="wd2" y="hd2"/>
                      </a:cxn>
                      <a:cxn ang="5400000">
                        <a:pos x="wd2" y="hd2"/>
                      </a:cxn>
                      <a:cxn ang="10800000">
                        <a:pos x="wd2" y="hd2"/>
                      </a:cxn>
                      <a:cxn ang="16200000">
                        <a:pos x="wd2" y="hd2"/>
                      </a:cxn>
                    </a:cxnLst>
                    <a:rect l="0" t="0" r="r" b="b"/>
                    <a:pathLst>
                      <a:path w="20973" h="21211" extrusionOk="0">
                        <a:moveTo>
                          <a:pt x="11293" y="0"/>
                        </a:moveTo>
                        <a:lnTo>
                          <a:pt x="6627" y="5552"/>
                        </a:lnTo>
                        <a:lnTo>
                          <a:pt x="112" y="8400"/>
                        </a:lnTo>
                        <a:lnTo>
                          <a:pt x="0" y="15188"/>
                        </a:lnTo>
                        <a:lnTo>
                          <a:pt x="4724" y="20914"/>
                        </a:lnTo>
                        <a:cubicBezTo>
                          <a:pt x="8686" y="21600"/>
                          <a:pt x="12952" y="21081"/>
                          <a:pt x="16167" y="19521"/>
                        </a:cubicBezTo>
                        <a:cubicBezTo>
                          <a:pt x="19834" y="17742"/>
                          <a:pt x="21600" y="14892"/>
                          <a:pt x="20771" y="12093"/>
                        </a:cubicBezTo>
                        <a:lnTo>
                          <a:pt x="18469" y="3584"/>
                        </a:lnTo>
                        <a:lnTo>
                          <a:pt x="11293"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任意多边形: 形状 53"/>
                  <p:cNvSpPr/>
                  <p:nvPr/>
                </p:nvSpPr>
                <p:spPr>
                  <a:xfrm>
                    <a:off x="3619033" y="4366022"/>
                    <a:ext cx="43461" cy="21697"/>
                  </a:xfrm>
                  <a:custGeom>
                    <a:avLst/>
                    <a:gdLst/>
                    <a:ahLst/>
                    <a:cxnLst>
                      <a:cxn ang="0">
                        <a:pos x="wd2" y="hd2"/>
                      </a:cxn>
                      <a:cxn ang="5400000">
                        <a:pos x="wd2" y="hd2"/>
                      </a:cxn>
                      <a:cxn ang="10800000">
                        <a:pos x="wd2" y="hd2"/>
                      </a:cxn>
                      <a:cxn ang="16200000">
                        <a:pos x="wd2" y="hd2"/>
                      </a:cxn>
                    </a:cxnLst>
                    <a:rect l="0" t="0" r="r" b="b"/>
                    <a:pathLst>
                      <a:path w="20516" h="20408" extrusionOk="0">
                        <a:moveTo>
                          <a:pt x="4937" y="0"/>
                        </a:moveTo>
                        <a:lnTo>
                          <a:pt x="649" y="3882"/>
                        </a:lnTo>
                        <a:lnTo>
                          <a:pt x="0" y="17047"/>
                        </a:lnTo>
                        <a:lnTo>
                          <a:pt x="5619" y="16300"/>
                        </a:lnTo>
                        <a:lnTo>
                          <a:pt x="11978" y="14148"/>
                        </a:lnTo>
                        <a:cubicBezTo>
                          <a:pt x="12597" y="18932"/>
                          <a:pt x="15156" y="21600"/>
                          <a:pt x="17481" y="19887"/>
                        </a:cubicBezTo>
                        <a:cubicBezTo>
                          <a:pt x="21175" y="17165"/>
                          <a:pt x="21600" y="7095"/>
                          <a:pt x="18187" y="3182"/>
                        </a:cubicBezTo>
                        <a:lnTo>
                          <a:pt x="13868" y="313"/>
                        </a:lnTo>
                        <a:lnTo>
                          <a:pt x="4937"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任意多边形: 形状 54"/>
                  <p:cNvSpPr/>
                  <p:nvPr/>
                </p:nvSpPr>
                <p:spPr>
                  <a:xfrm>
                    <a:off x="3589164" y="4387782"/>
                    <a:ext cx="26578" cy="22791"/>
                  </a:xfrm>
                  <a:custGeom>
                    <a:avLst/>
                    <a:gdLst/>
                    <a:ahLst/>
                    <a:cxnLst>
                      <a:cxn ang="0">
                        <a:pos x="wd2" y="hd2"/>
                      </a:cxn>
                      <a:cxn ang="5400000">
                        <a:pos x="wd2" y="hd2"/>
                      </a:cxn>
                      <a:cxn ang="10800000">
                        <a:pos x="wd2" y="hd2"/>
                      </a:cxn>
                      <a:cxn ang="16200000">
                        <a:pos x="wd2" y="hd2"/>
                      </a:cxn>
                    </a:cxnLst>
                    <a:rect l="0" t="0" r="r" b="b"/>
                    <a:pathLst>
                      <a:path w="21600" h="21456" extrusionOk="0">
                        <a:moveTo>
                          <a:pt x="12529" y="0"/>
                        </a:moveTo>
                        <a:lnTo>
                          <a:pt x="9020" y="6402"/>
                        </a:lnTo>
                        <a:lnTo>
                          <a:pt x="0" y="10890"/>
                        </a:lnTo>
                        <a:lnTo>
                          <a:pt x="1726" y="19983"/>
                        </a:lnTo>
                        <a:cubicBezTo>
                          <a:pt x="4112" y="21109"/>
                          <a:pt x="6687" y="21600"/>
                          <a:pt x="9259" y="21419"/>
                        </a:cubicBezTo>
                        <a:cubicBezTo>
                          <a:pt x="14047" y="21082"/>
                          <a:pt x="18507" y="18488"/>
                          <a:pt x="21600" y="14240"/>
                        </a:cubicBezTo>
                        <a:lnTo>
                          <a:pt x="12529"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任意多边形: 形状 55"/>
                  <p:cNvSpPr/>
                  <p:nvPr/>
                </p:nvSpPr>
                <p:spPr>
                  <a:xfrm>
                    <a:off x="3535807" y="4381174"/>
                    <a:ext cx="13491" cy="18616"/>
                  </a:xfrm>
                  <a:custGeom>
                    <a:avLst/>
                    <a:gdLst/>
                    <a:ahLst/>
                    <a:cxnLst>
                      <a:cxn ang="0">
                        <a:pos x="wd2" y="hd2"/>
                      </a:cxn>
                      <a:cxn ang="5400000">
                        <a:pos x="wd2" y="hd2"/>
                      </a:cxn>
                      <a:cxn ang="10800000">
                        <a:pos x="wd2" y="hd2"/>
                      </a:cxn>
                      <a:cxn ang="16200000">
                        <a:pos x="wd2" y="hd2"/>
                      </a:cxn>
                    </a:cxnLst>
                    <a:rect l="0" t="0" r="r" b="b"/>
                    <a:pathLst>
                      <a:path w="21600" h="21600" extrusionOk="0">
                        <a:moveTo>
                          <a:pt x="10532" y="0"/>
                        </a:moveTo>
                        <a:lnTo>
                          <a:pt x="0" y="8076"/>
                        </a:lnTo>
                        <a:lnTo>
                          <a:pt x="7701" y="21600"/>
                        </a:lnTo>
                        <a:lnTo>
                          <a:pt x="21600" y="12165"/>
                        </a:lnTo>
                        <a:lnTo>
                          <a:pt x="10532"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任意多边形: 形状 56"/>
                  <p:cNvSpPr/>
                  <p:nvPr/>
                </p:nvSpPr>
                <p:spPr>
                  <a:xfrm>
                    <a:off x="3585678" y="4396345"/>
                    <a:ext cx="149841" cy="88469"/>
                  </a:xfrm>
                  <a:custGeom>
                    <a:avLst/>
                    <a:gdLst/>
                    <a:ahLst/>
                    <a:cxnLst>
                      <a:cxn ang="0">
                        <a:pos x="wd2" y="hd2"/>
                      </a:cxn>
                      <a:cxn ang="5400000">
                        <a:pos x="wd2" y="hd2"/>
                      </a:cxn>
                      <a:cxn ang="10800000">
                        <a:pos x="wd2" y="hd2"/>
                      </a:cxn>
                      <a:cxn ang="16200000">
                        <a:pos x="wd2" y="hd2"/>
                      </a:cxn>
                    </a:cxnLst>
                    <a:rect l="0" t="0" r="r" b="b"/>
                    <a:pathLst>
                      <a:path w="21442" h="21600" extrusionOk="0">
                        <a:moveTo>
                          <a:pt x="10688" y="2269"/>
                        </a:moveTo>
                        <a:lnTo>
                          <a:pt x="8365" y="5138"/>
                        </a:lnTo>
                        <a:lnTo>
                          <a:pt x="6581" y="4846"/>
                        </a:lnTo>
                        <a:lnTo>
                          <a:pt x="5179" y="5025"/>
                        </a:lnTo>
                        <a:lnTo>
                          <a:pt x="3513" y="7003"/>
                        </a:lnTo>
                        <a:lnTo>
                          <a:pt x="2812" y="9539"/>
                        </a:lnTo>
                        <a:lnTo>
                          <a:pt x="3993" y="10283"/>
                        </a:lnTo>
                        <a:lnTo>
                          <a:pt x="4866" y="12828"/>
                        </a:lnTo>
                        <a:lnTo>
                          <a:pt x="3561" y="14674"/>
                        </a:lnTo>
                        <a:lnTo>
                          <a:pt x="3379" y="16597"/>
                        </a:lnTo>
                        <a:lnTo>
                          <a:pt x="907" y="17342"/>
                        </a:lnTo>
                        <a:lnTo>
                          <a:pt x="0" y="20483"/>
                        </a:lnTo>
                        <a:lnTo>
                          <a:pt x="1965" y="21600"/>
                        </a:lnTo>
                        <a:cubicBezTo>
                          <a:pt x="2527" y="21022"/>
                          <a:pt x="3095" y="20464"/>
                          <a:pt x="3670" y="19925"/>
                        </a:cubicBezTo>
                        <a:cubicBezTo>
                          <a:pt x="4635" y="19021"/>
                          <a:pt x="5617" y="18172"/>
                          <a:pt x="6616" y="17381"/>
                        </a:cubicBezTo>
                        <a:cubicBezTo>
                          <a:pt x="6992" y="15657"/>
                          <a:pt x="8163" y="14875"/>
                          <a:pt x="9125" y="15705"/>
                        </a:cubicBezTo>
                        <a:cubicBezTo>
                          <a:pt x="9895" y="16371"/>
                          <a:pt x="10265" y="17898"/>
                          <a:pt x="9993" y="19297"/>
                        </a:cubicBezTo>
                        <a:lnTo>
                          <a:pt x="11916" y="15876"/>
                        </a:lnTo>
                        <a:cubicBezTo>
                          <a:pt x="11807" y="14699"/>
                          <a:pt x="12006" y="13499"/>
                          <a:pt x="12461" y="12595"/>
                        </a:cubicBezTo>
                        <a:cubicBezTo>
                          <a:pt x="13240" y="11050"/>
                          <a:pt x="14550" y="10660"/>
                          <a:pt x="15589" y="11665"/>
                        </a:cubicBezTo>
                        <a:lnTo>
                          <a:pt x="18025" y="8500"/>
                        </a:lnTo>
                        <a:cubicBezTo>
                          <a:pt x="18812" y="9933"/>
                          <a:pt x="20144" y="9933"/>
                          <a:pt x="20930" y="8500"/>
                        </a:cubicBezTo>
                        <a:cubicBezTo>
                          <a:pt x="21483" y="7493"/>
                          <a:pt x="21600" y="5997"/>
                          <a:pt x="21221" y="4778"/>
                        </a:cubicBezTo>
                        <a:lnTo>
                          <a:pt x="16857" y="0"/>
                        </a:lnTo>
                        <a:cubicBezTo>
                          <a:pt x="16003" y="558"/>
                          <a:pt x="15155" y="1138"/>
                          <a:pt x="14311" y="1740"/>
                        </a:cubicBezTo>
                        <a:cubicBezTo>
                          <a:pt x="13470" y="2341"/>
                          <a:pt x="12633" y="2964"/>
                          <a:pt x="11802" y="3609"/>
                        </a:cubicBezTo>
                        <a:lnTo>
                          <a:pt x="10688" y="2269"/>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任意多边形: 形状 57"/>
                  <p:cNvSpPr/>
                  <p:nvPr/>
                </p:nvSpPr>
                <p:spPr>
                  <a:xfrm>
                    <a:off x="3747289" y="4404020"/>
                    <a:ext cx="35831" cy="23175"/>
                  </a:xfrm>
                  <a:custGeom>
                    <a:avLst/>
                    <a:gdLst/>
                    <a:ahLst/>
                    <a:cxnLst>
                      <a:cxn ang="0">
                        <a:pos x="wd2" y="hd2"/>
                      </a:cxn>
                      <a:cxn ang="5400000">
                        <a:pos x="wd2" y="hd2"/>
                      </a:cxn>
                      <a:cxn ang="10800000">
                        <a:pos x="wd2" y="hd2"/>
                      </a:cxn>
                      <a:cxn ang="16200000">
                        <a:pos x="wd2" y="hd2"/>
                      </a:cxn>
                    </a:cxnLst>
                    <a:rect l="0" t="0" r="r" b="b"/>
                    <a:pathLst>
                      <a:path w="21600" h="21600" extrusionOk="0">
                        <a:moveTo>
                          <a:pt x="13916" y="0"/>
                        </a:moveTo>
                        <a:lnTo>
                          <a:pt x="7327" y="1214"/>
                        </a:lnTo>
                        <a:lnTo>
                          <a:pt x="0" y="10763"/>
                        </a:lnTo>
                        <a:lnTo>
                          <a:pt x="5173" y="21600"/>
                        </a:lnTo>
                        <a:lnTo>
                          <a:pt x="16698" y="11889"/>
                        </a:lnTo>
                        <a:lnTo>
                          <a:pt x="21600" y="6440"/>
                        </a:lnTo>
                        <a:lnTo>
                          <a:pt x="13916"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任意多边形: 形状 58"/>
                  <p:cNvSpPr/>
                  <p:nvPr/>
                </p:nvSpPr>
                <p:spPr>
                  <a:xfrm>
                    <a:off x="3143930" y="4943185"/>
                    <a:ext cx="69581" cy="38611"/>
                  </a:xfrm>
                  <a:custGeom>
                    <a:avLst/>
                    <a:gdLst/>
                    <a:ahLst/>
                    <a:cxnLst>
                      <a:cxn ang="0">
                        <a:pos x="wd2" y="hd2"/>
                      </a:cxn>
                      <a:cxn ang="5400000">
                        <a:pos x="wd2" y="hd2"/>
                      </a:cxn>
                      <a:cxn ang="10800000">
                        <a:pos x="wd2" y="hd2"/>
                      </a:cxn>
                      <a:cxn ang="16200000">
                        <a:pos x="wd2" y="hd2"/>
                      </a:cxn>
                    </a:cxnLst>
                    <a:rect l="0" t="0" r="r" b="b"/>
                    <a:pathLst>
                      <a:path w="20918" h="21600" extrusionOk="0">
                        <a:moveTo>
                          <a:pt x="9444" y="0"/>
                        </a:moveTo>
                        <a:cubicBezTo>
                          <a:pt x="8750" y="158"/>
                          <a:pt x="8056" y="316"/>
                          <a:pt x="7362" y="474"/>
                        </a:cubicBezTo>
                        <a:cubicBezTo>
                          <a:pt x="6669" y="632"/>
                          <a:pt x="5975" y="790"/>
                          <a:pt x="5281" y="948"/>
                        </a:cubicBezTo>
                        <a:lnTo>
                          <a:pt x="0" y="7666"/>
                        </a:lnTo>
                        <a:lnTo>
                          <a:pt x="1291" y="12904"/>
                        </a:lnTo>
                        <a:lnTo>
                          <a:pt x="730" y="18969"/>
                        </a:lnTo>
                        <a:lnTo>
                          <a:pt x="4168" y="21600"/>
                        </a:lnTo>
                        <a:lnTo>
                          <a:pt x="6919" y="17642"/>
                        </a:lnTo>
                        <a:lnTo>
                          <a:pt x="11708" y="14231"/>
                        </a:lnTo>
                        <a:lnTo>
                          <a:pt x="14649" y="18187"/>
                        </a:lnTo>
                        <a:cubicBezTo>
                          <a:pt x="15852" y="19903"/>
                          <a:pt x="17488" y="20126"/>
                          <a:pt x="18814" y="18756"/>
                        </a:cubicBezTo>
                        <a:cubicBezTo>
                          <a:pt x="21018" y="16477"/>
                          <a:pt x="21600" y="11064"/>
                          <a:pt x="20036" y="7382"/>
                        </a:cubicBezTo>
                        <a:lnTo>
                          <a:pt x="10281" y="7951"/>
                        </a:lnTo>
                        <a:lnTo>
                          <a:pt x="9444" y="0"/>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任意多边形: 形状 59"/>
                  <p:cNvSpPr/>
                  <p:nvPr/>
                </p:nvSpPr>
                <p:spPr>
                  <a:xfrm>
                    <a:off x="1718555" y="3889373"/>
                    <a:ext cx="54126" cy="138366"/>
                  </a:xfrm>
                  <a:custGeom>
                    <a:avLst/>
                    <a:gdLst/>
                    <a:ahLst/>
                    <a:cxnLst>
                      <a:cxn ang="0">
                        <a:pos x="wd2" y="hd2"/>
                      </a:cxn>
                      <a:cxn ang="5400000">
                        <a:pos x="wd2" y="hd2"/>
                      </a:cxn>
                      <a:cxn ang="10800000">
                        <a:pos x="wd2" y="hd2"/>
                      </a:cxn>
                      <a:cxn ang="16200000">
                        <a:pos x="wd2" y="hd2"/>
                      </a:cxn>
                    </a:cxnLst>
                    <a:rect l="0" t="0" r="r" b="b"/>
                    <a:pathLst>
                      <a:path w="21600" h="21600" extrusionOk="0">
                        <a:moveTo>
                          <a:pt x="0" y="258"/>
                        </a:moveTo>
                        <a:lnTo>
                          <a:pt x="6998" y="0"/>
                        </a:lnTo>
                        <a:lnTo>
                          <a:pt x="7417" y="2219"/>
                        </a:lnTo>
                        <a:lnTo>
                          <a:pt x="11745" y="4335"/>
                        </a:lnTo>
                        <a:lnTo>
                          <a:pt x="14449" y="6610"/>
                        </a:lnTo>
                        <a:lnTo>
                          <a:pt x="16072" y="9777"/>
                        </a:lnTo>
                        <a:lnTo>
                          <a:pt x="16207" y="11728"/>
                        </a:lnTo>
                        <a:lnTo>
                          <a:pt x="18084" y="13467"/>
                        </a:lnTo>
                        <a:lnTo>
                          <a:pt x="18084" y="15319"/>
                        </a:lnTo>
                        <a:lnTo>
                          <a:pt x="20112" y="18168"/>
                        </a:lnTo>
                        <a:lnTo>
                          <a:pt x="21600" y="20602"/>
                        </a:lnTo>
                        <a:lnTo>
                          <a:pt x="17948" y="21600"/>
                        </a:lnTo>
                        <a:lnTo>
                          <a:pt x="14905" y="18863"/>
                        </a:lnTo>
                        <a:lnTo>
                          <a:pt x="13687" y="14313"/>
                        </a:lnTo>
                        <a:cubicBezTo>
                          <a:pt x="12597" y="13444"/>
                          <a:pt x="11654" y="12547"/>
                          <a:pt x="10865" y="11629"/>
                        </a:cubicBezTo>
                        <a:cubicBezTo>
                          <a:pt x="10077" y="10711"/>
                          <a:pt x="9445" y="9775"/>
                          <a:pt x="8972" y="8825"/>
                        </a:cubicBezTo>
                        <a:lnTo>
                          <a:pt x="7501" y="6299"/>
                        </a:lnTo>
                        <a:lnTo>
                          <a:pt x="5522" y="3819"/>
                        </a:lnTo>
                        <a:lnTo>
                          <a:pt x="0" y="258"/>
                        </a:lnTo>
                        <a:close/>
                      </a:path>
                    </a:pathLst>
                  </a:custGeom>
                  <a:grpFill/>
                  <a:ln w="12700" cap="flat">
                    <a:noFill/>
                    <a:miter lim="400000"/>
                  </a:ln>
                  <a:effectLst/>
                </p:spPr>
                <p:txBody>
                  <a:bodyPr wrap="square" lIns="45719" tIns="45719" rIns="45719" bIns="45719" numCol="1" anchor="ctr">
                    <a:noAutofit/>
                  </a:bodyPr>
                  <a:lstStyle/>
                  <a:p>
                    <a:pPr defTabSz="457200">
                      <a:defRPr sz="8400" cap="none">
                        <a:solidFill>
                          <a:srgbClr val="070707"/>
                        </a:solidFill>
                        <a:latin typeface="Calibri" panose="020F0502020204030204"/>
                        <a:ea typeface="Calibri" panose="020F0502020204030204"/>
                        <a:cs typeface="Calibri" panose="020F0502020204030204"/>
                        <a:sym typeface="Calibri" panose="020F0502020204030204"/>
                      </a:defRPr>
                    </a:pPr>
                    <a:endParaRPr sz="1800">
                      <a:latin typeface="Arial" panose="020B0604020202020204" pitchFamily="34" charset="0"/>
                      <a:ea typeface="微软雅黑" panose="020B0503020204020204" pitchFamily="34" charset="-122"/>
                      <a:cs typeface="+mn-ea"/>
                      <a:sym typeface="Arial" panose="020B0604020202020204" pitchFamily="34" charset="0"/>
                    </a:endParaRPr>
                  </a:p>
                </p:txBody>
              </p:sp>
            </p:grpSp>
          </p:grpSp>
        </p:grpSp>
      </p:grpSp>
      <p:sp>
        <p:nvSpPr>
          <p:cNvPr id="13" name="文本框 12"/>
          <p:cNvSpPr txBox="1"/>
          <p:nvPr/>
        </p:nvSpPr>
        <p:spPr>
          <a:xfrm>
            <a:off x="1143000" y="1158240"/>
            <a:ext cx="10377805" cy="368300"/>
          </a:xfrm>
          <a:prstGeom prst="rect">
            <a:avLst/>
          </a:prstGeom>
          <a:noFill/>
        </p:spPr>
        <p:txBody>
          <a:bodyPr wrap="square" rtlCol="0" anchor="t">
            <a:spAutoFit/>
          </a:bodyPr>
          <a:p>
            <a:r>
              <a:rPr lang="en-US" altLang="zh-CN" dirty="0">
                <a:solidFill>
                  <a:schemeClr val="accent1"/>
                </a:solidFill>
                <a:sym typeface="+mn-ea"/>
              </a:rPr>
              <a:t>开源轻量级显示框架LVGL(Light and Versatile Graphics Library)</a:t>
            </a:r>
            <a:endParaRPr lang="zh-CN" altLang="en-US" dirty="0">
              <a:solidFill>
                <a:schemeClr val="accent1"/>
              </a:solidFill>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10000"/>
                                  </p:iterate>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sym typeface="+mn-ea"/>
              </a:rPr>
              <a:t>LVGL</a:t>
            </a:r>
            <a:r>
              <a:rPr lang="zh-CN" altLang="en-US" dirty="0">
                <a:solidFill>
                  <a:schemeClr val="accent1"/>
                </a:solidFill>
                <a:sym typeface="+mn-ea"/>
              </a:rPr>
              <a:t>入门</a:t>
            </a:r>
            <a:endParaRPr lang="zh-CN" altLang="en-US" dirty="0"/>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8" name="文本框 7"/>
          <p:cNvSpPr txBox="1"/>
          <p:nvPr/>
        </p:nvSpPr>
        <p:spPr>
          <a:xfrm>
            <a:off x="771525" y="1382395"/>
            <a:ext cx="10661650" cy="4712970"/>
          </a:xfrm>
          <a:prstGeom prst="rect">
            <a:avLst/>
          </a:prstGeom>
          <a:noFill/>
        </p:spPr>
        <p:txBody>
          <a:bodyPr wrap="square" rtlCol="0">
            <a:noAutofit/>
          </a:bodyPr>
          <a:lstStyle/>
          <a:p>
            <a:pPr>
              <a:lnSpc>
                <a:spcPct val="150000"/>
              </a:lnSpc>
            </a:pPr>
            <a:endParaRPr lang="id-ID" sz="12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智能手机和平板电脑：LVGL可以用于创建类似于Android或iOS的GUI，提供多点触控、手势识别、动画效果等功能。</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智能手表和穿戴设备：LVGL可以用于创建适合小型显示器的GUI，提供圆形或方形的控件、低功耗模式、健康监测等功能。</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汽车仪表盘和导航系统：LVGL可以用于创建适合汽车环境的GUI，提供高对比度、高亮度、反射式或透明式的显示器、触摸屏或按键操作、车载信息和娱乐等功能。</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工业控制和测量仪器：LVGL可以用于创建适合工业场景的GUI，提供坚固耐用、防水防尘、高温高压、抗干扰等特性，以及数据显示和控制等功能。</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家庭电器和物联网设备：LVGL可以用于创建适合家庭使用的GUI，提供简洁美观、易于操作、节能省电等特点，以及远程控制和智能连接等功能。 </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zh-CN" alt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显示娱乐系统：比如我们产品，投影仪，同屏器，播放器</a:t>
            </a:r>
            <a:r>
              <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00000"/>
              </a:lnSpc>
              <a:spcBef>
                <a:spcPts val="0"/>
              </a:spcBef>
              <a:spcAft>
                <a:spcPts val="0"/>
              </a:spcAft>
              <a:buFont typeface="Arial" panose="020B0604020202020204" pitchFamily="34" charset="0"/>
              <a:buChar char="•"/>
            </a:pPr>
            <a:r>
              <a:rPr lang="zh-CN" altLang="en-US"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目前我们方案使用的版本是</a:t>
            </a:r>
            <a:r>
              <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8.2</a:t>
            </a: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200000"/>
              </a:lnSpc>
              <a:spcBef>
                <a:spcPts val="0"/>
              </a:spcBef>
              <a:spcAft>
                <a:spcPts val="0"/>
              </a:spcAft>
            </a:pPr>
            <a:endParaRPr lang="en-US" altLang="zh-CN"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200000"/>
              </a:lnSpc>
            </a:pPr>
            <a:r>
              <a:rPr lang="en-US" alt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150000"/>
              </a:lnSpc>
            </a:pPr>
            <a:endParaRPr lang="id-ID" sz="14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771525" y="1203325"/>
            <a:ext cx="6096000" cy="368300"/>
          </a:xfrm>
          <a:prstGeom prst="rect">
            <a:avLst/>
          </a:prstGeom>
          <a:noFill/>
        </p:spPr>
        <p:txBody>
          <a:bodyPr wrap="square" rtlCol="0" anchor="t">
            <a:spAutoFit/>
          </a:bodyPr>
          <a:p>
            <a:r>
              <a:rPr lang="zh-CN" altLang="en-US" dirty="0">
                <a:sym typeface="+mn-ea"/>
              </a:rPr>
              <a:t>应用领域</a:t>
            </a:r>
            <a:endParaRPr lang="zh-CN" altLang="en-US" dirty="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ln/>
                <a:solidFill>
                  <a:schemeClr val="accent1"/>
                </a:solidFill>
                <a:effectLst>
                  <a:outerShdw blurRad="38100" dist="25400" dir="5400000" algn="ctr" rotWithShape="0">
                    <a:srgbClr val="6E747A">
                      <a:alpha val="43000"/>
                    </a:srgbClr>
                  </a:outerShdw>
                </a:effectLst>
              </a:rPr>
              <a:t>LVGL</a:t>
            </a:r>
            <a:r>
              <a:rPr lang="zh-CN" altLang="en-US" dirty="0">
                <a:ln/>
                <a:solidFill>
                  <a:schemeClr val="accent1"/>
                </a:solidFill>
                <a:effectLst>
                  <a:outerShdw blurRad="38100" dist="25400" dir="5400000" algn="ctr" rotWithShape="0">
                    <a:srgbClr val="6E747A">
                      <a:alpha val="43000"/>
                    </a:srgbClr>
                  </a:outerShdw>
                </a:effectLst>
              </a:rPr>
              <a:t>入门</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10" name="文本框 9"/>
          <p:cNvSpPr txBox="1"/>
          <p:nvPr/>
        </p:nvSpPr>
        <p:spPr>
          <a:xfrm>
            <a:off x="805180" y="1788160"/>
            <a:ext cx="10687050" cy="368300"/>
          </a:xfrm>
          <a:prstGeom prst="rect">
            <a:avLst/>
          </a:prstGeom>
          <a:noFill/>
        </p:spPr>
        <p:txBody>
          <a:bodyPr wrap="square" rtlCol="0" anchor="t">
            <a:spAutoFit/>
          </a:bodyPr>
          <a:p>
            <a:r>
              <a:rPr lang="zh-CN" altLang="en-US"/>
              <a:t>https://www.bilibili.com/video/BV1Fh411J7GV/?spm_id_from=333.337.search-card.all.click</a:t>
            </a:r>
            <a:endParaRPr lang="zh-CN" altLang="en-US"/>
          </a:p>
        </p:txBody>
      </p:sp>
      <p:sp>
        <p:nvSpPr>
          <p:cNvPr id="11" name="文本框 10"/>
          <p:cNvSpPr txBox="1"/>
          <p:nvPr/>
        </p:nvSpPr>
        <p:spPr>
          <a:xfrm>
            <a:off x="805180" y="1224280"/>
            <a:ext cx="6096000" cy="368300"/>
          </a:xfrm>
          <a:prstGeom prst="rect">
            <a:avLst/>
          </a:prstGeom>
          <a:noFill/>
        </p:spPr>
        <p:txBody>
          <a:bodyPr wrap="square" rtlCol="0" anchor="t">
            <a:spAutoFit/>
          </a:bodyPr>
          <a:p>
            <a:r>
              <a:rPr lang="en-US" altLang="zh-CN">
                <a:sym typeface="+mn-ea"/>
              </a:rPr>
              <a:t>B</a:t>
            </a:r>
            <a:r>
              <a:rPr lang="zh-CN" altLang="en-US">
                <a:sym typeface="+mn-ea"/>
              </a:rPr>
              <a:t>站</a:t>
            </a:r>
            <a:r>
              <a:rPr lang="en-US" altLang="zh-CN">
                <a:sym typeface="+mn-ea"/>
              </a:rPr>
              <a:t> </a:t>
            </a:r>
            <a:r>
              <a:rPr lang="zh-CN" altLang="en-US">
                <a:sym typeface="+mn-ea"/>
              </a:rPr>
              <a:t>正点原子</a:t>
            </a:r>
            <a:r>
              <a:rPr lang="en-US" altLang="zh-CN">
                <a:sym typeface="+mn-ea"/>
              </a:rPr>
              <a:t>lvgl, </a:t>
            </a:r>
            <a:r>
              <a:rPr lang="zh-CN" altLang="en-US">
                <a:sym typeface="+mn-ea"/>
              </a:rPr>
              <a:t>观看入门</a:t>
            </a:r>
            <a:r>
              <a:rPr lang="zh-CN" altLang="en-US">
                <a:sym typeface="+mn-ea"/>
              </a:rPr>
              <a:t>视频</a:t>
            </a:r>
            <a:endParaRPr lang="zh-CN" altLang="en-US">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n/>
                <a:solidFill>
                  <a:schemeClr val="accent1"/>
                </a:solidFill>
                <a:effectLst>
                  <a:outerShdw blurRad="38100" dist="25400" dir="5400000" algn="ctr" rotWithShape="0">
                    <a:srgbClr val="6E747A">
                      <a:alpha val="43000"/>
                    </a:srgbClr>
                  </a:outerShdw>
                </a:effectLst>
              </a:rPr>
              <a:t>LVGL</a:t>
            </a:r>
            <a:r>
              <a:rPr lang="zh-CN" altLang="en-US" dirty="0">
                <a:ln/>
                <a:solidFill>
                  <a:schemeClr val="accent1"/>
                </a:solidFill>
                <a:effectLst>
                  <a:outerShdw blurRad="38100" dist="25400" dir="5400000" algn="ctr" rotWithShape="0">
                    <a:srgbClr val="6E747A">
                      <a:alpha val="43000"/>
                    </a:srgbClr>
                  </a:outerShdw>
                </a:effectLst>
              </a:rPr>
              <a:t>入门</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8" name="文本框 7"/>
          <p:cNvSpPr txBox="1"/>
          <p:nvPr/>
        </p:nvSpPr>
        <p:spPr>
          <a:xfrm>
            <a:off x="669925" y="1210310"/>
            <a:ext cx="5697220" cy="544195"/>
          </a:xfrm>
          <a:prstGeom prst="rect">
            <a:avLst/>
          </a:prstGeom>
          <a:noFill/>
        </p:spPr>
        <p:txBody>
          <a:bodyPr wrap="square" rtlCol="0">
            <a:noAutofit/>
          </a:bodyPr>
          <a:lstStyle/>
          <a:p>
            <a:pPr>
              <a:lnSpc>
                <a:spcPct val="150000"/>
              </a:lnSpc>
            </a:pPr>
            <a:r>
              <a:rPr lang="zh-CN"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官网：</a:t>
            </a:r>
            <a:r>
              <a:rPr lang="en-US" altLang="zh-CN"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https://lvgl.io/</a:t>
            </a:r>
            <a:endParaRPr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custDataLst>
              <p:tags r:id="rId1"/>
            </p:custDataLst>
          </p:nvPr>
        </p:nvSpPr>
        <p:spPr>
          <a:xfrm>
            <a:off x="701040" y="1754505"/>
            <a:ext cx="10422255" cy="487045"/>
          </a:xfrm>
          <a:prstGeom prst="rect">
            <a:avLst/>
          </a:prstGeom>
          <a:noFill/>
        </p:spPr>
        <p:txBody>
          <a:bodyPr wrap="square" rtlCol="0">
            <a:no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配套开发工具：在线字库转换，在线图片转换工具</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3" name="图片 12"/>
          <p:cNvPicPr>
            <a:picLocks noChangeAspect="1"/>
          </p:cNvPicPr>
          <p:nvPr>
            <p:custDataLst>
              <p:tags r:id="rId2"/>
            </p:custDataLst>
          </p:nvPr>
        </p:nvPicPr>
        <p:blipFill>
          <a:blip r:embed="rId3"/>
          <a:stretch>
            <a:fillRect/>
          </a:stretch>
        </p:blipFill>
        <p:spPr>
          <a:xfrm>
            <a:off x="956945" y="2785745"/>
            <a:ext cx="5484495" cy="3281680"/>
          </a:xfrm>
          <a:prstGeom prst="rect">
            <a:avLst/>
          </a:prstGeom>
        </p:spPr>
      </p:pic>
      <p:sp>
        <p:nvSpPr>
          <p:cNvPr id="61" name="文本框 60"/>
          <p:cNvSpPr txBox="1"/>
          <p:nvPr/>
        </p:nvSpPr>
        <p:spPr>
          <a:xfrm>
            <a:off x="862965" y="2417445"/>
            <a:ext cx="4015740" cy="368300"/>
          </a:xfrm>
          <a:prstGeom prst="rect">
            <a:avLst/>
          </a:prstGeom>
          <a:noFill/>
        </p:spPr>
        <p:txBody>
          <a:bodyPr wrap="square" rtlCol="0" anchor="t">
            <a:spAutoFit/>
          </a:bodyPr>
          <a:p>
            <a:r>
              <a:rPr lang="zh-CN" altLang="en-US"/>
              <a:t>https://lvgl.io/tools/fontconverter</a:t>
            </a:r>
            <a:endParaRPr lang="zh-CN" altLang="en-US"/>
          </a:p>
        </p:txBody>
      </p:sp>
      <p:pic>
        <p:nvPicPr>
          <p:cNvPr id="64" name="图片 63"/>
          <p:cNvPicPr>
            <a:picLocks noChangeAspect="1"/>
          </p:cNvPicPr>
          <p:nvPr>
            <p:custDataLst>
              <p:tags r:id="rId4"/>
            </p:custDataLst>
          </p:nvPr>
        </p:nvPicPr>
        <p:blipFill>
          <a:blip r:embed="rId5"/>
          <a:stretch>
            <a:fillRect/>
          </a:stretch>
        </p:blipFill>
        <p:spPr>
          <a:xfrm>
            <a:off x="6441440" y="2785745"/>
            <a:ext cx="4848860" cy="3381375"/>
          </a:xfrm>
          <a:prstGeom prst="rect">
            <a:avLst/>
          </a:prstGeom>
        </p:spPr>
      </p:pic>
      <p:sp>
        <p:nvSpPr>
          <p:cNvPr id="67" name="文本框 66"/>
          <p:cNvSpPr txBox="1"/>
          <p:nvPr/>
        </p:nvSpPr>
        <p:spPr>
          <a:xfrm>
            <a:off x="6756400" y="2417445"/>
            <a:ext cx="4218305" cy="368300"/>
          </a:xfrm>
          <a:prstGeom prst="rect">
            <a:avLst/>
          </a:prstGeom>
          <a:noFill/>
        </p:spPr>
        <p:txBody>
          <a:bodyPr wrap="square" rtlCol="0" anchor="t">
            <a:spAutoFit/>
          </a:bodyPr>
          <a:p>
            <a:r>
              <a:rPr lang="zh-CN" altLang="en-US"/>
              <a:t>https://lvgl.io/tools/imageconverter</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iterate type="lt">
                                    <p:tmPct val="10000"/>
                                  </p:iterate>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effectLst>
                  <a:outerShdw blurRad="38100" dist="25400" dir="5400000" algn="ctr" rotWithShape="0">
                    <a:srgbClr val="6E747A">
                      <a:alpha val="43000"/>
                    </a:srgbClr>
                  </a:outerShdw>
                </a:effectLst>
              </a:rPr>
              <a:t>LVGL</a:t>
            </a:r>
            <a:r>
              <a:rPr lang="zh-CN" altLang="en-US" dirty="0">
                <a:solidFill>
                  <a:schemeClr val="accent1"/>
                </a:solidFill>
                <a:effectLst>
                  <a:outerShdw blurRad="38100" dist="25400" dir="5400000" algn="ctr" rotWithShape="0">
                    <a:srgbClr val="6E747A">
                      <a:alpha val="43000"/>
                    </a:srgbClr>
                  </a:outerShdw>
                </a:effectLst>
              </a:rPr>
              <a:t>入门</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nvSpPr>
        <p:spPr>
          <a:xfrm>
            <a:off x="669925" y="1108710"/>
            <a:ext cx="10774045" cy="267652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可视化制作开发工具</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特点</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150000"/>
              </a:lnSpc>
            </a:pP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所见即所得</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拖拉控件，自动或者手动布局控件</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位置</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可视化选择颜色，风格</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等</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导出</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C</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或者</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python</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源码</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150000"/>
              </a:lnSpc>
            </a:pP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effectLst>
                  <a:outerShdw blurRad="38100" dist="25400" dir="5400000" algn="ctr" rotWithShape="0">
                    <a:srgbClr val="6E747A">
                      <a:alpha val="43000"/>
                    </a:srgbClr>
                  </a:outerShdw>
                </a:effectLst>
              </a:rPr>
              <a:t>LVGL</a:t>
            </a:r>
            <a:r>
              <a:rPr lang="zh-CN" altLang="en-US" dirty="0">
                <a:solidFill>
                  <a:schemeClr val="accent1"/>
                </a:solidFill>
                <a:effectLst>
                  <a:outerShdw blurRad="38100" dist="25400" dir="5400000" algn="ctr" rotWithShape="0">
                    <a:srgbClr val="6E747A">
                      <a:alpha val="43000"/>
                    </a:srgbClr>
                  </a:outerShdw>
                </a:effectLst>
              </a:rPr>
              <a:t>入门</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nvSpPr>
        <p:spPr>
          <a:xfrm>
            <a:off x="669925" y="1108710"/>
            <a:ext cx="10774045" cy="4683760"/>
          </a:xfrm>
          <a:prstGeom prst="rect">
            <a:avLst/>
          </a:prstGeom>
          <a:noFill/>
        </p:spPr>
        <p:txBody>
          <a:bodyPr wrap="square" rtlCol="0" anchor="t">
            <a:noAutofit/>
          </a:bodyPr>
          <a:p>
            <a:pPr>
              <a:lnSpc>
                <a:spcPct val="150000"/>
              </a:lnSpc>
            </a:pP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 PC </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模拟器</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LVGL支持多种模拟器，可以在</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PC</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端模拟开发界面，提高</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效率</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indent="0">
              <a:lnSpc>
                <a:spcPct val="150000"/>
              </a:lnSpc>
              <a:buFont typeface="Arial" panose="020B0604020202020204" pitchFamily="34" charset="0"/>
              <a:buNone/>
            </a:pP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1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Eclipse with SDL driver: Recommended on Linux and Mac</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10000"/>
              </a:lnSpc>
              <a:buFont typeface="Arial" panose="020B0604020202020204" pitchFamily="34" charset="0"/>
              <a:buChar char="•"/>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CodeBlocks: Recommended on Windows</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10000"/>
              </a:lnSpc>
              <a:buFont typeface="Arial" panose="020B0604020202020204" pitchFamily="34" charset="0"/>
              <a:buChar char="•"/>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VisualStudio with SDL driver: For Windows</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1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VSCode with SDL driver: Recommended on Linux and Mac</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21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PlatformIO with SDL driver: Recommended on Linux and Mac</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n/>
                <a:solidFill>
                  <a:schemeClr val="accent1"/>
                </a:solidFill>
                <a:effectLst>
                  <a:outerShdw blurRad="38100" dist="25400" dir="5400000" algn="ctr" rotWithShape="0">
                    <a:srgbClr val="6E747A">
                      <a:alpha val="43000"/>
                    </a:srgbClr>
                  </a:outerShdw>
                </a:effectLst>
              </a:rPr>
              <a:t>LVGL</a:t>
            </a:r>
            <a:r>
              <a:rPr lang="zh-CN" altLang="en-US" dirty="0">
                <a:ln/>
                <a:solidFill>
                  <a:schemeClr val="accent1"/>
                </a:solidFill>
                <a:effectLst>
                  <a:outerShdw blurRad="38100" dist="25400" dir="5400000" algn="ctr" rotWithShape="0">
                    <a:srgbClr val="6E747A">
                      <a:alpha val="43000"/>
                    </a:srgbClr>
                  </a:outerShdw>
                </a:effectLst>
              </a:rPr>
              <a:t>入门</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nvSpPr>
        <p:spPr>
          <a:xfrm>
            <a:off x="669925" y="1108710"/>
            <a:ext cx="609600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可视化制作开发工具</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LVGL</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官方工具</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squareLine</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nvSpPr>
        <p:spPr>
          <a:xfrm>
            <a:off x="776605" y="1711325"/>
            <a:ext cx="6096000" cy="368300"/>
          </a:xfrm>
          <a:prstGeom prst="rect">
            <a:avLst/>
          </a:prstGeom>
          <a:noFill/>
        </p:spPr>
        <p:txBody>
          <a:bodyPr wrap="square" rtlCol="0" anchor="t">
            <a:spAutoFit/>
          </a:bodyPr>
          <a:p>
            <a:r>
              <a:rPr lang="zh-CN" altLang="en-US"/>
              <a:t>https://squareline.io/</a:t>
            </a:r>
            <a:endParaRPr lang="zh-CN" altLang="en-US"/>
          </a:p>
        </p:txBody>
      </p:sp>
      <p:pic>
        <p:nvPicPr>
          <p:cNvPr id="9" name="图片 8"/>
          <p:cNvPicPr>
            <a:picLocks noChangeAspect="1"/>
          </p:cNvPicPr>
          <p:nvPr>
            <p:custDataLst>
              <p:tags r:id="rId1"/>
            </p:custDataLst>
          </p:nvPr>
        </p:nvPicPr>
        <p:blipFill>
          <a:blip r:embed="rId2"/>
          <a:stretch>
            <a:fillRect/>
          </a:stretch>
        </p:blipFill>
        <p:spPr>
          <a:xfrm>
            <a:off x="3184525" y="1732280"/>
            <a:ext cx="5514975" cy="4343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ln/>
                <a:solidFill>
                  <a:schemeClr val="accent1"/>
                </a:solidFill>
                <a:effectLst>
                  <a:outerShdw blurRad="38100" dist="25400" dir="5400000" algn="ctr" rotWithShape="0">
                    <a:srgbClr val="6E747A">
                      <a:alpha val="43000"/>
                    </a:srgbClr>
                  </a:outerShdw>
                </a:effectLst>
              </a:rPr>
              <a:t>LVGL</a:t>
            </a:r>
            <a:r>
              <a:rPr lang="zh-CN" altLang="en-US" dirty="0">
                <a:ln/>
                <a:solidFill>
                  <a:schemeClr val="accent1"/>
                </a:solidFill>
                <a:effectLst>
                  <a:outerShdw blurRad="38100" dist="25400" dir="5400000" algn="ctr" rotWithShape="0">
                    <a:srgbClr val="6E747A">
                      <a:alpha val="43000"/>
                    </a:srgbClr>
                  </a:outerShdw>
                </a:effectLst>
              </a:rPr>
              <a:t>入门</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12" name="图片 11"/>
          <p:cNvPicPr>
            <a:picLocks noChangeAspect="1"/>
          </p:cNvPicPr>
          <p:nvPr>
            <p:custDataLst>
              <p:tags r:id="rId1"/>
            </p:custDataLst>
          </p:nvPr>
        </p:nvPicPr>
        <p:blipFill>
          <a:blip r:embed="rId2"/>
          <a:stretch>
            <a:fillRect/>
          </a:stretch>
        </p:blipFill>
        <p:spPr>
          <a:xfrm>
            <a:off x="669925" y="1028700"/>
            <a:ext cx="9395460" cy="51422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effectLst>
                  <a:outerShdw blurRad="38100" dist="25400" dir="5400000" algn="ctr" rotWithShape="0">
                    <a:srgbClr val="6E747A">
                      <a:alpha val="43000"/>
                    </a:srgbClr>
                  </a:outerShdw>
                </a:effectLst>
              </a:rPr>
              <a:t>LVGL</a:t>
            </a:r>
            <a:r>
              <a:rPr lang="zh-CN" altLang="en-US" dirty="0">
                <a:solidFill>
                  <a:schemeClr val="accent1"/>
                </a:solidFill>
                <a:effectLst>
                  <a:outerShdw blurRad="38100" dist="25400" dir="5400000" algn="ctr" rotWithShape="0">
                    <a:srgbClr val="6E747A">
                      <a:alpha val="43000"/>
                    </a:srgbClr>
                  </a:outerShdw>
                </a:effectLst>
              </a:rPr>
              <a:t>入门</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nvSpPr>
        <p:spPr>
          <a:xfrm>
            <a:off x="669925" y="1108710"/>
            <a:ext cx="609600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可视化制作开发工具</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恩智浦官方</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工具</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NXP GUI-Guider</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custDataLst>
              <p:tags r:id="rId1"/>
            </p:custDataLst>
          </p:nvPr>
        </p:nvPicPr>
        <p:blipFill>
          <a:blip r:embed="rId2"/>
          <a:stretch>
            <a:fillRect/>
          </a:stretch>
        </p:blipFill>
        <p:spPr>
          <a:xfrm>
            <a:off x="1483995" y="1569085"/>
            <a:ext cx="8831580" cy="4610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accent1"/>
                </a:solidFill>
                <a:effectLst>
                  <a:outerShdw blurRad="38100" dist="25400" dir="5400000" algn="ctr" rotWithShape="0">
                    <a:srgbClr val="6E747A">
                      <a:alpha val="43000"/>
                    </a:srgbClr>
                  </a:outerShdw>
                </a:effectLst>
              </a:rPr>
              <a:t>LVGL</a:t>
            </a:r>
            <a:r>
              <a:rPr lang="zh-CN" altLang="en-US" dirty="0">
                <a:solidFill>
                  <a:schemeClr val="accent1"/>
                </a:solidFill>
                <a:effectLst>
                  <a:outerShdw blurRad="38100" dist="25400" dir="5400000" algn="ctr" rotWithShape="0">
                    <a:srgbClr val="6E747A">
                      <a:alpha val="43000"/>
                    </a:srgbClr>
                  </a:outerShdw>
                </a:effectLst>
              </a:rPr>
              <a:t>入门</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2660650" y="1028700"/>
            <a:ext cx="5168265" cy="51841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4468605" y="3190418"/>
            <a:ext cx="252494" cy="252494"/>
          </a:xfrm>
          <a:prstGeom prst="rect">
            <a:avLst/>
          </a:prstGeom>
          <a:solidFill>
            <a:schemeClr val="tx2"/>
          </a:solidFill>
          <a:ln w="19050">
            <a:noFill/>
            <a:round/>
          </a:ln>
        </p:spPr>
        <p:txBody>
          <a:bodyPr anchor="ctr"/>
          <a:lstStyle/>
          <a:p>
            <a:pPr algn="ctr"/>
          </a:p>
        </p:txBody>
      </p:sp>
      <p:sp>
        <p:nvSpPr>
          <p:cNvPr id="8" name="矩形 7"/>
          <p:cNvSpPr/>
          <p:nvPr/>
        </p:nvSpPr>
        <p:spPr bwMode="auto">
          <a:xfrm>
            <a:off x="4726665" y="3131414"/>
            <a:ext cx="53437" cy="53437"/>
          </a:xfrm>
          <a:prstGeom prst="rect">
            <a:avLst/>
          </a:prstGeom>
          <a:solidFill>
            <a:schemeClr val="tx2"/>
          </a:solidFill>
          <a:ln w="19050">
            <a:noFill/>
            <a:round/>
          </a:ln>
        </p:spPr>
        <p:txBody>
          <a:bodyPr anchor="ctr"/>
          <a:lstStyle/>
          <a:p>
            <a:pPr algn="ctr"/>
          </a:p>
        </p:txBody>
      </p:sp>
      <p:sp>
        <p:nvSpPr>
          <p:cNvPr id="9" name="矩形 8"/>
          <p:cNvSpPr/>
          <p:nvPr/>
        </p:nvSpPr>
        <p:spPr bwMode="auto">
          <a:xfrm>
            <a:off x="4349743" y="3448477"/>
            <a:ext cx="113295" cy="113295"/>
          </a:xfrm>
          <a:prstGeom prst="rect">
            <a:avLst/>
          </a:prstGeom>
          <a:solidFill>
            <a:schemeClr val="tx2"/>
          </a:solidFill>
          <a:ln w="19050">
            <a:noFill/>
            <a:round/>
          </a:ln>
        </p:spPr>
        <p:txBody>
          <a:bodyPr anchor="ctr"/>
          <a:lstStyle/>
          <a:p>
            <a:pPr algn="ctr"/>
          </a:p>
        </p:txBody>
      </p:sp>
      <p:sp>
        <p:nvSpPr>
          <p:cNvPr id="10" name="矩形 9"/>
          <p:cNvSpPr/>
          <p:nvPr/>
        </p:nvSpPr>
        <p:spPr bwMode="auto">
          <a:xfrm>
            <a:off x="4328590" y="3358748"/>
            <a:ext cx="53437" cy="53437"/>
          </a:xfrm>
          <a:prstGeom prst="rect">
            <a:avLst/>
          </a:prstGeom>
          <a:solidFill>
            <a:schemeClr val="tx2"/>
          </a:solidFill>
          <a:ln w="19050">
            <a:noFill/>
            <a:round/>
          </a:ln>
        </p:spPr>
        <p:txBody>
          <a:bodyPr anchor="ctr"/>
          <a:lstStyle/>
          <a:p>
            <a:pPr algn="ctr"/>
          </a:p>
        </p:txBody>
      </p:sp>
      <p:cxnSp>
        <p:nvCxnSpPr>
          <p:cNvPr id="11" name="直接连接符 10"/>
          <p:cNvCxnSpPr/>
          <p:nvPr/>
        </p:nvCxnSpPr>
        <p:spPr>
          <a:xfrm>
            <a:off x="0" y="3429075"/>
            <a:ext cx="4131969" cy="0"/>
          </a:xfrm>
          <a:prstGeom prst="line">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auto">
          <a:xfrm>
            <a:off x="4111855" y="3406215"/>
            <a:ext cx="45719" cy="45720"/>
          </a:xfrm>
          <a:prstGeom prst="rect">
            <a:avLst/>
          </a:prstGeom>
          <a:solidFill>
            <a:schemeClr val="tx2"/>
          </a:solidFill>
          <a:ln w="19050">
            <a:noFill/>
            <a:round/>
          </a:ln>
        </p:spPr>
        <p:txBody>
          <a:bodyPr anchor="ctr"/>
          <a:lstStyle/>
          <a:p>
            <a:pPr algn="ctr"/>
          </a:p>
        </p:txBody>
      </p:sp>
      <p:sp>
        <p:nvSpPr>
          <p:cNvPr id="13" name="文本框 12"/>
          <p:cNvSpPr txBox="1"/>
          <p:nvPr/>
        </p:nvSpPr>
        <p:spPr>
          <a:xfrm>
            <a:off x="4947000" y="3561772"/>
            <a:ext cx="1296144" cy="239233"/>
          </a:xfrm>
          <a:prstGeom prst="rect">
            <a:avLst/>
          </a:prstGeom>
          <a:noFill/>
        </p:spPr>
        <p:txBody>
          <a:bodyPr wrap="square" lIns="0" tIns="0" rIns="0" bIns="0" anchor="ctr">
            <a:normAutofit fontScale="92500" lnSpcReduction="10000"/>
          </a:bodyPr>
          <a:lstStyle/>
          <a:p>
            <a:pPr algn="ctr"/>
            <a:r>
              <a:rPr lang="en-US" altLang="zh-CN" dirty="0">
                <a:solidFill>
                  <a:schemeClr val="tx2"/>
                </a:solidFill>
              </a:rPr>
              <a:t>CONTENTS</a:t>
            </a:r>
            <a:endParaRPr lang="en-US" altLang="zh-CN" dirty="0">
              <a:solidFill>
                <a:schemeClr val="tx2"/>
              </a:solidFill>
            </a:endParaRPr>
          </a:p>
        </p:txBody>
      </p:sp>
      <p:sp>
        <p:nvSpPr>
          <p:cNvPr id="14" name="文本框 13"/>
          <p:cNvSpPr txBox="1"/>
          <p:nvPr/>
        </p:nvSpPr>
        <p:spPr>
          <a:xfrm>
            <a:off x="4947000" y="2946219"/>
            <a:ext cx="1296144" cy="615553"/>
          </a:xfrm>
          <a:prstGeom prst="rect">
            <a:avLst/>
          </a:prstGeom>
          <a:noFill/>
        </p:spPr>
        <p:txBody>
          <a:bodyPr wrap="square" lIns="0" tIns="0" rIns="0" bIns="0">
            <a:normAutofit/>
          </a:bodyPr>
          <a:lstStyle/>
          <a:p>
            <a:pPr algn="dist"/>
            <a:r>
              <a:rPr lang="zh-CN" altLang="en-US" sz="4000" b="1" dirty="0">
                <a:solidFill>
                  <a:schemeClr val="tx2"/>
                </a:solidFill>
              </a:rPr>
              <a:t>目录</a:t>
            </a:r>
            <a:endParaRPr lang="zh-CN" altLang="en-US" sz="4000" b="1" dirty="0">
              <a:solidFill>
                <a:schemeClr val="tx2"/>
              </a:solidFill>
            </a:endParaRPr>
          </a:p>
        </p:txBody>
      </p:sp>
      <p:sp>
        <p:nvSpPr>
          <p:cNvPr id="15" name="矩形 14"/>
          <p:cNvSpPr/>
          <p:nvPr/>
        </p:nvSpPr>
        <p:spPr bwMode="auto">
          <a:xfrm>
            <a:off x="8121000" y="185190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500" b="1">
                <a:solidFill>
                  <a:schemeClr val="tx1">
                    <a:lumMod val="50000"/>
                    <a:lumOff val="50000"/>
                  </a:schemeClr>
                </a:solidFill>
                <a:sym typeface="+mn-ea"/>
              </a:rPr>
              <a:t>GUI介绍</a:t>
            </a:r>
            <a:endParaRPr lang="zh-CN" altLang="en-US" sz="1500" b="1">
              <a:solidFill>
                <a:schemeClr val="tx1">
                  <a:lumMod val="50000"/>
                  <a:lumOff val="50000"/>
                </a:schemeClr>
              </a:solidFill>
              <a:sym typeface="+mn-ea"/>
            </a:endParaRPr>
          </a:p>
        </p:txBody>
      </p:sp>
      <p:sp>
        <p:nvSpPr>
          <p:cNvPr id="16" name="文本框 15"/>
          <p:cNvSpPr txBox="1"/>
          <p:nvPr/>
        </p:nvSpPr>
        <p:spPr bwMode="auto">
          <a:xfrm>
            <a:off x="8121000" y="143902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tx1">
                    <a:lumMod val="50000"/>
                    <a:lumOff val="50000"/>
                  </a:schemeClr>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t>第一部分</a:t>
            </a:r>
            <a:endParaRPr lang="en-US" altLang="zh-CN" dirty="0"/>
          </a:p>
        </p:txBody>
      </p:sp>
      <p:sp>
        <p:nvSpPr>
          <p:cNvPr id="17" name="文本框 16"/>
          <p:cNvSpPr txBox="1"/>
          <p:nvPr/>
        </p:nvSpPr>
        <p:spPr>
          <a:xfrm>
            <a:off x="7616881" y="1529279"/>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bg1">
                    <a:lumMod val="75000"/>
                  </a:schemeClr>
                </a:solidFill>
                <a:latin typeface="Impact" panose="020B0806030902050204" pitchFamily="34" charset="0"/>
              </a:defRPr>
            </a:lvl1pPr>
          </a:lstStyle>
          <a:p>
            <a:r>
              <a:rPr lang="en-US" altLang="zh-CN" dirty="0"/>
              <a:t>01</a:t>
            </a:r>
            <a:endParaRPr lang="en-US" altLang="zh-CN" dirty="0"/>
          </a:p>
        </p:txBody>
      </p:sp>
      <p:cxnSp>
        <p:nvCxnSpPr>
          <p:cNvPr id="18" name="直接连接符 17"/>
          <p:cNvCxnSpPr/>
          <p:nvPr/>
        </p:nvCxnSpPr>
        <p:spPr>
          <a:xfrm>
            <a:off x="7616881" y="228625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bwMode="auto">
          <a:xfrm>
            <a:off x="8140050" y="2871220"/>
            <a:ext cx="3399488" cy="29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l">
              <a:lnSpc>
                <a:spcPct val="120000"/>
              </a:lnSpc>
              <a:buClrTx/>
              <a:buSzTx/>
              <a:buFontTx/>
            </a:pPr>
            <a:r>
              <a:rPr lang="zh-CN" altLang="en-US" sz="1500" b="1">
                <a:solidFill>
                  <a:schemeClr val="bg1">
                    <a:lumMod val="50000"/>
                  </a:schemeClr>
                </a:solidFill>
                <a:sym typeface="+mn-ea"/>
              </a:rPr>
              <a:t>LVGL入门</a:t>
            </a:r>
            <a:endParaRPr lang="zh-CN" altLang="en-US" sz="1500" b="1">
              <a:solidFill>
                <a:schemeClr val="bg1">
                  <a:lumMod val="50000"/>
                </a:schemeClr>
              </a:solidFill>
              <a:sym typeface="+mn-ea"/>
            </a:endParaRPr>
          </a:p>
        </p:txBody>
      </p:sp>
      <p:sp>
        <p:nvSpPr>
          <p:cNvPr id="20" name="文本框 19"/>
          <p:cNvSpPr txBox="1"/>
          <p:nvPr/>
        </p:nvSpPr>
        <p:spPr bwMode="auto">
          <a:xfrm>
            <a:off x="8121000" y="2515489"/>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accent2"/>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solidFill>
                  <a:schemeClr val="bg1">
                    <a:lumMod val="50000"/>
                  </a:schemeClr>
                </a:solidFill>
              </a:rPr>
              <a:t>第二部分</a:t>
            </a:r>
            <a:endParaRPr lang="zh-CN" altLang="en-US" dirty="0">
              <a:solidFill>
                <a:schemeClr val="bg1">
                  <a:lumMod val="50000"/>
                </a:schemeClr>
              </a:solidFill>
            </a:endParaRPr>
          </a:p>
        </p:txBody>
      </p:sp>
      <p:sp>
        <p:nvSpPr>
          <p:cNvPr id="21" name="文本框 20"/>
          <p:cNvSpPr txBox="1"/>
          <p:nvPr/>
        </p:nvSpPr>
        <p:spPr>
          <a:xfrm>
            <a:off x="7616881" y="2605744"/>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accent2"/>
                </a:solidFill>
                <a:latin typeface="Impact" panose="020B0806030902050204" pitchFamily="34" charset="0"/>
              </a:defRPr>
            </a:lvl1pPr>
          </a:lstStyle>
          <a:p>
            <a:r>
              <a:rPr lang="en-US" altLang="zh-CN" dirty="0">
                <a:solidFill>
                  <a:schemeClr val="bg1">
                    <a:lumMod val="75000"/>
                  </a:schemeClr>
                </a:solidFill>
              </a:rPr>
              <a:t>02</a:t>
            </a:r>
            <a:endParaRPr lang="en-US" altLang="zh-CN" dirty="0">
              <a:solidFill>
                <a:schemeClr val="bg1">
                  <a:lumMod val="75000"/>
                </a:schemeClr>
              </a:solidFill>
            </a:endParaRPr>
          </a:p>
        </p:txBody>
      </p:sp>
      <p:cxnSp>
        <p:nvCxnSpPr>
          <p:cNvPr id="22" name="直接连接符 21"/>
          <p:cNvCxnSpPr/>
          <p:nvPr/>
        </p:nvCxnSpPr>
        <p:spPr>
          <a:xfrm>
            <a:off x="7616881" y="3362716"/>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auto">
          <a:xfrm>
            <a:off x="8130525" y="394387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accent2"/>
                </a:solidFill>
                <a:sym typeface="+mn-ea"/>
              </a:rPr>
              <a:t>LVGL</a:t>
            </a:r>
            <a:r>
              <a:rPr lang="zh-CN" altLang="en-US" sz="1600" b="1" dirty="0">
                <a:solidFill>
                  <a:schemeClr val="accent2"/>
                </a:solidFill>
                <a:sym typeface="+mn-ea"/>
              </a:rPr>
              <a:t>框架</a:t>
            </a:r>
            <a:endParaRPr lang="zh-CN" altLang="en-US" sz="1600" b="1" dirty="0">
              <a:solidFill>
                <a:schemeClr val="accent2"/>
              </a:solidFill>
              <a:sym typeface="+mn-ea"/>
            </a:endParaRPr>
          </a:p>
        </p:txBody>
      </p:sp>
      <p:sp>
        <p:nvSpPr>
          <p:cNvPr id="24" name="文本框 23"/>
          <p:cNvSpPr txBox="1"/>
          <p:nvPr/>
        </p:nvSpPr>
        <p:spPr bwMode="auto">
          <a:xfrm>
            <a:off x="8121000" y="359195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accent2"/>
                </a:solidFill>
              </a:rPr>
              <a:t>第三部分</a:t>
            </a:r>
            <a:endParaRPr lang="zh-CN" altLang="en-US" sz="1800" b="1" dirty="0">
              <a:solidFill>
                <a:schemeClr val="accent2"/>
              </a:solidFill>
            </a:endParaRPr>
          </a:p>
        </p:txBody>
      </p:sp>
      <p:sp>
        <p:nvSpPr>
          <p:cNvPr id="25" name="文本框 24"/>
          <p:cNvSpPr txBox="1"/>
          <p:nvPr/>
        </p:nvSpPr>
        <p:spPr>
          <a:xfrm>
            <a:off x="7616881" y="368220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2"/>
                </a:solidFill>
                <a:latin typeface="Impact" panose="020B0806030902050204" pitchFamily="34" charset="0"/>
              </a:rPr>
              <a:t>03</a:t>
            </a:r>
            <a:endParaRPr lang="en-US" altLang="zh-CN" sz="4000" dirty="0">
              <a:solidFill>
                <a:schemeClr val="accent2"/>
              </a:solidFill>
              <a:latin typeface="Impact" panose="020B0806030902050204" pitchFamily="34" charset="0"/>
            </a:endParaRPr>
          </a:p>
        </p:txBody>
      </p:sp>
      <p:cxnSp>
        <p:nvCxnSpPr>
          <p:cNvPr id="26" name="直接连接符 25"/>
          <p:cNvCxnSpPr/>
          <p:nvPr/>
        </p:nvCxnSpPr>
        <p:spPr>
          <a:xfrm>
            <a:off x="7616881" y="443918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bwMode="auto">
          <a:xfrm>
            <a:off x="8140050" y="5017164"/>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开发</a:t>
            </a:r>
            <a:endParaRPr lang="zh-CN" altLang="en-US" sz="1600" b="1" dirty="0">
              <a:solidFill>
                <a:schemeClr val="bg1">
                  <a:lumMod val="50000"/>
                </a:schemeClr>
              </a:solidFill>
              <a:sym typeface="+mn-ea"/>
            </a:endParaRPr>
          </a:p>
        </p:txBody>
      </p:sp>
      <p:sp>
        <p:nvSpPr>
          <p:cNvPr id="28" name="文本框 27"/>
          <p:cNvSpPr txBox="1"/>
          <p:nvPr/>
        </p:nvSpPr>
        <p:spPr bwMode="auto">
          <a:xfrm>
            <a:off x="8121000" y="4668418"/>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第四部分</a:t>
            </a:r>
            <a:endParaRPr lang="en-US" altLang="zh-CN" sz="1800" b="1" dirty="0">
              <a:solidFill>
                <a:schemeClr val="tx1">
                  <a:lumMod val="50000"/>
                  <a:lumOff val="50000"/>
                </a:schemeClr>
              </a:solidFill>
            </a:endParaRPr>
          </a:p>
        </p:txBody>
      </p:sp>
      <p:sp>
        <p:nvSpPr>
          <p:cNvPr id="29" name="文本框 28"/>
          <p:cNvSpPr txBox="1"/>
          <p:nvPr/>
        </p:nvSpPr>
        <p:spPr>
          <a:xfrm>
            <a:off x="7616881" y="4758673"/>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04</a:t>
            </a:r>
            <a:endParaRPr lang="en-US" altLang="zh-CN" sz="4000" dirty="0">
              <a:solidFill>
                <a:schemeClr val="bg1">
                  <a:lumMod val="75000"/>
                </a:schemeClr>
              </a:solidFill>
              <a:latin typeface="Impact" panose="020B0806030902050204" pitchFamily="34" charset="0"/>
            </a:endParaRPr>
          </a:p>
        </p:txBody>
      </p:sp>
      <p:cxnSp>
        <p:nvCxnSpPr>
          <p:cNvPr id="30" name="直接连接符 29"/>
          <p:cNvCxnSpPr/>
          <p:nvPr/>
        </p:nvCxnSpPr>
        <p:spPr>
          <a:xfrm>
            <a:off x="7616881" y="5515645"/>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n/>
                <a:solidFill>
                  <a:schemeClr val="accent1"/>
                </a:solidFill>
                <a:effectLst>
                  <a:outerShdw blurRad="38100" dist="25400" dir="5400000" algn="ctr" rotWithShape="0">
                    <a:srgbClr val="6E747A">
                      <a:alpha val="43000"/>
                    </a:srgbClr>
                  </a:outerShdw>
                </a:effectLst>
              </a:rPr>
              <a:t>LVGL</a:t>
            </a:r>
            <a:r>
              <a:rPr lang="zh-CN" altLang="en-US" dirty="0">
                <a:ln/>
                <a:solidFill>
                  <a:schemeClr val="accent1"/>
                </a:solidFill>
                <a:effectLst>
                  <a:outerShdw blurRad="38100" dist="25400" dir="5400000" algn="ctr" rotWithShape="0">
                    <a:srgbClr val="6E747A">
                      <a:alpha val="43000"/>
                    </a:srgbClr>
                  </a:outerShdw>
                </a:effectLst>
              </a:rPr>
              <a:t>框架</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1802765" y="1028700"/>
            <a:ext cx="9214485" cy="52247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框架</a:t>
            </a:r>
            <a:endParaRPr lang="zh-CN" altLang="en-US" dirty="0">
              <a:ln/>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1724025" y="1574800"/>
            <a:ext cx="8115300" cy="32575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框架</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669925" y="1108710"/>
            <a:ext cx="609600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移植注意点：</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输入，</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输出</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文本框 7"/>
          <p:cNvSpPr txBox="1"/>
          <p:nvPr>
            <p:custDataLst>
              <p:tags r:id="rId2"/>
            </p:custDataLst>
          </p:nvPr>
        </p:nvSpPr>
        <p:spPr>
          <a:xfrm>
            <a:off x="669925" y="1765935"/>
            <a:ext cx="609600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输入：键盘，鼠标，触摸屏，</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遥控器</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custDataLst>
              <p:tags r:id="rId3"/>
            </p:custDataLst>
          </p:nvPr>
        </p:nvSpPr>
        <p:spPr>
          <a:xfrm>
            <a:off x="669925" y="2423160"/>
            <a:ext cx="609600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输出：屏幕，</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framebuffer</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框架</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7" name="图片 6"/>
          <p:cNvPicPr>
            <a:picLocks noChangeAspect="1"/>
          </p:cNvPicPr>
          <p:nvPr>
            <p:custDataLst>
              <p:tags r:id="rId1"/>
            </p:custDataLst>
          </p:nvPr>
        </p:nvPicPr>
        <p:blipFill>
          <a:blip r:embed="rId2"/>
          <a:stretch>
            <a:fillRect/>
          </a:stretch>
        </p:blipFill>
        <p:spPr>
          <a:xfrm>
            <a:off x="2362200" y="1504950"/>
            <a:ext cx="7467600" cy="42576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框架</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pic>
        <p:nvPicPr>
          <p:cNvPr id="6" name="图片 5"/>
          <p:cNvPicPr>
            <a:picLocks noChangeAspect="1"/>
          </p:cNvPicPr>
          <p:nvPr>
            <p:custDataLst>
              <p:tags r:id="rId1"/>
            </p:custDataLst>
          </p:nvPr>
        </p:nvPicPr>
        <p:blipFill>
          <a:blip r:embed="rId2"/>
          <a:stretch>
            <a:fillRect/>
          </a:stretch>
        </p:blipFill>
        <p:spPr>
          <a:xfrm>
            <a:off x="1533525" y="1125220"/>
            <a:ext cx="9801225" cy="50171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框架</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9" name="文本框 8"/>
          <p:cNvSpPr txBox="1"/>
          <p:nvPr>
            <p:custDataLst>
              <p:tags r:id="rId1"/>
            </p:custDataLst>
          </p:nvPr>
        </p:nvSpPr>
        <p:spPr>
          <a:xfrm>
            <a:off x="454025" y="1442720"/>
            <a:ext cx="2879090"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应用主框架（</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应用）</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2"/>
            </p:custDataLst>
          </p:nvPr>
        </p:nvSpPr>
        <p:spPr>
          <a:xfrm>
            <a:off x="454025" y="2060575"/>
            <a:ext cx="4330065" cy="3726180"/>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主线程负责渲染界面图像，定时器，接收</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消息事件</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单独</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渲染控件，无需更新整个</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屏幕</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窗口</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菜单可以自由</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切换</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更新</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窗口，控件后。必须在主循环中</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渲染</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根据硬件支持，可以使用图形引擎</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(2D GE)</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做硬件加速</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渲染</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02" name="图片 101"/>
          <p:cNvPicPr/>
          <p:nvPr>
            <p:custDataLst>
              <p:tags r:id="rId3"/>
            </p:custDataLst>
          </p:nvPr>
        </p:nvPicPr>
        <p:blipFill>
          <a:blip r:embed="rId4"/>
          <a:stretch>
            <a:fillRect/>
          </a:stretch>
        </p:blipFill>
        <p:spPr>
          <a:xfrm>
            <a:off x="4961573" y="1019175"/>
            <a:ext cx="7248525" cy="52197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bwMode="auto">
          <a:xfrm>
            <a:off x="4468605" y="3190418"/>
            <a:ext cx="252494" cy="252494"/>
          </a:xfrm>
          <a:prstGeom prst="rect">
            <a:avLst/>
          </a:prstGeom>
          <a:solidFill>
            <a:schemeClr val="tx2"/>
          </a:solidFill>
          <a:ln w="19050">
            <a:noFill/>
            <a:round/>
          </a:ln>
        </p:spPr>
        <p:txBody>
          <a:bodyPr anchor="ctr"/>
          <a:lstStyle/>
          <a:p>
            <a:pPr algn="ctr"/>
          </a:p>
        </p:txBody>
      </p:sp>
      <p:sp>
        <p:nvSpPr>
          <p:cNvPr id="8" name="矩形 7"/>
          <p:cNvSpPr/>
          <p:nvPr/>
        </p:nvSpPr>
        <p:spPr bwMode="auto">
          <a:xfrm>
            <a:off x="4726665" y="3131414"/>
            <a:ext cx="53437" cy="53437"/>
          </a:xfrm>
          <a:prstGeom prst="rect">
            <a:avLst/>
          </a:prstGeom>
          <a:solidFill>
            <a:schemeClr val="tx2"/>
          </a:solidFill>
          <a:ln w="19050">
            <a:noFill/>
            <a:round/>
          </a:ln>
        </p:spPr>
        <p:txBody>
          <a:bodyPr anchor="ctr"/>
          <a:lstStyle/>
          <a:p>
            <a:pPr algn="ctr"/>
          </a:p>
        </p:txBody>
      </p:sp>
      <p:sp>
        <p:nvSpPr>
          <p:cNvPr id="9" name="矩形 8"/>
          <p:cNvSpPr/>
          <p:nvPr/>
        </p:nvSpPr>
        <p:spPr bwMode="auto">
          <a:xfrm>
            <a:off x="4349743" y="3448477"/>
            <a:ext cx="113295" cy="113295"/>
          </a:xfrm>
          <a:prstGeom prst="rect">
            <a:avLst/>
          </a:prstGeom>
          <a:solidFill>
            <a:schemeClr val="tx2"/>
          </a:solidFill>
          <a:ln w="19050">
            <a:noFill/>
            <a:round/>
          </a:ln>
        </p:spPr>
        <p:txBody>
          <a:bodyPr anchor="ctr"/>
          <a:lstStyle/>
          <a:p>
            <a:pPr algn="ctr"/>
          </a:p>
        </p:txBody>
      </p:sp>
      <p:sp>
        <p:nvSpPr>
          <p:cNvPr id="10" name="矩形 9"/>
          <p:cNvSpPr/>
          <p:nvPr/>
        </p:nvSpPr>
        <p:spPr bwMode="auto">
          <a:xfrm>
            <a:off x="4328590" y="3358748"/>
            <a:ext cx="53437" cy="53437"/>
          </a:xfrm>
          <a:prstGeom prst="rect">
            <a:avLst/>
          </a:prstGeom>
          <a:solidFill>
            <a:schemeClr val="tx2"/>
          </a:solidFill>
          <a:ln w="19050">
            <a:noFill/>
            <a:round/>
          </a:ln>
        </p:spPr>
        <p:txBody>
          <a:bodyPr anchor="ctr"/>
          <a:lstStyle/>
          <a:p>
            <a:pPr algn="ctr"/>
          </a:p>
        </p:txBody>
      </p:sp>
      <p:cxnSp>
        <p:nvCxnSpPr>
          <p:cNvPr id="11" name="直接连接符 10"/>
          <p:cNvCxnSpPr/>
          <p:nvPr/>
        </p:nvCxnSpPr>
        <p:spPr>
          <a:xfrm>
            <a:off x="0" y="3429075"/>
            <a:ext cx="4131969" cy="0"/>
          </a:xfrm>
          <a:prstGeom prst="line">
            <a:avLst/>
          </a:prstGeom>
          <a:ln>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auto">
          <a:xfrm>
            <a:off x="4111855" y="3406215"/>
            <a:ext cx="45719" cy="45720"/>
          </a:xfrm>
          <a:prstGeom prst="rect">
            <a:avLst/>
          </a:prstGeom>
          <a:solidFill>
            <a:schemeClr val="tx2"/>
          </a:solidFill>
          <a:ln w="19050">
            <a:noFill/>
            <a:round/>
          </a:ln>
        </p:spPr>
        <p:txBody>
          <a:bodyPr anchor="ctr"/>
          <a:lstStyle/>
          <a:p>
            <a:pPr algn="ctr"/>
          </a:p>
        </p:txBody>
      </p:sp>
      <p:sp>
        <p:nvSpPr>
          <p:cNvPr id="13" name="文本框 12"/>
          <p:cNvSpPr txBox="1"/>
          <p:nvPr/>
        </p:nvSpPr>
        <p:spPr>
          <a:xfrm>
            <a:off x="4947000" y="3561772"/>
            <a:ext cx="1296144" cy="239233"/>
          </a:xfrm>
          <a:prstGeom prst="rect">
            <a:avLst/>
          </a:prstGeom>
          <a:noFill/>
        </p:spPr>
        <p:txBody>
          <a:bodyPr wrap="square" lIns="0" tIns="0" rIns="0" bIns="0" anchor="ctr">
            <a:normAutofit fontScale="92500" lnSpcReduction="10000"/>
          </a:bodyPr>
          <a:lstStyle/>
          <a:p>
            <a:pPr algn="ctr"/>
            <a:r>
              <a:rPr lang="en-US" altLang="zh-CN" dirty="0">
                <a:solidFill>
                  <a:schemeClr val="tx2"/>
                </a:solidFill>
              </a:rPr>
              <a:t>CONTENTS</a:t>
            </a:r>
            <a:endParaRPr lang="en-US" altLang="zh-CN" dirty="0">
              <a:solidFill>
                <a:schemeClr val="tx2"/>
              </a:solidFill>
            </a:endParaRPr>
          </a:p>
        </p:txBody>
      </p:sp>
      <p:sp>
        <p:nvSpPr>
          <p:cNvPr id="14" name="文本框 13"/>
          <p:cNvSpPr txBox="1"/>
          <p:nvPr/>
        </p:nvSpPr>
        <p:spPr>
          <a:xfrm>
            <a:off x="4947000" y="2946219"/>
            <a:ext cx="1296144" cy="615553"/>
          </a:xfrm>
          <a:prstGeom prst="rect">
            <a:avLst/>
          </a:prstGeom>
          <a:noFill/>
        </p:spPr>
        <p:txBody>
          <a:bodyPr wrap="square" lIns="0" tIns="0" rIns="0" bIns="0">
            <a:normAutofit/>
          </a:bodyPr>
          <a:lstStyle/>
          <a:p>
            <a:pPr algn="dist"/>
            <a:r>
              <a:rPr lang="zh-CN" altLang="en-US" sz="4000" b="1" dirty="0">
                <a:solidFill>
                  <a:schemeClr val="tx2"/>
                </a:solidFill>
              </a:rPr>
              <a:t>目录</a:t>
            </a:r>
            <a:endParaRPr lang="zh-CN" altLang="en-US" sz="4000" b="1" dirty="0">
              <a:solidFill>
                <a:schemeClr val="tx2"/>
              </a:solidFill>
            </a:endParaRPr>
          </a:p>
        </p:txBody>
      </p:sp>
      <p:sp>
        <p:nvSpPr>
          <p:cNvPr id="15" name="矩形 14"/>
          <p:cNvSpPr/>
          <p:nvPr/>
        </p:nvSpPr>
        <p:spPr bwMode="auto">
          <a:xfrm>
            <a:off x="8121000" y="185190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zh-CN" altLang="en-US" sz="1500" b="1">
                <a:solidFill>
                  <a:schemeClr val="bg1">
                    <a:lumMod val="50000"/>
                  </a:schemeClr>
                </a:solidFill>
                <a:sym typeface="+mn-ea"/>
              </a:rPr>
              <a:t>GUI介绍</a:t>
            </a:r>
            <a:endParaRPr lang="zh-CN" altLang="en-US" sz="1500" b="1">
              <a:solidFill>
                <a:schemeClr val="bg1">
                  <a:lumMod val="50000"/>
                </a:schemeClr>
              </a:solidFill>
              <a:sym typeface="+mn-ea"/>
            </a:endParaRPr>
          </a:p>
        </p:txBody>
      </p:sp>
      <p:sp>
        <p:nvSpPr>
          <p:cNvPr id="16" name="文本框 15"/>
          <p:cNvSpPr txBox="1"/>
          <p:nvPr/>
        </p:nvSpPr>
        <p:spPr bwMode="auto">
          <a:xfrm>
            <a:off x="8121000" y="143902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tx1">
                    <a:lumMod val="50000"/>
                    <a:lumOff val="50000"/>
                  </a:schemeClr>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solidFill>
                  <a:schemeClr val="bg1">
                    <a:lumMod val="50000"/>
                  </a:schemeClr>
                </a:solidFill>
              </a:rPr>
              <a:t>第一部分</a:t>
            </a:r>
            <a:endParaRPr lang="zh-CN" altLang="en-US" dirty="0">
              <a:solidFill>
                <a:schemeClr val="bg1">
                  <a:lumMod val="50000"/>
                </a:schemeClr>
              </a:solidFill>
            </a:endParaRPr>
          </a:p>
        </p:txBody>
      </p:sp>
      <p:sp>
        <p:nvSpPr>
          <p:cNvPr id="17" name="文本框 16"/>
          <p:cNvSpPr txBox="1"/>
          <p:nvPr/>
        </p:nvSpPr>
        <p:spPr>
          <a:xfrm>
            <a:off x="7616881" y="1529279"/>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bg1">
                    <a:lumMod val="75000"/>
                  </a:schemeClr>
                </a:solidFill>
                <a:latin typeface="Impact" panose="020B0806030902050204" pitchFamily="34" charset="0"/>
              </a:defRPr>
            </a:lvl1pPr>
          </a:lstStyle>
          <a:p>
            <a:r>
              <a:rPr lang="en-US" altLang="zh-CN" dirty="0">
                <a:solidFill>
                  <a:schemeClr val="bg1">
                    <a:lumMod val="75000"/>
                  </a:schemeClr>
                </a:solidFill>
              </a:rPr>
              <a:t>01</a:t>
            </a:r>
            <a:endParaRPr lang="en-US" altLang="zh-CN" dirty="0">
              <a:solidFill>
                <a:schemeClr val="bg1">
                  <a:lumMod val="75000"/>
                </a:schemeClr>
              </a:solidFill>
            </a:endParaRPr>
          </a:p>
        </p:txBody>
      </p:sp>
      <p:cxnSp>
        <p:nvCxnSpPr>
          <p:cNvPr id="18" name="直接连接符 17"/>
          <p:cNvCxnSpPr/>
          <p:nvPr/>
        </p:nvCxnSpPr>
        <p:spPr>
          <a:xfrm>
            <a:off x="7616881" y="228625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bwMode="auto">
          <a:xfrm>
            <a:off x="8140050" y="2871220"/>
            <a:ext cx="3399488" cy="29011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l">
              <a:lnSpc>
                <a:spcPct val="120000"/>
              </a:lnSpc>
              <a:buClrTx/>
              <a:buSzTx/>
              <a:buFontTx/>
            </a:pPr>
            <a:r>
              <a:rPr lang="zh-CN" altLang="en-US" sz="1500" b="1">
                <a:solidFill>
                  <a:schemeClr val="bg1">
                    <a:lumMod val="50000"/>
                  </a:schemeClr>
                </a:solidFill>
                <a:sym typeface="+mn-ea"/>
              </a:rPr>
              <a:t>LVGL入门</a:t>
            </a:r>
            <a:endParaRPr lang="zh-CN" altLang="en-US" sz="1500" b="1">
              <a:solidFill>
                <a:schemeClr val="bg1">
                  <a:lumMod val="50000"/>
                </a:schemeClr>
              </a:solidFill>
              <a:sym typeface="+mn-ea"/>
            </a:endParaRPr>
          </a:p>
        </p:txBody>
      </p:sp>
      <p:sp>
        <p:nvSpPr>
          <p:cNvPr id="20" name="文本框 19"/>
          <p:cNvSpPr txBox="1"/>
          <p:nvPr/>
        </p:nvSpPr>
        <p:spPr bwMode="auto">
          <a:xfrm>
            <a:off x="8121000" y="2515489"/>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defTabSz="914400">
              <a:lnSpc>
                <a:spcPct val="100000"/>
              </a:lnSpc>
              <a:spcBef>
                <a:spcPct val="0"/>
              </a:spcBef>
              <a:buFontTx/>
              <a:buNone/>
              <a:defRPr b="1">
                <a:solidFill>
                  <a:schemeClr val="accent2"/>
                </a:solidFill>
              </a:defRPr>
            </a:lvl1pPr>
            <a:lvl2pPr marL="457200" defTabSz="914400"/>
            <a:lvl3pPr marL="914400" defTabSz="914400"/>
            <a:lvl4pPr marL="1371600" defTabSz="914400"/>
            <a:lvl5pPr marL="1828800" defTabSz="914400"/>
            <a:lvl6pPr marL="2286000" defTabSz="914400"/>
            <a:lvl7pPr marL="2743200" defTabSz="914400"/>
            <a:lvl8pPr marL="3200400" defTabSz="914400"/>
            <a:lvl9pPr marL="3657600" defTabSz="914400"/>
          </a:lstStyle>
          <a:p>
            <a:r>
              <a:rPr lang="zh-CN" altLang="en-US">
                <a:solidFill>
                  <a:schemeClr val="bg1">
                    <a:lumMod val="50000"/>
                  </a:schemeClr>
                </a:solidFill>
              </a:rPr>
              <a:t>第二部分</a:t>
            </a:r>
            <a:endParaRPr lang="zh-CN" altLang="en-US" dirty="0">
              <a:solidFill>
                <a:schemeClr val="bg1">
                  <a:lumMod val="50000"/>
                </a:schemeClr>
              </a:solidFill>
            </a:endParaRPr>
          </a:p>
        </p:txBody>
      </p:sp>
      <p:sp>
        <p:nvSpPr>
          <p:cNvPr id="21" name="文本框 20"/>
          <p:cNvSpPr txBox="1"/>
          <p:nvPr/>
        </p:nvSpPr>
        <p:spPr>
          <a:xfrm>
            <a:off x="7616881" y="2605744"/>
            <a:ext cx="446918" cy="482304"/>
          </a:xfrm>
          <a:prstGeom prst="rect">
            <a:avLst/>
          </a:prstGeom>
          <a:noFill/>
        </p:spPr>
        <p:txBody>
          <a:bodyPr wrap="none" numCol="1" anchor="ctr">
            <a:prstTxWarp prst="textPlain">
              <a:avLst/>
            </a:prstTxWarp>
            <a:normAutofit fontScale="77500" lnSpcReduction="20000"/>
          </a:bodyPr>
          <a:lstStyle>
            <a:defPPr>
              <a:defRPr lang="zh-CN"/>
            </a:defPPr>
            <a:lvl1pPr algn="ctr">
              <a:defRPr sz="4000">
                <a:solidFill>
                  <a:schemeClr val="accent2"/>
                </a:solidFill>
                <a:latin typeface="Impact" panose="020B0806030902050204" pitchFamily="34" charset="0"/>
              </a:defRPr>
            </a:lvl1pPr>
          </a:lstStyle>
          <a:p>
            <a:r>
              <a:rPr lang="en-US" altLang="zh-CN" dirty="0">
                <a:solidFill>
                  <a:schemeClr val="bg1">
                    <a:lumMod val="75000"/>
                  </a:schemeClr>
                </a:solidFill>
              </a:rPr>
              <a:t>02</a:t>
            </a:r>
            <a:endParaRPr lang="en-US" altLang="zh-CN" dirty="0">
              <a:solidFill>
                <a:schemeClr val="bg1">
                  <a:lumMod val="75000"/>
                </a:schemeClr>
              </a:solidFill>
            </a:endParaRPr>
          </a:p>
        </p:txBody>
      </p:sp>
      <p:cxnSp>
        <p:nvCxnSpPr>
          <p:cNvPr id="22" name="直接连接符 21"/>
          <p:cNvCxnSpPr/>
          <p:nvPr/>
        </p:nvCxnSpPr>
        <p:spPr>
          <a:xfrm>
            <a:off x="7616881" y="3362716"/>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auto">
          <a:xfrm>
            <a:off x="8130525" y="3943875"/>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bg1">
                    <a:lumMod val="50000"/>
                  </a:schemeClr>
                </a:solidFill>
                <a:sym typeface="+mn-ea"/>
              </a:rPr>
              <a:t>LVGL</a:t>
            </a:r>
            <a:r>
              <a:rPr lang="zh-CN" altLang="en-US" sz="1600" b="1" dirty="0">
                <a:solidFill>
                  <a:schemeClr val="bg1">
                    <a:lumMod val="50000"/>
                  </a:schemeClr>
                </a:solidFill>
                <a:sym typeface="+mn-ea"/>
              </a:rPr>
              <a:t>框架</a:t>
            </a:r>
            <a:endParaRPr lang="zh-CN" altLang="en-US" sz="1600" b="1" dirty="0">
              <a:solidFill>
                <a:schemeClr val="bg1">
                  <a:lumMod val="50000"/>
                </a:schemeClr>
              </a:solidFill>
              <a:sym typeface="+mn-ea"/>
            </a:endParaRPr>
          </a:p>
        </p:txBody>
      </p:sp>
      <p:sp>
        <p:nvSpPr>
          <p:cNvPr id="24" name="文本框 23"/>
          <p:cNvSpPr txBox="1"/>
          <p:nvPr/>
        </p:nvSpPr>
        <p:spPr bwMode="auto">
          <a:xfrm>
            <a:off x="8121000" y="3591954"/>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tx1">
                    <a:lumMod val="50000"/>
                    <a:lumOff val="50000"/>
                  </a:schemeClr>
                </a:solidFill>
              </a:rPr>
              <a:t>第三部分</a:t>
            </a:r>
            <a:endParaRPr lang="en-US" altLang="zh-CN" sz="1800" b="1" dirty="0">
              <a:solidFill>
                <a:schemeClr val="tx1">
                  <a:lumMod val="50000"/>
                  <a:lumOff val="50000"/>
                </a:schemeClr>
              </a:solidFill>
            </a:endParaRPr>
          </a:p>
        </p:txBody>
      </p:sp>
      <p:sp>
        <p:nvSpPr>
          <p:cNvPr id="25" name="文本框 24"/>
          <p:cNvSpPr txBox="1"/>
          <p:nvPr/>
        </p:nvSpPr>
        <p:spPr>
          <a:xfrm>
            <a:off x="7616881" y="3682209"/>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bg1">
                    <a:lumMod val="75000"/>
                  </a:schemeClr>
                </a:solidFill>
                <a:latin typeface="Impact" panose="020B0806030902050204" pitchFamily="34" charset="0"/>
              </a:rPr>
              <a:t>03</a:t>
            </a:r>
            <a:endParaRPr lang="en-US" altLang="zh-CN" sz="4000" dirty="0">
              <a:solidFill>
                <a:schemeClr val="bg1">
                  <a:lumMod val="75000"/>
                </a:schemeClr>
              </a:solidFill>
              <a:latin typeface="Impact" panose="020B0806030902050204" pitchFamily="34" charset="0"/>
            </a:endParaRPr>
          </a:p>
        </p:txBody>
      </p:sp>
      <p:cxnSp>
        <p:nvCxnSpPr>
          <p:cNvPr id="26" name="直接连接符 25"/>
          <p:cNvCxnSpPr/>
          <p:nvPr/>
        </p:nvCxnSpPr>
        <p:spPr>
          <a:xfrm>
            <a:off x="7616881" y="4439181"/>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矩形 26"/>
          <p:cNvSpPr/>
          <p:nvPr/>
        </p:nvSpPr>
        <p:spPr bwMode="auto">
          <a:xfrm>
            <a:off x="8140050" y="5017164"/>
            <a:ext cx="3399488" cy="29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pPr>
            <a:r>
              <a:rPr lang="en-US" altLang="zh-CN" sz="1600" b="1" dirty="0">
                <a:solidFill>
                  <a:schemeClr val="accent2"/>
                </a:solidFill>
                <a:sym typeface="+mn-ea"/>
              </a:rPr>
              <a:t>LVGL</a:t>
            </a:r>
            <a:r>
              <a:rPr lang="zh-CN" altLang="en-US" sz="1600" b="1" dirty="0">
                <a:solidFill>
                  <a:schemeClr val="accent2"/>
                </a:solidFill>
                <a:sym typeface="+mn-ea"/>
              </a:rPr>
              <a:t>开发</a:t>
            </a:r>
            <a:endParaRPr lang="zh-CN" altLang="en-US" sz="1600" b="1" dirty="0">
              <a:solidFill>
                <a:schemeClr val="accent2"/>
              </a:solidFill>
              <a:sym typeface="+mn-ea"/>
            </a:endParaRPr>
          </a:p>
        </p:txBody>
      </p:sp>
      <p:sp>
        <p:nvSpPr>
          <p:cNvPr id="28" name="文本框 27"/>
          <p:cNvSpPr txBox="1"/>
          <p:nvPr/>
        </p:nvSpPr>
        <p:spPr bwMode="auto">
          <a:xfrm>
            <a:off x="8121000" y="4668418"/>
            <a:ext cx="3399488"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accent2"/>
                </a:solidFill>
              </a:rPr>
              <a:t>第四部分</a:t>
            </a:r>
            <a:endParaRPr lang="zh-CN" altLang="en-US" sz="1800" b="1" dirty="0">
              <a:solidFill>
                <a:schemeClr val="accent2"/>
              </a:solidFill>
            </a:endParaRPr>
          </a:p>
        </p:txBody>
      </p:sp>
      <p:sp>
        <p:nvSpPr>
          <p:cNvPr id="29" name="文本框 28"/>
          <p:cNvSpPr txBox="1"/>
          <p:nvPr/>
        </p:nvSpPr>
        <p:spPr>
          <a:xfrm>
            <a:off x="7616881" y="4758673"/>
            <a:ext cx="446918" cy="482304"/>
          </a:xfrm>
          <a:prstGeom prst="rect">
            <a:avLst/>
          </a:prstGeom>
          <a:noFill/>
        </p:spPr>
        <p:txBody>
          <a:bodyPr wrap="none" anchor="ctr">
            <a:prstTxWarp prst="textPlain">
              <a:avLst/>
            </a:prstTxWarp>
            <a:normAutofit fontScale="77500" lnSpcReduction="20000"/>
          </a:bodyPr>
          <a:lstStyle/>
          <a:p>
            <a:pPr algn="ctr"/>
            <a:r>
              <a:rPr lang="en-US" altLang="zh-CN" sz="4000" dirty="0">
                <a:solidFill>
                  <a:schemeClr val="accent2"/>
                </a:solidFill>
                <a:latin typeface="Impact" panose="020B0806030902050204" pitchFamily="34" charset="0"/>
              </a:rPr>
              <a:t>04</a:t>
            </a:r>
            <a:endParaRPr lang="en-US" altLang="zh-CN" sz="4000" dirty="0">
              <a:solidFill>
                <a:schemeClr val="accent2"/>
              </a:solidFill>
              <a:latin typeface="Impact" panose="020B0806030902050204" pitchFamily="34" charset="0"/>
            </a:endParaRPr>
          </a:p>
        </p:txBody>
      </p:sp>
      <p:cxnSp>
        <p:nvCxnSpPr>
          <p:cNvPr id="30" name="直接连接符 29"/>
          <p:cNvCxnSpPr/>
          <p:nvPr/>
        </p:nvCxnSpPr>
        <p:spPr>
          <a:xfrm>
            <a:off x="7616881" y="5515645"/>
            <a:ext cx="3906637" cy="0"/>
          </a:xfrm>
          <a:prstGeom prst="line">
            <a:avLst/>
          </a:prstGeom>
          <a:ln w="3175">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539115" y="1537970"/>
            <a:ext cx="11280775" cy="4598035"/>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外观</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图片</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颜色</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风格：圆角，直角</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字体（</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字库）</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大小位置</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字符串</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lvl="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行为</a:t>
            </a:r>
            <a:r>
              <a:rPr 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对输入</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消息</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的</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响应</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切换窗口</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处理事件：</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调用对应</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API</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处理事件，</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如初始化设备；播放电影，音乐；配置网络；配置输出制式</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其他</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2"/>
            </p:custDataLst>
          </p:nvPr>
        </p:nvSpPr>
        <p:spPr>
          <a:xfrm>
            <a:off x="610870" y="1028700"/>
            <a:ext cx="10850245" cy="509270"/>
          </a:xfrm>
          <a:prstGeom prst="rect">
            <a:avLst/>
          </a:prstGeom>
          <a:noFill/>
        </p:spPr>
        <p:txBody>
          <a:bodyPr wrap="square" rtlCol="0" anchor="t">
            <a:noAutofit/>
          </a:bodyPr>
          <a:p>
            <a:pPr indent="0">
              <a:lnSpc>
                <a:spcPct val="150000"/>
              </a:lnSpc>
              <a:buFont typeface="Arial" panose="020B0604020202020204" pitchFamily="34" charset="0"/>
              <a:buNone/>
            </a:pPr>
            <a:r>
              <a:rPr 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GUI</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的组成</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要素</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669925" y="1108710"/>
            <a:ext cx="6096000" cy="460375"/>
          </a:xfrm>
          <a:prstGeom prst="rect">
            <a:avLst/>
          </a:prstGeom>
          <a:noFill/>
        </p:spPr>
        <p:txBody>
          <a:bodyPr wrap="square" rtlCol="0" anchor="t">
            <a:spAutoFit/>
          </a:bodyPr>
          <a:p>
            <a:pPr>
              <a:lnSpc>
                <a:spcPct val="150000"/>
              </a:lnSpc>
            </a:pP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LVGL</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模块组成</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04" name="图片 103"/>
          <p:cNvPicPr/>
          <p:nvPr>
            <p:custDataLst>
              <p:tags r:id="rId2"/>
            </p:custDataLst>
          </p:nvPr>
        </p:nvPicPr>
        <p:blipFill>
          <a:blip r:embed="rId3"/>
          <a:stretch>
            <a:fillRect/>
          </a:stretch>
        </p:blipFill>
        <p:spPr>
          <a:xfrm>
            <a:off x="1344613" y="1852930"/>
            <a:ext cx="9267825" cy="35623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669925" y="1108710"/>
            <a:ext cx="10715625" cy="460375"/>
          </a:xfrm>
          <a:prstGeom prst="rect">
            <a:avLst/>
          </a:prstGeom>
          <a:noFill/>
        </p:spPr>
        <p:txBody>
          <a:bodyPr wrap="square" rtlCol="0" anchor="t">
            <a:spAutoFit/>
          </a:bodyPr>
          <a:p>
            <a:pPr>
              <a:lnSpc>
                <a:spcPct val="150000"/>
              </a:lnSpc>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窗口菜单组成：就是各种控件的</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组合</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9" name="图片 8"/>
          <p:cNvPicPr>
            <a:picLocks noChangeAspect="1"/>
          </p:cNvPicPr>
          <p:nvPr>
            <p:custDataLst>
              <p:tags r:id="rId2"/>
            </p:custDataLst>
          </p:nvPr>
        </p:nvPicPr>
        <p:blipFill>
          <a:blip r:embed="rId3"/>
          <a:stretch>
            <a:fillRect/>
          </a:stretch>
        </p:blipFill>
        <p:spPr>
          <a:xfrm>
            <a:off x="5377180" y="1827530"/>
            <a:ext cx="6143625" cy="3752850"/>
          </a:xfrm>
          <a:prstGeom prst="rect">
            <a:avLst/>
          </a:prstGeom>
        </p:spPr>
      </p:pic>
      <p:sp>
        <p:nvSpPr>
          <p:cNvPr id="10" name="文本框 9"/>
          <p:cNvSpPr txBox="1"/>
          <p:nvPr>
            <p:custDataLst>
              <p:tags r:id="rId4"/>
            </p:custDataLst>
          </p:nvPr>
        </p:nvSpPr>
        <p:spPr>
          <a:xfrm>
            <a:off x="610870" y="1736725"/>
            <a:ext cx="4488180" cy="4196715"/>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创建菜单主对象</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(parent)</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在</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parent object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中创建控件</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设置控件大小，位置，颜色，</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flag</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等</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创建组，把子</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object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加入组，以响应按键</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消息</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关闭</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删除主对象，下面的控件全部自动</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删除</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控件上面还可以创建子</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控件</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539115" y="1906270"/>
            <a:ext cx="11085195" cy="4519295"/>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在 LVGL 中，用户界面的基本构建块是对象，也称为小部件(widget)。例如，按钮，标签，图像，列表</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等</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所有对象类型都共享一些基本属性：</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Position (位置)</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Size (尺寸)</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Parent (父母)</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Drag enable (拖动启用)</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Click enable (单击启用)</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742950" lvl="1"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position (位置)</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lvl="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可以使用 lv_obj_set _... 和 lv_obj_get _... 等前缀的函数设置或者获取这些属性。例如：</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lvl="2" indent="0">
              <a:lnSpc>
                <a:spcPct val="150000"/>
              </a:lnSpc>
              <a:buNone/>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设置基础对象的属性 */</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lvl="2" indent="0">
              <a:lnSpc>
                <a:spcPct val="150000"/>
              </a:lnSpc>
              <a:buNone/>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lv_obj_set_size(btn1, 100, 50);   /* 设置按键的大小 */</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lvl="2" indent="0">
              <a:lnSpc>
                <a:spcPct val="150000"/>
              </a:lnSpc>
              <a:buNone/>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lv_obj_set_pos(btn1, 20,30);      /* 设置按键的位置 */</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2"/>
            </p:custDataLst>
          </p:nvPr>
        </p:nvSpPr>
        <p:spPr>
          <a:xfrm>
            <a:off x="610870" y="1028700"/>
            <a:ext cx="10850245" cy="509270"/>
          </a:xfrm>
          <a:prstGeom prst="rect">
            <a:avLst/>
          </a:prstGeom>
          <a:noFill/>
        </p:spPr>
        <p:txBody>
          <a:bodyPr wrap="square" rtlCol="0" anchor="t">
            <a:noAutofit/>
          </a:bodyPr>
          <a:p>
            <a:pPr indent="0">
              <a:lnSpc>
                <a:spcPct val="150000"/>
              </a:lnSpc>
              <a:buFont typeface="Arial" panose="020B0604020202020204" pitchFamily="34" charset="0"/>
              <a:buNone/>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对象（</a:t>
            </a:r>
            <a:r>
              <a:rPr lang="en-US" altLang="zh-CN"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object</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文本框 8"/>
          <p:cNvSpPr txBox="1"/>
          <p:nvPr/>
        </p:nvSpPr>
        <p:spPr>
          <a:xfrm>
            <a:off x="669925" y="1537970"/>
            <a:ext cx="10185400" cy="368300"/>
          </a:xfrm>
          <a:prstGeom prst="rect">
            <a:avLst/>
          </a:prstGeom>
          <a:noFill/>
        </p:spPr>
        <p:txBody>
          <a:bodyPr wrap="square" rtlCol="0" anchor="t">
            <a:spAutoFit/>
          </a:bodyPr>
          <a:p>
            <a:r>
              <a:rPr lang="zh-CN" altLang="en-US"/>
              <a:t>http://lvgl.100ask.net/7.11/documentation/01_intro/intro.html</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6" name="文本框 5"/>
          <p:cNvSpPr txBox="1"/>
          <p:nvPr>
            <p:custDataLst>
              <p:tags r:id="rId1"/>
            </p:custDataLst>
          </p:nvPr>
        </p:nvSpPr>
        <p:spPr>
          <a:xfrm>
            <a:off x="539115" y="1537970"/>
            <a:ext cx="11280775" cy="4598035"/>
          </a:xfrm>
          <a:prstGeom prst="rect">
            <a:avLst/>
          </a:prstGeom>
          <a:noFill/>
        </p:spPr>
        <p:txBody>
          <a:bodyPr wrap="square" rtlCol="0" anchor="t">
            <a:noAutofit/>
          </a:bodyPr>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亲子结构：</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父对象可以作为其子对象的容器。每个对象只能一个父对象（屏幕除外），但是一个父对象可以有无限多个子对象。父对象的类型没有限制，但是有特殊的父对象（例如，按钮）和特殊的子对象（例如，标签）</a:t>
            </a:r>
            <a:endPar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pPr marL="285750" indent="-285750">
              <a:lnSpc>
                <a:spcPct val="150000"/>
              </a:lnSpc>
              <a:buFont typeface="Arial" panose="020B0604020202020204" pitchFamily="34" charset="0"/>
              <a:buChar char="•"/>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追随原则：</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如果更改了父对象的位置，则子对象将与父对象一起移动，并且子对象的位置都保持相对于父对象位置不变。 例如，坐标 (0,0) 表示子对象将独立于父对象的位置保留在父对象的左上角</a:t>
            </a: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r>
              <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 当我们修改父对象的位置，子对象也会一起移动，以保持和父对象的相对位置不变：</a:t>
            </a:r>
            <a:endParaRPr lang="en-US" altLang="zh-CN" sz="16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文本框 6"/>
          <p:cNvSpPr txBox="1"/>
          <p:nvPr>
            <p:custDataLst>
              <p:tags r:id="rId2"/>
            </p:custDataLst>
          </p:nvPr>
        </p:nvSpPr>
        <p:spPr>
          <a:xfrm>
            <a:off x="610870" y="1028700"/>
            <a:ext cx="10850245" cy="509270"/>
          </a:xfrm>
          <a:prstGeom prst="rect">
            <a:avLst/>
          </a:prstGeom>
          <a:noFill/>
        </p:spPr>
        <p:txBody>
          <a:bodyPr wrap="square" rtlCol="0" anchor="t">
            <a:noAutofit/>
          </a:bodyPr>
          <a:p>
            <a:pPr indent="0">
              <a:lnSpc>
                <a:spcPct val="150000"/>
              </a:lnSpc>
              <a:buFont typeface="Arial" panose="020B0604020202020204" pitchFamily="34" charset="0"/>
              <a:buNone/>
            </a:pP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对象（</a:t>
            </a:r>
            <a:r>
              <a:rPr lang="en-US" altLang="zh-CN"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object</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0" name="图片 9"/>
          <p:cNvPicPr>
            <a:picLocks noChangeAspect="1"/>
          </p:cNvPicPr>
          <p:nvPr>
            <p:custDataLst>
              <p:tags r:id="rId3"/>
            </p:custDataLst>
          </p:nvPr>
        </p:nvPicPr>
        <p:blipFill>
          <a:blip r:embed="rId4"/>
          <a:stretch>
            <a:fillRect/>
          </a:stretch>
        </p:blipFill>
        <p:spPr>
          <a:xfrm>
            <a:off x="1560195" y="3611880"/>
            <a:ext cx="3276600" cy="2524125"/>
          </a:xfrm>
          <a:prstGeom prst="rect">
            <a:avLst/>
          </a:prstGeom>
        </p:spPr>
      </p:pic>
      <p:pic>
        <p:nvPicPr>
          <p:cNvPr id="12" name="图片 11"/>
          <p:cNvPicPr>
            <a:picLocks noChangeAspect="1"/>
          </p:cNvPicPr>
          <p:nvPr>
            <p:custDataLst>
              <p:tags r:id="rId5"/>
            </p:custDataLst>
          </p:nvPr>
        </p:nvPicPr>
        <p:blipFill>
          <a:blip r:embed="rId6"/>
          <a:stretch>
            <a:fillRect/>
          </a:stretch>
        </p:blipFill>
        <p:spPr>
          <a:xfrm>
            <a:off x="6678930" y="3611880"/>
            <a:ext cx="3267075" cy="2514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scene3d>
              <a:camera prst="orthographicFront"/>
              <a:lightRig rig="threePt" dir="t"/>
            </a:scene3d>
          </a:bodyPr>
          <a:lstStyle/>
          <a:p>
            <a:r>
              <a:rPr lang="en-US" altLang="zh-CN" dirty="0">
                <a:solidFill>
                  <a:schemeClr val="accent1"/>
                </a:solidFill>
                <a:effectLst>
                  <a:outerShdw blurRad="38100" dist="25400" dir="5400000" algn="ctr" rotWithShape="0">
                    <a:srgbClr val="6E747A">
                      <a:alpha val="43000"/>
                    </a:srgbClr>
                  </a:outerShdw>
                </a:effectLst>
                <a:sym typeface="+mn-ea"/>
              </a:rPr>
              <a:t>LVGL</a:t>
            </a:r>
            <a:r>
              <a:rPr lang="zh-CN" altLang="en-US" dirty="0">
                <a:solidFill>
                  <a:schemeClr val="accent1"/>
                </a:solidFill>
                <a:effectLst>
                  <a:outerShdw blurRad="38100" dist="25400" dir="5400000" algn="ctr" rotWithShape="0">
                    <a:srgbClr val="6E747A">
                      <a:alpha val="43000"/>
                    </a:srgbClr>
                  </a:outerShdw>
                </a:effectLst>
                <a:sym typeface="+mn-ea"/>
              </a:rPr>
              <a:t>开发</a:t>
            </a:r>
            <a:endParaRPr lang="zh-CN" altLang="en-US" dirty="0">
              <a:solidFill>
                <a:schemeClr val="accent1"/>
              </a:solidFill>
              <a:effectLst>
                <a:outerShdw blurRad="38100" dist="25400" dir="5400000" algn="ctr" rotWithShape="0">
                  <a:srgbClr val="6E747A">
                    <a:alpha val="43000"/>
                  </a:srgbClr>
                </a:outerShdw>
              </a:effectLst>
              <a:sym typeface="+mn-ea"/>
            </a:endParaRPr>
          </a:p>
        </p:txBody>
      </p:sp>
      <p:sp>
        <p:nvSpPr>
          <p:cNvPr id="3" name="日期占位符 2"/>
          <p:cNvSpPr>
            <a:spLocks noGrp="1"/>
          </p:cNvSpPr>
          <p:nvPr>
            <p:ph type="dt" sz="half" idx="10"/>
          </p:nvPr>
        </p:nvSpPr>
        <p:spPr/>
        <p:txBody>
          <a:bodyPr/>
          <a:lstStyle/>
          <a:p>
            <a:fld id="{BBD64DDA-889D-445C-80D1-F847FC16EC49}"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en-US" altLang="zh-CN"/>
              <a:t>Design by </a:t>
            </a:r>
            <a:r>
              <a:rPr lang="en-US" altLang="zh-CN"/>
              <a:t>Hichip</a:t>
            </a:r>
            <a:endParaRPr lang="en-US" altLang="zh-CN"/>
          </a:p>
        </p:txBody>
      </p:sp>
      <p:sp>
        <p:nvSpPr>
          <p:cNvPr id="5" name="灯片编号占位符 4"/>
          <p:cNvSpPr>
            <a:spLocks noGrp="1"/>
          </p:cNvSpPr>
          <p:nvPr>
            <p:ph type="sldNum" sz="quarter" idx="12"/>
          </p:nvPr>
        </p:nvSpPr>
        <p:spPr/>
        <p:txBody>
          <a:bodyPr/>
          <a:lstStyle/>
          <a:p>
            <a:r>
              <a:rPr lang="en-US" altLang="zh-CN"/>
              <a:t>Page </a:t>
            </a:r>
            <a:fld id="{BF7EEEA4-6240-46DC-871F-E8664AB39CAC}" type="slidenum">
              <a:rPr lang="zh-CN" altLang="en-US" smtClean="0"/>
            </a:fld>
            <a:endParaRPr lang="zh-CN" altLang="en-US" dirty="0"/>
          </a:p>
        </p:txBody>
      </p:sp>
      <p:sp>
        <p:nvSpPr>
          <p:cNvPr id="7" name="文本框 6"/>
          <p:cNvSpPr txBox="1"/>
          <p:nvPr>
            <p:custDataLst>
              <p:tags r:id="rId1"/>
            </p:custDataLst>
          </p:nvPr>
        </p:nvSpPr>
        <p:spPr>
          <a:xfrm>
            <a:off x="610870" y="1028700"/>
            <a:ext cx="10850245" cy="509270"/>
          </a:xfrm>
          <a:prstGeom prst="rect">
            <a:avLst/>
          </a:prstGeom>
          <a:noFill/>
        </p:spPr>
        <p:txBody>
          <a:bodyPr wrap="square" rtlCol="0" anchor="t">
            <a:noAutofit/>
          </a:bodyPr>
          <a:p>
            <a:pPr indent="0">
              <a:lnSpc>
                <a:spcPct val="150000"/>
              </a:lnSpc>
              <a:buFont typeface="Arial" panose="020B0604020202020204" pitchFamily="34" charset="0"/>
              <a:buNone/>
            </a:pPr>
            <a:r>
              <a:rPr lang="en-US" altLang="zh-CN"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codeblocks </a:t>
            </a:r>
            <a:r>
              <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rPr>
              <a:t>模拟器</a:t>
            </a:r>
            <a:endParaRPr lang="zh-CN" altLang="en-US" sz="1600" b="1"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p:cNvPicPr>
            <a:picLocks noChangeAspect="1"/>
          </p:cNvPicPr>
          <p:nvPr>
            <p:custDataLst>
              <p:tags r:id="rId2"/>
            </p:custDataLst>
          </p:nvPr>
        </p:nvPicPr>
        <p:blipFill>
          <a:blip r:embed="rId3"/>
          <a:stretch>
            <a:fillRect/>
          </a:stretch>
        </p:blipFill>
        <p:spPr>
          <a:xfrm>
            <a:off x="1995170" y="1406525"/>
            <a:ext cx="8526145" cy="47440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blipFill>
            <a:blip r:embed="rId1"/>
            <a:srcRect/>
            <a:stretch>
              <a:fillRect l="-23871" t="-28289" r="-15887" b="-12017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p:txBody>
          <a:bodyPr/>
          <a:lstStyle/>
          <a:p>
            <a:pPr algn="l"/>
            <a:r>
              <a:rPr lang="en-US" altLang="zh-CN" dirty="0">
                <a:latin typeface="+mn-lt"/>
                <a:ea typeface="+mn-ea"/>
                <a:cs typeface="+mn-ea"/>
                <a:sym typeface="+mn-lt"/>
              </a:rPr>
              <a:t>Thanks for watching</a:t>
            </a:r>
            <a:endParaRPr lang="zh-CN" altLang="en-US" dirty="0">
              <a:latin typeface="+mn-lt"/>
              <a:ea typeface="+mn-ea"/>
              <a:cs typeface="+mn-ea"/>
              <a:sym typeface="+mn-lt"/>
            </a:endParaRPr>
          </a:p>
        </p:txBody>
      </p:sp>
      <p:cxnSp>
        <p:nvCxnSpPr>
          <p:cNvPr id="6" name="直接连接符 5"/>
          <p:cNvCxnSpPr/>
          <p:nvPr/>
        </p:nvCxnSpPr>
        <p:spPr>
          <a:xfrm>
            <a:off x="-193040" y="3532505"/>
            <a:ext cx="657270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副标题 4"/>
          <p:cNvSpPr/>
          <p:nvPr>
            <p:ph type="subTitle" idx="1"/>
          </p:nvPr>
        </p:nvSpPr>
        <p:spPr>
          <a:xfrm>
            <a:off x="169545" y="3768725"/>
            <a:ext cx="8034020" cy="851535"/>
          </a:xfrm>
        </p:spPr>
        <p:txBody>
          <a:bodyPr>
            <a:normAutofit/>
          </a:bodyPr>
          <a:p>
            <a:r>
              <a:rPr lang="zh-CN" altLang="en-US"/>
              <a:t>思考：</a:t>
            </a:r>
            <a:r>
              <a:rPr lang="en-US" altLang="zh-CN"/>
              <a:t> </a:t>
            </a:r>
            <a:r>
              <a:rPr lang="zh-CN" altLang="en-US"/>
              <a:t>为什么苹果手机贵安卓手机</a:t>
            </a:r>
            <a:r>
              <a:rPr lang="zh-CN" altLang="en-US"/>
              <a:t>那么多？</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ISLIDE.GUIDESSETTING" val="{&quot;Name&quot;:&quot;正常&quot;,&quot;HeaderHeight&quot;:15.0,&quot;TopMargin&quot;:0.0,&quot;FooterHeight&quot;:9.0,&quot;BottomMargin&quot;:0.0,&quot;SideMargin&quot;:5.5,&quot;IntervalMargin&quot;:1.5,&quot;Id&quot;:&quot;GuidesStyle_Normal&quot;}"/>
  <p:tag name="KSO_WPP_MARK_KEY" val="56c39a82-ca5d-4ccd-bd98-4467022a1d20"/>
  <p:tag name="COMMONDATA" val="eyJjb3VudCI6MTM2LCJoZGlkIjoiOTI1MTlhYzk4YjYwZDgyZjU3N2JmOGI2NjA4YmFkNWYiLCJ1c2VyQ291bnQiOjEzNn0="/>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fontScheme name="rkrqb1dz">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175">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68395"/>
    </a:dk2>
    <a:lt2>
      <a:srgbClr val="F0F0F0"/>
    </a:lt2>
    <a:accent1>
      <a:srgbClr val="0057AA"/>
    </a:accent1>
    <a:accent2>
      <a:srgbClr val="FE7B01"/>
    </a:accent2>
    <a:accent3>
      <a:srgbClr val="527EA7"/>
    </a:accent3>
    <a:accent4>
      <a:srgbClr val="FB971C"/>
    </a:accent4>
    <a:accent5>
      <a:srgbClr val="0151AA"/>
    </a:accent5>
    <a:accent6>
      <a:srgbClr val="3B3B3B"/>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5064</Words>
  <Application>WPS 演示</Application>
  <PresentationFormat>宽屏</PresentationFormat>
  <Paragraphs>599</Paragraphs>
  <Slides>41</Slides>
  <Notes>19</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41</vt:i4>
      </vt:variant>
    </vt:vector>
  </HeadingPairs>
  <TitlesOfParts>
    <vt:vector size="59" baseType="lpstr">
      <vt:lpstr>Arial</vt:lpstr>
      <vt:lpstr>宋体</vt:lpstr>
      <vt:lpstr>Wingdings</vt:lpstr>
      <vt:lpstr>Impact</vt:lpstr>
      <vt:lpstr>微软雅黑</vt:lpstr>
      <vt:lpstr>Open Sans Light</vt:lpstr>
      <vt:lpstr>Calibri</vt:lpstr>
      <vt:lpstr>Lato Regular</vt:lpstr>
      <vt:lpstr>Segoe Print</vt:lpstr>
      <vt:lpstr>Sk-Modernist</vt:lpstr>
      <vt:lpstr>San Francisco Display Bold</vt:lpstr>
      <vt:lpstr>San Francisco Display Light</vt:lpstr>
      <vt:lpstr>Wingdings</vt:lpstr>
      <vt:lpstr>Arial Unicode MS</vt:lpstr>
      <vt:lpstr>等线</vt:lpstr>
      <vt:lpstr>Times New Roman</vt:lpstr>
      <vt:lpstr>Wingdings</vt:lpstr>
      <vt:lpstr>Office 主题​​</vt:lpstr>
      <vt:lpstr>抽象风格PPT模板</vt:lpstr>
      <vt:lpstr>PowerPoint 演示文稿</vt:lpstr>
      <vt:lpstr>PowerPoint 演示文稿</vt:lpstr>
      <vt:lpstr>1.1 GUI(Graphics User Interface)</vt:lpstr>
      <vt:lpstr>1.1 开源轻量级显示框架LVGL</vt:lpstr>
      <vt:lpstr>GUI介绍</vt:lpstr>
      <vt:lpstr>GUI介绍</vt:lpstr>
      <vt:lpstr>GUI介绍</vt:lpstr>
      <vt:lpstr>GUI介绍</vt:lpstr>
      <vt:lpstr>GUI介绍</vt:lpstr>
      <vt:lpstr>GUI介绍</vt:lpstr>
      <vt:lpstr>GUI介绍</vt:lpstr>
      <vt:lpstr>GUI介绍</vt:lpstr>
      <vt:lpstr>GUI介绍</vt:lpstr>
      <vt:lpstr>GUI介绍</vt:lpstr>
      <vt:lpstr>PowerPoint 演示文稿</vt:lpstr>
      <vt:lpstr>1.1 Click to edit Master title style</vt:lpstr>
      <vt:lpstr>1.1 开源轻量级显示框架LVGL</vt:lpstr>
      <vt:lpstr>LVGL入门</vt:lpstr>
      <vt:lpstr>1.1 开源轻量级显示框架LVGL</vt:lpstr>
      <vt:lpstr>LVGL入门</vt:lpstr>
      <vt:lpstr>LVGL入门</vt:lpstr>
      <vt:lpstr>LVGL入门</vt:lpstr>
      <vt:lpstr>LVGL入门</vt:lpstr>
      <vt:lpstr>LVGL入门</vt:lpstr>
      <vt:lpstr>LVGL入门</vt:lpstr>
      <vt:lpstr>PowerPoint 演示文稿</vt:lpstr>
      <vt:lpstr>LVGL入门</vt:lpstr>
      <vt:lpstr>LVGL入门</vt:lpstr>
      <vt:lpstr>LVGL入门</vt:lpstr>
      <vt:lpstr>LVGL框架</vt:lpstr>
      <vt:lpstr>LVGL框架</vt:lpstr>
      <vt:lpstr>LVGL框架</vt:lpstr>
      <vt:lpstr>PowerPoint 演示文稿</vt:lpstr>
      <vt:lpstr>LVGL开发</vt:lpstr>
      <vt:lpstr>LVGL框架</vt:lpstr>
      <vt:lpstr>LVGL开发</vt:lpstr>
      <vt:lpstr>LVGL开发</vt:lpstr>
      <vt:lpstr>LVGL开发</vt:lpstr>
      <vt:lpstr>LVGL开发</vt:lpstr>
      <vt:lpstr>Thanks for watching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曾成平</dc:creator>
  <cp:lastModifiedBy>潘锋</cp:lastModifiedBy>
  <cp:revision>145</cp:revision>
  <dcterms:created xsi:type="dcterms:W3CDTF">2018-04-29T08:07:00Z</dcterms:created>
  <dcterms:modified xsi:type="dcterms:W3CDTF">2023-07-08T07:36:30Z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KSOTemplateUUID">
    <vt:lpwstr>v1.0_mb_Bo8foXNFzSMQgqd67K050Q==</vt:lpwstr>
  </property>
  <property fmtid="{D5CDD505-2E9C-101B-9397-08002B2CF9AE}" pid="4" name="ICV">
    <vt:lpwstr>366E818E8A1F42ACB9CD2AC1A0E79397_11</vt:lpwstr>
  </property>
</Properties>
</file>