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handoutMasterIdLst>
    <p:handoutMasterId r:id="rId26"/>
  </p:handoutMasterIdLst>
  <p:sldIdLst>
    <p:sldId id="257" r:id="rId4"/>
    <p:sldId id="301" r:id="rId5"/>
    <p:sldId id="278" r:id="rId6"/>
    <p:sldId id="302" r:id="rId8"/>
    <p:sldId id="303" r:id="rId9"/>
    <p:sldId id="304" r:id="rId10"/>
    <p:sldId id="327" r:id="rId11"/>
    <p:sldId id="305" r:id="rId12"/>
    <p:sldId id="326" r:id="rId13"/>
    <p:sldId id="279" r:id="rId14"/>
    <p:sldId id="328" r:id="rId15"/>
    <p:sldId id="329" r:id="rId16"/>
    <p:sldId id="330" r:id="rId17"/>
    <p:sldId id="331" r:id="rId18"/>
    <p:sldId id="332" r:id="rId19"/>
    <p:sldId id="333" r:id="rId20"/>
    <p:sldId id="335" r:id="rId21"/>
    <p:sldId id="334" r:id="rId22"/>
    <p:sldId id="336" r:id="rId23"/>
    <p:sldId id="341" r:id="rId24"/>
    <p:sldId id="292" r:id="rId25"/>
  </p:sldIdLst>
  <p:sldSz cx="9144000" cy="6858000" type="screen4x3"/>
  <p:notesSz cx="6645275" cy="9777095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16"/>
    <p:restoredTop sz="94712"/>
  </p:normalViewPr>
  <p:slideViewPr>
    <p:cSldViewPr showGuides="1">
      <p:cViewPr>
        <p:scale>
          <a:sx n="100" d="100"/>
          <a:sy n="100" d="100"/>
        </p:scale>
        <p:origin x="-3726" y="-258"/>
      </p:cViewPr>
      <p:guideLst>
        <p:guide orient="horz" pos="22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8D7B18-B09A-42DD-AC8B-D1B6057284F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E147D0-261A-461E-A872-EF036CB218C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BE4609-4092-497A-B4A8-88E41EBF9C0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224AB-B769-4E34-8844-0C2F6B52D3C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色彩空间有</a:t>
            </a:r>
            <a:r>
              <a:rPr lang="zh-CN" altLang="en-US"/>
              <a:t>哪些？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为什么要用</a:t>
            </a:r>
            <a:r>
              <a:rPr lang="en-US" altLang="zh-CN"/>
              <a:t>YUV</a:t>
            </a:r>
            <a:r>
              <a:rPr lang="zh-CN" altLang="en-US"/>
              <a:t>色彩空间？有什么</a:t>
            </a:r>
            <a:r>
              <a:rPr lang="zh-CN" altLang="en-US"/>
              <a:t>好处？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mapping</a:t>
            </a:r>
            <a:r>
              <a:rPr lang="zh-CN" altLang="en-US"/>
              <a:t>的目的，以及对齐</a:t>
            </a:r>
            <a:r>
              <a:rPr lang="zh-CN" altLang="en-US"/>
              <a:t>问题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https://blog.csdn.net/newchenxf/article/details/51719597</a:t>
            </a:r>
            <a:br>
              <a:rPr lang="zh-CN" altLang="en-US"/>
            </a:br>
            <a:r>
              <a:rPr lang="zh-CN" altLang="en-US"/>
              <a:t>https://www.zhihu.com/question/40954491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698625"/>
            <a:ext cx="9144000" cy="432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D24E2D-0CF0-4806-A5A1-D78E5C2E62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02310-F98B-41DF-BDEF-BA111847C7D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file:///C:\Users\PC\AppData\Local\Temp\wps\INetCache\1bf9995db6d7aa168d69ca3710191459" TargetMode="Externa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2.png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endParaRPr lang="en-US" altLang="zh-CN" dirty="0"/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18"/>
          <p:cNvSpPr txBox="1"/>
          <p:nvPr/>
        </p:nvSpPr>
        <p:spPr>
          <a:xfrm>
            <a:off x="890588" y="2370138"/>
            <a:ext cx="7346950" cy="1254125"/>
          </a:xfrm>
          <a:prstGeom prst="rect">
            <a:avLst/>
          </a:prstGeom>
          <a:noFill/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9836B"/>
              </a:buClr>
              <a:buSzPct val="70000"/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12AA6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A5800"/>
              </a:buClr>
              <a:buSzPct val="65000"/>
              <a:buFont typeface="Wingdings" panose="05000000000000000000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A5800"/>
              </a:buClr>
              <a:buSzPct val="50000"/>
              <a:buFont typeface="Wingdings" panose="05000000000000000000" pitchFamily="2" charset="2"/>
              <a:buChar char="l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dirty="0">
                <a:latin typeface="Microsoft JhengHei" panose="020B0604030504040204" pitchFamily="34" charset="-120"/>
              </a:rPr>
              <a:t>image decoder</a:t>
            </a:r>
            <a:endParaRPr lang="en-US" altLang="zh-TW" sz="4000" dirty="0">
              <a:latin typeface="Microsoft JhengHei" panose="020B0604030504040204" pitchFamily="34" charset="-12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371283" y="4796790"/>
            <a:ext cx="6400800" cy="869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9pPr>
          </a:lstStyle>
          <a:p>
            <a:pPr marR="0" algn="ctr" defTabSz="914400" eaLnBrk="0" hangingPunct="0">
              <a:spcBef>
                <a:spcPct val="20000"/>
              </a:spcBef>
              <a:buClr>
                <a:srgbClr val="339966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TW" sz="2000" kern="0" cap="none" spc="0" normalizeH="0" baseline="0" noProof="0" dirty="0">
                <a:latin typeface="+mn-lt"/>
                <a:ea typeface="+mn-ea"/>
                <a:cs typeface="+mn-cs"/>
              </a:rPr>
              <a:t>By </a:t>
            </a:r>
            <a:r>
              <a:rPr kumimoji="1" lang="en-US" altLang="zh-TW" sz="2000" kern="0" cap="none" spc="0" normalizeH="0" baseline="0" noProof="0" dirty="0" err="1">
                <a:latin typeface="+mn-lt"/>
                <a:ea typeface="+mn-ea"/>
                <a:cs typeface="+mn-cs"/>
              </a:rPr>
              <a:t>Warden</a:t>
            </a:r>
            <a:r>
              <a:rPr kumimoji="1" lang="en-US" altLang="zh-TW" sz="2000" kern="0" cap="none" spc="0" normalizeH="0" baseline="0" noProof="0" dirty="0" err="1">
                <a:latin typeface="+mn-lt"/>
                <a:ea typeface="+mn-ea"/>
                <a:cs typeface="+mn-cs"/>
              </a:rPr>
              <a:t>.Mo</a:t>
            </a:r>
            <a:endParaRPr kumimoji="1" lang="en-US" altLang="zh-TW" sz="20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algn="ctr" defTabSz="914400" eaLnBrk="0" hangingPunct="0">
              <a:spcBef>
                <a:spcPct val="20000"/>
              </a:spcBef>
              <a:buClr>
                <a:srgbClr val="339966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TW" sz="2000" kern="0" cap="none" spc="0" normalizeH="0" baseline="0" noProof="0" dirty="0" smtClean="0">
                <a:latin typeface="+mn-lt"/>
                <a:ea typeface="+mn-ea"/>
                <a:cs typeface="+mn-cs"/>
              </a:rPr>
              <a:t>2023/07/25</a:t>
            </a:r>
            <a:endParaRPr kumimoji="1" lang="en-US" altLang="zh-TW" sz="2000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7" name="文本框 8"/>
          <p:cNvSpPr txBox="1"/>
          <p:nvPr/>
        </p:nvSpPr>
        <p:spPr>
          <a:xfrm>
            <a:off x="1547221" y="1700550"/>
            <a:ext cx="4309745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color speace(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色域空间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)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1547221" y="2516525"/>
            <a:ext cx="4475480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image format(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图片格式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)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文本框 11"/>
          <p:cNvSpPr txBox="1"/>
          <p:nvPr>
            <p:custDataLst>
              <p:tags r:id="rId1"/>
            </p:custDataLst>
          </p:nvPr>
        </p:nvSpPr>
        <p:spPr>
          <a:xfrm>
            <a:off x="1547221" y="3332500"/>
            <a:ext cx="3979545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image info(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图片信息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文本框 11"/>
          <p:cNvSpPr txBox="1"/>
          <p:nvPr>
            <p:custDataLst>
              <p:tags r:id="rId2"/>
            </p:custDataLst>
          </p:nvPr>
        </p:nvSpPr>
        <p:spPr>
          <a:xfrm>
            <a:off x="1547221" y="4148475"/>
            <a:ext cx="4140200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enc &amp; dec(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编码与解码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043305" y="1094105"/>
            <a:ext cx="7288530" cy="53828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space</a:t>
            </a:r>
            <a:endParaRPr lang="en-US" dirty="0"/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2700020" y="1916430"/>
            <a:ext cx="4168775" cy="39122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 smtClean="0">
                <a:sym typeface="+mn-ea"/>
              </a:rPr>
              <a:t>color space</a:t>
            </a:r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835785" y="2132965"/>
            <a:ext cx="5709285" cy="33420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color space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750" y="1701165"/>
            <a:ext cx="5254625" cy="38938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230" y="1748790"/>
            <a:ext cx="1790700" cy="4086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04305" y="2203450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369050" y="3608070"/>
            <a:ext cx="424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cb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419850" y="5012690"/>
            <a:ext cx="373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cr</a:t>
            </a:r>
            <a:endParaRPr lang="en-US" altLang="zh-CN"/>
          </a:p>
        </p:txBody>
      </p:sp>
      <p:sp>
        <p:nvSpPr>
          <p:cNvPr id="10" name="左大括号 9"/>
          <p:cNvSpPr/>
          <p:nvPr/>
        </p:nvSpPr>
        <p:spPr>
          <a:xfrm>
            <a:off x="5868035" y="1989455"/>
            <a:ext cx="504190" cy="35998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 animBg="1"/>
      <p:bldP spid="6" grpId="1"/>
      <p:bldP spid="7" grpId="1"/>
      <p:bldP spid="8" grpId="1"/>
      <p:bldP spid="1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color space</a:t>
            </a:r>
            <a:endParaRPr lang="en-US" altLang="zh-CN"/>
          </a:p>
        </p:txBody>
      </p:sp>
      <p:pic>
        <p:nvPicPr>
          <p:cNvPr id="102" name="图片 101"/>
          <p:cNvPicPr/>
          <p:nvPr/>
        </p:nvPicPr>
        <p:blipFill>
          <a:blip r:embed="rId1" r:link="rId2"/>
          <a:stretch>
            <a:fillRect/>
          </a:stretch>
        </p:blipFill>
        <p:spPr>
          <a:xfrm>
            <a:off x="4572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395" y="1917065"/>
            <a:ext cx="6131560" cy="35229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40150" y="1548765"/>
            <a:ext cx="166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各种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YUV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05" y="2348865"/>
            <a:ext cx="8684895" cy="240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color space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4720"/>
            <a:ext cx="3093720" cy="2842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2204720"/>
            <a:ext cx="3473450" cy="284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yuv mapping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1989455"/>
            <a:ext cx="6591300" cy="30194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87675" y="5157470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软解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88125" y="5085715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硬解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内容占位符 4"/>
          <p:cNvGraphicFramePr/>
          <p:nvPr>
            <p:ph idx="1"/>
            <p:custDataLst>
              <p:tags r:id="rId1"/>
            </p:custDataLst>
          </p:nvPr>
        </p:nvGraphicFramePr>
        <p:xfrm>
          <a:off x="457200" y="1600200"/>
          <a:ext cx="8229600" cy="3768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53745"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优点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缺点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753745"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BMP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无损压缩，效果好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文件较大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753745"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JPG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文件小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有损压缩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753745"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PNG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无损压缩，支持透明度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大小介于</a:t>
                      </a: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BMP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JPG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之间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753745"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GIF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支持动画播放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80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支持颜色较少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image format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image info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2420620"/>
            <a:ext cx="7839075" cy="1924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image info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628775"/>
            <a:ext cx="7762875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image info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2132965"/>
            <a:ext cx="7696200" cy="2543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548640"/>
            <a:ext cx="6739890" cy="5629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JPG</a:t>
            </a:r>
            <a:r>
              <a:rPr lang="zh-CN" altLang="en-US"/>
              <a:t>编码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970" y="1556385"/>
            <a:ext cx="8495665" cy="714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95" y="2420620"/>
            <a:ext cx="6444615" cy="3545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JPG</a:t>
            </a:r>
            <a:r>
              <a:rPr lang="zh-CN" altLang="en-US">
                <a:sym typeface="+mn-ea"/>
              </a:rPr>
              <a:t>编码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0" y="2493010"/>
            <a:ext cx="6362065" cy="3449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4165"/>
            <a:ext cx="843915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JPG</a:t>
            </a:r>
            <a:r>
              <a:rPr lang="zh-CN" altLang="en-US">
                <a:sym typeface="+mn-ea"/>
              </a:rPr>
              <a:t>编码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16859" t="4769" r="10834" b="15111"/>
          <a:stretch>
            <a:fillRect/>
          </a:stretch>
        </p:blipFill>
        <p:spPr>
          <a:xfrm>
            <a:off x="1899285" y="2780665"/>
            <a:ext cx="5344795" cy="27368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0" y="1556385"/>
            <a:ext cx="8372475" cy="590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810" y="2781300"/>
            <a:ext cx="5345430" cy="2736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JPG</a:t>
            </a:r>
            <a:r>
              <a:rPr lang="zh-CN" altLang="en-US">
                <a:sym typeface="+mn-ea"/>
              </a:rPr>
              <a:t>编码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556385"/>
            <a:ext cx="8291195" cy="571500"/>
          </a:xfrm>
          <a:prstGeom prst="rect">
            <a:avLst/>
          </a:prstGeom>
        </p:spPr>
      </p:pic>
      <p:pic>
        <p:nvPicPr>
          <p:cNvPr id="105" name="图片 104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2387600"/>
            <a:ext cx="3305810" cy="3200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右箭头 6"/>
          <p:cNvSpPr/>
          <p:nvPr/>
        </p:nvSpPr>
        <p:spPr>
          <a:xfrm>
            <a:off x="4139565" y="3860800"/>
            <a:ext cx="1296035" cy="360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779520" y="3356610"/>
            <a:ext cx="1967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DCT</a:t>
            </a:r>
            <a:br>
              <a:rPr lang="en-US" altLang="zh-CN"/>
            </a:br>
            <a:r>
              <a:rPr lang="zh-CN" altLang="en-US"/>
              <a:t>离散余弦转换</a:t>
            </a:r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5724525" y="3085465"/>
            <a:ext cx="3174365" cy="18040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JPG</a:t>
            </a:r>
            <a:r>
              <a:rPr lang="zh-CN" altLang="en-US">
                <a:sym typeface="+mn-ea"/>
              </a:rPr>
              <a:t>编码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30" y="2348865"/>
            <a:ext cx="4779645" cy="3711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6385"/>
            <a:ext cx="8300720" cy="619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95" y="2564765"/>
            <a:ext cx="6829425" cy="3305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JPG</a:t>
            </a:r>
            <a:r>
              <a:rPr lang="zh-CN" altLang="en-US">
                <a:sym typeface="+mn-ea"/>
              </a:rPr>
              <a:t>编码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71775" y="2420620"/>
            <a:ext cx="3783965" cy="35286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385"/>
            <a:ext cx="844169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JPG</a:t>
            </a:r>
            <a:r>
              <a:rPr lang="zh-CN" altLang="en-US">
                <a:sym typeface="+mn-ea"/>
              </a:rPr>
              <a:t>编码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493010"/>
            <a:ext cx="8201025" cy="3448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6385"/>
            <a:ext cx="844169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数据流程</a:t>
            </a:r>
            <a:endParaRPr lang="zh-CN" altLang="en-US" dirty="0"/>
          </a:p>
        </p:txBody>
      </p:sp>
      <p:sp>
        <p:nvSpPr>
          <p:cNvPr id="1026" name="AutoShape 2" descr="data:image/png;base64,iVBORw0KGgoAAAANSUhEUgAADrgAAAscCAYAAACCzwrDAAAAAXNSR0IArs4c6QAANeF0RVh0bXhmaWxlACUzQ214R3JhcGhNb2RlbCUzRSUzQ3Jvb3QlM0UlM0NteENlbGwlMjBpZCUzRCUyMjAlMjIlMkYlM0UlM0NteENlbGwlMjBpZCUzRCUyMjElMjIlMjBwYXJlbnQlM0QlMjIwJTIyJTJGJTNFJTNDbXhDZWxsJTIwaWQlM0QlMjIyJTIyJTIwc3R5bGUlM0QlMjJlZGdlU3R5bGUlM0RvcnRob2dvbmFsRWRnZVN0eWxlJTNCcm91bmRlZCUzRDAlM0JvcnRob2dvbmFsTG9vcCUzRDElM0JqZXR0eVNpemUlM0RhdXRvJTNCaHRtbCUzRDElM0JleGl0WCUzRDElM0JleGl0WSUzRDAuNSUzQmV4aXREeCUzRDAlM0JleGl0RHklM0QwJTNCZW50cnlYJTNEMC41JTNCZW50cnlZJTNEMCUzQmVudHJ5RHglM0QwJTNCZW50cnlEeSUzRDAlM0Jmb250U2l6ZSUzRDE1JTNCJTIyJTIwZWRnZSUzRCUyMjElMjIlMjBzb3VyY2UlM0QlMjIzJTIyJTIwdGFyZ2V0JTNEJTIyOSUyMiUyMHBhcmVudCUzRCUyMjElMjIlM0UlM0NteEdlb21ldHJ5JTIwcmVsYXRpdmUlM0QlMjIxJTIyJTIwYXMlM0QlMjJnZW9tZXRyeSUyMiUyRiUzRSUzQyUyRm14Q2VsbCUzRSUzQ214Q2VsbCUyMGlkJTNEJTIyMyUyMiUyMHZhbHVlJTNEJTIyYWlyY2FzdCUyRm1pcmFjYXN0JTIyJTIwc3R5bGUlM0QlMjJyb3VuZGVkJTNEMSUzQndoaXRlU3BhY2UlM0R3cmFwJTNCaHRtbCUzRDElM0Jmb250U2l6ZSUzRDE1JTNCZ2xhc3MlM0QwJTNCc3Ryb2tlV2lkdGglM0QxJTNCc2hhZG93JTNEMCUzQiUyMiUyMHZlcnRleCUzRCUyMjElMjIlMjBwYXJlbnQlM0QlMjIxJTIyJTNFJTNDbXhHZW9tZXRyeSUyMHglM0QlMjI0MCUyMiUyMHklM0QlMjIxMzAlMjIlMjB3aWR0aCUzRCUyMjEyMCUyMiUyMGhlaWdodCUzRCUyMjQwJTIyJTIwYXMlM0QlMjJnZW9tZXRyeSUyMiUyRiUzRSUzQyUyRm14Q2VsbCUzRSUzQ214Q2VsbCUyMGlkJTNEJTIyN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1JTIyJTIwdGFyZ2V0JTNEJTIyOSUyMiUyMHBhcmVudCUzRCUyMjElMjIlM0UlM0NteEdlb21ldHJ5JTIwcmVsYXRpdmUlM0QlMjIxJTIyJTIwYXMlM0QlMjJnZW9tZXRyeSUyMiUyRiUzRSUzQyUyRm14Q2VsbCUzRSUzQ214Q2VsbCUyMGlkJTNEJTIyNS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IxJTIyJTNFJTNDbXhHZW9tZXRyeSUyMHglM0QlMjI0MCUyMiUyMHklM0QlMjIxOTAlMjIlMjB3aWR0aCUzRCUyMjEyMCUyMiUyMGhlaWdodCUzRCUyMjQwJTIyJTIwYXMlM0QlMjJnZW9tZXRyeSUyMiUyRiUzRSUzQyUyRm14Q2VsbCUzRSUzQ214Q2VsbCUyMGlkJTNEJTIyNiUyMiUyMHZhbHVlJTNEJTIyJTIyJTIwc3R5bGUlM0QlMjJlZGdlU3R5bGUlM0RvcnRob2dvbmFsRWRnZVN0eWxlJTNCcm91bmRlZCUzRDAlM0JvcnRob2dvbmFsTG9vcCUzRDElM0JqZXR0eVNpemUlM0RhdXRvJTNCaHRtbCUzRDElM0Jmb250U2l6ZSUzRDE1JTNCJTIyJTIwZWRnZSUzRCUyMjElMjIlMjBzb3VyY2UlM0QlMjI3JTIyJTIwdGFyZ2V0JTNEJTIyMTMlMjIlMjBwYXJlbnQlM0QlMjIxJTIyJTNFJTNDbXhHZW9tZXRyeSUyMHJlbGF0aXZlJTNEJTIyMSUyMiUyMGFzJTNEJTIyZ2VvbWV0cnklMjIlMkYlM0UlM0MlMkZteENlbGwlM0UlM0NteENlbGwlMjBpZCUzRCUyMjc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IxJTIyJTNFJTNDbXhHZW9tZXRyeSUyMHglM0QlMjI0MCUyMiUyMHklM0QlMjIzMDUlMjIlMjB3aWR0aCUzRCUyMjEyMCUyMiUyMGhlaWdodCUzRCUyMjQwJTIyJTIwYXMlM0QlMjJnZW9tZXRyeSUyMiUyRiUzRSUzQyUyRm14Q2VsbCUzRSUzQ214Q2VsbCUyMGlkJTNEJTIyOCUyMiUyMHZhbHVlJTNEJTIyJTIyJTIwc3R5bGUlM0QlMjJlZGdlU3R5bGUlM0RvcnRob2dvbmFsRWRnZVN0eWxlJTNCcm91bmRlZCUzRDAlM0JvcnRob2dvbmFsTG9vcCUzRDElM0JqZXR0eVNpemUlM0RhdXRvJTNCaHRtbCUzRDElM0Jmb250U2l6ZSUzRDE1JTNCJTIyJTIwZWRnZSUzRCUyMjElMjIlMjBzb3VyY2UlM0QlMjI5JTIyJTIwdGFyZ2V0JTNEJTIyMTUlMjIlMjBwYXJlbnQlM0QlMjIxJTIyJTNFJTNDbXhHZW9tZXRyeSUyMHJlbGF0aXZlJTNEJTIyMSUyMiUyMGFzJTNEJTIyZ2VvbWV0cnklMjIlMkYlM0UlM0MlMkZteENlbGwlM0UlM0NteENlbGwlMjBpZCUzRCUyMjk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IxJTIyJTNFJTNDbXhHZW9tZXRyeSUyMHglM0QlMjIzNTQlMjIlMjB5JTNEJTIyMTkwJTIyJTIwd2lkdGglM0QlMjIxMjAlMjIlMjBoZWlnaHQlM0QlMjI0MCUyMiUyMGFzJTNEJTIyZ2VvbWV0cnklMjIlMkYlM0UlM0MlMkZteENlbGwlM0UlM0NteENlbGwlMjBpZCUzRCUyMjEwJTIyJTIwc3R5bGUlM0QlMjJlZGdlU3R5bGUlM0RvcnRob2dvbmFsRWRnZVN0eWxlJTNCcm91bmRlZCUzRDAlM0JvcnRob2dvbmFsTG9vcCUzRDElM0JqZXR0eVNpemUlM0RhdXRvJTNCaHRtbCUzRDElM0Jmb250U2l6ZSUzRDE1JTNCJTIyJTIwZWRnZSUzRCUyMjElMjIlMjBzb3VyY2UlM0QlMjIxMSUyMiUyMHRhcmdldCUzRCUyMjEzJTIyJTIwcGFyZW50JTNEJTIyMSUyMiUzRSUzQ214R2VvbWV0cnklMjByZWxhdGl2ZSUzRCUyMjElMjIlMjBhcyUzRCUyMmdlb21ldHJ5JTIyJTJGJTNFJTNDJTJGbXhDZWxsJTNFJTNDbXhDZWxsJTIwaWQlM0QlMjIxMSUyMiUyMHZhbHVlJTNEJTIyRExOQSUyMiUyMHN0eWxlJTNEJTIycm91bmRlZCUzRDElM0J3aGl0ZVNwYWNlJTNEd3JhcCUzQmh0bWwlM0QxJTNCZm9udFNpemUlM0QxNSUzQmdsYXNzJTNEMCUzQnN0cm9rZVdpZHRoJTNEMSUzQnNoYWRvdyUzRDAlM0IlMjIlMjB2ZXJ0ZXglM0QlMjIxJTIyJTIwcGFyZW50JTNEJTIyMSUyMiUzRSUzQ214R2VvbWV0cnklMjB4JTNEJTIyNDAlMjIlMjB5JTNEJTIyMjQ5JTIyJTIwd2lkdGglM0QlMjIxMjAlMjIlMjBoZWlnaHQlM0QlMjI0MCUyMiUyMGFzJTNEJTIyZ2VvbWV0cnklMjIlMkYlM0UlM0MlMkZteENlbGwlM0UlM0NteENlbGwlMjBpZCUzRCUyMjEy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NvdXJjZSUzRCUyMjEzJTIyJTIwdGFyZ2V0JTNEJTIyOSUyMiUyMHBhcmVudCUzRCUyMjElMjIlM0UlM0NteEdlb21ldHJ5JTIwcmVsYXRpdmUlM0QlMjIxJTIyJTIwYXMlM0QlMjJnZW9tZXRyeSUyMiUyRiUzRSUzQyUyRm14Q2VsbCUzRSUzQ214Q2VsbCUyMGlkJTNEJTIyMTMlMjIlMjB2YWx1ZSUzRCUyMkZGTVBFRyUyMiUyMHN0eWxlJTNEJTIycm91bmRlZCUzRDElM0J3aGl0ZVNwYWNlJTNEd3JhcCUzQmh0bWwlM0QxJTNCZm9udFNpemUlM0QxNSUzQmdsYXNzJTNEMCUzQnN0cm9rZVdpZHRoJTNEMSUzQnNoYWRvdyUzRDAlM0IlMjIlMjB2ZXJ0ZXglM0QlMjIxJTIyJTIwcGFyZW50JTNEJTIyMSUyMiUzRSUzQ214R2VvbWV0cnklMjB4JTNEJTIyMjAxJTIyJTIweSUzRCUyMjMwNSUyMiUyMHdpZHRoJTNEJTIyMTIwJTIyJTIwaGVpZ2h0JTNEJTIyNDAlMjIlMjBhcyUzRCUyMmdlb21ldHJ5JTIyJTJGJTNFJTNDJTJGbXhDZWxsJTNFJTNDbXhDZWxsJTIwaWQlM0QlMjIxNCUyMiUyMHZhbHVlJTNEJTIyJTIyJTIwc3R5bGUlM0QlMjJlZGdlU3R5bGUlM0RvcnRob2dvbmFsRWRnZVN0eWxlJTNCcm91bmRlZCUzRDAlM0JvcnRob2dvbmFsTG9vcCUzRDElM0JqZXR0eVNpemUlM0RhdXRvJTNCaHRtbCUzRDElM0Jmb250U2l6ZSUzRDE1JTNCJTIyJTIwZWRnZSUzRCUyMjElMjIlMjBzb3VyY2UlM0QlMjIxNSUyMiUyMHRhcmdldCUzRCUyMjE3JTIyJTIwcGFyZW50JTNEJTIyMSUyMiUzRSUzQ214R2VvbWV0cnklMjByZWxhdGl2ZSUzRCUyMjElMjIlMjBhcyUzRCUyMmdlb21ldHJ5JTIyJTJGJTNFJTNDJTJGbXhDZWxsJTNFJTNDbXhDZWxsJTIwaWQlM0QlMjIxNSUyMiUyMHZhbHVlJTNEJTIyREV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OCUyMiUyMHklM0QlMjIxOTAlMjIlMjB3aWR0aCUzRCUyMjEyMCUyMiUyMGhlaWdodCUzRCUyMjQwJTIyJTIwYXMlM0QlMjJnZW9tZXRyeSUyMiUyRiUzRSUzQyUyRm14Q2VsbCUzRSUzQ214Q2VsbCUyMGlkJTNEJTIyMTYlMjIlMjB2YWx1ZSUzRCUyMiUyMiUyMHN0eWxlJTNEJTIyZWRnZVN0eWxlJTNEb3J0aG9nb25hbEVkZ2VTdHlsZSUzQnJvdW5kZWQlM0QwJTNCb3J0aG9nb25hbExvb3AlM0QxJTNCamV0dHlTaXplJTNEYXV0byUzQmh0bWwlM0QxJTNCZm9udFNpemUlM0QxNSUzQiUyMiUyMGVkZ2UlM0QlMjIxJTIyJTIwc291cmNlJTNEJTIyMTclMjIlMjB0YXJnZXQlM0QlMjIxOCUyMiUyMHBhcmVudCUzRCUyMjElMjIlM0UlM0NteEdlb21ldHJ5JTIwcmVsYXRpdmUlM0QlMjIxJTIyJTIwYXMlM0QlMjJnZW9tZXRyeSUyMiUyRiUzRSUzQyUyRm14Q2VsbCUzRSUzQ214Q2VsbCUyMGlkJTNEJTIyMTclMjIlMjB2YWx1ZSUzRCUyMkZyYW1lJTIwQnVmJTIyJTIwc3R5bGUlM0QlMjJyb3VuZGVkJTNEMSUzQndoaXRlU3BhY2UlM0R3cmFwJTNCaHRtbCUzRDElM0Jmb250U2l6ZSUzRDE1JTNCZ2xhc3MlM0QwJTNCc3Ryb2tlV2lkdGglM0QxJTNCc2hhZG93JTNEMCUzQiUyMiUyMHZlcnRleCUzRCUyMjElMjIlMjBwYXJlbnQlM0QlMjIxJTIyJTNFJTNDbXhHZW9tZXRyeSUyMHglM0QlMjI2NzglMjIlMjB5JTNEJTIyMTkwJTIyJTIwd2lkdGglM0QlMjIxMjAlMjIlMjBoZWlnaHQlM0QlMjI0MCUyMiUyMGFzJTNEJTIyZ2VvbWV0cnklMjIlMkYlM0UlM0MlMkZteENlbGwlM0UlM0NteENlbGwlMjBpZCUzRCUyMjE4JTIyJTIwdmFsdWUlM0QlMjJEaXNwbGF5JTIwRW5naW5lJTI2YW1wJTNCbmJzcCUzQiUyMiUyMHN0eWxlJTNEJTIycm91bmRlZCUzRDElM0J3aGl0ZVNwYWNlJTNEd3JhcCUzQmh0bWwlM0QxJTNCZm9udFNpemUlM0QxNSUzQmdsYXNzJTNEMCUzQnN0cm9rZVdpZHRoJTNEMSUzQnNoYWRvdyUzRDAlM0IlMjIlMjB2ZXJ0ZXglM0QlMjIxJTIyJTIwcGFyZW50JTNEJTIyMSUyMiUzRSUzQ214R2VvbWV0cnklMjB4JTNEJTIyODI3JTIyJTIweSUzRCUyMjE5MCUyMiUyMHdpZHRoJTNEJTIyMTIwJTIyJTIwaGVpZ2h0JTNEJTIyNDAlMjIlMjBhcyUzRCUyMmdlb21ldHJ5JTIyJTJGJTNFJTNDJTJGbXhDZWxsJTNFJTNDbXhDZWxsJTIwaWQlM0QlMjIxOSUyMiUyMHZhbHVlJTNEJTIyJTIyJTIwc3R5bGUlM0QlMjJlZGdlU3R5bGUlM0RvcnRob2dvbmFsRWRnZVN0eWxlJTNCcm91bmRlZCUzRDAlM0JvcnRob2dvbmFsTG9vcCUzRDElM0JqZXR0eVNpemUlM0RhdXRvJTNCaHRtbCUzRDElM0Jmb250U2l6ZSUzRDE1JTNCJTIyJTIwZWRnZSUzRCUyMjElMjIlMjBzb3VyY2UlM0QlMjIyMiUyMiUyMHRhcmdldCUzRCUyMjI0JTIyJTIwcGFyZW50JTNEJTIyMSUyMiUzRSUzQ214R2VvbWV0cnklMjByZWxhdGl2ZSUzRCUyMjElMjIlMjBhcyUzRCUyMmdlb21ldHJ5JTIyJTJGJTNFJTNDJTJGbXhDZWxsJTNFJTNDbXhDZWxsJTIwaWQlM0QlMjIyM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I5JTIyJTIwcGFyZW50JTNEJTIyMSUyMiUzRSUzQ214R2VvbWV0cnklMjByZWxhdGl2ZSUzRCUyMjElMjIlMjBhcyUzRCUyMmdlb21ldHJ5JTIyJTJGJTNFJTNDJTJGbXhDZWxsJTNFJTNDbXhDZWxsJTIwaWQlM0QlMjIyMS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MzJTIyJTIwcGFyZW50JTNEJTIyMSUyMiUzRSUzQ214R2VvbWV0cnklMjByZWxhdGl2ZSUzRCUyMjElMjIlMjBhcyUzRCUyMmdlb21ldHJ5JTIyJTJGJTNFJTNDJTJGbXhDZWxsJTNFJTNDbXhDZWxsJTIwaWQlM0QlMjIyMiUyMiUyMHZhbHVlJTNEJTIyVk9VKHZpZGVvJTIwdGltaW5nJTIwb3V0cG91dCklMjIlMjBzdHlsZSUzRCUyMnJvdW5kZWQlM0QxJTNCd2hpdGVTcGFjZSUzRHdyYXAlM0JodG1sJTNEMSUzQmZvbnRTaXplJTNEMTUlM0JnbGFzcyUzRDAlM0JzdHJva2VXaWR0aCUzRDElM0JzaGFkb3clM0QwJTNCJTIyJTIwdmVydGV4JTNEJTIyMSUyMiUyMHBhcmVudCUzRCUyMjElMjIlM0UlM0NteEdlb21ldHJ5JTIweCUzRCUyMjM0OSUyMiUyMHklM0QlMjI0NDAlMjIlMjB3aWR0aCUzRCUyMjEyMCUyMiUyMGhlaWdodCUzRCUyMjQwJTIyJTIwYXMlM0QlMjJnZW9tZXRyeSUyMiUyRiUzRSUzQyUyRm14Q2VsbCUzRSUzQ214Q2VsbCUyMGlkJTNEJTIyMjMlMjIlMjB2YWx1ZSUzRCUyMiUyMiUyMHN0eWxlJTNEJTIyZWRnZVN0eWxlJTNEb3J0aG9nb25hbEVkZ2VTdHlsZSUzQnJvdW5kZWQlM0QwJTNCb3J0aG9nb25hbExvb3AlM0QxJTNCamV0dHlTaXplJTNEYXV0byUzQmh0bWwlM0QxJTNCZm9udFNpemUlM0QxNSUzQiUyMiUyMGVkZ2UlM0QlMjIxJTIyJTIwc291cmNlJTNEJTIyMjQlMjIlMjB0YXJnZXQlM0QlMjIyNiUyMiUyMHBhcmVudCUzRCUyMjElMjIlM0UlM0NteEdlb21ldHJ5JTIwcmVsYXRpdmUlM0QlMjIxJTIyJTIwYXMlM0QlMjJnZW9tZXRyeSUyMiUyRiUzRSUzQyUyRm14Q2VsbCUzRSUzQ214Q2VsbCUyMGlkJTNEJTIyMjQlMjIlMjB2YWx1ZSUzRCUyMlRWJTIwRU5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MSUyMiUyMHklM0QlMjI0NDAlMjIlMjB3aWR0aCUzRCUyMjEyMCUyMiUyMGhlaWdodCUzRCUyMjQwJTIyJTIwYXMlM0QlMjJnZW9tZXRyeSUyMiUyRiUzRSUzQyUyRm14Q2VsbCUzRSUzQ214Q2VsbCUyMGlkJTNEJTIyMjUlMjIlMjB2YWx1ZSUzRCUyMiUyMiUyMHN0eWxlJTNEJTIyZWRnZVN0eWxlJTNEb3J0aG9nb25hbEVkZ2VTdHlsZSUzQnJvdW5kZWQlM0QwJTNCb3J0aG9nb25hbExvb3AlM0QxJTNCamV0dHlTaXplJTNEYXV0byUzQmh0bWwlM0QxJTNCZm9udFNpemUlM0QxNSUzQiUyMiUyMGVkZ2UlM0QlMjIxJTIyJTIwc291cmNlJTNEJTIyMjYlMjIlMjB0YXJnZXQlM0QlMjIyNyUyMiUyMHBhcmVudCUzRCUyMjElMjIlM0UlM0NteEdlb21ldHJ5JTIwcmVsYXRpdmUlM0QlMjIxJTIyJTIwYXMlM0QlMjJnZW9tZXRyeSUyMiUyRiUzRSUzQyUyRm14Q2VsbCUzRSUzQ214Q2VsbCUyMGlkJTNEJTIyMjYlMjIlMjB2YWx1ZSUzRCUyMlZJREVPJTIwREFDJTIyJTIwc3R5bGUlM0QlMjJyb3VuZGVkJTNEMSUzQndoaXRlU3BhY2UlM0R3cmFwJTNCaHRtbCUzRDElM0Jmb250U2l6ZSUzRDE1JTNCZ2xhc3MlM0QwJTNCc3Ryb2tlV2lkdGglM0QxJTNCc2hhZG93JTNEMCUzQiUyMiUyMHZlcnRleCUzRCUyMjElMjIlMjBwYXJlbnQlM0QlMjIxJTIyJTNFJTNDbXhHZW9tZXRyeSUyMHglM0QlMjI2NzUlMjIlMjB5JTNEJTIyNDQwJTIyJTIwd2lkdGglM0QlMjIxMjAlMjIlMjBoZWlnaHQlM0QlMjI0MCUyMiUyMGFzJTNEJTIyZ2VvbWV0cnklMjIlMkYlM0UlM0MlMkZteENlbGwlM0UlM0NteENlbGwlMjBpZCUzRCUyMjI3JTIyJTIwdmFsdWUlM0QlMjJDVkJTJTIwJUU4JUJFJTkzJUU1JTg3JUJBJTIyJTIwc3R5bGUlM0QlMjJyb3VuZGVkJTNEMSUzQndoaXRlU3BhY2UlM0R3cmFwJTNCaHRtbCUzRDElM0Jmb250U2l6ZSUzRDE1JTNCZ2xhc3MlM0QwJTNCc3Ryb2tlV2lkdGglM0QxJTNCc2hhZG93JTNEMCUzQiUyMiUyMHZlcnRleCUzRCUyMjElMjIlMjBwYXJlbnQlM0QlMjIxJTIyJTNFJTNDbXhHZW9tZXRyeSUyMHglM0QlMjI4NDElMjIlMjB5JTNEJTIyNDQwJTIyJTIwd2lkdGglM0QlMjIxMjAlMjIlMjBoZWlnaHQlM0QlMjI0MCUyMiUyMGFzJTNEJTIyZ2VvbWV0cnklMjIlMkYlM0UlM0MlMkZteENlbGwlM0UlM0NteENlbGwlMjBpZCUzRCUyMjI4JTIyJTIwdmFsdWUlM0QlMjJWR0ElMjAlRTglQkUlOTMlRTUlODclQkElMjIlMjBzdHlsZSUzRCUyMnJvdW5kZWQlM0QxJTNCd2hpdGVTcGFjZSUzRHdyYXAlM0JodG1sJTNEMSUzQmZvbnRTaXplJTNEMTUlM0JnbGFzcyUzRDAlM0JzdHJva2VXaWR0aCUzRDElM0JzaGFkb3clM0QwJTNCJTIyJTIwdmVydGV4JTNEJTIyMSUyMiUyMHBhcmVudCUzRCUyMjElMjIlM0UlM0NteEdlb21ldHJ5JTIweCUzRCUyMjg0MSUyMiUyMHklM0QlMjI1MTAlMjIlMjB3aWR0aCUzRCUyMjEyMCUyMiUyMGhlaWdodCUzRCUyMjQwJTIyJTIwYXMlM0QlMjJnZW9tZXRyeSUyMiUyRiUzRSUzQyUyRm14Q2VsbCUzRSUzQ214Q2VsbCUyMGlkJTNEJTIyMjklMjIlMjB2YWx1ZSUzRCUyMkhETUklMjAlRTglQkUlOTMlRTUlODclQkElMjIlMjBzdHlsZSUzRCUyMnJvdW5kZWQlM0QxJTNCd2hpdGVTcGFjZSUzRHdyYXAlM0JodG1sJTNEMSUzQmZvbnRTaXplJTNEMTUlM0JnbGFzcyUzRDAlM0JzdHJva2VXaWR0aCUzRDElM0JzaGFkb3clM0QwJTNCJTIyJTIwdmVydGV4JTNEJTIyMSUyMiUyMHBhcmVudCUzRCUyMjElMjIlM0UlM0NteEdlb21ldHJ5JTIweCUzRCUyMjUyMSUyMiUyMHklM0QlMjI1NjUlMjIlMjB3aWR0aCUzRCUyMjEyMCUyMiUyMGhlaWdodCUzRCUyMjQwJTIyJTIwYXMlM0QlMjJnZW9tZXRyeSUyMiUyRiUzRSUzQyUyRm14Q2VsbCUzRSUzQ214Q2VsbCUyMGlkJTNEJTIyMzAlMjIlMjB2YWx1ZSUzRCUyMiUyMiUyMHN0eWxlJTNEJTIyZWRnZVN0eWxlJTNEb3J0aG9nb25hbEVkZ2VTdHlsZSUzQnJvdW5kZWQlM0QwJTNCb3J0aG9nb25hbExvb3AlM0QxJTNCamV0dHlTaXplJTNEYXV0byUzQmh0bWwlM0QxJTNCZm9udFNpemUlM0QxNSUzQiUyMiUyMGVkZ2UlM0QlMjIxJTIyJTIwc291cmNlJTNEJTIyMzMlMjIlMjB0YXJnZXQlM0QlMjIzNCUyMiUyMHBhcmVudCUzRCUyMjElMjIlM0UlM0NteEdlb21ldHJ5JTIwcmVsYXRpdmUlM0QlMjIxJTIyJTIwYXMlM0QlMjJnZW9tZXRyeSUyMiUyRiUzRSUzQyUyRm14Q2VsbCUzRSUzQ214Q2VsbCUyMGlkJTNEJTIyMzE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NvdXJjZSUzRCUyMjMzJTIyJTIwdGFyZ2V0JTNEJTIyMzUlMjIlMjBwYXJlbnQlM0QlMjIxJTIyJTNFJTNDbXhHZW9tZXRyeSUyMHJlbGF0aXZlJTNEJTIyMSUyMiUyMGFzJTNEJTIyZ2VvbWV0cnklMjIlMkYlM0UlM0MlMkZteENlbGwlM0UlM0NteENlbGwlMjBpZCUzRCUyMjMyJTIyJTIwc3R5bGUlM0QlMjJlZGdlU3R5bGUlM0RvcnRob2dvbmFsRWRnZVN0eWxlJTNCcm91bmRlZCUzRDAlM0JvcnRob2dvbmFsTG9vcCUzRDElM0JqZXR0eVNpemUlM0RhdXRvJTNCaHRtbCUzRDElM0JlbnRyeVglM0QwJTNCZW50cnlZJTNEMC43NSUzQmVudHJ5RHglM0QwJTNCZW50cnlEeSUzRDAlM0Jmb250U2l6ZSUzRDE1JTNCJTIyJTIwZWRnZSUzRCUyMjElMjIlMjBzb3VyY2UlM0QlMjIzMyUyMiUyMHRhcmdldCUzRCUyMjM2JTIyJTIwcGFyZW50JTNEJTIyMSUyMiUzRSUzQ214R2VvbWV0cnklMjByZWxhdGl2ZSUzRCUyMjElMjIlMjBhcyUzRCUyMmdlb21ldHJ5JTIyJTJGJTNFJTNDJTJGbXhDZWxsJTNFJTNDbXhDZWxsJTIwaWQlM0QlMjIzMyUyMiUyMHZhbHVlJTNEJTIyJUU1JUIxJThGJTIyJTIwc3R5bGUlM0QlMjJyb3VuZGVkJTNEMSUzQndoaXRlU3BhY2UlM0R3cmFwJTNCaHRtbCUzRDElM0Jmb250U2l6ZSUzRDE1JTNCZ2xhc3MlM0QwJTNCc3Ryb2tlV2lkdGglM0QxJTNCc2hhZG93JTNEMCUzQiUyMiUyMHZlcnRleCUzRCUyMjElMjIlMjBwYXJlbnQlM0QlMjIxJTIyJTNFJTNDbXhHZW9tZXRyeSUyMHglM0QlMjI1MjElMjIlMjB5JTNEJTIyNjYwJTIyJTIwd2lkdGglM0QlMjIxMjAlMjIlMjBoZWlnaHQlM0QlMjI0MCUyMiUyMGFzJTNEJTIyZ2VvbWV0cnklMjIlMkYlM0UlM0MlMkZteENlbGwlM0UlM0NteENlbGwlMjBpZCUzRCUyMjM0JTIyJTIwdmFsdWUlM0QlMjJSR0IlMjAlRUYlQkMlODhMQ0QlMjAlRUYlQkMlODk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2NjAlMjIlMjB3aWR0aCUzRCUyMjEyMCUyMiUyMGhlaWdodCUzRCUyMjQwJTIyJTIwYXMlM0QlMjJnZW9tZXRyeSUyMiUyRiUzRSUzQyUyRm14Q2VsbCUzRSUzQ214Q2VsbCUyMGlkJTNEJTIyMzUlMjIlMjB2YWx1ZSUzRCUyMkxWRFM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MjAlMjIlMjB3aWR0aCUzRCUyMjEyMCUyMiUyMGhlaWdodCUzRCUyMjQwJTIyJTIwYXMlM0QlMjJnZW9tZXRyeSUyMiUyRiUzRSUzQyUyRm14Q2VsbCUzRSUzQ214Q2VsbCUyMGlkJTNEJTIyMzYlMjIlMjB2YWx1ZSUzRCUyMk1JUEk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ODAlMjIlMjB3aWR0aCUzRCUyMjEyMCUyMiUyMGhlaWdodCUzRCUyMjQwJTIyJTIwYXMlM0QlMjJnZW9tZXRyeSUyMiUyRiUzRSUzQyUyRm14Q2VsbCUzRSUzQ214Q2VsbCUyMGlkJTNEJTIyMzclMjIlMjB2YWx1ZSUzRCUyMiUyMiUyMHN0eWxlJTNEJTIyZWRnZVN0eWxlJTNEb3J0aG9nb25hbEVkZ2VTdHlsZSUzQnJvdW5kZWQlM0QwJTNCb3J0aG9nb25hbExvb3AlM0QxJTNCamV0dHlTaXplJTNEYXV0byUzQmh0bWwlM0QxJTNCJTIyJTIwZWRnZSUzRCUyMjElMjIlMjBzb3VyY2UlM0QlMjIzOCUyMiUyMHRhcmdldCUzRCUyMjIyJTIyJTIwcGFyZW50JTNEJTIyMSUyMiUzRSUzQ214R2VvbWV0cnklMjByZWxhdGl2ZSUzRCUyMjElMjIlMjBhcyUzRCUyMmdlb21ldHJ5JTIyJTJGJTNFJTNDJTJGbXhDZWxsJTNFJTNDbXhDZWxsJTIwaWQlM0QlMjIzOCUyMiUyMHZhbHVlJTNEJTIyVklERU8lMjBQT1NUJTIyJTIwc3R5bGUlM0QlMjJyb3VuZGVkJTNEMSUzQndoaXRlU3BhY2UlM0R3cmFwJTNCaHRtbCUzRDElM0Jmb250U2l6ZSUzRDE1JTNCZ2xhc3MlM0QwJTNCc3Ryb2tlV2lkdGglM0QxJTNCc2hhZG93JTNEMCUzQiUyMiUyMHZlcnRleCUzRCUyMjElMjIlMjBwYXJlbnQlM0QlMjIxJTIyJTNFJTNDbXhHZW9tZXRyeSUyMHglM0QlMjIyMDElMjIlMjB5JTNEJTIyNDQwJTIyJTIwd2lkdGglM0QlMjIxMjAlMjIlMjBoZWlnaHQlM0QlMjI0MCUyMiUyMGFzJTNEJTIyZ2VvbWV0cnklMjIlMkYlM0UlM0MlMkZteENlbGwlM0UlM0NteENlbGwlMjBpZCUzRCUyMjM5JTIyJTIwdmFsdWUlM0QlMjIlMjIlMjBzdHlsZSUzRCUyMmVkZ2VTdHlsZSUzRG9ydGhvZ29uYWxFZGdlU3R5bGUlM0Jyb3VuZGVkJTNEMCUzQm9ydGhvZ29uYWxMb29wJTNEMSUzQmpldHR5U2l6ZSUzRGF1dG8lM0JodG1sJTNEMSUzQiUyMiUyMGVkZ2UlM0QlMjIxJTIyJTIwc291cmNlJTNEJTIyNDAlMjIlMjB0YXJnZXQlM0QlMjIzOCUyMiUyMHBhcmVudCUzRCUyMjElMjIlM0UlM0NteEdlb21ldHJ5JTIwcmVsYXRpdmUlM0QlMjIxJTIyJTIwYXMlM0QlMjJnZW9tZXRyeSUyMiUyRiUzRSUzQyUyRm14Q2VsbCUzRSUzQ214Q2VsbCUyMGlkJTNEJTIyNDAlMjIlMjB2YWx1ZSUzRCUyMkRpc3BsYXklMjBFbmdpbmUlMjZhbXAlM0JuYnNwJTNCJTIyJTIwc3R5bGUlM0QlMjJyb3VuZGVkJTNEMSUzQndoaXRlU3BhY2UlM0R3cmFwJTNCaHRtbCUzRDElM0Jmb250U2l6ZSUzRDE1JTNCZ2xhc3MlM0QwJTNCc3Ryb2tlV2lkdGglM0QxJTNCc2hhZG93JTNEMCUzQiUyMiUyMHZlcnRleCUzRCUyMjElMjIlMjBwYXJlbnQlM0QlMjIxJTIyJTNFJTNDbXhHZW9tZXRyeSUyMHglM0QlMjI0MCUyMiUyMHklM0QlMjI0NDAlMjIlMjB3aWR0aCUzRCUyMjEyMCUyMiUyMGhlaWdodCUzRCUyMjQwJTIyJTIwYXMlM0QlMjJnZW9tZXRyeSUyMiUyRiUzRSUzQyUyRm14Q2VsbCUzRSUzQyUyRnJvb3QlM0UlM0MlMkZteEdyYXBoTW9kZWwlM0WbyWYxAAAgAElEQVR4XuzdCZiWZb0/8J9omJp2SEu0TuZxy5OipKYHTckFMRNccAPRFjUT09zSVNyOC1ZqVhhonVQERTADNXEHJdJccLcyS6rjcvTopUaUKfyv3/M/M9fM8M7M+868M/O+M5/7urgs5n7u5XPfzyPn5NffCqERIECAAAECBAgQIECAAAECBAgQIECAAAECBAgQIECAAAECBAgQIECAAAECBAgQIECAAAECBAgQIECAAAECBAgQ6EaBFbpxLlMRIECAAAECBAgQIECAAAECBAgQIECAAAECBAgQIECAAAECBAgQIECAAAECBAgQIECAAAECBAgQIECAAAECBAgQCAFXl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QEXN0BAgQIECBAgAABAgQIECBAgAABAgQIECBAgAABAgQIECBAgAABAgQIECBAgAABAgQIECBAgAABAgQIECBAgACBbhUQcO1WbpMRIECAAAECBAgQIECAAAECBAgQIECAAAECBAgQIECAAAECBAgQIECAAAECBAgQIECAAAECBAgQIECAAAECBAgIuLoDBAgQIECAAAECBAgQIECAAAECBAgQIECAAAECBAgQIECAAAECBAgQIECAAAECBAgQIECAAAECBAgQIECAAAEC3Sog4Nqt3CYjQIAAAQIECBAgQIAAAQIECBAgQIAAAQIECBAgQIAAAQIECBAgQIAAAQIECBAgQIAAAQIECBAgQIAAAQIECBAQcHUHCBAgQIAAAQIECBAgQIAAAQIECBAgQIAAAQIECBAgQIAAAQIECBAgQIAAAQIECBAgQIAAAQIECBAgQIAAAQIEulVAwLVbuU1GgAABAgQIECBAgAABAgQIECBAgAABAgQIECBAgAABAgQIECBAgAABAgQIECBAgAABAgQIECBAgAABAgQIECAg4OoOECBAgAABAgQIECBAgAABAgQIECBAgAABAgQIECBAgAABAgQIECBAgAABAgQIECBAgAABAgQIECBAgAABAgQIdKuAgGu3cpuMAAECBAgQIECAAAECBAgQIECAAAECBAgQIECAAAECBAgQIECAAAECBAgQIECAAAECBAgQIECAAAECBAgQIEBAwNUdIECAAAECBAgQIECAAAECBAgQIECAAAECBAgQIECAAAECBAgQIECAAAECBAgQIECAAAECBAgQIECAAAECBAgQ6FYBAddu5TYZAQIECBAgQIAAAQIECBAgQIAAAQIECBAgQIAAAQIECBAgQIAAAQIECBAgQIAAAQIECBAgQIAAAQIECBAgQICAgKs7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9LWA6xYRMSQiPh0Rm0TExyNirYhYNSL6moXbT4AAAQK9Q2BZRPwtIl6LiD9FxG8j4tGIWBARj/eOLdoFAQIECBAgQIAAAQIECBAgQIAAAQIECBAgQIAAAQIECBAgQIAAAQIECBAgQIAAAQIECBAgQIBAbxPoC6HO/4iIgyJiZESs19sO0H4IECBAgEAbAosiYlZEXB8RvyJFgAABAgQIECBAgAABAgQIECBAgAABAgQIECBAgAABAgQIECBAgAABAgQIECBAgAABAgQIECBAoFYEenPA9YCIOCYiPlsr2NZBgAABAgR6UOD+iPhhRNzQg2swNQECBAgQIECAAAECBAgQIECAAAECBAgQIECAAAECBAgQIECAAAECBAgQIECAAAECBAgQIECAAIFCoDcGXHeOiLMFW91wAgQIECBQUiCDrvn3yXv4ECBAgAABAgQIECBAgAABAgQIECBAgAABAgQIECBAgAABAgQIECBAgAABAgQIECBAgAABAgQIEOgpgd4WcL0sIo5tDXPVVVeNXXfdNYYMGRJbbLFFbLDBBjFw4MD4wAc+ECus0NsoeupKmZcAAQIEulNg2bJl8de//jVefvnleP755+Pxxx+PBQsWxF133RV/+9vf2lrK9yPiuO5cq7kIECBAgAABAgQIECBAgAABAgQIECBAgAABAgQIECBAgAABAgQIECBAgAABAgQIECBAgAABAgQINAj0llTnFhHxk4jYqtTRjhgxIsaOHRv77befIKu7T4AAAQJ9QiCDrzfeeGNMmTIlZs+e3dqeH4mIr0TE430CxSYJECBAgAABAgQIECBAgAABAgQIECBAgAABAgQIECBAgAABAgQIECBAgAABAgQIECBAgAABAgRqRqA3BFy/EBHXR8RqLVVHjx4dJ510UgwePLhmwC2EAAECBAh0t8DChQvju9/9bkybNq3U1Isj4qCIuKW712U+AgQIECBAgAABAgQIECBAgAABAgQIECBAgAABAgQIECBAgAABAgQIECBAgAABAgQIECBAgACBvitQ7wHXAyJiesvj22yzzeI73/lODB8+vO+erJ0TIECAAIEWAnPmzImTTz45nnrqqVI2B0bEDdAIECBAgAABAgQIECBAgAABAgQIECBAgAABAgQIECBAgAABAgQIECBAgAABAgQIECBAgAABAgQIdIdAPQdcs3LrzS2RjjjiiJg8eXKssEI9b607jt4cBAgQINAXBZYtWxZf/epX48orryy1/b1Ucu2Lt8KeCRAgQIAAAQIECBAgQIAAAQIECBAgQIAAAQIECBAgQIAAAQIECBAgQIAAAQIECBAgQIAAAQLdL1CvKdAtIuKXEbFaU7IJEybEKaec0v2KZiRAgAABAnUmcNFFF8Wpp57actWLI2L7iHi8zrZjuQQIECBAgAABAgQIECBAgAABAgQIECBAgAABAgQIECBAgAABAgQIECBAgAABAgQIECBAgAABAnUmUK8B14cjYqum1j/84Q9j3LhxdcZvuQQIECBAoOcEJk6cGMccc0zLBTwSEVv33KrMTIAAAQIECBAgQIAAAQIECBAgQIAAAQIECBAgQIAAAQIECBAgQIAAAQIECBAgQIAAAQIECBAg0BcE6jHgellEHNv0cFRu7QtX1R4JECBAoCsEWqnk+v2IOK4r5jMmAQIECBAgQIAAAQIECBAgQIAAAQIECBAgQIAAAQIECBAgQIAAAQIECBAgQIAAAQIECBAgQIAAgRSot4DrzhFxd9OjO+KII+KKK65wmgQIECBAgEAHBY488si48sorWz69S0Tc08EhPUaAAAECBAgQIECAAAECBAgQIECAAAECBAgQIECAAAECBAgQIECAAAECBAgQIECAAAECBAgQIECgTYF6C7jeFxGfbdjRZpttFk888USssEK9bcOtJECAAAECtSOwbNmyGDRoUDz11FNNF3V/ROxYO6u0EgIECBAgQIAAAQIECBAgQIAAAQIECBAgQIAAAQIECBAgQIAAAQIECBAgQIAAAQIECBAgQIAAgd4kUE/J0AMiYnpT/Ntuuy2GDx/em87DXggQIECAQI8IzJkzJ/bYY4+Wcx8YETf0yIJMSoAAAQIECBAgQIAAAQIECBAgQIAAAQIECBAgQIAAAQIECBAgQIAAAQIECBAgQIAAAQIECBAg0KsF6ing2qx66+jRo2Pq1Km9+nBsjgABAgQIdKfAmDFjYtq0aU2nVMW1Ow/AXAQIECBAgAABAgQIECBAgAABAgQIECBAgAABAgQIECBAgAABAgQIECBAgAABAgQIECBAgACBPiRQLwHX/4iIBU3P5dFHH43Bgwf3oaOyVQIECBAg0LUCCxcujE9/+tMtJxkSEb/q2pmNToAAAQIECBAgQIAAAQIECBAgQIAAAQIECBAgQIAAAQIECBAgQIAAAQIECBAgQIAAAQIECBAg0NcE6iXgellEHNtwOCNGjIhZs2b1tbOyXwIECBAg0OUCI0eOjNmzZzed5/sRcVyXT2wCAgQIECBAgAABAgQIECBAgAABAgQIECBAgAABAgQIECBAgAABAgQIECBAgAABAgQIECBAgACBPiVQLwHXFyJivYaTmTFjRowaNapPHZTNEiBAgACB7hCYOXNm7L///k2nWhQRn+iOuc1BgAABAgQIECBAgAABAgQIECBAgAABAgQIECBAgAABAgQIECBAgAABAgQIECBAgAABAgQIECDQdwTqIeC6RUQ81nAkq666avz1r3+NFVaoh6X3nYtkpwQIECDQOwSWLVsWH/jAB+Jvf/tb0w1tGRGP944d2gUBAgQIECBAgAABAgQIECBAgAABAgQIECBAgAABAgQIECBAgAABAgQIECBAgAABAgQIECBAgEAtCNRDSvRrEXF5A9aIESNi1qxZtWBnDQQIECBAoFcKjBw5MmbPnt10b0dHxI965WZtigABAgQIECBAgAABAgQIECBAgAABAgQIECBAgAABAgQIECBAgAABAgQIECBAgAABAgQIECBAoEcE6iHgemVEHN6gM2HChDjllFN6BMukBAgQIECgLwhcdNFFceqppzbd6o8j4oi+sHd7JECAAAECBAgQIECAAAECBAgQIECAAAECBAgQIECAAAECBAgQIECAAAECBAgQIECAAAECBAgQ6B6Begi43hcRn23guO2222L48OHdo2MWAgQIECDQBwXmzJkTe+yxR9Od3x8RO/ZBClsmQIAAAQIECBAgQIAAAQIECBAgQIAAAQIECBAgQIAAAQIECBAgQIAAAQIECBAgQIAAAQIECBDoIoF6CLi+EBHrNez/d7/7XWy00UZdxGFYAgQIECBA4LnnnouNN964KcSiiPgEGQIECBAgQIAAAQIECBAgQIAAAQIECBAgQIAAAQIECBAgQIAAAQIECBAgQIAAAQIECBAgQIAAAQLVEqiHgOtfI2K1hg2/9dZbsfrqq1dr/8YhQIAAAQIEWgi8/fbbscYaazT93cUR8QFQBAgQIECAAAECBAgQIECAAAECBAgQIECAAAECBAgQIECAAAECBAgQIECAAAECBAgQIECAAAECBKolUA8B16UR0bjOpUuXxgor1MOyq3VExiFAgAABAt0rsGzZsujXr1/TSZdFRLPf6N4VmY0AAQIECBAgQIAAAQIECBAgQIAAAQIECBAgQIAAAQIECBAgQIAAAQIECBAgQIAAAQIECBAgQKC3CdRDUjRDNY0tQzcaAQIECBAg0LUCJf5lEvXwZ4auRTE6AQIECBAgQIAAAQIECBAgQIAAAQIECBAgQIAAAQIECBAgQIAAAQIECBAgQIAAAQIECBAgQIBA1QTqIawi4Fq14zYQAQIECBAoT0DAtTwnvQgQIECAAAECBAgQIECAAAECBAgQIECAAAECBAgQIECAAAECBAgQIECAAAECBAgQIECAAAECBDomIODaMTdPESBAgACBXi0g4Nqrj9fmCBAgQIAAAQIECBAgQIAAAQIECBAgQIAAAQIECBAgQIAAAQIECBAgQIAAAQIECBAgQIAAAQI9LiDg2uNHYAEECBAgQKD2BARca+9MrIgAAQIECBAgQIAAAQIECBAgQIAAAQIECBAgQIAAAQIECBAgQIAAAQIECBAgQIAAAQIECBAg0JsEBFx702naCwECBAgQqJKAgGuVIA1DgAABAgQIECBAgAABAgQIECBAgAABAgQIECBAgAABAgQIECBAgAABAgQIECBAgAABAgQIECBQUkDA1cUgQIAAAQIElhMQcHUpCBAgQIAAAQIECBAgQIAAAQIECBAgQIAAAQIECBAgQIAAAQIECBAgQIAAAQIECBAgQIAAAQIEulJAwLUrdY1NgAABAgTqVEDAtU4PzrIJECBAgAABAgQIECBAgAABAgQIECBAgAABAgQIECBAgAABAgQIECBAgAABAgQIECBAgAABAnUiIOBaJwdlmQQIECBAoDsFBFy7U9tcBAgQIECAAAECBAgQIECAAAECBAgQIECAAAECBAgQIECAAAECBAgQIECAAAECBAgQIECAAIG+JyDg2vfO3I4JECBAgEC7AgKu7RLpQIAAAQIECBAgQIAAAQIECBAgQIAAAQIECBAgQIAAAQIECBAgQIAAAQIECBAgQIAAAQIECBAg0AkBAddO4HmUAAECBAj0VgEB1956svZFgAABAgQIECBAgAABAgQIECBAgAABAgQIECBAgAABAgQIECBAgAABAgQIECBAgAABAgQIEKgNAQHX2jgHqyBAgAABAjUlIOBaU8dhMQQIECBAgAABAgQIECBAgAABAgQIECBAgAABAgQIECBAgAABAgQIECBAgAABAgQIECBAgACBXicg4NrrjtSGCBAgQIBA5wUEXDtvaAQCBAgQIECAAAECBAgQIECAAAECBAgQIECAAAECBAgQIECAAAECBAgQIECAAAECBAgQIECAAIHWBQRc3Q4CBAgQIEBgOQEBV5eCAAECBAgQIECAAAECBAgQIECAAAECBAgQIECAAAECBAgQIECAAAECBAgQIECAAAECBAgQIECgKwUEXLtS19gECBAgQKBOBQRc6/TgLJsAAQIECBAgQIAAAQIECBAgQIAAAQIECBAgQIAAAQIECBAgQIAAAQIECBAgQIAAAQIECBAgUCcCAq51clCWSYAAAQIEulNAwLU7tc1FgAABAgQIECBAgAABAgQIECBAgAABAgQIECBAgAABAgQIECBAgAABAgQIECBAgAABAgQIEOh7AgKufe/M7ZgAAQIECLQrIODaLpEOBAgQIECAAAECBAgQIECAAAECBAgQIECAAAECBAgQIECAAAECBAgQIECAAAECBAgQIECAAAECnRAQcO0EnkcJECBAgEBvFRBw7a0na18ECBAgQIAAAQIECBAgQIAAAQIECBAgQIAAAQIECBAgQIAAAQIECBAgQIAAAQIECBAgQIAAgdoQEHCtjXOwCgIECBAgUFMCAq41dRwWQ4AAAQIECBAgQIAAAQIECBAgQIAAAQIECBAgQIAAAQIECBAgQIAAAQIECBAgQIAAAQIECBDodQICrr3uSG2IAAECBAh0XkDAtfOGRiBAgAABAgQIECBAgAABAgQIECBAgAABAgQIECBAgAABAgQIECBAgAABAgQIECBAgAABAgQIEGhdQMDV7SBAgAABAgSWExBwdSkIECBAgAABAgQIECBAgAABAgQIECBAgAABAgQIECBAgAABAgQIECBAgAABAgQIECBAgAABAgS6UkDAtSt1jU2AAAECBOpUQMC1Tg/OsgkQIECAAAECBAgQIECAAAECBAgQIECAAAECBAgQIECAAAECBAgQIECAAAECBAgQIECAAAECdSIg4FonB2WZBAgQIECgOwUEXLtT21wECBAgQIAAAQIECBAgQIAAAQIECBAgQIAAAQIECBAgQIAAAQIECBAgQIAAAQIECBAgQIAAgb4nIODa987cjgkQIECAQLsCAq7tEulAgAABAgQIECBAgAABAgQIECBAgAABAgQIECBAgAABAgQIECBAgAABAgQIECBAgAABAgQIECDQCQEB107geZQAAQIECPRWAQHX3nqy9kWAAAECBAgQIECAAAECBAgQIECAAAECBAgQIECAAAECBAgQIECAAAECBAgQIECAAAECBAgQqA0BAdfaOAerIECAAAECNSUg4FpTx2ExBAgQIECAAAECBAgQIECAAAECBAgQIECAAAECBAgQIECAAAECBAgQIECAAAECBAgQIECAAIFeJyDg2uuO1IYIECBAgEDnBQRcO29oBAIECBAgQIAAAQIECBAgQIAAAQIECBAgQIAAAQIECBAgQIAAAQIECBAgQIAAAQIECBAgQIAAgdYFBFzdDgIECBAgQGA5AQFXl4IAAQIECBAgQIAAAQIECBAgQIAAAQIECBAgQIAAAQIECBAgQIAAAQIECBAgQIAAAQIECBAgQKArBQRcu1LX2AQIECBAoE4FBFzr9OAsmwABAgQIECBAgAABAgQIECBAgAABAgQIECBAgAABAgQIECBAgAABAgQIECBAgAABAgQIECBQJwICrnVyUJZJgAABAgS6U0DAtTu1zUWAAAECBAgQIECAAAECBAgQIECAAAECBAgQIECAAAECBAgQIECAAAECBAgQIECAAAECBAgQ6HsCAq5978ztmAABAgQItCsg4NoukQ4ECBAgQIAAAQIECBAgQIAAAQIECBAgQIAAAQIECBAgQIAAAQIECBAgQIAAAQIECBAgQIAAAQKdEBBw7QSeRwkQIECAQG8VEHDtrSdrXwQIECBAgAABAgQIECBAgAABAgQIECBAgAABAgQIECBAgAABAgQIECBAgAABAgQIECBAgACB2hAQcK2Nc7AKAgQIECBQUwICrjV1HBZDgAABAgQIECBAgAABAgQIECBAgAABAgQIECBAgAABAgQIECBAgAABAgQIECBAgAABAgQIEOh1AgKuve5IbYgAAQIECHReQMC184ZGIECAAAECBAgQIECAAAECBAgQIECAAAECBAgQIECAAAECBAgQIECAAAECBAgQIECAAAECBAgQaF1AwNXtIECAAAECBJYTENdPJgwAACAASURBVHB1KQgQIECAAAECBAgQIECAAAECBAgQIECAAAECBAgQIECAAAECBAgQIECAAAECBAgQIECAAAECBLpSQMC1K3WNTYAAAQIE6lRAwLVOD86yCRAgQIAAAQIECBAgQIAAAQIECBAgQIAAAQIECBAgQIAAAQIECBAgQIAAAQIECBAgQIAAAQJ1IiDgWicHlcv8z//8zzjzzDObrfjcc8+N8ePH19EuLLUWBZYsWRLHH398TJ48uXF5d9xxR+y22261uNxOrcl71Ck+D/chAQHXPnTYtkqAAAECBAgQIECAAAECBAgQIECAAAECBAgQIECAAAECBAgQIECAAAECBAgQIECAAAECBAgQ6AEBAdceQO/olIJ5HZXrfc8tXrw4pk6dGjvvvHNsuOGGnd7gH//4xzj44IPjwQcfLMYaOnRoMf66667b6bFrbQDvUa2dSN9ez9KlS+Oee+6Jv/3tbzFixIiawhBwranjsBgCBAgQIECAAAECBAgQIECAAAECBAgQIECAAAECBAgQIECAAAECBAgQIECAAAECBAgQIECAQK8TEHCtoyMVzKujw+qipTaE4U477bR45513Yvr06bHJJpt0erbZs2fHyJEjG8fJaq4TJkyI/v37d3rsWhvAe1RrJ9J31/PCCy/EWWedFddcc01ce+21MWbMmJrCEHCtqeOwGAIECBAgQIAAAQIECBAgQIAAAQIECBAgQIAAAQIECBAgQIAAAQIECBAgQIAAAQIECBAgQIBArxMQcK2jIxXMq6PD6oKl/vnPf44zzjijCMNl22KLLaoScH3vvfdi/PjxceGFFzauuhbDdtUi9R5VS9I4HRVYsmRJTJo0Kc4777x4/fXXi2Fq8Z0TcO3oCXuOAAECBAgQIECAAAECBAgQIECAAAECBAgQIECAAAECBAgQIECAAAECBAgQIECAAAECBAgQIECgHAEB13KUaqSPYF6NHEQPLOONN96IsWPHxq233to4e7UCrq+99lox9pw5c4qxN9poo5g5c2YMGjSoB3ba9VN6j7re2AxtC2SYPKswN20Crm4NAQIECBAgQIAAAQIECBAgQIAAAQIECBAgQIAAAQIECBAgQIAAAQIECBAgQIAAAQIECBAgQIBAXxMQcK2jExfMq6PDqvJS//d//zfGjBkTt99+e+PI1Qq4PvLII7HXXnvFSy+9VIw9atSo+PGPfxwf/OAHq7yL2hjOe1Qb59CXV1HqDgq49uUbYe8ECBAgQIAAAQIECBAgQIAAAQIECBAgQIAAAQIECBAgQIAAAQIECBAgQIAAAQIECBAgQIAAgb4pIODaN8/drutMoCsDrpMnT46jjjqqUSTDd6effnqssEI9fB7q7CAtl0BECLi6BgQIECBAgAABAgQIECBAgAABAgQIECBAgAABAgQIECBAgAABAgQIECBAgAABAgQIECBAgAABAgQi6iHBtqzpQS1b1uy/OkMCfUKgqwKuS5YsieOPPz4y5NrQ7rjjjthtt936hKtNEugJAQHXnlA3JwECBAgQIECAAAECBAgQIECAAAECBAgQIECAAAECBAgQIECAAAECBAgQIECAAAECBAgQIECAQK0JCLjW2olYD4ESAl0VcF20aFGMHj06FixYUMw6ZMiQmDZtWqy33nrOgQCBLhIQcO0iWMMSIECAAAECBAgQIECAAAECBAgQIECAAAECBAgQIECAAAECBAgQIECAAAECBAgQIECAAAECBAjUlYCAa10dl8X2VYGuCrjeeeedMWzYsEbWr371q3HppZfGKqus0lep7ZtAlwsIuHY5sQkIECBAgAABAgQIECBAgAABAgQIECBAgAABAgQIECBAgAABAgQIECBAgAABAgQIECBAgAABAgTqQEDAtQ4OyRIJdEXAddmyZXH++efH+PHjG4EnTZoUGXLVCBDoOgEB166zNTIBAgQIECBAgAABAgQIECBAgAABAgQIECBAgAABAgQIECBAgAABAgQIECBAgAABAgQIECBAgED9CAi41s9ZWWkfFuiKgOubb74Zhx9+eMycObOQXWeddeLmm2+Orbbaqg9L2zqBrhcQcO16YzMQIECAAAECBAgQIECAAAECBAgQIECAAAECBAgQIECAAAECBAgQIECAAAECBAgQIECAAAECBAjUvoCAayfPaPHixfHYY4/FAw88EA8//HC88MILxX9u2jbZZJPYcMMNY+utt44hQ4bEdtttF2ussUbFM5cKRZ177rnNKnC2HPSXv/xl7LDDDs1++9prr40xY8YUv7dkyZK47bbb4vrrr4+77747Xn/99cj1/sd//EeMGjUqPvvZz5a91nfeeaewuP322wuDp59+OhYtWlTM86EPfSi22GKLwmCnnXaqaNy2oJYuXRp//vOfI/eZcy9cuDCee+65xnnz2dVXXz223HLL2GCDDQqL/LXRRhtFv379Kj6Dlg807Hnu3Lnxq1/9Kp599tn47W9/29gtz3rgwIGNe958882jf//+7c5bKtDa7kP/16Hp+bb1zCOPPBJ77bVXvPTSS0W34cOHx5QpU2KttdYq+VjL+7f77rvH1KlTY80112zs/+677xZnMHv27Jg3b15xJm+//XbjGeTZjxgxIgYPHhwrrbRSm1v6n//5n7jrrruK0G2O2eCa9zOfz7Xvuuuu8ZGPfKRcmqJfLb9HPX2fGyCzuu8rr7wSea/zff7Nb37T7LuW/nkO+T3LM8j/XI33qTu/py0vTYN93rn58+cvt+fc43rrrVcEwIcOHRrbbLNNDBgwoKy7V+rOlfNgVlO+9NJLY5VVVimne9X7rLDCcn9EqIc/M1TdwYAECBAgQIAAAQIECBAgQIAAAQIECBAgQIAAAQIECBAgQIAAAQIECBAgQIAAAQIECBAgQIAAAQJdI1APYZVlTbeewauebrmGDHxl8OjGG28sQqGVtAx7jh07Nr7xjW/EJz7xibIfrXYwL4OgJ5xwQtxyyy2triHXesUVV8R+++3Xap8MSP70pz8t+jUEWtvbVI571FFHFQYf/vCH2+u+3M8zCJeVR3/0ox/Fgw8+WPHzGdw97rjj4gtf+EKsvPLKFT+fAdSrrroqfvCDH5S955wkA3JHHnlkHHHEEW3uuzsCrpMnTy7OoKGNHz8+zjrrrFhxxRVLerQVcM134r777osLL7ywCES219I9x8vgccuWZ5t36bzzzmv33cp7dMYZZxSmq622WnvTFj+vxfeop+9zA1wGlDOY/L3vfa/N70JL6HyfzjzzzNh5550rDrr21Pe0YQ//+Mc/iiD1RRddFPfff39Zdyg7ZXB+n332Kb6hgwYNihJh0MaxBFzLZtWRAAECBAgQIECAAAECBAgQIECAAAECBAgQIECAAAECBAgQIECAAAECBAgQIECAAAECBAgQIECgDwkIuFZ42Blm/fa3vx2XX355UZmyMy3DeZdccklRTbW9apY5TzWDeZ/5zGfimGOOiTvuuKPNLWTV1enTpxcVGlu2DIZNmzYtTjrppHaDiK1NkuNmkHHfffctKxiXYbh77703Tj311HjooYc6w188mwG1DCpn8LTcltVpjz322E7N396+uzrgmpV7jz/++MiQa0PLu7Dbbru1ytBawHXVVVeNiy++uHgvKnkn0jwDylk5tiEcmMHxDB63dy9bLnL//fcvwsZrr712u8dYS+9RLdznBrA//OEPxbt80003tWvYWocvf/nLcf755xdVi8tpPfk9zfW9+uqrxbfkv/7rv8pZbsk+GXT9+te/XoyT/7lUE3DtMK8HCRAgQIAAAQIECBAgQIAAAQIECBAgQIAAAQIECBAgQIAAAQIECBAgQIAAAQIECBAgQIAAAQIEerGAgGsFh5vVSceNGxe33nprBU+13TUDUZMmTYqDDz64zQqAOUq1gnkZKnz00UfjyiuvbHcfrVX1zIqTp59+elx22WXtjtFehzTIkOlhhx3WZtA3q0teffXVRTCzkiBle/OPHDmyCHqWE47M6pa5znIr1bY1d1tn39UB11z/6NGjY8GCBcUShwwZUoSV2wr6lgq4ZqXVtLvgggvaYy7580033TSuv/76ogLms88+G1/60pc6VJE3Bz/xxBOLcGV7FXlr5T2qhfvccChZfTer4P72t7/t0Dk2fWjPPfeMiRMnthsa7+nv6SuvvBJf/epXY9asWZ3ecw5w9NFHFyHvUpWEBVyrQmwQAgQIECBAgAABAgQIECBAgAABAgQIECBAgAABAgQIECBAgAABAgQIECBAgAABAgQIECBAgACBXiYg4Frmgb711ltFlb5rrrmm5BM77bRT7LDDDrHVVlvFgAEDGvs8//zzRZj07rvvbjU8tv3228e1114bn/jEJ9pcTbWCeeuss0689NJLjXNtvvnmkRUwt9tuu+L3skJphnj/9Kc/xc9//vPIaq9NW4Zbv/nNbxZVbEu1rEybIbc02WCDDYouL774YmSIbsaMGSWrvWbYc+bMmTFs2LBWDbKq56hRo0qGWzOYOXTo0GKtWR11xRVXLMbJtT7++ONx//33xy9/+ctWg7Hf+973iqqsDZVESy3i5ZdfjsMPP7xkwDnnHDFiRDF3w57fe++94swbPLNaZcvWNODZ9GdLly6NN998M/Kv2d5444046qijinvU0PLcfvKTn8S//du/NRs2K6qussoqbd6lO++8s5l1Bv0yZNzWcy3v36677hpbb711TJgwodlcef4ZmM2z6N+/f2RY96677oqFCxeWXFO6Zzg1/9oybNjwXuX9yFDz/PnzI0PGpVr2yeqju+yyS128Rz19nxuQ2gttb7vttkWV3W222aYIb/7zn/8szvKWW24p3qtS7dBDDy0q6q6xxholf97T39MMF+e9zQB/y9bw/Ro8eHBsttlm8b73va/xG/bYY4/F7NmzW/2WZ+A7vxEtvyN//etfIyteN7Ss3N0yFJ7PZiXrpi0re6dhW9+lNi97J39YYt56+DNDJ3ftcQIECBAgQIAAAQIECBAgQIAAAQIECBAgQIAAAQIECBAgQIAAAQIECBAgQIAAAQIECBAgQIAAge4SqIewyrKmGMuWNfuv3eKUc/74xz8uKhy2bPvss0+ce+658alPfarNEFIGqu69996i6ulDDz203Dg5/le+8pU291OtgGvTSU499dQ47bTTIsOBTVsGK5955pkirNk09JgW1113XRG2bFlFNcfI/WXAa8011yy5lwy2ZdXX73znO8s9/7nPfS6mTJkSH/3oR5d79r//+79j7NixhWHTlmG0rNqZPytVObFp3wz15twZzG259gxrZng5w7+lWu77+9//fnzjG99o9uMMtF588cWx++67t1l99tVXXy2qO373u99dbvjWquQ27ViqousWW2wR06dPL0K1lbTcS5o1DfdlFeEMubbV2qtCmes45ZRTYr/99lsu2Jj3KcO5J598chE4btrSfODAgY0B2LxHWQ3zuOOOW+48cu1//OMf44wzzijuYcuW1X0zuJjB2tZaLbxHPX2fG2zaqmKaYfO8IxlW7tev33Kceab5LctwcobHW7bWwp618D19+OGHi7B800rMee/yfua9ay2Ym3vMoGoG9fMOtqzk3N53pMGo1B3Mf8nBmDFjKnmVu7yvgGuXE5uAAAECBAgQIECAAAECBAgQIECAAAECBAgQIECAAAECBAgQIECAAAECBAgQIECAAAECBAgQINCnBQRcyzj+DEZmRcKsQtm0HXTQQUXo8cMf/nAZo/z/LlkV9Ytf/OJyQc2OVNDM8TJcW6oKYcOCMniWlWVLtQwRZuiyvWBo02dfeOGFOOSQQ5YLtGW4MUOSWXGzvWqDGYybNm1aEWJsGTRtrZJqVirN4GzTloG0q6++Ovbee+9252x4Lue+8sori4Buy7Fuu+22yGq6pVpWU835s8psQ8tgZobSdt5557LOP4Nx6X3mmWc2658BwvTIKrSttWoGXFvuJfdx8803F9WH22ptBVwzDJnh4U9+8pNtjnHPPfcU96dpBeGmD6RBVrfM4Hhb96i1YGZW8Z06dWqsu+66ra6j2gHXjrxHPX2fE6e10Hb+LKtVZwi6ZfC9FGqGdceNG7dc9d3WKlPXwvc0qxWfcMIJzbaT9yID/1k1tb2WdhnYzr8vtLzLWYU4qzlX+i4JuLan7ucECBAgQIAAAQIECBAgQIAAAQIECBAgQIAAAQIECBAgQIAAAQIECBAgQIAAAQIECBAgQIAAAQK9TUDAtYwTnT17dowcObJZz0033TSuv/76GDRoUBkjNO9SKtyWFUAzmNda5dMcoZrBvI6sP0NdGQzLio1NW6VBz3w2K9qeddZZccEFFzQbK4ON6TNgwIDG3y8VLs0fZuXZc845p6xAWtNJWgvYtRUw++1vfxsHHnhgs+qjWTV24sSJZYUAG+bP6qMHH3xwPPjgg832PW/evNhxxx1bvUvVDLg+8cQTRfXK5557rphv+PDhReXctdZaq8273FrAtZK7tHjx4jjmmGPiqquuKjlXriOrWLYXks6HM2CY96VpSLqcsG5Pv0e1cJ/Tr7W7eMQRRxTveSXB97xTGfh/9tlnm53rjTfeGPvuu2+z3+vp7+mSJUsiK/1Onjy5cV0bbbRREV6v5HuegfVvfvObxb/koGnL71r+ausO13EF14r/fucBAgQIECBAgAABAgQIECBAoOYE6uF/E6g5NAsiQIAAAQIECBAgQIAAAQIECBAgQIAAAQIECBAgQIAAAQIECBDoGoF6+IdZljXdeoYsu7O99957RYXUCy+8sNm0+XsZYlpxxRUrXs4jjzwSe+21V7PKf+VU8axmMK+cirEtN/baa69FhjrnzJnT7EcdDZo+/fTTsf/++zcLxZUKKLYMZObkGaqcMWNGfOpTn6rY/5133ikqNWaIr2nLyqEZfCvVSlXCzYquWbV01VVXLXsNeZ+yguv9998fm2++eWy44Yax2WabxcYbb9xtFVwzSJ1VVBvat771rSI83d5dbi3gevHFFxdu5YRSc84MFrasoJu/Xyrc3Bbsiy++WIRh586d26zb/PnzW63Emx17+j2qhfucDi3vQcN71ZHgft7rDJunbdOW92LChAnRv3//4rdr4XtaKiye7+INN9zQbgXilvfxzjvvjFNOOSWygnWOkd+l9ddfv/jPbb1PAq5lfzJ1JECAAAECBAgQIECAAAECBKovUA//m0D1d21EAgQIECBAgAABAgQIECBAgAABAgQIECBAgAABAgQIECBAgACBmhSoh3+YpccDrk8++WQ888wz8fzzz8ejjz4aixYtiosuuih22223Dh1qqWqgW2yxRUyfPr0ISrXWqhnMmzRpUmTItZKWIc899tijWcXMjlQ+bJgzKymedNJJRcB16623Lvb+yU9+sgiHrbHGGo1Ly2DtwoUL46mnnorf//73Rf/11luvqJy4+uqrV7KFxr6VWrYWSuxIGLAjC65WBddS4d5Zs2bFiBEj2l1WKbNyKqa2HLhUWDj7tBUwLrW4rNw6bty4ovps09ZWJd7sV+nZ5zOtrbkj71Et3OdSVUxzn+WGnUudRxodd9xxkd+EwYMHF+HzDHDnf+/Xr1/xSAZce/p72tq9ueKKKyJD6+UGtdt9YdroIODaGT3PEiBAgAABAgQIECBAgAABAp0UqIf/TaCTW/Q4AQIECBAgQIAAAQIECBAgQIAAAQIECBAgQIAAAQIECBAgQIBAvQjUwz/M0qMB1644yFoIuM6bNy923HHHiraXFU9POOGEZs9kRdeJEyd2OGha0QKq2LnSkGNr1UKHDRtWVPfNQF9XBuOqFXBtuY9ygtUN7KXM9txzzyJgOmDAgLJPp1QF43y4vcqrLSdoLaTZnQHXjrxHZUNV0LHS+5wh/dGjR8eCBQuazXLHHXd0OLhfwXKr2rXS72lrVWQzNH/eeecVVaVXXnnlqq6x5WACrl3Ka3ACBAgQIECAAAECBAgQIECgbYF6+N8EnCEBAgQIECBAgAABAgQIECBAgAABAgQIECBAgAABAgQIECBAgEAfEaiHf5ilVwRcM4yXVWDvvvvu+NnPfhYPPvhgsytWTtCw0hBbTlCq8mRWSL3hhhuKaqnltr///e9x4oknxuWXX97skQsuuKCo+ljrbenSpfHyyy/Hww8/HDNnzoxbb701Xn/99WbLPvfcc2P8+PElt1Kq8mnTjl/4whcif+2+++7xsY99LFZaaaWqklQr4HrnnXdGhnIbWiUB5VL3L6sAZ/B5lVVWKXu/lQYSWxu4pwOuHXmPykZqp2Nn7/MDDzxQ3IOsZtrQttpqq8iKxFl1tdZbZ7+ns2fPjpEjR5bcZp5rhlzzXc7/XMndLtetjgOu9fBnhnKPQT8CBAgQIECAAAECBAgQINBXBJr9/9cjwv9931dO3j4JECBAgAABAgQIECBAgAABAgQIECBAgAABAgQIECBAgAABAnUgUA//MEvdBFwzdPbmm28WQcq//OUv8dRTT8UTTzwRjz/+eCxcuLDN69CdAdchQ4bEtGnTIisWltveeOONyDBkBkObtgzEHXjggeUO0+X9Mvj21ltvxe9///vIKpUZKs5Q60MPPbRcoLXlYtoKuGbfHGfUqFHFuG21dB06dGgMHz68qJI7cODA6NevX6f2Xo2A67Jly+L8889vFuK95JJL4vjjjy9rbR0JWJcauFTANb2mTp0a6667bllryU49HXDtyHtU9ub+r2NX3efp06fHQQcd1Gw5HanGW+l+Kunfld/T/J5lOHvGjBltLmn11VeP7bffvgi77rrrrrHxxhtH//79K9lGyb4Crp0mNAABAgQIECBAgAABAgQIECBQvoCAa/lWehIgQIAAAQIECBAgQIAAAQIECBAgQIAAAQIECBAgQIAAAQIECHSzgIBrB8Hffffd+N3vfldUZF2wYEFkaK+9EGtbU3VnwDXDWhkmXHPNNcve/YsvvhhjxoyJuXPnNntm/vz5RQCsJ1qG1NJ+3rx5Rfg0g8Qtq7JWsq72Aq7vvfdeXHbZZXH22Wc3q3zZ3hybbLJJEZDbZ599YptttonVVlutvUeW+3k1Aq4Zvj788MOLCrbZ1llnnfj5z38en/nMZ8paT1cGXDtyJ3s64NqRNbcF3Z33efLkyXHUUUc1W05HqvGWdXHK6NQT39Osbv2Vr3yl+HaX2z70oQ/FLrvsEnvvvXfsvPPOsfbaa8cKK1T+t1EB13LF9SNAgAABAgQIECBAgAABAgSqICDgWgVEQxAgQIAAAQIECBAgQIAAAQIECBAgQIAAAQIECBAgQIAAAQIECHSNQOXJnK5ZR1uj1lQF18WLF8c111wTP/rRj+LJJ5+smkatB1xLVd3MzXd3wDWrkGZV3Kw8etNNN1UUNG3vsNoLuObzGcTLcPAJJ5zQoTBtVoTMgNyRRx5ZVHldZZVV2ltW8fNqBFzTLSvQPvfcc8WYWWF2ypQpsdZaa5W1hlKhvKuvvjoOPfTQsp5v6FTqLnUkLNobAq49dZ9LnWVPBFx78nua9/HRRx+NY489NjLs2pG27bbbxiGHHBIHHHBAfOQjHyl7CAHXsql0JECAAAECBAgQIECAAAECBDovIODaeUMjECBAgAABAgQIECBAgAABAgQIECBAgAABAgQIECBAgAABAgQIdJGAgGuZsBlEu/fee+PUU0+Nhx56qMynmnfLSp77779/bLnllnHOOec0C8gKuLZPmtVZv/3tb8fll1/eoWBrQ7j0wAMPLCq+Xnzxxc0mLSfg2vDACy+8ENk/q6G+/fbb7S++RI/NN9+8qAab1SD79evX5hjVCLhmMDfDeA3tW9/6VmTQbsUVVyxr/dUK5Qm4/n/unrzPPR1wrYXvacOlz5DtFVdcUVRnXrRoUVnvQstOWdl13LhxcfLJJ0d+Z9pr1XqX2punsz8vUZ22Hv7M0Nlte54AAQIECBAgQIAAAQIECPQ2AQHX3nai9kOAAAECBAgQIECAAAECBAgQIECAAAECBAgQIECAAAECBAgQ6EUC9RBW6fEKrhnGuu666+Koo44qO8yYgadtttkmtttuu+LXoEGDYuDAgUWQsVTAT8C17bfqlVdeiawwOWvWrLJfv8GDB0e67rDDDrHVVltFBowbKqaWCphVEnBtWMQbb7wRt99+e0yfPj3uvvvusu9H001MmDAhTjzxxFhppZVa3VtnA67vvPNOEc6+9NJLG+dIyxEjRpTtWa1QnoBrRE/f554MuNbK97Tlxc935Ne//nXccMMNMXv27A6FXUeOHBmTJ0+Otddeu833qlrvUtkvbwc7Crh2EM5jBAgQIECAAAECBAgQIECgtgQEXGvrPKyGAAECBAgQIECAAAECBAgQIECAAAECBAgQIECAAAECBAgQIECgiYCAaxnXYd68eXHYYYe1GnjaaaedYpdddokhQ4YUIcp/+Zd/iQ984AOtjlyPAdesbDh69OhYsGBBs33Nnz8/tt9++zIUO94lKyx+85vfLCq3lmrrrbdeDB06NIYNGxb//u//Hvnfs4piW4HRagVcm64n1/nYY4/FnDlz4tZbb42FCxeWtelc66RJk+Lggw+OEoGyYozOBlxffPHFGDNmTMydO7cYr5xAdcvFVyuU19cDrrVwnzPofMIJJzQ74gyQ5+83hMDLurwd6FQr39O2lv7uu+/G888/H/fcc08Rdv3lL39Zdnj96KOPLipNr7baaq1OUa13qQP8FT0i4FoRl84ECBAgQIAAAQIECBAgQKBWBQRca/VkrIsAAQIECBAgQIAAAQIECBAgQIAAAQIECBAgQIAAAQIECBAgQCAEXNu5BFmhM4NfM2bMWK7nkUceGaeffnp8/OMfr+gq/eY3v4kDDjggnnzyycbnygkcdiSUmcGsrGDatO2+++4xderUWHPNNcted6mAZT58/fXXx4EHHlj2OB3pmJVGx44du1zALMPEeRJqrwAAIABJREFUF154YXz+85+PlVdeueyhs4LkOeecU/xq2jpSwbWtSd9888146qmnipBcBl4ffPDBVrvvuuuucc0118Q666xTsk9nA655D/bYY49Gw/ScOHFiEQQut1UrlNfXA661cJ/z/T/kkEOaHf2ee+4ZU6ZMiQEDBpR7JSruV0vf00oWn9VdM/B63333FQH2tqo15zt10003Ff/Sg9Zatd6lSvbQkb4Crh1R8wwBAgQIECBAgAABAgQIEKg5AQHXmjsSCyJAgAABAgQIECBAgAABAgQIECBAgAABAgQIECBAgAABAgQIEGgQEHBt5y5kkGmfffZZLlyZYcisKlpJsLJhqlKh01oPuC5ZsiSOP/74mDx5cjOxSy65pPj9jrYHHnggjjnmmPjXf/3X+PSnPx3rrrtuDBo0KLbccst43/veF1ntMn9+1VVXNZsivTKMt/nmm1c8dWt7qXbAtenCMlT7yiuvFGueMGFCvP7668utO4OPI0aMKLmfzgZcW1bs7Mi5VSuU15cDrrVyn0t9g7IC9bRp04oKyB1pf//734tvYoa6N91001h//fWLv+a7+rGPfawYspa+px3ZY8MzeY5ZDTlD8g899NByQ+U3Md/z/v37l5ymWu9SZ/ZQzrMCruUo6UOAAAECBAgQIECAAAECBGpeQMC15o/IAgkQIECAAAECBAgQIECAAAECBAgQIECAAAECBAgQIECAAAECfVdAwLWds88KoaeddlqzXttuu21cd911RYCrIy0rdR522GHNHq31gGsutpTF4YcfHpdddlmsuuqqHaEoqpa2tGgaDvv9738fBx10UDzyyCPNxr/44ouLYG2JAFa763j11Vdj9OjRcddddzXr25UB16YTzZs3r9jzokWLms1/wQUXxLe+9a2S6+9MwPXtt9+OcePGFeHabFlh8rbbbovtt9++XaumHaoVyuvLAddauc+trSPv5o477ljRvWjoXOq9yorEN998c2y11VZFt1r6nnZoky0eytB6VvjOcHrT1l413Gq9S9XYQ1tjCLh2tbDxCRAgQIAAAQIECBAgQIBAtwgIuHYLs0kIECBAgAABAgQIECBAgAABAgQIECBAgAABAgQIECBAgAABAgQ6IiDg2oZaViQ88cQT4/LLL2/WqzOhzn/84x9FlcPvf//7zcash4DrnXfeGcOGDWu27qzQOGPGjPjUpz5V8f1rrZLqpEmTitBYtqzwmnNmSLNp60wQ79e//nXsvffe8dJLLzUbs7WA67vvvht/+ctf4umnny5+LVy4MN54440i2LvJJptUbd9tBWw7E3DNNe+///7x7LPPFmsdOnRoTJ06taiWW0mrViivLwdca+E+55m3DD033IPx48fHWWedFSuuuGIlV6Pom1Vh99hjj2bvatO7Vgvf06yknNWTn3nmmXjyySeL9zn/+rWvfS0OPvjgivecD+S7dMghhzR7dvfddy9+f8011yw5ZrXepQ4tuIKHBFwrwNKVAAECBAgQIECAAAECBAjUroCAa+2ejZURIECAAAECBAgQIECAAAECBAgQIECAAAECBAgQIECAAAECBPq8gIBrG1egtQBmhi8vvfTSWGWVVSq+QA8//HCMGjVqueqd9RBwffHFF2PMmDExd+7cZvvOyqMZ2q00FPfEE08U1Vkbgpc56EYbbRQzZ86MQYMGFXNkaG6HHXZYznn+/PkVVyDNQTJgfPrpp0dWgG3ZWguYvvbaazF27NiYM2dOs0duvPHG2HfffSu+A++9915kkDCrWTZtXRVwbRnAa1oht5LFVyuU15cDrrVwnxvOfPLkyXHUUUc1uwLlfIdK3ZkMgWcwNr8FTVtWJM57k9+GWvieZsD1/PPPL96/pu3YY4+Nb3/727HyyitX8koUfUsF/wVcK2b0AAECBAgQIECAAAECBAgQINB1AgKuXWdrZAIECBAgQIAAAQIECBAgQIAAAQIECBAgQIAAAQIECBAgQIAAgU4KCLi2AfjOO+/EqaeeWoRZm7bhw4fHlClTYq211qqI/5VXXikqk86aNWu558oJlpUKGLYVisxJSgXq2gtftbapDGZmCOy0005r1mW99daLq6++OnbaaaeyPRYvXlyEYltWx/3iF78YP/zhD2O11VYrxnrkkUdir732Wq7a6rXXXluEbStpGW677rrrilBfy4qwOU5rlq0FUvfZZ5/IkOCHP/zhSpZR7OXQQw+Nu+66q9lz119/fRx44IElx+poBddSd7gjdrkoAdfmQeuOvEe1cJ8bLlipoHH+7Oijjy7e84Z3sJzLnRWVDzvssGbB/dVXXz1uuumm2GWXXYohauV7WiqQmt+wDIJvv/325Wy3sU9+G84555zi3Wja0jBD9O9///tLjletd6mixXagswquHUDzCAECBAgQIECAAAECBAgQqD0BAdfaOxMrIkCAAAECBAgQIECAAAECBAgQIECAAAECBAgQIECAAAECBAgQ+D8BAdd2rkKpKof5SAZcM2BZIgBUcsSXX365CHTmc6XaOuusEzfffHNstdVWra6opwOuubDWQnHbbrttTJw4sc31N2wsqz1m+CvDw01bBuKyeuuwYcMaf7u1qrF77rln/PjHP46BAweW9TIvXbo0suLqySefvFz13IYB2qpsevfdd0cGWlsGY88+++ziXMut5tva3tMvw7frr79+yf2UCrhmxwwW7rjjjq0atPRrWSG3LLz/61StUF5fruBaK/c5j7S1wHr+rJJ7nRWYv/SlL8WDDz7Y7DpliPsHP/hBrLHGGo2/Xwvf09YC5vlNyW9Yhl3LbaWCvflse9WdS71LWQE3f5X795Ry19iZfgKundHzLAECBAgQIECAAAECBAgQqBkBAdeaOQoLIUCAAAECBAgQIECAAAECBAgQIECAAAECBAgQIECAAAECBAgQaCkg4NrOnXjsscdi7733Xi4UmSGo73znO7HffvtFv379Wh1lyZIlRdjpvPPOK8KhbbX58+e3WUGwFgKubVVBTZMzzzyzqELaWvXHDJelRcvKrelyzDHHFJUjm4ZFs+rj+PHji99v2caOHVv8flsh11zvH//4x6LK4jXXXNOmf1bXzWq9pcKqb731Vnz9618vOcbBBx9crPGTn/xkm+G0V199tVjvd7/73eXWccEFFxRB2RVXXLHkGt988804/PDDiwBw05YVb3PM1qrIZgXfPfbYozGYO2rUqCIY/MEPfrDir6GAa+cruNbKfW44/LaqSrd3rzOsffvtt8eJJ5643LettYqotfA9zW9CvgNHHnnkcu9AVtI+//zzY9ddd42VV1651XfkH//4R8yYMSPOOOOM5f7eMGLEiLjyyivjIx/5SKvP53fmhBNOaPbznDsDwJ/5zGdqJuQq4FrxZ9IDBAgQIECAAAECBAgQIECgFgUEXGvxVKyJAAECBAgQIECAAAECBAgQIECAAAECBAgQIECAAAECBAgQIECgEBBwbeciZJDp9NNPLyqOlmpf+MIX4oADDoitt966MdCUYchnnnkmMrCaVTkXLVrU7NFNNtkkVl111Vi4cGGz32+vGmctBFxzwYsXL44MZOavUi3DbZ///Odjhx12iHXXXbfokuHeOXPmRFZCbVkFNX8+cuTIIty19tprLzfkww8/HBnMbOmYHXOuQw45pAikbbrpprHSSitFVmt94YUX4tFHH41bbrml+NWyDRkypAi+ZuC2oWWA9LLLLivOplRrax3ZP6uw5jqyCu+AAQOKIf75z3/GE088UdyFjuy9YR0ZjMyKtxmMa9k+9KEPRYbj3ve+9xU/OvroowvPbC2DdJdccklkpdqONAHXzgdc071W7nPDHfjVr34VX/va1+Lxxx8veS122WWXoqry4MGDizuW738Gp3/2s5+VDO1nJeZJkyZFBmRbBiRr5Xv6xhtvRAbaM6Ta1jcs3+UNNtigscvzzz8fjzzySPziF79o9Xt09dVXx0477dTmKzZ79uzGd7Rlx+22266x6m2GXfPvP+9///s78sp2+hkB104TGoAAAQIECBAgQIAAAQIECNSCgIBrLZyCNRAgQIAAAQIECBAgQIAAAQIECBAgQIAAAQIECBAgQIAAAQIECJQUEHAt42JksDIrZc6dO7eM3m13yUBsVn696aab4rTTTmvWOYNRhx56aKsD1ErANRfYXsi1Eqjtt98+fvKTn0QGf0u1rLg4ceLEwqtUOLaSuTIMeu6558bQoUPjsMMOK8JqDS3DqdOmTWu1GmquY/r06TFu3Lh4/fXXK5m21b4Ziv3pT39ahHPba2mUIdz2Wu4vK8qmVa51ypQpxSMZPLztttvarBLc1tgCrtUJuNbKfW561u2FXNu7cw0/zzuWdy9D1Bk2L9Vq5XuaofuvfOUrRVi3Gq2tYG/L8Z9++unYf//949lnn21z6t133z2mTp0aa665ZjWWWPEYAq4Vk3mAAAECBAgQIECAAAECBAjUooCAay2eijURIECAAAECBAgQIECAAAECBAgQIECAAAECBAgQIECAAAECBAgUAgKuZV6E5557Lo455pi44447ynyiebcMVp5xxhlx5JFHxmqrrRalKvhlKGzChAnRv3//knPUUsA1F5jVGDMQetJJJ3U48PnlL385zj///Bg4cGCbru+++25RFbIzIdcMF59zzjlFJcqsspth0ZkzZzbOu84668TNN99cVGBtrWU48fbbb49vfOMbJatXVnI59tlnn6LCalahLae98sorRdXJWbNmtdk9++S4f/rTn+LAAw9srMyZod4MyzVU1S1nzqZ9BFyrE3BN01q5z03P9w9/+EPxLmf4viMtA+rnnXde7LvvvtGvX782h6iF72kuMMO2+d3t6J4bNpl7/973vhcZSC0RCl3OIs8/q4JnVea2WlZmzlB9a+H/jpxTJc8IuFaipS8BAgQIECBAgAABAgQIEKhZAQHXmj0aCyNAgAABAgQIECBAgAABAgQIECBAgAABAgQIECBAgAABAgQIEBBwreAOZNXODCVl0LLcCp4ZXsxQ65e+9KXIAGVDe+KJJ2LUqFGRQa+GltU8r7vuulh//fVLrqrWAq4Ni8wg5eWXXx5XXnll2S6f/exn45RTTomsmrryyiuXdQoZLr333nvj7LPPjvvvv7+sZ7JTBlszkLrTTjs1VpV87733ikqTF154YbNx8nwz8NZeSO3VV18t9nvFFVcUIblKWu495/7c5z7XapXL1sbL+3LCCSfELbfc0uqUDVUfszLlyJEjG/u1F6Bubw8CrtULuKZ1Ld3nhrPP0Ppdd90VF110UdnvWIb3jzjiiDj66KPj4x//eHvXqPHnPf09bbrnfJ8uu+yysvfc8Gx+34877riiEuwaa6xR9t6zY1bBzn+hQc7bVmXq+fPnd7jqckULKtFZwLWzgp4nQIAAAQIECBAgQIAAAQI1ISDgWhPHYBEECBAgQIAAAQIECBAgQIAAAQIECBAgQIAAAQIECBAgQIAAAQKlBARcO3AvsvpnBix/8YtfxJNPPhmPPfZYY0ApK+1tuOGGkWHVDBpuueWWJSuyZrgpK8JeddVVzVaQgcmsLFoqYFmrAdeGDaTLAw88EHPnzi3++vjjjzcGXjMIltUIM9Q5bNiw2HjjjSsOdzbMs3Tp0qJ6alZSnTdvXjz77LON1VRXX331wnyDDTYo/LNq6dprr13S8+67746soto0XJbrmzJlSnz0ox8t62a88847xR1YsGBB8euFF14o9t7Qmq5nt912iwy3fuxjH2s3QNvW5BlCvO+++4rquWm8cOHCZt3TOX927bXXNgvw5n8fM2ZMWfsq1UnAtboB11q8z03XlGHqfJfzV75vTe/ZdtttF5/+9Kfj85//fAwZMiQGDBjQ4XvVU9/TlgvO78qf//znyGB4/srvStNvWPbP6s/5Lcuw/I477hiDBg3q8Hcsx8uQ829+85vifc1vWdO/lzSsr7PvbYcPJku8r7DcHxHq4c8MndmyZwkQIECAAAECBAgQIECAQG8UEHDtjadqTwQIECBAgAABAgQIECBAgAABAgQIECBAgAABAgQIECBAgACBXiJQD2GVZv8ATgaCNAIE2hZ47bXXYuzYsTFnzpyi40YbbRQzZ84sAnkaAQIEyhEQcC1HSR8CBAgQIECAAAECBAgQIFDzAgKuNX9EFkiAAAECBAgQIECAAAECBAgQIECAAAECBAgQIECAAAECBAgQ6LsCAq599+ztnAABAgQItCog4OpyECBAgAABAgQIECBAgACBXiEg4NorjtEmCBAgQIAAAQIECBAgQIAAAQIECBAgQIAAAQIECBAgQIAAAQK9U0DAtXeeq10RIECAAIFOCQi4dorPwwQIECBAgAABAgQIECBAoFYEBFxr5SSsgwABAgQIECBAgAABAgQIECBAgAABAgQIECBAgAABAgQIECBAYDkBAVeXggABAgQIEFj+DwgrLPdHhHr4M4OTJECAAAECBAgQIECAAAECBJoLCLi6EQQIECBAgAABAgQIECBAgAABAgQIECBAgAABAgQIECBAgAABAjUrUA9hlWb/AM6yZS3/eZyatbUwAgQIECBQtwIquNbt0Vk4AQIECBAgQIAAAQIECBBoKiDg6j4QIECAAAECBAgQIECAAAECBAgQIECAAAECBAgQIECAAAECBAjUrICAa80ejYURIECAAIGeExBw7Tl7MxMgQIAAAQIECBAgQIAAgSoKCLhWEdNQBAgQIECAAAECBAgQIECAAAECBAgQIECAAAECBAgQIECAAAEC1RUQcK2up9EIECBAgECvEBBw7RXHaBMECBAgQIAAAQIECBAgQEDA1R0gQIAAAQIECBAgQIAAAQIECBAgQIAAAQIECBAgQIAAAQIECBCoWQEB15o9GgsjQIAAAQI9JyDg2nP2ZiZAgAABAgQIECBAgAABAlUUEHCtIqahCBAgQIAAAQIECBAgQIAAAQIECBAgQIAAAQIECBAgQIAAAQIEqisg4FpdT6MRIECAAIFeISDg2iuO0SYIECBAgAABAgQIECBAgICAqztAgAABAgQIECBAgAABAgQIECBAgAABAgQIECBAgAABAgQIECBQswICrjV7NBZGgAABAgR6TkDAtefszUyAAAECBAgQIECAAAECBKooIOBaRUxDESBAgAABAgQIECBAgAABAgQIECBAgAABAgQIECBAgAABAgQIVFdAwLW6nkYjQIAAAQK9QkDAtVcco00QIECAAAECBAgQIECAAAEBV3eAAAECBAgQIECAAAECBAgQIECAAAECBAgQIECAAAECBAgQIECgZgUEXGv2aCyMAAECBAj0nICAa8/Zm5kAAQIECBAgQIAAAQIECFRRQMC1ipiGIkCAAAECBAgQIECAAAECBAgQIECAAAECBAgQIECAAAECBAgQqK6AgGt1PY1GgAABAgR6hYCAa684RpsgQIAAAQIECBAgQIAAAQICru4AAQIECBAgQIAAAQIECBAgQIAAAQIECBAgQIAAAQIECBAgQIBAzQoIuNbs0VgYAQIECBDoOQEB156zNzMBAgQIECBAgAABAgQIEKiigIBrFTENRYAAAQIECBAgQIAAAQIECBAgQIAAAQIECBAgQIAAAQIECBAgUF0BAdfqehqNAAECBAj0CgEB115xjDZBgAABAgQIECBAgAABAgQEXN0BAgQIECBAgAABAgQIECBAgAABAgQIECBAgAABAgQIECBAgACBmhUQcK3Zo7EwAgQIECDQcwICrj1nb2YCBAgQIECAAAECBAgQIFBFAQHXKmIaigABAgQIECBAgAABAgQIECBAgAABAgQIECBAgAABAgQIECBAoLoCAq7V9TQaAQIECBDoFQICrr3iGG2CAAECBAgQIECAAAECBAgIuLoDBAgQIECAAAECBAgQIECAAAECBAgQIECAAAECBAgQIECAAAECNSsg4FqzR2NhBAgQIECg5wQEXHvO3swECBAgQIAAAQIECBAgQKCKAgKuVcQ0FAECBAgQIECAAAECBAgQIECAAAECBAgQIECAAAECBAgQIECAQHUFBFyr62k0AgQIECDQKwQEXHvFMdoEAQIECBAgQIAAAQIECBAQcHUH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PD/2LsTaEmq8nDgH+ASh0URF4wR4XDYFBkGjAgqQlwYjjqIbAoiGjYFBFkE1AhChAOoERBQGIkoMMimzqhhVEwE4sQFwUGMEUIETY5LTIgyjJr45/3PbX1Dz3v95nV1VXXfqv71ORwTpvrWd3/fncf3btVXRYAAAQIECBAgQIAAAQIECBAgQIAAAQIECBDIVkCDa7apERgBAgQIEBidgAbX0dk7MwECBAgQIECAAAECBAgQqFBAg2uFmIYiQIAAAQIECBAgQIAAAQIECBAgQIAAAQIECBAgQIAAAQIECBCoVkCDa7WeRiNAgAABAq0Q0ODaijSaBAECBAgQIECAAAECBAgQ0OBqDRAgQIAAAQIECBAgQIAAAQIECBAgQIAAAQIECBAgQIAAAQIECGQroME129QIjAABAgQIjE5Ag+vo7J2ZAAECBAgQIECAAAECBAhUKKDBtUJMQxEgQIAAAQIECBAgQIAAAQIECBAgQIAAAQIECBAgQIAAAQIECFQroMG1Wk+jESBAgACBVghocG1FGk2CAAECBAgQ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JNaHB9JCJWxfnII49Ej6abalWMRoAAAQIExlhgYmIi1l577W6BdDPsav9ijHlMnQABAgQIECBAgAABAgQINElAg2uTsiVWAgQIECBAgAABAgQIECBAgAABAgQIECBAgAABAgQIECBAgMCYCTShwXVFRKw7mZdf//rXsf76649ZmkyXAAECBAgMT+Chhx6KDTbYoPuED0fEesOLwJkIECBAgAABAgQIECBAgACBigQ0uFYEaRgCBAgQIECAAAECBAgQIECAAAECBAgQIECAAAECBAgQIECAAIHqBZrQ4Hp/RDx7cur33HNPbLHFFtVLGJEAAQIECBDoCNx7772x5ZZbdms8EBGb4iFAgAABAgQIECBAgAABAgQaJ6DBtXEpEzABAgQIECBAgAABAgQIECBAgAABAgQIECBAgAABAgQIECBAYHwEmtDgemtEvGQyJTfddFPMnz9/fDJkpgQIECBAYMgCS5cujT333LP7rLdFxK5DDsPpCBAgQIAAAQIECBAgQIAAgfICGlzLGxqBAAECBAgQIECAAAECBAgQIECAAAECBAgQIECAAAECBAgQIECgJoEmNLgujIjDJud/zjnnxCmnnFITh2EJECBAgACBc889N0499dRuiI9HxOFkCBAgQIAAAQIECBAgQIAAgcYJaHBtXMoETIAAAQIECBAgQIAAAQIECBAgQIAAAQIECBAgQIAAAQIECBAYH4EmNLi+LSIumUzJggULYvHixeOTITMlQIAAAQJDFthrr71iyZIl3Wc9KiI+OuQwnI4AAQIECBAgQIAAAQIECBAoL6DBtbyhEQgQIECAAAECBAgQIECAAAECBAgQIECAAAECBAgQIECAAAECBGoSaEKD69yI+O7k/OfMmRMrVqyItdZqQug1Zc2wBAgQIECgJoGJiYlYb731YuXKld1n2D4iltd0SsMSIECAAAECBAgQIECAAAEC9QlocK3P1sgECBAgQIAAAQIECBAgQIAAAQIECBAgQIAAAQIECBAgQIAAAQIlBZrSJXp/RDx7cq7XX3997LslCDRVAAAgAElEQVTvviWn7usECBAgQIDAVIEbbrgh9ttvv+5//UBEbEqKAAECBAgQIECAAAECBAgQaKSABtdGpk3QBAgQIECAAAECBAgQIECAAAECBAgQIECAAAECBAgQIECAAIHxEGhKg+sFEXHsZEoWLFgQixcvHo8MmSUBAgQIEBiiwF577RVLlizpPuOFEXHcEENwKgIECBAgQIAAAQIECBAgQKA6AQ2u1VkaiQABAgQIECBAgAABAgQIECBAgAABAgQIECBAgAABAgQIECBAoGKBpjS47hwRy7rnfscdd8S8efMq5jAcAQIECBAYX4E777wzdthhh6kAu0TEP42vipkTIECAAAECBAgQIECAAIFGC2hwbXT6BE+AAAECBAgQIECAAAECBAgQIECAAAECBAgQIECAAAECBAgQaLdAUxpcUxZujYiXTKbjwAMPjKuvvrrd2TE7AgQIECAwRIGDDjooFi1a1H3G2yJi1yGG4FQECBAgQIAAAQIECBAgQIBAtQIaXKv1NBoBAgQIECBAgAABAgQIECBAgAABAgQIECBAgAABAgQIECBAgECFAk1qcN0/Iq7tnvtNN90U8+fPr5DDUAQIECBAYDwFli5dGnvuuefUyR8QEdeNp4hZEyBAgAABAgQIECBAgACBVghocG1FGk2CAAECBAgQIECAAAECBAgQIECAAAECBAgQIECAAAECBAgQINBOgSY1uKYMrPYW12233TbuuuuuWGutpk2jnYvJrAgQIECgmQITExOx3Xbbxd133909AW9vbWY6RU2AAAECBAgQIECAAAECBLoFNLhaDwQIECBAgAABAgQIECBAgAABAgQIECBAgAABAgQIECBAgAABAtkKNK0z9C8i4qvdmocffnhcdtll2QILjAABAgQI5C5wxBFHxMKFC6eG+bKI+PvcYxcfAQIECBAgQIAAAQIECBAgsEYBDa4WCAECBAgQIECAAAECBAgQIECAAAECBAgQIECAAAECBAgQIECAQLYCTWtwTZAXRMSx3aLnnHNOnHLKKdkiC4wAAQIECOQqcO6558app546NbwLI+K4XGMWFwECBAgQIECAAAECBAgQINC3gAbXvqkcSIAAAQIECBAgQIAAAQIECBAgQIAAAQIECBAgQIAAAQIECBAgMGyBJja4JqPbI2LHbqyLLroojj766GH7OR8BAgQIEGiswMUXXxzHHHPM1Pi/ExHPb+ykBE6AAAECBAgQIECAAAECBAh0C2hwtR4IECBAgAABAgQIECBAgAABAgQIECBAgAABAgQIECBAgAABAgSyFWhqg+vciPh6RKzbLetNrtmuM4ERIECAQGYCM7y59eGIeFFELM8sXOEQIECAAAECBAgQIECAAAECgwlocB3MzbcIECBAgAABAgQIECBAgAABAgQIECBAgAABAgQIECBAgAABAgSGINDUBtdE8+qI+PxUo8MPPzwuvfTSWGutJk9tCJl3CgIECBAYS4GJiYk48sgjY+HChb3m/5qI+MJYwpg0AQIECBAgQIAAAQIECBBop4AG13bm1awIECBAgAABAgQIECBAgAABAgQIECBAgAABAgQIECBAgAABAq0QaHoX6P4Rce3UTGy77bbxgQ98IObPn9+KJJkEAQIECBCoQmDp0qXxzne+M+6+++5ewx0QEddVcR5jECBAgAABAgQIECBAgAABAtkIaHDNJhUCIUCAAAECBAgQIECAAAECBAgQIECAAAECBAgQIECAAAECBAgQmCrQ9AbXNJ/0JtdPR8S6Uyd34IEHxkknnRTz5s2TeQIECBAgMLYCd955Z3zwgx+MRYsW9TJ4OCJe782tY7s8TJwAAQIECBAgQIAAAQIE2i2gwbXd+TU7AgQIECBAgAABAgQIECBAgAABAgQIECBAgAABAgQIECBAgECjBdrQ4JoSMDciLo+IHXtlY8GCBXHwwQfHPvvsE2ut1ZYpN3rdCZ4AAQIEahaYmJiIG2+8Ma688spYsmTJTGf7TkQcGhHLaw7H8AQIECBAgAABAgQIECBAgMBoBDS4jsbdWQkQIECAAAECBAgQIECAAAECBAgQIECAAAECBAgQIECAAAECBPoQaFu35wURcexM854zZ068/OUvj1122SXmzp0bm2++eWy88cax3nrraXztY7E4hAABAgTyE0iNrCtWrIif/exncd9998Xy5ctj2bJlcfPNN8fKlSvXFPCFEXFcfjMSEQECBAgQIECAAAECBAgQIFChgAbXCjENRYAAAQIECBAgQIAAAQIECBAgQIAAAQIECBAgQIAAAQIECBAgUK1A2xpck85fRMT7IuIl1VIZjQABAgQItELgtj/+d/LvWzEbkyBAgAABAgQIECBAgAABAgTWJKDB1fogQIAAAQIECBAgQIAAAQIECBAgQIAAAQIECBAgQIAAAQIECBDIVqCNDa6T2PtHxDEaXbNdewIjQIAAgeEKpMbWiyLiuuGe1tkIECBAgAABAgQIECBAgACBEQpocB0hvlMTIECAAAECBAgQIECAAAECBAgQIECAAAECBAgQIECAAAECBAisWaDNDa6TM985Il4fEXtFxLMtCAIECBAgMEYCD0TE4oj4dET80xjN21QJECBAgAABAgQIECBAgACBPwhocLUSCBAgQIAAAQIECBAgQIAAAQIECBAgQIAAAQIECBAgQIAAAQIEshUYhwbXbvy5EbFLROwQEVtFxCYR8ZSImBMR42aR7aIUGAECBAgUEkg3qq6MiF9GxI8j4ocRcUdELIuI5YVGcjABAgQIECBAgAABAgQIECDQNgENrm3LqPkQIECAAAECBAgQIECAAAECBAgQIECAAAECBAgQIECAAAECBFokoKmzRck0FQIECBAgQIAAAQIECBAgQIAAAQIECBAg0CWgwdVy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QKCUgAbXUny+TIAAAQIECBAgQIAAAQIECBAgQIAAAQIECBAgQIAAAQIECBAgUKeABtc6dY1NgAABAgQIECBAgAABAgQIECBAgAABAgRGJ6DBdXT2zkyAAAECBAgQIECAAAECBAgQIECAAAECBAgQIECAAAECBAgQIDCLgAZXS4QAAQIECBAgQIAAAQIECBAgQIAAAQIECLRTQINrO/NqVgQIECBAgAABAgQIECBAgAABAgQIECBAgAABAgQIECBAgACBVghocG1FGk2CAAECBAgQIECAAAECBAgQIECAAAECBAhME9DgalEQIECAAAECBAgQIECAAAECBAgQIECAAAECBAgQIECAAAECBAhkK6DBNdvUCIwAAQIECBAgQIAAAQIECBAgQIAAAQIECJQS0OBais+XCRAgQIAAAQIECBAgQIAAAQIECBAgQIAAAQIECBAgQIAAAQIE6hTQ4FqnrrEJECBAgAABAgQIECBAgAABAgQIECBAgMDoBDS4js7emQkQIECAAAECBAgQIECAAAECBAgQIECAAAECBAgQIECAAAECBGYR0OBqiRAgQIAAAQIECBAgQIAAAQIECBAgQIAAgXYKaHBtZ17NigABAgQIECBAgAABAgQIECBAgAABAgQIECBAgAABAgQIECDQCgENrq1Io0kQIECAAAECBAgQIECAAAECBAgQIECAAIFpAhpcLQoCBAgQIECAAAECBAgQIECAAAECBAgQIECAAAECBAgQIECAAIFsBTS4ZpsagREgQIAAAQIECBAgQIAAAQIECBAgQIAAgVICGlxL8fkyAQIECBAgQIAAAQIECBAgQIAAAQIECBAgQIAAAQIECBAgQIBAnQIaXOvUNTYBAgQIECBAgAABAgQIECBAgAABAgQIEBidgAbX0dk7MwECBAgQIECAAAECBAgQIECAAAECBAgQIECAAAECBAgQIECAwCwCGlwtEQIECBAgQIAAAQIECBAgQIAAAQIECBAg0E4BDa7tzKtZESBAgAABAgQIECBAgAABAgQIECBAgAABAgQIECBAgAABAgRaIaDBtRVpNAkCBAgQIECAAAECBAgQIECAAAECBAgQIDBNQIOrRUGAAAECBAgQIECAAAECBAgQIECAAAECBAgQIECAAAECBAgQIJCtgAbXbFMjMAIECBAgQIAAAQIECBAgQIAAAQIECBAgUEpAg2spPl8mQIAAAQIECBAgQIAAAQIECBAgQIAAAQIECBAgQIAAAQIECBCoU0CDa526xiZAgAABAgQIECBAgAABAgQIECBAgAABAqMT0OA6OntnJkCAAAECBAgQIECAAAECBAgQIECAAAECBAgQIECAAAECBAgQmEVAg6slQoAAAQIECBAgQIAAAQIECBAgQIAAAQIE2imgwbWdeTUrAgQIECBAgAABAgQIECBAgAABAgQIECBAgAABAgQIECBAgEArBDS4tiKNJkGAAAECBAgQIECAAAECBAgQIECAAAECBKYJaHC1KAgQIECAAAECBAgQIECAAAECBAgQIECAAAECBAgQIECAAAECBLIV0OCabWoERoAAAQIECBAgQIAAAQIECBAgQIAAAQIESglocC3F58sECBAgQIAAAQIECBAgQIAAAQIECBAgQIAAAQIECBAgQIAAAQJ1CmhwrVPX2AQIECBAgAABAgQIECBAgAABAgQIECBAYHQCGlxHZ+/MBAgQIECAAAECBAgQIECAAAECBAgQIECAAAECBAgQIECAAAECswhocLVECBAgQIAAAQIECBAgQIAAAQIECBAgQIBAOwU0uLYzr2ZFgAABAgQIECBAgAABAgQIECBAgAABAgQIECBAgAABAgQIEGiFgAbXVqTRJAgQIECAAAECBAgQIECAAAECBAgQIECAwDQBDa4WBQECBAgQIECAAAECBAgQIECAAAECBAgQIECAAAECBAgQIECAQLYCGlyzTY3ACBAgQIAAAQIECBAgQIAAAQIECBAgQIBAKQENrqX4fJkAAQIECBAgQIAAAQIECBAgQIAAAQIECBAgQIAAAQIECBAgQKBOAQ2udeoamwABAgQIECBAgAABAgQIECBAgAABAgQIjE5Ag+vo7J2ZAAECBAgQIECAAAECBAgQIECAAAECBAgQIECAAAECBAgQIEBgFgENrpYIAQIECBAgQIAAAQIECBAgQIAAAQIECBBop4AG13bm1awIECBAgAABAgQIECBAgAABAgQIECBAgAABAgQIECBAgAABAq0Q0ODaijSaBAECBAgQIECAAAECBAgQIECAAAECBAgQmCagwdWi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MMYC20fEXhFxQUT8z4AOVTW4PikijouIxRHx3QFj8TUCBAgQIECAAAECBAgQIECAAAECBAgQIECAAAECBAgQIECAAAECqwlocLUgCBAgQIAAAQIECBAgQIAAAQIECBAgQIBAngJfi4i5EXH+gI2uZRtcJxtb3xERyyNitzyZREWAAAECBAgQIECAAAECBAgQIECAAAECBAgQIECAAAECBAgQINBEAQ2uTcyamAkQIECAAAECBAgQIECAAAECBAgQIEBgHARSQ+k//HGi6S2uRRtdB21w7W5sTf93+uweEanh1ocAAQIECBAgQIAAAQIECBAgQIAAAQIECBAgQIAAAQIECBAgQIBAJQIaXCthNAgBAgQIECBAgAABAgQIECBAgAABAgQIEKhFIDWVvrRr5CKNrkUbXHs1tqZT3+LtrbXk1qAECBAgQIAAAQIECBAgQIAAAQIECBAgQIAAAQIECBAgQIAAgbEW0OA61uk3eQIECBAgQIAAAQIECBAgQIAAAQIECBDIXKD7La7dofbT6Npvg+tMja2T5/P21swXifAIECBAgAABAgQIECBAgAABAgQIECBAgAABAgQIECBAgAABAk0U0ODaxKyJmQABAgQIECBAgAABAgQIECBAgAABAgTGSWDqW1y7576mRtfZGlxna2xN5/H21nFaaeZKgAABAgQIECBAgAABAgQIECBAgAABAgQIECBAgAABAgQIEBiigAbXIWI7FQECBAgQIECAAAECBAgQIECAAAECBAgQGEBgpre4dg/Vq9F1pgbXfhpbJ8f29tYBEuYrBAgQIECAAAECBAgQIECAAAECBAgQIECAAAECBAgQIECAAAECswtocJ3dyBEECBAgQIAAAQIECBAgQIAAAQIECBAgQGDUAmt6i2t3bN2Nrg9OCXrDiDguIt4REanJdbaPt7fOJuTPCRAgQIAAAQIECBAgQIAAAQIECBAgQIAAAQIECBAgQIAAAQIEBhbQ4DownS8SIECAAAECBAgQIECAAAECBAgQIECAAIGhCfTzFtfuYFKj69Qm1l7/bk0T8PbWoaXXiQgQIECAAAECBAgQIECAAAECBAgQIECAAAECBAgQIECAAAEC4yegwXX8cm7GBAgQIECAAAECBAgQIECAAAECBAgQINBMgX7f4lrF7Ly9tQpFYxAgQIAAAQIECBAgQIAAAQIECBAgQIAAAQIECBAgQIAAAQIECMwooMHV4iBAgAABAgQIECBAgAABAgQIECBAgAABAs0QKPoW1zKz8vbWMnq+S4AAAQIECBAgQIAAAQIECBAgQIAAAQIECBAgQIAAAQIECBAgMKuABtdZiRxAgAABAgQIECBAgAABAgQIECBAgAABAgSyERjGW1y9vTWbdAuEAAECBAgQIECAAAECBAgQIECAAAECBAgQIECAAAECBAgQINBeAQ2u7c2tmREgQIAAAQIECBAgQIAAAQIECBAgQIBA+wSG8RZXb29t37oxIwIECBAgQIAAAQIECBAgQIAAAQIECBAgQIAAAQIECBAgQIBAdgIaXLNLiYAIECBAgAABAgQIECBAgAABAgQIECBAgMAaBep8i6u3t1p8BAgQIECAAAECBAgQIECAAAECBAgQIECAAAECBAgQIECAAAECQxHQ4DoUZichQIAAAQIECBAgQIAAAQIECBAgQIAAAQKVCdT5Fldvb60sTQYiQIAAAQIECBAgQIAAAQIECBAgQIAAAQIECBAgQIAAAQIECBBYk4AGV+uDAAECBAgQIECAAAECBAgQIECAAAECBAg0T6COt7h6e2vz1oGICRAgQIAAAQIECBAgQIAAAQIECBAgQIAAAQIECBAgQIAAAQKNFdDg2tjUCZwAAQIECBAgQIAAAQIECBAgQIAAAQIExligjre4envrGC8oUydAgAABAgQIECBAgAABAgQIECBAgAABAgQIECBAgAABAgQIDFtAg+uwxZ2PAAECBAgQIECAAAECBAgQIECAAAECBAhUI1DlW1y9vbWanBiFAAECBAgQIECAAAECBAgQIECAAAECBAgQIECAAAECBAgQIECgTwENrn1COYwAAQIECBAgQIAAAQIECBAgQIAAAQIECGQmUOVbXL29NbPkCocAAQIECBAgQIAAAQIECBAgQIAAAQIECBAgQIAAAQIECBAg0HYBDa5tz7D5ESBAgAABAgQIECBAgAABAgQIECBAgECbBap4i6u3t7Z5hZgbAQIECBAgQIAAAQIECBAgQIAAAQIECBAgQIAAAQIECBAgQCBTAQ2umSZGWAQIECBAgAABAgQIECBAgAABAgQIECBAoA+BKt7i6u2tfUA7hAABAgQIECBAgAABAgQIECBAgAABAgQIECBAgAABAgQIECBAoFoBDa7VehqNAAECBAgQIECAAAECBAgQIECAAAECBAgMW6DMW1y9vXXY2XI+AgQIECBAgAABAgQIECBAgAABAgQIECBAgAABAgQIECBAgACBjoAGVwuBAAECBAgQIECAAAECBAgQIECAAAECBAg0W6DMW1y9vbXZuRc9AQIECBAgQIAAAQIECBAgQIAAAQIECBAgQIAAAQIECBAgQKCxAhpcG5s6gRMgQIAAAQIECBAgQIAAAQIECBAgQIAAgVUCg7zF1dtbLSACBAgQIECAAAECBAgQIECAAAECBAgQIECAAAECBAgQIECAAIGRCWhwHRm9ExMgQIAAAQIECBAgQIAAAQIECBAgQIAAgcoEBnmLq7e3VsZvIAIECBAgQIAAAQIECBAgQIAAAQIECBAgQIAAAQIECBAgQIAAgaICGlyLijmeAAECBAgQIECAAAECBAgQIECAAAECBAjkKVDkLa7e3ppnDkVFgAABAgQIECBAgAABAgQIECBAgAABAgQIECBAgAABAgQIEBgbAQ2uY5NqEyVAgAABAgQIECBAgAABAgQIECBAgACBlgsUeYurt7e2fDGYHgECBAgQIECAAAECBAgQIECAAAECBAgQIECAAAECBAgQIEAgdwENrrlnSHwECBAgQIAAAQIECBAgQIAAAQIECBAgQKB/gX7e4urtrf17OpIAAQIECBAgQIAAAQIECBAgQIAAAQIECBAgQIAAAQIECBAgQKAmAQ2uNcEalgABAgQIECBAgAABAgQIECBAgAABAgQIjECgn7e4envrCBLjlAQIECBAgAABAgQIECBAgAABAgQIECBAgAABAgQIECBAgAABAqsLaHC1IggQIECAAAECBAgQIECAAAECBAgQIECAQLsE1vQWV29vbVeuzYYAAQIECBAgQIAAAQIECBAgQIAAAQIECBAgQIAAAQIECBAg0FgBDa6NTZ3ACRAgQIAAAQIECBAgQIAAAQIECBAgQIBAT4E1vcXV21stGgIECBAgQIAAAQIECBAgQIAAAQIECBAgQIAAAQIECBAgQIAAgSwENLhmkQZBECBAgAABAgQIECBAgAABAgQIECBAgACBSgV6vcXV21srJTYYAQIECBAgQIAAAQIECBAgQIAAAQIECBAgQIAAAQIECBAgQIBAGQENrmX0fJcAAQIECBAgQIAAAQIECBAgQIAAAQIECOQp0Ostrt7emmeuREWAAAECBAgQIECAAAECBAgQIECAAAECBAgQIECAAAECBAgQGEsBDa5jmXaTJkCAAAECBAgQIECAAAECBAgQIECAAIExEOh+i6u3t45Bwk2RAAECBAgQIECAAAECBAgQIECAAAECBAgQIECAAAECBAgQINAkAQ2uTcqWWAkQIECAAAECBAgQIECAAAECBAgQIECAQP8C3W9x9fbW/t0cSYAAAQIECBAgQIAAAQIECBAgQIAAAQIECBAgQIAAAQIECBAgMASBcWtwnRsRu0TEDhGxVURsEhFPiYg5ETFuFkNYXk5BgAABAkMQmIiIlRHxy4j4cUT8MCLuiIhlEbF8COu4xzQAACAASURBVOd3CgIECBAgQIAAAQIECBQRsD9XRMuxBAgQINAEAftzTciSGAnUJ6C+rc/WyAQIECAwGgH17WjcnfVRAfWV1UCAAAECbRNQX7Uto/nPRz2Vf45ESIAAAQLFBNRTxbwaefQ4NHXuHBGvj4i9IuLZjcySoAkQIECAwGACD0TE4oj4dET802BD+BYBAgQIECBAgAABAgRKC9ifK01oAAIECBBoqID9uYYmTtgEZhFQ31oiBAgQIDCuAurbcc18/fNWX9Vv7AwECBAgkKeA+irPvDQxKvVUE7MmZgIECBCoQkA9VYViBmO0ucF1/4g4JiJekoGzEAgQIECAwKgFbouIiyLiulEH4vwECBAgQIAAAQIECIyNgP25sUm1iRIgQIBAHwL25/pAcgiBzAXUt5knSHgECBAgMFQB9e1QuVt7MvVVa1NrYgQIECAwgID6agA0Xwn1lEVAgAABAgQeFVBPNXg1tLHB9S8i4n0aWxu8KoVOgAABAnUKpMIt/Xfy7+s8ibEJECBAgAABAgQIEBhrAftzY51+kydAgACBWQTsz1kiBJonoL5tXs5ETIAAAQLDE1DfDs+6TWdSX7Upm+ZCgAABAlULqK+qFm3neOqpdubVrAgQIECgGgH1VDWOQx2lbQ2uF0TEsTMJzpkzJ17+8pfHLrvsEnPnzo3NN988Nt5441hvvfVirbXaRjHUdeRkBAgQIDAigYmJiVixYkX87Gc/i/vuuy+WL18ey5Yti5tvvjlWrly5pqgujIjjRhS20xIgQIAAAQIECBAg0F4B+3Ptza2ZESBAgEAPAftzlgWB1guob1ufYhMkQIAAgW4B9a31MAQB9dUQkJ2CAAECBPIRUF/lk4sWRaKealEyTYUAAQIEZhdQT81u1IYj2tLVOTciLo+IHXslZcGCBXHwwQfHPvvso5G1DavWHAgQIEBgVoFUyN14441x5ZVXxpIlS2Y6/jsRcWhELJ91QAcQIECAAAECBAgQIEBgzQL256wQAgQIECDQJWB/znIg0HgB9W3jU2gCBAgQIFClgPq2Ss2xHUt9NbapN3ECBAgQ6CWgvrIuBhBQTw2A5isECBAg0F4B9VS7ctuGBtdXR8SnI2Ldqak58MAD46STTop58+a1K2tmQ4AAAQIECgjceeed8cEPfjAWLVrU61sPR8TrI+ILBYZ0KAECBAgQIECAAAECBLoF7M9ZDwQIECBAYA0C9ucsDwKNE1DfNi5lAiZAgACBYQqob4ep3Zpzqa9ak0oTIUCAAIE6BNRXdai2bkz1VOtSakIECBAgUKWAeqpKzdGM1fQG1/0j4tqpdNtuu2184AMfiPnz549G1VkJECBAgECGAkuXLo13vvOdcffdd/eK7oCIuC7DsIVEgAABAgQIECBAgEDeAvbn8s6P6AgQIEAgIwH7cxklQygEZhZQ31odBAgQIECgTwH1bZ9QDlNfWQMECBAgQKBPAfVVn1Djd5h6avxybsYECBAgMKCAempAuAy+1uQG1/Qkks9PNTz88MPj0ksvjbXWavLUMlgZQiBAgACBVgpMTEzEkUceGQsXLuw1v9d4k2sr025SBAgQIECAAAECBOoSsD9Xl6xxCRAgQKC1AvbnWptaE2uHgPq2HXk0CwIECBAYooD6dojYzTyV+qqZeRM1AQIECIxQQH01Qvw8T62eyjMvoiJAgACBjAXUUxknZw2hNbULdG5EfD0i1u2e2znnnBOnnHJKMzMhagIECBAgMESBc889N0499dSpZ3w4Il4UEcuHGIpTESBAgAABAgQIECDQTAH7c83Mm6gJECBAIBMB+3OZJEIYBB4VUN9aDQQIECBAoISA+rYEXnu/qr5qb27NjAABAgSGIKC+GgJy/qdQT+WfIxESIECAQMYC6qmMk9MjtKY2uN4eETt2z+eiiy6Ko48+uln6oiVAgAABAiMUuPjii+OYY46ZGsF3IuL5IwzLqQkQIECAAAECBAgQaIaA/blm5EmUBAgQIJCxgP25jJMjtHEUUN+OY9bNmQABAgQqFVDfVsrZhsHUV23IojkQIECAwEgF1Fcj5c/h5OqpHLIgBgIECBBotIB6qjnpa2KD6wURcWw3sTe3NmfBiZQAAQIE8hKY4ckkF0bEcXlFKhoCBAgQIECAAAECBDISsD+XUTKEQoAAAQLNFrA/1+z8ib41Aurb1qTSRAgQIEBg1ALq21FnIJvzq6+ySYVACBAgQKDpAuqrpmdw4PjVUwPT+SIBAgQIEFhdQD3VjBXRtAbXv4iIr3bTHn744XHZZZc1Q1uUBAgQIEAgQ4EjjjgiFi5cODWyl0XE32cYrpAIECBAgAABAgQIEBitgP250fo7OwECBAi0UMD+XAuTakpNElDfNilbYiVAgACBRgiobxuRpjqDVF/VqWtsAgQIEBhLAfXV2KVdPTV2KTdhAgQIEKhbQD1Vt3D58ZvW4HprRLxkctrbbrtt3HXXXbHWWk2bRvnEGYEAAQIECFQlMDExEdttt13cfffd3UPeFhG7VnUO4xAgQIAAAQIECBAg0BoB+3OtSaWJECBAgEAuAvbncsmEOMZUQH07pok3bQIECBCoT0B9W59tQ0ZWXzUkUcIkQIAAgeYIqK+ak6uKIlVPVQRpGAIECBAgMCmgnsp/LTSpM3T/iLi2m/Smm26K+fPn568sQgIECBAgkLnA0qVLY88995wa5QERcV3moQuPAAECBAgQIECAAIHhCdifG561MxEgQIDAmAnYnxuzhJtuLgLq21wyIQ4CBAgQaJ2A+rZ1Ke13QuqrfqUcR4AAAQIECgqorwqCNfdw9VRzcydyAgQIEMhcQD2Vd4Ka1OC62tNIDjzwwLj66qvz1hUdAQIECBBokMBBBx0UixYt6o7YW1wblD+hEiBAgAABAgQIEBiCgP25ISA7BQECBAiMr4D9ufHNvZmPTEB9OzJ6JyZAgACBcRBQ345DlqfNUX01lmk3aQIECBAYloD6aljSIz2Pemqk/E5OgAABAm0XUE/lm+GmNLjuHBHLuhnvuOOOmDdvXr6yIiNAgAABAg0TuPPOO2OHHXaYGvUuEfFPDZuKcAkQIECAAAECBAgQqF7A/lz1pkYkQIAAAQKrCdifsyAIDFVAfTtUbicjQIAAgXEUUN+OXdbVV2OXchMmQIAAgWELqK+GLT7086mnhk7uhAQIECAwbgLqqXwz3pQG1wsi4thJxgULFsTixYvzVRUZAQIECBBoqMBee+0VS5Ys6Y7+wog4rqHTETYBAgQIECBAgAABAtUJ2J+rztJIBAgQIEBgRgH7cxYHgaEJqG+HRu1EBAgQIDDOAurbscq++mqs0m2yBAgQIDAqAfXVqOSHcl711FCYnYQAAQIExl1APZXnCmhKg+v9EfHsScLrr78+9t133zxFRUWAAAECBBoscMMNN8R+++3XPYMHImLTBk9J6AQIECBAgAABAgQIVCNgf64aR6MQIECAAIE1Ctifs0AIDE1AfTs0aiciQIAAgXEWUN+OVfbVV2OVbpMlQIAAgVEJqK9GJT+U86qnhsLsJAQIECAw7gLqqTxXQBMaXOdGxHcn+ebMmRMrVqyItdZqQuh5Jl1UBAgQIEBgJoGJiYlYb731YuXKld2HbB8Ry6kRIECAAAECBAgQIDC2Avbnxjb1Jk6AAAECwxawPzdscecbUwH17Zgm3rQJECBAYPgC6tvhm4/ojOqrEcE7LQECBAiMn4D6qrU5V0+1NrUmRoAAAQK5CaincsvIH+JpQpfo2yLikkm+BQsWxOLFi/PUFBUBAgQIEGiBwF577RVLlizpnslREfHRFkzNFAgQIECAAAECBAgQGEzA/txgbr5FgAABAgQGErA/NxCbLxEoIqC+LaLlWAIECBAgUFJAfVsSsBlfV181I0+iJECAAIGWCKivWpLI1aehnmplWk2KAAECBHIVUE/ll5kmNLgujIjDJunOOeecOOWUU/KTFBEBAgQIEGiJwLnnnhunnnpq92w+HhGHt2R6pkGAAAECBAgQIECAQHEB+3PFzXyDAAECBAgMLGB/bmA6XyTQr4D6tl8pxxEgQIAAgQoE1LcVIOY/hPoq/xyJkAABAgRaJKC+alEyH52KeqqVaTUpAgQIEMhVQD2VX2aa0OB6a0S8ZJLupptuivnz5+cnKSICBAgQINASgaVLl8aee+7ZPZvbImLXlkzPNAgQIECAAAECBAgQKC5gf664mW8QIECAAIGBBezPDUzniwT6FVDf9ivlOAIECBAgUIGA+rYCxPyHUF/lnyMREiBAgECLBNRXLUrmo1NRT7UyrSZFgAABArkKqKfyy0wTGlzvj4hnT9Ldc889scUWW+QnKSICBAgQINASgXvvvTe23HLL7tk8EBGbtmR6pkGAAAECBAgQIECAQHEB+3PFzXyDAAECBAgMLGB/bmA6XyTQr4D6tl8pxxEgQIAAgQoE1LcVIOY/hPoq/xyJkAABAgRaJKC+alEyH52KeqqVaTUpAgQIEMhVQD2VX2aa0OC6IiLWnaT79a9/Heuvv35+kiIiQIAAAQItEXjooYdigw026J7NwxGxXkumZxoECBAgQIAAAQIECBQXsD9X3Mw3CBAgQIDAwAL25wam80UC/Qqob/uVchwBAgQIEKhAQH1bAWL+Q6iv8s+RCAkQIECgRQLqqxYl89GpqKdamVaTIkCAAIFcBdRT+WWmCQ2uj0TEqjgfeeSRWGutJoSdX7JFRIAAAQIE+hGYmJiItddeu/vQiYhY7V/0M45jCBAgQIAAAQIECBBojYD9udak0kQIECBAoAkC9ueakCUxNlxAfdvwBAqfAAECBJoloL5tVr4GjFZ9NSCcrxEgQIAAgUEE1FeDqGX/HfVU9ikSIAECBAi0SUA9lV82m9ApmppqVn3SIvIhQIAAAQIE6hXo8TCJJtQM9aIYnQABAgQIECBAgMD4CtifG9/cmzkBAgQIjEjA/tyI4J12XATUt+OSafMkQIAAgWwE1LfZpKKuQNRXdckalwABAgQIzCCgvmrd0lBPtS6lJkSAAAECuQuop/LKUBOaVRRsea0Z0RAgQIDAGAgo2MYgyaZIgAABAgQIECBAoH8B+3P9WzmSAAECBAhUImB/rhJGgxCYSUB9a20QIECAAIEhC6hvhww+/NOpr4Zv7owECBAgMOYC6qvWLQD1VOtSakIECBAgkLuAeiqvDGlwzSsfoiFAgAABAlkIKNiySIMgCBAgQIAAAQIECOQi4IJqLpkQBwECBAiMjYD9ubFJtYmORkB9Oxp3ZyVAgACBMRZQ37Y++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UcmsHLlyviTP/mTWHvttUcWQ5kTT0xMRPqnqfGXmbvvEiAwegEF2+hzIAICBAgQIECAAAECGQm4oJpRMoRCgAABAuMhYH9uPPJsliMTUN+OjN6JCRAgQGBcBdS3rc+8+qr1KTZBAgQIEMhNQH2VW0ZKx6OeKk1oAAIECBAgUExAPVXMq+6jNbjWLWz8kQg89NBDcfTRR8ett94au+22W7zyla+MHXfcMTbffPN4zGMeM5KYip70Rz/6UfzlX/5lzJs3r/O/z3nOc0o1u/72t7+Ns846K771rW+tCmWTTTaJ8847LzbccMNp4f3+97+Pe+65J7beeutS5y06b8cTIJCHgIItjzyIggABAgQIECBAgEAmAi6oZpIIYRAgQIDA+AjYnxufXJvpSATUtyNhd1ICBAgQGGcB9W3rs6++an2KTZAAAQIEchNQX+WWkdLxqKdKExqAAAECBAgUE1BPFfOq+2gNrnULG38kAnfddVfsu+++ce+99646/9577x2XX355z2bOkQQ5y0lTrIcddtiqo17ykpd0GlTT/w7y+c1vfhPHH398XHrppau+vscee8TVV18dG2200WpDpjfHXnPNNfHWt741ktv73//+eNaznjXIaX2HAIGGCijYGpo4YRMgQIAAAQIECBCoR8AF1XpcjUqAAAECBGYUsD9ncRCoVUB9WyuvwQkQIECAwHQB9W3rV4X6qvUpNkECBAgQyE1AfZVbRkrHo54qTWgAAgQIECBQTEA9Vcyr7qM1uNYtbPyRCHz4wx+OE044YbVz/83f/E2nwbMJnwcffDAOPfTQ+OxnP7sq3Llz58a1114bW2211UBTKNLgesstt8QhhxwSDzzwQOdc6ZypyfV1r3udt7kOpO9LBJonoGBrXs5ETIAAAQIECBAgQKBGARdUa8Q1NAECBAgQ6CVgf866IFCrgPq2Vl6DEyBAgACB6QLq29avCvVV61NsggQIECCQm4D6KreMlI5HPVWa0AAECBAgQKCYgHqqmFfdR2twrVvY+EMX6NUcus0228T1118fz33uc4cezyAn/MxnPhP77LPPal89++yz4+STT4511llnkCGj3wbXhx9+OE488cTV3vQ6ecKjjjoq3ve+98VTn/rUgWJYsWJFXHXVVfGrX/1qoO/n8qVNNtmkk5/HPe5xfYf0jW98I1LjcFM/g8y5qXMV9x8EFGxWAgECBAgQIECAAAECXQIuqFoOBAgQIEBgyAL254YM7nTjJqC+HbeMmy8BAgQIjFxAfTvyFNQdgPqqbmHjEyBAgACBKQLqq9YtCfVU61JqQgQIECCQu4B6Kq8MaXDNKx+iqUDgq1/9auy9997x0EMPrRrt2GOPjfPOOy8e//jHV3CGeodIDabHHHNMXHHFFatOtNNOO8U111wTm2222cAnn5iYiDPOOKPzz+Rnjz32iKuvvjo22mij1cb93e9+F5dddlm85z3vWc0xHfSiF70ozj///Nhxxx17NcCtMb7/+q//ioMOOii+9KUvDTyPHL545JFHRnpL8BOe8IS+w0nOb3zjG/s+PrcDB5lzbnMQTzEBBVsxL0cTIECAAAECBAgQaLmAC6otT7DpESBAgEB+Avbn8suJiFoloL5tVTpNhgABAgSaIKC+bUKWSsWovirF58sECBAgQKC4gPqquFnm31BPZZ4g4REgQIBA+wTUU3nlVINrXvkQTUmB1JiZ3nJ64YUXrhpp/fXXj89+9rPxspe9rOTow/l6rwbdD33oQ3H88ccXbiidGvFf//Vfx2mnnbbqX8/U4JoOSA2xy5Yti6OPPjqWL1++2lBPfvKT48wzz4zDDjusUNOwBlcNrsP5W+QsVQgo2KpQNAYBAgQIECBAgACB1gi4oNqaVJoIAQIECDRFwP5cUzIlzoYKqG8bmjhhEyBAgEBzBdS3zc1dn5Grr/qEchgBAgQIEKhKQH1VlWQ246inskmFQAgQIEBgXATUU3llWoNrXvkQTUmB73//+7HffvvFD37wg1Ujpbe5Xn755bHhhhuWHL3+r//mN7/pNLJeeuml02js3QAAIABJREFUq06W3ph61VVXxaabblo6gCINrpMne+CBBzoxpSbhqZ/U/Pr+978/nvSkJ/UVmwZXDa59LRQHZSGgYMsiDYIgQIAAAQIECBAgkIuAC6q5ZKKlcaQHrf385z+Pb33rW/GP//iPceedd8a9994baV9q8vPsZz87tthii9hyyy0j7ZftuOOOsfnmm8djHvOYlqqYFgEC4y5gf27cV4D51yygvq0Z2PDDFXjkkUfiJz/5SXz961/v/JOulacHGP/3f//3qkDmzZsXqabeeeedY7fddovtt98+Hve4xw030D+e7cEHH4xvf/vbcfvtt3f+N9X96XeAyU962PLcuXNjm2226dT+u+yyS/zZn/2Z2n8k2XJSAtUJqG+rs8x0JPVVpokRFgECBAi0V0B91brcqqdal1ITIkCAAIHcBdRTeWVIg2te+RjLaH7729/GWWed1bmBreznP//zP1e7+JXG22qrrToX60b5efWrXx1vf/vbZw0hGbz2ta+Nn/70p6uOveyyyzpvSu3xw3PW8aYeMLXBNV0MXLRo0aw+Dz30UJx99tlxzjnnrDZk+v9PPPHEvi8m9mpwTRdTn/rUpxaeyzC/kC6q/vCHP1x1yiOPPDI+/OEPxxOe8IS+w7j66qvjjW98tME15fltb3vbyC4czxb41772tTjjjDNKzXm2c/jzvAUUbHnnR3QECBAgQIAAAQIEhizgguqQwYueLt3E/uIXv7jo1yo5fpB9kskTP/zww7F48eL42Mc+FrfddlvheNKe36GHHhoHH3xwZ3+riv2zwkH88QtT934GHWfyZv45c+Z0mg5SI+8OO+wQz3rWs2LttdcedNiBv/e73/0uTj755LjwwgunjfHe9743Tj/99FhnnXUKjd/rIX+FBqjw4NRQnZom+v2kZoy05no9DPDjH/945898CFQlYH+uKknjEOgpoL6tYWE0qR5qav08NW0//vGP41Of+lTnYcnd1zL7SW+qO1Mdner5rbfeuvZaOtWA6frjJZdcEl/4whf6CXG1Y9I1/3St9U1velNssskmhb/f6wtVrYP111+/U7una8epMXeyjq/ygTyjfJB0mtO1117bue9ipk9d8U3abrDBBh3X5zznOZ36fVS/H1Wy8MZ4EPVt65Ovvso4xXX9nF7TlMvsGWZMKbQGCUy9T3LQ0CfrkWc+85mdB6+kf573vOdle8/foPOc/N4vfvGL+PznPx8333xz5z7cyd8zuh3StYhDDjkk1ltvvbKn8/2SAuqrkoD5fT2beqrK6ziT9/CnfYjnP//5nete6ffMql5alX5OHXDAAZ0HfU1++vk9Nr/0Dy+iXv+NPPPMMyNd9/OpT6CqfahBIlSb96/mZ0r/Vm05Uj2VVyY1uOaVj7GMpspCOFfAfgq/XjeL7b777nHllVdG2iCp4pPeDPvWt751oCL+97//faQL0yeccELnab9HHXVUnHfeebHuuuv2HVqvDdN0wfWggw7qe4xRHDi1mB+k0Jt6UX+QMYY596bFO0ybcTmXgm1cMm2eBAgQIECAAAECBPoSyOaCal/RjuFBTbsglvaZrr/++s7DtYreiN8rvenmmrRXlR7ENqoHqVXV0DHT8k03TaWHpaV9tHRz97A+vS7iTZ57p512imuuuSY222yzQuHktB9ctME1/V3bc889Iz0QcOpn7733jssvv7yymzIKoTq4lQL251qZVpPKR0B9W0MumlQPNa1+npqu+++/Pz70oQ/FJz/5yZ51SZH01l1Lp2vgqaH13HPP7bytteynynjrXgfpITxHHHFEvOUtb4lnPOMZpaY+isakyYD7uTF42PFN/n6UGp6L3K9QKgm+XFpAfVuaMPcB1FcZZ2jYP6cTRe73RWWcLqFVJFBVg2uvcFKTVroH85hjjild51U03dLDpLo9PcDvtNNO69wbuqZPelDOxRdfHKk29xmtgPpqtP41nD2bemoY13HSi6Pe8Y53xEtf+tK+X7LUy1wzWvGVqMG1uFkV36h7H2pNMarN+8+gnyn9W7XlSPVUXpnU4JpXPsYymmEUwqOG7afBtdfbW6tu/px6Ybmfi1HddhMTE/GlL32p8xTgdNH06U9/eiFaDa6PvsE192JRg2uhpd3KgxVsrUyrSREgQIAAAQIECDRLYPuI+G4mIWdzQTUTj+zCaNIFsdQY+J73vCc+8pGPVO6Y9ro++tGPxs4771z52LMNWHdDx+T505Ou001G++yzTzz+8Y+fLazSf54aNg877LAZxxnkraU57QcXaXD9f//v/3WastOF/16fdENXerPry172stLuBiCQBOzPWQctFFDftjCp3VNqUj3UpPq52zjddL5o0aI46aSTZr3pvOhyS7V0ukk9vZGqx3+Dig7XOf4nP/lJnHLKKZ2HolT9SXXx6aefHvvtt9/AN8IOax2kBoi/+qu/6jS7DtqMOYrGpMmc9XNPwajiS29zvfDCC2OHHXaoeokZrwYB9W0NqBHqq1pY2zfoKH5O535fVPuybEZTBepscJ08V3qgydlnnx3777//wDVpDplLD6RM94KeeuqpfYXzrne9q7NHus466/R1vIPqE1BfVWKrnurBOMzrOKnRNV17mTdv3kD7EZrRiv890OBa3KyKbwxrH6pXrGrz/jPoZ0r/Vm05Uj2VVyY1uOaVj7GMZpiF8KiAZ2tw7WVQxxP/yza4Tvqlm7kG2aDQ4KrBdVR/B523uICCrbiZbxAgQIAAAQIECBCoWOB9EfHSiDgjIr5W8dhFh9PgWlRsyMc35YLYww8/HCeffHJccskltQmlm4rSm6zSE5+H+RlWQ8fknNJT8s8777zYeOONa5vmgw8+GIceeminaXOmzyB7mDntBxdpcP3Rj34Ub3jDG+Kb3/zmjB7HHntsJy/DaD6uLfEGzkbA/lw2qRBIdQLq2+ossxypSfVQU+rn7kSntyi9973v7auWTg/e2H777eMJT3hCZ4j/+7//i+XLl8/aFJsaMVOT6wEHHDDQTaWT8aaHJi9btiyOPvroznln+6TzpibKxz72sZ1Df/3rX8c3vvGN2b7W+fO3v/3tcdZZZw309qhhr4NXvvKVccEFF8TWW2/d19y6DxpFY9Lk+XNucE0xpmbnyy67LHbdddfCrr4wXAH1bS3e6qtaWNs36Cj+O+Im+vato6bNaBgNrskk1d6pTj/++OMb2+S6ePHiSPvN6eGU/Xw+9rGPdd7S7DN6AfVVJTlQT/VgHPZ1nPSzNP1unx4MVfT6ima04n8PNLgWN6viG8Peh+qOWW3efwb9TOnfqi1HqqfyyqQG17zyMZbR/O///m/ceOON8eMf/3ig+afvf/GLX5x2Y9Fb3vKWzsWMHD7bbrttvOpVr5oxlFtvvTVe//rXx09/+tPOMalYv/LKK2OvvfaqNPyqGly7g0r+aXMjPYE3Nb6mC1yPecxjesatwVWDa6UL2mC1CijYauU1OAECBAgQIECAAIF+BJ4UEfdHxBP/2OA6ykZXDa79ZGyExzThgthsT4FPjampeXD33Xfv7C9tsMEGq27IT7Tp+//zP/8T6aLSTTfdFFdddVU88MADPdV32mmn+MQnPhHbbLPN0LIy7IaONLF0g/xFF10UW2yxRS3z/Na3vhWvfe1rV+1ZppM84xnPWO3/H+StpcO+MWJNOEUaXD/zmc903pw7+UlzT00jv/jFL1b9u7Tmrr/++njuc59bS04MOl4C9ufGK99jMlv1bcsT3aR6qAn1c/dy+fnPf965gTzdeN7rk+qS9MaTgw46KF74whdGahid+t+R1HSammS/8pWvxBVXXBFf+tKXeo5Vtsk1nWfp0qXxtre9bcZ6PcWbHpSSruenN7Q88Ynp197VP4888kjn+vPf/d3fdd4Ae9ttt834NyjdjJ/eOPXUpz610N+yUayD9LvORz/60dh5550LxTqKxqTJAMs0uKb7NdLveoN+0u986XfA2T7pd8B0f0VdvxvNdn5/3p+A+rY/p4JHqa8Kgo3r4aP474ib6Md1teUz72E1uKYZp/o2NX2m/e0e/73LB6VHJL/61a/isMMOixtuuKFnnN313OSDcz796U/HK17xiqznNS7Bqa8qybR6qgfjqK7jvPvd7470z7rrrtt3cjWj9U216kANrsXNqvjGKPahJuNWm/efQT9T+rdqy5HqqbwyqcE1r3yIZgCB22+/Pfbdd9/VLpAtWLAgFi5cGE972tMGGHG4X0lPoE1Plv3Upz616sRvetOb4iMf+UjnRr7uT7ogmC5cpo2D9GTXohsiU4ujdIEnbU5st912PSedbhxMzavp5sF08ei+++6LdAH1e9/7XvzHf/xHfPe7313tyV177LFHpIvXG220Uc/xNLhqcB3u3y5nKyOgYCuj57sECBAgQIAAAQIEKhNITw0+vWu09CbXUTS6anCtLKX1DDTTBbHUBJpucs/h02sPL8WVbv457bTTOjfAF7lgnd4Gm25gfs973tPzTVTDvlDXq6GjnxvBp+ZmxYoVkW4cSPtw6a1VqalyTTfzpwfkXXrppfH0pz+90jSnB9mdccYZkS5yT3523HHHePOb39y5uaD7af7DfGtpr4vus+1JVgGT1tsxxxzTaQaZ/KQHGr74xS+Od73rXaudIjVXpDc2FN27rSJOY7RLwP5cu/JpNqsE1LctXgxNqoeaUD9PLpV0bTZdS04P0ej1SdeVTz/99Nhss836rj9S82h6aMyJJ57Ys3kwNSSma8jPf/7zC6/YW265JQ455JCeza2p9j/qqKPiuOOO6zw4pd9Pumb9D//wD53a/9vf/nbPr6VxzzvvvEK/U8y0Doo8BCUFk+r3lStXdhpyv/nNb8YXvvCFzj8zfQZ5IM9MjUnD/r1npjnNFN+ZZ57ZeaNZmU964PY999zT+d0ovQE3NWr3+qTfU9LvMDM9jLtMDL5bjYD6thrHHqOor2qjbc/Adf6cbo+SmbRNoIp9xFQ3pwbQtDd49913d2q89PCVXvVI2gtOfzbMhy5WkbN/+Zd/if33379zP2j3Jz1cMb1NcYcddoi11167ilMZowYB9VVlqOqpKZQzNbgW/R106s/RtGeQflbO9ADbFMY555zT2a/o93c7zWjF/x5ocC1uVsU3mrQfWcV8mzqGnylNzdzgcaunBrer45saXOtQNebQBNLmQbpZKDWzTn7qevtpXZNKDavpqbKTN4Wli3npKVe77rrrtFP+6Ec/6jzp65//+Z87Tb3vfOc7CzW69iqO0sXJ1Aj8y1/+snNhKG1a/Pu//3vce++9a/wlopfHbDftaXB9tMH1RS96UcyfPz8e+9jH1rW0So2bNuXSTbCTn6K/mJY6uS9nIaBgyyINgiBAgAABAgQIECDQ/dTgbo1hN7pqcM18LeZ+Qex3v/tdnHzyyXHhhReuJlnFk+1vvfXWOOKII6bdmD/Im0XLpLmqho6pMaSL/3fccUfnRu2ZbpIf5Gb+2eaabi448MADY9myZasOTXuYqangrW99a3zta+nH0B8+w3xraRU3ps02915//p3vfCde85rXrPb22tTYut9++8UBBxzQ2Uud/Lz85S/vPMywSNPGIDH5TvsF7M+1P8djOkP1bYsT36R6KPf6eXKZpMbOdGNnrwbB1IT6gQ98oPOG+UFvOE81THqIx5e//OVpKzPVOelBKhtuuGHfq/YHP/hB562sqclz6ufP//zP4/zzz++8uXTQB4Gk6+lnn312x6TXp+hNsFU1uE6NJT20Ol3XTzV890Ouu48r+qCacW5w7Xb7t3/7tzjppJPis5/97LQlUKYxu+9F7sBSAurbUnxr+rL6qjba9gyswbU9uTST/gXq2kdM9Uh64N8Xv/jFacGkuj09fGadddbpP9ARH9mrJk77mp/73OfiBS94wYijc/rZBNRXswn1/efqqSlUVTW49spAGvvGG2+M97///T0fulXFtcO+Mz+mB2pwHU3im7IfORodZyUwOgH11Ojse51Zg2te+RBNQYGpzaHp6zO9/bTg0EM5/Be/+EUcfvjhsWTJklXnm+nJoumtCemps+nPJz+pkE8bIyeccMJqGyPpoll6M+xvf/vb+Nd//ddI50nNq+mpEp/4xCdqm1va3Pj85z8f6W0OvT4aXB9tcK0tCTUNrMG1JtiMh1WwZZwcoREgQIAAAQIECIybwNSnBnfPf1iNrhpcM191uV8Q6/Wk00Ra9Ab0mdLQa48wHTvMN4vW1dAxOefZbuZPb7NNb+sdtFlgqm16O1Jqluj+pGaC1Kg89c2u6ZhhvbW0rhvT1vRXPO21fvjDH+48Mbz7kx5S+OpXv3ram13TMenmjNe97nWZ/+QQXu4C9udyz5D4Sgiob0vg5fzVJtVDudfPk3meqc5NjXx/+7d/G7vvvnvp+m9NTakf//jH49BDD+1r2aVr0+lNs70aOl/1qlfFxRdfHCnusp/U9PvJT36y8xDsyQdIT45Z9EHYdTW4TsaTHvRz2WWXdR4SMzXWdEyqbU899dS+3kqjwfXRlZPeapyuXae/H1M/yTR5V/V7Udn16vurC6hva10R6qtaeZs/uAbX5ufQDIoL1LmPOFMNvdNOO3XeTLjZZpsVD3hE30j3raaHr3R/0otX0u8CT3ziE0cUldP2K6C+6leqr+PUU11MdTa4Tp4mvYzpuOOO6/nQraa+FbuvlZbBQRpcR5OEpuxHjkbHWQmMTkA9NTr7XmfW4JpXPkRTQOD++++PN77xjZH+gz/5SRfF0sXT9HbM3D/pxqj01op3vOMdq0Jd0xtQe90ImN6OcNZZZ8V9993XeQpsamZNb1dIxw77s9VWW3UuSqYb3QZtcJ3pZsdhz2VqHqYW84M0e/a6qD/seZU53yBzLnM+3x29gIJt9DkQAQECBAgQIECAAIE/Csz01OBuoLobXTW4Zr4cc78g1usmmSpv9pnpQvsuu+wSixYtquRG+tmWQN0NHen8Dz/8cKfB9JJLLpkWTtoPveqqq2LTTTedLdRZ/zydJ73J64orrlh1bPcbcb/61a/G3nvvvdpN+sN6a2mdN6bNBPPTn/6081DFm2++edUh3W+tvfzyy+Owww5b7etvfvOb46KLLop11113Vm8HEJhJwP6ctdFiAfVtS5PbpHoo9/o5LZFeD0pO/76ON5nM1Ejbb42XrnunG+CPOOKIaau76JtK+/nrkZpc0wNWUnPo1E9q+k0Pf3nmM58561B1N7imANYUa5E3jmpwXT2dt99+e6TGi3RvRPcnNVOn/Bd58/CsC8UBlQmobyuj7DWQ+qpW3uYPrsG1+Tk0g+ICde8jznQvYKqtFyxYUDzgEX2j1zzcJziiZAxwWvXVAGgzf0U91WUzjAbXdLo1PXQrPXQ03R//+Mc/vtJEG+wPD9w67bTTVqM488wzOy/c8qlPoAn7kfXN3sgE8hVQT+WVGw2ueeVDNH0KpAtBp59+eqeZsvtT5CmnfZ6qtsNSYf6GN7whli9fvuoc559/fufNElN/UM403/RG1z333DMOPPDA+N73vldbrE9+8pMjNX2mi2xbb711bLnllvGUpzyl87SxdBF1gw026OspqLO9wVWDa20pLD2wjavShI0bQMHWuJQJmAABAgQIECBAoN0Ca3pqcPfM62p01eCa+frK/YJYevvlCSecsJpiagi84IILYs6cOZXofuUrX4lXvvKV08a65ZZbYtddd63kHGsaZBgNHen8a3pbUVVvUb3rrrs6N4vfe++9q6a82267dR4s+Kd/+qfRq+EzHfjlL385XvGKV9RqXfeNab2C77W2Dj744M5byNLe6Pe///3Yb7/9OjdiTH622GKLuOGGG2K77bar1cPg7RawP9fu/JpdqG9buAiaVA/lXj+n5dHrIRrp37/73e+OM844o6+3fva7zGa6cTV9v5830/d6MHX6bp1vXFnTw19muuY+1WMYDa7pnGuKNd0bkK75z3bDrgbX1bM305p93vOeF9ddd13nngaf/ATUt7XnRH1VO3FzT6DBtbm5E/ngAnXvI6aXkaR7P7/5zW+uFmS6n/Vd73rX4IEP+ZsaXIcMXvHp1FcVg4b9qknRYTW4pvOl63iHHHLItAcYPeMZz4jPfe5z8YIXvKDyRI/7gBpcR7MCmrAfORoZZyUwWgH11Gj9p55dg2te+RBNnwK9niJb5GmsfZ6mtsN6XcRKT+5auHBhPO1pT5t23l5PIJ2c7+Me97hOg2v3GwSKBv7CF74wNt544//P3nkAz1HcabtPRIENJ2ORfRZHMIdABhFNEphgokQSQXAgkYookgEBBkEVydjGSAIhITDBHCIHEW0EyMCJjCSC4Qw2cCbDwRFMAZ+Nv3rHN39mZ3ty2N7Zp6tUdvGf6el+unfn3e5+fz8zdOhQs8QSSxhlY9VhNf03HdKaf/75s1ZpvR6D6z59XHbaaSdz6KGHGo1fmvLVV195G8jvv/++OeiggwqNyWeffWYmTZpkNIeifvzNmjXL2xz3CwbXNKPUrGsQbM0aT3oDAQhAAAIQgAAEIND1BNJEDQ52smyjKwZXx6eQ6xtito3SstcalLlHa2SzZ89uGS1lNd17770rH8G6DB3qSFS2orQZtuJgKPuWDMmKjB0sxxxzjDn33HO9tSxdo6jZ4UjOaQ/nFxmMqg+mhdv2xRdfeFlzJ06c2PKn888/34iJStRBj7IMx0V4cW93E2B9rrvHj9YnEkDfJiLqvgu6SQ+5rp+jAoqsv/76Zvr06V4Q4rLL448/brR/qWcHSxrdHmXGveSSS7xM95Z3WinNtwWUVsUbbbSR0e+AQYMGxT6nLoOrGhFlAv63f/s3c8MNN5jBgwfHthWDazueqVOnmkMOOaTtDw8//LA3ByjuEUDfVj4m6KvKEXfvAzC4du/Y0fL8BKpeR/zoo488rasgd8HSbRnwMLjmn2Mu3Im+Kn0U0FP/h7ROg6v2nLQHc/TRR7cNqPahlAxrvvnmK32we7lCDK6dGX3X1yM7Q4WnQqDzBNBTnR+DYAswuLo1HrQmBQFtVI0ZM6Yt+tUee+xh1lprrRQ1VHPJ6quvbrbffvvEyiXGtfGozZZPPvnEu14mUi122LJM2A5R6fpf//rXZsSIEUZmxaOOOspceuml1mfLrKrMqyuttJIZOHCgF7E0mE2grkN+ahwG168Nrmk2g/0Bfe+998zpp59uJk+e7M0VHTJUxKK8xuMHH3zQ7LnnnubTTz/16tGBxfAGb3jxKkt7Ez8EXNAVBBBsXTFMNBICEIAABCAAAQhAoLcIpM3CEKRSltEVg6vjc831DTHbRqkyhGo9a/HFFy+Frn+g6I9//KO3BrbAAguYNddc08j0qeyjVZc6DR1/+9vfvMBk4houaTJsxbFQcDVlJ73nnntaLgtnZ7UZINIezi8yFlUfTAu37b/+67+M1p3nzZvX9ydbdtabb77Z7Lrrri23l2E4LsKKe7ufAOtz3T+G9CCRAPo2EVF3XdBNesh1/WzLIK/ZUGUADQVoPuKII8wVV1zRMvF22GEHL3BulFn0ww8/NAcccIC55ZZbatdCUcFZ1BD91lC74kqdBle1I8oInGZcMbi2j6TtO0dXYXB1992Bvq1lbNBXtWDuvodgcO2+MaPFxQlUvY4YZf7C4Fp87KghPQH0VXpWGa5ET8UE9qzqHHEnAn1lmBONuxSDa2eG1PX1yM5Q4akQ6DwB9FTnxyDYAgyubo0HrUkgYMt86gq0tIsTNoOuDIbKerDQQgu1dcc3Iwaj5SqDp0yOiy66qJcx4aqrrjJvv/22WWWVVcy3v/1tL2qv/qYDgv369eurM8lgWjXLpOf/9a9/9Uy/ylbaySJmwcy1YTGf50daXsOozK2K9jZjxow+JGrblClTzF577ZU54vHHH39sjjzySG/O+OVb3/qW+fnPf2723XffvkhHWoSTedovMtMutthimZ/XyXHk2cUIINiK8eNuCEAAAhCAAAQgAAEIVEAga9TgYBOKGl0xuFYwoGVW6fqGmO3gsUyC1113XUcD1pU5BnUaOtTuZ555xsgk/NJLL7V0I5hpNU//7rvvPrPzzjv3BeZTHTajptbwDj/8cC8IX7CkOZyfp13+PVUfTAu3zWZCGD16tLnwwgu99Ve/vPnmm16m4Fmz9HX7dSlqOC7Cinu7nwDrc90/hvQgkQD6NhFRd13QTXrIZf385ZdfmnHjxnl7wcGyzDLLmNtvv92svfbalU0MmVvvuusus8kmm5gNN9zQrLbaaqZ///6xzxPLbbfdtkU/6oaqdaHfqOeff96MHDmyJcCz/mbTbOGO1G1wjdKMaYL/YHBtn4YYXCv7KqisYvRtZWiDFaOvasHcfQ9xzeAaXt/5/ve/760TKomDis7IXXPNNZ72+d3vfuf9tw022MBboxo+fLi3npgmKYDOn/35z382eufPnTvXzJkzx1tLe+211/oGUWewFCRvxRVXNBtvvLH3T+uWwfN2aUbcxth2llDnth566CEvEYYCqqlNKkpeIQ7bbLONUYCR5ZdfPvaMlvqmwGxidP/995snnnjCfPDBB32s1ltvPW+Nb/3110/Uc2n6p2t0RvGdd97x1r/Uh2effdbj6if40PgpAN6wYcPMj370I288s3JM25Y011W9jhiVlOTss882J510UmwTbUH1wp+DNH30r7HVpzGQXlpiiSX6qrJdl+U5ec5MZqmfa7MTQF9lZ5biDvRUBwyuGpepU6d6iaPC5bbbbvPe/1GlrO9UXzfMnDnTC5z04osvmkcffbTvsX6yKa3LKLDuuuuuawYMGJBiSrVekqSDdLX0wm9+8xtvjSasFwYPHuy9a6UX5BlIo4nCjSzb4KrgZ9IiTz75pPe/0lq+xvGfLf0mvfODH/zAbLTRRmbo0KGpNYptr67Ie9NvU1TgtKrWtFxej0yrZbVuqSDImpv6nAS1oPS6xnW77bbz1hblOShc3vVDAAAgAElEQVSryNPw2GOPGQVk1udSn4s02tf2/ZDk98nzneI6P42DPFj6fErL63+1pur/LpKPRJ8pjaGS9ZX5G6KsOVBlPeipKulmrxuDa3Zm3NEhAjI/SjRoQ8/FkvTCU5ujInfJsCojY9BQqOv14tCLMlgk8LTItc4662TGYHuBpllUyfygiBuSDK5lPafsejppcFVftFirTKvBBVbNgyuvvNL7oZKl6MeesnD4i4u6V5mHFcV46aWXzlIV1zacAIKt4QNM9yAAAQhAAAIQgAAEupVAnqjBwb7mNbpicHV8xri8ISZ0Tz31lNlxxx29w2nBcthhh5nzzjuvxSjoOOrI5tVt6IgymGpTXW1ZdtllM6P84osvzAknnGAmTpzYcq/Wxk455ZS2Q3W2DeWqs5ZWfTAt2PGobGRXX321Z2YNlqisummMFZkHiht6hgDrcz0z1L3eUfRtg2ZAN+khl/VzERNk3dNJBwEVxPnUU09tebQt431VbYvSsDJX3HDDDUYHP6NK3QZXaUaxOuecczLzwuDaOoqae2eccYb3L1jqMIJXNZd7oV70bW2jjL6qDXX3PKhbDK4yadx6662eOTB8Xi5IWwfmFZjjX//1X62DoMPbOlt38cUXewfhsxbVf9RRR3nGEVuyClt9SYfadWZQbZ4wYUJs31S3TLdaN9U6nQ6bh8urr75qxo8f35LcIKqPMt/obOAPf/jD3GZTvXdlUjnzzDPNLbfckhpnHo6pK09xYdXriFG6XcaLrbbaKraFeYwTcRVicE0xIRp6CfqqsoHteT0Vdda9SqN7VGBX6QJ9p88333zWAS/6nap1BZlaf/rTn3oBHNIWva8VTOLYY481Q4YMSZ08KM7gqrYocKr8CHFayG+j3rWnnXZa5vd8GQZXGYJnz57t7Snec889bYHPkjjqDPzBBx9s5J8YOHBg7OWvvPKKlxAqrOt07v2AAw5IelTk322Zg9OsJ+V9oMvrkUlaVnPz5ptv9ta0FOQkqUjDyrB+9NFHJ45vXF3S9dLQkyZNSvWZWGONNbzfErvssoun410xuHaKn9jKn3TBBRd4idV8U3DS+GX5fCbV1Q1/R0+5NUoYXN0aD1oTQUALJdOnT/dedkFjnkvA0hhcoyLuZumHDv1JEEeJ9bi6bD860rQ7S/virsXguk8fniw/9KLmvyJkXH755V70uzTl3Xff9X4MBLPB5jXKpnke13Q3AQRbd48frYcABCAAAQhAAAIQaCyBIlGDg1CyGl0xuDo+pVzeEBO6KKOg/qYNSR2yGjRokOOU45tXt6FDrVFWL60TBos21HWIShFWsxbbBrEOiOtgobI+hEvUhnKVWUurPpgW7KMiEO+0004txmytx2mdeoUVVmjjYbs+jl/W8eH63iPA+lzvjXmP9hh926CB7yY95LJ+VhYCRcoP74lHBR3p5BT66KOPzIEHHugZSIIlTUbSMtsdlcnz2muvNXvssUfko+o2uKoh2qcdMWJEW5uS2orBtRWZ7RCqrigS8KfMOUlddgLo29pmBvqqNtTd86BuMbgqi5DWuoIJAGyUo85c6XzVAw884CXPUFaiokWmFa2/6WxVUokzBag/xxxzTCZzqJ6nhAUXXXRR3/NlJNG62/HHH5/IKNherRcqyIbakDXLmw7B66zi5MmTc5/ZFMef//znkYbkJLZ5/171OqJMHrvuumtL89IG/ytqxgozweCad5Z0/33oq8rGsOf1VCcMrlFrDHof/vrXv47MllrkO1XGL+mGX/3qV7knk96zRx55pFeP/n9SiTK4yuSp97XeuVnL/vvv7wUgS5vkqKjB9c9//rP5yU9+kirYRlJflBlX5jtlHrd8p3m3RwUMKxpk9r777vNMysE1uKJ1xvXX5fXIOC2rz8lxxx3nfQ6zFmUFVdAZZe7NWpRFWUFntO+dtShYjOa52q61QWV89UuSbybPd4qL/JRYUMH/FBwujWHexlifTyUn3HbbbXMHy8k6dp24Hj3VCerRz8Tg6tZ40JoIArYMlv6lEnNpDX5lAZaYkRgMRgNJeuH5z47aYEvTtqKZNm0/OpKi26RpV9prMLjmM7iKr6J3KFOGhEKwaAN06tSpZqmlloodBi3iKlqNIt4Ey7nnnusJz6wLmGnHnOu6lwCCrXvHjpZDAAIQgAAEIAABCDSeQNGowUFAaY2uGFwdn1Yub4j56G677Tbz7//+79aDUIriqr8pK+Zaa63VlesUnTB03HvvvZ75IVxsGUbTTGFbRlaNiw7S2Tblo4L5Vbn5W/XBNJ9TVEbWuLXUqMMXOpCgrBp5AhamGTeuaS4B1ueaO7b0rI0A+rYhk6Kb9JDL+vmqq64y++23X9uskJ4ePny4U7Pl5ZdfNnvuuad56qmnWtpV5/6zHhyV5UUaTP+iDkh2wuAa1dakswYYXL+eYlH73rpCxh3tfy+44IJOfVZozD8IoG9rnQnoq1pxu/+wbjC4av1E6z7Bw+c2slqjUhbRLbbYouXPOsB95ZVXeu+CMpNnpD2XFXWoXVrpiCOOyHUwXx3cd999vYxV6neR5CC6X6YEW6CNqBn80ksvFWp7sF4djr/kkkvMpptuWtsHpsp1xLffftsL9HLnnXe29EcGnbFjxyZm8ctjnIgDh8G1tmnl3IPQV5UOSU/rqU4YXKNMjDLIXXfddUbvElvJ+536zjvvGAXN0HpLGUWGOgWFWHTRRWOrsxlctT8nk20ec6v/sHBgjLhGFDG4ag3o8MMPb8umWoRhmkRNNjOqgszefvvtZu211878+Kg9ziqD+Lq8HhmlZeU5KPo50fgqON4666yTepwefPBBz++Q15ipB40cOdLoc6kssp0yuHaKnzLfKsC4/hUtRYLlFH12Xfejp+oine45GFzTceKqDhJ44YUXzJgxYyLF0MMPP2w22mijWluYlIo9rjFRm1ZJHdALQi9426G1pHv9v2uzR5EY9M8vWTKJpnmOosXpn80wicE1v8FV7KN+UJ1zzjledL64Q3K2H3ESbzLHDhgwIM3Qck2PEUCw9diA010IQAACEIAABCAAgW4iUFbU4GCfk4yuGFwdnyEub4j56LSRcsIJJyRuzmqTa7vttvMyFCgLqcyvUQfSXRqWThg6FLl29913N88++2wLiqTD8TZuUeZMBUw74IADIlFHbShHZX0tOmZVHkwLtk2ZNUaNGmVmz57d95+jDlAG77OZhOOyvhblwf3NJsD6XLPHl961EEDfNmRCdJMeclk/2/TOyiuv7O0TDxkyxKnZEsVR5hKZMeoqUaaduGAtalsnDK7KHCGdOXPmzBY8SXv2GFy/xhUVHD2NXq9rTvIcOwH0ba0zA31VK273H+a6wVXf4f379zfvvvtuH8wddtjB6J/MLB9++KFRoLe77rrLDB061Gj9JXzWSZmdlEXeZm7VeqOyfK+33npeff75Kq1X6rD7Qw895OmCKGNsGtOijbEO1Ovdr8xJwaI2KIvVqquu6v1nnY2cNWtWZFZWGS2WWGIJLwhKMLut1k1l9F1zzTW9Pv33f/+30VpdlBEgbXZRtUl1aE1QXGxFfVDwFfVDYyFTku7ROc477rgjchykE4cNG1bLh6aqdcSobGJpzdA+33A2sSQDVxy0tAZXGcE1z3W20y/KRBtOmKGzuuK38MILtzxW50EXW2yxrlivr2WSOfAQ9FWlg9DTeqoTBleNZlTQrzifQB6Dq74PFRxJATbCRe9X7VEqIO/qq69uFlhgAe+SN99808ydO9fMmDEj8l2rYA4KgBC3rxl+P2nNZ4011jD6Pg6WTTbZxHsXKziEvns1Js8995wX8ELBPmy6Je27KK/B9Y033vACFj/wwANt3KTn5OVQu/VO842+vkZ4/PHHY/VO0nl26UHxUN+DRUmjFOAk617yK6+8Yvbaa68Wb8qGG25orrnmGiPtWEVxeT3SpmWPPfZY8/nnn7ft7eszIlbS1gowprmoz6jWa6KKH7RFczmpJPmGpH/1O0GfG2ngP/7xj96zFXjkgw8+aKlen2MFJnnrrbf6/nvSPnqe7xSX+Ok3jhKqTZgwwYra/46TJl9xxRX7vt/mzJnj/W4J/t4IVtDkhGroqaRPZb1/x+BaL2+elpFAmggp3WZw/fTTT42yKGihwF80kxjSS7tfv35exDWJYC26BV8Siuam6C5a0CtSwsI0aWPP9iyJ+//93/81Enivv/66t9Cmg3R6qesFd+2113op3cMFg2sxg6t4Pvnkk31zQyJDQks/iBZaaKHIaWHL/qofEPqhU3f24yJzl3vrJYBgq5c3T4MABCAAAQhAAAIQgEBGAmVGDQ4+OsroisE14wDVfbnLG2JBFmnW+sLs/ANfW221lbdZtvzyyzuZ4bUThg5tpivrrQ7ABYsOz2lDN3wAKW5eamN5p512atngS2PMfP/9973N7Hvuuael+qqyllZ1MC3MRgcJdt1115b/vPPOO1sPUAYvsm166u9JRuG6vzN4XncQYH2uO8aJVpZGAH1bGsrOVdRNeshV/Rx1gLTqA3Z5Z41tzFWXDpXVmZ0riptMHDqYOHDgQGsXO2Fw1aE/ZTpRBrVg0eFZ/beowMQYXI13mFcGn5/85CfWw3YHHXSQ+eUvf5mYLSfvfOe+4gTQt8UZZqwBfZURWJMvd93gGmSvM3Q/+9nPvHUZnaMLFh3W/tOf/uQdZg+WKLOFzlWdddZZ3tpVUjY1HXrXIXBlTgsbRtIYQ6MYB9upg/gKAChTaDhxhPp28cUXe+fAws8fPHiwUZYxZVRV0Xqp3odiFD5HqDN9999/v/ccWzZcZamTMTWuyECi4BthY67ukVH4tNNO80yq4fHx65SpV2uTNpYyvujc5KBBgyr/yJW1jqiznr4ZWvrXZirSOurll1+e+hxeHuNEHLC0BldbHTZNnxR8pfLB4wGpCaCvUqPKe2HP6qlOGVwV0MKWBCrqTLoGNs93avActj85dHZfiYaOOuoo7zx/VNF5bL0jbb9N02gG2/sprIXOPPNML/uk7Vy4El3pnP5JJ51kzRCv+seNGxe7l5rH4CqNMX78eGtGSAVKkKHuX/7lX2I/a/7vevUvHJAjKWiV+q3f/Mcdd1zLM9Ls3aV9/1W1t+k/39X1SLUvjZZdd911vc+INK3NyyI9ff7555uf//znbciTxte/IU6H6rlK8CbTqs3QHKfngw2qy+AahlAHP31OJk6c6GWtDRf9zvrxj3/sJR2M+m2k7zetvYmR7TOqtUsZ6ZtW0FNujSgGV7fGg9YECGixQ0IkvLkThtRtBtekQf7444/NkUce6UWi8YsWQcRBkVqKlvCixI9+9COj/6ZIb8GihTFlbnj11Ve9BTJFuHj66ac9M2tSyvcpU6Z4C13hgsG1uMFV4kMH4i666CLvnza0kyLPhKMUSihqjBR9JuneovON+7uXAIKte8eOlkMAAhCAAAQgAAEI9ASBKqIGB8GFja4YXB2fVlEbYlU2O29EeUVO1QahDjjlKX7GhW222cY7ULXUUks5sb7RCUNHWYfcFT1ZG4La0A6WsWPHegH34gKrRW0opzHH5hn/sg6mxT1bB9YUbPCKK65ouSxNFGht/OkAoTYPgyXvBnseRtzTHAKszzVnLOlJKgLo21SY3L6om/SQq/o5yvwYtZ/b6Rmhg4XK5hAs2ofU3uQGG2xQW/OkSaVn9S9Ykn6zdMLgGnVIOGmM0xw0rAK4DCgKqpNUqjBOiZXOTuh8grLR6QBx1DmFrKaSpP7w92oIoG+r4RpTK/qqduTuPrCu90haU1yUsSPveSZldFVygLAmUbZQBXRLezZKySqmTZtmDjnkkLa67r77bi8rWVRJYiyjycknn+wlvogqcdnk/Htk+rnwwgsTzxBGZTyXGUb8/Sy24bbEHYrXeUYZhuP64NenehQQ79BDD20LTCEO0m1hk2/Zn6AkA1FZz9OYyBztZ+RNU28eM1ZcvRhc01Bv5jXoq8rHtWf1VKcMrnkMgHm+U23rGWmMocH3nH6nKitlMDOk/p4UTCLu/aR1DAW8UDCMpBIVVFj7qDfeeKNZZ511IqvIY3B9/vnnPdOtfqMHi9aFZFjNkrxLXoR99tmnrS61S0bZKO1ma4N0SZJOC4Ow7QPmqSdpjMJ/d3U9Uu1M0rIKKiYdGBVEzu+r9KzOAMgoHi5pdKj8EeHM8qpH+lH/koLWSM/LEC/dGs7m6renEwbXOvipfzbzvv67fsdMnTrVKHBOmqIEfQrQp6y4wbL55pt7fqblllsuTTVdcw16yq2hwuDq1njQmv8joM27E0880RNqSaVJBlct7mjzV5HjgkUvA20cpV1wi2M2Y8aMlugJyuCpyGoSbMrIqsguEoFRKcaTxkN/V5QW/Qu3N4/BNSryb5p2pL0maQ6FxXzaBdng88P98OvQNcccc4wnHFwuSYLO5bbTtnwEyvi+yfdk7oIABCAAAQhAAAIQgAAEHCLgG10fCLZJ6xcUtwi4vCFmIxUX/TMr2U022cTbBNVhtSWXXDLr7aVd3wlDh4LT6fCeNqqDJSn7U7jTtkywaSPpqq5nnnnG7Lbbbn1ZJPz6q8haWofB1dYfraHqQH2ajT9bhPEsPEublFTU9QRYn+v6IaQDbhJA31Y4Lt2kh1zVz1GHyaT5dGh+kUUWqXAEs1dt02ZJptLsT0l3h60tyu52/fXXR5oNOmFwVZBpGVx0mDZY1l57be8A3korrWTtcNJBw3SUsl9V1OCa/YnZ71AWu0suuaTWrMHZW8kdIoC+bew8QF91wdDW9R5Je54qytghk8ikSZNis6aFcUetj+U1UcqkonbMnDmz5VFJ78Q4xln6FWUeUWOks6ZPn54qS2hUQDut4WnNbvHFF7fOXJ0dVMKExx57rOXvhx12mBcIL8lUELxJ+wjKdjp69OiWrLRpjDdlfKyqNrgqQ7Cy98mEkYWL+pbHjBXHBINrGTOmO+tAX3XnuFla7Zye6pTB9amnnjI77rhjm2n07LPP9jKW2krW71Rb35R8SnttQ4YMST2pogKeRp2f9yuOej/p/ajgHMqSnrYogZX2SLW+ESxKLiYzYlQA2zwGV5spOK/ZLUqnJGnJqHmZNfOqbR+wjkC1rq5Hau6UpWVVly3Rm/570v51lA7PqkOlQaWZFbRGfqRwSfJDZP1OcYVf1HdS3qBwL7/8sqfjw98vF1xwgVGQ7CZpEAyuad869VyHwbUezjwlA4E4c+suu+xinn322ZbDUknmxAyPTn2p7UWe9MJLU7kypcrcGlwkyrLIZXvGp59+apQN909/+pO3OKLoKYrkVmWJEpkYXNszuGocMLhWORupOy+BJonPvAy4DwIQgAAEIAABCEAAAhCwE8Dg6t7McHlDLI6WAq4pkvGUKVPMQw89VAisDhRpo+roo49OjB5b6EERN3fC0JE3+1O4CzfffLPZddddW/7zlltuaa666iqzzDLLJOKKyniqTS+tQ2Y94BX3wKoNrlEZabP0JWoDNusGeyJ4Lmg8AdbnGj/EdNAhAujbcgajm/SQq/o56jBZ0gG/ckYwey0uGVylXffbb7+2TsSdJeiEwVUNzMOtLmNSGGCSmce/vlPtU8a0n/70p2bNNdfMPoG5o3YC6NvakXf0geirjuJve3hd39NpNUuUsSPteyfYwaKBysKwooJRnH/++d75rqgSxVhra7feeqtZb731Uk0KnZtUtiQlwwiXX/ziF14b0n6f2oKwJWWNt2XD1aF4tUfmn6xFB+2ViU1tD5Y61snqMLiOGDHCHHHEEZ4W6devX2o8eYwTcZVjcE2NvnEXpv0+aFzHe6RDndRTnTK42r7PNNxx5/Ozfqfa3tlJAbKippzetUrmpcBLqkPBUldYYQXv/0dlS496P2XJIBtsj22PLyn4WFaDa5Q+KRLoNpysS31KCsSha2z93WyzzbzkYssuu2zit0PUPqD2qqVlqyyurkeqz2VpWZ+fbZ04Kbhb1FxOG+AlOHZR32FJ3yf6e9bvFFf4RWU4VlC4PffcM9fU1jkO+ZqCRuEsZwhyPbQDN2Fw7QD0mEdicHVrPHq+NUoHroil06ZNa2OhyGoyuB5wwAFm3rx5fX9visFVL9MTTjihxXwqsatIrXFRYSS2FO1CmRZef/1189xzzxlFTZAReO7cudboE2VNtLXWWssoaszQoUPN6quvbpZffnlPnP/zP/+zmX/++dseg8EVg2tZc496qifAAlj1jHkCBCAAAQhAAAIQgAAEupVAJzdUu5VZ1e12eUMsTd+/+uor8+c//9ncdddd5qabbjL33Xdfmtus12gTWQemtt1220yHinI/8P9u7CZDR7CvUebUrAfmbJuOWQ/wpRmDqg2uUeZUzUutTacpUZvjOgyoTVitn1IgkIYA63NpKHENBMohgL4th2M36SFX9XM3GVw///xzo4wgkydPbplASYcoy5lt7bXY5p+uwuBajHhao1Fdxim/NzosrPmnw69lBtQpRou7kwigb5MINevv6Cu3xrOu7+kiBtc8mdNE+f333zdz5szpOy+nxA86yzZx4kTzzW9+M9dAZDV96CFRjNMYNcKNtD1f62y33367kTEgbbGZf+O0WlQ23KzrhOH2SXtrrbbug/FVG1yD/VQCkzPOOMMMGjQo1fDkMU7EVYzBNRX2Rl6EvmrksPZ1qpN6qskG1yizpkxgBx54YOpAEnlnn+39JK/ADTfcYAYPHpy52jzZ57NqHQWskN6SgU7Z3uVNkPaZOnVqpqy3wc7Z1uaSAnHofnkl9t57bzNrlhIff11kxBs+fHgivw8//NDzoSjLvF+K8E98YOACV9cj47SszI0XXXRRZl2dVYdGZR8tEhTl8ccfNzvttFNbRuikhHZ5dFrUb4G6+GkMbVmWi2Ym1m8t9eGee+7pm8n6jaXPzxZbbJFl+jt9LQZXt4YHg6tb49HTrVGWUW1C2CKQ+enFZeDcY489WgyuioIlY2WdReL9+uuv97Kh+iXphZfUPhlZDz744JbFnKQ03nFR25Kel/bvWU2scfVicMXgmnbecV3nCbAA1vkxoAUQgAAEIAABCEAAAhBwgMDvjDGnG2MeCLalkxuqDjBxsgkub4jlASbTpTZH77//fs/s+rvfaSqmL9pYOfvss72MrrYgbOlrSn9lJwwdn332mTnqqKOMIiQHS5oNYP96WzTXPAfmXnvtNTNq1Cgze/bslrYU2Xi00a/a4Kr5ps2+4IG7DTfc0FxzzTXe4ci05amnnjI77rhj26ZpkWjWaZ/Ndc0hwPpcc8aSnjhFAH1b4XB0kx5yVT9jcM0/QbvF4Krf0zI/6F+wJBmD6zImhUfAJYOrghnpt87IkSO9LHgLLrhg/gnDnR0hgL7tCPY6Hoq+qoNywWfU9R4pYnBVJiCtvwwcOLBgb4vfntX0oSdGMdYa5UknnZSpUbbD6VnW+/yHZT2cbzMi5FknDHfWZkTR+u1vf/tbs8EGG2Rik+XiOg2uape0is56aqyS3nlZxyap3xhckwg19+9Jc625PW9cz5zTU50yuL744otm99139xI8BUuZGVz/9re/Ge1dnXPOOS3P0B7QmWee6f3mXGihhSqbZLb309ixY815552X67laZzjrrLO8PgWLsr6fe+651t/OebRO2UDyGlw1flpTUR+CJS1D2z5g2nuLMnB1PTJOy55//vlGcylryap1bPvM0ot333232WijjbI+3rs+ymOT5PfJ2nYX+EX1Ne/4+cCjvi/z/MbJNYg13YTBtSbQKR+DwTUlKC6rloBeTIcffri588472x4k578igWkBy/bSqLZl6WtPeuHF1SSj7JgxY8xjjz3Wd5lEsqKbDBgwIPLWqBdH+lb/40otsCgCiZ+JVVkEJNYlDso8BFiGwVURH6ZMmRLLJa7/f/rTn7zoK8EfQElZgMNiPu2CbLAd4U3VrPPF9oMx7YZisB3hvmRtR9a5xfXdSwDB1r1jR8shAAEIQAACEIAABHqCwD8bY14xxuh/qyj+Rqof+vTvwYdgcK0CebE6ozbE8qwdFGtJNXdrXeT3v/+9Z3ZVltc0hleta2kNaa+99ko8UFRGqzth6CgaDTYq0+jo0aPNhRdemCkTUtSGctlZS6s0uJYZHTgqM27RSLllzFXq6B4CrM91z1jR0lIIoG9LwdjZSrpJD7mqn5VFQnvj4T3zPJm/6pgNNm2WZNSsql22tiRlgouaB0l7x0X6EHVIeLPNNjP6DC277LLW6l03P0e1T+cQkgLFiIkCHAWDzAQh7L///t7BVRlsOMBfZPZ1/l70be1jgL6qHbm7D4z6nu7UmSHbe1sZ0yZMmGAWWWSR2kF+9dVX5u233zZPPvmkufHGGz0t9sEHH7S0I4lVFOM867M2XZ3nrFrWw/kzZswwI0aMaOl3kkZJM1hR+ufKK680ynxaVSlrHfGvf/2rp1P8OXLzzTd769Q27SLdo34NGzYstltZxyaJEQbXJELN/Tv6qvKx7Vk91SmDa9TvdO336V1oK3m+U23vPL/uNdZYwzO5KmCB/n///v1LnWi291PRd6KtP9tvv72XcMzmQeiUwVXZ4p977jkvG6Qy1mrsgiVtQA9bZs40+5FRe5lps78WnQiurkeqX1FaNi8bW31xa4aPPvqo2XrrrVv0VRk6VEb2k08+OZOuz/Od0ml+UYGoFVBmq622KjR1bb9NOvnbrVBnIm5GT1VBNX+dGFzzs+POkggoS4CEp17c4aJFE5k8l1pqKe9PTTS46rCToltMmzatr/ta7NCC2TrrrJNIWXyUjSKpBDOxSgjoMKBflCFXJuKFF144qRrv7zr8dscdd5jlllvOM8WmLWUYXNMK2Kg22eZQ0iYlBte0I8x1TSKAYGvSaNIXCEAAAhCAAAQgAIEGElBW1fEV9CtsbPUfgcG1AthlVunyhliZ/fTr0sH/hx56yFx++eWRh4l0bdch6YQAACAASURBVJY1tqLtdMnQkfbA2/vvv+8ZKLSRHCx5Dt7pfs3Dbbfdtu1wV5lZS8s6mGYbb9u6YZHowLY5ofpuueUWoyB+FAgkEWB9LokQf28YAfRtAwa0m/SQq/o56gBp0f3RqqaX6wbXJLOtSwbXpDHuVoNrkhnIn5syjsybN887szB9+vS2KbvuuusaZYf44Q9/aPr161fVlKbeigmgbysG3F49+qp25O4+sBsMrnFZxsoiK6318ccfm5dfftnoELgC6snU+sQTT7QZWsPPTHqnRTFOOpNm65tNVysLrLTXfPPNlxpH1sP5tsyxMouccsopXpKMIkXZeYNnI1VXEtMiz9O9Va0j6tyk5tCJJ57orfOFi5jJUKRgK1El69gkscDgmkSouX9HX1U+tj2rp1wzuMbtW+X5TtU+o/bSZLKMK3r/KXukfrMr2/wqq6xizYiaZSba3k959ELwmU899ZTZcccdzVtvvdX3n9dee21z7bXXmpVWWqmteVUaXP3AENJab7zxhpFHZM6cOd6/sKE13LCktRH/eo2fEl2F38NJ+5s2E6DG9aqrrvKCalVdXF2PVL/L1LJR9cWt09n0r/awL7rookI61Gb+TtKgeb5TOs3P9h2gcZg8ebKXAK9IURI/+YyCJe1ntchz67wXPVUn7eRnYXBNZsQVFRJQFk1lUZCACZewuVV/b5rBVUJOmzTjxo1r6f4ll1xiFN0gTQTSe++914taobLBBhuYQYMGGZlZBw8e7BlQdZBv8cUXb9noCZti4yK12IZfWTL2228/77Ca0pfvvffeqTK99rLBtWjmVDK4VvhFRNVWAgg2JgYEIAABCEAAAhCAAAScJVBFtOAoY6sPAYOrs9PhHw1zeUOsSnQ6TPTKK6+YM844w9t8tJW0Zs+i7eyEoSNqrTTtgTdlGlBG0ahMSUWZ+PeXmbW0qoNpautll13mrclWXcaOHWvOO+88s9BCC1X9KOrvcgKsz3X5ANL8LATQt1loOXxtN+khV/WzMkmceuqpRtkFgiXuUGInp4Q0uPaMw6XowcysfYo6eKtDijJTDBw40FplJwyuUQfekg7tNd3g6g+QMujddNNN5vjjj/eMR8Gig8UnnHCCOe6440rPoJN1znF9PgLo23zcct6FvsoJrqm3dYPBNemgedaxkfFh9uzZRmfcZGJVIIVwVtYsdSa1r8xD7TZdnfR8W1+yHs63rbtlYZT12qwJObLWX+U6otqiNVWZXC+++OK2pknTjx8/PtKQnHVskvqOwTWJUHP/jr6qdGx7Wk91yuBqewdqlOOyEOb9TtWagEySSabL4Cz71re+5QUw3WmnnbwATEreleacf7CO8PspKThXmlluY6Dss9dff71ZddVV26ooy+D65Zdfmrlz55pZs2aZRx55xMgIl4VnuGFZTHO2Pb3Ro0ebCy+80Cy66KJWbMrCvuuuu7b8TSwUzCPrOKYZl/A1rq5Hqp02LatgHUrWNmTIkMzdzZrB1ZZptQytaGOepKvzfKd0ml/U3Mo8cClvcHWtOmXz2y5DT+UlV819GFyr4UqtKQl88cUXnjCQyTNYRo4caSZNmtSXudX/m+2lUUZ0gZTN7btMCxRnnXWWeeyxx/r+W9ILz/YM3yga3Jw56KCDjCKiRQks1SNjrF6GiionA6uywIZNrHF9CppidV2ckA3XIwE6ZsyYlr7/+Mc/Njo4J/EeVzC4ntaHR8ZgRR9MWzC4piXFdWURQLCVRZJ6IAABCEAAAhCAAAQgUDqBMqMFJxlb/cZjcC19GMut0OUNsXJ7aq9Nh6B1cF0bXWGzpiLu3n777UYbLVWWThg6Hn30US/wXbjPadadtOmsoHtah6y6lJm1tKqDaR999JFnbtVGbdVFkXIVFVwBCikQiCPA+hzzo4cIoG8bMtjdpIdc1s/hQMWaHnVp2qxT8cEHHzTDhg1ru00ZQvbYY4+s1eW+XgYWGUTvvPPOljqSTKOdMLgq29eee+5plFkhWJKy1vWKwVVMFMjogQceMPvvv3+byVV/P/300z2ja//+/XPPGW7sDAH0ba3c0Ve14nb/Yb1icNU75JlnnvGSNSijV5lB3ZLOBdoYZzmPF5xFnTC4fv75514QCZ3DrKtUHZiwqnXEIJ+XXnrJ06HBM6T6u7K4Kiv9CiusYMWZxzgRNy4YXOuate49B31V6Zj0tJ7qlMHVZnJLWhMp8p369NNPGwUl1fpAnqLv+3322cfsvvvuZskll0xVRV0GVzUmKgBZUYPre++952VmVzKvcHCqVBAiLspicLWNe5wh0zanNbduvfVWs9566xVpdup7XV6PzGpITep01vqKzsmo9tgymybp+jzfKVn7Wza/6667zltvrKuUYcyvq61pnoOeSkOpvmswuNbHmidFEFAKev3Q1yaFiv6/DK+2SKq2l0bdEWDVRtuLKOmFF+6+zSgqsXv55Zf3pQP3jax/+MMfjLLdKtOtBLUOr6mkOaxmw/7iiy96glp1+iUuwo1/zTvvvGO0uHTbbbe1VBtud9Rk71WDqy3a8tVXX+1lvk1bMLimJcV1ZRFAsJVFknogAAEIQAACEIAABCBQKoGyogWnNbb6jcfgWuowll+Zyxti5ffWXqMOsE2cONEcffTRbRdMmTLFW9OqsnTC0BG1WaW1u+HDh8d2V5lv99prr7bDV1UxKitraVUH0x5//HEv4vZbb71VFYKWerX+LRNDHRGha+kQD6mEAOtzlWClUvcIoG/dG5PcLeomPeSyfg4HKvYHJI3Gyz14OW+07TmrqjqzX+h5Ue1QgGa1Zb755rP2sBMG17xBanrJ4KrB0u87mUIOOeQQqznp3HPP9Uw4888/f87Zy22dIIC+rY06+qo21N3zoF4wuCo763nnnecZNPMYWxWgTRnZFKRDGV/DyTqSzgWWeai9EwbXKCNTlbO8CQZXaRYFEJQuCZc4/Z7HOBE3Fhhcq5ypbteNvqpsfHpeT3XC4BoVbGHDDTf0gtwqGZStFP1OVYIpGTUnTJiQ26yp5FCHH364Of744400RVwJ73NlMXVG1WtjoGvLNrjK06AArmeccUbuTK3yG+yyyy5m2WWX9fwiwZKFhRKsKfiV9oaDJcpXIf+Fkq/Ju+GXpMBoZX/DuLweWaaWFbes9VVlcLV9NpJ0fZ7vlKz9TZpbWeuLyn6d9Jy8f8fgmpcc96UhgME1DSWuqZyAftBLKCh6gDYjojKBNsXgGmUU3XfffT1z67x58zzxN2fOnFj2WU2SfmW2KLZJZllFXNFizK9//euWNulHw5VXXmmNzhtufK8aXG0/9rJGLrZlkcgz/mERmCTUKv/w8wBnCbAA5uzQ0DAIQAACEIAABCAAgd4mUDRacFZjq08bg6vj887VDTFFsL/55pu9TSytd/2///f/jNZJtL600korlU5V5kStr82cObOl7qRsSGU0pG5Dhy2gmvoRF5042M/LLrvMy1haVykra2kVBlex1Ga86q6rbLnlluaqq67ysrFRIBBFgPU55kaPEEDfNmigu0kPuaqfNR2iDiWOHz/e6F+VATKk1U8++WTz5Zdfmu22285ssMEG3r591DNt+5fqQ90HBGfMmGFGjBjR9mlK2kvthMHVlqFXDU8KRt1rBlcx0cFZmYvGjRvXNrY6MKxARgraU+VnokFf0U50BX1b2zCgr2pD3T0ParrBNeocXtwIrbXWWkYHszfeeGOz9tprm+9973t92cHzHLDPegg9rm0YXMv5bFWxjmhrmS0zmK6LO5OXxzgRRwWDazlzphtrQV9VNmo9r6c6YXB98803vaRBs2bNahnYpDWGsr5TtRaiYKjXX3+90TpDnsykWpvQ7/6llloqcnKG30+bbbaZ0btfhs+8xcZAv5u11qC1nXDJo3XifqNHtVv+AumtjTbayMuSquz2/jqTbU0mi8FVz7QFidt5552N9kAHDBjQ0izbesyll15qDjjggLzYM9/n8npkmVpWYLLWl2dOphmAZ555xuy2225GZxb8kuSbyPOdkrW/SW3PWh8G1ySi8X9HTxXjV/bdGFzLJkp9uQhIDEsQ7rDDDmbRRReNrKMJBldFmdEmjKK9FC15s9dKiKsNiiDmFx1oU5sWWWSRtmYpyp2unzZtWsvfJD5/9atfmc033zzVxlGvGlxthuKsY2djl7TRaZtfGFyLfup6534EW++MNT2FAAQgAAEIQAACEOgaAkWiBec1tvpwMLg6Pk1c3RCzbRrFbagWxRxl+qw6G4DaXbeh4/333/eMA/fcc08LNm3SaUN28cUXj8SpLBaKJB0OZKcMpraN7qzj8vrrr5sLL7yw7bYyspZWcTAt6tDEmDFjvMONRctzzz1nZK4Il5tuusmLUk2BQBQB1ueYGz1AAH3bsEHuJj3kqn7WlIjSalEH9MqcRjq8OWrUKDN79uy+aqWHpKeVSbN///4tj1PGqrPOOsuceuqpLf89bdCVMtpeJPBL3QbXqAPCSdloxKkXDa7qt4Jwa/7dcsstbdNFQXQUVHrIkCFlTCXqqIEA+rYGyMagr2rB3H0PabLBVVnXlL1LmVttRWfbZBzZeuutzWqrreZlf9P6ZFwW8DwH7LMeQo+bRZ0wuErXKQCc/gVLkgHA5U9DFeuItv6+/PLLXlIXGV2D5bDDDvOCdSy88MJtt+UxTsSxfvHFF83uu+9unn322b7L0pqEbPOtjvV0l+dON7UNfVXJaKGnjPGC1Sp4rEyBwVLl94N+o2+77bZtmdiTkjeV/Z2q/srM+cc//tHcf//9nrdBbUubIV7f/8oqH+WFCL+fysiEmJVBVq0jnTB9+nRvbcjGQdpKJla9exQ4ZJVVVjGLLbZY2zpScC6VYXC1BT5WYNlbb73VM9T6xRagTZlk1acVVlihki8SW6Uur0eWqWWj1rHi5rptTsZpqbSDZmOepG+zfp7y9Dep/VnH48EHH2xLVJdWCya1pRf+jp5ya5QxuLo1HrQmgUATDK7q4jnnnONFvy1SJMJuv/12TwzmKcoQsN9++/XdGrVxFpW5VVFULrroIrPHHnukMrdGvcCTIueGF1GKvnDzzKGwcMr6Iy18SC7P2GkctKEczECS1SSrMcDgmufT0pv3INh6c9zpNQQgAAEIQAACEICA0wTyRAsuamz1gWBwdXpqGG9jVdkGwiVp3aXqbkUd7lGmHa2vVFFsG2BZ13LytKtuQ8d9991nZHIIbySr/6ecckrsep0iUMvMqo1fv2jzWYfGt9hiizzdb7knKpPuNtts45lqv/3tb+d+RhUH05RleNddd21pU1kZZ1Xp888/b0aOHGleeOGFlmfUMS9zg+ZGJwiwPufEMNCIagmgb6vlW3vt3aSHXNXP/qApSPGxxx7bMoa2A3plD7It84WeEacxbdpS95QR3CRN/1555RUvi+djjz3WcnlShhddXLfBtYgu7FWDq8ZJgZNkGgnraf1NOlsHrsOZWdLMHa6pnwD6thbm6KtaMHffQ5pscL3tttu8IHDhNTIF6dD5PGWlX2ihhVIPWl6jZ9ZD6HEN6oTB1dd8p512WkvTyjAWpIZf8oVVrCPamphHp+UxTsThKWISwuBa8sSruTr0VSXA0VMdMLgqeJWCLOi7O1i0d3X33Xd75smoUvZ3qu05Siolw6tMZAo8qz26KMNr0n5b+P1URpAw23sgLjNsVoPrq6++avbZZx9vHSU8PjJCjx071iyxxBKZPpBlGPKk27SGdtxxx7U8W4HYxo8fb+abbz7vv9vWrtRmGZGz6MRMHbRc7PJ6ZJlaVl3PWl/Y06I60qztJY2JDOrKrBwsTTS42uaW/EUKDLfSSislYer5v6On3JoCGFzdGg9ak0AgjzmxCqi2F2/SCy/YDtsLM66dMpOuu+66Zp111vGiyUnQ/uu//qu3UdOvX79cXVTUsB133LHlIFs4I6ii9Cqbw5133tkmSnUQUZuFli/1yPb0agZXW5S0XIPmyE1FTcaOdINmJBBAsDFFIAABCEAAAhCAAAQg4BSBrNGCyzK2+hAwuDo1Hdob4+qGmC0irlo/evRoL8NnVPTiIrh7weD6xRdfeJkpJk6c2IIqjekh6pBAGebTvi+MiExeSZv6aca97INpyvJxxBFHmCuuuKLl8WWaT6MinZdpok3Djmu6jwDrc903ZrQ4EwH0bSZc3XFxnQbXInpINF3Vz/5I2/Zx9bfwAb0yZ0YU0yQN9+GHH5oDDjigLcOmDp8q4M6gQYPKbGZLXTrIKE189NFHtz3j0ksv9doVV+o0uEYdulT7brrpJrPLLrvEtjWPcaIy8JaKqzROiZ3G8+CDD7Z26YILLvAO02Y5t1AnG571NQH0beWzAX1VOeLufUCV39N5qGQ1VUQ9I2pdR9mhFGRtjTXWyNy8qHWcpHOBWQ/xxzWsUwZX23PLXDPMPBgFbyh7HTGqOVFBHuPWF8s2Y9kC1aQ934fBteBE6/Dt6KvSBwA99X9I687gGhW8SoFeL7vsstigRmV/p6aZVdIgs2bN8ky5TzzxRNstMn2ee+65ZsEFF2z7m+39pIAdw4cPT/No6zVZzYFZtZjG4MADD2x7tvbWZELM42OwvX/SvruCDbGZV7fccksjJto3ta3HJK115R6IhBtdXo8sU8sKQ9b6bIbnOJN22jGyBRFM0vV5vlOy9jep/Vnrs7U5TYCApHb0yt/RU26NNAZXt8aD1iQQaIrBVVFGd9ttN/PSSy+19FjR43SwSWZWLbbJxPqd73zHfOMb3yh9brz//vuesFQ0Gb+cdNJJXgQcRS15+umnvY2gcMSVPJlb/fp71eBqE16lD2iNFeb5EVFj83hUSQQQbCWBpBoIQAACEIAABCAAAQiUQyBttOCyja1+6zG4ljOOldXi6oaYNg3POuss7yB+sGhDURFDN91001KZRG24n3322UbrXlWWOg0dWmtSBqNgBlb1Lc1Gf1R21bIzbEVl8ioaEbnsg2lRWbTSmAyyzCdblljdXzb3LG3iWvcJsD7n/hjRwkIE0LeF8Ll5c7foIdFzVT/7Ixtn1rjuuuuM9pTLLlFZMtNoTNvYq33S4QrM4mfMKLvN2mvXfnc4e+v6669vpk+fblZYYYXYR9ZpcLWdc1Dj0ra1lw2u4vTxxx+bI4880jugGi46X6Hfl0OGDCl7ilFfyQTQtyUDba8OfVU54u59QFMNrlHGwiLrLe+9954ZNWqUmTlzZsuAJx2Ez3oIPW42dcrgaguykiagXtInQwFRZPbUWcXvfve7ZvDgwd75SJ2L1P9WVcpeR4xqZ1Rwmrg5Y9OGMmRff/31ZtVVV82MxGbeSHu+D4NrZtxO3YC+Kn040FP/h7ROg6sCsyqT5sknn9w2oGne6XnMaGXNnHfeecd7x8mgGizbb7+9F2xDSazCxfZ+0n875ZRTcgVuUnbZcePGeZlMgyWuziwG188//9zLkDp58uSW+tOsF0Vx1v6xzMH6Fyxp313Be2xraEEDqy0wW9AAW9ZcSFOPy+uRZWpZschan03XFzVo5g1ck+c7JWt/k+ZL1vqigo6n+Q6Na4tvEL/hhhvM0ksvbYYOHWpWXHFFT8evtdZatWZATmJW5O/oqSL0yr8Xg2v5TKmxQgK2l4Yi7C+//PIVPrW9ar30tKDwwgsv9P0xaSErWItePGeeeabX7jXXXNPbhFxiiSVM//79a+uHfhTocOE555zT90xFu5ConjdvnidIxTtYtMh08cUXG0VnyxMBtQyDqwy2Mv8usMACuVhp7ObOnWs++eSTvvsffvhhoyjCUSUs5rNmcJg6dao55JBDcrXXxZvy/IhwsR+0KZ4Ago0ZAgEIQAACEIAABCAAAWcIpIkWXJWx1YeAwdWZ6WBviMsbYmrbtttu27IWo15o41NrJgMHDiyN7pNPPukFlXvttdda6vztb39rttpqq9KeY6uoLkOHDtlpbeqWW25pa0YaU6bNaFnGQbVwY7T2dvjhh3trjcFSNGtpmQfTorJopTUZZJlQb775ptl77729iN7B0qlN9Cxt59rOEWB9rnPseXLlBNC3lSPuzAO6RQ+Jjsv62R+9qAAZOvCpA4Dzzz9/aQOt7K06SKlDT+FyySWXeFk64vaG3333XXPQQQeZGTNmtNyuveUrr7zSDBs2rLS2+hXpAKPMs+EDlvp72oyedRlctT+ttl544YVtHNIeNOt1g6vARf3e0980/3SYd9FFFy19rlFheQTQt+WxtNSEvqoUb/dX3lSD66OPPmq23nrrtnXH3/3ud7kD60UFbUs6F5j1EHrcrOqUwdWWLEPt1PnC8ePH5w5act9993lrwcGzeqo3zVpmkU9fmeuIUe2IWl/U9QrAsccee1hv1fq1jNSzZ89u+XvSGUZbZVHBcdKe78PgWmSWdf5e9FWpY4CeCuCs0+Cq3+baPwnv7aXdq8liRtP39gcffGB+//vfm2effdYoCKr+99BDDzV77bVXrgmVNROp7f1UZK/Ilv02KUNpFoOrDKIKLnbnnXe28JE20L88XgKb6VSVp313hQfKNga+fpFfYMcdd2wJGpx2LSbXhIi5yeX1yDK1rBBkrS9KzxQxf0cFOU7S9Vm+U/zhztrfpLmVtb6ooONFvlvUxqjA2UUDWif1v+6/o6fqJh7/PAyubo0HrUkgEBXZ1AVwSS88F9oYbsO9997rLfQFi0yuiiwWXlSSqfSiiy4yG264YZsgVeQMbU5qUWa11VYz/fr1s3a3DINrFRyTFoeKGFyjouNU0Y+66sz7I6Ku9vGccggg2MrhSC0QgAAEIAABCEAAAhAogUBctOCqja1+8zG4ljCQVVbh8oZY1IaUeBx11FFehtcyDiHrOcccc4yZNm1aC+qiGzdpx60OQ4eMB+eff741ivXw4cO9vi+55JKRTY46kFAkynIcn8suu8wzQ4RLkY3jMg+mRR3aq2JTTsEGZURR+8Ol6sN8aecw17lHgPU598aEFpVGAH1bGkq3KuoGPeQTc1k/+22MOuynQ4pTpkzxDl7mOUQYnjU6AKVspwrWG94fVoDgq6++2gwaNChxsilbiQ48huvQgdTLL7+81Oxcf/3rXz0zrjKUhMvmm2/uBVlZbrnlEttch8H1q6++Mtdcc4057LDDrPvvaTPyYnA1RnN14sSJ5uijj24b27I/F4mThwtyEUDf5sKW9ib0VVpSPXpdUw2uZb/L44J+JJ0LzHoIPW4qdsrgGrV+VSRbelQW9rSmpSIf2TLXEaPa8eqrr5p99tnHC6ATLElB/qI+k9L5Cm6YpUSZstOe78PgmoW2e9eir0odE/RUAGddBtc33njDC5YazoCqppx99tlesKj55psvdqCzmNGiTGBF9oVs5/DjvoNt7yd1UOsvMvpmKXp3a99QnIIlaW80i8G1Ch0ZtYaU9t0VZmQz+SqRl9aH9O/YY4/tu2XllVc2N954oxkyZEgW1KVc6/J6ZJlaVrDy1GfbV86rGeMyQyfp+izfKf7EyNPfuEmVp76ooDJpghfa2qLvy0svvdQcfPDBbX9u2t42eqqUr7jSKsHgWhpKKqqDAAbXcilHRVYIP0Um2AkTJphVV13V2gAZYv0IJ5tssokXIVWH6hZffPGW63vR4KqsGoq4NnPmzD4W+kGhA5dpi80kq8OBGpNFFlkkbTXedeEfJklCLVPlXNwoAgi2Rg0nnYEABCAAAQhAAAIQ6F4CUdGC6zK2+uQwuDo+h1zeEBM6ZVBVZtXwYXf9TQfztUmd5tB81DCoXmWcmjRpUtslabM3FR3iqg0d6qM4nXvuuW1N1WFubcaGA9mFL4yKVJt1rSotq6i13KSN9bj6yzyYFrXRp411rW2WXaKyGY8ePdrL5lWG0bvsNlNfZwmwPtdZ/jy9MgLo28rQdr7ibtBDPiXX9bPfzigdrcyov/rVr4zMnEVNrspwtt9++7VlSlEbshyAisuoKp0qvaNDhEWLzK0KvKy91vDvC+liHVwcMWJEqseUbYoJP1QmGTHUbxXbb6EsfDG4/oOu9t5l+rjlllvaxliHHjX+ZcyzVBOIizITQN9mRpb2BvRVWlI9fF0VxoQiOLOYKuKeEzyvFrwuj0EkLuiH6k46X5XnEHpU3zplcFV7ojKmS19NnTrVLLXUUqmHPo5p0aywaRpR5jqi7Xlx+jdpve+zzz7zgj/KNBAsaYIYBq9/5513PG1kM4alNQlhcE0zm9y9Bn1V2tigp0Io6zC4vvjii953odY+wiVL8KqsZjSbIVXrLPo+VKCvLCUqOISCXCkw18ILL9xWXZTBNU+AsKg1naT1hixa7KOPPvKC2WofMlj0/vnlL39p+vfvnwWZeeGFF8yYMWPMY4891nZf2ndX+EaNg7TFOeec0/enZZZZxhtTBV3TWoFfkt7RmTqT8WKX1yPL1LLCkqc+Gd4VPO+BBx5oIavP03nnnZdpHzVuvTNJ12f9Tsnb37jpk4efgiXqc3nDDTe0VK3vN62lDhs2LNOMjfqsFtnnz9SAGi9GT9UIO8WjMLimgMQl7hDA4FruWMRlDvCfJLEgYbD00ktHPvzBBx9sefFp81A/OjbYYIOWe3rR4GpbTBWbrbbaKvVgvvnmm15knlmzZvXdM378eKN/WTetMbimxt7zFyLYen4KAAACEIAABCAAAQhAwA0C4WjBdRtbfQoYXN2YD5GtcHlDTI3WIXStY8igaSvf+ta3vOxLOlgfl4E0fK/q1SaXDow/8cQTbVVvv/323iGhuHWtsoa2KkNHUh/VfplejzvuODP//PNHdkcHyrTRrOuCpcpIxTrQr6jRyrIULnkju5Z1MC2qbZtttpm34b3sssuWNTX66onKwqZN9ltvvdWst956pT+TCrubAOtz3T1+tD6SAPq2wZPDdT0URO+6fvbbGpdFTIeTpK933333WB0YNeWkD3/zm9942TC1Bx8uO++8s2diGDhwYOpZ+9JLuIWpFAAAIABJREFUL3kH0WyHFL///e+biy66yGy44YaZ9zf9BsQFfdE1J598sjnjjDNS86jK4KqsrU8//bTXljvuuMPKL+vhPAyuX2O8//77vUxpCuYdLvq9c9ZZZ5mFFloo9bzlwvoIoG8rY42+qgxtcypuqsHVdp5Ko5Z1TVDvbq1VHX/88dagH6pTwTW0BrfgggtaJ0aeQ+hRM6yTBte4ddw0Zwj9Pklr3nPPPebQQw9tY5qU3bSsT15Z64i29rz++uveereCzoSLzk0qGMcWW2wR2xWt1QYzyvkXS+Prvyfpmbfffttbew2adoIPTGsSwuBa1ozrTD3oq9K4o6dCKKs0uCq7tzI1nnnmmeaDDz5oG8SsZqysZrSoxFDSD1q30PPTligTXdweWJTB1dcwadvwyCOPeO/ZefPmtTQ3jTk4i8HVZh7VA7W3paAiP/zhD9PiMnGmZlWiNaNrrrkm0xj4D7cFtVXmSa1RBRnl3Z9M3cmYC11ejyxTywpBnvriMoaefvrpnu5JY6iO+mz4Q9NUg6v6FxUsMeu67GuvveZl177zzjvbZrTOXhxwwAFlfCScqQM95cxQeA3B4OrWeNCaBAI2ITp58mSjhY86izbPtDES3JxLeuGV2T69xCXsZZ589913vQwYtkgvcc9UHXPmzPEWW2wba1pskRjQJlCSIAgvdKy99trm2muvNSuttFJLE8owuCpKjQ4tqn1lldVXX918+9vfjqwuLOazRJ7Rxu8hhxzSV3cUm7i+2IR33kwSGFzLmjXNrwfB1vwxpocQgAAEIAABCEAAAs4TCEYL7pSx1YeEwdXx6eLyhpiPLi6avH+N1nt22GEH798PfvADI+PrYost1ncAXges/vd//9c7gK8DUopAajuMr/qyboAXHeIyDB1ar9PGvtYen3vuOaOgcjfffHNkH9XmtAfjo8yVVUcqnjFjhjWDVt7nlnUw7ZVXXvGyB4fNF1Vnj4g6uFb1c4vOb+7vDAHW5zrDnadWSgB9Wynezlfuuh4KEuoG/ZxWR++7775esJhVV101tXFUWTCVSUT77LbMotp7117vkCFDMk8saVgdILTpdOl96VdlaNFByLRFphOZGmVgtQW2UT0jR440kyZNypRVrCyD66effmqUwUuZDR566CHv8JfN5Ov3N08GNAyuX8+WOOON5piyyihrMMU9AujbSsYEfVUJ1uZV2lSD65dffull61LihnBJY8bUWpzWiBSU4qqrrood+KSzYnkO8Uc9sJMGV7UpKnuW/qbD8dJkO+64Y+R5Qq1vKnOczlIWzWJf5NNY1jqi2uCvS2vNVlpj+vTpVlOWrk0bcOPxxx83O+20kzVohzS+5uWgQYPaEIivzDk//elP+zS3NJDOd+ocqV8wuBaZPd1zL/qqlLFCT1kwlmVw1fen3gUy5eu8uvb29JvZZmxVM/R9NmXKFG//Jm3yn6wG1zgTnd5z8gYoQ2FcoAEFJNMe5U9+8pO2QA5J2bjjDK7+u1baRsZRW2BbrT/oPWszCIufAh9o3SGuZDG4qh6NmcYk/F5Pa5pLMjX7bVV91113nfne976X+cMdtQ8arEj+A73DV1hhhcz1l3GDy+uRZWpZscpbX1QWUtWpOSjtH7UGGvfZCI5fkt8n63dKkf5Gzau8/JLWzH784x+bgw46KHJdVvdrDVb+obB5Xm2VRtX6q85vNKmgp9waTQyubo0HrUkgYHtpPPzww2ajjTaqlZ3txZH0wivSQG3aSeA/+eSTXiRdGR79TcGkBTTbc5M2LXWPNi0V8TfNj4Sw2FUkG4nkAQMGtDy+DINr2sWXIrzD9+Y1uErMK4JFMFKaFlAVYSetQdeWTaKIiMfgWubMaHZdCLZmjy+9gwAEIAABCEAAAhDoCgKKFryZMUb/O6vDLcbg2uEBSHp81IZY0n1l/T3t+pQOR2mtRIG7qiwyt55//vlGWafSrG2V0RbbwbMy6o2rQ+tMMiakyaplC6CmuquOshoVCTtv1tKyDqYpOviBBx7YgjdtdoUi4/r888975guZH4Kl05vqRfrEvdURYH2uOrbU3DEC6NuOoa/nwa7roSCFbtHPfpulHcaMGRNrmlSQGB1Q0r65AsWE3yMygPzhD3/wsklJCykSv61IS1988cVmm222ya2l40yueqbap0NpCuK81lprmcUXX7ytKTpQpf3xBx54wEybNs0zjkaVPOZW1dWJeSDj5YUXXmhWXnnlTB/MKGNSpkoKXJy0P123cerVV1/1srhqDMMla9a+Ali4NSMB9G1GYOkuR1+l49TzV9X9PZ0EPKupIq4+naWTprBpG+kavS9kUlEAD5lEdAZP7xFlW1dCCFtSCGUPk/E1mC1c60gTJkwwiyyyiLU5eQ+h2yrrtMFVbUrKfCW22223ndl4443Nsssu63Xjj3/8o1EmuzjjUtpgfUlzKM3fkwxEaerIeo203uWXX97HJO5+nQlUkg+t70aVYcOGeYy1bik9P3v2bE//hA1Gyi6soCsyO/kl7RlLMrhmHWW3rkdflTIe6CkLxiiDaynEIyrRd52yWCuhkM3YGfXsPGa0OBOdnuO/55TQaMUVV+x7tN51Skx11113RWqPK6+80uj7O6qkfT+tscYaZpdddjHrrruuWXTRRY3arPeAjLVRazp6HyjQQhK/rFosjpcfvFhrM2uuuWaf8U1BF5SxVZ4HtTlsah48eLDXzqCJTn2+/vrrPQNj1iLjsoLMqv9RpdPBZjuxDhVkEbefX6aW1TOL1Je0DrrFFlt4gc20prjAAguYN99808hLFPW5DM+HJL9Pnu+UIv21zdci9ckjpM9B0LsSfIY+s2IoE/1qq61m5ptvPu/7RfpfgaujgotrL1s6t+6khFm/C/Jcj57KQ626ezC4VseWmisg0CsGV23Yvf76654YVbrwWbNmRQrSpBdtcBi0MKIIXron6gXkX68NUIk9CeO48vnnn3svQkX49csxxxxjJJQXXHDBllt7zeBqi7Sm6EISiWmLrY6xY8d60QfjIgSl/XGUZf6kbTPXNYMAgq0Z40gvIAABCEAAAhCAAAS6msCaxpi5jvQAg6sjAxHVDJc3xMJt1gamNhCDa0ll4k0bLbjMZ6quug0dytKlbAlpgqjp8JOu11pfsGgDSpvK2kSuqmhDWdGuNebhkmcjuQyD60cffeSZW5VtIVh02FHZOrJkE8vKLe5QSNVm46xt5frOE2B9rvNjQAtKJ4C+LR2pWxW6rIfCpLpJP/tt1wFKBYuJywzqXysDqXSxDnmp6GCTMqUklTIDxcg0oj1NmwEx3A49V4bPfv36eX9SZo9HH300qbne32WSkEZUn7OWuudBmkxyUX3A4NpORoGTxNSWGU5zQr+Bkg71Zp0zXF+MAPq2GL+Iu9FXlWBtXqVNNrhq7UmJBrROZnsnZBlN6Qmdo9pss83Mfvvt5xlY/KJ1o2uuuSYy0FyRQ+jhNrpgcFWbkkyuWdjq2kMPPdTLOppmPTNr3bbr0xqIyniW6lCgGQWSyZJ1LsnAkaZtvmlYAR9PO+20vlswuKah1/3XoK9KGUP0lAVj3QZXrQv87Gc/M7vuumvf2kDa0c1jRlPduu+AAw5ItW6Rpi1ps8/a3k86b6/3bpEAwTIHH3vssanOlWc1uKr/0kV77713ovcgDav999/fy37785//vG2/WMEyNt100zTVtF0TFWRWF9YR5Dap0XWvQ4Xb0y0GV7Vb80B6PMrMncRafz/qqKM886Y0UrAk+SbyfKeU+VtAbS1aX5LJNQ2/4DUyt2ofe/XVV896a1dcj55ya5gwuLo1HrQmgUBTDa76MfD73//eizyrbAoytoajlUShSXrR6j4ZZhXdVqI0Lrpt8BlpxbaiNmjjSNHX/CIxIJNruOQxuEqcKCqeXxZeeGEv6kYec2feD1ieDK5/+9vfzBlnnOEx90vWQ4N/+ctfPI6KSuyXoiKbDK55Z0Hv3Ydg670xp8cQgAAEIAABCEAAAhCIIYDB1fHp4fKGmA2dMiXcf//93sGzJ554ohS6WjPRYR4FYkuT0bSUhwYqqcvQoUjN2qRWVFXfAJDUF62tKUNW2AyRNvNuUv1Jf7cFcNM9ebKWlmFwjWqP6lbWhKqz/t58883eIY1wUcZhHYIbMGBAElL+3iMEWJ/rkYGmm50igL6tgLzLeijc3W7Tz377//znP5sTTzzRTJ8+vfQR1IH8iRMnmqFDh5ZWtw5TnX766ZUEt5FxQAf4pavy7hvXNQ/KaCsG1/ZpqTMWJ5xwgpcRN1x0OFrfSZrXFHcIoG/dGYuKWoK+qghsGdU22eAqPjoXp4QDRUyuO+ywg3fOS2fSFGwjHBxNAdFuv/12o0xutlL0EHqwTlcMrmqT9KcMKAoKl7fIOKw6lJGvf//+eavJfF+dBletS0v35lmXVnY7GTCUBCVrCQZBDPcXg2tWmt15PfqqO8ctptXO6Kk6Da777ruv9w4eNGhQrgHNY0bzH6Tz6Tqjfcstt+R6tn+TfvdfcMEFRt+9SXtMtvfT1Vdf7QXYUFsUmDZL0bOVwVvZXtPuG+YxuKpNRYNfhNdHFJhXptxgifIfpGESN29d2IOrax0qilU3GVzVhyzB84J91pkBrRfpzIBM1MEAILouyXeT5zulzN8CamMZ9enzoN9I+n5I60myzR19R6uO73znO2k+hl15DXrKrWHD4OrWeNCaBAJNMLhqUe3tt9/2XrxKiT5z5sxUEXNtaLQxI3Gn6Le2omcpioUi2/zmN7+JpKuXjw7FnXTSSeatt97qu071X3nllWbYsGGR97788stmzz33bIlapwWXrbbaqu2ePAZXFz4UeQyutoODo0eP9jbYkrLiqs+KMKjNaS3uBSMMFhXZGFxdmFHd0QYEW3eME62EAAQgAAEIQAACEIBATQSc2VCtqb9d9xiXN8TiYH7xxRfmwQcfNJdffrm54447cmVZ0PrVqFGjzMEHH2z0/5M2jqsa3CoNHdqI22KLLYw2HjfffPPMB/hlmtShvHC56aabvA3vqktUxlQ9N2sbihpcbUHp1A4dUrz11lvNeuutVzUOL9qw5qyCHAZLnW2ovJM8oBQCrM+VgpFKIBBFAH1bwdxwWQ+Fu9ut+ln9kIaWhtJhLO2dFy1+oBgd/MqTBTXp+Qpuo/1qZeuK269Oqsf/u9qo/dOjjz46l4Eg+Jyq54E0vLKSjBgxItX+cBwDDK52Osp6pmA+8+bNa7tg5MiRZurUqQSQSfvhquE69G0NkDv7CPRVZ/nHPr3pBld1XueslPxBJsO0yR90n4yt0hU6G+dn/tb60amnnmrOOeecFq6/+MUvPOOJbf2xjEPo/sNcMriqTb6ek+FEa7hpi3Tmbrvt5pkK8pqW0j7Ldl3VBlfpUiUF0ZrtqquuWmhdWkkwLrnkEjNhwoRUmcpsQRAxuBaZLd17L/qqe8cuouXO6KmqDa7az9P+1EEHHVT4OzSPGS3IX+sser/pOziLhlAd6oeCFCgT7GKLLZZqQkYZXJUdNYshTe8h6RK9h7IGWMhrcFUHFfxi/Pjx5sYbb0y9r7vGGmt4mdzVxyCne++912y99dYt3IqekY8KMlvEOJtqYFNcVPU6VFITus3gqv74GimtSTOskfLM9TzfKWX+FlC/y6zv1Vdf9Qz4v/71rzMZXTfZZBNPx2cJup00B139O3rKrZHB4OrWeNCaBAKuGFxtps6kiA7qmoyKhx9+uPeSyFMUvUQbYYryss4665ill17aGnFFglvGWW0Uxgnu4Itci1ESncoAESzKpKBDhso+ais6hBg0wH7/+9831113nVFbw6VXDK5aNFVkGUX/CJYsB/a0GTdmzJiWzBpa+NPc0SZo3oLBNS+53rsPwdZ7Y06PIQABCEAAAhCAAAQgEEPAmQ1VRslOwOUNsbRjpk3b3//+995ayPPPP2+0/iYjYPDQvtZG1lxzTbPiiisarWtp3UqbogsuuGDax1R2XVmGDq2paUN8pZVWMoMHD/b6uNpqq+XObqCNvyOOOMJcccUVbWt+Cq62wgorVMYkWHGUyTZLQDjVV9TgquB+CvantdNgKbphngVilMlWdejwpNZo55tvvixVcm1DCbA+19CBpVuuEEDfVjASruohW1eboJ+l82677TYvEn/WA5hiIs2pA5j77bef+Zd/+ZcKZkRrlQrMLK2vg/vKjBIM8Jvm4dL9Cmqz++67myWXXDLNLYnXlDUPxHLllVc2yy+/vBkyZIgXNGX11Vc3iy++eGIb0l6AwdVOSvvyl156qTc3bEXzTcF+OhUIKe349sp16NvGjzT6yuEh7gWDq49f59+0nqjAGgqyofNX/vpicG1RZ++UKW2ppZayvifuu+8+o/WioGZR4Dmd21puueXaRrvMQ+iuGVz9zuq9+84775hZs2Z5+lNsFWTCzwglo43ODepMo84Sbrjhhh0NNFGmwTW4Zjt06FAvk6/WbMtel9YauTSzkosoccrcuXO9OejPXXEdPny4l2nYN2T744PB1eEv4Qqbhr6qEG5nqnZGT5VpcN1ggw3MEkss4e3v6btT7wf9fg5/j+VFnseMZnuWNITMm1or0L/we0736PtXawD6Pt500029NYCs/YgzuPrtUjb5u+66y1s/0XtB+6UqYqn30HbbbWdkPktrqg33N4/pL1zHu+++a+6//35Pcykb+aOPPtp3SZCTDKyrrLKKlZNtz07vPJlnw8bXtPPjzTff9Iy00it+kf9BmXG179rJUtY6VN4+dKPB1e+r1kGfeOKJNo3kfy6k07fffntvXz34mUzzeQvzzPOdUuZvAbWn7PpUp89Qn40nn3zSO4sRPIeh7xcFbdl4443Nlltu6WVsTZsVOu+cdOU+9JQrI/GPdmBwdWs8aE0CAVcMrraoIWmje8j4qKyraYpE3jbbbOMtqGlhRAtBcZsvErVa5Lr44ovNs88+G/kI1fOTn/zE2+gJZhNVlIZ99tnHE+fBIqGozKPamAsW22EsRV7TJpJtw64bDa5ffvmlGTdunGdY9UucyNM1tkixWlyaNm1aqg1XLQbqGdqUDpbDDjvMnHfeeYUi/GJwTfPJ4xpPIPxTm0ToBs3A4EEAAhCAAAQgAAEIQAAC1RBwZkO1mu5RKwQgAAEIQMA9AqzPuTcmtKhRBNC3jRrO3u6MjAYyFTz11FPe4SQd9nr77bdbDhaKkA4pKXOWDpLqXycDxehAlQ7ra0/6kUceaWuvbxjVAciNNtrI+9dLh6p6e0bT+yYTQN82eXS9vqGvGj/EdBACEIAABFwjgL5ybUQKtwc9VRih+xXkMdy53yt3Wigz8KhRo8zs2bP7GjV27Fjv7P1CCy3kTkNpSeUEooz61157rdljjz0qfz4P6B4C6Cm3xqobzCoINrfmTEdb44LB9Y033vCysIbNh1dffbUX9SOpaKNu2223tUalDRpalYViwIABSdUZRY1RdguZSpPShyuyiYyTRx55ZGQkXkWvU6ReP+KL3wBFWPvZz37mZZD1IzLYjJwS36eccorViNuNBtenn37aM/2qr36JM7hqQ/aEE04wkydPbhm7tPPjvffe8zK/hrP8JmXSTZwo/3cBBte0pLgOwcYcgAAEIAABCEAAAhCAAAQCBFifYzpAAAIQgAAEaibA+lzNwHlcrxFA3/baiNNfCEAAAhDoOAH0bceHoOoGoK+qJkz9EIAABCAAgRAB9FXjpgR6qnFD2t4hDK7VDvLNN99sdt1115aH3HTTTWaXXXap9sHU7hyBTz75xPP7hP0YDz/8sBdMjwIBnwB6yq25gMHVrfGgNQkEqjK4Tpo0ydxxxx1mpZVWajF+KiqsbzL98MMPvYgeSlMfNn8us8wy5vbbb/eyrCaV999/3/z7v/+7ueeee8z3vvc986Mf/chLi54mQ2uwbrXn7rvvNlOmTDEPPfRQ7GNlbFVmVWVtXWGFFWKzwCrK7/Tp080hhxxiNeHusMMO5gc/+IGXqlyiL5ieXM+55ZZbPBOsrbhgcFX23RNPPNEMHDjQLLLIImbo0KFmwQUX9Jr77W9/26y44ore/1f/HnzwQc84rKjHwTJ+/Hijf+EXWhS7tNlbo8yt4qpx3muvvWLHLmnu6e8YXNNQ4hoRQLAxDyAAAQhAAAIQgAAEIACBAAE2VJkOEIAABCAAgZoJsD5XM3Ae12sE0Le9NuL0FwIQgAAEOk4AfdvxIai6AeirqglTPwQgAAEIQCBEAH3VuCmBnmrckLZ3CINrdYOsc/9HHHGEueKKK/oesuWWW5qrrrrKyOdBcZvAWWedZe677z6zzjrreP4aeXhWW201s8QSS+RquC2br7w6yuAqvxAFAj4B9JRbcwGDq1vjQWsSCFRlcP2P//gPL0tn3jJ69Ghz4YUXmkUXXTSxir/97W/mySefNN/5znfM0ksv3ZcNNfHGwAWPP/64196XXnop9jbf2Hr88cebVVddNbU58q9//au58sorzTHHHGM1uUY9dOeddzaXXXZZZOZZFwyuL774otl9993Ns88+mwV537VxJl5b9ltdr+gfI0aMiH2ehJR4yyAcLueee66X1XX++efP1ebgTRhcCyPsmQoQbD0z1HQUAhCAAAQgAAEIQAACaQiwoZqGEtdAAAIQgAAESiTA+lyJMKkKAu0E0LfMCghAAAIQgEDNBNC3NQOv/3Hoq/qZ80QIQAACEOhxAuirxk0A9FTjhrS9QxhcqxtkeSt22mkn89Zbb/U95Be/+IV3Nt/yfVldQ6g5FwHbZ+P888/3xi9PsXmDlCxOic8WX3zxPFVyT0MJoKfcGlgMrm6NB61JIFCVwfXRRx81W2+9dSYzp9/U7373u54ZdNiwYbWNnzKF6sWrTLC28q1vfcscdNBBXhZWtS+PMPvqq6+8KBVHHnlkWwZT2zPTGDldMLgqS+qoUaPMzJkzc43XYYcdZs477zyrmfmFF14wY8aMMY899lhf3RqHX/7yl7Hm57lz55r999/fzJkzp61Np59+ujnhhBNM//79c7U3fBMG11Iw9kQlCLaeGGY6CQEIQAACEIAABCAAgbQE2FBNS4rrIAABCEAAAiURYH2uJJBUAwE7AfQtMwMCEIAABCBQMwH0bc3A638c+qp+5jwRAhCAAAR6nAD6qnETAD3VuCFt7xAG12oGWYm9xo8fb84+++y+B/zbv/2bueGGG8zgwYOreSi1lkrguuuuM3vuuWdLnUmJ16Ia8MYbb3gemwceeKDlEgzPpQ5ZYypDT7k1lBhc3RoPWpNAoCqD68svv+y9FJ966qlMY6AU6BdccIH50Y9+lMtEmulhoYv/8pe/eMbHyZMn9/1ljTXWMAcffLDZa6+9cqdkD7dJ5stTTz3V3HHHHbHNTZNl1AWD62effWaOOuooLwJH1iKxI3EzcODAyFuDWVwljmUSHjJkSOyjojLmnnzyyUb/0mQGTtsXDK5pSXEdgo05AAEIQAACEIAABCAAAQgECLChynSAAAQgAAEI1EyA9bmagfO4XiOAvu21Eae/EIAABCDQcQLo244PQdUNQF9VTZj6IQABCEAAAiEC6KvGTQn0VOOGtL1DGFzLH2QlDZs+fbqXFOyTTz7pe8DYsWO9hFYLLbRQ+Q+lxtIJPPPMM0YZVl966aWWuq+44grPrNqvX79Uz/zggw/MuHHjzLRp01quT+vpSPUQLmoUAfSUW8OJwdWt8aA1CQSqMrh++OGH3svvzjvvjGyBMqGuvPLK3gty2WWXNdttt51nbF1sscU6Nm6vvvqq2WeffcyAAQPM4YcfbjbffPNKhNgXX3zhRbGYOnWque+++1oEoEy+inoycuRIM//888eycMHgKiE7YcIEc/fdd7e19bXXXjOaY37xx3zdddc1O+64o1l//fUTBZLql3lWRuNLLrnEHHjgganMz8qYe8011xhliFWRefm4444rLXOr3ycMrh37uHbdgxFsXTdkNBgCEIAABCAAAQhAAAJVEmBDtUq61A0BCEAAAhCwEGB9jmkBgUoJoG8rxUvlEIAABCAAgXYC6NvGzwr0VeOHmA5CAAIQgIBrBNBXro1I4fagpwojdL8CDK75x+j111/3bl566aU9v4KSS+nc/5QpUzx/Q9Dcuswyy5hbb73VrLfeevkfyJ21ElDityOOOMLI0Bos3/zmNz1vhZKbaVyjinwYs2fPNvqM/fa3v227LE0it1o7zMOcIYCecmYovIZgcHVrPGhNAoG3337by4gpw6VfdtllF8942qvlyy+/NAsuuGBt3dfzfBEos6+EQ5Kx1W+cxMNHH31k9L9+WWSRRUo3cdYGI+JBElmKBqNMulmyr0ps//KXvzRLLrmk2XvvvVNzzdLfSZMmtWTj3WGHHcyRRx6ZpQqu7RECCLYeGWi6CQEIQAACEIAABCAAgXQE2FBNx4mrIAABCEAAAqURYH2uNJRUBAEbAfQt8wICEIAABCBQMwH0bc3A638c+qp+5jwRAhCAAAR6nAD6qnETAD3VuCFt7xAG1/yDfO+995qtt946VQUnn3yyOeOMMyo5h5+qAVyUi8B//ud/ev4JGZfDRX6VLbbYwmy88cZmyJAhZoEFFvAuefPNN83cuXPNjBkzWpKcBe8fMWKEZ4JeaqmlcrWLm5pNAD3l1vhicHVrPGgNBCAAAQhAwAkCCDYnhoFGQAACEIAABCAAAQhAwBUCbKi6MhK0AwIQgAAEeoYA63M9M9R0tDME0Led4c5TIQABCECghwmgbxs/+Oirxg8xHYQABCAAAdcIoK9cG5HC7UFPFUbofgUYXPOP0aOPPuoZXIOZWm21bbTRRubqq682gwYNyv8w7uwIgb///e9egrFDDjkkcZzTNnDkyJFe8rHlllsu7S1c12ME0FNuDTgGV7fGg9ZAAAIQgAAEnCCAYHNiGGgEBCAAAQhAAAIQgAAEXCHAhqorI0E7IAABCEB6GDE3AAAgAElEQVSgZwiwPtczQ01HO0MAfdsZ7jwVAhCAAAR6mAD6tvGDj75q/BDTQQhAAAIQcI0A+sq1ESncHvRUYYTuV4DBNf8Y/dd//ZfZY489zLx58yIr+d73vmcuueQSs+mmm+Z/EHd2lIBMrr/5zW/M0UcfHZmRNU0DlfH1yCOPNOPGjTP6/xQIRBFAT7k1NzC4ujUetAYCEIAABCDgBAEEmxPDQCMgAAEIQAACEIAABCDgCgE2VF0ZCdoBAQhAAAI9Q4D1uZ4ZajraGQLo285w56kQgAAEINDDBNC3jR989FXjh5gOQgACEICAawTQV66NSOH2oKcKI3S/Agyu+cfovffeM6NGjTIzZ860VqLMrRMnTjRDhw7N/xDudIbA//zP/5grrrjCTJo0ybz22mup2yUz62677WaOP/54s+qqqxrLuzJ1XVzYGwTQU26NMwZXt8aD1kAAAhCAAAScIIBgc2IYaAQEIAABCEAAAhCAAARcIcCGqisjQTsgAAEIQKBnCLA+1zNDTUc7QwB92xnuPBUCEIAABHqYAPq28YOPvmr8ENNBCEAAAhBwjQD6yrURKdwe9FRhhO5XgME1/xh98cUXZsaMGebGG280jz32mGd6/O53v2vWX399M3r0aLPZZpuZ/v37538AdzpJ4MsvvzRz5841s2bNMo888og37nPmzOlrq+bAyiuvbNZdd11vDuh/BwwY4GRfaJSbBNBTbo0LBle3xoPWQAACEIAABJwggGBzYhhoBAQgAAEIQAACEIAABFwhwIaqKyNBOyAAAQhAoGcIsD7XM0NNRztDAH3bGe48FQIQgAAEepgA+rbxg4+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3g8H1K2NMXzu/+uorY5lEVXOifghAAAIQgEDPEPj73/9u+vXrF+yvFk9a/kPPwKCjEIAABCAAAQhAAAIQgIAIsD7HPIAABCAAAQjUSID1uRph86heJYC+7dWRp98QgAAEINARAujbjmCv+6Hoq7qJ8zwIQAACEOhpAuirRg4/eqqRw0qnIAABCEDAVQLoKfdGphsMrp8aYxb10X388cfmm9/8pnskaREEIAABCECgIQQ++eQTs9hiiwV78xdjzDca0j26AQEIQAACEIAABCAAAQhkJ8D6XHZm3AEBCEAAAhDITYD1udzouBECaQmgb9OS4joIQAACEIBACQTQtyVAdL8K9JX7Y0QLIQABCECgQQTQVw0azK+7gp5q5LDSKQhAAAIQcJUAesq9kekGg+urxpjv+uj+8Ic/mJVXXtk9krQIAhCAAAQg0BACL730kllllVWCvXnNGDOoId2jGxCAAAQgAAEIQAACEIBAdgKsz2Vnxh0QgAAEIACB3ARYn8uNjhshkJYA+jYtKa6DAAQgAAEIlEAAfVsCRPerQF+5P0a0EAIQgAAEGkQAfdWgwfy6K+ipRg4rnYIABCAAAVcJoKfcG5luMLg+aIzZxEd39913m2222cY9krQIAhCAAAQg0BAC99xzj9l2222DvXnIGLNpQ7pHNyAAAQhAAAIQgAAEIACB7ARYn8vOjDsgAAEIQAACuQmwPpcbHTdCIC0B9G1aUlwHAQhAAAIQKIEA+rYEiO5Xgb5yf4xoIQQgAAEINIgA+qpBg/l1V9BTjRxWOgUBCEAAAq4SQE+5NzLdYHCdZow50Ed37rnnmhNPPNE9krQIAhCAAAQg0BACP/3pT824ceOCvbnUGHNQQ7pHNyAAAQhAAAIQgAAEIACB7ARYn8vOjDsgAAEIQAACuQmwPpcbHTdCIC0B9G1aUlwHAQhAAAIQKIEA+rYEiO5Xgb5yf4xoIQQgAAEINIgA+qpBg/l1V9BTjRxWOgUBCEAAAq4SQE+5NzLdYHA91Bgz2Uc3fPhwc9ttt7lHkhZBAAIQgAAEGkJgxIgRZsaMGcHeHGaMubgh3aMbEIAABCAAAQhAAAIQgEB2AqzPZWfGHRCAAAQgAIHcBFify42OGyGQlgD6Ni0proMABCAAAQiUQAB9WwJE96tAX7k/RrQQAhCAAAQaRAB91aDB/Lor6KlGDiudggAEIAABVwmgp9wbmW4wuH7fGDPXR7fIIouYTz/91PzTP3VD090bcFoEAQhAAAIQiCPw97//3XzjG98wn332WfCyNY0x8yAHAQhAAAIQgAAEIAABCPQsAdbnenbo6TgEIAABCNRNgPW5uonzvB4lgL7t0YGn2xCAAAQgUD8B9G39zDv0RPRVh8DzWAhAAAIQ6D0C6KvGjjl6qrFDS8cgAAEIQMA1Augp10bkH+3pFpfoq8aY7/oIb7jhBrPbbru5SZRWQQACEIAABLqYwI033mhGjhwZ7MFrxphBXdwlmg4BCEAAAhCAAAQgAAEIlEOA9blyOFILBCAAAQhAIJYA63NMEAjURgB9WxtqHgQBCEAAAr1MAH3bU6OPvuqp4aazEIAABCDQKQLoq06Rr+W56KlaMPMQCEAAAhDodQLoKTdnQLcYXCcYY8b6CIcPH25uu+02N4nSKghAAAIQgEAXExgxYoSZMWNGsAcTjTFHdXGXaDoEIAABCEAAAhCAAAQgUA4B1ufK4UgtEIAABCAAgVgCrM8xQSBQGwH0bW2oeRAEIAABCPQyAfRtT40++qqnhpvOQgACEIBApwigrzpFvpbnoqdqwcxDIAABCECg1wmgp9ycAd1icP2BMWZ2EOHTTz9t1lprLTep0ioIQAACEIBAFxKYM2eOGTp0aLjlGxpjHunC7tBkCEAAAhCAAAQgAAEIQKBcAqzPlcuT2iAAAQhAAAJtBFifY1JAoFYC6NtacfMwCEAAAhDoRQLo254bdfRVzw05HYYABCAAgboJoK/qJl7789BTtSPngRCAAAQg0GsE0FPujni3GFxF8EFjzCY+ylGjRpn/+I//cJcsLYMABCAAAQh0GYG9997bXHPNNcFWP2SM2bTLukFzIQABCEAAAhCAAAQgAIHqCLA+Vx1baoYABCAAAQgY1ueYBBConQD6tnbkPBACEIAABHqJAPq2l0a7r6/oq54cdjoNAQhAAAJ1EUBf1UW6o89BT/1/9u4H1uryvh/4h9mUIGJ/rE0qzTJmnGNEA7UQWe26tIVazDYBuZSKxbCB4q8QCrNVMofONW6KteAV24GQGakKvRdR6iJroD+3rm4aWofTGOsae7elNpkL6wCNZnp/+d556f1zLvece77fc75/Xichabnf7/N8ntfnIX085e3TVn6TEyBAgEDZBZyn8tvhIgVcPxsRewdSPvHEEzF//vz86qqMAAECBAgURODgwYNx2WWXDa12aUR8qyBLUCYBAgQIECBAgAABAtkL+H4ue2MzECBAgEBFBXw/V9HGW3a7BZxv290B8xMgQIBAaQWcb0vb2tEW5nw1mpCfEyBAgACBMQo4X40RrnivOU8Vr2cqJkCAAIGCCDhP5btRRQq4JpKD/q0kF154YTz33HMxblzRlpHvTaE6AgQIEKiWQG9vb8yYMSOef/75gQt3e2u1toHVEiBAgAABAgQIEKhXwPdz9Up5jgABAgQI1Cng+7k6oTxGIBsB59tsXI1KgAABAhUWcL6tcPP/d+nOV5XfAgAIECBAIG0B56u0RXM/nvNU7lukQAIECBAomoDzVP47VrRk6Kci4vBA1muuuSZ27NiRf2kVEiBAgACBnApce+21cd999w2tbm5EfDenJSuLAAECBAgQIECAAIH2Cfh+rn32ZiZAgACBkgr4fq6kjbWsogg43xalU+okQIAAgcIION8WplVZFep8lZWscQkQIECgsgLOV5VrvfNU5VpuwQQIECCQtYDzVNbCzY9ftIBrsuK7I2LdwKXffvvtceONNzavYQQCBAgQIFAxgTvuuCM2btw4dNWdEfHFilFYLgECBAgQIECAAAEC9Qv4fq5+K08SIECAAIHTCvh+zgYhkAsB59tctEERBAgQIFAGAefbMnQxlTU4X6XCaBACBAgQIBDhfFXZXeA8VdnWWzgBAgQIpC3gPJW2aDbjFTHgmkgciYhZA0m2bdsWa9asyUbJqAQIECBAoIQC9957b6xdu3boyn4QEbNLuFxLIkCAAAECBAgQIEAgXQHfz6XraTQCBAgQqKCA7+cq2HRLzrOA822eu6M2AgQIECiEgPNtIdrUyiKdr1qpbS4CBAgQKKWA81Up29rIopynGtHyLAECBAgQqCHgPFWcbVHUgOvMiPh+REwcSO0m1+JsPJUSIECAQHsFRvg3kZyMiI9FxNH2Vmd2AgQIECBAgAABAgQKIOD7uQI0SYkECBAgkF8B38/ltzcqq6yA821lW2/hBAgQIJCGgPNtGoqlG8P5qnQttSACBAgQaKWA81UrtXM7l/NUblujMAIECBAogoDzVBG69IsaixpwTVbwexHx7aHc11xzTWzfvj3GjSvy0oq1iVRLgAABAsUR6O3tjdWrV8d9991Xq+jfj4jHi7MalRIgQIAAAQIECBAg0GYB38+1uQGmJ0CAAIHiCfh+rng9U3GlBJxvK9VuiyVAgACBNAScb9NQLPUYzlelbq/FESBAgEAWAs5XWagWekznqUK3T/EECBAg0A4B56l2qDc/Z9FToJ+NiL1DGS688MK48847Y/78+c0LGYEAAQIECJRE4ODBg/HlL385nn/++VorWhoR3yrJUi2DAAECBAgQIECAAIHWCfh+rnXWZiJAgACBggv4fq7gDVR+VQScb6vSaeskQIAAgaYFnG+bJqzKAM5XVem0dRIgQIBA0wLOV00TlnUA56mydta6CBAgQCB1Aeep1ElbNmDRA64JVPJvJtkTEROHqi1btiy+9KUvxUUXXdQyUBMRIECAAIG8CTz77LPx1a9+NR566KFapZ2MiM+5uTVvXVMPAQIECBAgQIAAgUIJ+H6uUO1SLAECBAi0WsD3c60WNx+BpgWcb5smNAABAgQIlFnA+bbM3c1sbc5XmdEamAABAgTKIOB8VYYuZr4G56nMiU1AgAABAkUWcJ4qcvf+t/YyBFyTdcyMiF0RMatWSy6//PJYvnx5LF68OMaNK8uSi7/5rIAAAQIEshPo7e2Nffv2xe7du+PAgQMjTfSDiFgZEUezq8TIBAgQIECAAAECBAhURMD3cxVptGUSIECAQH0Cvp+rz8lTBHIs4Hyb4+YojQABAgRaL+B823rzEs7ofFXCploSAQIECIxdwPlq7HYVftN5qsLNt3QCBAgQGC7gPFWuXVG2tOfdEbFupBadeeaZMW/evLjkkkti5syZcd5558U555wTZ511luBrufa11RAgQKAyAsnB7MSJE/Gzn/0sfvzjH8fRo0fjqaeeikOHDsXrr79+OofOiPhiZaAslAABAgQIECBAgACBVgn4fq5V0uYhQIAAgVwI+H4uF21QBIEsBZxvs9Q1NgECBAjkTsD5NnctKWNBzldl7Ko1ESBAgMCIAs5XNkcGAs5TGaAakgABAgTyK+A8ld/epFlZ2QKuic2nIuJPI+LjaUIZiwABAgQIlETge+/+7+R3S7IeyyBAgAABAgQIECBAIH8Cvp/LX09URIAAAQL5EfD9XH56oRIC9Qo439Yr5TkCBAgQqKKA820Vu978mp2vmjc0AgECBAiUV8D5qry9TXNlzlNpahqLAAECBMom4DxVwI6WMeDa34bPRsRaQdcC7kolEyBAgEAWAslBbVtEfCuLwY1JgAABAgQIECBAgACBGgK+n7MtCBAgQIDALwR8P2c3ECi+gPNt8XtoBQQIECCQnoDzbXqWVR7J+arK3bd2AgQIEBgq4HxlT4xFwHlqLGreIUCAAIGyCjhPFbizZQ649rfloxHxuYhYEBFTC9wrpRMgQIAAgUYFeiLisYjYExH/0OjLnidAgAABAgQIECBAgEBKAr6fSwnSMAQIECBQOAHfzxWuZQomUJeA821dTB4iQIAAgRIKON+WsKk5WZLzVU4aoQwCBAgQaLmA81XLyUs7ofNUaVtrYQQIECAwioDzVEm2SBUCrgNbNTMiLomIj0TEtIj41Yj4QEScGRFVsyjJFrYMAgQIVF6gNyJej4jXIuJfI+KliPhhRDwVEUcrrwOAAAECBAgQIECAAIG8Cfh+Lm8dUQ8BAgQINCvg+7lmBb1PoNgCzrfF7p/qCRAgQGC4gPOtXdFuAeerdnfA/AQIECCQtoDzVdqixhtNwHlqNCE/J0CAAIGiCThPFa1jY6hXqHMMaF4hQIAAAQIECBAgQIAAAQIECBAgQIAAAQIFEPhERPy/d+v8ZEQ8WYCalUiAAAECBAgQIECAAAECBAgQIECAAAECBAgQIECAAAECBAgQIFARAQHXijTaMgkQIECAAAECBAgQIECAAAECBAgQIECgcgJJuDUJuSafJNyahFx9CBAgQIAAAQIECBAgQIAAAQIECBAgQIAAAQIECBAgQIAAAQIECORCQMA1F21QBAECBAgQIECAAAECBAgQIECAAAECBAgQSFVg4O2t/QO7xTVVYoMRIECAAAECBAgQIECAAAECBAgQIECAAAECBAgQIECAAAECBAg0IyDg2oyedwkQIECAAAECBAgQIECAAAECBAgQIECAQD4FBt7e2l+hW1zz2StVESBAgAABAgQIECBAgAABAgQIECBAgAABAgQIECBAgAABAgQqKSDgWsm2WzQBAgQIECBAgAABAgQIECBAgAABAgQIlFig1u2t/ct1i2uJG29pBAgQIECAAAECBAgQIECAAAECBAgQIECAAAECBAgQIECAAIEiCQi4FqlbaiVAgAABAgQIECBAgAABAgQIECBAgAABAqML1Lq9tf8tt7iO7ucJAgQIECBAgAABAgQIECBAgAABAgQIECBAgAABAgQIECBAgACBFggIuLYA2RQECBAgQIAAAQIECBAgQIAAAQIECBAgQKBFAqe7vbW/BLe4tqgZpiFAgAABAgQIECBAgAABAgQIECBAgAABAgQIECBAgAABAgQIEBhZQMDV7iBAgAABAgQIECBAgAABAgQIECBAgAABAuURON3trf2rdItrefptJQQIECBAgAABAgQIECBAgAABAgQIECBAgAABAgQIECBAgACBwgoIuBa2dQonQIAAAQIECBAgQIAAAQIECBAgQIAAAQKDBOq5vbX/Bbe42jwECBAgQIAAAQIECBAgQIAAAQIECBAgQIAAAQIECBAgQIAAAQJtFRBwbSu/yQkQIECAAAECBAgQIECAAAECBAgQIECAQGoC9dze2j+ZW1xTYzcQAQIECBAgQIAAAQIECBAgQIAAAQIECBAgQIAAAQIECBAgQIDAWAQEXMei5h0CBAgQIECAAAECBAgQIECAAAECBAgQIJAvgUZub+2v3C2u+eqhaggQIECAAAECBAgQIECAAAECBAgQIECAAAECBAgQIECAAAEClRIQcK1Uuy2WAAECBAgQIECAAAECBAgQIECAAAECBEoq0Mjtrf0EbnEt6WawLAIECBAgQIAAAQIECBAgQIAAAQIECK3OnxUAACAASURBVBAgQIAAAQIECBAgQIBAEQQEXIvQJTUSIECAAAECBAgQIECAAAECBAgQIECAAIGRBcZye2v/aG5xtbMIECBAgAABAgQIECBAgAABAgQIECBAgAABAgQIECBAgAABAgTaIiDg2hZ2kxIgQIAAAQIECBAgQIAAAQIECBAgQIAAgdQExnJ7a//kbnFNrQ0GIkCAAAECBAgQIECAAAECBAgQIECAAAECBAgQIECAAAECBAgQaERAwLURLc8SIECAAAECBAgQIECAAAECBAgQIECAAIF8CTRze2v/Stzimq+eqoYAAQIECBAgQIAAAQIECBAgQIAAAQIECBAgQIAAAQIECBAgUAkBAddKtNkiCRAgQIAAAQIECBAgQIAAAQIECBAgQKCkAs3c3tpP4hbXkm4OyyJAgAABAgQIECBAgAABAgQIECBAgAABAgQIECBAgAABAgQI5FlAwDXP3VEbAQIECBAgQIAAAQIECBAgQIAAAQIECBAYWSCN21v7R3eLq51GgAABAgQIECBAgAABAgQIECBAgAABAgQIECBAgAABAgQIECDQUgEB15Zym4wAAQIECBAgQIAAAQIECBAgQIAAAQIECKQmkMbtrf3FuMU1tbYYiAABAgQIECBAgAABAgQIECBAgAABAgQIECBAgAABAgQIECBAoB4BAdd6lDxDgAABAgQIECBAgAABAgQIECBAgAABAgTyJZDm7a39K3OLa756rBoCBAgQIECAAAECBAgQIECAAAECBAgQIECAAAECBAgQIECAQKkFBFxL3V6LI0CAAAECBAgQIECAAAECBAgQIECAAIGSCqR5e2s/kVtcS7pZLIsAAQIECBAgQIAAAQIECBAgQIAAAQIECBAgQIAAAQIECBAgkEcBAdc8dkVNBAgQIECAAAECBAgQIECAAAECBAgQIEBgZIEsbm/tn80trnYeAQIECBAgQIAAAQIECBAgQIAAAQIECBAgQIAAAQIECBAgQIBASwQEXFvCbBICBAgQIECAAAECBAgQIECAAAECBAgQIJCaQBa3t/YX5xbX1NpkIAIECBAgQIAAAQIECBAgQIAAAQIECBAgQIAAAQIECBAgQIAAgdMJCLjaHwQIECBAgAABAgQIECBAgAABAgQIECBAoDgCWd7e2q/gFtfi7AeVEiBAgAABAgQIECBAgAABAgQIECBAgAABAgQIECBAgAABAgQKKyDgWtjWKZwAAQIECBAgQIAAAQIECBAgQIAAAQIEKiiQ5e2t/Zxuca3gxrJkAgQIECBAgAABAgQIECBAgAABAgQIECBAgAABAgQIECBAgECrBQRcWy1uPgIECBAgQIAAAQIECBAgQIAAAQIECBAgMDaBVtze2l+ZW1zH1iNvESBAgAABAgQIECBAgAABAgQIECBAgAABAgQIECBAgAABAgQI1Ckg4FonlMcIECBAgAABAgQIECBAgAABAgQIECBAgECbBVpxe2v/Et3i2uZmm54AAQIECBAgQIAAAQIECBAgQIAAAQIECBAgQIAAAQIECBAgUHYBAdeyd9j6CBAgQIAAAQIECBAgQIAAAQIECBAgQKAMAo3e3vrziHjfkIXX+r3T2bjFtQw7xxoIECBAgAABAgQIECBAgAABAgQIECBAgAABAgQIECBAgAABAjkVEHDNaWOURYAAAQIECBAgQIAAAQIECBAgQIAAAQIEBgjUe3trEmLd+u6vY0MEJ0fE+nd/DQ2/1sJ2i6stSIAAAQIECBAgQIAAAQIECBAgQIAAAQIECBAgQIAAAQIECBAgkJmAgGtmtAYmQIAAAQIECBAgQIAAAQIECBAgQIAAAQKpCNRze+vAYOt/vTtr75DZ+/8/gf/TQNDVLa6ptNAgBAgQIECAAAECBAgQIECAAAECBAgQIECAAAECBAgQIECAAAECQwUEXO0JAgQIECBAgAABAgQIECBAgAABAgQIECCQb4HT3d5aK9jav5qRAq79P68n6OoW13zvDdURIECAAAECBAgQIECAAAECBAgQIECAAAECBAgQIECAAAECBAorIOBa2NYpnAABAgQIECBAgAABAgQIECBAgAABAgQqIDDS7a2nC7b2s4wWcO1/brSgq1tcK7DRLJEAAQIECBAgQIAAAQIECBAgQIAAAQIECBAgQIAAAQIECBAg0GoBAddWi5uPAAECBAgQIECAAAECBAgQIECAAAECBAjULzD09tZ6gq39o9cbcO1/fqSgq1tc6++XJwkQIECAAAECBAgQIECAAAECBAgQIECAAAECBAgQIECAAAECBOoUEHCtE8pjBAgQIECAAAECBAgQIECAAAECBAgQIECgxQIDb29tJNjaX2ajAdf+92oFXd3i2uLmm44AAQIECBAgQIAAAQIECBAgQIAAAQIECBAgQIAAAQIECBAgUHYBAdeyd9j6CBAgQIAAAQIECBAgQIAAAQIECBAgQKCoAsntrRdFxNZ3f/1XgwsZa8C1f5qBQddnIyIJufoQIECAAAECBAgQIECAAAECBAgQIECAAAECBAgQIECAAAECBAgQSEVAwDUVRoMQIECAAAECBAgQIECAAAECBAgQIECAAIFUBT4cEQvHGGztL6TZgGv/OP1B10cj4p9SXaXBCBAgQIAAAQIECBAgQIAAAQIECBAgQIAAAQIECBAgQIAAAQIEKisg4FrZ1ls4AQIECBAgQIAAAQIECBAgQIAAAQIECJRcIK2Aa8mZLI8AAQIECBAgQIAAAQIECBAgQIAAAQIECBAgQIAAAQIECBAgQKAdAgKu7VA3JwECBAgQIECAAAECBAgQIECAAAECBAgQyF5AwDV7YzMQIECAAAECBAgQIECAAAECBAgQIECAAAECBAgQIECAAAECBAiMUUDAdYxwXiNAgAABAgQIECBAgAABAgQIECBAgAABAjkXEHDNeYOUR4AAAQIECBAgQIAAAQIECBAgQIAAAQIECBAgQIAAAQIECBCosoCAa5W7b+0ECBAgQIAAAQIECBAgQIAAAQIECBAgUGYBAdcyd9faCBAgQIAAAQIECBAgQIAAAQIECBAgQIAAAQIECBAgQIAAAQIFFxBwLXgDlU+AAAECBAgQIECAAAECBAgQIECAAAECBEYQEHC1NQgQIECAAAECBAgQIECAAAECBAgQIECAAAECBAgQIECAAAECBHIrIOCa29YojAABAgQIECBAgAABAgQIECBAgAABAgQINCUg4NoUn5cJECBAgAABAgQIECBAgAABAgQIECBAgAABAgQIECBAgAABAgSyFBBwzVLX2AQIECBAgAABAgQIECBAgAABAgQIECBAoH0CAq7tszczAQIECBAgQIAAAQIECBAgQIAAAQIECBAgQIAAAQIECBAgQIDAKAICrrYIAQIECBAgQIAAAQIECBAgQIAAAQIECBAop4CAazn7alUECBAgQIAAAQIECBAgQIAAAQIECBAgQIAAAQIECBAgQIAAgVIICLiWoo0WQYAAAQIECBAgQIAAAQIECBAgQIAAAQIEhgkIuNoUBAgQIECAAAECBAgQIECAAAECBAgQIECAAAECBAgQIECAAAECuRUQcM1taxRGgAABAgQIECBAgAABAgQIECBAgAABAgSaEhBwbYrPywQIECBAgAABAgQIECBAgAABAgQIECBAgAABAgQIECBAgAABAlkKCLhmqWtsAgQIECBAgAABAgQIECBAgAABAgQIECDQPgEB1/bZm5kAAQIECBAgQIAAAQIECBAgQIAAAQIECBAgQIAAAQIECBAgQGAUAQFXW4QAAQIECBAgQIAAAQIECBAgQIAAAQIECJRTQMC1nH21KgIECBAgQIAAAQIECBAgQIAAAQIECBAgQIAAAQIECBAgQIBAKQQEXEvRRosgQIAAAQIECBAgQIAAAQIECBAgQIAAAQLDBARcbQoCBAgQIECAAAECBAgQIECAAAECBAgQIECAAAECBAgQIECAAIHcCgi45rY1CiNAgAABAgQIECBAgAABAgQIECBAgAABAk0JCLg2xedlAgQIECBAgAABAgQIECBAgAABAgQIECBAgAABAgQIECBAgACBLAUEXLPUNTYBAgQIECBAgAABAgQIECBAgAABAgQIEGifgIBr++zNTIAAAQIECBAgQIAAAQIECBAgQIAAAQIECBAgQIAAAQIECBAgMIqAgKstQoAAAQIECBAgQIAAAQIECBAgQIAAAQIEyikg4FrOvloVAQIECBAgQIAAAQIECBAgQIAAAQIECBAgQIAAAQIECBAgQKAUAgKupWijRRAgQIAAAQIECBAgQIAAAQIECBAgQIAAgWECAq42BQECBAgQIECAAAECBAgQIECAAAECBAgQIECAAAECBAgQIECAQG4FBFxz2xqFESBAgAABAgQIECBAgAABAgQIECBAgACBpgQEXJvi8zIBAgQIECBAgAABAgQIECBAgAABAgQIECBAgAABAgQIECBAgECWAgKuWeoamwABAgQIECBAgAABAgQIECBAgAABAgQItE9AwLV99mYmQIAAAQIECBAgQIAAAQIECBAgQIAAAQIECBAgQIAAAQIECBAYRUDA1RYhQIAAAQIECBAgQIAAAQIECBAgQIAAAQLlFBBwLWdfrYoAAQIECBAgQIAAAQIECBAgQIAAAQIECBAgQIAAAQIECBAgUAoBAddStNEiCBAgQIAAAQIECBAgQIAAAQIECBAgQIDAMAEBV5uCAAECBAgQIECAAAECBAgQIECAAAECBAgQIECAAAECBAgQIEAgtwICrrltjcIIECBAgAABAgQIECBAgAABAgQIECBAgEBTAgKuTfF5mQABAgQIECBAgAABAgQIECBAgAABAgQIECBAgAABAgQIECBAIEsBAdcsdY1NgAABAgQIECBAgAABAgQIECBAgAABAgTaJyDg2j57MxMgQIAAAQIECBAgQIAAAQIECBAgQIAAAQIECBAgQIAAAQIECIwiIOBqixAgQIAAAQIECBAgQIAAAQIECBAgQIAAgXIKCLiWs69WRYAAAQIECBAgQIAAAQIECBAgQIAAAQIECBAgQIAAAQIECBAohYCAaynaaBEECBAgQIAAAQIECBAgQIAAAQIECBAgQGCYgICrTUGAAAECBAgQIECAAAECBAgQIECAAAECBAgQIECAAAECBAgQIJBbAQHX3LZGYQQIECBAgAABAgQIECBAgAABAgQIECBAoCkBAdem+LxMgAABAgQIECBAgAABAgQIECBAgAABAgQIECBAgAABAgQIECCQpYCAa5a6xiZAgAABAgQIECBAgAABAgQIECBAgAABAu0TEHBtn72ZCRAgQIAAAQIECBAgQIAAAQIECBAgQIAAAQIECBAgQIAAAQIERhEQcLVFCBAgQIAAAQIECBAgQIAAAQIECBAgQIBAOQUEXMvZV6siQIAAAQIECBAgQIAAAQIECBAgQIAAAQIECBAgQIAAAQIECJRCQMC1FG20CAIECBAgQIAAAQIECBAgQIAAAQIECBAgMExAwNWmIECAAAECBAgQIECAAAECBAgQIECAAAECBAgQIECAAAECBAgQyK2AgGtuW6MwAgQIECBAgAABAgQIECBAgAABAgQIECDQlICAa1N8XiZAgAABAgQIECBAgAABAgQIECBAgAABAgQIECBAgAABAgQIEMhSQMA1S11jEyBAgAABAgQIECBAgAABAgQIECBAgACB9gkIuLbP3swECBAgQIAAAQIECBAgQIAAAQIECBAgQIAAAQIECBAgQIAAAQKjCAi42iIECBAgQIAAAQIECBAgQIAAAQIECBAgQKCcAgKu5eyrVREgQIAAAQIECBAgQIAAAQIECBAgQIAAAQIECBAgQIAAAQIESiEg4FqKNloEAQIECBAgQIAAAQIECBAgQIAAAQIECBAYJiDgalMQIECAAAECBAgQIECAAAECBAgQIECAAAECBAgQIECAAAECBAjkVkDANbetURgBAgQIECBAgAABAgQIECBAgAABAgQIEGhKQMC1KT4vEyBAgAABAgQIECBAgAABAgQIECBAgAABAgQIECBAgAABAgQIZCkg4JqlrrEJECBAgAABAgQIECBAgAABAgQIECBAgED7BARc22dvZgIECBAgQIAAAQIECBAgQIAAAQIECBAgQIAAAQIECBAgQIAAgVEEBFxtEQIECBAgQIAAAQIECBAgQIAAAQIECBAgUE4BAddy9tWqCBAgQIAAAQIECBAgQIAAAQIECBAgQIAAAQIECBAgQIAAAQKlEBBwLUUbLYIAAQIECBAgQIAAAQIECBAgQIAAAQIECAwTEHC1KQgQIECAAAECBAgQIECAAAECBAgQIECAAAECBAgQIECAAAECBHIrULWA68yIuCQiPhIR0yLiVyPiAxFxZkRUzSK3m1JhBAgQINCQQPIXVV+PiNci4l8j4qWI+GFEPBURRxsaycMECBAgQIAAAQIECBAgQIBA2QQEXMvWUeshQIAAAQIECBAgQIAAAQIECBAgQIAAAQIECBAgQIAAAQIECJRIoAqhzo9GxOciYkFETC1R7yyFAAECBAiMJtATEY9FxJ6I+IfRHvZzAgQIECBAgAABAgQIECBAoHQCAq6la6kFESBAgAABAgQIECBAgAABAgQIECBAgAABAgQIECBAgAABAgTKI1DmgOtnI2JtRHy8PO2yEgIECBAgMGaB70XEtoj41phH8CIBAgQIECBAgAABAgQIECBQNAEB16J1TL0ECBAgQIAAAQIECBAgQIAAAQIECBAgQIAAAQIECBAgQIAAgQoJlDHg+qmI+FPB1grtYkslQIAAgUYEkqBr8r+T323kJc8SIECAAAECBAgQIECAAAEChRQQcC1k2xRNgAABAgQIECBAgAABAgQIECBAgAABAgQIECBAgAABAgQIEKiGQNkCrndHxLqRWnfmmWfGvHnz4pJLLomZM2fGeeedF+ecc06cddZZMW5c2SiqsYGtkgABAlUX6O3tjRMnTsTPfvaz+PGPfxxHjx6Np556Kg4dOhSvv/766Xg6I+KLVfezfgIECBAgQIAAAQIECBAgUHIBAdeSN9jyCBAgQIAAAQIECBAgQIAAAQIECBAgQIAAAQIECBAgQIAAAQJFFihLqnNmROyKiFm1mnH55ZfH8uXLY/HixYKsRd6taidAgACBugWS4Ou+ffti9+7dceDAgZHe+0FErIyIo3UP7EECBAgQIECAAAECBAgQIECgSAICrkXqlloJECBAgAABAgQIECBAgAABAgQIECBAgAABAgQIECBAgAABAhUTKEPA9fciYk9ETBzau2XLlsWXvvSluOiiiyrWVsslQIAAAQK/EHj22Wfjq1/9ajz00EO1WE5GxOci4nFmBAgQIECAAAECBAgQIECAQOkEBFxL11ILIkCAAAECBAgQIECAAAECBAgQIECAAAECBAgQIECAAAECBAiUR6DoAdfPRsTeoe248MIL484774z58+eXp1NWQoAAAQIEmhQ4ePBgfPnLX47nn3++1khLI+JbTU7hdQIECBAgQIAAAQIECBAgQCBfAgKu+eqHaggQIECAAAECBAgQIECAAAECBAgQIECAAAECBAgQIECAAAECBAYIFDngmtzc+u2h3bzmmmti+/btMW5ckZdmjxIgQIAAgWwEent7Y/Xq1XHffffVmuD33eSajbtRCRAgQIAAAQIECBAgQIBAmwQEXNsEb1oCBAgQIECAAAECBAgQIECAAAECBAgQIECAAAECBAgQIECAAIHRBYqaAp0ZEd+PiIkDl3j77bfHjTfeOPqqPUGAAAECBCoucMcdd8TGjRuHKpyMiI9FxNGK81g+AQIECBAgQIAAAQIECBAoi4CAa1k6aR0ECBAgQIAAAQIECBAgQIAAAQIECBAgQIAAAQIECBAgQIAAgRIKFDXgeiQiZg3sx7Zt22LNmjUlbJElESBAgACBbATuvffeWLt27dDBfxARs7OZ0agECBAgQIAAAQIECBAgQIBAiwUEXFsMbjoCBAgQIECAAAECBAgQIECAAAECBAgQIECAAAECBAgQIECAAIH6BYoYcL07ItYNXKKbW+tvuCcJECBAgMBAgRFucu2MiC+SIkCAAAECBAgQIECAAAECBAovIOBa+BZaAAECBAgQIECAAAECBAgQIECAAAECBAgQIECAAAECBAgQIECgvAJFC7h+KiIOD2zHNddcEzt27Chvh6yMAAECBAhkLHDttdfGfffdN3SWuRHx3YynNjwBAgQIECBAgAABAgQIECCQrYCAa7a+RidAgAABAgQIECBAgAABAgQIECBAgAABAgQIECBAgAABAgQIEGhCoGgB17+LiI/3r/fCCy+M5557LsaNK9oymuiYVwkQIECAQMoCvb29MWPGjHj++ecHjvy9iPidlKcyHAECBAgQIECAAAECBAgQINBaAQHX1nqbjQABAgQIECBAgAABAgQIECBAgAABAgQIECBAgAABAgQIECBAoAGBIiVDPxsReweu7Yknnoj58+c3sFyPEiBAgAABArUEDh48GJdddtnQHy2NiG8RI0CAAAECBAgQIECAAAECBAorIOBa2NYpnAABAgQIECBAgAABAgQIECBAgAABAgQIECBAgAABAgQIECBQfoEiBVwH3d66bNmyePDBB8vfISskQIAAAQItErjqqqvioYceGjibW1xbZG8aAgQIECBAgAABAgQIECCQkYCAa0awhiVAgAABAgQIECBAgAABAgQIECBAgAABAgQIECBAgAABAgQIEGheoCgB149GxFMDl/vDH/4wLrroouYFjECAAAECBAj0CTz77LPxkY98ZKjGJRHxD4gIECBAgAABAgQIECBAgACBQgoIuBaybYomQIAAAQIECBAgQIAAAQIECBAgQIAAAQIECBAgQIAAAQIECFRDoCgB17sjYl1/Sy6//PJ47LHHqtEhqyRAgAABAi0UWLBgQRw4cGDgjJ0R8cUWlmAqAgQIECBAgAABAgQIECBAID0BAdf0LI1EgAABAgQIECBAgAABAgQIECBAgAABAgQIECBAgAABAgQIECCQskBRAq4/iYip/Wvv6uqKjo6OlCkMR4AAAQIECHR3d8eSJUsGQvRExK+RIUCAAAECBAgQIECAAAECBAopIOBayLYpmgABAgQIECBAgAABAgQIECBAgAABAgQIECBAgAABAgQIECBQDYEiBFxnRsQ/9bfjzDPPjBMnTsS4cUUovRqbyCoJECBAoDwCvb29cdZZZ8Xrr78+cFEfjoij5VmllRAgQIAAAQIECBAgQIAAgcoICLhWptUWSoAAAQIECBAgQIAAAQIECBAgQIAAAQIECBAgQIAAAQIECBAonkARUqL/NyK+3k97+eWXx2OPPVY8aRUTIECAAIGCCCxYsCAOHDgwsNovRMQ3ClK+MgkQIECAAAECBAgQIECAAIFfCAi42g0ECBAgQIAAAQIECBAgQIAAAQIECBAgQIAAAQIECBAgQIAAAQK5FShCwPW+iFjVL3j77bfHjTfemFtQhREgQIAAgaIL3HHHHbFx48aBy9gZEdcUfV3qJ0CAAAECBAgQIECAAAECFRQQcK1g0y2ZAAECBAgQIECAAAECBAgQIECAAAECBAgQIECAAAECBAgQIFAUgSIEXP8uIj7eD/rEE0/E/Pnzi+KrTgIECBAgUDiBgwcPxmWXXTaw7u9FxO8UbiEKJkCAAAECBAgQIECAAAECBARc7QECBAgQIECAAAECBAgQIECAAAECBAgQIECAAAECBAgQIECAAIHcChQh4PqTiJjaL/ijH/0ozj///NyCKowAAQIECBRd4OWXX47f+I3fGLiMnoj4taKvS/0ECBAgQIAAAQIECBAgQKCCAgKuFWy6JRMgQIAAAQIECBAgQIAAAQIECBAgQIAAAQIECBAgQIAAAQIEiiJQhIDriYiY2A/63//93zFp0qSi+KqTAAECBAgUTuD48eNx9tlnD6z7ZEScVbiFKJgAAQIECBAgQIAAAQIECBAQcLUHCBAgQIAAAQIECBAgQIAAAQIECBAgQIAAAQIECBAgQIAAAQIEcitQhIDrOxFxqs533nknxo0rQtm57bnCCBAgQIDAaQV6e3vjl37plwY+k/xl2EG/gZAAAQIECBAgQIAAAQIECBAohICAayHapEgCBAgQIECAAAECBAgQIECAAAECBAgQIECAAAECBAgQIECAQDUFipAUHfQXcJLQjQ8BAgQIECCQrUCNf5lEEc4M2aIYnQABAgQIECBAgAABAgQIFE9AwLV4PVMxAQIECBAgQIAAAQIECBAgQIAAAQIECBAgQIAAAQIECBAgQKAyAkUIqwi4VmY7WigBAgQI5EVAwDUvnVAHAQIECBAgQIAAAQIECBBoSkDAtSk+LxMgQIAAAQIECBAgQIAAAQIECBAgQIAAAQIECBAgQIAAAQIECGQpIOCapa6xCRAgQIBAQQUEXAvaOGUTIECAAAECBAgQIECAAIHBAgKudgQ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U6Q70wAAIABJREFU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ESBAgACB9gkIuLbP3swECBAgQIAAAQIECBAgQCBFAQHXFDENRYAAAQIECBAgQIAAAQIECBAgQIAAAQIECBAgQIAAAQIECBAgkK6AgGu6nkYjQIAAAQKlEBBwLUUbLYIAAQIECBAgQIAAAQIECAi42gMECBAgQIAAAQIECBAgQIAAAQIECBAgQIAAAQIECBAgQIAAAQK5FRBwzW1rFEaAAAECBNonIODaPnszEyBAgAABAgQIECBAgACBFAUEXFPENBQBAgQIECBAgAABAgQIECBAgAABAgQIECBAgAABAgQIECBAgEC6AgKu6XoajQABAgQIlEJAwLUUbbQIAgQIECBAgAABAgQIECAg4GoPECBAgAABAgQIECBAgAABAgQIECBAgAABAgQIECBAgAABAgQI5FZAwDW3rVEYAQIECBBon4CAa/vszUyAAAECBAgQIECAAAECBFIUEHBNEdNQBAgQIECAAAECBAgQIECAAAECBAgQIECAAAECBAgQIECAAAEC6QoIuKbraTQCBAgQIFAKAQHXUrTRIggQIECAAAECBAgQIECAgICrPUCAAAECBAgQIECAAAECBAgQIECAAAECBAgQIECAAAECBAgQIJBbAQHX3LZGYQQIECBAoH0CAq7tszczAQIECBAgQIAAAQIECBBIUUDANUVMQxEgQIAAAQIECBAgQIAAAQIECBAgQIAAAQIECBAgQIAAAQIECKQrIOCarqfRCBAgQIBAKQQEXEvRRosgQIAAAQIECBAgQIAAAQICrvYAAQIECBAgQIAAAQIECBAgQIAAAQIECBAgQIAAAQIECBAgQIBAbgUEXHPbGoURIECAAIH2CQi4ts/ezAQIECBAgAABAgQIECBAIEUBAdcUMQ1FgAABAgQIECBAgAABAgQIECBAgAABAgQIECBAgAABAgQIECCQroCAa7qeRiNAgAABAqUQEHAtRRstggABAgQIECBAgAABAgQICLjaAwQIECBAgAABAgQIECBAgAABAgQIECBAgAABAgQIECBAgAABArkVEHDNbWsURoAAAQIE2icg4No+ezMTIECAAAECBAgQIECAAIEUBQRcU8Q0FAECBAgQIECAAAECBAgQIECAAAECBAgQIECAAAECBAgQIECAQLoCAq7pehqNAAECBAiUQkDAtRRttAgCBAgQIECAAAECBAgQICDgag8QIECAAAECBAgQIECAAAECBAgQIECAAAECBAgQIECAAAECBAjkVkDANbetURgBAgQIEGifgIBr++zNTIAAAQIECBAgQIAAAQIEUhQQcE0R01AECBAgQIAAAQIECBAgQIAAAQIECBAgQIAAAQIECBAgQIAAAQLpCgi4putpNAIECBAgUAoBAddStNEiCBAgQIAAAQIECBAgQICAgKs9QIAAAQIECBAgQIAAAQIECBAgQIAAAQIECBAgQIAAAQIECBAgkFsBAdfctkZhBAgQIECgfQICru2zNzMBAgQIECBAgAABAgQIEEhRQMA1RUxDESBAgAABAgQIECBAgAABAgQIECBAgAABAgQIECBAgAABAgQIpCsg4Jqup9EIECBAgEApBARcS9FGiyBAgAABAgQIECBAgAABAgKu9gA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5VHg+9//fvz2b/9206VNmjQpPvzhD8eECRNi5syZff951qxZcd5558V73vOepsdPBhip1r//+7+Pj33sY6nMUc8gX/nKV+Lmm28e9uiOHTti1apVUSNEV8+wIz7z0ksvxdKlS+Po0aOnnkmM9+7dG9OmTWtq7IEvv/nmm3HDDTdEZ2fnsDE3bdoUt9xyS5xxxhmpzWcgAq0WEHBttbj5CBAgQIAAAQIECBAgQIBAJgICrpmwGpQAAQIECBAgQIAAAQIECBAgQIAAAQIECBAgQIAAAQIECBAgQCANAQHXNBSNURmBtAKuI4FNnTo1rr322viDP/iDmDJlSlOueQ+4Tp8+Pfbs2RMzZsxoap1DX25VwLXWPP21zJkzJx5++OE499xzU12bwQi0UkDAtZXa5iJAgAABAgQIECBAgAABApkJCLhmRmtgAgQIECBAgAABAgQIECBAgAABAgQIECBAgAABAgQIECBAgACBZgUEXJsV9H6lBLIOuPZj/vIv/3L8yZ/8SV/YdeLEiWMyznvANVnU1VdfHffcc0+cffbZY1pjrZdaFXDdtWtX3w20I3127twZK1euTG1dBiLQagEB11aLm48AAQIECBAgQIAAAQIECGQiIOCaCatBCRAgQIAAAQIECBAgQIAAAQIECBAgQIAAAQIECBAgQIAAAQIE0hAQcE1D0RiVEWhVwLUf9NJLL4277747fvM3f7Nh4yIEXJNF7dixoy8oWiNM1/CakxdaEXA9duxYX3h1//79I9a4aNGiSEKwkydPHtM6vESg3QICru3ugPkJECBAgAABAgQIECBAgEAqAgKuqTAahAABAgQIECBAgAABAgQIECBAgAABAgQIECBAgAABAgQIECBAIAsBAdcsVI1ZWoFWB1wTyJkzZ8Y3vvGN+OhHP9qQa1ECrtOnT489e/bEjBkzGlrfSA+3IuD6zDPPxMKFC+PVV189VcaUKVMG/fdJkyb1BWDnzp2byroMQqDVAgKurRY3HwECBAgQIECAAAECBAgQyERAwDUTVoMSIECAAAECBAgQIECAAAECBAgQIECAAAECBAgQIECAAAECBAikISDgmoaiMSojkFZo9I033ojXX389/u3f/i2efvrpePzxx/t+jfSZM2dO/NVf/VUkYdB6P2nVWu98Iz33la98JW6++ebTDnP11VfHPffcE2effXaz02V+g+vbb78dt956ayTr6v/MmjUrVqxYEX/8x38cx48fP/X769ati82bN8f48eObXpcBCLRaQMC11eLmI0CAAAECBAgQIECAAAECmQgIuGbCalACBAgQIECAAAECBAgQIECAAAECBAgQIECAAAECBAgQIECAAIE0BARc01A0RmUEsgqN9vb2xiuvvNIXnHzggQdqei5YsCC2b98eH/zgB+vyzqrWuiYf8FA9Adfk8R07dsSqVauiRqiuoSmzvsG1p6cnli1bFk899dSpupYvXx433XRTXHfddfHkk0+e+v0kkNzV1RUXXHBBQ2vwMIE8CAi45qELaiBAgAABAgQIECBAgAABAk0LCLg2TWgAAgQIECBAgAABAgQIECBAgAABAgQIECBAgAABAgQIECBAgACBrAQEXLOSNW4pBbIOjb755pt9Qc8kLDnwJtB+zCQsunHjxnjPe94zqm/WtY5awLsP1BtwTcKge/bsiRkzZtQ7dM3nsg64PvLII7F48eJBc//5n/953HDDDcNudk0euuuuu2LDhg1NB3ebQvEygTEICLiOAc0rBAgQIECAAAECBAgQIEAgfwICrvnriYoIECBAgAABAgQIECBAgAABAgQIECBAgAABAgQIECBAgAABAgTeFRBwtRUINCDQitDo//zP//SFIpMg69DP1KlTo7u7O2bPnj1q1a2oddQiIqLegGsy1tVXXx333HNPnH322fUMXfOZLAOuJ0+ejLVr18b9999/au5JkybF/v37Y+7cuXH48OFYtGjRoHDyvHnz+m7lnTJlypjX5EUC7RAQcG2HujkJECBAgAABAgQIECBAgEDqAgKuqZMakAABAgQIECBAgAABAgQIECBAgAABAgQIECBAgAABAgQIECBAIC0BAde0JI1TCYFWhUaTIGVyI+jXv/71Ya7r1q2LzZs3x/jx409r3qpaR2t8rYDrJz/5yXjnnXfib//2b4e9ntxgu2rVqjHfeJplwPW5556Ljo6OePnll0/V/YlPfCIefPDB+NCHPhSvvvpqX0j30KFDg9b1ne98Jz796U+PRuXnBHIlIOCaq3YohgABAgQIECBAgAABAgQIjFVAwHWsct4jQIAAAQIECBAgQIAAAQIECBAgQIAAAQIECBAgQIAAAQIECBDIXEDANXNiE5RJoJWh0Z/85Cfx+c9/PpI5B36mT58eXV1dccEFF5yWtpW1nq6QWgHX1atXxxVXXBHXXntt9PT0DHq9kVtqa82bVcC1t7c3tmzZEtdff/2gaTds2BC33357vPe9743kmdtuuy02bdo06Jl6Q8ll+rNiLcUXEHAtfg+tgAABAgQIECBAgAABAgQIRISAq21AgAABAgQIECBAgAABAgQIECBAgAABAgQIECBAgAABAgQIECCQWwEB19y2RmF5FGh1aHTXrl19t5kO/dx1112RBCtrBNBOPdrqWkfq10gB1zvvvDP+8i//su+m2qGfJUuWxPbt22Py5MkNb4OsAq6vvfZaLF++PA4ePDiopqG3sz7zzDOxcOHCvttc+z/1hpIbXqwXCGQoIOCaIa6hCRAgQIAAAQIECBAgQIBA6wQEXFtnbSYCBAgQIECAAAECBAgQIECAAAECBAgQIECAAAECBAgQIECAAIEGBQRcGwTzeLUFWh0a/elPfxpXXXVVPPnkk4PgOzo6YufOnfG+971vxIa0utaRChkp4JrchnrixIlIbnPdv3//sNe3bt0ayc2npwvx1pozq4Dr4cOHY9GiRXH8+PFT086bNy8eeOCBmDJlyqnfS36+Zs2a2L1796Dy6gklV/tPl9XnTUDANW8dUQ8BAgQIECBAgAABAgQIEBiTgIDrmNi8RIAAAQIECBAgQIAAAQIECBAgQIAAAQIECBAgQIAAAQIECBAg0AoBAddWKJujNAKtDo2+/fbbsWnTpviLv/iLQYbnn39+dHd3x4wZM0a0bXWtIxVyuoDrhAkT4siRI5EEdnt6egYNMXXq1L41zp49u6H9k0XA9c033+y7abazs3NQLcnabrrppmEh3Fo379YKwza0MA8TaLGAgGuLwU1HgAABAgQIECBAgAABAgSyERBwzcbVqAQIECBAgAABAgQIECBAgAABAgQIECBAgAABAgQIECBAgAABAikICLimgGiI6gi0IzR64MCBWLBgwTDkPXv2xNKlS0fEb0ettYoZLeDa29vbFxxdv379sNeXLFkS27dvj8mTJ9e9ybIIuL7yyitx5ZVXxtNPP32qjuTW1kcffTQuvvjiYbXVej55aN++fXHFFVfUvRYPEmingIBrO/XNTYAAAQIECBAgQIAAAQIEUhMQcE2N0kAECBAgQIAAAQIECBAgQIAAAQIECBAgQIAAAQIECBAgQIAAAQJpCwi4pi1qvFILtCM0+txzz/XdcPryyy8Psv2zP/uzvttdR/q0o9ZatYwWcE3eOXbsWKxevTq6urqGDbF169ZYt27dsFtSR1p3FgHXWjeyLl++PO69996YNGnSsFLeeuut2LhxY2zZsmXQz1asWBHbtm2LiRMnlvrPicWVQ0DAtRx9tAoCBAgQIECAAAECBAgQqLyAgGvltwAAAgQIECBAgAABAgQIECBAgAABAgQIECBAgAABAgQIECBAgEB+BQRc89sbleVQoB2h0f/4j/+IZcuWxaFDhwaJJIHQJEA5YcKEmlLtqLVWIfUEXJP3jhw50hfk7enpGTTM1KlTo7u7O2bPnl3Xjkg74Przn/88Vq1a1VfDwM/OnTtj5cqVI9Z0+PDhWLRoURw/fvzUM6e79bWuxXmIQAsFBFxbiG0qAgQIECBAgAABAgQIECCQnYCAa3a2RiZAgAABAgQIECBAgAABAgQIECBAgAABAgQIECBAgAABAgQIEGhSQMC1SUCvV0ugHaHRJCC5Zs2a2L179yDs3/3d3+37vcmTJ9dsQjtqrVVIvQHX3t7e6OzsjPXr1w8bZsmSJbF9+/YR1zrwhbQDrs8880wsXLgwXn311VPTzJkzJx5++OE499xzR/wD8Nprr0Vyy+vBgwcHPZPcunvLLbfEGWecUa0/PFZbOAEB18K1TMEECBAgQIAAAQIECBAgQKCWgICrfUGAAAECBAgQIECAAAECBAgQIECAAAECBAgQIECAAAECBAgQIJBbAQHX3LZGYXkUaEdo9I033ogNGzb0BTwHfj7zmc/Egw8+GO9///trUrWj1lqF1BtwTd49duxYJDfTdnV1DRtq69atsW7duqgRuhv0bJoB17fffjtuvfXWSNYw8JPUsXnz5hg/fvyI2zQJ7CY37F5//fWDnqknHJvHva+m6gkIuFav51ZMgAABAgQIECBAgAABAqUUEHAtZVstigABAgQIECBAgAABAgQIECBAgAABAgQIECBAgAABAgQIECBQDgEB13L00SpaJNCO0Ohbb70VGzdu7AtLDvzMmjUr9uzZE7/+679ec/XtqLVWIY0EXJP3jxw5Eh0dHdHT0zNouKlTp0Z3d3fMnj37tN1OM+D605/+NK666qp48sknT805adKk2L9/f8ydO3fUXffcc8/1reXll18e9OzOnTtj5cqVo77vAQLtFBgtTN7O2sxNgAABAoUWKMI/gxYaWPEECBAgQIAAgSECAq62BAECBAgQIECAAAECBAgQIECAAAECBAgQIECAAAECBAgQIECAQG4FivCXiwf9BZzkVkQfAu0SaFdotFZIdObMmbF3796YNm1aTY521Tq0mEYDrsmf8c7Ozli/fv2wdS1ZsqTvJtvJkyePuAXSDLg+8sgjsXjx4kFzzZs3Lx544IGYMmXKqNvw5MmTsXbt2rj//vsHPbtixYrYtm1bTJw4cdQxPECgXQICru2SNy8BAgRKL1CEfwYtfRMskAABAgQIEKiUgIBrpdptsQQIECBAgAABAgQIECBAgAABAgQIECBAgAABAgQIECBAgACBYgkU4S8XC7gWa0+Vutp2hUarFHBNNtCxY8di9erV0dXVNWw/bd26NdatWxcjhe/SCriOFE696667YsOGDSPOP7TgWiHZJBz76KOPxsUXX1zqPy8WV2wBAddi90/1BAgQyLFAEf4ZNMd8SiNAgAABAgQINCwg4NowmRcIECBAgAABAgQIECBAgAABAgQIECBAgAABAgQIECBAgAABAgRaJVCEv1ws4Nqq3WCeUQXaEXBNbjS99dZb+34N/JT1Btf+NR45ciQ6Ojqip6dn0LqnTp0a3d3dMXv27Jr9Sivg+sILL0RyY+yLL754ap4kmPrtb387Zs2aNepe6X8gqX/ZsmXx1FNPDXpn06ZNccstt8QZZ5xR91geJNBKAQHXVmqbiwABApUSKMI/g1aqIRZLgAABAgQIlF5AwLX0LbZAAgQIECBAgAABAgQIECBAgAABAgQIECBAgAABAgQIECBAgEBxBYrwl4sFXIu7v0pXeTsCrm+88UbfjaHbt28f5PmJT3wiHnzwwfjQhz5U07kdtdYqpNbts8ntrFu2bIkJEyaMuEeSYG9nZ2esX79+2DNJ8DTxmDx58rCfpRFwTeZO6rv++usHjb9ixYrYtm1bTJw4se69/fbbb/eFkxOHgZ85c+bEww8/HOeee27dY3mQQCsFagRci3BmaCWRuQgQIECgPgGBivqcPEWAAAECBAgQyErAeSwrWeMSIECAAAECBAgQIECAAAECBAgQIECAAAECBAgQIECAAAECBAg0LVCEsIqAa9NtNkBaAu0IjY4UcP3MZz7TF3B9//vfX3N57ai1ViFjDbgmYx07diySMGxXV9ewobdu3Rrr1q2LoSG8NAKur732WixfvjwOHjw4aN5vfvObcdVVVzW8nZJeXHbZZXH8+PFB7+7cuTNWrlzZ8HheINAKAQHXViibgwABApUQEKioRJstkgABAgQIEMixgPNYjpujNAIECBAgQIAAAQIECBAgQIAAAQIECBAgQIAAAQIECBAgQIBA1QUEXKu+A6y/IYF2hEb/8z//sy9U+Td/8zeDak0CmPfee29MmjSp5hraUWutQpoJuCbjHTlyJDo6OqKnp2fQ8FOnTo3u7u6YPXv2oN9PI+B6+PDhWLRo0bBAakObpY6Hkzl27dpV8ybaOl73CIFMBQRcM+U1OAECBKokIFBRpW5bKwECBAgQIJBHAeexPHZFTQQIECBAgAABAgQIECBAgAABAgQIECBAgAABAgQIECBAgAABAn0CAq42AoEGBNoRGv2Xf/mX+NznPhc/+MEPBlW6YcOGuP322+O9731vzRW0o9ZahTQbcO3t7Y3Ozs5Yv379sOGXLFkS27dvHxQQbTbg+tZbb8XGjRtjy5YtDeyMsT2ahJP3798fc+fOHdsA3iKQoYCAa4a4hiZAgEC1BAQqqtVvqyVAgAABAgTyJ+A8lr+eqIgAAQIECBAgQIAAAQIECBAgQIAAAQIECBAgQIAAAQIECBAgQOBdAQFXW4FAAwLtCI3+4z/+Y1x66aXDbhP92te+FknIdaRPO2qtVUuzAddkzGPHjsXq1aujq6tr2BRbt26NdevWRX8Yr9mA6yuvvBJXXnllPP300w3sjLE/mtS+efPmGD9+/NgH8SaBDAQEXDNANSQBAgSqKSBQUc2+WzUBAgQIECCQHwHnsfz0QiUECBAgQIAAAQIECBAgQIAAAQIECBAgQIAAAQIECBAgQIAAAQJDBARcbQkCDQi0IzSa3FB63XXXDavyO9/5Tnz6058esfp21FqrmDQCrsm4R44ciY6Ojujp6Rk0zdSpU6O7uztmz57d9/vNBlx37doVq1atamBXNPfo9OnT+4K7F1xwQXMDeZtAygICrimDGo4AAQLVFRCoqG7vrZwAAQIECBDIh4DzWD76oAoCBAgQIECAAAECBAgQIECAAAECBAgQIECAAAECBAgQIECAAIEaAgKutgWBBgRaHRp94403+m5pTUKuAz+XXHJJPPTQQ5GEO0f6tLrWkepIK+Da29sbnZ2dsX79+mFTLVmypM9o8uTJTQVcjx8/HmvWrIndu3cPmmPhwoXxW7/1Ww3slNqP/vu//3ts27Zt2A/vuuuuvj7XCBQ2PacBCIxVQMB1rHLeI0CAAIEhAgIVtgQBAgQIECBAoL0CzmPt9Tc7AQIECBAgQIAAAQIECBAgQIAAAQIECBAgQIAAAQIECBAgQIDAaQQEXG0PAg0ItDo0+sILL0QS3nzxxRcHVbl69erYsmVLTJgwYcTqW13rSIWkFXBNxj927Fgka09uPB362bp1a6xbty5+9KMfxdKlS+Po0aOnHpk5c2bs3bs3pk2bdtpuP/PMM5GEWV999dVTz02aNCn2798fc+fObWCn1H40Gffqq6+OQ4cODXpg/vz5faHaD3zgA03PYQACaQkIuKYlaRwCBAhUXkCgovJbAAABAgQIECDQZgHnsTY3wPQECBAgQIAAAQIECBAgQIAAAQIECBAgQIAAAQIECBAgQIAAAQIjCwi42h0EGhBoZWg0ubE0CbFef/31wyrct29fXHHFFaetvJW1nq6QNAOuyTxHjhyJjo6O6OnpGTRtcpttd3d3JIHUsQRc33777bj11lsjqXfgJ83wadLT2267LTZt2jRojjRDtA1sZ48SOK2AgKsNQoAAAQIpCQhUpARpGAIECBAgQIDAGAWcx8YI5zUCBAgQIECAAAECBAgQIECAAAECBAgQIECAAAECBAgQIECAAIHsBQRcszc2Q4kEWhkafemll4YFNRPKOXPmxMMPPxznnnvHoDG3AAAgAElEQVTuaWVbWevpCkk74JqERDs7O2P9+vXDpk1uu/2jP/qjuO666xq+wXWk21Xvuuuu2LBhQ9QI+41pZ9e6JTYZKLl9dvPmzTF+/PgxjeslAmkLCLimLWo8AgQIVFZAoKKyrbdwAgQIECBAICcCzmM5aYQyCBAgQIAAAQIECBAgQIAAAQIECBAgQIAAAQIECBAgQIAAAQIEhgsIuNoVBBoQaFVo9I033ogbbrghtm3bNqy6egOXrap1NL60A67JfMeOHYvVq1dHV1fXsOk///nP94Vb//mf//nUz2bOnBl79+6NadOmjVjuI488EosXLx708ylTpsSjjz4aF1988WjLrPvnx48fjzVr1sTu3bsHvTN9+vS+9VxwwQV1j+VBAlkKCLhmqWtsAgQIVEpAoKJS7bZYAgQIECBAIIcCzmM5bIqSCBAgQIAAAQIECBAgQIAAAQIECBAgQIAAAQIECBAgQIAAAQIE/ldAwNVOINCAQCtCo++880489NBD8YUvfCGSMOTATz1Bzf7nW1FrPXRZBFyTeY8cORIdHR3R09MzahmjuSWB4uSW1u3btw8aa9GiRbFr166YPHnyqHM08kAy5qpVq4a9Um94uZG5PEtgrAICrmOV8x4BAgQIDBEQqLAlCBAgQIAAAQLtFXAea6+/2QkQIECAAAECBAgQIECAAAECBAgQIECAAAECBAgQIECAAAECBE4jIOBqexBoQCDr0Oibb74ZO3bsiJtuumlYuDUpM/lZEoysETwbtoqsa62XLauAa29vb3R2dsb69etHLWW0gOsLL7wQS5YsiRdffHHQWF/72tf6gq9pf1566aVYunRp302zAz/z5s2LBx54IJKbY30ItFtAwLXdHTA/AQIESiMgUFGaVloIAQIECBAgUFAB57GCNk7ZBAgQIECAAAECBAgQIECAAAECBAgQIECAAAECBAgQIECAAIEqCAi4VqHL1piaQFah0eTW1h/+8Idx6623xuOPP16z3uRG182bN8fEiRPrWk9WtdY1+YCHsgq4JlMcO3YsVq9eHV1dXact63QB1yQou2XLlrj++usHjXH++edHd3d3zJgxo9Elj/p8EmS+4YYb+gK6Qz/79u2LK664YtQxPEAgawEB16yFjU+AAIHKCAhUVKbVFkqAAAECBAjkVMB5LKeNURYBAgQIECBAgAABAgQIECBAgAABAgQIECBAgAABAgQIECBAgECEgKtdQKABgbRCoydOnIiTJ0/23Rj6ve99L/76r/86nn766RErWbBgQWzfvj0++MEP1l1tWrXWPeEID2YZcE2mPHLkSHR0dERPT8+IpZ4u4JqEZFeuXBn79+8f9P6KFSti27ZtdQeKG3U6cOBAJH0d+sl63kbr9Hx1BQRcq9t7KydAgEDKAgIVKYMajgABAgQIECDQoIDzWINgHidAgAABAgQIECBAgAABAgQIECBAgAABAgQIECBAgAABAgQIEGidgIBr66zNVAKBkUKjWS7t0ksv7QtaJjeKNvJpZa3f/OY346qrrqpZXtYB1+QG1uQm1PXr14/Ic7qA6+HDh2PRokVx/PjxQe/v3LmzL/ia1efVV1+Nq6++Og4dOjRoiilTpsSjjz4aF198cVZTG5dAXQICrnUxeYgAAQIERhcQqBjdyBMECBAgQIAAgSwFnMey1DU2AQIECBAgQIAAAQIECBAgQIAAAQIECBAgQIAAAQIECBAgQIBAUwICrk3xeblqAq0MjSa2y5cvj82bN8c555zTMHUra21nwDWBSW5hXb16dXR1ddV0Ging+tZbb8XGjRtjy5Ytg96bPn1631gXXHBBw+71vpAEc2+77bbYtGnTsFeS37vlllvijDPOqHc4zxFIXUDANXVSAxIgQKCqAgIVVe28dRMgQIAAAQJ5EXAey0sn1EGAAAECBAgQIECAAAECBAgQIECAAAECBAgQIECAAAECBAgQIDBMQMDVpiDQgECrQqPTpk2Lm2++ORYvXhzjx49voMJfPNqqWpMZ2x1wTWo4cuRIdHR0RE9PzzCvkQKur7zySlx55ZXx9NNPD3onCcsmodcJEyaMyb7el5555plYuHBhJLe5DvzMmTMnHn744Tj33HPrHcpzBFIXEHBNndSABAgQqKqAQEVVO2/dBAgQIECAQF4EnMfy0gl1ECBAgAABAgQIECBAgAABAgQIECBAgAABAgQIECBAgAABAgQIDBMQcLUpCDQgkHVodO7cufGHf/iHsWDBgpg4cWIDlQ1/NOtaB86Yh4BrciNqZ2dnrF+/fhjGSAHXXbt2xapVq4Y9v2/fvrjiiiua8q/n5Z///Od983d3d7ethnrq9Ew1BQRcq9l3qyZAgEAGAgIVGaAakgABAgQIECDQgIDzWANYHiVAgAABAgQIECBAgAABAgQIECBAgAABAgQIECBAgAABAgQIEGitgIBra73NVnCBtEKjU6dOjfPPPz9+5Vd+JWbMmBEXX3xxXHjhhfG+970vNaG0aq2noDwEXJM6jx07Fsntq11dXYPKrhVwPXnyZKxduzbuv//+Qc+2+vbUkUK2K1asiG3btjUddK6nf54hUEtAwNW+IECAAIGUBAQqUoI0DAECBAgQIEBgjALOY2OE8xoBAgQIECBAgAABAgQIECBAgAABAgQIECBAgAABAgQIECBAgED2AgKu2RubgQABAgQIFE5AwLVwLVMwAQIE8iogUJHXzqiLAAECBAgQqIqA81hVOm2dBAgQIECAAAECBAgQIECAAAECBAgQIECAAAECBAgQIECAAIECCgi4FrBpSiZAgAABAlkLCLhmLWx8AgQIVEZAoKIyrbZQAgQIECBAIKcCzmM5bYyyCBAgQIAAAQIECBAgQIAAAQIECBAgQIAAAQIECBAgQIAAAQIEIgRc7QICBAgQIEBgmICAq01BgAABAikJCFSkBGkYAgQIECBAgMAYBZzHxgjnNQIECBAgQIAAAQIECBAgQIAAAQIECBAgQIAAAQIECBAgQIAAgewFBFyzNzYDAQIECBAonICAa+FapmACBAjkVUCgIq+dURcBAgQIECBQFQHnsap02joJECBAgAABAgQIECBAgAABAgQIECBAgAABAgQIECBAgAABAgUUEHAtYNOUTIAAAQIEshYQcM1a2PgECBCojIBARWVabaEECBAgQIBATgWcx3LaGGUR+P/s3QuwnVV5N/CHm9QQoCgtVOwH1gIyIhHQchvQKpdEJbGGiyTgMOWmchMQiVJAUOQmWCiigExrA8hVTbRDqrEgVAqOXIJ0WkUGaAcU+1UKBBAEzjdrfz2ZfU7OZd/evdfa7++dcdTkfdf7rN+zkrMys/97ESBAgAABAgQIECBAgAABAgQIECBAgAABAgQIECBAgAABAgQiBFytAgIECBAgQGA1AQFXi4IAAQIEeiQgUNEjSMMQIECAAAECBDoUsB/rEM5jBAgQIECAAAECBAgQIECAAAECBAgQIECAAAECBAgQIECAAAEC1QsIuFZv7A0ECBAgQKA4AQHX4lqmYAIECOQqIFCRa2fURYAAAQIECNRFwH6sLp02TwIECBAgQIAAAQIECBAgQIAAAQIECBAgQIAAAQIECBAgQIBAgQICrgU2TckECBAgQKBqAQHXqoWNT4AAgdoICFTUptUmSoAAAQIECGQqYD+WaWOURYAAAQIECBAgQIAAAQIECBAgQIAAAQIECBAgQIAAAQIECBAgECHgahUQIECAAAECqwkIuFoUBAgQINAjAYGKHkEahgABAgQIECDQoYD9WIdwHiNAgAABAgQIECBAgAABAgQIECBAgAABAgQIECBAgAABAgQIEKheQMC1emNvIECAAAECxQkIuBbXMgUTIEAgVwGBilw7oy4CBAgQIECgLgL2Y3XptHkSIECAAAECBAgQIECAAAECBAgQIECAAAECBAgQIECAAAECBAoUEHAtsGlKJkCAAAECVQsIuFYtbHwCBAjURkCgojatNlECBAgQIEAgUwH7sUwboywCBAgQIECAAAECBAgQIECAAAECBAgQIECAAAECBAgQIECAAIEIAVergAABAgQIEFhNQMDVoiBAgACBHgkIVPQI0jAECBAgQIAAgQ4F7Mc6hPMYAQIECBAgQIAAAQIECBAgQIAAAQIECBAgQIAAAQIECBAgQIBA9QICrtUbewMBAgQIEChOQMC1uJYpmAABArkKCFTk2hl1ESBAgAABAnURsB+rS6fNkwABAgQIECBAgAABAgQIECBAgAABAgQIECBAgAABAgQIECBQoICAa4FNUzIBAgQIEKhaQMC1amHjEyBAoDYCAhW1abWJEiBAgAABApkK2I9l2hhlESBAgAABAgQIECBAgAABAgQIECBAgAABAgQIECBAgAABAgQIRAi4WgUECBAgQIDAagICrhYFAQIECPRIQKCiR5CGIUCAAAECBAh0KGA/1iGcxwgQIECAAAECBAgQIECAAAECBAgQIECAAAECBAgQIECAAAECBKoXEHCt3tgbCBAgQIBAcQICrsW1TMEECBDIVUCgItfOqIsAAQIECBCoi4D9WF06bZ4ECBAgQIAAAQIECBAgQIAAAQIECBAgQIAAAQIECBAgQIAAgQIFBFwLbJqSCRAgQIBA1QICrlULG58AAQK1ERCoqE2rTZQAAQIECBDIVMB+LNPGKIsAAQIECBAgQIAAAQIECBAgQIAAAQIECBAgQIAAAQIECBAgQCBCwNUqIECAAAECBFYTEHC1KAgQIECgRwICFT2CNAwBAgQIECBAoEMB+7EO4TxGgAABAgQIECBAgAABAgQIECBAgAABAgQIECBAgAABAgQIECBQvYCAa/XG3kCAAAECBIoTEHAtrmUKJkCAQK4CAhW5dkZdBAgQIECAQF0E7Mfq0mnzJECAAAECBAgQIECAAAECBAgQIECAAAECBAgQIECAAAECBAgUKCDgWmDTlEyAAAECBKoWEHCtWtj4BAgQqI2AQEVtWm2iBAgQIECAQKYC9mOZNkZZBAgQIECAAAECBAgQIECAAAECBAgQIECAAAECBAgQIECAAAECEQKuVgEBAgQIECCwmoCAq0VBgAABAj0SEKjoEaRhCBAgQIAAAQIdCtiPdQjnMQIECBAgQIAAAQIECBAgQIAAAQIECBAgQIAAAQIECBAgQIAAgeoFBFyrN/YGAgQIECBQnICAa3EtUzABAgRyFRCoyLUz6iJAgAABAgTqImA/VpdOmycBAgQIECBAgAABAgQIECBAgAABAgQIECBAgAABAgQIECBAoEABAdcCm6ZkAgQIECBQtYCAa9XCxidAgEBtBAQqatNqEyVAgAABAgQyFbAfy7QxyiJAgAABAgQIECBAgAABAgQIECBAgAABAgQIECBAgAABAgQIEIgQcLUKCBAgQIAAgdUEBFwtCgIECBDokYBARY8gDUOAAAECBAgQ6FDAfqxDOI8RIECAAAECBAgQIECAAAECBAgQIECAAAECBAgQIECAAAECBAhULyDgWr2xNxAgQIAAgeIEBFyLa5mCCRAgkKuAQEWunVEXAQIECBAgUBcB+7G6dNo8CRAgQIAAAQIECBAgQIAAAQIECBAgQIAAAQIECBAgQIAAAQIFCgi4Ftg0JRMgQIAAgaoFBFyrFjY+AQIEaiMgUFGbVpsoAQIECBAgkKmA/VimjVEWAQIECBAgQIAAAQIECBAgQIAAAQIECBAgQIAAAQIECBAgQIBAhICrVUCAAAECBAisJiDgalEQIECAQI8EBCp6BGkYAgQIECBAgECHAvZjHcJ5jAABAgQIECBAgAABAgQIECBAgAABAgQIECBAgAABAgQIECBAoHoBAdfqjb2BAAECBAgUJyDgWlzLFEyAAIFcBQQqcu2MuggQIECAAIG6CNiP1aXT5kmAAAECBAgQIECAAAECBAgQIECAAAECBAgQIECAAAECBAgQKFBAwLXApimZAAECBAhULSDgWrWw8QkQIFAbAYGK2rTaRAkQIECAAIFMBezHMm2MsggQIECAAAECBAgQIECAAAECBAgQIECAAAECBAgQIECAAAECBCIEXK0CAgQIECBAYDUBAVeLggABAgR6JCBQ0SNIwxAgQIAAAQIEOhSwH+sQzmMECBAgQIAAAQIECBAgQIAAAQIECBAgQIAAAQIECBAgQIAAAQLVCwi4Vm/sDQQIECBAoDgBAdfiWqZgAgQI5CogUJFrZ9RFgAABAgQI1EXAfqwunTZPAgQIECBAgAABAgQIECBAgAABAgQIECBAgAABAgQIECBAgECBAgKuBTZNyQQIECBAoGoBAdeqhY1PgACB2ggIVNSm1SZKgAABAgQIZCpgP5ZpY5RFgAABAgQIECBAgAABAgQIECBAgAABAgQIECBAgAABAgQIECAQIeBqFRAgQIAAAQKrCQi4WhQECBAg0CMBgYoeQRqGAAECBAgQINChgP1Yh3AeI0CAAAECBAgQIECAAAECBAgQIECAAAECBAgQIECAAAECBAgQqF5AwLV6Y28gQIAAAQLFCQi4FtcyBRMgQCBXAYGKXDujLgIECBAgQKAuAvZjdem0eRIgQIAAAQIECBAgQIAAAQIECBAgQIAAAQIECBAgQIAAAQIEChQoIeD6ajSdNPvqq6/GBKGbAumVTIAAAQIE8hQYGRmJNddcs7m49GHYMb+QZ+WqIkCAAIEMBQQqMmyKkggQIECAAIFaCdiP1ardJkuAAAECBAgQIECAAAECBAgQIECAAAECBAgQIECAAAECBAgQKEughIDryohYb5T1mWeeifXXX78sZdUSIECAAIGCBJ599tnYYIMNmit+LiJmFjQFpRIgQIBAPgICFfn0QiUECBAgQIBAPQXsx+rZd7MmQIAAAQIECBAgQIAAAQIECBAgQIAAAQIECBAgQIAAAQIECBQhUELA9dGI2HxU8+c//3lsueWWReAqkgABAgQIlCjw0EMPxVZbbdVc+mMRsUWJc1EzAQIECAxcQKBi4C1QAAECBAgQIFBzAfuxmi8A0ydAgAABAgQIECBAgAABAgQIECBAgAABAgQIECBAgAABAgQI5CxQQsD19ojYfRTxlltuidmzZ+dsqjYCBAgQIFC0wLJly2LOnDnNc7gjIvYoelKKJ0CAAIFBCQhUDEreewkQIECAAAEC/1/AfsxKIECAAAECBAgQIECAAAECBAgQIECAAAECBAgQIECAAAECBAgQyFaghIDrlRFx+KjgueeeG6ecckq2oAojQIAAAQKlC5x33nmxaNGi5ml8LSKOKH1e6idAgACBgQgIVAyE3UsJECBAgAABAqsE7McsBgIECBAgQIAAAQIECBAgQIAAAQIECBAgQIAAAQIECBAgQIAAgWwFSgi4fiwiLhsVnDt3bixZsiRbUIURIECAAIHSBebNmxdLly5tnsbHI+Irpc9L/QQIECAwEAGBioGweykBAgQIECBAYJWA/ZjFQIAAAQIECBAgQIAAAQIECBAgQIAAAQIECBAgQIAAAQIECBAgkK1ACQHXWRFx/6jgjBkzYuXKlbHGGiWUnm3fFUaAAAECBCYUGBkZiZkzZ8bzzz/f/Ptvj4gVyAgQIECAQAcCAhUdoHmEAAECBAgQINBDAfuxHmIaigABAgQIECBAgAABAgQIECBAgAABAgQIECBAgAABAgQIECBAoLcCpaREH42IzUenfuONN8Z+++3XWwmjESBAgAABAnHTTTfF/vvv3yzxWERsgYYAAQIECHQoIFDRIZzHCBAgQIAAAQI9ErAf6xGkYQgQIECAAAECBAgQIECAAAECBAgQIECAAAECBAgQIECAAAECBHovUErA9eKIOG50+nPnzo0lS5b0XsOIBAgQIECg5gLz5s2LpUuXNitcEhHH15zF9AkQIECgcwGBis7tPEmAAAECBAgQ6IWA/VgvFI1BgAABAgQIECBAgAABAgQIECBAgAABAgQIECBAgAABAgQIECBQiUApAdddIuLOZoF77703tt9++0pQDEqAAAECBOoocN9998UOO+wwfuq7RsS/1NHDnAkQIECgJwICFT1hNAgBAgQIECBAoGMB+7GO6TxIgAABAgQIECBAgAABAgQIECBAgAABAgQIECBAgAABAgQIECBQtUApAdfkcHtE7D4KsmDBgrjmmmuq9jE+AQIECBCojcDChQvj2muvbZ7vHRGxR20ATJQAAQIEqhAQqKhC1ZgECBAgQIAAgdYF7Mdat3InAQIECBAgQIAAAQIECBAgQIAAAQIECBAgQIAAAQIECBAgQIBAnwVKCrgeEBHXN/vccsstMXv27D6TeR0BAgQIEBg+gWXLlsWcOXPGT+zAiLhh+GZrRgQIECDQRwGBij5iexUBAgQIECBAYAIB+zHLggABAgQIECBAgAABAgQIECBAgAABAgQIECBAgAABAgQIECBAIFuBkgKuCXHMKa7bbrttPPDAA7HGGqVNI9v1oDACBAgQqKHAyMhIbLfddvHggw82z97prTVcC6ZMgACBCgQEKipANSQBAgQIECBAoA0B+7E2sNxKgAABAgQIECBAgAABAgQIECBAgAABAgQIECBAgAABAgQIECDQX4HSkqHviYgfNBMdccQRccUVV/RXzdsIECBAgMAQCRx55JFx5ZVXjp/ReyPin4ZomqZCgAABAoMREKgYjLu3EiBAgAABAgRGBezHrAUCBAgQIECAAAECBAgQIECAAAECBAgQIECAAAECBAgQIECAAIFsBUoLuCbIiyPiuGbRc889N0455ZRskRVGgAABAgRyFTjvvPNi0aJF48u7JCKOz7VmdREgQIBAUQICFUW1S7EECBAgQIDAEArYjw1hU02JAAECBAgQIECAAAECBAgQIECAAAECBAgQIECAAAECBAgQIDAsAiUGXJP9TyJix+YmXHrppXH00UcPS1/MgwABAgQIVC7w5S9/OY455pjx77knIt5R+cu9gAABAgTqIiBQUZdOmycBAgQIECCQq4D9WK6dURcBAgQIECBAgAABAgQIECBAgAABAgQIECBAgAABAgQIECBAgECUGnCdFRE/ioj1mnvoJFcrmgABAgQItCYwycmtz0XEbhGxorVR3EWAAAECBKYVEKiYlsgNBAgQIECAAIFKBezHKuU1OAECBAgQIECAAAECBAgQIECAAAECBAgQIECAAAECBAgQIECAQDcCpQZc05w/EBHfGT/5I444Ii6//PJYY42Sp9ZNSz1LgAABAgQmFxgZGYmjjjoqrrzyyolu2jcivsuPAAECBAj0UECgooeYhiJAgAABAgQIdCBgP9YBmkcIECBAgAABAgQIECBAgAABAgQIECBAgAABAgQIECBAgAABAgT6I1B6CvSAiLh+PNW2224bF1xwQcyePbs/it5CgAABAgQKEFi2bFmcfPLJ8eCDD05U7YERcUMB01AiAQIECJQlIFBRVr9US4AAAQIECAyfgP3Y8PXUjAgQIECAAAECBAgQIECAAAECBAgQIECAAAECBAgQIECAAAECQyNQesA1NSKd5HpdRKw3visLFiyIT37yk7H99tsPTcNMhAABAgQItCtw3333xRe/+MW49tprJ3r0uYj4sJNb21V1PwECBAi0KCBQ0SKU2wgQIECAAAECFQnYj1UEa1gCBAgQIECAAAECBAgQIECAAAECBAgQIECAAAECBAgQIECAAIHuBYYh4JoUZkXEVRGx40Qkc+fOjUMOOSTmz58fa6wxLFPuvvlGIECAAIHhFRgZGYmbb745Fi9eHEuXLp1sovdExGERsWJ4JcyMAAECBAYsIFAx4AZ4PQECBAgQIFB7Afux2i8BAAQIECBAgAABAgQIECBAgAABAgQIECBAgAABAgQIECBAgACBfAWGLe15cUQcNxn3jBkzYs8994xdd901Zs2aFW9+85tj0003jZkzZwq+5rtGVUaAAAECUwikIOvKlSvjV7/6VTz88MOxYsWKuPPOO2P58uXx/PPPT2V3SUQcD5cAAQIECFQsIFBRMbDhCRAgQIAAAQLTCNiPWSIECBAgQIAAAQIECBAgQIAAAQIECBAgQIAAAQIECBAgQIAAAQLZCgxbwDVBvyciPhsRu2errjACBAgQIDA4gTv+9+fkPw2uBG8mQIAAgRoJCFTUqNmmSoAAAQIECGQpYD+WZVsURYAAAQIECBAgQIAAAQIECBAgQIAAAQIECBAgQIAAAQIECBAgkASGMeA62tkDIuIYQVcLnQABAgQINARSsPXSiLiBBwECBAgQ6KOAQEUfsb2KAAECBAgQIDCBgP2YZUGAAAECBAgQIECAAAECBAgQIECAAAECBAgQIECAAAECBAgQIJCtwDAHXEfRd4mID0fEvIjYPNtOKIwAAQIECPRe4LGIWBIR10XEv/R+eCMSIECAAIFpBQQqpiVyAwECBAgQIECgUgH7sUp5DU6AAAECBAgQIECAAAECBAgQIECAAAECBAgQIECAAAECBAgQINCNQB0Crs0+syJi14jYISK2joj/ExEbR8SMIT/Ntps14lkCBAgQyFsgfVD1+Yj4vxHxHxHxs4i4NyLujIgVeZeuOgIECBCogYBARQ2abIoECBAgQIBA1gL2Y1m3R3EECBAgQIAAAQIECBAgQIAAAQIECBAgQIAAAQIECBAgQIAAgXoL1C3gWu9umz0BAgQIECBAgAABAgT6KyBQ0V9vbyNAgAABAgQIjBewH7MmCBAgQIAAAQIECBAgQIAAAQIECBAgQIAAAQIECBAgQIAAAQIEshUQcM22NQojQIAAAQIECBAgQIBA8QICFcW30AQIECBAgACBwgXsxwpvoPIJECBAgAABAgQIECBAgAABAgQIECBAgAABAgQIECBAgAABAsMsIOA6zN01NwIECBAgQIAAAQIECAxWQKBisP7eToAAAQIECBCwH7MGCBAgQIAAAQIECBAgQIAAAQIECA/u+28AACAASURBV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DAQAXeHhHzIuLiiPifDivpVaDi9yPi+IhYEhH3d1iLxwgQIECAAAECdRTo1X6sjnbmTIAAAQIECBAgQIAAAQIECBAgQIAAAQIECBAgQIAAAQIECBAgULGAgGvFwIYnQIAAAQIECBAgQIBAwQK3RcSsiPjrDoOu3QYqRoOtn4iIFRHx7oItlU6AAAECBAgQGIRAt/uxQdTsnQQIECBAgAABAgQIECBAgAABAgQIECBAgAABAgQIECBAgAABAjUREHCtSaNNkwABAgQIECBAgAABAh0IpEDprf/7XDrFtd2ga6eBiuZga/rf6frziEiBWxcBAgQIECBAgEDrAp3ux1p/gzsJECBAgAABAgQIECBAgAABAgQIECBAgAABAgQIECBAgAABAgQIdCgg4NohnMcIECBAgAABAgQIECBQE4EUKn1X01zbCbq2G6iYKNiaXv1Dp7fWZLWZJgECBAgQINBrgXb3Y71+v/EIECBAgAABAgQIECBAgAABAgQIECBAgAABAgQIECBAgAABAgQITCog4GpxECBAgAABAgQIECBAgMBUAs2nuDbf10rQtdVAxWTB1tH3Ob3VGiVAgAABAgQIdCbQ6n6ss9E9RYAAAQIECBAgQIAAAQIECBAgQIAAAQIECBAgQIAAAQIECBAgQKALAQHXLvA8SoAAAQIECBAgQIAAgZoIjD/FtXnaUwVdpwtUTBdsTe9xemtNFplpEiBAgAABApUITLcfq+SlBiVAgAABAgQIECBAgAABAgQIECBAgAABAgQIECBAgAABAgQIECDQioCAaytK7iFAgAABAgQIECBAgEC9BSY7xbVZZaKg62SBilaCraNjO7213mvP7AkQIECAAIHuBARcu/PzNAECBAgQIECAAAECBAgQIECAAAECBAgQIECAAAECBAgQIECAQIUCAq4V4hqaAAECBAgQIECAAAECQyQw1SmuzdNsDro+NW7+G0XE8RHxiYhIIdfpLqe3Tifk9wkQIECAAAECUwsIuFohBAgQIECAAAECBAgQIECAAAECBAgQIECAAAECBAgQIECAAAEC2QoIuGbbGoURIECAAAECBAgQIEAgK4FWTnFtLjgFXceHWCf6takm6fTWrJaAYggQIECAAIECBQRcC2yakgkQIECAAAECBAgQIECAAAECBAgQIECAAAECBAgQIECAAAECdREQcK1Lp82TAAECBAgQIECAAAEC3Qu0eopr92+KcHprLxSNQYAAAQIECNRdQMC17ivA/AkQIECAAAECBAgQIECAAAECBAgQIECAAAECBAgQIECAAAECGQsIuGbcHKURIECAAAECBAgQIEAgM4F2T3Htpnynt3aj51kCBAgQIECAwP8XEHC1EggQIECAAAECBAgQIECAAAECBAgQIECAAAECBAgQIECAAAECBLIVEHDNtjUKI0CAAAECBAgQIECAQJYC/TjF1emtWbZeUQQIECBAgECBAgKuBTZNyQQIECBAgAABAgQIECBAgAABAgQIECBAgAABAgQIECBAgACBuggIuNal0+ZJgAABAgQIECBAgACB3gj04xRXp7f2pldGIUCAAAECBAgIuFoDBAgQIECAAAECBAgQIECAAAECBAgQIECAAAECBAgQIECAAAEC2QoIuGbbGoURIECAAAECBAgQIEAgW4EqT3F1emu2bVcYAQIECBAgUKCAgGuBTVMyAQIECBAgQIAAAQIECBAgQIAAAQIECBAgQIAAAQIECBAgQKAuAgKudem0eRIgQIAAAQIECBAgQKB3AlWe4ur01t71yUgECBAgQIAAAQFXa4AAAQIECBAgQIAAAQIECBAgQIAAAQIECBAgQIAAAQIECBAgQCBbAQHXbFujMAIECBAgQIAAAQIECGQtUMUprk5vzbrliiNAgAABAgQKFBBwLbBpSiZAgAABAgQIECBAgAABAgQIECBAgAABAgQIECBAgAABAgQI1EVAwLUunTZPAgQIECBAgAABAgQI9FagilNcnd7a2x4ZjQABAgQIECAg4GoNECBAgAABAgQIECBAgAABAgQIECBAgAABAgQIECBAgAABAgQIZCsg4JptaxRGgAABAgQIECBAgACB7AV6eYqr01uzb7cCCRAgQIAAgQIFBFwLbJqSCRAgQIAAAQIECBAgQIAAAQIECBAgQIAAAQIECBAgQIAAAQJ1ERBwrUunzZMAAQIECBAgQIAAAQK9F+jlKa5Ob+19f4xIgAABAgQIEBBwtQYIECBAgAABAgQIECBAgAABAgQIECBAgAABAgQIECBAgAABAgSyFRBwzbY1CiNAgAABAgQIECBAgEARAr04xdXprUW0WpEECBAgQIBAgQICrgU2TckECBAgQIAAAQIECBAgQIAAAQIECBAgQIAAAQIECBAgQIAAgboICLjWpdPmSYAAAQIECBAgQIAAgWoEenGKq9Nbq+mNUQkQIECAAAECAq7WAAECBAgQIECAAAECBAgQIECAAAECBAgQIECAAAECBAgQIECAQLYCAq7ZtkZhBAgQIECAAAECBAgQKEagm1Ncnd5aTJsVSoAAAQIECBQoIOBaYNOUTIAAAQIECBAgQIAAAQIECBAgQIAAAQIECBAgQIAAAQIECBCoi4CAa106bZ4ECBAgQIAAAQIECBCoTqCbU1yd3lpdX4xMgAABAgQIEBBwtQYIECBAgAABAgQIECBAgAABAgQIECBAgAABAgQIECBAgAABAgSyFRBwzbY1CiNAgAABAgQIECBAgEBRAp2c4ur01qJarFgCBAgQIECgQAEB1wKbpmQCBAgQIECAAAECBAgQIECAAAECBAgQIECAAAECBAgQIECAQF0EBFzr0mnzJECAAAECBAgQIECAQLUCnZzi6vTWantidAIECBAgQICAgKs1QIAAAQIECBAgQIAAAQIECBAgQIAAAQIECBAgQIAAAQIECBAgkK2AgGu2rVEYAQIECBAgQIAAAQIEihNo5xRXp7cW114FEyBAgAABAgUKCLgW2DQlEyBAgAABAgQIECBAgAABAgQIECBAgAABAgQIECBAgAABAgTqIiDgWpdOmycBAgQIECBAgAABAgSqF2jnFFent1bfD28gQIAAAQIECAi4WgMECBAgQIAAAQIECBAgQIAAAQIECBAgQIAAAQIECBAgQIAAAQLZCgi4ZtsahREgQIAAAQIECBAgQKBIgVZOcXV6a5GtVTQBAgQIECBQoICAa4FNUzIBAgQIECBAgAABAgQIECBAgAABAgQIECBAgAABAgQIECBAoC4CAq516bR5EiBAgAABAgQIECBAoD8CrZzi6vTW/vTCWwgQIECAAAECAq7WAAECBAgQIECAAAECBAgQIECAAAECBAgQIECAAAECBAgQIECAQLYCAq7ZtkZhBAgQIECAAAECBAgQKFZgqlNcnd5abFsVToAAAQIECBQoIOBaYNOUTIAAAQIECBAgQIAAAQIECBAgQIAAAQIECBAgQIAAAQIECBCoi4CAa106bZ4ECBAgQIAAAQIECBDon8BUp7g6vbV/ffAmAgQIECBAgICAqzVAgAABAgQIECBAgAABAgQIECBAgAABAgQIECBAgAABAgQIECCQrYCAa7atURgBAgQIECBAgAABAgSKFpjoFFentxbdUsUTIECAAAECBQoIuBbYNCUTIECAAAECBAgQIECAAAECBAgQIECAAAECBAgQIECAAAECBOoiIOBal06bJwECBAgQIECAAAECBPorMNEprk5v7W8PvI0AAQIECBAgIOBqDRAgQIAAAQIECBAgQIAAAQIECBAgQIAAAQIECBAgQIAAAQIECGQrIOCabWsURoAAAQIECBAgQIAAgeIFmk9xdXpr8e00AQIECBAgQKBAAQHXApumZAIECBAgQIAAAQIECBAgQIAAAQIECBAgQIAAAQIECBAgQIBAXQQEXOvSafMkQIAAAQIECBAgQIBA/wWaT3F1emv//b2RAAECBAgQICDgag0QIECAAAECBAgQIECAAAECBAgQIECAAAECBAgQIECAAAECBAhkK1C3gOusiNg1InaIiK0j4v9ExMYRMSMi6maR7aJUGAECBAi0JZA+qPp8RPzfiPiPiPhZRNwbEXdGxIq2RnIzgXoI2A/Wo89mSYAAgToJ2A/WqdvmSoAAgfYFBFzbN/MEAQIECBAgQIAAAQIECBAgQIAAAQIECBAgQIAAAQIECBAgQIBAnwTqEOrcJSI+HBHzImLzPrl6DQECBAgQyEHgsYhYEhHXRcS/5FCQGggMSMB+cEDwXkuAAAECAxewHxx4CxRAgACBgQsIuA68BQogQIAAAQIECBAgQIAAAQIECBAgQIAAAQIECBAgQIAAAQIECBCYTGCYA64HRMQxEbG79hMgQIAAAQJxR0RcGhE3sCBQIwH7wRo121QJECBAYFoB+8FpidxAgACBoRQQcB3KtpoUAQIECBAgQIAAAQIECBAgQIAAAQIECBAgQIAAAQIECBAgQGA4BIYx4PqeiPisYOtwLFCzIECAAIGeC6RgQ/o5+U89H9mABPIRsB/MpxcqIUCAAIH8BOwH8+uJiggQIFClgIBrlbrGJkCAAAECBAgQIECAAAECBAgQIECAAAECBAgQIECAAAECBAgQ6Epg2AKuF0fEcZOJzJgxI/bcc8/YddddY9asWfHmN785Nt1005g5c2asscawUXS1LjxMgAABAoUIjIyMxMqVK+NXv/pVPPzww7FixYq48847Y/ny5fH8889PNYtLIuL4QqapTALtCNgPtqPlXgIECBAoXsB+sPgWmgABAgSqFhBwrVrY+AQIECBAgAABAgQIECBAgAABAgQIECBAgAABAgQIECBAgAABAh0LDEuqc1ZEXBURO04kMXfu3DjkkENi/vz5gqwdLxUPEiBAgEBJAinocPPNN8fixYtj6dKlk5V+T0QcFhErSpqbWglMImA/aGkQIECAAIEmAftBy4EAAQIE/ldAwNVSIECAAAECBAgQIECAAAECBAgQIECAAAECBAgQIECAAAECBAgQyFZgGAKuH4iI6yJivfHKCxYsiE9+8pOx/fbbZ9sAhREgQIAAgaoF7rvvvvjiF78Y11577USvei4iPhwR3626DuMTqFDAfrBCXEMTIECAQPkC9oPl99AMCBAg0IWAgGsXeB4lQIAAAQIECBAgQIAAAQIECBAgQIAAAQIECBAgQIAAAQIECBCoVqD0gOsBEXH9eKJtt902Lrjggpg9e3a1ekYnQIAAAQIFCSxbtixOPvnkePDBByeq+sCIuKGg6SiVwKiA/aC1QIAAAQIEWhSwH2wRym0ECBAYLgEB1+Hqp9kQIECAAAECBAgQIECAAAECBAgQIECAAAECBAgQIECAAAECBIZKoOSAazqp6zvju3HEEUfE5ZdfHmusUfLUhmqNmQwBAgQIZCQwMjISRx11VFx55ZUTVbWvk1wzapZSWhGwH2xFyT0ECBAgQKBJwH7QciBAgEDtBARca9dyEyZAgAABAgQIECBAgAABAgQIECBAgAABAgQIECBAgAABAgQIlCNQagp0VkT8KCLWa6Y+99xz45RTTilHX6UECBAgQGBAAuedd14sWrRo/Nufi4jdImLFgMryWgLtCNgPtqPlXgIECBAgME7AftCSIECAQG0EBFxr02oTJUCAAAECBAgQIECAAAECBAgQIECAAAECBAgQIECAAAECBAiUJ1BqwPUnEbFjM/ell14aRx99dHkdUDEBAgQIEBiQwJe//OU45phjxr/9noh4x4BK8loC7QjYD7aj5V4CBAgQIDCBgP2gZUGAAIFaCAi41qLNJkmAAAECBAgQIECAAAECBAgQIECAAAECBAgQIECAAAECBAgQKFOgxIDrxRFxXDO3k1vLXHyqJkCAAIHBC0xyctclEXH84KtTAYFJBewHLQ4CBAgQINAjAfvBHkEahgABAvkKCLjm2xuVESBAgAABAgQIECBAgAABAgQIECBAgAABAgQIECBAgAABAgRqL1BawPU9EfGD5q4dccQRccUVV9S+kQAIECBAgECnAkceeWRceeWV4x9/b0T8U6djeo5AhQL2gxXiGpoAAQIE6ilgP1jPvps1AQK1ERBwrU2rTZQAAQIECBAgQIAAAQIECBAgQIAAAQIECBAgQIAAAQIECBAgUJ5AaQHX2yNi91HmbbfdNh544IFYY43SplHeQlExAQIECAyvwMjISGy33Xbx4IMPNk/yjojYY3hnbWYFC9gPFtw8pRMgQIBAngL2g3n2RVUECBDokYCAa48gDUOAAAECBAgQIECAAAECBAgQIECAAAECBAgQIECAAAECBAgQINB7gZKSoQdExPXNBLfcckvMnj279ypGJECAAAECNRNYtmxZzJkzZ/ysD4yIG2pGYbp5C9gP5t0f1REgQIBAwQL2gwU3T+kECBCYWkDA1QohQIAAAQIECBAgQIAAAQIECBAgQIAAAQIECBAgQIAAAQIECBDIVqCkgOuY07oWLFgQ11xzTbawCiNAgAABAqUJLFy4MK699trmsp3iWloTh79e+8Hh77EZEiBAgMAABewHB4jv1QQIEKhOQMC1OlsjEyBAgAABAgQIECBAgAABAgQIECBAgAABAgQIECBAgAABAgQIdClQSsB1l4i4s3mu9957b2y//fZdTt/jBAgQIECAwKjAfffdFzvssMN4kF0j4l8oEchAwH4wgyYogQABAgSGW8B+cLj7a3YECNRWQMC1tq03cQIECBAgQIAAAQIECBAgQIAAAQIECBAgQIAAAQIECBAgQIBA/gKlBFwvjojjRjnnzp0bS5YsyV9XhQQIECBAoDCBefPmxdKlS5urviQiji9sGsodTgH7weHsq1kRIECAQGYC9oOZNUQ5BAgQ6F5AwLV7QyMQIECAAAECBAgQIECAAAECBAgQIECAAAECBAgQIECAAAECBAhUJFBKwPXRiNh81ODGG2+M/fbbryISwxIgQIAAgfoK3HTTTbH//vs3AzwWEVvUV8TMMxKwH8yoGUohQIAAgeEVsB8c3t6aGQECtRUQcK1t602cAAECBAgQIECAAAECBAgQIECAAAECBAgQIECAAAECBAgQIJC/QAkB11kRcf8o5YwZM2LlypWxxhollJ7/AlAhAQIECBBoFhgZGYmZM2fG888/3/zLb4+IFaQIDFDAfnCA+F5NgAABAvUSsB+sV7/NlgCBWggIuNaizSZJgAABAgQIECBAgAABAgQIECBAgAABAgQIECBAgAABAgQIEChToISU6Mci4rJR3rlz58aSJUvK1FY1AQIECBAoQGDevHmxdOnS5ko/HhFfKaB0JQ6vgP3g8PbWzAgQIEAgQwH7wQyboiQCBAh0LiDg2rmdJwkQIECAAAECBAgQIECAAAECBAgQIECAAAECBAgQIECAAAECBCoWKCHgemVEHD7qcO6558Ypp5xSMYvhCRAgQIBAfQXOO++8WLRoUTPA1yLiiPqKmHkGAvaDGTRBCQQIECBQHwH7wfr02kwJEKiFgIBrLdpskgQIECBAgAABAgQIECBAgAABAgQIECBAgAABAgQIECBAgACBMgVKCLjeHhG7j/LecsstMXv27DK1VU2AAAECBAoQWLZsWcyZM6e50jsiYo8CSlfi8ArYDw5vb82MAAECBDIUsB/MsClKIkCAQOcCAq6d23mSAAECBAgQIECAAAECBAgQIECAAAECBAgQIECAAAECBAgQIECgYoESAq6PRsTmow4///nPY8stt6yYxfAECBAgQKC+Ag899FBstdVWzQCPRcQW9RUx8wwE7AczaIISCBAgQKA+AvaD9em1mRIgUAsBAddatNkkCRAgQIAAAQIECBAgQIAAAQIECBAgQIAAAQIECBAgQIAAAQJlCpQQcF0ZEeuN8j7zzDOx/vrrl6mtagIECBAgUIDAs88+GxtssEFzpc9FxMwCSlfi8ArYDw5vb82MAAECBDIUsB/MsClKIkCAQOcCAq6d23mSAAECBAgQIECAAAECBAgQIECAAAECBAgQIECAAAECBAgQIECgYoESAq6vRsSqOl999dVYY40Syq64c4YnQIAAAQIVCYyMjMSaa67ZPHr6MOyYX6jo1YYlMJmA/aC1QYAAAQIE+ihgP9hHbK8iQIBA9QICrtUbewMBAgQIECBAgAABAgQIECBAgAABAgQIECBAgAABAgQIECBAgECHAiUkRcd8ACd9yNJFgAABAgQIVCswwZdJlLBnqBbF6IMUsB8cpL53EyBAgEAtBewHa9l2kyZAYDgFBFyHs69mRYAAAQIECBAgQIAAAQIECBAgQIAAAQIECBAgQIAAAQIECBAYCoESwioCDUOx1EyCAAECBEoSEGgoqVu1qNV+sBZtNkkCBAgQyEnAfjCnbqiFAAECXQkIuHbF52ECBAgQIECAAAECBAgQIECAAAECBAgQIECAAAECBAgQIECAAIEqBQRcq9Q1NgECBAgQKFRAoKHQxg1v2QKuw9tbMyNAgACBTAXsBzNtjLIIECDQvoCAa/tmniBAgAABAgQIECBAgAABAgQIECBAgAABAgQIECBAgAABAgQIEOiTgIBrn6C9hgABnYKv4QAAIABJREFUAgQIlCQg0FBSt2pRq4BrLdpskgQIECCQk4D9YE7dUAsBAgS6EhBw7YrPwwQIECBAgAABAgQIECBAgAABAgQIECBAgAABAgQIECBAgAABAlUKCLhWqWtsAgQIECBQqIBAQ6GNG96yBVyHt7dmRoAAAQKZCtgPZtoYZREgQKB9AQHX9s08QYAAAQIECBAgQIAAAQIECBAgQIAAAQIECBAgQIAAAQIECBAg0CcBAdc+QXsNAQIECBAoSUCgoaRu1aJWAddatNkkCRAgQCAnAfvBnLqhFgIECHQlIODaFZ+HCRAgQIAAAQIECBAgQIAAAQIECBAgQIAAAQIECBAgQIAAAQIEqhQQcK1S19gECBAgQKBQAYGGQhs3vGULuA5vb82MAAECBDIVsB/MtDHKIkCAQPsCAq7tm3mCAAECBAgQIECAAAECBAgQIECAAAECBAgQIECAAAECBAgQIECgTwICrn2C9hoCBAgQIFCSgEBDSd2qRa0CrrVos0kSIECAQE4C9oM5dUMtBAgQ6EpAwLUrPg8TIECAAAECBAgQIECAAAECBAgQIECAAAECBAgQIECAAAECBAhUKSDgWqWusQkQIECAQKECAg2FNm54yxZwHd7emhkBAgQIZCpgP5hpY5RFgACB9gUEXNs38wQBAgQIECBAgAABAgQIECBAgAABAgQIECBAgAABAgQIECBAgECfBARc+wTtNQQIECBAoCQBgYaSulWLWgVca9FmkyRAgACBnATsB3PqhloIECDQlYCAa1d8HiZAgAABAgQIECBAgAABAgQIECBAgAABAgQIECBAgAABAgQIEKhSQMC1Sl1jEyBAgACBQgUEGgpt3PCWLeA6vL01MwIECBDIVMB+MNPGKIsAAQLtCwi4tm/mCQIECBAgQIAAAQIECBAgQIAAAQIECBAgQIAAAQIECBAgQIAAgT4JCLj2CdprCBAgQIBASQICDSV1qxa1CrjWos0mSYAAAQI5CdgP5tQNtRAgQKArAQHXrvg8TIAAAQIECBAgQIAAAQIECBAgQIAAAQIECBAgQIAAAQIECBAgUKWAgGuVusYmQIAAAQKFCgg0FNq44S1bwHV4e2tmBAgQIJCpgP1gpo1RFgECBNoXEHBt38wTBAgQIECAAAECBAgQIECAAAECBAgQIECAAAECBAgQIECAAAECfRIQcO0TtNcQIECAAIGSBAQaSupWLWoVcK1Fm02SAAECBHISsB/MqRtqIUCAQFcCAq5d8XmYAAECBAgQIECAAAECBAgQIECAAAECBAgQIECAAAECBAgQIECgSgEB1yp1jU2AAAECBAoVEGgotHHDW7aA6/D21swIECBAIFMB+8FMG6MsAgQItC8g4Nq+mScIECBAgAABAgQIECBAgAABAgQIECBAgAABAgQIECBAgAABAgT6JCDg2idoryFAgAABAiUJCDSU1K1a1CrgWos2myQBAgQI5CRgP5hTN9RCgACBrgQEXLvi8zABAgQIECBAgAABAgQIECBAgAABAgQIECBAgAABAgQIECBAgECVAgKuVeoamwABAgQIFCog0FBo44a3bAHX4e2tmREgQIBApgL2g5k2RlkECBBoX0DAtX0zTxAgQIAAAQIECBAgQIAAAQIECBAgQIAAAQIECBAgQIAAAQIECPRJQMC1T9BeQ4AAAQIEShIQaCipW7WoVcC1Fm02SQIECBDIScB+MKduqIUAAQJdCQi4dsXnYQIECBAgQIAAAQIECBAgQIAAAQIECBAgQIAAAQIECBAgQIAAgSoFBFyr1DU2AQIECBAoVECgodDGDW/ZAq7D21szI0CAAIFMBewHM22MsggQINC+gIBr+2aeIECAAAECBAgQIECAAAECBAgQIECAAAECBAgQIECAAAECBAgQ6JOAgGufoL2GAAECBAiUJCDQUFK3alGrgGst2mySBAgQIJCTgP1gTt1QCwECBLoSEHDtis/DBAgQIECAAAECBAgQIECAAAECBAgQIECAAAECBAgQIECAAAECVQoIuFapa2wCBAgQIFCogEBDoY0b3rIFXIe3t2ZGgAABApkK2A9m2hhlESBAoH0BAdf2zTxBgAABAgQIECBAgAABAgQIECBAgAABAgQIECBAgAABAgQIECDQJwEB1z5Bew0BAgQIEChJQKChpG7VolYB11q02SQJECBAICcB+8GcuqEWAgQIdCUg4NoVn4cJECBAgAABAgQIECBAgAABAgQIECBAgAABAgQIECBAgAABAgSqFBBwrVLX2AQIECBAoFABgYZCGze8ZQu4Dm9vzYwAAQIEMhWwH8y0McoiQIBA+wICru2beYIAAQIECBAgQIAAAQIECBAgQIAAAQIECBAgQIAAAQIECBAgQKBPAgKufYL2GgIECBAgUJKAQENJ3apFrQKutWizSRIgQIBATgL2gzl1Qy0ECBDoSkDAtSs+DxMgQIAAAQIECBAgQIAAAQIECBAgQIAAAQIECBAgQIAAAQIECFQpIOBapa6xCRAgQIBAoQICDYU2bnjLFnAd3t6aGQECBAhkKmA/mGljlEWAAIH2BQRc2zfzBAECBAgQIECAAAECBAgQIECAAAECBAgQIECAAAECBAgQIECAQJ8EBFz7BO01BAgQIECgJAGBhpK6VYtaBVxr0WaTJECAAIGcBOwHc+qGWggQINCVgIBrV3weJkCAAAECBAgQIECAAAECBAgQIECAAAECBAgQIECAAAECBAgQqFJAwLVKXWMTIECAAIFCBQQaCm3c8JYt4Dq8vTUzAgQIEMhUwH4w08YoiwABAu0LCLi2b+YJAgQIECBAgAABAgQIECBAgAABAgQIECBAgAABAgQIECBAgACBPgkIuPYJ2msIECBAoHcCL7/8coyMjMQ666zTu0EjIo37wgsvxMyZM2OCD/T39F25DybQkHuHalefgGvtWm7CBAgQIDBoAfvBQXfA+wkQINAzAQHXnlEaiAABAgQIECBAgAABAgQIECBAgAABAgQIECBAgAABAgQIECBAoNcCAq69FjUeAQJFCaxcuTKuvvrqePrpp1fVveGGG8bBBx/cCDm68hJ48cUXY/ny5XHmmWfG/Pnz46STToq11167Z0U+8MADsd9++8VLL70Us2bNip122inmzJkT22+/fc/eUcpAAg2ldKo2dQq41qbVJkqAAAECuQjYD+bSCXUQIECgawEB164JDUCAAAECBAgQIECAAAECBAgQIECAAAECBAgQIECAAAECBAgQIFCVgIBrVbLGJUCgCIH//u//joULF8Y//uM/rqp3n332iWuuuSZe//rXZzeHz33uc3H66aevquuss86K0047Lbs6e11QOq319ttvj3POOWdVrzbffPNGn3bbbbeevW7p0qUxb968MeN973vfi7322qtn7yhlIIGGUjpVmzoFXGvTahMlQIAAgVwE7Adz6YQ6CBAg0LWAgGvXhAYgQIAAAQIECBAgQIAAAQIECBAgQIAAAQIECBAgQIAAAQIECBCoSkDAtSpZ4xIgUISAgGvv25ROP3322WfjhRdeiEceeSSeeeaZeOKJJ+Kggw7q6lTcFDRNp6umsUev/fffPy6//PLYaKONup5ICtGeffbZYwLD6RTX66+/Prbeeuuuxy9tAIGG0jo29PUKuA59i02QAAECBHITsB/MrSPqIUCAQMcCAq4d03mQAAECBAgQIECAAAECBAgQIECAAAECBAgQIECAAAECBAgQIECgagEB16qFjU+AQNYCAq6Tt2flypXx4osvNm4YDau+8sor8dxzz8W//du/RfrfyW/FihWNex577LH42c9+NuGAO+64Y1x33XXxp3/6px2vh1TLqaeeGhdeeOGYMRYvXtw4hXeCD+C39a6nn346Dj/88LjppptWPXfIIYfEl7/85Vh//fXbGmsYbhZoGIYuDtUcBFyHqp0mQ4AAAQIlCNgPltAlNRIgQKAlAQHXlpjcRIAAAQIECBAgQIAAAQIECBAgQIAAAQIECBAgQIAAAQIECBAgMAgBAddBqHsnAQLZCAxzwDWddJrCp//1X/8VP//5z8eYp1NW77333nj++edX/fpUAdVeNOyHP/xh7LHHHl0NlYK16STY0VBtGmy33XaLq6++OrbYYouuxk7h3AMPPHDM2BdddFGccMIJXY1b6sMCDaV2bmjrFnAd2taaGAECBAjkKmA/mGtn1EWAAIG2BQRc2ybzAAECBAgQIECAAAECBAgQIECAAAECBAgQIECAAAECBAgQIECAQL8EBFz7Je09BAhkKTDMAdcUbF2wYEEsX748C/uvfvWrcdRRR3VVy8jISFxyySXxiU98Ysw4X/jCF+JTn/pUrLXWWh2P/81vfjPmz5+/6vl0austt9zSCNDW8RJoqGPXs56zgGvW7VEcAQIECAyjgP3gMHbVnAgQqKmAgGtNG2/aBAgQIECAAAECBAgQIECAAAECBAgQIECAAAECBAgQIECAAIESBARcS+iSGrMWePXVV+M///M/40c/+lHjP+mEyXS65G9+85tVdW+99dax+eabx6xZs2KXXXaJHXbYIf74j/841lxzzaznVofihjng+tvf/jZOOumkuOyyy/rWyte97nWNdb7OOuvEG97whnjLW97SCJ1us8028Sd/8ieN/+72evzxx+OQQw6JW2+9ddVQadzrrrsutttuu46GTyfaLlq0KL70pS+ten727NmxePHi2HjjjTsas/SHBBpK7+DQ1S/gOnQtNSECBKoWSF8M8uSTT8b9998fd911V/zkJz+JtPdN/7v52nnnnWPTTTeNd77znfGOd7yj8d8bbbRR1eUZvwAB+8ECmqREAgQItCYg4Nqak7sIECBAgAABAgQIECBAgAABAgQIECBAgAABAgQIECBAgAABAgQGICDgOgD0OrzymmuuiYMPPnjMVM8666w47bTTspl++sD32WefPaamdk6YTB8O/8Y3vhFXXHFF/PSnP217Xm9729viyCOPjAMOOCD+8A//sO3nRx+YyLqTwUaDiTNmzIi3v/3tseOOO9YiiDvMAde0DlJg88QTT2x5SaQg9pZbbtkIX7/wwguNQMSzzz7beH6nnXaKU089NdLJpim0+qY3vSle+9rXNu5Nv7b22muvek/685X+U1WIe6J1/+lPfzrOPPPMRri23euJJ56IhQsXxm233bbq0fT31RlnnNHVqbDt1pHT/QINOXVDLREh4Dqky2Cin8NVTzWdJp5+PqafYRNdP/vZz+LAAw9sfGFJv66p9smt1HP11Vc3fo5Vdf3yl7+Mj3zkI5OeCj+daaqr170e3bPMnDmzEchMXyCT9rCbbLJJTPAzbFqaXtc37QubbkhfDnL99ddH+lKcXly//vWv44Ybboi0Lu6+++6Ohnzve98bf/mXfxkf+MAHYoMNNuhoDA+VL2A/WH4PzYAAAQL/KyDgaikQIECAAAECBAgQIECAAAECBAgQIECAAAECBAgQIECAAAECBAhkKyDgmm1ryi6shIDrU089FYcddlh861vfamCnUN9NN9007QmQKfSXgrCf//znx5zS2mnHUrD0r/7qrxph1/XWW6/tYXoVcJ3sxSmI+7GPfawRmhjGD7cPe8D1sccei0ceeWRVe9OH1NNaX3fddRu/NlE4dfTm8YGaffbZJ9J6e/3rXz/lOn355Zcbf0Z+8YtfxOc+97lG+LXXV/rzm8I0N954YyMMcsoppzTC4p38GUq1ff/734+99957VZmp5vR3Qwp31PUSaKhr57Odt4Brtq3prrBBhAqnC2O2EijtbtarP91twHW6OXVb7w9+8IP4i7/4i1VfejF+vFbe369e77777nH88cc3gpmj+51W5t+v+iaqpVcB10cffTQuvPDC+PrXvz5pr1qxaL4n7bOOPfbYOPTQQzveZ7X7TvfnI2A/mE8vVEKAAIEuBQRcuwT0OAECBAgQIECAAAECBAgQIECAAAECBAgQIECAAAECBAgQIECAQHUCAq7V2dZ65BICrvfcc0/su+++kU6kStd+++0XX/va12LDDTectHePP/54nHDCCY1QXa+vFK679NJLG+HDdq6qA66jtaQPt59++ukxf/78tsIC7cxlEPcOKszQ6UlrKTCa+jB6tXMyclq/J510UuOEsxT8mC700UnANYVb06l4qc508msKw6T/n05Z6/W1fPnyxunJKajeTfj6pZdeikWLFjXqHL1mz54dixcvjo033rjXZRcznkBDMa2qstC3R8T9Vb6gjbEFXNvAKunWQfwcni6MWWLAtVcByYnWziuvvBLpVPNzzjln0qU1nWl6sN+9TgHXtB9Jp7q2cvW7vuaauu1fr7+AZyKv5HnBBRfEW97yllY43TMkAvaDQ9JI0yBAgECEgKtVQIAAAQIECBAgQIAAAQIECBAgQIAAAQIECBAgQIAAAQIECBAgkK2AgGu2rSm7sBICrpdffnl89KMfXQWdPgB/6qmnxgQf4m3c8+STTzZOjFyyZEllzdlpp53ib//2b2ObbbZp+R39CriOFnTIIYfE+eefH5tuumnLNeZ846DCDP0OuD700ENxzDHHxPe+971GOz7+8Y83Qh/pBOHJrnYDrilckdbGZz/72TFD7rnnnvF3f/d3sdlmm034qpUrV8aLL77Yt2UyY8aMeO1rX7vqfemE24MOOijuvvvuVb+WTj9LYfbJ/j7oW7EDfJFAwwDx83l1+sP8rog4MyJuG3BZAq4DbkBVrx/Ez+HpwpglBlxTfzrdW0zX2yeeeCIWLlwYt902+V8D05mmdwyi1+kLNtJppu96V/qrbOprEPWNVtRNwPWxxx5r7FnSyfOtXGnvl963zjrrNG7/3e9+FytWrIjf/OY30z6evvDmiiuuiD322GPae90wHAL2g8PRR7MgQIBACLhaBAQIECBAgAABAgQIECBAgAABAgQIECBAgAABAgQIECBAgAABAhkLCLhm3JySS8s94JqCeOmD4CnkOnql4N9ee+01Iftzzz0Xn/rUp+Kyyy6b8Pff9ra3xf777x/vec97YquttmqcAvua17xm1b3phMinnnqq8eHxpUuXxje+8Y1JP0Q+b968Rl2bbLJJS0ug3wHXVFSnp822NKE+3zSoMMNkIZRXX301nn766Uj/PdF10UUXxRe+8IVVv/WZz3wmTjzxxNVuXXvttRunmqYPpf/2t79tPJMCrc3XdKerthNwTae1poD43/zN34x5RwpCfPWrX20ESyYLi44/lbbqJTDe/qqrrorDDz98zGt33nnnrk6FHT+HdOrZscceW/XUejq+QENPOUsd7Pcj4tGISEebp2TbIIOuAq6lrqJp6h7Ez+HpwpilBlynm1enS+j73/9+Y+831dXKuwfR61Rz+uKY6667Lrbbbrsp5zCo+lJRnQZcx3+ByUQTTP9OOfjgg+N973tfvPnNbx7zJR/N96f953333Rc33XTTlP9W6eQLeTpde54bvID94OB7oAICBAj0SMAJrj2CNAwBAgQIECBAgAABAgQIECBAgAABAgQIECBAgAABAgQIECBAgEDvBQRce29qxIjIPeCaTjpasGBB3HnnnY1+7brrrnHttddGOuVpoiud2ppOLk0hvuYr3f/5z3++EW5dd911W+59+gD9JZdcEl/60pdWGzMNksKIKVC71lprTTvmRNadfEg+naKZgr8PP/xw3HXXXfHNb34z7rjjjknf324Qd9qJDOiGQYUZJgu49qqe8UGTdELqxRdf3Fivzet4t912awSq3/rWt67WgVYDrr/61a8a63Xx4sVjxphq7OYbBxlwTcHzww47rOVTzzpdpmeddVacdtppnT4+kOcEGgbCnuNL0ymuZzQVNqigq4BrjqujBzVN9nNvkH9vThZwreqE1OkYWw3cdrL/m+7d6UtaFi1a1NizTnV1E3DttNejXwryP//zP40vkElfWPHTn/50wjLTXj3tdzbaaKNJpzHZWmxlbtM5VvH7Tz75ZKTa0r9TJrr22WefOPnkkxtfMpK++KSd65e//GVj35i+3Gf8v3/SOOlLUpLnH/zBH7QzrHsLFLAfLLBpSiZAgMDEAgKuVgYBAgQIECBAgAABAgQIECBAgAABAgQIECBAgAABAgQIECBAgEC2AgKu2bam7MJyD7iOP4lqqg+uTxaAS+HWr3/9640PjXdyjYyMxPXXXx9HH330aqe5ppOmbrzxxglDh+Pf1auA6/hxU2jg3nvvjTPPPDO++93vTjjFj3/843H++efHeuut1wlBFs9MFGZIJ1Ol00jXX3/9ymp805veNGGguqqAa5rIyy+/3DhNNZ362hxWSIGYr3zlK7HLLruMmW8rAdd//dd/bYQrfvSjH415NgVJUhhms802m9ZwkAHXH/zgB42QxkThjWkLb+OGTsM7bbyi57cKNPSctNQBm09xbZ5Dv4OuAq6lrqBp6hZwnb6xkwVc/+iP/ihSELH5+trXvtb44oZeXeO/FGaycVsJgVbd6/SzPH1JzLnnnjthmTfffHN86EMfmpSmpIDrc8891/hykRRAHX+l/esZZ5wRaZ/+2te+tuOlkP6tkr4MKP1bZcWKFauN89d//ddx3HHHxQT7hY7f6cH8BOwH8+uJiggQINChgIBrh3AeI0CAAAECBAgQIECAAAECBAgQIECAAAECBAgQIECAAAECBAgQqF5AwLV641q+IeeAa/qw9tlnnz3mNMUU+ksfzJ/oSsG9OXPmjAnApQ+Op2cOOuigrj7UnWpJJ7l+4hOfWO3VF154YZxwwgnTjl9VwHW0oOnCAunUzoULF05bZ65/ECYKM6QTr5Lr61//+r6XXWXANU0mBZfTacUp9NAc6nz3u9/dOIH1jW9846o5Txdwffzxx+PQQw+N5cuXj3FKJ72lEG2rAeFBBVzTqbYpHJL+DFZ9CbhWLWz8igXGn+La/Lp+BV0FXCtu8qCGrzr02Mm8SjnB9ZRTTlnthM30c/nSSy/t2ZePfPOb34z58+evYkxfApKCtd/+9rfH0OYQcE0FpZ/t6ctZzjnnnNVaP51NKQHX9O+HtE895JBDVptj+gKeiy66qPHlHb0Knt5zzz2NkOvdd9895n1pLXzjG9+I9KUtruEVEHAd3t6aGQECtRMQcK1dy02YAAECBAgQIECAAAECBAgQIECAAAECBAgQIECAAAECBAgQIFCOgIBrOb0qqtKcA65PP/10HH744XHTTTc1TNOH9L/zne/EjjvuOKFxOoXyxBNPHPN76UPjV111VWy00UZd9+XXv/51HHHEEbF06dIxY+23336RTuHacMMNp3xH1QHX9PKpTonabbfd4uqrr44tttiia4tBDFC3gGsyHh9y3XvvvRthmC233HJMC6YLuKabH3zwwcafpxR6SIHWFB4/8sgjY9111225nStXrmwEUia6UkgjncY2er33ve9thMu7+bM3Y8aMxolmP/7xj+ODH/zgmNPv3ve+98Uee+zRcu2/+93vYtmyZWNOsE1/JmbPnh3rrLPOqnG23XbbeP/739/yuDncKNCQQxeyqWGyU1ybC6w66Crgms1y6G0hAq7Te04WuE3h0yuuuKLxc2j02mabbeLGG2+Mt771rdMPPM0dE30RRDqxc7311lstQJpLwDVNKX0BRwp/3nrrrWNmmPY5af+/3XbbTTjzUgKuk62HXn0Bz3icFKhNQdaPfvSjq5143+sTg7tetAbouYD9YM9JDUiAAIFBCQi4DkreewkQIECAAAECBAgQIECAAAECBAgQIECAAAECBAgQIECAAAECBKYVEHCdlsgNnQjkHHB94IEHIoVHH3roocbUUhAtnVy58cYbrzbVl156KdJplCnk2nydccYZkf7Tq5ORLr/88saHxpuvt73tbXHDDTfEW97ylilb0I+AayrgySefbJxyu2TJktXqafW02U7WUtXP5BZwnW6+40877fRk0NGwQgpWp/5tttlmq726lYBreiid7JX+nJx00kmRTr/t1Z+LNPb4+fbqdN3JTm9tJaDTDPXCCy80TlpOf4ZHr3Q6bjL9vd/7venamfXvCzRk3Z5BFDfVKa7N9VQVdBVwHUTX+/BOAdfpkScLNP7zP/9zI8R52mmnjRmkV6HDRx55JA466KAxJ3emfeCKFSvi9NNPH/POVn5+9qvXaY+T9u5pXzL+uu666+LAAw+cEL2EgOsrr7wS559/fnzmM59ZbQ7p19LptWuvvfb0i6rNO5555pk49thj4+///u/HPNnLL/1psyS390nAfrBP0F5DgACB6gUEXKs39gYCBAgQIECAAAECBAgQIECAAAECBAgQIECAAAECBAgQIECAAIEOBQRcO4Tz2NQCOQdcx9f26U9/uhGiW2uttVab1EThtXRTp6HCydRSQHDfffcdc5JkujcFF9JpkFNd/Qq4php+8pOfNMLBjz322JiS9txzz8YH3tNpuKVdwxpwTQGUyy67bMp2pNNHX3755cZpphNdaf3ff//9q07ret3rXhezZs0aczLp6HMp+LDBBhu03P50KutkpyY3D1JVwPX222+PD3/4w6v9mWsloNNc31NPPdU4Je4f/uEfVv1yr/9+aBm1xzcKNPQYtPzhWjnFtXmWvQ66CriWv4YmnEG/Qo/t8E0WKE0n1i9cuLCdoXpy71QB1/SCOXPmjDlZ89BDD22czJ5OWu3mSifEzp8/f9UQu+66a1x77bWNPV/OAddU8F133RXphPpnn312DMFUP6NLCLhOFDpOE/zzP//zxhf2TPSFJd2sgeZnv/e97zX+HdBsmvb+3/72t+PP/uzPevUa42QmYD+YWUOUQ4AAgc4FBFw7t/MkAQIECBAgQIAAAQIECBAgQIAAAQIECBAgQIAAAQIECBAgQIBAxQICrhUD13X4XAOuE53ImoKAc+fOnbBVkwVc04mN5557brzmNa/pSYtTYHTBggXx6qt2w5v5AAAgAElEQVSvNkKCM2bMiB122CE++MEPRjrJdaqrnwHXdGpUOhkqhQ7HXzfffHN86EMf6olHPwcZ1oDrROuin67TvauV8HYaY3zAtd0A6kR1THYKWbq33RNiJ1o/F110UeNU19IvgYbSO1hJ/a2e4tr88l4FXQVcK2np4AcVcJ2+B1MFXLfeeuvGFy0sW7Zs1UDbbLNN3HjjjfHWt751+sEnuWOiPfDol8KkL6nIPeA6mVnpAderrroqDj/88NW61qtTe6daML/85S/jIx/5SCxfvnzVbTvttFPjBOH3v//9Ha81D+YtYD+Yd39UR4AAgTYEBFzbwHIrAQIECBAgQIAAAQIECBAgQIAAAQIECBAgQIAAAQIECBAgQIBAfwUEXCvyniwY2enJT5ON12pIbHSaIyMj8eSTT8Ztt90Wd9xxR/z0pz8dc0Lj5ptvHltuuWVstdVWjaBXOo1nk002iQk+2DqlXCsB13Ry5N133904+fDWW29tnLSUrnRK5Dvf+c7GyaWzZ8+O7bffPtZee+2edGo0SHrnnXc2xkunUV5//fWRwgGTXeMDdum+3XffvXGC1Rvf+Mae1NXNIP0MuKY6H3jggcbpTQ899NCYsnsd+u3GpJ1nBVzb0erdva3+3VVFwDWF2lMYaPypbml27373uyP9mXrDG97Q0mR/8YtfNE6CTacwj16d/j3f0gv7eJNAQx+xy3lVu6e4Ns+s26CrgGs566StSgVcp+eaKuCaTlU9++yzGyHD5qvbwONE70wneO61116rfflEem8rX0DRz14PY8A1nRp/2GGHxbe+9a0xvd5zzz0bp+qm01SrvNK/Iy+44IJ49NFHG4HWnXfeufHvtnb/nVhljcbuvYD9YO9NjUiAAIEBCQi4DgjeawkQIECAAAECBAgQIECAAAECBAgQIECAAAECBAgQIECAAAECBKYXEHCd3qijO3ILuKaTQVOoM50sOP5D0dNN8AMf+ECceOKJ8a53vSvWXHPN6W5v/P5UAdf04egUaP3sZz/bCNlOd6UTTNOJUel00HXXXXe626f8/e9///ux9957r7rn0EMPjUsvvTTWW2+9SZ9bunRpzJs3b7XfTye4nnTSST0L33Y6sX4HXFMo8Oijj47FixePKbndYGCn8+31cwKuvRZtbbxBBVwff/zxRrg1/R000dVK6L35uX//93+PAw44oPFlAaPXD3/4w9hjjz1ag8j4LoGGjJsz2NI6OcW1ueJOg64CroPte2Vv72fosdVJTBaOHNQXGEwVcE1fCPPjH/84PvjBD0Y6YXP0amWPO5XH+P1lc4hyoi9/EXBtdXV1fl/6Mo199913TJ/TaKkfp556qqBp57SenELAftDyIECAwNAICLgOTStNhAABAgQIECBAgMD/Y+8+oCQty7xx3zJkEBYQBNklSBYEAdEFVFCyCEh2iLoEEQYMRIk7HgUEAUEYiStJ0hAcwsIiKGAiCCzBxT8jCgYE4cCigoIy8z/3+2213dVVXW91VXVXVV/vOZz9zvTzPuF63qp++rN+dRMgQIAAAQIECBAgQIAAAQIECBAgQIAAAQL9JyDg2qE97aaA66uvvhoZxjzzzDNrViwsS/Bv//ZvRYWoJZdcsuEt9QKuGVQ999xz4+ijj256Lhm0zapBq666asPxazXIYG11haucS34gf6TrV7/6VUyePLmoNlt9HXbYYXHEEUfE4osvPqo5teOmsQ645pzPOOOMIvQ8+HrrW98aWdkrqzn10tWvAddm9qASOs/XeFY5ziurOefr9Zvf/GY88sgjxb9lVedPfepTkdV6KyGanXfeuXgell566WaGLN22nRVcs2p0vhdWV7mrnkzZ8G3e96Mf/Sg+8IEPDHSR1dNuuummWHfddUuvsVsbCjR0686M+7xaqeI6ePLNBl0FXMd96zszAQHXxq6NAq61KnuuttpqMX369Fh99dUbD1DVIv92mDJlSlx88cUDP8nfnSeccEJMmjSpJyq43nPPPcWX81RfI5396z2LZcK7TSOP4obzzjsvDjjggGHn71tvvTUy6Owi0AkB58FOqOqTAAEC4yIg4Dou7AYlQIAAAQIECBAgQIAAAQIECBAgQIAAAQIECBAgQIAAAQIECBAoIyDgWkZpFG26JeCaH1DPAOa0adNGsYrht2Ql0/xw9dvf/vYR+6sVujz22GNjwQUXjKOOOmrUc3n/+98f55xzzqjCY6+88krsu+++ce211xbjlw2iZfjvrLPOis997nM1551BwH322Sd22mmnWGWVVUpXuR01QtWN4xFwra6EW5lSpyqbvfHGG00Hosv6ZigkwwJ33nnnwC2bbLJJEcReZJFFynbTcrsMCM8999wN+6kOfH7pS19qGNgcqdN8vm+77bb4zGc+MxBuzbnk+jOkueuuuw4JuF5yySVF4GXw6zhDFfkaWWeddRrOv9kG7Qy4ZmXVvffee2CdOZcM6GZAffB75FVXXVWsu8xV/frbYIMN4oorrigCwr1+CTT0+g52dP6tVnEdPLmyQVcB145u6fh1LuDa2L5RwDV/l+eXTRx66KFDOrvwwguLM2qz189+9rPi9+MTTzxR3JrnghtuuCHyfJRXt1dwrfWlNhWD/DKWzTbbrCZJNwdc//rXvxb7W/033cYbbxx5FnnHO97R7DZrT6CUgPNgKSaNCBAg0AsCAq69sEvmSIAAAQIECBAgQIAAAQIECBAgQIAAAQIECBAgQIAAAQIECBCYoAICrh3a+G4IuOaHu/MDz3vuueewVeYH1fND6uuvv35R2WmBBRYo2mTY78EHH4w77rijZsXSbJPVV6dOnRpzzjlnXb1aocslllgi0uVPf/rTwH2LLrpobL311rHlllsWH8z+29/+Fg8//HDcfPPN8YMf/KBm/xlyveyyy2KllVZqavceffTRIoQ6c+bM4r4cM/t529ve1rCf559/vqj0OmPGjBHbZsB1hx12iM033zzWXnvtWHjhhRv23WqD8Qi4/vznP49ddtklHnvssSHTbzVsWc+iukpmq2bdeH/ZqqHtDLjme0QGVrIab6Vya9pkldMMUTz11FPDAq75vM0777zDgvMZ6Pzyl79cBGLmmWeethDn/PK9Jv+rXKOtovbcc88VAfdbbrlloK8MuWeYNQM8gyuinXjiiUX12jLXSSedVLwnVq58P8v3lbEMR5eZ52jaCDSMRm3C3NOuKq6DwRoFXQVc+/TxEnBtvLGNAq7Zw/333x8f//jHByqs57998pOfjLPPPnvgnN94pP/X4qKLLip+Z1au6jNztwdc8/f65MmTB76go7KORl9C0c0B13pzy30688wzY/755y+7vdoRaErAebApLo0JECDQzQICrt28O+ZGgAABAgQIECBAgAABAgQIECBAgAABAgQIECBAgAABAgQIEJjgAgKuHXoAuiHg+vTTT8cee+wRGQ4cfB144IGR1VQz3FXvmjVrVlHR8vDDDx/24fDVVlstpk+fXgRj6121QpeD22bANueRIbqsnlh95fjf+973iuDYAw88MOznU6ZMiVNOOSXmm2++0jtYPacMsOUH9CdNmlSqj/yw/Kc+9am6wd9anWTINUPEW2yxRbz3ve+NJZdcsu0VXscj4Prss8/G7rvvHnfdlXmkf1y5p6eddloRgGznJeD6D81GAdcMhb7wwgtFuHqkoOnrr78e559/fhxzzDFDQue5h/naytB7daAmn+N83hZbbLHiniOPPDK++c1vDtnqvfbaqwikLrfcci0/ArXeRzO8k9Vmy1S7rUwgw/hzzTVXfPaznx3y+q2E9f/zP/8zsjp15Sr7HNeqpvb5z3++CAg3M7+WoTrUgUBDh2D7p9t2VnEdrFIv6Crg2j/PzpCVCLg23tgyAdf8kpqs1ppfXFG5ypzZq0d/9dVXI8/ZWa29cuXZI88Lld8L3Rxwfemll4oq8xdccMEw2OOOOy5OOOGEumf/bg641nsGOvXlMo2fSi0mioDz4ETZaeskQGACCAi4ToBNtkQCBAgQIECAAAECBAgQIECAAAECBAgQIECAAAECBAgQIECAQK8KCLh2aOe6IeB64403Dglt5VL322+/OOOMM0pXcsoKnVkB9pFHHhkidfrpp0cGuepdIwVcs2rrN77xjfjEJz7RMOz5u9/9rhgnA7WDrwzIXnvttUWl1DLXG2+8UXzYPddeubIa67bbblvm9oE2WeUy5zM4PNBMB1nhNSvnfvSjH42sItWOKo/jEXAd6wCAgOs/nrJ6Ade///3v8ZOf/KR4xl977bWBIGqt5zPDHxnymDZt2pAfZ3D0q1/9auTrK6+RAq7583ohknyN5+skq63WCrCXfc3Uex8te3+l3VprrRVXX311ZBXXvffeu6hW++EPf7iotLr00kvHvffeW7yXVKpLl63CmkHi3Xbbrah4XbkavTc2O/fxbC/QMJ76PTF2J6q4Dl54ddBVwLUnHovmJ1nvTNF8TyPf0UwF8HphwnbPqWw4sUzANb/gIs8A+eUxg68LL7ywCL6WvR599NHYaaedYubMmcUt+YU43/nOd+J973vfQBfdGHDN9T/88MNFgPXmm28ettysNJ9/O+QXztS7xupZrB7/8ssvL744ZqSr3ln4kksuifxyEReBTgk4D3ZKVr8ECBAYcwEB1zEnNyABAgQIECBAgAABAgQIECBAgAABAgQIECBAgAABAgQIECBAgEBZAQHXslJNtuuGgGutD5/ffvvtsdlmm5VeTb0Py++7775x5plnxvzzz1+zr3oB1wzOnXvuuTF58uSBKlCNJpOhtBzvlltuGdL0k5/8ZJx99tmlwrrVFUcrgbcMnDZ7ZWWrrHz55S9/uQj4tXJ97GMfKz7QnoHXhRZaaFRdjUfA9ZVXXin2JIMCg6+ywcBmFyrg+g+x6td1BlnWWWed+PrXvz5Q7XjdddeNq666KlZcccUh1JXwR1YvzveCwVd1uDV/1ijgmm3y9XDiiScW/1VfGXTNqqn5Wl1mmWWa3fZod8B15ZVXjiuvvLII32a4tRKQ/8UvflEE7h988MFiju9+97vjmmuuiVVXXXXEOVeHgLJxs++xTaOM4Q01Ag1jOLqhCAwIVIKu3x9sku9nrv4QGKtQYb8HXPNpuP/++yMrnf/+978feDiaOS/nTeedd14ccMABA/dvv/32cdFFFw35UpZuCLjOmjUr8jyafyf89Kc/LX5v1wq2VhaS1em/8IUv1K3emu3G6lmsfuWWCbjec889sdFGGw170Ze5tz/eKaxivAScB8dL3rgECBDouEAv/G8CHUcwAAECBAgQIECAAAECBAgQIECAAAECBAgQIECAAAECBAgQIECAQHcI9MKHWXqyYtd4B1zrjX/33XfHhz70oaaevgxxZShgySWXLIJ0K6ywQrzzne+MtddeO+aZZ56afdULuDYTLhjccYbGsppUpcJi/qxWRal6C8uA5FZbbTVwf1alPeeccwYqVTYF8n+N80PwGZbLsGtWum3lyqpSGQTcf//9SwV2B481HgHXes/XFltsMWLl0NEaZQXewXs/2n66+b4Mf88999wNp1grVFJ900orrVSEj9dcc82BH40UzD766KMj/1tggQWGdFUm4Jo3ZPXYfA4zOFIr9J1ryzB3hmw23HDD0s94uwKuWS35iiuuiHyd5Vzz/SDnMeeccxbrrRXYLlPhubpKdtlgbMNN7pIGAg1dshGmUVNAwLV/HoyxChU2cwbtxQqu9X6frbbaajF9+vRYffXVGz40edY66KCDii+BqFynnXZa8cUQg38ntDvg2nBiLTbIkG4GdxtVlR+rZ7F6OWVCqvX+tvrhD39YnGlcBDol4DzYKVn9EiBAYNwFeuF/Exh3JBMgQIAAAQIECBAgQIAAAQIECBAgQIAAAQIECBAgQIAAAQIECBAYG4Fe+DCLgGtE3UqG9T7U/Oabb8Zxxx0XJ5100pAnKUNsU6dOHQh2deoxq/Uh7GYCqdXzevnll2OfffaJG264YciPTj/99OJD942uM844owjfVa6y9zXqN3+egbknn3yyqBp1/fXXx3333Vfmtppt8gPqWYkzK3CW/TDxRAi4jhq0z258/fXX49hjj42vfe1rDVdWqSQ6UtXWDJ5+5StfKYLVtcLqZQOuOZkcJyugfu5znysCpPWurOqalX4zsJ7P+2KLLVa37WuvvVYEvy+88MKG6x2pQaPgda33ywzvHHPMMXVfh7XuyTXlXBdeeOGW5tstN5d9D+qW+ZrHxBIQcO2f/R6rUOFECLjmU1F95s1/y99NeY5udOXv8W222WagAmye3W+66abiXDr46qWA63bbbVd8qc3SSy/daPldXcG1EwHXdr72BG0bPl4928B5sGe3zsQJECDQSKAX/jeBRmvwcwIECBAgQIAAAQIECBAgQIAAAQIECBAgQIAAAQIECBAgQIAAgT4R6IUPswi4jiLgms9nVio64IADhjyqGWg7/vjj4zOf+UzpKoqjedZrfQi71fBXrQ/sl6nEWl2NKg1uvfXWjlU7yjDuAw88EHfddVfcdttt8fDDDzdFmFUmM4Cb1abKfKB4PAKu9YKHjYKETUGMUePcryOOOCJ+/etfD4z4vve9rwg3zjvvvGM0i5GH+cMf/hDXXHNNqWrB+dxk6Hv99deP3/72t/GlL32pqOZaXQF3lVVWKcLUuWf1nrNmAq6VFYxUKXbwKjPcmhXLlltuubqLrxW8GE2VszLP5aWXXhp77733wFwavV+9+OKLke8/+RqvXI1CsV3xMDUxiTLvP010pymB0QrcHRH/HhHfH9yBgOtoObvvvnaG7EZa3UQJuFaHVNMkK6ifffbZDc/+1Wfter8LeyHgmuf9Aw88sDjj5ZdrlLnG6lmsnstozjaVPloJlrZzva3Mo8zeaDN+As6D42dvZAIECHRYoBf+N4EOE+ieAAECBAgQIECAAAECBAgQIECAAAECBAgQIECAAAECBAgQIECgWwR64cMsAq6jDLjW+oB75cHLEOXkyZOLcNvaa6/d9oqDtUKXrYa/7rnnnthoo42GvHY22GCDuOKKKyLXU+969NFHi2qRM2fOLJpsvPHGkfN7xzveMSavw1deeSUef/zxIgh3yy23lAq85nouueSSYeutNeHxCLjW+0B8mcDxmKA3MUittTQTgmliqKaaZmXgrAZ8/vnnF5WLqwOqgzvLEEc+41ml+F3velcRbJ02bVpccMEF8dJLLw0bN0OwWQX2ne9854hz+uUvfxlf/OIX43//93+Ldssss0yccsopscgiizRcy9NPPx0nnHBCZHC0+sr5XnbZZZFV1Ua6RhtwzcrVWa26cpUJuFa/X6600kpFMHjNNdesOcX7778/Pv7xjw9UuctGlaq5DXF6pEGNQEMvnBl6RLcvpvlPEfGriMj/24mrEmy96/8678nzYCdg+q3PemeK/IKG4447blyWW/0FD5VJlAkidmLC9eZTK1SY58599923+B1WuVZbbbWYPn16rL766nWnV+u+c889N/JMVH11c8A1w6x5Hj3kkENi+eWXL/VlMZX11XsWu+FceOONN9Y8N1111VWx6667juqxE3AdFduEu8l5cMJtuQUTIECAAAECBAgQIECAAAECBAgQIECAAAECBAgQIECAAAECBAgQIECAAIExF+iFsEpPBhr+8pe/FFUUs4rq4Gu0H4yv199I1XJef/31ogrlaaed1vDByuDoJptsUgRe3/3ud8d8883X8J6RGtQKXbbyAewcq9aH+5daaqm46aabYt111607neq55L6cfPLJMffcc7e0xtHcnBXnnn/++fjud79bBFjvvPPOut2UqXCZN3dTwLUbAgDN7ku3BVxzPldeeWWpaq251gxxZAgoQ9G///3vI8Od+WzVCsRm6OPYY48tKju3+hov4zxr1qx46KGH4sQTTyxCupVrypQpRVC20RxGG3CtDt6UCV4/++yzsfvuuxeVlyvXhRdeGPvss8+wpebrOKvcHXrooQM/KxO2L2PWTW0EGrppN7pyLllV9YQOzKw62FoZoifPgx3w6bsuBVwbb2kzAdfsrboSa/5bvd9pldGrv7hhpC966JaAa35Jz+KLLx5rrbVWvOc97ym+tGeFFVYY9Rm/mwOuP/rRj+IDH/jAsIdltH9bZkcCro1fe1pErZB4L/z/Idk6AgQIECBAgAABAgQIECBAgAABAgQIECBAgAABAgQIECBAgAABAgQIECBAoIcEeuHDiT0ZaOiGgGs+h7/4xS/ik5/8ZOSHosteWV0xw5XbbrttfPSjH41/+Zd/iTnmmKPs7UW7WqHLkcK4ZTp/4YUXYrfddos77rhjSPOR+n3jjTfiqKOOKj7oX7muu+662GGHHcoM2dE2lfDf1KlT4+abb645VgYDjzjiiJg0aVLduYxHwLVe0CKrfWboYaT5dhR1FJ13W8C1XoCh3tIGV7h79dVXi+clq7dWX0sssUTxs5HC4KPgK3VLPuu/+c1v4nvf+148+eST8R//8R+R1eQaXbWeszJBjurgTZngda33inzvPPvss2OBBRYYMtWXX365CL4ODu1mpbgM7c4zzzyNltUzPxdw7ZmtGo+JdqJ6a71ga2V9PXkeHI/N6bUxBVwb71izAddHH320qOw+c+bMgc7r/U7LBrW+uGGk9u0OuI5ntd7B+t0ccK21pzn3/Fshz9+juQRcR6M28e5xHpx4e27FBAgQIECAAAECBAgQIECAAAECBAgQIECAAAECBAgQIECAAAECBAgQIEBgrAUEXDsk3i0B11zeM888U1STHRzGambZq6yySuyxxx7Ff1klssaHXId114mAa70PYY8UcK2uypgVnq6++urINXXLlZV2Tz/99Dj66KOHTalMVcjxCLjee++9sfnmmw+rEprryGetl66RAq5PP/10HHbYYbHLLrvE9ttvHwsttFDHl1YvxJIDZ3XleeedNx544IGBeVSHQqpDrvmszz///PHwww93fO4jDVCZ51//+tciBFrmfaSWxd133x0f+tCHRlzLaAKu2eH1118fO+6440Df9arXZeXlfB4GV8ntluB8OzdZoKGdmn3XVzurtzYKtlbwBFz77jH6fwsScG28sc0GXPP300EHHRSXXXbZQOf5xRLTp0+P1VdffdiAtb64YaSKrwKujfes3S1qVZrPMQ488MA47bTTivPhWFz1voil1S8yGou5G2N0As6Do3NzFwECBAgQIECAAAECBAgQIECAAAECBAgQIECAAAECBAgQIECAAAECBAgQIFBeQMC1vFVTLbsp4JoTzxBlhrdOOumkeOyxx5paS6VxVnb9xCc+ERlUW3LJJUfso1sCrvkh7K222mogiLbnnnvGOeecE7mWbrpyf4455pjiA+rV1+233x6bbbZZ3emOR8A1Q8L5LFRfM2bMKCr/9tJVL+B6/PHHx+c+97kiDJJXhrsPPvjgoiLyYost1rEl1prPBz/4wTjyyCNj0003LaqE5twqV62qZ88//3x85jOfiZVXXjkOPfTQOPfcc4fc07HJj9DxaKqz1QpSNwpQvPnmm3HccccV73WVq0wF12xbK0CUr8kMbVc+3J+v1ayEe9ZZZw30//73vz+uvPLKWH755ceDtmNjCjR0jLbXO25X9daywdaKl4Brrz85deYv4Np4Y5sNuGaP5513XhxwwAFDOq8XWq0+L48Uhs0OBVwb71m7W9QKLecYW265ZRFkftvb3tbuIWv2J+A6JsxdNYjzYFdth8kQIECAAAECBAgQIECAAAECBAgQIECAAAECBAgQIECAAAECBAgQIECAAIG+FBBw7dC2dlvAtbLMv//97/HEE0/ENddcUwT38gPzzV4Z5vrWt74V+eH3ele3BFzPOOOM+MIXvjAwzWYqjGa4LqtF/vrXv45f/OIXkXu6yCKLxMUXX1z833ZfP/vZz2LnnXcu9mfw1WjOYx1wrRUgzPnWq3bZbqd291crWJMh1qWXXjq+8pWvDBtu0UUXjc9+9rNF0HWZZZZp93QiK5xmKHXatGkxefLkIlSbr7k55pijGKs6VFIvOPq3v/0t5pxzziKYWSuI0vaJN+hwNAHX6hBFVrDN965VV1217mi13ntPOOGEyP8aVY2tFV7NUPGll14aSy21VDHmo48+WoS7B79OM1Cb/U+aNGmsWTs6nkBDR3l7ufNWq7c2G2ytWAm49vJTM8LcBVwbb+xoAq75+2qnnXaKmTNnDgyQZ5ezzz47FlhggYF/mz17dnHeyd9llavRF0MIuDbes3a3qLVPOUaeT2666aZYd9112z1kzf4EXMeEuasGcR7squ0wGQIECBAgQIAAAQIECBAgQIAAAQIECBAgQIAAAQIECBAgQIAAAQIECBAg0JcCAq4d2tZ2B1xfe+21IlSXlZcGX42qGY60vFmzZsVvfvObuOeee4oPRt95553x0ksvlRLZbrvtispQb3/722u270TA9dlnn43dd9897rrrrlIG1ZWOsmrrrbfeGhtuuGGpNX73u9+NzTfffEjb/PD4VVddFSuuuGKpPpppVK8yU6Ng4FgHXF988cXISri33XbbkOVliCKfz4UXXriZZY9723rBmkYTy+dp7733Lqp7ZuXORuHJRv0N/nmGODPMmUHO6n7LBlwH91d9z/nnnx877LBDwym9/PLLRfW3fG/Ia5NNNimqwZYJeGfF6P33339gjEbPca3JVD/bZV5/td57mxk7573jjjsOmc51111XeOUXBGSQ9cQTTxz4eQZLvvOd78T73ve+hp691kCgodd2bEzm20r11tEGWysLE3Adky0e+0EEXBubjybgWutcWasya61z3eWXX16cuetdAq6N96wTLWr9bZLj5NksQ8ljcQm4joVyd43hPNhd+2E2BAgQIECAAAECBAgQIECAAAECBAgQIECAAAECBAgQIECAAAECBAgQIHOXhIsAACAASURBVECgHwUEXDu0q+0OuNb78H8rAdfqpWd467e//W38+Mc/LsKLt9xyy4iB1wwz7rPPPjUFa4UuZ8yYEdtuu+2oxX/+85/HLrvsEo899thAH2uttVZcffXVscoqqwzrtzoMsPHGG0fO6x3veEepOWQF1wy4ZkBg8HX77bfHZpttVqqPZhrVe2YahfPGOuCaYcftt99+mEuGHY455pi2Bj2b8Rtt21qvrQwJZHA1KxVfcMEFI74OMuia4d5jjz227UHXWmtqR8C1UXClMm61zRZbbFG8hhZbbLGG3NXPZaPnuFaH1RWYy4zfasD197//fey1115xxx13DEwpn/eLLroonnrqqWKvn3nmmYGf1aqG1xCnRxoINPTIRo3tNEdTvbXVYGtlhQKuY7vXYzaagGtj6tEEXLPX/N217777Dhmg+vxefa7LqvFXXnllcaapdwm4Nt6zTrSodUbJcSrnlDJfQNLqvARcWxXsvfudB3tvz8yYAAECBAgQIECAAAECBAgQIECAAAECBAgQIECAAAECBAgQIECAAAECBAj0moCAa4d2rN0B12arl7ZjWW+88UZkyPPUU0+Nm2++eViXI1XsrBW6PP3004vQ4GivWlWLNt1007jiiiti8cUXH9btjTfeGFlptnLl2CeffHLMPffcpaaQIbbddtutCPwOvo477riiiuOkSZNK9VO2US8EXF9//fU44ogj4qyzzhqyrF6uYlkv4Jrhyvnmmy8yTHD22WcX1bFGqnBcCboefvjhNSuvln0OGrWbKAHXN998M/K1dtJJJw2QZPC4si/1nLLqbFYYzoB+5WrmvWf27NnFGIceeuiQIbJi9UMPPVRUrq5cuec33HBDUdm2Hy+Bhn7c1ZbW1Gz11nYFWyuTFnBtafu692YB18Z7M9qA689+9rPYeeed44knnqj5uzR/106dOjXybFG5DjnkkDjllFNinnnmqTsxAdfGe9aJFnlG+cpXvlKcjwZfeR657LLLhvzd04nxs08B107Jdm+/zoPduzdmRoAAAQIECBAgQIAAAQIECBAgQIAAAQIECBAgQIAAAQIECBAgQIAAAQIE+kVAwLVDO1kvrHjJJZcU1QGbvR588MHYZpttirDd4KudFVzrzenVV18tQo3Tpk0b0mTdddeNq666KlZcccVht9YKuJYJp9WbQ70PdNcLrdYKx5WtWlmZQ709HKlqbLP7Orj9iy++WATzsnru4CuNd91117pdj2UF13vuuSc+8YlPDHsOx7JyVCvGte5tFHCt3NMtQdeJEnDNyskHHXRQEdioXGWqwNbaz2Zf+7UCQbWenX6u3prrFWho97tNz/dXtnpru4OtFTgB155/hGovQMC18caONuCaZ/gpU6bExRdfPDDI4HNsrYqg1113Xeywww4jTkrAtfGedapFvTPK1ltvHVmdd8kll+zU0EW/Aq4d5e3Kzp0Hu3JbTIoAAQIECBAgQIAAAQIECBAgQIAAAQIECBAgQIAAAQIECBAgQIAAAQIECPSVgIBrh7Yzq58eddRRRSXAwVeZgFatKV100UWx7777DvtRvYDrK6+8Ek8++WQ8+uijkR+K/+lPfxqbbbZZMacaH1JtqJAfZt5qq60iQ2eVa6SgZ63Q5fvf//648sorY/nll284XnWDWh/Azzb1gmvV7VdaaaW49tprY80112xq7FrryA4yLJDVrbLCZ7uuGTNmFAHXwcZl5j1WAdcXXnghMqScFSurrzJhiHY5tbufsgHXyrjNBl2PPfbY4pkfzeuu1lonSsC1VgXlRmHv9GpHwLVWRbvqvciqxTmfD33oQ+1+JLumP4GGrtmKbphImeqtnQq2VtYv4NoNT0IH5iDg2hh1tAHX7LnW3xCV8/Odd94Z+SUllbNn2bO6gGvjPetUi7///e9xwgknxIknnjhsiJNPPrmoQD/nnHN2angB147Jdm/HzoPduzdmRoAAAQIECBAgQIAAAQIECBAgQIAAAQIECBAgQIAAAQIECBAgQIAAAQIE+kVAwLWDO1nrw98ZYDznnHPirW99a+mRX3755dhnn31qBgvrBVxrhR5bqbKZQdmddtopZs6cOTDvZgOueePXv/71OOSQQ5oK+2X11qxItP/++w8xG2n86kBuzj37WHjhhUu7Z8N6wdrcv+OOOy6ygmw7PkT+3HPPFQHmW265Zcj8ylSIHIuA6+uvvx6nn356HH300cP8tt1227jgggtiiSWWaMq2Wxo3G3CtzPvXv/51fOMb34jzzjtvSCi5el35rOy9995F4GC55ZZredkTJeB67733xuabbz5gm4HSm266KbJy9EjXL37xi6LKcFa9rlxlgrHVfdYLE1Xa5Wth6tSpbXn9t/xQdKgDgYYOwfZmtyNVb+10sLUiJuDam89Ow1kLuDYkKr6sZtddd41HHnlkSON6fwcMblSr4md+Ycmpp55a/JfnisqV59oMSc4999wjTkrAtfGedbLFE088EZMnTx72POSZ89xzzy1+1q4vVqlehwqundzZ7uzbebA798WsCBAgQIAAAQIECBAgQIAAAQIECBAgQIAAAQIECBAgQIAAAQIECBAgQIBAPwkIuHZwNy+99NIi2Db4arbqX1bpOe2004rKq7Wueh9srxVIzQ89n3/++UX4q9mrVvWnrbfeOi677LJYZJFFhnVXr/LpsssuG5dccklstNFGpafw0EMPxR577BH5Ye7B10gBs6yc+4UvfGGgeX4Q/5hjjmn6w971wrWVjg877LA44ogjYvHFFy+9nuqGv/vd74qg7PTp04f8KPcrfbfbbrsR++50wDWremWVqAw8VF85x6yMm0HEXr1GG3CtrPfpp58uXqP5XA+uvlvtseiii8YBBxwQn/vc51p6XtoRcF177bVLzeFvf/tbEZ546aWXiuXkGjJYPtdcczXc7qz4+/DDDw+0a7Z6dfX758Ybbxz5rL/jHe8YcexaIaAyAaDqTvO1f9ZZZxX7VX1tuOGGRfXodgSWG0KOYwOBhnHE766h61VvHatga0VDwLW7nou2zUbAtTFlKwHXV199NaZMmRIXX3zxwEBZqTXPLv/+7/8ed9xxx8C/z5gxI/KLSxpdAq6NhDr78zyj5Jkovzip1nkzv4Al/96bY4452jqR3/zmN3HkkUfGlVdeOazf0Zy12jo5nXVMwHmwY7Q6JkCAAAECBAgQIECAAAECBAgQIECAAAECBAgQIECAAAECBAgQIECAAAECBP5PQMC1g49CVhDcZpttiiqgg68MLGYV16WXXnrE0bNqZgZSM5hZLzhX78PEtT7MnoPlB9pz7EZVEAdPLIOln/rUp+K+++4bMt/8YHwGM2tVCKoXcK3MIauprrHGGg310/Cggw4aNvZqq60WWZVxzTXXHNZHWuU9GQ6tXLfffntsttlmDcer1eCPf/xjHHzwwZGBu1rXKqusUnzYe8cdd4yFFlqo9Bh/+ctf4rrrrosvf/nLRWWu6mu//faLDOousMACI/bZqYBrhqu///3vF8/fAw88UHMOGXrNyqTtqGJbGq7NDVsNuOZ0Mmjw85//vAgB13tOKtPOkOixxx5bVCRutLe1ltqOgGubCUt110zANd/7MjieAdPKdeCBBxZhnHnnnXfE8XIfdtlll3jssccG2o0mdDFSeKTsa7MUTBc3Emjo4s0Z26lVV28d62BrZbUCrmO772M2moBrY+pWAq7Ze62zYlZxveKKKwb+xij7RRLZn4Br4z3rdIv8Wy/PStOmTRs2VH4BTZ6b8ozeypfwVDrOsTIgncHZWn+zZLvRnLU6baT/9gg4D7bHUS8ECBAgQIAAAQIECBAgQIAAAQIECBAgQIAAAQIECBAgQIAAAQIECBAgQIBAfQEB1w4+HS+//HLss88+ccMNNwwbZb311iuqYn7kIx8ZVl0ng4U/+clP4pRTTombb7554N6s/lodlh3pw8QZ6txpp52GhWOziurxxx8fu+6664gBu1mzZsWdd94Zhx9+eFHFcfCVVRyvvvrqyHBnrWukgGu2z/tyDhkKnWeeeYZ1UQl/ZhDwmWeeGfbzDK/uvvvuNcO11SGADTbYoPgAf657tFe9kO/g/jK4uPPOO8dHP/rRWGeddeKf/umfYsEFFxxo8sYbb0Q+E2mZ+3rjjTfWXFvekEHkb33rW5FB3kZXOwKuGebLIG+Ggx9//PG455574vrrr6/7IfacU35wPp/R0YQ0G61pLH/ejoBrZb75msmKw1OnTh3y2q21nqwwnO8BtZ7/kdY/EQKuv/rVr2Ly5MlDgu3nnntuZBin0fWjH/0oPvCBDwxp1mzoIl8PWZ0sK+7W+3KB3Lvcw2b3r9H8u+nnAg3dtBvjNpfB1VvHK9haWbyA67g9Bp0dWMC1sW+rAdd69w8e+Ytf/GIRXJ00aVLDCQm4NiQakwbPP/988SU806dPrzneaL+EJzvLs1D2n39nZLC11t9jgwdt9qw1JkAGaYuA82BbGHVCgAABAgQIECBAgAABAgQIECBAgAABAgQIECBAgAABAgQIECBAgAABAgQIjCAg4Nrhx2PGjBmx55571g1J5QePN9lkk1hmmWWKmWSQ8q677hr2IeKs+pqBzqxMOPga6cPEWQUxq29m1cNaVwYyt9566/jXf/3XInBa+UD7s88+G//93/9dBDBrVenJqkAZNssAWq3qrTlWrdBljnXLLbcMmUqOu8MOO8SGG25YBCWzQlAG1EYKVx599NGR/9ULVua806tyZZXZrKw599xzt7TbGfzcd999h1WTbanTGjdnePib3/xmrL/++qW6bhQmLtVJk43ymc7nqh1VoZocuu3N2xlwrUyuUfXbD3/4w0WF4UZVnGstth0B1z322KNUBeUMml9zzTXF+1JeGbjO96D55puv4T7k6+Xyyy8faNdMBdeLLrqoeK1VrpVWWimuvfbamhWbqydSHXBtFMavvj8DHfmlBBlebRTm6IcKxiNtpEBDw8d8IjTI6q0bR0T+37vGecECruO8AZ0aXsC1sWyrAdf8fZ7n4fPOO6/mYHm2z999+TdJmWuiBVzLmLSjTbNnlhzzhRdeKCq15rmy3pV/8+XfbfnFRzlGfglPrb/h8st4nnrqqeJv0euuu674oqNGV36B0Je//OXiS376+Us/Gjn088+dB/t5d62NAAECBAgQIECAAAECBAgQIECAAAECBAgQIECAAAECBAgQIECAAAECBAh0h4CAa4f3IQObRxxxREybNm3UI1Wqeb700ktNVyZsVNlnNJMqE+qqFbq87bbbitBsKxaNwq1vvvlmHHfccXHSSScNLC1DdhkObseVgbcMCNSqytuO/jfffPM488wzY9VVVy3d3VgHXI866qgiYJxhiH64OhFwrbjk6//iiy8uKl9VwuJZiTmfyazePJqrHQHXsq+JapstttiiCK8vtthiDade/VyWDbjWqnydgepzzjmn1DNXPW4zYZEMt2Zl6oMOOijy/bbM1c+VXAUayjwBfd/mPRHx312ySgHXLtmIdk9DwLWxaKsB1xxhpPPipptuGpdeemnkGaXMJeBaRqn5Ns2cWQb3ntXm8++zPG/Wqzw/uH2e4d/znvcMfGHJrFmzYubMmQ2/2KN6RXvttVdMnTo1lltuueYX646eEXAe7JmtMlECBAgQIECAAAECBAgQIECAAAECBAgQIECAAAECBAgQIECAAAECBAgQINCzAgKuY7B1+UHjDEHlB4+bvQYHHqsrE2ZfI1VwrYyVQa0MfbYSLM2+svrP6aefXoRF55xzzhGXUutD9DnXNddcs6gqmx/AbubKsTMgl1UdR6oO9OKLLxYVczNMm1czlR/Lzicr42ZVo5xPrQq3ZfsZ3C7Xd+yxx8b+++9ftzJtvX7HKuC63nrrFc9xBjPnmGOO0SyzK+/pZMC1suCsrpUVb/M1mM9/Vtpq9Bqqh9XvAdfbb7+9qDA2OKBx4YUXxj777FPq+cnqdAcccMBA23XXXTeuuuqqWHHFFUe8P6vuXnLJJUWAvTockhWmszrZ17/+9ciq3NVXo+B9qYl3YSOBhi7clIk9JQHXPt1/AdfGG9uOgGu9PnL0/DvhhBNOiEmTJjWeTEQIuJZiarrRaAOuOVCGVL/3ve8VX0LzwAMPND12Mzd87GMfiyOPPDI22GCDvvqboBmDidTWeXAi7ba1EiBAgAABAgQIECBAgAABAgQIECBAgAABAgQIECBAgAABAgQIECBAgACB8REQcB0j98qHjjMU+YMf/KDhqLUCj6MNuOZgOf7dd99dBFRvvvnmhuMPbpBzycDYlClTSld2qhdwzaBYMwHRrDCUYbfjjz++VHWgBx98MLbZZpv4/e9/Xywh781w3MILL9zUmss0zuqcN910U1ERq1nTSv+rrLJKEWrdY489Yoklligz7LA2nQy4pv8mm2wSn/70p+PDH/7wiOHiUU2+C24ai4BrLjOrgz755JOx+OKLF2Hx0V79HHDN6q35rE2fPn2AJytYX3nllbH88ss3JHvjjTciKwyfccYZA23LVJ39y1/+UgSQTznllGHh1koF7dVWW60ItGfQNt+Lq6/JkyfHV7/61fiXf/mXhvPslQYCDb2yUxNmngKufbrVAq6NN7YdAdc8fx9xxBFx1llnDRkwz3q33npr5Bm97CXgWlaquXatBFwrI+XfJ9dee21xrnnssceam8AIrfM52X777Yu/CfNs1E9fdtM2pD7tyHmwTzfWsggQIECAAAECBAgQIECAAAECBAgQIECAAAECBAgQIECAAAECBAgQIECAQBcJCLiO8WZk0DQ/pP5f//Vf8f3vfz8eeeSReOaZZ4pZrL322pEfbM5Q5gc/+MFYaKGFhsyulYBrpaMM2T3//PNx//33F9VfH3744Zg5c+bAHLJdhi6z2mF+eDmrda6zzjox33zzNSU1UsC10tEf//jHIuybH8L+yU9+MlANNcdPi0033TS23nrrePvb3x41Plhbcz7V1RvzA/hZMbPs/U0tclDjV155JR5//PHC9dFHH43f/va3w1wz1Jj7m0G5NP3ABz4QK6ywwqgreVaGb1fANd2XXXbZYu9XX331Yv/f9a53Nb33ozUcr/vGKuDarvX1a8A135vyWc4KzIOvZqrKPfHEE5FB03xfrVxZ9fnMM8+M+eefv+YWPPfcc0Xg57LLLhv288Hh1soPc4xPfepTcd999w1rn6/vU089tQiF90PwQ6ChXa9a/bRJQMC1TZDd1o2Aa+MdaUfANUe5/vrrY8cddxwy4JZbbln8Dnzb297WeCL/10LAtTRVUw3bEXCtDJhf3pF/Z1188cXFF/FUV6cvO7E80+yyyy7x8Y9/fNRfxlN2LO26U8B5sDv3xawIECBAgAABAgQIECBAgAABAgQIECBAgAABAgQIECBAgAABAgQIECBAgEA/CQi49tNuTvC15Ae5P//5z0eGXCvX7bffHpttttkEl7H8kQQEXOvrVNuUqYZa6a06eJ3VqzOsWu+qFRxdaqml4jvf+U68733vi6zOmv8tuOCCNbv45S9/GYccckjccsstQ34+Usj9oYceKu6pVZE1K9lddNFFReC/+hop5JoVzg488MA49NBDi2q9vXwJNPTy7vXl3AVc+3JbLYoAgU4L5Pnpf/7nf+LBBx+MPPs8+eSTw76IJ7/kZqWVVop//ud/jvXWW6/4Mp53v/vdscACC3R6evrvcgHnwS7fINMjQIAAAQIECBAgQIAAAQIECBAgQIAAAQIECBAgQIAAAQIECBAgQIAAAQJ9ICDg2gebaAkECIxeoJcCrln1+OCDD45LL710YMGNgqPZsLrS2h577BFrrLFGQ7QMjV9zzTWRgc68svpwVvEqU9E5Kxpffvnlpeb56quvFlVUp02bNmROGRL9yle+EvPMM09R4XnXXXctqrNmiPQ973nPwDzS5d577x22nmx3ww03FBVVB1+vv/56XHHFFXHYYYfFSy+9NOy+rBx9zjnnFBWN611Z+XrKlCmRIfpaVwZjjz322KJSXhmvhpsxDg0EGsYB3ZAjCQi4ej4IECBAgMAYCzgPjjG44QgQIECAAAECBAgQIECAAAECBAgQIECAAAECBAgQIECAAAECBAgQIECAwAQUEHCdgJtuyQQI/EOg2wKuf/jDH+KHP/xhLLroojHXXHPFiiuuGHPOOWe8/PLLRQD0jDPOGLJ9J554Ynzxi18ccUurA67jsf/1grh///vf47TTToujjjpqyLQyTHvVVVfFmmuuWfz7K6+8Evvuu29ce+21pae/1157xTe+8Y1YaKGFBu75zW9+UwRPB4eEB3e43377xcknn1z4N7qee+65Iph72WWX1W2aVdAOP/zw+NjHPtZzQVeBhkZPgJ+PsYCA6xiDG44AAQIECDgPegYIECBAgAABAgQIECBAgAABAgQIECBAgAABAgQIECBAgAABAgQIECBAgACBTgsIuHZaWP8ECHS1QLcFXDPIuueee8Ytt9xSym3GjBmx7bbbjti2WwOus2fPjiuvvDIOOOCA+NOf/jRkDaecckp84QtfiEmTJhX//uabb8Zxxx0XJ510UimXrKD67W9/O9Zdd92ifQZpp0+fHlOnTi2qwVZfWe01w6pZNbaZiqtZ5TYDujnf6jUMHmPTTTeNiy++OJZeeulS8++GRgIN3bAL5jBIQMDV40CAAAECBMZYwHlwjMENR4AAAQIECBAgQIAAAQIECBAgQIAAAQIECBAgQIAAAQIECBAgQIAAAQIEJqCAgOsE3HRLJkDgHwLdFnDNwOTnP//5OO+88xpu04YbbhiXX355LLfcciO27daAa0767rvvjr333jueeeaZgTVst912xfrf/va3D1lXVl3Nto2udDnrrLNinXXWKZo+++yzRZXbelVbl1122Tj11FNjxx13jDnmmKNR98N+PmvWrLj++uuLyrC1wrNLLbVUsU8f+chHmu57PG8QaBhPfWPXEBBw9VgQIECAAIExFnAeHGNwwxEgQIAAAQIECBAgQIAAAQIECBAgQIAAAQIECBAgQIAAAQIECBAgQIAAgQkoIOA6ATfdkgkQ+IdAtwVcc2ZlAqlZcfTcc8+NyZMnR40Png/Z4ur+zj///Nhhhx06+hhk4HP//fcfGONLX/pSUYG1+qqu4pph00suuSQ22mijYW3vu+++OP7442vOe6655or3vve9sfHGG8f73//+IVVYX3311TjmmGPizDPPHHbv5ptvXvz7qquu2rLH008/HSeccMKwIO3JJ59cVIadc845Wx5jLDsQaBhLbWOVEBBwLYGkCQECBAgQaKeA82A7NfVFgAABAgQIECBAgAABAgQIECBAgAABAgQIECBAgAABAgQIECBAgAABAgQI1BIQcPVcECAwoQW6MeDaqFLpeuutFyeeeGJREbRMxdHqgGtWE9199907uu/f/va3Y4899hgYo17ANRu8/vrrRQA1g7dlQ7vNTj5DrkcccURMmzatuDUDwgcffHAcddRRxf+7XVeu5brrrotcb1Zz3X777YtqtIsvvni7hhizfgQaxozaQOUEBFzLOWlFgAABAgTaJuA82DZKHREgQIAAAQIECBAgQIAAAQIECBAgQIAAAQIECBAgQIAAAQIECBAgQIAAAQJ1BARcPRoECExogW4MuD7//PPxxBNPDNuXrFK68sorx2KLLVYq2FrpoNsDrjnP3/3ud3HbbbfF3nvv3bFKp+n66U9/Op599tnIqqof/vCHG1a/He2L44UXXohvfetb8cEPfjDWX3/90XYzrvcJNIwrv8GHCwi4eioIECBAgMAYCzgPjjG44QgQIECAAAECBAgQIECAAAECBAgQIECAAAECBAgQIECAAAECBAgQIECAwAQUEHCdgJtuyQQIEJioAhk8nXvuuWPhhReeqASl1y3QUJpKw7EREHAdG2ejECBAgACBAQHnQQ8D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i6KA9wAAIABJREFU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ARcPRsECBAgQIDAMAGBBg9FlwkIuHbZhpgOAQIECPS/gPNg/++xFRIgQIAAAQIECBAgQIAAAQIECBAgQIAAAQIECBAgQIAAAQIECBAgQIAAgfEWEHAd7x0wPgECBAgQ6EIBgYYu3JSJPSUB14m9/1ZPgAABAuMg4Dw4DuiGJECAAAECBAgQIECAAAECBAgQIECAAAECBAgQIECAAAECBAgQIECAAAECE0xAwHWCbbjlEiBAgACBMgICDWWUtBlDAQHXMcQ2FAECBAgQSAHnQc8B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Hoh4DorIgbmOWvWrKjxIUs7TIAAAQIECLRJYPbs2THHHHMM7i3DhUP+oU1D6YZAWQHnwbJS2hEgQIAAgTYIOA+2AVEXBAgQIECAAAECBAgQIECAAAECBAgQIECAAAECBAgQIECAAAECBAgQIECAQEOBXgi4/jkiFqis5I9//GO89a1vbbgwDQgQIECAAIHRCfzpT3+KhRZaaPDNr0bEgqPrzV0E2iLgPNgWRp0QIECAAIFyAs6D5Zy0IkCAAAECBAgQIECAAAECBAgQIECAAAECBAgQIECAAAECBAgQIECAAAECBFoT6IWA69MRsWxlmU8++WSstNJKra3a3QQIECBAgEBdgZkzZ8bKK688+OfPRMRyyAiMo4Dz4DjiG5oAAQIEJp6A8+DE23MrJkCAAAECBAgQIECAAAECBAgQIECAAAECBAgQIECAAAECBAgQIECAAAEC4yHQCwHXeyLigxWcW2+9NbbccsvxsDImAQIECBCYEAK33XZbbLXVVoPX+oOI+NCEWLxFdquA82C37ox5ESBAgEBfCjgP9uW2WhQBAgQIECBAgAABAgQIECBAgAABAgQIECBAgAABAgQIECBAgAABAgQIEOg6gV4IuF4QEftW5E4++eQ48sgjuw7ShAgQIECAQL8IfPWrX42jjjpq8HIujIj9+mV91tGTAs6DPbltJk2AAAECvSrgPNirO2feBAgQIECAAAECBAgQIECAAAECBAgQIECAAAECBAgQIECAAAECBAgQIECgtwR6IeD6mYiYVmHddtttY8aMGb2lbLYECBAgQKCHBLbbbru48cYbB8/4wIj4Zg8twVT7T8B5sP/21IoIECBAoIsFnAe7eHNMjQABAgQIECBAgAABAgQIECBAgAABAgQIECBAgAABAgQIECBAgAABAgQI9JFALwRc14qI/66Yzz///PHnP/853vKWXph6Hz0plkKAAAECE0Jg9uzZseCCC8Zrr702eL3viYhHJgSARXargPNgt+6MeREgQIBA3wk4D/bdlloQAQIECBAgQIAAAQIECBAgQIAAAQIECBAgQIAAAQIECBAgQIAAAQIECBDoWoFeSYk+HRHLVhSnT58eO+20U9eimhgBAgQIEOhVgWuvvTZ23nnnwdN/JiKW69X1mHdfCTgP9tV2WgwBAgQIdKuA82C37ox5ESBAgAABAgQIECBAgAABAgQIECBAgAABAgQIECBAgAABAgQIECBAgACB/hPolYDrmRFxSIV/2223jRkzZvTfblgRAQIECBAYZ4HtttsubrzxxsGzOCsiPjvO0zI8gRRwHvQcECBAgACBMRBwHhwDZEMQIECAAAECBAgQIECAAAECBAgQIECAAAECBAgQIECAAAECBAgQIECAAAEChUCvBFzXj4gfD96zhx56KNZee23bSIAAAQIECLRJ4OGHH4511lmnurcNIuInbRpCNwRaEXAebEXPvQQIECBAoISA82AJJE0IECBAgAABAgQIECBAgAABAgQIECBAgAABAgQIECBAgAABAgQIECBAgACBtgn0SsA1F3xPRHywsvLddtstvv3tb7cNQkcECBAgQGCiC+y+++5xxRVXDGb4QUR8aKK7WH9XCTgPdtV2mAwBAgQI9JuA82C/7aj1ECBAgAABAgQIECBAgAABAgQIECBAgAABAgQIECBAgAABAgQIECBAgACB7hbopYDrLhFx9WDOW2+9NbbccsvuFjY7AgQIECDQAwK33XZbbLXVVtUz3TUirumB6ZvixBFwHpw4e22lBAgQIDDGAs6DYwxuOAIECBAgQIAAAQIECBAgQIAAAQIECBAgQIAAAQIECBAgQIAAAQIECBAgQCB6KeCa2zWkatcaa6wRjz76aLzlLb22DE8eAQIECBDoHoHZs2fHmmuuGY8//vjgSane2j1bZCZDBZwHPREECBAgQKDNAs6DbQbVHQECBAgQIECAAAECBAgQIECAAAECBAgQIECAAAECBAgQIECAAAECBAgQIFBKoNeSoR+JiDsHr2y//faL888/v9RiNSJAgAABAgSGC+y///5xwQUXVP9gk4j4Hi8CXSjgPNiFm2JKBAgQINDbAs6Dvb1/Zk+AAAECBAgQIECAAAECBAgQIECAAAECBAgQIECAAAECBAgQIECAAAECBHpVoNcCrul8ZkQcMhj85JNPjiOPPLJX98C8CRAgQIDAuAl89atfjaOOOqp6/LMi4rPjNikDE2gs4DzY2EgLAgQIECBQSsB5sBSTRgQIECBAgAABAgQIECBAgAABAgQIECBAgAABAgQIECBAgAABAgQIECBAgEAHBHox4JoMP42IdQd7nH322XHQQQd1gEiXBAgQIECgPwXOOeecmDJlSvXiHoyI9/bniq2qzwScB/tsQy2HAAECBMZewHlw7M2NSIAAAQIECBAgQIAAAQIECBAgQIAAAQIECBAgQIAAAQIECBAgQIAAAQIECPxDoFcDrmtFxI8iYoHBm6mSq0ebAAECBAiUE6hTqevViNgwIh4p14tWBMZVwHlwXPkNToAAAQK9LuA82Os7aP4ECBAgQIAAAQIECBAgQIAAAQIECBAgQIAAAQIECBAgQIAAAQIECBAgQKD3BXo14JryH4uIm6q3YL/99ovzzjsv3vKWXl5a7z9YVkCAAAEC3Skwe/bs+PSnPx0XXHBBrQluExE3d+fMzYpATQHnQQ8GAQIECBBoUsB5sEkwzQkQIECAAAECBAgQIECAAAECBAgQIECAAAECBAgQIECAAAECBAgQIECAAIGOCfR6CnSXiLi6WmeNNdaIU089NbbccsuOwemYAAECBAj0msBtt90Whx9+eDz++OO1pr5rRFzTa2syXwIR4TzoMSBAgAABAiUFnAdLQmlGgAABAgQIECBAgAABAgQIECBAgAABAgQIECBAgAABAgQIECBAgAABAgQIjIlArwdcEykrd10VEQtUi+22225x2GGHxdprrz0mmAYhQIAAAQLdKPDwww/H1772tbjiiitqTe/ViPiEyq3duHPm1ISA82ATWJoSIECAwMQTcB6ceHtuxQQIECBAgAABAgQIECBAgAABAgQIECBAgAABAgQIECBAgAABAgQIECBAoBcE+iHgms5rRcRFEbFuLfRtt9029txzz9hxxx3jLW/plyX3wuNljgQIECAwXgKzZ8+O6667Li677LK48cYb603jwYjYJyIeGa95GpdAGwWcB9uIqSsCBAgQ6H0B58He30MrIECAAAECBAgQIECAAAECBAgQIECAAAECBAgQIECAAAECBAgQIECAAAEC/S7Qb2nPMyPikHqbNv/888emm24aG2ywQay11lqxwgorxJJLLhkLLrig4Gu/P+nWR4AAgT4VyODCn//853juuefiqaeeikceeSR+/OMfxx133BGvvfbaSKs+KyI+26csljWxBZwHJ/b+Wz0BAgQmnIDz4ITbcgsmQIAAAQIECBAgQIAAAQIECBAgQIAAAQIECBAgQIAAAQIECBAgQIAAAQJ9I9BvAdfcmI9ExL9HxAf7ZpcshAABAgQItE/gB//3e/J77etSTwS6TsB5sOu2xIQIECBAoIsEnAe7aDNMhQABAgQIECBAgAABAgQIECBAgAABAgQIECBAgAABAgQIECBAgAABAgQITGSBfgy4VvZzl4iYIug6kR9vaydAgACBQQIZZDg7Iq6hQmACCTgPTqDNtlQCBAgQaCjgPNiQSAMCBAgQIECAAAECBAgQIECAAAECBAgQIECAAAECBAgQIECAAAECBAgQIEBgLAX6OeBacVw/Ij4REdtFxLJjiWssAgQIECAwzgLPRMSMiLgqIn4yznMxPIHxFHAeHE99YxMgQIDAeAo4D46nvrEJECBAgAABAgQIECBAgAABAgQIECBAgAABAgQIECBAgAABAgQIECBAgACBEQUmQsB1MMBaEbFBRKwTEatExDIR8baImD8iJpqFlwYBAgQI9IfA7Ih4LSJejIhfR8T/FxEPRcSPI+KR/liiVRBoq4DzYFs5dUaAAAECXSDgPNgFm2AKBAgQIECAAAECBAgQIECAAAECBAgQIECAAAECBAgQIECAAAECBAgQIECAQPMCQp3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jDBlwNAAAgAElEQVQ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IH/n307pAEAAGAY5t/1NSynFTBSPg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FWhbw4AACAASURBV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ReN4mwAAIABJREFU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iMvTuBmqI68z/+RI2MkugomrjEUWfAZVBcMIi4jqBCVFyAsIkbuEQRVAzBLS4RF9wioiMuiSuyqUhiJIpr4oIRFQ0HDXEUHXdH/2I0kTHyP78y/U53v1Vda3fXrf7WOZ6T8Fbduvdzb3U/faueu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VotwXU7M+tlZjua2ZZm9i9mtp6ZrWlmrWYRf7RwBAIIIIBAHgVWmtnnZvahmb1hZq+Y2XNm9qSZLcpjhakTAk0WIB5scgdwegQQQACBzAWIBzMnpcAqAeInhgQCCCCAQNEEiJ+K1qO0B4FKAeJXRgQCCCCAQNEEiF+L1qOt1x7is9brc1qMAAIIFF2A+KzoPUz78i5AfJn3HqJ+CCCAAAJxBYgvWySpcxczG2JmB5nZpnFHCfsjgAACCCDgsMAyM7vXzKab2VMOt4OqI5BWgHgwrSDHI4AAAgi4KkA86GrPNb/exE/N7wNqgAACCCDQHAHip+a4c1YE0goQv6YV5HgEEEAAAVcFiF9d7bni15v4rPh9TAsRQAABBPwFiM8YGQjUR4D4sj6ulIoAAgggkH+Blokvi7xq6Q/NbLSZ7Z7/8UYNEUAAAQQQqLvA78xsipnNrPuZOAEC+REgHsxPX1ATBBBAAIHmCxAPNr8PXKgB8ZMLvUQdEUAAAQQaJUD81ChpzoNAcgHi1+R2HIkAAgggUDwB4tfi9amLLSI+c7HXqDMCCCCAQL0EiM/qJUu5rSRAfNlKvU1bEUAAAQTCBAodXxYxwXVvMzuXxNawcc3fEUAAAQRaVECBjb4nH27R9tPs1hAgHmyNfqaVCCCAAALJBIgHk7kV/Sjip6L3MO1DAAEEEEgjQPyURo9jEaiPAPFrfVwpFQEEEECgGALEr8XoR9daQXzmWo9RXwQQQACBRgoQnzVSm3MVRYD4sig9STsQQAABBOohUMj4smgJrleZ2Zig3l9zzTWtT58+1qtXL9tuu+3s3/7t32yDDTawb33rW/aNbxSNoh7XAGUigAACCORNYOXKlfaXv/zF3n33XXv11Vdt0aJF9uSTT9r8+fPt888/r1XdyWY2Nm/toT4IZCBAPJgBIkUggAACCLgjQDzoTl/luKbETznuHKqGAAIIIJC9APFT9qaUiECDBYhfGwzO6RBAAAEEmitA/Npcf84eSYD4LBITOyGAAAIIFEWA+KwoPUk7cixAfJnjzqFqCCCAAALZCxBffm1alKzO7czsJjPr7jdU+vfvbyNGjLABAwaQyJr9tUSJCCCAAAI5FFCgc9ddd9ltt91mc+fODarhQjMbaWaLctgEqoRAXAHiwbhi7I8AAgggUGgB4sFCd29WjSN+ykqSchBAAAEECiFA/FSIbqQRxRYgfi12/9I6BBBAAIGYAsSvMcHYvR4CxGf1UKVMBBBAAAFnBYjPnO06Kp4fAeLL/PQFNUEAAQQQyIFAq8WXRUhwPcDMpptZx+rxM2zYMDvttNNshx12yMHQogoIIIAAAgg0R+D555+3yy67zKZNm+ZXgc/MbIiZ/bo5teOsCGQiQDyYCSOFIIAAAggUVYB4sKg9m6pdxE+p+DgYAQQQQKDoAsRPRe9h2uegAPGrg51GlRFAAAEEGidA/No4a87UJkB8xmBAAAEEEECghgDxGcMDgdgCxJexyTgAAQQQQKCVBFohvnQ9wfWHZjajelBus802dumll1rfvn1babzSVgQQQAABBGoKzJs3z3784x/bH//4R7/9BpvZTAgRcFCAeNDBTqPKCCCAAALNESAebI57Ds9K/JTDTqFKCCCAAAL5FCB+yme/UKuWEyB+bbkup8EIIIAAAkkFiF+TynFcTAHis5hg7I4AAggg0LoCxGet2/e0PJYA8WUsLnZGAAEEEGhlgSLHly4nuOpNHb+qHpjHHHOMTZ061b7xDZeb1sqXG21HAAEEEKingJaqP+644+yGG27wO82BrORaT33KroMA8WAdUCkSAQQQQKDYAsSDxe7fCK0jfoqAxC4IIIAAAgiUCxA/MR4QaKoA8WtT+Tk5AggggICLAsSvLvaaU3UmPnOqu6gsAggggEAeBIjP8tAL1CHHAsSXOe4cqoYAAgggkE+BosaXrmaBbmdmT5hZx/LhcvHFF9tPfvKTfI4gaoUAAggggECOBC655BKbMGFCdY0+M7NdzWxRjqpKVRAIEiAeZGwggAACCCCQQoB4MAWeu4cSP7nbd9QcAQQQQCAHAsRPOegEqtBqAsSvrdbjtBcBBBBAIFMB4tdMOSnsawHiM0YCAggggAACKQSIz1LgcWhRBYgvi9qztAsBBBBAoCECRYsvXU1wfdbMupf3+JQpU+zEE09syCDgJAgggAACCBRB4JprrrHRo0dXN2Whme1UhPbRhsILEA91YCD8AAAgAElEQVQWvotpIAIIIIBAvQWIB+stnLvyiZ9y1yVUCAEEEEDANQHiJ9d6jPo6LkD86ngHUn0EEEAAgeYLEL82vw8KVgPis4J1KM1BAAEEEGi8APFZ4805Y64FiC9z3T1UDgEEEEDABYEixZcuJrheZWZjygcKK7e6cNlQRwQQQACBPAoEvLljspmNzWN9qRMC/xAgHmQoIIAAAgggkJEA8WBGkPkvhvgp/31EDRFAAAEEHBEgfnKko6im6wLEr673IPVHAAEEEMiNAPFrbrrC9YoQn7neg9QfAQQQQCA3AsRnuekKKtJcAeLL5vpzdgQQQACBAgkUJb50LcF1bzN7qHwcHXPMMXb99dcXaGjRFAQQQAABBBorcOyxx9oNN9xQfdLeZvZwY2vC2RCIJEA8GImJnRBAAAEEEIguQDwY3crRPYmfHO04qo0AAgggkF8B4qf89g01K4QA8WshupFGIIAAAgjkSYD4NU+94WRdiM+c7DYqjQACCCCQZwHiszz3DnVrgADxZQOQOQUCCCCAQGsJFCG+dC3B9XEz2700zLbZZht78cUX7RvfcK0ZrXWh0FoEEEAAgXwLrFy50rp162Z//OMfyyv6OzPbI981p3YtKkA82KIdT7MRQAABBOonQDxYP9uclEz8lJOOoBoIIIAAAsURIH4qTl/SklwKEL/msluoFAIIIICAywLEry73Xi7qTnyWi26gEggggAACRRIgPitSb9KWBALElwnQOAQBBBBAAIFaAkWIL13KDP2hmc0o75D777/f+vbtyyhFAAEEEEAAgZQC8+bNs379+lWXMtjMZqYsmsMRyFKAeDBLTcpCAAEEEECgTIB4sLDDgfipsF1LwxBAAAEEmi1A/NTsHuD8BRUgfi1ox9IsBBBAAIHmCxC/Nr8PHK0B8ZmjHUe1EUAAAQTyL0B8lv8+ooZ1ESC+rAsrhSKAAAIIIGDmenzpUoJrxds6hg0bZnfccQdjEAEEEEAAAQQyEhg+fLhNmzatvDRWcc3IlmIyEyAezIySghBAAAEEEGgvQDxYyFFB/FTIbqVRCCCAAAJ5ESB+yktPUI8CCRC/FqgzaQoCCCCAQP4EiF/z1ycO1Ij4zIFOoooIIIAAAu4KEJ+523fUPLEA8WViOg5EAAEEEEAgXMDl+NKVBNddzOzJ8q547rnnbIcddgjvHfZAAAEEEEAAgUgCzz//vO24447V+/Yys6ciFcBOCNRXgHiwvr6UjgACCCCAgBEPFm4QED8VrktpEAIIIIBA3gSIn/LWI9THcQHiV8c7kOojgAACCORfgPg1/32UsxoSn+WsQ6gOAggggEDxBIjPitentKimAPElAwQBBBBAAIE6C7gcX7qS4HqVmY0p9WP//v3t3nvvrXO3UjwCCCCAAAKtJ3DQQQfZ3Llzyxs+2czGtp4ELc6hAPFgDjuFKiGAAAIIFE+AeLBQfUr8VKjupDEIIIAAAnkVIH7Ka89QLwcFiF8d7DSqjAACCCDgngDxq3t91sQaE581EZ9TI4AAAgi0jgDxWev0NS014ksGAQIIIIAAAg0QcDW+dCXB9XUz27TUj7NmzbKBAwc2oFs5BQIIIIAAAq0lMHv2bBs0aFB5o5eZ2WatpUBrcypAPJjTjqFaCCCAAALFEiAeLFR/Ej8VqjtpDAIIIIBAXgWIn/LaM9TLQQHiVwc7jSojgAACCLgnQPzqXp81scbEZ03E59QIIIAAAq0jQHzWOn1NS434kkGAAAIIIIBAAwRcjS9dSHDdzsxeKPXhmmuuaX/5y1/sG99woeoNGHmcAgEEEEAAgQwFVq5cad/61rfs888/Ly91ezNblOFpKAqBuALEg3HF2B8BBBBAAIGEAsSDCeHydxjxU/76hBohgAACCBRUgPipoB1LsxotQPzaaHHOhwACCCDQsgLEry3b9XEbTnwWV4z9EUAAAQQQSChAfJYQjsNcEyC+dK3HqC8CCCCAgLMCrsaXLmSJ/sjMri2NjP79+9u9997r7ECh4ggggAACCORdwGdZ+hPM7D/zXm/qV2gB4sFCdy+NQwABBBDImwDxYN56JFF9iJ8SsXEQAggggAACyQSIn5K5cRQCZQLErwwHBBBAAAEEGihA/NpAbHdPRXzmbt9RcwQQQAABBwWIzxzsNKocV4D4Mq4Y+yOAAAIIIJBCwMX40oUE1xvMbFSpXy6++GL7yU9+kqKbOBQBBBBAAAEEaglccsklNmHChPJdbjSzY1BDoIkCxINNxOfUCCCAAAKtJ0A8WIg+J34qRDfSCAQQQAABVwSIn1zpKeqZYwHi1xx3DlVDAAEEECieAPFr8fq0Di0iPqsDKkUigAACCCAQJEB8xthoAQHiyxboZJqIAAIIIJAfARfjSxcSXB83s91L3Xz//fdb375989Pr1AQBBBBAAIGCCcybN8/69etX3qrfmdkeBWsmzXFLgHjQrf6itggggAACjgsQDzregV9Xn/ipEN1IIxBAAAEEXBEgfnKlp6hnjgWIX3PcOVQNAQQQQKB4AsSvxevTOrSI+KwOqBSJAAIIIIBAkADxGWOjBQSIL1ugk2kiAggggEB+BFyML11IcH3dzDYtdfOf/vQn69KlS356nZoggAACCCBQMIGlS5faFltsUd6qZWa2WcGaSXPcEiAedKu/qC0CCCCAgOMCxIOOd+DX1Sd+KkQ30ggEEEAAAVcEiJ9c6SnqmWMB4tccdw5VQwABBBAongDxa/H6tA4tIj6rAypFIoAAAgggECRAfMbYaAEB4ssW6GSaiAACCCCQHwEX40sXElz/YmYdS928fPly+/a3v52fXqcmCCCAAAIIFEzg008/tbXWWqu8VZ+Z2bcK1kya45YA8aBb/UVtEUAAAQQcFyAedLwDv65+y8VPX331lb355pv2xBNP2AsvvGDPP/+8abJ22TK9r+frbcstt7TOnTvbTjvtZL169bLu3bvbuuuua9/4hgtTpIUYlzQCAQQQKKwA8VNhu5aGNU6g5eLXxtFyJgQQQAABBNoLEL8yKiIIEJ9FQGIXBBBAAAEEshIgPstKknJyLEB8mePOoWoIIIAAAsUTcDG+dOHpra/MrK2eeliNh86Kd/HQIgQQQACB/AisXLnSVllllfIKrTSzin/IT22pSYsIEA+2SEfTTAQQQACBfAgQD+ajH1LWol389Itf/MJGjRrVrtgrrrjCTjnllJSni3b43XffbQMGDKjYWS+yu+eee6x3797RCqna6/3337eZM2fa9ddfby+99FLsMnTeo48+2g466CDr2LHtHXuxyykd8Ne//tXznDp1akUZxx13nF155ZW2xhprJC476MCf/exn9tOf/rTiz/vtt5/dcccd1qlTp9Tne+yxx+yII45oSxa+7bbbbPjw4bmZo/2f//kfrz6//e1vK9r6+9//3nbdddfU7Y9SQFC/N7IOUerJPrUFXnnlFRs8eLAtWrSobcftttvOZsyY4SXIF3nLw3Xkui/xk+s9SP1zIMD8Xw46gSoggAACCLSOAPFr6/R1ipYSn6XA41AEEEAAAQTiChCfxRVjfwcFiC8d7DSqjAACCCDgroCL8aULCa5KqmnbhMyGAAIIIIAAAvUV8HmZhAsxQ31RKL2ZAsSDzdTn3AgggAACLSlAPOh8t7eLn1577TUbOnSoLViwoKJxhxxyiN100022zjrr1LXRX3zxhY0fP94mT56cyfk/+OADL4lUSaMfffRR6roreU1JokrA7dChQ+Lyipbg+vrrr9thhx3mrYyrbdCgQZ57vcdLnA7IQ2IeCa5xeqxx+3722Wdeovfee+/trd4ctpHg2txE8bD+ceHvxE8u9BJ1zLEA83857hyqhgACCCBQTAHi12L2a4atIj7LEJOiEEAAAQQQiCJAfBZFiX0cFiC+dLjzqDoCCCCAgJsCrsWXLiSrENC4eS1QawQQQAABhwVcC2gcpqbq0QSIB6M5sRcCCCCAAAKZCRAPZkbZrILaxU9BCaYbbrihzZkzx3r06FHXui5evNhLjlyyZEnFeW688UYbOXJk5HPr5XcPP/ywjRs3rmKVxcgFhOx4wAEHmFZE3X777RMVWaQEV7VFSclTpkzxLDRWpk+fbnvssUcim3odRIJrvWTdLferr77yPifOOOMMW7FiReQVWElwJcE17agnfkoryPEtLsD8X4sPAJqPAAIIINB4AeLXxps7dkbiM8c6jOoigAACCLgvQHzmfh/SgpoCxJcMEAQQQAABBBos4Fp8SYJrgwcIp0MAAQQQQMAFAdcCGhdMqWMqASa4UvFxMAIIIIAAAvEFiAfjm+XsCN/46aGHHjKt2Prpp59WVFcJnWeeeab59HtmzdIqsaNGjaoob+utt7ZZs2ZZ165dI51HSbrXX3+9V9fqNvgVoFVZN91007Y/LVu2zJTAFratu+66dvXVV9uQIUNslVVWCdu94u9FSnBVMuuxxx7bZq2k4okTJ6Za4TYWZsSdSXCNCNUiu7355pt21lln2a233uq1eLvttiPBNULf5+E6ilDN3O9C/JT7LqKC+RZg/i/f/UPtEEAAAQQKKED8WsBOzbZJxGfZelIaAggggAACoQLEZ6FE7OC2APGl2/1H7RFAAAEEHBRwLb4kwdXBQUaVEUAAAQQQqLeAawFNvT0ov+kCTHA1vQuoAAIIIIBAqwkQDzrf477x08cff+ytlnrPPfdUNLBPnz5eMphW6KzH9sknn3jJrbNnz64ofsyYMTZp0qRICZNKHNW+5557bmAVlcyq9imJd4sttrDVV1+93b5azfGFF16wuXPn2u23325KevXbvv3tb9uFF15oxx9/vK222mqRWYqS4Lp06VIbMWKELViwwGu7kpGV8NqtW7fIFo3aMQ+JeUH9/vvf/9523XXXRlG0/Hn0Gadxe99997VZkOAabVjk4TqKVtN870X8lO/+oXa5F2D+L/ddRAURQAABBIomQPxatB7NvD3EZ5mTUiACCCCAAAK1BYjPGCEFFyC+LHgH0zwEEEAAgfwJuBZfkuCavzFEjRBAAAEEEGi6gGsBTdPBqEC9BZjgqrcw5SOAAAIIIFAlQDzo/JDwjZ9WrlxpV155pWklzvJNyZxKeu3du3ddGv7MM8/YwQcfbO+8805b+XHO+eWXX9rll19uEyZM8K2fVmrVio0DBgywNdZYI3Ibli9fblpZ9oILLrCPPvqo3XGq43XXXWdDhw6NvLptERJctVKuVsmVeWlTsu/48eNt1VVXjezbqB3zkJhHgmujerv2efzGAgmu0fomD9dRtJrmey/ip3z3D7XLvQDzf7nvIiqIAAIIIFA0AeLXovVo5u0hPsuclAIRQAABBBCoLUB8xggpuADxZcE7mOYhgAACCORPwLX4kgTX/I0haoQAAggggEDTBVwLaJoORgXqLcAEV72FKR8BBBBAAIEqAeJB54dEYPy0ePFiGzRokC1ZsqSikaeffrr97Gc/yzyBUUm1EydOtLPPPrvifFFXjdXxd955p7eS6qefftquY44++miv/A022CBxp7388ss2duxYe+CBB9qVoVVhb7nlFttzzz0jlV+EBNeHH37YDjvssLaEZK1AqtVuN9tss0gGrbgTCa756PW0Ca75aAW1cFmA+Mnl3qPuORBg/i8HnUAVEEAAAQRaS4D4tbX6O0Fric8SoHEIAggggAACaQSIz9LocawDAsSXDnQSVUQAAQQQKJaAa/ElCa7FGn+0BgEEEEAAgUwEXAtoMmk0heRZgAmuPPcOdUMAAQQQKKQA8aDz3RoYPwUl4vXq1cumTZtmSujMctOqrYcffrjNnz+/olitDnrKKaeEroz64osv2pAhQ9ol5Kqwc88911tVNM6qrUFt0wquWiH2hhtuaLdLnARP1xNcP/74YzvuuONs1qxZbQ4///nPbcyYMaF9leW4ca0sElzz0WMkuOajH1q5FsRPrdz7tD0DAeb/MkCkCAQQQAABBOIIEL/G0WrJfYnPWrLbaTQCCCCAQDMFiM+aqc+5GyBAfNkAZE6BAAIIIIBAuYBr8SUJroxfBBBAAAEEEGgn4FpAQxcWXoAJrsJ3MQ1EAAEEEMibAPFg3nokdn1qxk933323DRgwoF2hd911lx166KGxT1brgAcffND23Xffil223nprL4Gya9euNc+1fPlyO+mkk+zWW29tt9/FF19s48aNs9VWWy2z+r733ntecue9997brswzzjjDzjvvvNDzuZ7gWj02dt55Z28F3c033zwz5yIWRIJrPnqVBNd89EMr14L4qZV7n7ZnIMD8XwaIFIEAAggggEAcAeLXOFotuS/xWUt2O41GAAEEEGimAPFZM/U5dwMEiC8bgMwpEEAAAQQQKBdwLb4kwZXxiwACCCCAAALtBFwLaOjCwgswwVX4LqaBCCCAAAJ5EyAezFuPxK5PzfgpaFVVrdI5adIk69ChQ+wT+h3wxRdfeCusTp48ueLPSiK98sorQ1deVaLpiBEj7NNPP604/phjjvGO79ixYyb1LC9kyZIldtRRR9mCBQsqytbKtrNnz7addtqp5jldTnDV6q0jR460e+65p62NZ599tp1zzjm26qqrZm5dpAJJcM1Hb5Lgmo9+aOVaED+1cu/T9gwEmP/LAJEiEEAAAQQQiCNA/BpHqyX3JT5ryW6n0QgggAACzRQgPmumPudugADxZQOQOQUCCCCAAALlAq7FlyS4Mn4RQAABBBBAoJ2AawENXVh4ASa4Ct/FNBABBBBAIG8CxIN565HY9akZP61cudImTpxoSl4s37bbbjubMWOGbbnllrFP6HfAa6+9ZkOHDm2XLBplpdjPPvvMRo8ebTfffHNF0Vr9dfr06datW7dM6lhdiGzuuOMOL7G2etOKsXKrlQDscoJr9eqtG264oc2ZM8d69OhRF+siFUqCaz56kwTXfPRDK9eC+KmVe5+2ZyDA/F8GiBSBAAIIIIBAHAHi1zhaLbkv8VlLdjuNRgABBBBopgDxWTP1OXcDBIgvG4DMKRBAAAEEECgXcC2+JMGV8YsAAggggAAC7QRcC2jowsILMMFV+C6mgQgggAACeRMgHsxbj8SuT2j89Mwzz9jBBx9sWs21fLvxxhu9VTyz2G666SYbNWpURVF9+vSxW2+91ZQ8WWsLql8jVhT1W8lUdVVy7axZs6xr166BVXc1wVVt1sq6al9pU5LvNddcY9/+9rezGA6FLoME13x0Lwmu+eiHVq4F8VMr9z5tz0AgNH7N4BwUgQACCCCAAAJlAsSvDIcQAeIzhggCCCCAAAINFiA+azA4p2u0APFlo8U5HwIIIIBAywu4Fl+S4NryQxYABBBAAAEE2gu4FtDQh4UXYIKr8F1MAxFAAAEE8iZAPJi3Holdn9D4KWiF1COPPNKmTJliHTt2jH3S8gOCyr/88svtlFNOMZ8x1nZ40AqzjVxR1C85VxUMSwB2NcH1oYceskMOOcQ+/fTTtn4Ia6t2VIL04YcfbvPnz68YL7fffrsNHz481RjyS3Leeeed7c4777TNN9+8rWy/pEb98fe//73tuuuuseugPlywYIE98MADXhkvvPBCm0vPnj1txx13tIMOOsh23313W2ONNbzy65HgumLFCu/cjz76qD311FO2ZMkSe+WVV7zzKel4++23t2233dZ+8IMfeHVZa621Yrc17ICvvvrK3nzzTa9/ZfHyyy/b008/3XbYDjvs4K343KtXL+vdu7dtscUWttpqq4UVm9nfg/o+ygn8xqh8Bw8ebIsWLWorImxla786nH/++e1WyF6+fLn97ne/s9mzZ3vlP//88945Nt10U9M5+vbtawcccIB973vfq/n5qD5RPX/1q1/Zww8/bH/4wx/so48+8srS+NSKy7qWda2UxmcUj6TX0c9+9jP76U9/2naK/fbbz1sFu1OnTm3/pjq//vrrNnfuXHvkkUe89i9btsz7u8aPxtFee+3ljeWw9kdpS2kffZf893//t/3mN7/xriO5RXWvblfYOCidk/gpTg+xLwLtBELjV8wQQAABBBBAIFsB4tdsPQtYGvFZATuVJiGAAAII5FuA+Czf/UPtUgsQX6YmpAAEEEAAAQTiCbgWX5LgGq9/2RsBBBBAAIGWEHAtoGmJTmntRjLB1dr9T+sRQAABBJogQDzYBPRsTxkpfvJL4uzSpYuXgNWtW7dUNVq4cKEdeOCBFSvERk1Q/fDDD02rh86bN6+iDo1cUfS1116zoUOHeomO5VtYArCLCa5KpJwwYYJdeeWVbU2NOg6CkpHDnMIGV1C5fiv4Jk3Mq66DkrKvv/56u+qqq9qS72rVU4mJY8eOtWOPPdZWWWUVL3F76tSpFYckSbKNWw+dcN111/WumZNPPtk222yzMN7Qv3/xxRdeUusll1ziJWVG3ZRwO27cOBs4cGDqJPko53QhwVWfCTfffLM3rkoJykFtU+LyCSecYOPHj/f6tHpTkug555zjrYIdtn3/+9+3Cy+80Pbee29vfIZtSa+jWgmuuo6VUHrBBRfYPffcE1YF7+9Kzj3rrLO8pNdaL0KoVZjO++KLL3rjVwnxYZvcNWaVqFu6fkhwDVPj7wjURSBS/FqXM1MoAggggAACLSrA/F+Ldnz0ZhOfRbdiTwQQQAABBDIRID7LhJFC8itAfJnfvqFmCCCAAAIFFXAtviTBtaADkWYhgAACCCCQRsC1gCZNWznWCQEmuJzoJiqJAAIIIFAkAeJB53szUvwUlMR5xRVXeMl6STclFylZUolu5VvUpEe/5FiVk7ZecdoTlKjavXt3mz59unXu3Nm3OBcTXP3GQZxkYr+VVqMmyAb1id/KsEpCU5KcVgot35Im5pWX8dxzz9mYMWPsiSeeiDNMvH333Xdfu+iii7zk2DQJrrputLqlko21KmeSTUmRl112mQ0bNsw6dOiQpAhv1VglEv/6179OdLwOUnLlz3/+c9tll10SJylGOXneE1y1Sqk+S6Mmd5bavP/++9s111zjre6qTSug3nXXXfbjH/84UvJ1qRxdM+pL1SFsZd2k11FQguvaa69t1113nZ1xxhkVK0NH6VfVW8m5xx9/fGi9q8tTcrauxTPPPDP2ebWarMatVqFVUm75yrSs4Bql59gHgdQCkeLX1GehAAQQQAABBBBoE2D+j8EQIkB8xhBBAAEEEECgwQLEZw0G53SNFiC+bLQ450MAAQQQaHkB1+JLElxbfsgCgAACCCCAQHsB1wIa+rDwAkxwFb6LaSACCCCAQN4EiAfz1iOx6xMpfvr73/9u5513nilBqXzTCnpa3XWdddaJfWIdELQCqxK0Dj300NAyZ8yYYUOGDGm33wMPPGD77LNP6PFZ7aBkRSVYVW+PPfaY7bHHHr6ncTHB9e6777YBAwZUtCdOMrFWHB09erS3SmX5FqeMaswHH3zQSxyNMi6TJuapbCWVaqXgH/3oR7ESB6vrq4Te1Vdf3RYvXlzxp6gruH755ZeJkwH9BqJWlp04cWKsVVRloUTMU089NZVFqT5KttUYGD58eOwkxajXcJ4TXPUZputCn1tJtsMPP9yuvvpqU7KnViHVZ9Gnn34auygdf9ttt9lBBx1U89ik15Ffgustt9zifR4oWTvNpmRTJZ5HXclVn0VKbNVquUk3jVslF//pT3/yVsstbSS4JhXlOARiCUSKX2OVyM4IIIAAAgggUFOA+T8GSIgA8RlDBAEEEEAAgQYLEJ81GJzTNVqA+LLR4pwPAQQQQKDlBVyLL0lwbfkhCwACCCCAAALtBVwLaOjDwgswwVX4LqaBCCCAAAJ5EyAezFuPxK5P5PjpoYceMiW0lidObbjhhjZnzhzr0aNH7BPrAL8yd955Zy9Ja/PNNw8tszphSgdsu+22NnPmTNtqq61Cj89qB63mudtuu7UrTqsSHnfccb6ncS3BdcWKFV4SmlbcLd/iJhMrIXrUqFEVZSRNlA6qU1DCbNLEPFVWycpHHHGEb0KnEgO1Wmzfvn1NKztqe/XVV73xrdVNoyQbRklwVXKr/DXu/cos1WPvvfe2f//3f7dVV13VPv74Y9NKx3PnzrWXXnrJdyyecMIJNmnSpEhJrkpuVWL5iSeeaB999JFvebqGZaHVWTt27Gj/+7//a88//7yXwCkTv0111/UydOjQyEmKca5frWz6ySefeCucapOLEkHL66PPDo3Pf/3Xf60oes0117Q11lij4t9eeeUVGzx4sC1atKjt38MSG/3Gn+w/+OADmzVrVkX5Gkda1bb0ObZkyRJ79NFHAxOK9VKATp06tRujSsLU2Nx+++298fDGG294bVb9/bY+ffrYrbfeavpsD9qSXkfVn9c61w9+8AMvObR6PPfs2dN23313r016wYJWC1a9g8bc1ltv7a2Y3a1bt9Bhoevo8ssvD0yq1Wq4qpdekqCXNygZVislK8F9wYIFFeVr33/+53+ONQ5KBRA/hXYVOyBQSyBy/AojAggggAACCGQjQPyajWOBSyE+K3Dn0jQEEEAAgXwKEJ/ls1+oVWYCxJeZUVIQAggggAAC0QRciy9JcI3Wr+yFAAIIIIBASwm4FtC0VOe0ZmOZ4GrNfqfVCCCAAAJNFCAebCJ+NqeOHD8pIWzkyJHeyo3lm5KWtBJe1JXzSscqaenss8+2iy66qKI8/ZsSnpSMVWsLShBV0tS0adNs/fXXz0YoQil+yW46TO3Qf342riW4vv32294Km0qyK23du3f3kso6d+4cQenrXV577TUvibE8USxporRfWUp0U7Jg165d29UpaWLeu+++6yXl3nfffe3KVFsuvPBC22yzzXwN3nnnHW910ssuu6ymUZQE13vvvddGjBjRLhlQyaGnnXaat7ps0LhXYufDDz9sZ5xxhpesV71FXQHz2WeftYEDB/omWh5wwAHeeN9xxx1tlVVWaXcOJceqz7QatJIoqzclC2pFzz333NmfGBcAACAASURBVDPyeEq6o99YCEtQLT9XVgmu1fWX4fjx473k1tVWW63iz0q0/M///E87//zz240BjXclfC9dutQ7RgmyZ511lrficnVyrhI8NRZ0nvIE3dLJNM769+8fSJv0OvJ7IUH5SZSMe8opp3jfM34JtvrMVCKv2rVs2bJ29Yv63RF0Hen8KvvYY4/1TfaW2yOPPOJ93/ldQ6UKRR1HxE9Jr16OQ8ATiBy/4oUAAggggAAC2QgQv2bjWOBSiM8K3Lk0DQEEEEAgnwLEZ/nsF2qVmQDxZWaUFIQAAggggEA0AdfiSxJco/UreyGAAAIIINBSAq4FNC3VOa3ZWCa4WrPfaTUCCCCAQBMFiAebiJ/NqWPFT1OnTvVWPSzfoqz451fVtImOWo1RSYezZ8+uKH7//fe32267zVt5r1GbVmAcNmyYzZ8/v+KUWr1VK25WJ5hpJ9cSXLVKbb9+/SoS65ToeOONN9raa68dmTpo1dUkidJ33HGHHXbYYZHNkyTmKSlz8uTJdvLJJ7dr47nnnuslCfr1b/nOSoxT4qaS94JWcw1LcH399de9tqofyjclMmrlUyWFRkky1wqYWon3hhtuqCgnygqYy5cvt5NOOsk3OTWqhU76xRdf2PXXX+8lClZ76PrVmNpggw0ij6kkO+YxwVX9ogRkJSwHbRpLF198sfdygKBt3333tSlTpliXLl1q0gStSnz66ad7qwQHvWQgyXWkitRKcNWqv1dffbXttNNOoeP4ySef9D77tapt+bbXXnuZPhM22mijwHa/9dZbXpK4ElXLNyWlKnlYicVhm8rQtVy96m7pOBJcwwT5OwKZCMSKXzM5I4UggAACCCDQ4gLM/7X4AAhvPvFZuBF7IIAAAgggkKkA8VmmnBSWPwHiy/z1CTVCAAEEECi4gGvxJQmuBR+QNA8BBBBAAIEkAq4FNEnayDFOCTDB5VR3UVkEEEAAgSIIEA8634ux4qfFixfboEGDKhKLlIylVV179+4dC+Puu+/2Vhcs3+IkTAYlWdVKKo1VwRg7B9VFSVhXXXWVrbnmmu1Kcy3B1S+5OSwRLojwoYceskMOOaQiuTFuorRWsxw9erTdfPPNFafRCo+HHnqo76mTJOa98cYbdvjhh5uSAcu3E044wSZNmuS70qPfyZWYePnll3vJpX5brQRXJdkqUXrcuHEVhyZd8VRJrrpOqpPDVf7EiROtQ4cOvnUMWvlSCZc6tnrF0VqXUC0PJb/q2omSsBvjMq3YNW8JrhpjSvBca621Qpvk9zlcOkjJlXfeeacpYTls0yraWk1XiadxPoeTXEcqPyjBNUpydXn9dD0oCVorrZZv+i564IEHrGfPnoFNv+mmm7yxVb4luY7ee+897xrSNVG9keAaNvL4OwKZCMSKXzM5I4UggAACCCDQ4gLM/7X4AAhvPvFZuBF7IIAAAgggkKkA8VmmnBSWPwHiy/z1CTVCAAEEECi4gGvxJQmuBR+QNA8BBBBAAIEkAq4FNEnayDFOCTDB5VR3UVkEEEAAgSIIEA8634ux4ietvKgVK7WiZfkWN9ExKDlRSUsjR46MhJqnBNfPP//cxo4d6yVdlW/77beft6Jgp06d2rXJpQRXJcJpxciLLrqooh1aOVRJXnG3jz/+2OtnJUaXtriJ0i+++KIpIXrp0qVtZYQlySZJzPNLxFZCnlZv7Nq1a6ymq93y8lv5sVaC6zvvvOMl2VavEKwE21NPPTVwpc1alXv22Wc9v2XLlrXtVqtdQddsmhVXg1aEDevHWOgBO+cpwXXDDTe0OXPmWI8ePSI1Tavennjiid5K1dWbkqi1umjU5OAHH3zQtOJr1M8t7ZfkOtJxQQmuceussl555RUbPHiwLVq0qKLu06dP9/7db/P73CnVS4nncRK0ddzjjz9uQ4YMMV2f5RsJrpGGMTshkFYgVvya9mQcjwACCCCAAALm9xvDhWfI6LrGCRCfNc6aMyGAAAIIIOAJcH+WgVBwAeLLgncwzUMAAQQQyJ+Aa/GlC5OTBDT5G+fUCAEEEECg4AKuBTQF7w6aZ0Y8yChAAAEEEECgwQLEgw0Gz/50seMnv4SoXr162bRp00wr4UXZ/FYg3Hnnnb2VBzfffPMoRdif//xnL7lo4cKFFfs3YwXXoGTVoiS4BiXUafXC/v37R+qv8p2CViRVYp5WA1199dVDy9SKpkruLN+UhHvOOecEJnzGTcxbsWKFt+KqzlW+xU3oLj/WL2FWf6+V4Dp37lw76KCDKuoQ93qpBg0as0FJ5kGrhtZaMTe0E83MbzXfuMnOUc5TvU+eElzjrFxdaodfsqgSZX/1q19Z9+7dI5P4JYqHJWjGvY5q1blLly7eSsLdunWLXGftGPSZdPvtt9vw4cN9y3rmmWfs4IMPrkhITZqsrhMEvfAhzK9UOeKnWF3OzghUC8SOXyFEAAEEEEAAgXQCxK/p/FrgaOKzFuhkmogAAgggkC8B4rN89Qe1yVyA+DJzUgpEAAEEEECgtoBr8SUJroxoBBBAAAEEEGgn4FpAQxcWXoAJrsJ3MQ1EAAEEEMibAPFg3nokdn1ix09Bq0lGTXQLSm6MmzRIgmvsvvZdQbFWEm7pDB988IENGzas3QqitZIyw2qXJsnZbyXGKKtgxk3Me/vtt71kuUcffbSiOQ888IDts88+YU30/btWTJXlk08+WfH3IMug1XPjJAMHVXTq1Kl2/PHHV/z5hBNOMK2o+U//9E8V/z5jxgwvobx8i5vY7lePoFU1L7zwQtNnQr22PCW4JmmrX4J3lGu52tNvJdSwBM2411HpnH5JuUmSe1VeUIJ2rQRXP7O0L0Twe+FDmF/Jg/ipXlc35baIQOz4tUVcaCYCCCCAAAJ1EyB+rRttUQomPitKT9IOBBBAAAFnBIjPnOkqKppMgPgymRtHIYAAAgggkFjAtfiSBNfEXc2BCCCAAAIIFFfAtYCmuD1By/4hwAQXQwEBBBBAAIEGCxAPNhg8+9PFjp+CElTHjBljkyZNsg4dOtSspV9CW5IVG4OSrNImLCUhDqrLiBEj7JprrjG1r3oLStCqZ/39EsyiJMX5JcFtu+22NnPmTNtqq62SkNlnn31mo0ePtptvvrni+CiJ0k888YT169fPW8WxtEVJlIubmKfVgQ888MCKFR+jJq8FoXz++ec2duxY00qp5VtQgusnn3xio0aN8la5LN+uu+4601hJs8lxt912qyiiT58+3mrM66+/fsW/+42dLMaqPk/OO+8877/yLYuya9nkKcG1VlJmUBvuuOMOO+yww1KbNTvBNU2itt+YDLL829/+ZuPGjbNrr7020+vI70ULUT8jiJ/SfHpxLAIWO37FDAEEEEAAAQTSCRC/pvNrgaOJz1qgk2kiAggggEC+BIjP8tUf1CZzAeLLzEkpEAEEEEAAgdoCrsWXJLgyohFAAAEEEECgnYBrAQ1dWHgBJrgK38U0EAEEEEAgbwLEg3nrkdj1SRQ/pUn8e+ihh+yQQw6pSE7U/7/ppptsnXXWidwAFxJcayXpuZTgmqa/a3Xo3XffbQMGDKjYJSyxUSuaKhlSyW3lmxJGR44cWXP8xE1wnTt3rh100EEVZUZJCA4bxH6JeUEJrkErvp5zzjm21157hZ2q5t/feustz3Lp0qVt+/kl5wWN1SQrj/pVyC9ZMwvnWo3PU4JrkpWQ/cziroItn2YnuJ5//vl29tlnJxrHcRJcg679NKsxq9J+CegkuCbqTg5CIK5Aovg17knYHwEEEEAAAQT+T4D5P0ZDiADxGUMEAQQQQACBBgsQnzUYnNM1WoD4stHinA8BBBBAoOUFXIsvSXBt+SELAAIIIIAAAu0FXAto6MPCCzDBVfgupoEIIIAAAnkTIB7MW4/Erk+i+Clo9c2wJMOg5MQkq1EGrYRZ78Q4P2G/JDHtpyRE/edznZhLCa5+K3326tXLW+lz0003jT3oSgf4JW9uvfXWNmvWLOvatatvue+8844dfvjhNn/+/La/R00oi5vg6pdEqNVUr7rqKltzzTUTt/vWW2+1I444ouL4oCTHoLGV+OQhB2q1YSX99ezZs23PoFVkk6w86nf6eo2vWk0tYoJrkmTRZie4JvnsL/VrnARXv5VW/cZ63OvK73M86ucR8VNcbfZHoEIgUfyKIQIIIIAAAggkFyB+TW7XIkcSn7VIR9NMBBBAAIH8CBCf5acvqEldBIgv68JKoQgggAACCAQLuBZfkuDKaEYAAQQQQACBdgKuBTR0YeEFmOAqfBfTQAQQQACBvAkQD+atR2LXJ3H85Lf65pFHHmlTpkyxjh07+lYkSUJjUItWrlzprT6p/8q37t272/Tp061z586xMZIe8PTTT9u+++5bsSqtyqqVvPW3v/3Nxo0bZ9dee23Faffff3+77bbbYq1mG7XefglhURKC/RIQoxwXVq8kq7H6rao6ZswYmzRpknXo0KHmKeMmuF500UV2xhlnVJQZtsJsWJv1d7/E2aAE16CxFeU8SfeprkuQm66zwYMHJz1N23F+4ytqkmDSk+clwXXbbbe1mTNn2lZbbRWrKX5jyMUE1zRJ0nESXJMk8kbpkBUrVtiECRPsyiuvbNs96tglfooizD4IBAokjl8xRQABBBBAAIFkAsSvydxa6CjisxbqbJqKAAIIIJAPAeKzfPQDtaibAPFl3WgpGAEEEEAAAX8B1+JLElwZyQgggAACCCDQTsC1gIYuLLwAE1yF72IaiAACCCCQNwHiwbz1SOz6JI6f/JJVu3TpYrNnz7Zu3br5VsQvKTZqcqJfgX4rYWpVvvvvv9923XXX2BhJD/Crh8rSSpj77LNPYLFJE06T1NMvEUvlRElUrVeCq87/zDPP2MEHH2xambW0DRw40LQa8Nprr13R1C+++MLGjx9vkydPrvj3MOfSznETXP36p9EJrn72Sfo/zjFRE1yDknLjnEv7tnKCa9RkyGpTElzN8pDgqn6prkfUPiV+ivtJwf4IVAgkjl9xRAABBBBAAIFkAsSvydxa6CjisxbqbJqKAAIIIJAPAeKzfPQDtaibAPFl3WgpGAEEEEAAAX8B1+JLElwZyQgggAACCCDQTsC1gIYuLLwAE1yF72IaiAACCCCQNwHiwbz1SOz6JI6fglbfvOKKK+yUU05pV5G//vWv3r9PnTq17W9KRr3nnnusd+/esSuuAxYuXGgHHnhgRXKk/r3WyqmJTlTjoKDE0ShJTo1McPXzV7OiJGzWM8H1448/tpEjR3rjoLRtuOGGNmfOHOvRo0eFvN8qjH369DElGOuYsC1ugmseVnDNc4IrK7gOtkWLFrUNu7BrPu2qseXjmwTXfCS46nvw7LPPNn1WlLawcVDaj/gp7BObvyNQUyBx/IorAggggAACCCQTIH5N5tZCRxGftVBn01QEEEAAgXwIEJ/lox+oRd0EiC/rRkvBCCCAAAII+Au4Fl+S4MpIRgABBBBAAIF2Aq4FNHRh4QWY4Cp8F9NABBBAAIG8CRAP5q1HYtcnVfzkt/rmIYccYjfddJOts846FZVZvHixDRo0yJYsWdL273GSE/1a9uGHH9qIESNs3rx5FX/Wv11zzTWmBNp6b2+//bYNHz7cHn300dh1ULLv8ccfX3Fc9+7dTYmDnTt3zrTqn3zyiY0aNcpbYbd8S5rgmmU9NV5Ut/Lt8ssv9xKiyz9jou4XBBc3wdUviVD1vOqqq2zNNddM3D9+5Qathvryyy/bD3/4Q3vppZfazhc1gS5xBasODBo7t99+uzf2026PP/647bnnnhXF6LNh2rRptv7666ct3vf4tMmmfsnWYf2S9pzlDSHBNX2Cq74ftPpzz549E48xvxcHhI2D0smInxKzcyACEkgVv0KIAAIIIIAAAvEFiF/jm7XYEcRnLdbhNBcBBBBAoPkCxGfN7wNqUFcB4su68lI4Aq0p8OCDD9o3v/lN23bbbW3dddeteA4ha5GVK1fa8uXL7csvv6woepVVVvGeYVlttdWyPiXlIZBawLX4kgTX1F1OAQgggAACCBRPwLWApng9QIuqBJjgYkgggAACCCDQYAHiwQaDZ3+6VPFTnNU3/ZI5/ZIY4zRRNwauvPJKGzduXMVhQSuAxik76r533323DRgwoN3uUVaRnTFjhg0ZMqTi2C5dunhJqN26dYtahUj7BSXinn/++d4KhLW2F1980QYOHGhLly5t2y1qEleUyvklP/ft29duu+02W2+99bwiPvvsMxs9erTdfPPNbUXG7ee4Ca66ybXvvvtWNGG//fYzJRd26tQpStN899GYPfXUUyv+FpTg6pdImUViXpzKB63+e+GFF9rpp58epyjffbUC7xFHHFHxt/3339/r/+pE+dQn+0cBaZNNSXAdbr/97W8jjeHSTn4rVqdJko5T3gcffGDDhg2z+fPnV9RZCa777LNP4mHll/wd9bOR+CkxOwciIIFU8SuECCCAAAIIIBBfgPg1vlmLHUF81mIdTnMRQAABBJovQHzW/D6gBnUVIL6sKy+FI9B6Ap9++qmdeOKJ3v1nbZtuuqldfPHF7Z7VyErmscce8+5/L1u2rKJI3d+cMGGCUwmufvdkg55tyMqPcpoj4Fp8SYJrc8YJZ0UAAQQQQCDXAq4FNLnGpHJZCDDBlYUiZSCAAAIIIBBDgHgwBlY+d00dP/mtqqlJ7jPPPLPtrZd+ibBbb721zZo1y7p27ZpKxm8VWRWopNeJEydahw4dUpVf62C1Syugqh3lW9S2PfHEE7bbbru1O0XapCu/Oi9cuNAOPPBAe+eddyr+fMstt9jhhx9e08gvmS/LRNwvvvjCxo8fb5MnT26rh5I477nnHuvdu7f3b371P/LII23KlCnWsWPHSH0cN8HVL7FXb3SdOXOmbbXVVpHOWb3TihUrvJtWSnIt34JuAgXVOU1iYJKK+924irL6b9i5/v73v3sJ1hdddFHFrlmUXevcJLh+rZNVoq7KCruRGSchNWzc6O9xyvv8889t7NixduONN1YUHeVFBLXqopvSSpx98skn23YjwTVK77EPAqkFUsevqWtAAQgggAACCLSYAPN/Ldbh8ZtLfBbfjCMQQAABBBBIJUB8loqPg/MvQHyZ/z6ihgg4JVB9T08v0v7Vr35l3bt3z7wd7777ro0aNcruu+++dmVPmjTJexH2qquumvl561UgCa71ks1fua7FlyS45m8MUSMEEEAAAQSaLuBaQNN0MCpQbwEmuOotTPkIIIAAAghUCRAPOj8kUsdPr732mg0dOtQWLFjQhtGnTx/Tqoy6MaDNLwk1bnJikHTQ6pI69/Tp022PPfaoWyep/GOPPdb0xs/ybcyYMaabE2HJtX/+85+9t4IqebN8q04QzqIBWnX0sMMOa1eU3h4aZhQ3MTRJff1WS1Xi4znnnGOrrLKK70q9cZM847YjaNXHu+66yw499NAkzbQPP/zQRowYYfPmzas4Pig5MCghNuoYq1VJrT58wQUX2EYbbWTbb7+9bb755rbllluaEvSUYFy++a023KtXL5s2bZr3htukW5BHVqvDBtWLBNevZVolwVVtVRL1GWecUTEk0iZS6yUF/fr1q/gOIME16acBxyEQSyB1/BrrbOyMAAIIIIAAAm0vMCujcOEZMnqucQLEZ42z5kwIIIAAAgh4AtyfZSAUXID4suAdTPMQaLTA008/bfvuu2/bPb2+fft6q7mut956mVbls88+817sfe211/qWq/vqegH5nnvumel561kYCa711M1X2a7Fly5MThLQ5GuMUxsEEEAAgRYQcC2gaYEuafUmEg+2+gig/QgggAACDRcgHmw4edYnTB0/ha2+uXLlSm8lVSUrlm9pkgSrER5//HEvUbR6ddKDDjrIpk6dat/97nezdrMlS5bYUUcdVZHYq5PopsTs2bNtp512Cj2nEmNPPPFE7+ZJ+XbIIYeYVsZdZ511QsuIskNQEnDUBMWgeirBd/DgwVGqELqP+k4ryc6fP79t39KNJb3BdOTIkd6KrqVt5513tjvvvNNLyoy6xU1wDVpdNE1y9kMPPWTq3+qk6FqrX/olJ0ddJTjIRjfXRo8ebTfffHOksbd48WIbNGiQN+7Lt7hJxtX1CfKoxyrG5ecmwfVrjVZKcPUba1GTUf2uI30+nHfeed5KsuVb1DKJn6J+crMfAr4CqeNXXBFAAAEEEEAgngDxazyvFtyb+KwFO50mI4AAAgg0V4D4rLn+nL3uAsSXdSfmBAi0loCeGTn++OPbGn3KKafYxRdfbKuvvnpmEF9++aVdfvnlNmHChJpl7r///nbjjTfaBhtskNm561kQCa711M1X2a7FlyS45mv8UBsEEEAAAQRyIeBaQJMLNCpRTwEmuOqpS9kIIIAAAgj4CBAPOj8sMomf/BKHSqtvfvzxx+1WrKxe4TWtopJszzzzTO+GQfV2wgkneKupduzYMe1p2o5/7733TCv/3Xvvve3K1AqBSnpabbXVIp3vyiuvtFNPPbViX62eqaRXJehmsT377LM2cOBAW7ZsWUVxUVcvDEr0vOKKK0w3f7LYlAgti3HjxrUVJ4f777/fvvnNb9rBBx9ckcB8+umne4llSn6NusVNcFW5fmNbqwMrsXPvvfeOempvv6BEY/2tVoJrUHJp3LFWXlklkGpMVCfa6hpSn1Z/tgclxKa5Abd8+XI76aSTvNWey7esPx/8OokE169VWinB1S+JXgZBYz7s4vaz0zEkuIbJ8XcEMhHIJH7NpCYUggACCCCAQIsIMP/XIh2dvJnEZ8ntOBIBBBBAAIFEAsRnidg4yB0B4kt3+oqaIpB7gRUrVnhJp3oWobSlfYlzdaP1rINezq0k2vL773ppt17yredVyp/VqMczLPXqCBJc6yWbv3Jdiy9JcM3fGKJGCCCAAAIINF3AtYCm6WBUoN4CTHDVW5jyW0pAbxZ79dVXvYSL5557zluxa9GiRfbRRx+1Oeywww7eSnW77LKL7brrrrbNNtvY2muv3VJOzWjsV199ZW+++aY98cQT9sILL9jzzz9vS5curZgM23LLLa1z587eCoJaoa979+627rrrtktYqXf9y+uq+vqNI9VV40gJARpLO+64o22yySa2yiqr1Lt6lJ+BAPFgBojNLSKT+OnDDz9sl8RaWn1TSUD9+vWrmMjXJLgSUn3GT2KNoBVVVaASAfVfFkmu+h7UDZAbbrihXV31XaibIZtttlnkdjzzzDPtkjd1sG52/PKXvzSt1JlmU2KiEhb96htnFV0lIR5xxBEVVcn6zaZ+Fkqi1VaeBKzEV63m2rt371g0SRJclaCtROBZs2ZVnCvu6sBBN7VKhdZKcA1K4JbDddddZ0OHDo11LQUlaIetCquE7hEjRrRLij3//PNt/Pjx1qFDh8j9UesNtkkTDiOf3MxIcP1aq5USXHUN6m3Ixx57bMVQUQx6yy232J577hl5COlzVWP+2muvbXcMCa6RGdkRgTQCmcSvaSrAsQgg8LVA+dyh4lnNI2qeqvwhrp49e3q/jzQ3pfh9iy22iPwyoCydXZpLy7LdlIVAVgLM/2UlWdhyiM8K27U0zGUB4h+Xey9fdXcp7s+XXH1rQ3xWX19Kb7oA8WXTuyC8AlGeBSp/pmyvvfay7bffPtMVM8NryR5JBXQvTPN8es7rqaee8p5H07NppU33qdWfG2+8sTfv9/3vf9+23XbbTJ7HSFrnoOOqn2Xp0qWLzZ4927p165bZqR577DHvWYryJNbSPcg99tjDJk+ebCeffHLF+bSCrF7+HfXF6VEqq2RePQPyxhtvtO2u5zgPO+ww+9a3vhWliHb7ZJ3g+u6779r06dNNz0CUtn/5l3+xAQMG8PmQqIeyO8i1+JIE1xh9X+tt/DGK8XYtPeirB5H1YLIeStZDEuuss07conz3T/IQSyYndrgQvw9qPcillUnY6iegIGm33Xar3wlqlBx1RZOmVC5nJ+UzJWcd0oDquBbQNICEUzRXoNATXFo5S6uBKRap3vSwef/+/euu77eylk5a62H4O+64w/uRXL5Ffeg3KAkhSUM1abb++uvbRhtt5E2qKIEu64kVv7YmqWuSY7KKR9XHmmzRqnE33XRTu5XewuqmCSw9rKb46T/+4z9iJTqElZ3m71nHko0YT37tff/9923mzJl2/fXX20svvRSbRH1z9NFHeysCZpHkVasCun71drqkddX1qQSEH/7wh/ad73wncluz/D0e+aQBO9ZKVkpbdp6OJx7MU28kqksm8VPQ6pv33Xef/eEPf6hYlVOrX86ZM8d69OiRqMK1DtJEuD47qlel1DFKzNObMTfYYIPE53355Zdt7NixptUvqzd9B+pGyL777hur/KCVMVWIVse85pprvJcAJNn0mag2n3vuue0Oj7tK5sKFC+3AAw+sWEVV9VPMkNU8pZ+F5kK16fyl7ZBDDvHilLjnTZLgqnMGrXY6aNAg702vunFXa9P1MW/ePPvRj34UGFuFfWe8+OKLNmTIEO9FEeWbxsall17q3fCJ8mKIWgnapVWXg1bFDVpxVfXRGFPC3xprrBE6VHWzSvGBktyrr9UkSeKhJ/TZIWgs6OajbjKGbUnmv9Im1ZbXye93R5LfA1m1Q3ULG8N+c+pp3o6cpLy33nrL+y545JFHKrpYLxTQZ23p86ZW/+tz6sILL/T+89ui/tYlfgq7yvg7ArW/Wsv/qu/ZZm5+n0fNqE9pdXm9DX7+/PkVVdADRtOmTUscU8Zpj14OMnLkSO9lJOXbkUceaVOmTMl8LiLLucM47dS+UT7zg1b81pyZ4uiwODJunbR/ve9j65rT7yK9QOfuu++OPXeo+FVjRA986cGlem95nEvLag5Zz49oHK655preA4WKZbJ+aVzWc6px+jvK/fl61U/jVA87rrfeeqZ5YPnqnkLc36Bx2pv3fYlfAJYN0gAAIABJREFU895DTa9fJvOLTW9FAyqg+axRo0a1O5Ne8KYXyTVi0/e35pHKt1ovkwv6rA2bByiVz/detF6N8r0XrSSzPMY/UesetF+WcX+z7vEGtS3oN5T218vaFDs3Y3Mt7m+GUbPPSXzW7B7g/HUWIL6sM3Ca4pU4pxcjaz5Sc19xNs1l6D6NYp+tttoq8gt8Fy9ebLovW32fdODAgd73ZSMWYnjttde8lw4vWLCgosl+91eznK9Q7KJnHUuLG9RzfkJJy2qfXrCs+V2/Zy5q9bd+V+g+vp7X0L23LBM344yz6n11n11jRQtHaMv6GQe/5NbqF1X7vTw36cusa1n4PTO33377mX6XderUKRFj1gmufnPmWf4eStRIDvIEXIsvSXCNMXAb8UDtAQcc4GXy683iab4AkjzEEoOikLvW+8ZgIdEyaFSWAV/c6vDFGV2Mz5ToVkXZ07WApijutCNQoPATXEErfI0ZM8ZLXoizalKScRR0g6XW+fOS4OrX3tLEihJV9JBKlKSAWm5Z3aRN0jdJHmivPs/rr79uWjFLKxjFnaTyq7Mm1fTg9957753aNolJ+TGNiCVL40krzOktb1muSvjBBx/Y1KlTvSSa8hV0k7roRUo//elPvYcYsv7c0O9hTXZecMEFmdRVE9xnnXWWNwEaJSm3Eb/Ho7pHfcAjanl53Y94MK89E7lemcVPfjeWtGrqn/70Jy/xs7TV6+F2la83ieuzUnM3ft9l+vzTZ4o+/6Ik4pXqrBsOSsgL+mzTd4BuXulBtCTzdPqeGj58uO/D4Uk+s/Xwid6ges4559ivf/3rdoNB9dUD9XrhQdTt7bff9ur46KOPth1Sj7ebRomnkq7wmTTBNWgFVUGExTtKCtXYUaxWK74K+84IWn2y1BlKnj3ttNNs8803941BdEPyueee85JK/RK0oyZZPPvss94NwPK3z5bqoPlqjTk9VO8XV6sNuvmrl/boxnf1pnEpKyXy1nv75JNPvAdKyz+bdE59Pul3lV6MU2tLMv9FguvPvPizfGt0gqvOHbQSsZIYVL/Bgwf7xpxhn6uldkVJdtK+xE/1vsopv+ACmcWvWTjlKcF12LBhXiyst75Xb3pr+6GHHppFk2uWETR3Wa/zZ/mge1ycKJ/5QQmuOpd+KykuSvL7oVZd63UfW9+Fehjskksu8V5olnaLO98T93x5nkuL8psnbnvL99dL4/T7QL/f1lprrTRFeat05PkF1I2un37zaO5Xz+ikvZeQqmOacDDxaxPQ3TplruKzPNMFPRSf9GVucduqOS69oEyrB5Vvtc6flwTXoLa20vdeWH/nOf4Jq3vY3+sd92f9zEBYe8r/rmusX79+vnPHjfpsKK+Pa3F/HOui7Ut8VrQepT1VAsSXORwSWT5Tpu/eE044wZvHDLsnJ4qgOLaeL9au7gK/F8UEnb/e8xWKETS3GHRPNsnw0Wqtet7B79mCJOVpDkVzn0rQzfL5uSR1mTFjRsX959NPP917niTopc9xzvH44497z7OVJ3sHJa4qQfuoo46qSJLOOsmVBNc4vce+1QKuxZckuMYYw418oDbtF0CSh3FiUBRy13rdGCwkVoaNqnfAV6uqJLhG70g+U6JbFWVP1wKaorjnrB3bm9kLOalT4Se4ghJM9dYrPVikB9rruT300EPem7bKH86v9VZf1SXPCa7lVlrhQhMrm222WWLCej+cVKtiaRJclQykVUE1+eWXrJAY5B8HylYJQZtssknaohIf38hYsjQRq4cE9LBemk03ER9++GFvUnfRokVpivI9Vr8n9ftGCd5ZbFoVS8lds2bNyqK4ijK0IqJWe1EyVa2tkb/HwxoZlqwUdrwrfyceTNRThYyfol5/9Xq4vdQTYUmu2k8PPmmF+R/84Ae2xRZb2Oqrr96uI9WeV1991Xs7aa1VzdMmt+rEqrOSNidMmBA4oEp11mrcnTt39h5ULl1/Sl5Uwp6+x5966imTseK2oE1JXLpBFedh+r///e/eMRdddFFFsUoW69+/f6ILwe+goAf9SvtuvfXW3vdM165dY58zaYKrTvTee+95bxNWe/02xeN622vPnj3tm9/8pikhWN8Dv/nNbyLFV1G+M8JWjlS9ND70nambhaqHjtEqylpBtvqNwqV2KLFPLzjRQ9phm2IT3QQ88cQTA19kIYu+fft6yb96OcX//u//egnXSqwNGpdZXEdhdS//+4oVK7zrTUlA1VtpJSz5adMN9upk8CTzXyS45iPBNezzVteDvhuUyKE3YkcZv+VjKEqyk/YnfopzxbJvTgQKGb9mYZunBFclszXz5XiKFzW3JpPyrU+fPt7LLfTAV9ZbvR90r1XfKJ/5tRJcFf/oZRuK3bLc6nEfWzGlVpa79NJLM3kpXnl71f6rrrrKW7Uji82FubRGzSEneVlSdR80ck61+txR7s83q376jaBrLe3cbxZjvlFlEL82SjrWeYjPYnHlY+dmP5gftPJVrVUi857gWurZVvjeCxrFLsQ/aa/ARsb9WTwzELW9Qb+hSseHPYcR9TxR93Mp7o/apiLvR3xW5N5tWtuIL5tGn+8TK4adNm2a96LdLF7IX95aza9dc8011qtXr9AkSL8EU5WV9MXIcdT1HTl69Gi7+eabKw4LerF3o+Yr1CdK1kwzP6HnDKZPn24nnXRS5v2rWEYLYxx//PGxnkuI0zelfXXvV89IaIXh6k1JqLpnX9r0nMg222wTehotGKEXM2+wwQbt9lUMrpVb1bbqlYwvvvhi7zk/v2cx/FZ7Vf/pOtBLeNMmA5PgGtqt7FBDwLX4kgTXGMM56gN9MYqsuau+ACZOnOi9ASDu6jtJHsbJqt6ullOPG4OuWjSy3o0K+PzaFOUGWiMt8nwuPlPy3Dv1qZtrAU19FFq+1HPNTE9Cn2dm/7ecU3NYCp/gKlYlWGi1oeotzeo3Ubor6UNqriS4ykAPM+tBLa3qluQN7I16OMmvv5ImuCpZWZNJmlyJsilZovT2PE1yLV26NFLShm4sa1VPJU6knYyJUs/qfZoRSyoRQquufve7301SZe8NhFrFTCutRVlRV8Yaw6VNSU7Vk2h+FdFE2dVXX+1NyiUZ96UywxJ/EiFUHaSEmV/+8pem5KagrdG/x2u1K0qyUhYuzS6DeDBRDxQ2fgq6sVRSatRLOZTApO9lrawS5UZb+feb6hrnM1QPeiuZIE6yqN+o0Y0xvRzh2muvTTSooh6kB3G1QmWUVbGry5w7d267RL8s33Cq8wUl0pbqkmYF4DQJrqVxocTO++67Lyp3u/10Dey6665egkD5FvU7I0qSa5zKKXb4xS9+YVrBNWqMpht2SvzW9ZXFy1EaeXOz3Cbod1W1n1+cnWT+iwTXfCS4qn+z+LxV7D1mzBgvXi9/EU2UZCfVgfgpzicV++ZEoLDxa1rfvCW4Bj1sFfXzKY3HO++8Y3oYfP78+RXF6CUpWuU9izfiV9evkQ+6V587immtBFeVpxjstttus4033jgNfcWxWd/HVrynl5kp/gvbql8Uojkarf4QNq+l71V9p+6xxx5hp6j5d1fm0ho9hzxixAjvN6Dfw3hh4M2YUy3VKcr9+WbWb9CgQd6catK53zD7vP2d+DVvPeLVh/gsl90SXim/lwnrKH2H635Q1PmZ8DO138NvLiTsZXKuJLiWWlvk7z2/Pncl/kkyXsuPaXTcn/aZgajtDXvZo8rR/JNiubjPBEetQ2k/l+L+uG0r6v7EZ0Xt2aa2i/iyqfz5PLnus2tuL8r9a93v08v111hjDa8xeoGo7p+E3auPmtwXNPeol+5qfm299darG2LcF8U0cr4izfyE7vlqQRUlaYbN36XBrZXwmabc8mPr8axY0PxvrXvlegZT99CDYrcgc10/ejHzEUcckeq5ExJcsxpRrVmOa/ElCa4xxmk9PiSjnF4rLum/OA+oJXkYJ0pdirxP1jcGi2yVZdsaGfBV1zvKDbQs2+pyWXymuNx7yeruWkCTrJUcFSLwz2b2upmt/Y8E12YmurZEgmvQjY40D/tHGeW6qTFs2DB78sknK3YPexOaSwmualiaB+wb/XBSeUckSXDVJKJWrrrhhhsCh4BWixs5cqSXzPK9733PdxKltDKYVp3QxFfQ5KRuBiqZQ6sA1/MGvV9jmhVL6sFOPeikVfbibPpNqZuV556rewj+mzzVN/IMWn1Qb6jTg4RKSFISfFASSppxr9qFJQloHGlSde+99/bquvbaa1eslqh6aoVqTW6rrrXGUVjicLN+j/v1UtRkpThjI4/7Eg8m6pXCxk9BN5ZKSvV8uL26J3RzYOHChXbyySebvgey3rQKtlaoUnJsVt9r+jzVDR6tYFSPm0hJ5g7L3fziwXrcNAx60E91SbMCcNoEV50/zo3c6jGnxFa9/ELfzXozbPkW5ztDCdxaxVbjL8rLLILGftqV3NUOXdO//vWvE19eWuX15z//ue2yyy6ZXUdRKxP15Rx+84JJ5r9IcM1PgqvGiGJG/ZZVzB3381bX8uTJk737MHqbMgmuUa869nNcoLDxa9p+yVuCq9oT9NKZWitzpXXQ8X4vQ9GqrXPmzLEePXpkcYp2ZTT6QffyCmSR4KryFKMrrkv7wpxS3bK8j71kyRI76qijbMGCBb79pwcQhw4dagMHDvR+F2m+p3rTC/LeffddL2bUGPzDH/7gW1baJFeX5tKaMYeslXKnTJliXbp0iXUtNmtOVZWMcn8+qH49e/aMPR9bgon6AK721+otiidLD+/GwnVsZ+b/ctlhxGe57JbwSuleiO7tVL88op6r3qtWn3zyifcCZd3LK9/CkudcS3BV24r6vVc9ulyKf8KvjNp7NCPuT3vvNEqbq3+76ZyKK95///22w8OS0KOcJ2wfl+L+sLa00t+Jz1qptxvWVuLLhlG7caKw+2j63tK9Rr0IWr/DNU9U/dmk+/W6t/rggw96q5/+9re/DZxjClvBUmUpAVArY5ZvjVjxXOdV0mL5VuvF3o2eT0n6gmu/1URLbSz1r/pY93HVv3r2rdTH6o/ly5fb22+/bY8++qj3nNfvfvc73/5VWVoUQ/OIWT1X4Rcb6yV9uhef1eY3/6v79Lfccov3QsDq+4t6xk8vNA+bJ9J8qVZFVr8lLSOojSS4ZtX7rVmOa/ElCa4xxmnQA7VRJuHLT6MPME0w6eG2P/7xj95S1voCqPVm/LhvOUjyME4MikLumuWNwUIC1alRQQFfvVerq1NzClssnymF7drAhrkW0LReDzWsxcrAOqfsbFrJtRmJri2R4Ko3serHsB6oLd/qfXPD7+G4KOesR4Jr3GROTS5oQuD//b//5yUUaMJMSQFBiZhJJ1aCHk6Kk7DQqKs2LCFRyQYTJ070VpKI84CdEpuUlKO39/k9KK6kTE30aCXXRm5pb8BX11UJmWrfq6++6k066W2AQeNJSRt6QCDqJJ3Gqx62V/Kx36YH/s466yxvpeGwSbHy4zWxqLdzX3DBBb51TTrudY57773X9Fbs6j5Xf+t8Sm6N82Zh3ajWZ5wmif3Gkd54p8/BrFd/8futt99++3mrQHbq1KmRQ9apcxEPJu6uQsZPQSu+S6neD7cH9YS+83TDTC8cSJMMWCpfSftatfTQQw+N9dkWdaRoPvDhhx/2HnQPevg7alml/fS9rs9OvWggzWrdfv1bj34NetCvV69e3vdu+YrlcSyySHDV+dRHmqe95JJLAm/EltdLN/z05lvdcNX/9osZk8SLH3zwgfeiEq12FWcl1SzHsH6bKFlBFnHG6+67724nnXSSd+M7TjwTp7+j7Lt06VLvhnStJF2/WCDJ/BcJrvlKcNX40M33559/3ltVMEqituJl3WzWtbz++ut73ykkuEa50tinQAKFjF+b1T9p5svC6tyMl+MFzVfW+4V8QfFd3HvyYaZJ/x62gqvK1feLEk2UiJHFltV9bNVdyTd+LwsqfSeOHTvW+50XddM4UTx/2mmn+c5N6SUSuu+72WabRS3S28+1ubSsrv+//OUv3ks7ND/59NNPe8ntQQ8SyinspXF+6Hm/P5/1nG+5gZ7TUayo31t6Rsdvy/r6jTXwG7wz838NBo9+OuKz6Fa52bNZD+Y/88wzdvDBB5vu45W2KMkAaT9r+d6rz9BzLf5JqxAU9+f1mYEo7dV9C70sQ/cuStv+++9vu+22m3f/oXwLe+F4lPMF7eNS3J+mnUU8lvisiL2aizYRX+aiG5pfCSW36j6enq3z2/Syf91b2XzzzSM/C6X7q/fff793j8Xvnr3u/2qObKeddgoE8ItptXM9X7IddN+61jnTxtAlgPK5n8cff9ybN3vppZd8ffTcmpKNoz6bpnZpDtWvj5WIqmcL4szRqX91v1vPOPjNJ0Z5WWCakV+PxRCq66zn1+SiXK3qLWpya+k4xfNK+pVX9XNxWuhCz8sleSaCBNc0o4hjXYsvSXCNMWazSnD1O6XK1koFekjY7ws+zUPJMZrY0rtmdWOwpRETND7vN9ASNIlDECiEgGsBTSHQ89mI8re4ldew0YmuLZHgKuCgVa30w1eTD1lvQfFtlIfU0ty4zOpmlZ9HWLJfkkRMVxJca9301O8JTVIquVL/O8mmm/Na6ffEE0+sWM2oVJbeYvfLX/7SlCDdqC2rycOg+r788sumh/oeeOCBdrvUemtf9c6y0wNTSoLxS+w8+uijvcTjDTbYIDFdrbomGfdBk7lJyipvlCxmzJjhjaPq5OEoyfVJgEhwTaJmfhPkLswhJWtstkcVNn4KurGkiXgl2q+zzjrZSkYsTd/9SmBSvFTrod+g4pSIp8SmvfbaqyEJeYq/VF+9ZVSxX5JNSYT6TtGDzFppMIvNr3/r8YCN35tw096czCrBteSoG3Wan9XLUx555BEv7iklmmoFK930UnKkEou/853vtPFnleBaKrC0YrvejvvUU095ddCD2KVNddELMpQg3Lt3b2819TgvMIkybmShZFHVQf/Jxa8Oun606u8mm2ySKtk6Sp2i7qNEC90UVrKF+rC83irD74ZrksRGElzzl+Bafi2/+eabNm/ePG/8agyU7r0oplU8r6SjAw88sOJa9hsHUV+Ownxa1CuU/XImUNj4tRnOaebLwuob9NIZrdyoh8S6desWVkTsvwclctZ71dgiJLgKWy+Y00NoG2+8cWz76gOyuI+th+21CoFeplK9KTbSihqKLaM+MFddhmLWH/3oR77zhnrIUXNfUV+U5uJcWr2uf8Xkzz33nLcicNDLO+Ku6JH3+/P1nvPV2A17AFcv9tPv9mbNdaT+0IhYAPFrRKjG70Z81njzTM64ePFi78WgWjWxfFNSm77Ls365p74v9f2qubXyLcqqsWk/a/ney2TIVBTiYvyTVsG1ZwaitHfhwoXeXFN50rk+A/TZoBeqaa61tEW5VqOcs3ofl+L+JO0r+jHEZ0Xv4aa1j/iyafT5ObGeKVMCX3XsqBrqnsmll17qvZA/6UuV9R2nlzz4PV8V9hvb7wURqpfuPyru3GijjTKHVDzcr1+/ime4wl4UkzaGDmqE2i9/zf1Ub3HjBb+FTlRm3Lmj6nrUSo5Oe6+/VueWVpTV+C1tmie/6KKLTAtTlLZ77rnH9AxFlE1jXH2t++r/9V//5b20T8eXb/q7FqnQM4NR5zNLx9dKctW9feWK6aXrca41Elyj9Cz7BAm4Fl+68HBibhIa6pngWhpQtR5K1o0lPRTdyAfGW+lSz+LGYCt5ZdXWvN9Ay6qdlIOAawKuBTSu+TpW3+q3uJVXv1GJrrmJB+vddx9++KG3WqIewC3fBg4caHpwbO211860CkE3WvXiFf2QrrWluXFZz5tVqnNYIqbekirPqMmEriS4apJQY6U6gVKTLkomOeKIIzJJelByhZIT77vvvnZDJGxSMtMBbOa9HU5vvK3ekqyWFlS3N954w5T0rQSX6i3qA50vvviiDRkypN1DDSov7tveahkqYVRJzH4PKsZdLSNoMlcJZHqrX9KHHUvXqFZyPfnkk9s1px7JVCS4JrvyiAeTuf3jKOKnVHzJDtb3v26sKFFT3wOlpMTyF8kpIVA3wPSGWD24rRVQm/Wwquqrz2098PLss896q2S+++673go95ZtucuimouYF9Z2nuiuGiXPDI4qo343DuDfMopyHfRBAAIG8C/j9xtBvSCUohX1nED/lvXepXw0B4teMhkea+bIoVfD7ra7jrrjiCi9xMetNL7IZNWpURbFxXviVtD5FSXBV+/W2fj2clvZFJGnvY+v3R9BcjPpUc1zbbLNN0i5rO+6xxx7z5iBLL4gp/SHsAcHqE7s4l1bv67/WahLyi7OiR97vzzdizrc05mqNWa1AoznVIm/Er7nuXeKzXHePf+WCnivUPKRewJVkpZ5aDEqg0ypb8+fPr9gtyn2WtJ+1fO9lP0BdjH/SKrj2zEBYe4NWcp4+fbrpRZvVK7uqvCjPZYSdt/zvrsX9cdrWKvsSn7VKTzelncSXTWHPz0nvvfde75nE6mfKFKP+4he/8F7UluY5ILVUL3o56qijbMGCBe0aHvZ8VdCzeap3//79M4UMepFg2Iu908bQtRqhe/Xjx4+3a6+9tt1uUeOFoN8jemm2XuL13e9+N5Xj66+/bocddli7lVwbMV9cXvFPPvnEm7PWSx+1Jfm9VevFZ1k8Z6nyFQNqMZLqxR9UZ/2O05xx1NV0SXBNNXRb/mDX4ksSXGMM2UYkuIZ9wcd9u2mM5rX8rmlvDLY8YEKAvN9AS9gsDkPAeQHXAhrnwfPdgKC3uJXXut6Jri2T4Bp002PDDTe0OXPmWI8ePTIdLZq80Opf5VvURIY0Ny7rfbOq1J6gh1P0d73Fa8yYMZEm51xIcH3rrbe8icjqJExNumSRkFg98GpNSl5//fXeRFLaic8og72ek4fl5w9KHpa5VreotSquVhbUhNWtt97arkl6O6J+46V9yLG8YCV3acVnTfJWb3EeqvRbYS9sMjdKn5X2ef/99+2YY46xuXPnVhxWj4R+Elzj9Mz/7Us8mMztH0cRP6Xi4+BmCVTf2Iz7EHqz6s15EUAAgSwFHnzwQW9l1/JN8bXi4zXWWKPmqYifsuwJymqwAPFrRuBp5suiVOHjjz+2kSNHtnujfJa/10v10MNuesGZkubKt3q+kb90niIluCqm1sNW1d8tUfq7fJ+097GDVuPVQ4y33HKL7bnnnnGr5Lt/rQfq9QK5KVOmWMeOHWuey9W5tHpf/0Kr9bBjnJfb5f3+fKPmfGVaa8xeeOGFphXXirwRv+a6d4nPct09wZULWjEp6kPpcZrt9/tVi2bMmjXLunbtWrOotJ+1fO/F6anwfV2Nf8JbVnsP154ZCGuvX9J5+TXp9wKhqDFy2LlLf3cp7o/aplbbj/is1Xq8oe0lvmwod75OFvR8Tj2eKQtKpA17HvG1117zXrZfnRyrZ/smTZoUexXNWj3w9ttv2/Dhw+3RR/XI6/9tYUm4aWPosFER9D2uFxvq+bLVV1+9ZhF64dywYcPsySefrNgvy98ijUxEDmqsXgyjZ8u0arC2qPfwSuV98MEH3pi67LLLwrok9d91jeneoq7B6m3dddf1FrE4+uijrVOnTjXPRYJr6q5o6QJciy9JcI0xXBuV4KoqBT2MX6/khhgMhd017Y3BwsLUuWF5v4FW5+ZTPAK5FXAtoMktZHEqVustbuWtrFeia8skuAozaFXVKG/bjTPkgh6IU0x05plnhiYnprlx2aibVXo45c477/SSeKvfQBfn7WF5T3Ct9RCO+lOTIVkmUJbGWdBvljgPU8UZs3771nvysHTOoOule/fu3hvXOnfuHNiUoMlbJXfqIfmwh/qSGAUlIOuhRT1UqdX/am0rVqzwxo3qV76dc845pv+ySl72S7LfdtttbebMmbbVVlslabrvMSS4JqMkHkzmVnYU8VNqQgpotIDf9109bho2ul2cDwEEiiugm/1jx471VlbVKt16gHeTTTbxVqBLutK134teoiY3ED8Vd6y1SMuIXzPo6DTzZVFP7/dQdD3uHz/zzDN28MEHmx7SLm16IKcRKxq6muCqFQw0D1Q9D6kVMJQovPHGG0ft5nb7pbmPHbQqhU5SjxfVBT00GXWcujiXJstGXP86T62X20W9h5D3+/ONmvMtXWhBD5DqJY5XXfX/2XsX8C2K8n18/mogWvDFc1ZKiYAaeDbEAyiKKCqekKNgiYog4iFN8UCaIGmCgicUE8EQEEXxjJCoROIRD6XfzK9aeUrToPRXZva/7qn9tO++M7uzM7v77ux7z3VxWZ93duaZ+5ndffaZ536eq8UGG2xgfe+W/ULar2XXkKB9VnoV1Quoq6qatY/t73//u6zwhArt4WYa3O36rOV7L9vN6av944qCbzEDSetVkc7DyZJVcSDbbrutPLvt1q1b0vCJv/tm9ycuqEk70D5rUsUXt2zal8VhXaqZVP5ECJgmSb7pgnRcG1wfR7TUvcfSxPeZyqhKSrPjjjuK+fPni86dO2uHcbWhk+TT2fj9+vWTvkWchcW1Z599Vhx22GE1/tysY7B05OCs48ni1gk9DRo0qKULCn/gOyipoarqz3/+c7nvn3766bru2AMgziLBY1btoIMOEhdccIGAbxfFNVQNRFeQmEePHi3wv1WNBNesNNKc4/hmX5LgmmKfFklwjQtSLyIzbgpYKtPV5WCwMiA0YCFlP0BrACSckgiUAgHfDJpSgFZtIUyyuIURyJro2lQEV53N2bdvX+ms2GSTTTLZbaogNdMgIwjgcnBZ1GEV5ITzB4RdBPdEW1LmtaB/2QmuusPyLILn4jbb559/LjPEqRw7aSrkumzovJ2HYdkuu+wy6eSKthUrVgiQelUNVRVOPfVUMWvWrJqfka0XxNgsDitV8+J7EvsWh6bRhoqxEyfG5NYSAAAgAElEQVROjM1uqHsOXXLJJZk68lTOVcgbh6nNfiHB1QY1oSIy++BDsltsPlfRfsoHV46aMwLRYCrTqg85i8XhiQARIAJKBFRkhB49eoi5c+cKJHdJ23SEHDwbDz/88MTh6E9LhIgdyo0A7dcM9OPiLzOdXkfEMk1aZzIP/Aog/MOHEG55VIpVyeMrwRVBSosXL5ZVSm38MXG6cTnH1iVUzFOfuup1SfvUV18adFfE/R/skWeeeUYG3KEyR7glVUMJ+pb9fL5Iny8w0VWsRhAi9JpURcPkuVrWPrRfy6qZFrlon5VeRfUCwo7CGUz07MwkYD7NcnUVrkyrM7k+a/neS6Ot+L4+2z+uKPgWMxC3Xh0hZcqUKZKwgKY7fzVNUpKEt092f9Jamvl32mfNrP1C1k77shCYyzWJLqYsD+JosHJVTCJ+S0rGAhv14IMPrksed9ttt8mKq1k03TvbJCGNqw1tIr8qCaupf0IlX9bfIbqCCUm6NVm7SR8QofGthRg+NMS63nvvvQIFKuLa73//e0k0nT17trIb/KTA/g9/+IPYe++9TUQx6hPoDtV3EWM5ffr0uv2NgUBuRVVZXZEMElyN4GYnDQK+2Zc+BCeWhtBQJMEV+6sRRkUz39kuB4PNjJvr2st+gOa6Pl5PBHxFwDeDxlecPZPbNItbeFlZEV1LYw8WpTNVABAqJCxatEj07t3bWQxd1rPjjz9eBmCZVJR0Obgs8rAKYLke5pSd4KoLGDMl8LpsKN0BumkwlcvcuLYI52Ego80+0Dlti0hapKs6a0JU0n374gAWDjc43rJoCMIbMmSIQJa8tm3bymoIu+yyi6wQgyyCWTUSXO2QpD1oh1vkKtpPmcDIQYpEAO8PHEDdcccdLdMW8d4qco2ciwgQgeoggGcWkrrcf//9NYsyDegNX4QgZHxDnXTSSTVjpQnyoP1Unb3VxCuh/eqofBd/menUuiCsLH0xujPqInxNwMFXgisSdm222Wby3bRq1aoalcK3i+SF/fv3N1V1TT+Xc+wZM2aIUaNG1c1r8740FV61h4ABSJkIFmvXrp1yKF99aVhMEfd/AFpcdS4TvZb9fL5Iny8w1flCTQNITe+LMvaj/VpGrdTJRPvMCzXVCql7n2VpS6mqcKWxB12ftXzvZbcxfbZ/XFHwLWYgbr2qRESq6qyqc/00926cDD7Z/a57p8rX0z6rsnZLszbal6VRRTGCqCqMY+asEiyoVqFL4HHooYdKgl+HDh2Ui9fFOaWJZ0xCVRVDaBqT6WpDJ8mm8y+Z+idU8pkSQE1kC/rAt3f11VcL2DrrrLOO6Nixo9hjjz3EscceK9q0aZNmqNR9P/zwQ+l7feihh+S1QcEYVLd96aWXxJ///Gf59/XXX1/svPPOLcUf3n//fRkDgYS24Qbdn3322eLMM8+U8bIo1KAqfpFa0P9csNVWW0niKuRDbNyDDz4ok0rCdgwaimqAxK27L9CPBFdbDfA6IOCbfUmCa4p9WzTBFaLpPjyTMoarPpptsjDgYYqsBUuXLpVVdF599VXx5JNPtqCGUuzIhI7MB7169RK77757Ygl0FeTRQzmVrGvXrhUPP/yweOCBB8QLL7wgnn/+eTkU5t9hhx1Ez549BYyfTp06ifXWWy+FZv/d1eVgUDUZDC2UMEcGVfwXwduBzEF/vDwh/5577imrPiGY2/TlrnJW2ug4KrsuK3NexmyZD9BUjjRV1SpkJIHDEXsT98nq1atbMmx0795d6vWQQw4R++yzjwzcz6rhmYQDcmSExn2J++Kjjz6Sw2NeGIzIKoIgrPC+Uj0fkqpx2TxTyo4fcMKHFO7P5cuXy//i4yXIdrzRRhsJ3FPAsk+fPnU4ZqXHso7jm0FTVhwrJlfaLG7h5bsSXZuO4KoLIsuKXKAb3yT4JVCsy8Fl0YdV0exdwRpMnTg2xMai7n/dN0qaIGwXWXXBVKbOP5e5cW0RzsO4PY/fdNVGdVm601RKdsVH9c2AMU2CKFTfR7BnUQ3r61//uqtohV5Pgqsd3LQH7XCLXEX7KRMYOUjRCMDPgMBzVLFBy8LfVPQaOB8RIALNgYDuW69fv37ihhtuMLZbYbvjMPyUU06pq4SGg+yLL77Y6MyB9lNz7LuKr5L2q6OCXfxlaaZetmyZPP8J7DVcm6UvRjV+Ub4mrMVngivOe+fNmycTJoT1g3WZBCvp9oHtOfaaNWvEyJEjxcKFC2uGdql4brJX8Y6eNGmSeP311+X5KObbZpttYpOm+e5LK+r+D/B/8cUX5Xfba6+9VqMSkwR1ZT6fL9rni/lIcK3ZQj7EkJk8hqrUh/aZh9rUBfRnFZivGz9NXJfr+Rrfe9lsTN/tH1cUfIsZiFuv6kxWdc+/8847sgId4tTCLU2chkoOn+x+131T9evpX6y6hkuxPtqXpVBDMULoqm2axsu5SDlr1iwZUx/4hbbffnsjfoTqnWqSyN9UVtX48LPi7yAhxjVXG9pERlQYHTFiRE1XnHkhcV6SfKo4fwx03XXXyeR3ineMiUil6gMC6mGHHSaLCKKdd955kv+DvQ6fGHhXaCpScJTkCg4UvqFQNRhE3aLaBx98IOeFXsBTuPXWWyUHKq6R4FqUdqo5j2/2pQ/OydIQGhpBcNUdTAQP5HXXXVd5J9mQ0cIDIfsvSK0//vGPxRNPPGF8t+LwFC96ZDLo1q2b8cswjuAKWfARDwJeOGOBTigYQxdddJHYf//9U71wbA8Gw3KAELxy5Uoxbdo0GRATPbhMAhJkVxx4nnjiiWLTTTeN7a6rlmUSrB43sIrwkqVxGJ27zAdoSQRN7E1kVkOpe2T+SGowRGAknn766Yn6jRsLzmoY/8hkY3JPoPoVnhlHHXWUzEZSFoJro/ADtjAQr7rqKhnoFpCCk/SX5v5MGsuH330zaHzAtCIy2mRxCy/dluhaGnuwKD3qSINIKIIDwy233NJJlMWLF9dVC0gbpOZycFn0YRXA0mWkw7sAGbriWpkJrjrnVNL3gtMGilzcyMzCRTgPg+Wm3QfRrHHBOMgkd+2118rA07yb7pvBJIhC9ZyAvKjgimxyNkmF8l6vbnwSXO2Qpz1oh5viKtpPmUHJgYpCAN/r559/vjxYCRqC08855xyh80UWJRvnIQJEgAhEEVCRsNAHyTgnTpwo9ttvv1jbFd+n8Kmjb9Sfj+/kW265RcA/btJoP5mgxD4eIED71UFJLv6yNNPqktdl4Q/SBb6ddtppMts8zpnybr4TXFX2dIAZfCp456TF0fYc24UEmbeeo+P77ksr6v4PcIPdMmbMGBngGG4mZwhlPp/HWor0+WI+nBsPGTJExseEGwjEsBN1FYeLvkfymI/2ax6o5jIm7bNcYM13UFXgvKqao40U0aBujJE2uarrs5bvPRvN1V/ju/3jioJvMQO69eqqzaESF8is4aaLAzE5u43D2ye733XfVP162mdV13Bp1kf7sjSqyFcQXWKFMn/vqiqsAiWT+L4kNHUJIUwTxbja0Eny6ZK6mvp8detLe9aVJGcjf48WDgwKBkY5Xrqqt6+88ooYPHiwLOwHH+0WW2zRkOUg0Q2K5r388svSXkyKwSDBtSFqqsykvtmXJLim2HqNILjqXjZJ2RhcCK5w4J977rnipz/9aQp0arsiWHvs2LFyHJPAbR3BFSRPVCpDloK07Xvf+16ql4/twWAgFyrdXnDBBQLZM1wbskKAfIcXrC5jhs6QcXV4qAKCXMeMw6PMB2hxBFfcJziEjh4amugelU+uv/56Wbk3bUMV5XHjxsmqrWnb6NGjZaYSyD5w4EBZ8TVoRVdwbRR+n3/+ubjjjjtk1QUTcrAK40ZlbUmrb9f+vhk0ruvl9cYIuGRxC0+SlujadARXgKUjDQYf5sZai3REgBXICUjIEW5pq8O6HFw24rAKFboRpIJkJOGG9yMcVeuvv74W0rTERlvd2FynIyG67pM0sugOX5O+WdLMoeubt/MwmBeOJdgP+BduccEIqgADXDtlyhSZNa6IpvuGhaMO1UQ6duyoFUNHjsUF3//+9+VzJCkpTxFrNJmDBFcTlOr70B60w01xFe2nzKDkQEUiEBzuBL4DVnEtEn3ORQSIQBoEYPPCNr3mmmuUl8GXd/jhh4uddtqpJVnUP/7xD4HAvxUrVgj4w1WJKnGugYAJHHSbZrWm/ZRGc+xbYgRovzoox8VflmZa+CmmTp0qz6nCLYuqnCp/QJbVYU3W6TvBFWt88803xbBhwyRRL9yAJc4W+/fvbwJFSx/bc+z58+eLQYMG1c2lCrZPJVAOnX33pRV1/4ehx3MAicejewznyN27d9dqqczn8xC6KJ9vAJAuYYppAGkOt0NhQ9J+LQxq14lon7ki2IDrdWcsrmdEOjswbVyX67OW771sNpXv9o8rCr7FDOjWq4rriEsuruqflqQelcUnu99131T9etpnVddwadZH+7I0qshXkCeffFL06dOn7gwEfiYkOzY9+8hXytrRdXGNWZByVe/gNAXAXG3oJBxd/bK6bwXMi7P+K664QvTu3TtV8bgkmYv8PRoDF45fMCW4AiMQv2F7FVm11RUnElxdEWzu632zL0lwTbFfG0Fw1ZEYk4LKbAmu0fLbKeBRdgVhANl8N9xww9ihVARXZLMDydaG3BpMhqB6VEdC5cWkZnswiHHhcEKG1FWrViVNY/w7ZE4qO646bMFL995775XZJdI2XVZmVNBF9c88WpkP0HQEV1TZRaU3EEdsG/S7cOFCsdtuuxkP8fjjj8sKv7bETEw0YMAAgfsSVWQbRXBtFH6ofIuKM/jn2hCAACIYyCk+VS9Ls27fDJo0a2NfZwRcs7iFBTAlujYlwRXPrVNPPVVW7Q4312oJKjvR5sDE5eCyEYdVuoz2uoxdYczLTHBFJfnx48fX7JGsMkCbPi103yyoIr9gwQLRpUsX06FS98vbeRgIpCPxxlVE0B0kIsDswAMPTL1W2wui2euCcR577DGx7777aoeFUw9EeNiNqgZ79oQTThBwIoM0UGbHHwmudruH9qAdbpqraD9lCicHKwIBvAdgA6HyeNBgcyDZQ1W/g4vAlXMQASKQDwJZn2tstNFGYvr06ZIQlMbOpf2Uj345akMQoP1qCbuLvyztlLpqBq5neqo1HHnkkQLntu3bt08rplX/KhBcsXCcI8KejiZS2GuvvQQIph06dDDGx+YcW5ewzeUs2Vhgi46++9KKvP8DeB955BEZqBptSQTmMp/PYy1F+Xwx19q1a2XidlUS8yKTSFrcMplcQvs1ExiLGoT2WVFIZzSPrkqjq12lO69KawO6Pmv53stmo/hu/7ii4FvMgGq9uns9LlGGruBN2oTkgTy+2f2u+6bq19M+q7qGS7U+2pelUkc+wuBbd8SIEXWDl/17V8eNuPvuu8Uee+xhBRbel6jYifdtuKWJw3S1oeMER/GmyZMn18mHmH/EfZn6ZXVJ94K5Dz30UHHiiScKxLu1bdvWCstGXRQlAIeT/JgSXBslO+b961//Kn3CsAXR2rVrJxMkfvnLX04UiwTXRIjYIQYB3+xLElxTbOdGEFwhns7AQHZxHICpmg3BVfdyxPgI6ABZdOeddxbf/va3xZe+9CU5LbIYrF69WqBylI50d+ONN4qRI0fGZvqIHsohKB8B8XfddVfN8vbZZx8ZRI1AbLxYoROU57799tvFokWLlJnWkQEXL/fNN988Vts2B4MY8O2335aHk48++mjd+CDBQUeQG6TkgOgL5wbwQjaQ5cuXC1QUU7Ukw+Tjjz+WeGDt4YYqZCDepc2uosr+kUW25zjgy3yApnKkIQvu3/72tzriNe4RYAXjuVWrVnIv4h4FcUDXhg8fLgOlTIxEVE757ne/qyVRI6sKDE/cNyhV//rrr8u577//fvHRRx/ViID7+L333hPvvvtuy9+LquDaKPxAEkPGoauvvlqpjuAZ17NnT7HNNtu0PN+ef/55WfFVd4/igwIZ0qsY3OubQZPidc6u7ghklcUtLEkS0bUpCa4ACIFjsKPCLS7bp4l6VWPaHKa6HFw24rBKd7CTlDgGmJaV4Kr7PjnggAPE3LlzC62uqcMobzJnns7D4H5SEXyC32Bzwx6A/Rdtqu+LIki/UTl0GKEaFZK2xDVTogAIrkiIg4A62JpwwpWpkeBqpw3ag3a4aa6i/ZQpnBysKATwLY2qiEHyOZtkXUXJynmIABEgAvCBIjDBJWEmUNx9993FVVddJfbcc8/U/nXaT9yHFUKA9qulMl38ZWmnzCM5nm5M23PHtGsK+leF4IqKEzibAn7RhrMlBNW1bt3aCCabc2yd7zAuYZuRMDl18t2XVuT9H6jg1VdfFccee6x46aWXarSSdO5b5vN5LKQIny/mQXwM7s9zzz23blfDx444HRDCq9xov3qlXdpnXqnr38LmEZivGtPm7Nj1Wcv3XjYb0nf7xxUF32IGVOtFPNmQIUPEypUrW35GvChiORHLp2tZxoH4Zve77puqX0/7rOoaLtX6aF+WSh35CKOyNYoummCzMsS2I75+6dKlNZe7+Ch1Y6ZJFONqQ+uwAN8AhZsQfxZuJoXSomMixg2cmlGjRik5NUF/2CuwVfr27StQHOTrX/966ePgwVUCJyho4bi3tATX1157rY6jZLpX4c9FgtwtttjC9BLZL2r7mhRlCSbQ2XupBGhAZ8QlTp06VbRp06YBs3PKAAHf7EsSXFPs3UYRXHWZN+fNmycGDhyoXIENwfWZZ56R1XfCRC68wM4++2wxbty4WBIeDuhAArvgggvqiGAmzn+VERV9SV966aWy+qTqoA8vZBDRkP0KQfTRhvFxMBFHQrM5GMShx4QJE5QVIVGlEoeWW221Vewuw76CgYT1RUnCSQ4PXTl5G5IKhFQ5IG2zg5neWmU+QNM50sJrQ8AT7hGQS1UvYBjFU6ZMET/5yU/qIEnSb3ABiMx4yeMeizbMi+opIBKoCM2YH6ROBHZFM0SHx0o66LR5ppQFv7jqY/gA+P73vy/Jw7pK03i+4R4FRqp7dM6cOTVGs+neL3s/3wyasuNZQfmyzOIWhkdHdG1agqsq+QQAS8rArttzuiqmM2fOlEkz0jSXg8tGHFZhbapKlngfw37s3r27dvllJbjqcAQpGu//DTbYII1KnfrqbLpbb71VOh3zank5D8PyPvvss2LMmDF1iUbibLkykY9VdhzWh+8Y/EtKipOUaEWlW9imIATAGbfbbrtJp16ayldZ7xcSXO0QpT1oh1vMVbSfMoeUAxaBQPQ9kCZZVxHycQ4iQASIQBiBL774QgYUwh8bTQqZhBSS0YBshDMSnZ8waQzaT0kI8XfPEKD9aqEwF3+ZxXQyCOfoo4+uudQkmZturhdffFE+BxHgE7TttttOnk/tsMMONiJaXVMVgisWr6uaAL9SmvMlm3NsHY7QMfzBZUpQVgVfWtH3P/YXkpEPHTpUJtQOt9GjR0vi5vrrr6+8B8t8Pg+Bi/D5xp3hQwbcn8A2yXdq9ZAr0UW0X0ukDDNRaJ+Z4VSaXrqiBXivI54s7TMGxRQQw3XZZZfVrNEmrsv1Wcv3nvs2q4L944qCbzEDqvWqvslM4jZ157c2cRs+2f2ue6YZrqd91gxaLtUaaV+WSh3ZCqOzNfIuepXFKnTcCJAx8b2+ySabpJ5GxcUx4beEJ3K1oYOxPvvsMxnPD7/hAw88IAugRIswwXcIAufgwYNTfzfEJfTSARcU+QLpFUXdtt9++1KREqPfQkhIdu+994pdd91VLiktwVWnS5ONZet/J8HVBF32yQMB3+xLElxT7IJGEVxtDhhsyGhgyKO6YriZEEOD/jAokCkOgW7hypD4PamcfRzBFS+C66+/XgZIJzVdhSGTChM2B4O/+tWvJOkWwX7hBhxBWE2TceC5556TpcajYyU5NlUywLB58MEHtRV+VTiqsjLbjJOko+jvLkZC2rmC/qbGRRJB88QTT5TZlTfddNNYUWAsgmAKoni0gZQNHaPqqqrhvoLzCoTpaBs/frzAv6SAKwR2gRA/duzYumquwZiNILgWgR/WpyLv4++orgyik2lQBj4gQG5BVdxw22+//eRH09e+9jXbLVnK63wzaEoJYrWFyiOLWxixKNG1aQmuuoPK448/XlxzzTWJ74DoNkT1+COOOKLGVrPJ6otxXQ4uG3VYZUtU1V2X521ukqVLlREWMiUFMOUht221AFdZsnIequSIS3KB/vgOgC3Rvn37usvXrFkjqy8vXLiw5rd+/fpJu0F1jSsWuus/+OADmTk4mtkwTZY07DVUq01LEghkQoVXOEEPOeQQAWd5keuHDCS42u0u2oN2uMVcRfspc0g5YFEIPPbYY2LEiBHyYA2+ohtvvFFmJWUjAkSACJQVAfhUcVYAsscTTzwhfe4vvPBCjW8USY46dOggUMUO/7bZZhvn7NS0n8q6IyiXJQK0Xy2Ac/GXWUynJbfZBEXrAsdOO+00cfnllxtXGrVZR/SapPO5LOZQjWGaVFAXjL5ixQrl2SzOyY877ri6RLQ4p8KceB8lNZtzbB35MY1PKEmurH6vgi+t6Psf2NuSwct8Po91Ze3zxfNt7dq10hZcvXq19HHivBf/X9XgX8dzL+kMPqv938hxaL82En2ruWmfWcHW2ItUyXfTBtIHK1AlRkZg99133y322GOPVAt1fdbyvRcPt0lcWhXsn1SbTtHZt5iB6BJUsZboY1JdDufQ55xzjpg2bVrNsCbk2KgcPtn9rnumGa6nfdYMWi7VGmlflkod2QqjK4JhEo+WrSR2o6kS8ZkWlYrOqHvvmryzw2MV5U8B5+WKK66QiQ1tiwmAtwCbHXwWnf8jTjPAGr5L7Jc+ffqITp06OZ+h2e2Ef18VtXeiZOdGE1yR3Ai23e9+9zspL77PkNQonHyOBFeXHcBrXRDwzb4kwTWFthtFcEXFoMMOO6yONIpy5CDHqVpagqtqbTZl6HVGQFJ1IB3B1aa8ui4TLrKvg4yoqgALDG0OBlWkYFuyGwgsqMQJOcIt6ZBRty/TZuhTGYM2TpMUt5TsWpTBF5bLxJGI/nEH6GkrluDQDATT2bNn10CURHIAWRxzRQkJaQ/WcHB3++23i1GjRikruRZNcC0KP90zCWSuW265RSDzeJr229/+VoBUhn0bbldddZVAkEfaDJtp5i66b5XWUjR2nC9TBAKi66PhUfFMa6aGBCJ4J4crcdtUTtAFqYG0NnnyZNGqVatUsLocXDbqsGrx4sXKqttIBDFw4EDt+stKcNUF0yW911Mp2rCza5VQw2nqurkewIcHRIY8HCa//vrr4vHHH5cBhi+99JJSNHynYF/AmadqtsFltjjEXZdVpV8c0oLQhEQ+Ns7PsIyHHnqorIAAwmvbtm3zWHbNmCS42kFMe9AOtxJcRfupBEqgCESACBABItCcCNB+ak69c9XOCFTKfnXxl9kgqTtbtEmOp6swlpTE2EbupGuqRnDFWRUCmhA0F21J59dBf5tz7Eb565L0W1VfWtH3P3C0JcaU+Xwe62qEfMG+RFLD6dOni80339xmK3t3De1X71RWlMCVss+KAk03j65oAcj2SAyapqkqRdpWZnc9X+N7L15zJnFpVTxLTLOf0de3mIHo+lSxlmniOFSV5GyIOz7Z/Wn3SDP2p33WjFpvijXTvmyAmrOKFWqA6HJKXSKJtNwIjKVLFBOuAGqyziL8FYitB5fEJCFeksyIFX3++ecFODz33XdfUvfY3xEnhyJuSIKN6q62xFtbIaLxs9HicY0muEbvNxX3hwRXW+3zOlcESHB1RbD++tJU7GoUwdUmcD0twVVlyHTt2lUsWLBAdOnSJZVW8fH9gx/8QKBKD8bAh/s3v/lN+b91VSp1BNc0FWTDQqqceknOo7QHg7rsJjZZkQPZVaQLE2ekar3IOg+H4pZbbpmoPx3hBeXt8ZLNsxVh8EXlT9oLQX+dgW+bAVHl4N11111lddWOHTsqYdbtZZBV05Izdc8wTJxEhEn7TIlzRBaJn+6wwKXajCrTtm2GzTzvLdex6TBzRZDX54lAsxFcdcFlad/TqqQJNgckgW5dDi4bdVilszuSqjOQ4Jp8R2dRJTR5lvoejbAlIQUy+CPLne77pkyH0p9++qkYN26cwHdKuNlmZcTaYIvCntIRgE11CQcoZDvppJNyrYhAgqupRmr70R60w62sVzWb/VRWPVAuIkAEiAARqDYCtJ+qrV+urlgEfLVfXfxltgg/9dRT4ogjjqhJlGyTxFiVZK9RZx9VI7hCt7oEzfDPzpkzR5mUL7wn0p5j41qbGAPbfeh6XRV8aY24/3Vnv0l+v0b4VE3P57GXGiEf5v3+978vE8xvtNFGrlvam+tpv3qjqlII6qt91mjwdEnZ8bzB+113zhSVWxfgbxuj5iPBtWrvvSrYP673l28xA+H16mIt0yQb0hW9SEvc8cnud90zzXA97bNm0DLXGCBA+zLfvVAmW8N2pa7ciGDem2++WYwcObJGjDTv7ODCIvwVSIID3gYKB7Rp08YWuprrvvjiC7Fq1SqBWFMk2gkXWbGZAIVaLrjgArHzzjsXUhRKleRxyZIl4sADD2wR35XgumLFCm2RC0wS9vupfFx5E1yBAWL0/vznP9uoTHnN3LlzxU033VTz23XXXZeamxIM8Pbbb0ty9muvvdYyZlKRv8wWw4FiESDBNfsNQoLr//6vrCj1wgsv1KAbR0hLS0bTkTURtIyXet4fTqpDuTQZraLbTucAiCMvpD0YhBMSmS1AoEN2j9WrV8vMYjNmzBDdunWzuhNUxk/SARQmipZeDyY3zaqsIs644J9m8UUYfFF5TA/QdAb+cccdJ6699lqBQ+c0TZW5LU4WnaM7rSMrLKMq0AG/F0lwLQo/rEtVZdm1MvGHH34osIaHHnqoBd4hxY8AACAASURBVFoXgliaPVRk37yf+0WuhXNVD4FmdHDBvkAV7nAzSYIR7q8KUnN5JroE7Ph2WFVWguuTTz4p+vTpU+d4Snqv5/FUaJRjtBG25KRJkyS5tXXr1looUfUdWeueffbZmj6NcNzYHvgn7ZPPP/9c/OY3v5FZ/uBUhjPUtqES7lVXXSWQ/CUPG4QEVzvN5KELO0l4VRYINKP9lAVuHIMIEAEiQASIQBoEaD+lQYt9iUA8Ar7ary7+Mts9oTvjnTJlijjjjDOMhtVVgkXFUYxR9POtigRXKEKVQBV/h18EZ9hxlRnSnmNjXJ8C3avgS2vE/W/r92uET9X0fB57t2j5cE4Cf2+PHj0Kr0Bi9JDOsVPRz/ccl8KhC0DAV/usAGgSp1BVacQzBwHFSARq0lTJ3b/zne/IhKQoOpG2keCaFrF0/U3ee1Wwf9KhUt/bt5iB8Ap0sal33nmnOOqoo4yg0ZFk097bPtn9RsA0eSfaZ02+AZps+bQv81V4o+K4slyVKzcCsugSxaR5ZwdrKtJfsfvuuwvEp+2///6Z+irAF1m5cqWYP3++uP/++8VHH31kpTLEzJ999tnSn7LhhhtajWF6UdTuUn1LVZ3gaopVmn4qf3MS0TdufJVN2og4yTQYNEtfElyz13TTE1xfffVVceyxx9ZVx8mS4IqDS5DmLrvsshoNwpF26aWXigEDBsQGcLuqXfWQPO2002RlpLjAcd28MHwnTpwo1xRuOISdPHmyaNWqVd2lNgeDruuOXm9LcNUdPJtiqCK8mF7rikGRBl8gq4kjEX11Bn6aoIAwPmmJ52+99ZYYMmSINCaDBqPwwQcfjM0UEqcTXaBDEhEmrexlwC+LoA4VlrrnJT4mkGWzKo0Os6po0vt1PCaE+KEQ4tHwSprRwaU6tExTEVuXNCFtFdiwHlwCdhp1WPX444+Lnj171t0YvlZwJcG12GCnzp07iwkTJshvo/XWWy/2AduMh9Jwgj799NNi+fLlMhEIkgGlafj2hJ2NgLKs7RASXNNo4r99s9aDnRS8ygIB2k8WoPESIkAEiAARIAJZIED7KQsUOUYTIlAp+9XFX+aie1UVgjSJ7ZDId/DgwTXJq2yqwLqsIXxtVQmu8NGef/75AsThaDvrrLPk2bbuXNzmHNunQPcq+NIacf9/+umnYty4cQLV+8ItKYF2mc/nsY4i5MM5wSGHHCKQSBTk8nXWWSerR5hX49B+9UpdRQpbKfusSOB0c7kS4XQkuLRVYMPy+Uhwrdp7rwr2j+v95VvMQHi9qljLtMR1jIdkyYcddpjAcyLc0lRn9snud90zzXA97bNm0HJTrpH2ZQPUXgWCqys3ArCrikL16tVLVuTccsstU2mmCH9FWCDwBc455xwBv2FW1VzD46Owweuvvy7jvGDb4F9awiuKRcHXuemmm6bCMk3nqK2D+DL4rsO+HFSpReVQ8C7QNtpoIwGuyJe+9KWaqVAZd+zYsXW+pyRiZ6MruKbBy7Rv1gTX9957T8ybN0/ABx60rbbaShx99NFK3papnOznjgAJru4YRkdoeoKr7oUYR0iwIaMtXrxY9O/fX6nBrl27ykBuHIbgf2f9olQ9JG+99VYxfPhw6x2lWk+/fv3EnDlzRPv27evGtTkYtBYudOGaNWvEyy+/LIPA77jjDplNN9ySDqCCviojzCSjl84ANK3+6oqBbn8nEU1c5zW5Xmfg22KjGi+ObKsirdga1uH1gsg+fvz4GgiKJLgWhZ+KIIxFL1myRBx44IEmW0DbR3VIjWrXV199tdhggw2cxi7Lxb4ZNGXBrYnk+B8hxBtCCPw3jxY4tpb/Z/DS2IN5LNZkTB1B1bSKgipIzbVau0vATqMOq3SVWJPeDbrrkpwbJrp16VOmwyqdLC6H6ybYFOE8xPfPKaecIoYOHSratm1rIpY2UUojMpPp7jc4Ga+99loBh2geLfydg6x/JoRXOCHxHagiorvISIKrHXq0B+1wi7mK9lPmkHJAIkAEiAARIALlQoD2U7n0oZCmxr8khPj/Si9xYwWk/WqBv4u/zGK6lktUvr80yfHuuusuGWgSbscff7y45pprcs/Ar1p32QPwdH4wE1/hm2++KYYNGyaDqMIN/hmcYevO6m3OsXWkibiE0C770OXaMunc1pfWiPvfVtYyn89jH+nk6969e6J/9oMPPoj1Q950002S0J93dRGX+6HIa2m/Fol2JnPRPssExuIH0RFUTQsPIMHoCSecIBYtWtQiPGwH/P/evXtbLchHgmvV3ntVsH+sNl/oIt9iBgLRdbEbKMSCZMnrrruuMTS6qnJpEhb5ZPcbA9PEHWmfNbHyG7N02peNwb2QWWFDIi4I8TrhhkRPSKTQrl27QuRwncSWG4F5dXa4zTs7zl9h4hMM4wC51q5dK1DECfyRBx54QIDzEpAzo5ihsBtIrknFGFyxBuH1D3/4g3jiiSfEvffea0x4HT16tCxol5evReeLtVlvwJWIfg8l6ZAEVxu0eU1ZEPDNvvTh8LY0hIZo+epg0+UdpGxzwGBDcIUxg7WAZBnX4CTba6+9JNn1gAMOEJ06dXJm1medBQDyqzJc7brrrjI7QMeOHeuWaHMwaPrgwUsfhgiMj7ffflugChsCvPEvSmiNjmlKcFU5NDFWElFURQKEXmfPni1w+J13s9nfecsUjK9zpCUZMjr50hJcVQehWRARVOTvIgmuReGny3J33XXXCZC6XNorr7wiYJSHm+m96jJvkdf6ZtAUiQ3nkgigquqEHLCIEluDKUpjD+awZuMhVc/vvn37ysCnTTbZJHYcVRUH00NT3cAuATtlO6xKejeR4Jq8TRtFts2S4IrvnJ122klsvPHGYvfddxe77LKL6Natm9hiiy1SZ/D34VA67+/Y8K6Bc/b9998XjzzyiCSwIuufruFbE98wqJyQVSPB1Q5J2oN2uMVcRfspc0g5IBEgAkSACBCBciFA+6lc+lBIQ4JrOhXRfk2Hl+zt4i+zmK7lks8++0yce+65YurUqTXD4HsYFUPjKsDoAqrvvPNOcdRRR7mIZX1tmfwqqkW4EFwxHhLB4rwPZ8fhFucTsTnHLjuO4bWXSVZbWRpx/9vKWubzeewLV9IVnmsIDr3iiivE008/XXcbI8n6xRdfnKn/0fqB1+ALab82WAHpp6d9lh6z0lyhil+JS4gfFlxVKTIN+U0Fguuzlu89961l+x53n7l+hEbJ4lvMQICc6nsA58wPPvigjKlN21T3UxoSe6P0l3ad7G+GAO0zM5zYKzMEaF9mBmX5BtJxXnyLc0ZyfRQfWrhwYQ3ISdwIdEaFdPgAli5d2nJtmqSAUa262tBxuwSEVxRYgi8j6jOEXXDjjTeKQYMGFbrR4HNevXq15N0gQaKOgAuhrrrqKoFY1DwqkZPgmo/a8+Bu5SMpR3VFwDf7kgTXFBpvFMHVptKUDcEVUODli6xvSaTLMGwo442McEcccYTYf//9xeabb576BRV9SJo68eLUp8IA1ZcWLFggunTpUnepzcGgav7ghY6S7b/85S8FiHBp8IyOmcaYVJFXkjIsq7Iymxx4p7h1YruW+QBN5QBCWXsYyiA7pG1pCa6qSqsgVaJa3/rrr592+pb+KsyLIrgWiV+WhBcTsOMI9CbXl62PbwZN2fCruDx5ZG/TEVsDKElw1ThdTA42dEFqSVVLk/axy8Flow6rVPaeybuprARXZKMfMmRIjSMOeiuSuBjsE917F2RGOAvzank6D11k/vTTT8W4ceNk1sNwS2Pbu8wfvlbn6EMGYfzLw7kYJ/sXX3whnnvuORlEdt999ym7Tpo0SZxzzjmpMhzHzUmCq91uoj1oh5vmKtpPmcLJwYgAESACRIAIlBMB2k/l1EtIKhJczVVE+9Ucq5qeLv4yyylbLlMRH0wS2iIp74ABA+R5ZtB69eolybpbbrmlq1hW15c9QNuV4IqKTyAe47wv2lCNYeLEiaJ169Y1P9mcYyMYbsyYMTJBYrj169dP/q19+/ZW+snjoir40hpx/+v24nnnnSewZ3TVw8p8Po/9lZXPF/cA/IyodBJtnTt3lsGX8NcW7R/N4x6yHZP2qy1yDbmO9llDYM9uUt15Lc6REKena//85z/leQqe6+F2ww03yPNA2+b6rOV7zxb5/15XBfvHFQXfYgaC9ariM12xUF1vmrDcJ7s/D5yqNibts6pptNTroX1ZavW4Cwc7EpVKEYcebj7GOdtwI7Bmlb/UpciUqw2dpFXEU82dO1cWX4qSXE38vEnju/wOAi70cOmll4qPPvqobqgseD86+YoguCYVzgInCN9laKq1Ru1aVexmtE8jYgjDGJPg6nJH+HWtb/YlCa4p9lejCK4qkhsySKD8NwwNVbMluGIsBBvjAxkvYpv2ne98RwwbNkwce+yxYrPNNjMaoiiCK4TRVeiyORgMLw4Eg5tuuklmyYjLUmEESKhTmheYSu9xpA3VnnbJTpJ2behf5gO0tITUpPWnHc91T+rkUWWGLIrg6mLEpsVv/vz5hWascVlb0t5pxO++GTSNwKiJ58wye1sSsTWAmQRXIQQqIKIKA4Kcwg3OKJDUdMEqqud+Fk4Pl4PLRhxW/e1vf5PYwSERbj169JDOoa233lp7W5eV4Ko7+GxEkJruvetKpE561ubtPEyaX/c77lc4tgLnVtCvEY7iJ598UvTp06fO+eka/GCLTXAdgjmnTJkixo8fXzeUyX2ZZn4SXNOg9d++tAftcNNcRfspUzg5GBEgAkSACBCBciJA+6mceglJRYKruYpov5pjVdPTxV9mOWXLZR9//LEkRyxatKjlbybJ8eBvPPPMM2umT/I3usqadH3VCa5Y/5tvvinP06Pn8dAZyKf9+/evgcnmzFAXyJi13yVJnya/V8GX1oj7X+f3g8/tjDPO0EJf5vN5CJ2lzzfOB4kzgeuvv1707du3aUmutF9NnlCl6UP7rDSqsBdEVYAgqWgB4s+Q7HblypUtE2+33XbijjvuEDvssIO1MK7PWr73rKFvubAK9o8rCr7FDGC9uipyrliorje9132y+/PAqWpj0j6rmkZLvR7al6VWTzbCzZgxQ4waNapmsCT+STYzZzvKG2+8IQYPHixWrVplbBOjWNm5554rYy3DLSnBTJzkrja0CSrgdaAgwDXXXFPX/c477xRHHXWUyTC59Xn55ZdlRd2wLoLJkvxRuQklhIjyYZK4Ny4FtIomuGJtiBENtw022EC0adPGCdK8CK55yeu02Ca/2Df7kgTXFBu2EQRX20B8F4IrIEHmOBA1Ue7clqyJyq7ICnv22WcLHMbFtehDMunFYqK2tNlzbQ4GIcfnn38uHYcIXret1ApSMIwOZEJGdpBwS4MFDmhg2EybNq1mDJ3RoMrK7JKdxEQv0T5lPkBLS6hMWn/a8Wz3ZJIcqnujigRXHRkpCR/b30lwtUWO13mGQFbZ20yJrQE8JLj+BwkVWTWuooKOFIvqAAhwcclM7nJw2YjDKgT5wc65//77a267Y445RlbZbNeunfZ2LCvBVXfwWfQ7SSeHSXVc12dgEc5DWxlnz54tRowYUXM5vosefPBBsddee9kOm/o6lRwYJG/ysYmgcRVLspSPBFcTbdT38c3BZbfKQq6i/VQIzJyECBABIkAEiEDjEaD91HgdJEhAgquZimi/muGk7OXiL3OYtuVSFVk1rpKjihRbdCJc1bqbgeCKdd9zzz3SXxmtyAC/0W233SY6dOjQAo/tmaFPgYy++9Iacf/rkg5ibx1++OHax0qZz+chdNY+X8S+IIYimvwSc4Hkeuutt4qePXtm8Rj2bgzar96ojPaZN6qKF1RFVk06S1ORYk2rOsZJ4/qs5Xsvm03pu/3jioJvMQNY71NPPSWOOOII8e6777ou3+h607gOn+x+o4U3cSfaZ02s/GKXTvuyWLwbNtsjjzwiE+JHW5LfoGECaybWkVXjEvurSLHgatx+++3im9/8ptUSXW1o00l19gZiPSdPnixatWplOlQu/Z555hmBeMsov6ho/kl4cVUmuKq+veA7Hjp0qJN+8yK45iWv02Kb/GLf7EsSXFNs2EYQXN955x35AEJp63BLegm4ElyDuWAU4EW5YMECsXjxYiuyKzLM4iN6880316IdfUjGETVMVabCAAHlCJTu3r173TA2B4Mgt8KRgCwfpg2HJCAd4HByjz32EF27dhUgA+PhoTJ+0hBcIYPKID3yyCNlafj27dvXiKlybrhkJzHFINyvzAdoaQmpSetPO57NnkySAb+/+OKL0rh87bXXWrqT4GqCXHyfoslE7hLHj+CbQZM3Hhy/BQHX7G1pia3BxCS4/gcJBGKceuqpYtasWTXbUud4+vDDD2WQ1EMPPdTS3zTTZ9K+dzm4bMRhler9hzXGBfkFGJSV4Ar5YKNHKzrg71mSA5P2gi5TLTLfo+LEJptskjSE9e9FOQ9tBFQR0jFOkZVTdU7eOLsFlR8ee+wx8bvf/U789re/lVnu8B2B5070e8IGl+g1qqQ76JNlZj8SXO00RXvQDjfFVbSfMoOSAxEBIkAEiAARKDcCtJ/KrR8hBAmuZiqi/WqGk7KXi7/MYdqWS1Xf2HHVOuFXOfjgg2sIlklVxLKQM2mMZiG4xiX+Ouuss8TEiRNF69atJVy2Z4YqHWM8EPqGDx+epAqn3+GbPv3008VWW20lgyl33nnn2CSDvvrSApCKvv91lbqSiFKQt8zn83HyrVixwjpx4Pvvvy9OPvlkSSyPNgS43nLLLQJnJ83WaL96o3HaZ96oKl5QPLtRPAHv9XDTnYeo4hQR97Zo0SLRu3dvJ1Rcz9f43nOCv+Vi3+0fVxR8ixnQ3cOuOMRdf8ABBwgQoZGIKK75ZPfniVcVxqZ9VgUterEG2pdeqMldSF2hsAkTJgj8cymMkSQdbNnx48cLxC0dcsghkrcRcCWSrlX9vmzZMgEuRDhRXFxRC5W9euGFF8p1r7vuujYiZJ6QSyeELg5Pxyf561//KpPlffDBB+K5556T1T5BPsW3x8CBA63WGneRziaK80NnLkRkQBJc0yNMgmt6zHy9wjf7kgTXFDutEQRX3cdnUrBvVgTXMDwgc77++uvi5z//uQykh2zRjLI6OEePHi0uv/xyseGGGyq7RB+SWRDF0mKQ9mAQlaqQyWPUqFFKHOBUBIkVBsWuu+4qOnXqJNq2bRtbEjwLgisyhOFAcunSpS1Yq7Itqwwg1+wkKW6nlq5lPkBLS0hNWn/a8VR7EvcSSNXrr79+0nTa31WYV5Hg+vjjj9dl201LGLcGuQIX+mbQVAByH5bgkr3Nltga4EKCa2iHpMnUq3LuZBWk5nJw2YjDKh1J1SQrXZkJrjpnpAlxN6sHjwt52FUG1wN41/njrlcRzNE/KVlRljLZJExSJczB98y8efNEx44dsxRPjoVvyjFjxkgydLgl2adpBCHBNQ1a/+1Le9AOt8hVtJ8ygZGDEAEiQASIABHwAwHaT6XXEwmuySqi/ZqMUWwPF3+Z49TychAmUaVw2rRpNcPdeeed4qijjqr5my4QqehEuKp1NwvBFWt/8803xbBhw+S5e7jhnBm+kiCxXdpz7GAsnW8oi8pvSXtWRdjAWTQSOA4ePLgumNBXX1qAQ9H3vw6vuODOQNYyn89Dxrx8vhgXyeWjFUYwJ+Irpk+fLuM5mqnRfvVC27TPvFCTuZCqaky6ogWq5CWmZLckiVyftXzvJSFs9rvv9o/ZKvW9fIsZ0NnW3/3ud0Xnzp1d4RAvv/yyJKdEm+p7LtrHJ7vfGaiKD0D7rOIKLsfyaF+WQw+FSKGLx9HZn1kKhW/vIUOGiJUrV7YMi/clkk+Bd9GmTZtU03388cfihBNOkMlegqbiRuA3VQGRLBLFuNrQpgv+29/+JpD87rrrrqu5RBe7pdPzpEmTZOGPPJoqtiwL7o+trK4E16SkauHvH9U6o3Yt9vnUqVNr9nm0jymfIa+KqCS42u42/67zzb4kwTXFHiua4Ko7WMRL9sEHH4zNTpmW3JkChpauyKoBwitIZKgKBgKFjvCaZBhEH5ImmUWTZFYZEnGVYdMeDMYdOKIMPA4GN9544yQxa37PgpAH4i1eijBuwi2aeUTlNC3iMDMKSJkP0NISUpOUnXY8ZGAbMWJEzbBZECJUld6SCAQ2z5S0680aP9XeypOckSS/b7/7ZtD4hq+n8tpkb3MltgZQkeAa2jRvvPGGDABatWpVy19VSSp0GdxNDkBM9qjLwWXRh1W6yremjpUyE1x1gYtFJS7R2Z7YQ0VUkS3KeWhyT0T76LDROVht5ki6RkWIxzVxVWRRwRVVNaLfdnnpU/ednWSfJq09/DsJrmnQ+m9f2oN2uEWuov2UCYwchAgQASJABIiAHwjQfiq9nkhwTVYR7ddkjGJ7uPjLHKduudw0OZ4qALoof1LSWpuJ4AoskIAP539RXwwSKSPAvUOHDtYVXHGef+6558qz43ArQtczZsyQAYvRhjWBZFgVX1qwjqLvf1VyS8gCP9j5558fW4WlzOfzWENePl/4a0HiP+mkk5SPoauuukrGeORZwSbp+Vf077Rfi0bcaj7aZ1awlfeiNIH5qncpEuIjJs31WeX6rOV7L5s95utZYjarF8K3mAHVtxYqwN9xxx1ihx12cIZFRWrHoCqCRHQyn+x+Z6AqPgDts4oruBzLo31ZDj0UJgV8QmeeeWbNfEXELakIkKZ+CxU4OrtJZR+rCjVkQep1taHTKF0V56SLc9QRYrPgG+hkVmFhGoeZBgfTviS4miL1334kuKbHzNcrfLMvSXBNsdOKJriqyAsQ1+Qla0NGSwGFsiuIA8uXL5clzZ9++um6PnCwTZ48WbRq1aruN9VD0qSaVpzMacmBaQmuN998sxg5cmSdCLNmzZKHkOuss05qSFUOQNMMDeHJVOTVcBY/laGXREJOvRjDC8p8gNZogqaK8BxH0jaEXB5iRz9YkggENs+URuOnktkkQYApjlXv55tBU3V9lGB9abO3ZUVsDZZOgmtoE+iSoEQDg1S2ZFZZfSGOy8Fl0YdVKtsIazBN7lFmgivWoSMxFhGQo0v6kuVei3sGFuk8tHkW6/YektFMnDhRtG7d2mZYo2sQJIEDTxyqhlvSQasqiyKujybMMRLCoBMJrgYgNagL7UFn4Gk/OUPIAYgAESACRIAI+IUA7afS64sE13gV0X7NYAu7+MsymF4O8e6778pKhEuXLm0ZUhVcpPIn5fXtn3ZtzUZwRQI7EBIRkBdtgQ/p8ssvFxdddFHNz0lne0FnVeJb/JZntV4VeQdzJvmlfPSlBTgXef/rkh6aBqiW+XweeObp8127dq0YO3asQCxJtG299dZi4cKFYrfddkv72PK2P+3X0quO9lnpVWQnoCreLJqgQPUuTXqPppHG9VnL914atOP7+mz/uKLgU8yALqG2CfnUFCfdmanpve+T3W+KSTP2o33WjFovdM20LwuFuxyTPfvss+Kwww6TPsNwy9MPqPNbuPIUVMkg+vbtK+bMmSM22WQTuTwdETYLP5irDW26I3SE1TgCqYoXYGpDmMoV7keC63yBisRBYwXX/+6OvCrO2uxTXvNvBHyzL0lwTbFziyS4griAg6rx48fXSWiSjc2GjJYCitiu77//vgykBkE13Pr16yeNiPbt29ddryKXmmQX1Qmiy0oVN2YagqvOeDAhH+tkhlEFcjD+hZsNwVXlVAkbhipHaFEkhOj6y3yA1miC5m9/+1sxaNAggQ+MoLkSNG0JBDbPlEbjt2bNGklCx0FkuJk8Q+MecsEHEMgiW2yxhdhll13ENttsI771rW+JnXfeOVeiSlbPaZNxfDNoTNbEPk4ImGZvy5rYGghNgmtEfaqDruOPP15cc801YsMNN5S98w5Sczm4LPKwSvfuA0am1WzLTnD94x//KE488USBQ6twyzszGr5ZpkyZIs455xyrbxanp9J/Li7KeWgrq27/Idhs3rx5Yt9997UdOvE6jI9qBNHqH0nEbp3Mee2nDz/8UCYIeuihh2rWBPkHDhyYuE6TDqzgaoJSfR/ag3a4ha6i/eQMIQcgAkSACBABIuAXArSfSq8vElzjVUT7NYMt7OIvy2B6OYRJEJcqyMw1wCwr+TFOsxFcsWZdEjnoBefrqDxhS3BVkZ4x5+GHHy5uuukmsdlmm2WpPjnWkiVLxDHHHJOZX6rMvrQAvCLvfyRJxhlyNDjVNFahzOfzwDNvny/uJ+D3yiuv1O19JAiYPn26aNu2beb3RRkHpP1aRq3UyET7rPQqshPQJEmxyVmw3ez/vsr1Wcv3ngv6tdf6eJaY1ep9ihnQVVc1jTcwxUyX2Nok1s0nu98Uj2bsR/usGbVe6JppXxYKdzkm0yVpyCsGCKvWfXeb+i10yJn4NPNMFONqQ5vuCF3sexyfBLIdfPDBdb64SZMmybi+dddd13R6o36q74E4npDRoA6dWME1PXis4JoeM1+v8M2+JME1xU4rkuCKF83QoUMFqueE23e+8x1x++23i29+85uxkqcho+Gg86OPPhK//vWvxUsvvSTwQY7/nnLKKWLw4MEpEPpv17SVSFUPSRfCpcoZmHQwm4bgCgMIQdj3339/DT4TJkwQ+Kd4ECTiqMtka0NwxWQqHQQZV1avXl2XkcXEEZK4CIsOZT5AazRBU/dh4UL+1jnckrI8p3mmBNug0fjh2YbKaNj34ebybME4OodgElnE4vZo6CW+GTQNBav6k5tkb8uL2BqgS4JrZJ8lOWNUdqtp9nbTLe1ycFnkYZWO5JfGaVZ2gqvO9sPfR48eLRPnBMRnU/2a9HvsscfEiBEj6r5Z9tprL4GKwh06dDAZxqlPUc5DFyF1AWf9+/cXM2bMEJtvvrnL8MprEZz13e9+V6xatarmd9MqBLo9s+z4TQAAIABJREFUf+qpp8r91KZNm8xkRmIkfFuFibjbbrutTFLSrVu3TOYhwdUORtqDdrj95yraT07w8WIiQASIABEgAn4iQPup9HojwVWvItqvGW1fF39ZRiLIYZIIEaoznzS+sixlVY3VjARX4KDykeDv8LWBhLpo0aIauJLO9oLOOtIzfr/xxhtlslibs23dPoDvGsmwkSg23HBWD39Pnz59YreQj740LKio+/+DDz6Q+Eb3A2QwJViU+Xwe68jb54t7Ytq0aeL0009X7kWQyhGrk+V9kfdz03Z82q+2yBVyHe2zQmBuzCRJgfm6WBfT57zJqlyftXzvmaBs3sdX+8d8heqevsQM6Oxp0zjeNDi988470g5Zvnx5zWUmsW6+2f1pcGmmvrTPmknbha+V9mXhkJdnQl0CBRRhQ1Gu9dZbLzNhYeuef/75ApyEaMvCD5VU8ENF9MwqttvVhjYFWeXbxbWIAQSu66+/ft1QuuICiBOD7Q7/YlZN5/s777zzBOKzsibTmsitI7jCHwl5UXDs1VdfFa+99postvDpp5+Kvffeu2XoFStWxGIU/v5RkcNZwfW/WmIFV5MdW2wf3+xLElxT7I+iCK5vv/22GDNmTF0FVIhqmkkhDRlN5xhzeaE/8sgjdYdTcURNVcAx1ovAeHy0p2m6SlJJH/ppCK55OFh0h5a2BFcVybdv374yyy/+nXnmmS2wZh1AnkZfZT5AazRBEzjefPPN8mA53GwdZHGVoZMOwdM8UwJZy4DfsmXLBIIyopXLbD+U8LycOXOmrIYWbVkeJqS5h/Lq65tBkxcOHFciEJe9LW9ia6ACElwVm1H1jsAz6oQTThCq53a0wqvr/nY5uMzDllKt5+WXX5bv0SjJL62d6QPBVec8wlonT54szjrrrEwdkjoCJeazfc/a7MminIc2sgXXxDlv8yAgv//++zLIDd8X0WbqnNYl9IDjD8lDzjjjjEz203vvvSfv0WjioKyfVyS42u1g2oN2uP3nKtpPTvDxYiJABIgAESACfiJA+6n0eiPBVa8i2q8ZbV8Xf1lGIshhVAlUt9tuO0k43GGHHZREvMCvmKUctmM1K8E1zoekwjLpbC98jercGL8jyO3WW28VPXv2tFVXzXWff/65DLQ799xz68YbMGCATPbWvn372Ll89KVhQUXc/8BmypQpAj6+aEtTkbfM5/NYVxE+3zh/Os7ib7nlFoHnZtUb7ddSa5j2WanV4y6cKpYlKFoQFF146KGHWiZKinlLK5Hrs5bvvbSIx/f31f5xRcGXmAEdYcQltlaHHWL7QDTC2Wa0mcSl+WT3u+6fql5P+6yqmi3FumhflkINjRFCV4ALMUA33HCDLIaWRZInxFejiNuoUaPqYrazKpagimcKbOUtttiirihSUnG0NBpxtaFN5oqzC5P8t6pYUswJ7PFb586dTUSI7QMd41sAhQzCLUuc0wgJedauXStgV8IfGSTcgzwo3vDHP/6xZriAnAr7Lkxwve6662L9QEg+AhsNjQTXeA2R4JpmBxfT1zf7kgTXFPuiCIIrsgOMGzdOLFmypE6y/fbbTxITv/a1ryVKnZaMpiKk2mZt0H1ox2WO0BFcbQ4PdJWkkgLt0xBcdeXfEUg+derU1BWN4ggCtgRX6AHOz8suu6xlv6ByG14cOJDBXgpa1gHkiRs01KHMB2hlIGiC8A5D8NFHH62B1YYMobs3MHDSIXjaZwrGLAN+usNJ2wN73b2a9WFCmnsor76+GTR54cBxhS57W1HE1kAFJLgqNqPq2RzYIshWNmzYsJqrbBKHxN0DLgeXeR9WwXmxcuVKmTTmhRdeqFvG8OHDxfTp00Xbtm2NbnMfCK5YiO5dD6cNEuXAgZhF1r233npLYhslJUIG00A1I+ANOhXhPDQQI7FLnL2PgDT8y6LK7kcffSQddjfddFOdTGmcxXFJPTDw97//fXHOOeeITTfdNHHtug6wc0GUVVXzwLcKKtxm1UhwtUOS9qAdbkLQfrJGjhcSASJABIgAEfAcAdpPpVcgCa5qFdH/l+HWdfGXZSiGHEoXSHLUUUfJ73EQDYOmCsrJWp404zUrwRUYvfnmm9KvC59XUks62wtfH+frwXk8AuS+/e1vJ00Z+3tcEKNp9dZgAt98abp7Lst7C8l84eNFMsNoS4tvmc/nsbaifL6YB8nW4e+OtlNPPVVcfvnlqeM+nG6iBlxM+7UBoJtNSfvMDCeve6kIc0HRApwBH3zwwTWkAJxzoBJWFsSDLJ61edu9zfTe89n+cb0JfYkZ0BVXQLJhJBnJuqkqz2EOk/hO3+z+rLGrwni0z6qgxVKugfZlKdVSrFDgpRxzzDF1xFPEUv/0pz8V4Ki42ppxMepJHA5TNFRF3eAXefDBByWBE/H24UQxgY29ySabmE6h7Ze3vyLOtxZOXqgTUMc3QH/4qK644grRu3dvsc4661hh8cUXX4h58+aJsWPHCsSnhVte8YKYEzyA//u//xN//vOfBYqdwIZcvXq1QOX7559/PtVaEOs/d+5c8Zvf/KaG4JpmEBJc49EiwTXNbiqmr2/2JQmuKfZFngRXZA9AdoRLL7207qEPEdOSsdKS0XQVevr16yeuvfZaOb9p0xkocVmkdARXzJlGhl/+8pfilFNOqSMymJCD0xBcVeRRyAoCKcgj+++/vylcsuS5jtSMQXr06CFfpml0EEyucrCg8iSqmIXJHiYZvowXlLJjmQ/QykDQjHM8/fCHP5TEAmQZSWq6eyO4LukQPO0zBeOWAT/Iofswg5GJ5xvuMZMPszgyT1JmnCT9lPF33wyaMmJYEZmi2duKJrYGMJLgqthQyNiF98C0adNafsWzbfbs2dKuDP/dtvp33D52ObjM87AKdu3VV18tkFkrWsEb67FJoOILwRU2KjL4Y1+oGoiPIFLCsWfTkojDcKbBkdWtWzeb4a2uydt5aCWU5iJgA1tctS/hYEXAFLIJ2ra474q0QW6QAd+ocErimaJqcAz/4Ac/EEcffbQxWRzj4Lsa3x/49oWNGW0nnniiTBqUBeE3GJsEV7tdRXvQDjchBO0na+h4IREgAkSgMQhED3xtEss1RnLOWjYEaD+VTSN18pDgqlYR7dcMt66LvyxDMeRQqso9SI4H0tbIkSPlWWHQ8qg85LKeZia4AjcEysNXpPIhhXFNOtuL6iCuYiX8yqi8ijNukzOz6Nio3Ir9f+aZZypjHWzIgr750vK6/4EtEiGD1PT0008rby2QXs866yzj5IZlPp/HAovy+QJbYIek4dEGf2rWSfhcnot5XUv7NS9kncelfeYMYfkHwJkbzkLw/A4anj1ILovnffjviEW7++67xR577JHZwlyftXzvZaaKmoF8s39cUfAhZkAVk4F19+rVS9q/W265pSsMddfrquyZPgt8s/szB9DzAWmfea7A8opP+7K8uilMsrjKoOAnIKnWsccea+xbCAsO2/bhhx8Wp59+ujIO6Mgjj5TJ9lyS6Ifne+qpp8QRRxwhECMYNMQFHXjggQJzhf8OfxeS/dn4u6LKcbWh45SNWCrEe06YMEHpW4PvAr+tu+66sXtGFy8fXISiIGeffbbYfvvtjYmu0C98zahgqoohs+HOmG582DXwk6qKcJiOEe4XFJ1DjF24gmuasUhwjUeLBNc0u6mYvr7ZlyS4ptgXWRFc4SjHgdR7770nMwcgUwQevNFsBmEHVtoS8GnJaHEkOjyIJ06cKJC1oHXr1lrEYPyg+s4FF1xQl+US2apQRWizzTZTXh9HcMUFkAEB3zhUU1Wd+uSTTwSye6gIwqaHD2kIrpAJOhs8eHDd4aIpaS6J1BwA5ZLZVefwCCshD8JLittKe0CVdZW5NDIFfctC0IxzPGEPwnDt0qWL0gCPuzfCmCQdgqd9pmDssuCHZy4Me3yARRueD6hABiIFjGxVw/U///nPJVkoiyqANnuxEdf4ZtA0AqMmmDOcva1RxNYAZhJcNRtOlcziJz/5iUAFV1QwDZqpkyPNvnY5uMzqsOqzzz6Tttjvf/97GZQHuxqY6IK/0iaNCfDwheAKefHuR7ATSL6qtvvuu0vbHglg0lRz/eCDD2SQm444vNFGG8nEEQMHDszEKWi6F/N0HprKYNoPNgWCFfDdodqjIIziWwqEUZMEJsG8SfYe7B08A+CwTaNzjB9XLSOYH7pHJr5DDjlE7LLLLuJ//ud/xJe//OUWWHCfwp6FHXXfffeJxYsXK6si4AIbAroJ/iS4mqBU34f2oBVutJ+sYONFRKCxCMAvCh8tMr1+73vfa6wwnD0TBGx0Gg4ghP2U1h+fieAcxHsEaD+VXoUkuNariPZrxtvWxV+WsSgCidAQdIRv4qAh4ScquOJcJGh47y1atEhm7y9La3aCa1zAYVhHSWd7Kn3G+XqwF0CCRsKzrbbayng7oOoszuF0SdJMElGrJvPNl5bF/Q87FjEE8B2iIsXjjz8uff2qJHEBZjbJWUhw/e+Oi6tuYrt3jW+eEnSk/VoCJdA+K6USihLqV7/6lTxfwfs5aEhUi2pCCxcubPmbSdXGtDK7nq/xvZcWcbP+vtk/ZqvS9/IhZkCVOAgryiP+IowUzpSRPCbaTOf1ye533UdVu572WdU0Wor10P9XCjWUQ4j3339f+n6QXE3VQH5E8QRdPLrqmqR4sjyKJSBOCsnUZs2a1SISqtN26tSpJk7cpOppGs242tDhuQIfEGIeH3jgAVlc7aWXXlKKs9dee8nfO3TokCgu7EnE90GPcW2fffaRfmL891vf+pYslhHElAWyoULq8uXLZREDxGPqWtrEa4mLCHXQcbdMxkA8Gzg42AcdO3YU3/72t6XPc9tttxUoGhYmuHbv3j22uAP2eVAtlgTXePRJcDXZncX28c2+JME1xf5weUimmKamK14YIGWNGjUqVTCyDRktjkQHoUAIQNDyrrvuKrbZZpsWOV9//XXx7LPPyhcsKhxGmwmRIIngGozZtWtX+UJFYD4q+kBmkDdArFXNjetMX5xpCa5xeEFvhx56qHRE7rTTTi0vvT/+8Y+yYisylUDmKKl5hx12kHoOk+iw5gULFkiDMW1TZfyLjmHq+Eg7t2l/ncFner1rPxjrcAqpSARlIWhijUnkAgQe9OnTR+y8887iS1/6koBhuWLFCu19GcUt6RDc5plSJvxgXCLDJTLtqhruWWAIEj0y0yDLDe5xGLEgYegOjvMiYbju6yyu982gyWLNHKMOAWRv6/WfKmTLG4wPCa4aBXz44YcySxWInbpmmskzrY5dDi51h1VpZUjTHzYpqpsiU1varGw6gmua+V36Jr2no2MnkVzRHw4qJMo4+OCDxde//nXlt8Zf//pX8etf/1rMnTtXvkN1CXkaRW7FOrJ0HrroyPTapINpjAP7f9iwYfLbC87XVq1a1Q2Pb1N8hyEAFRn8dN9CLuTWYFIE00Uru5iuN00/OACvv/56seeee6a5zKgvCa5GMNV1oj1ohRvtJyvYeBERaBwC4UNXZKtVVe5pnHSc2QYBW51Gq9fnceBusx5e4xcCtJ9Kry8SXOtVRPs1423r4i/LWBQ5HPwm8P3EVQKFrwy+hfbt2+chgtWYjfAdhgVNSj6sOjPD9TiXQ8BZFg2kUfiHoENdS+szDMZ57LHHxIgRI2L9SdgX3/3ud+W5Y7t27epEgG8KQXdJfkOcoyEpHuILbJpPvrRG+JBxNoCgxbQVUMp8Ph88u1RVNLK8x8L7Ma5qMvyKCApNmzjQZr834hrar41APXFO2meJEFWng2kcIgLKESuXZXM9X+N7z1wbcXFpqlF8sn/MUVD3bITdnzZmAN9KOCcNtyKSBKkI8JAhTSETn+x+171Upetpn1VJm6VZC+3L0qiiHIIkxaJDSvAfUDQIfi7EhEWfTUh0j6QsSTFLeO8iDqhv376pY/WS0DKxR0877TRZXC2uuFvSPOHfG+FPAf5I0ovqtKYNyfMQI4nkOXk3zIF/4PTk1ZI4RiCngtcEf2rgSw0qtW688cZKsaK6TPI5hfcbCa7xmibBNa87wX5c3+xLElxT6NrUsZRiyNiueLFfccUVsoLPOuusk2pYGzIaJsB1J5xwQuxhWRpBTLPdq14+IKaCXKbLFGIiB8jByGZlYpykJbhifhB7hw4dGps11URO9EGFCFRsQtU1VMYKNzgc9t13X9OhavrpHB7oVITDJUnoRhh8YZl8IbhC5iTHUxLW+H3cuHGSvAnjNdySDsFtnillIrhirUkkVxP8wn3gNJw5c6bM6lLF5ptBU0UdlGBNOwkhVpdADohAgqtGESbJLPIKUnMJ2Cv6sAqOBQRSoUpFWnIroDdxiuV5ryS9p1Vz49sFwU1w1MUFMQbXhjORffHFF+K1117TBrmF50PV0auuukrAMWSDrSturgfwrvPbXI+DaewpfKfoSMPhcRFIGA5SA5k1rmpDcC2cnLD58L3iGoCFOVEBFs7pPBoStaDqsE1SHxN5SHA1Qam+D+1BK9xoP1nBxouIQPEI4H2M5HOoaha8V21sruIl54w6BLLQKSpkDRo0SLz77rtyGiQvnDFjRqkIP9wB5UaA9lO59RP1LwkhfDgjzRtU2q8ZI+ziL8tYFDkcEnni3Dfuex7+I3zzN8Kvo1tz0b7DqBxlILhCpjjSHX63tV/hU0bCxFNOOcXI/4eYBVQ2COIVTH1TWSUz88WXVrQPGaRLBBDivD9tK/P5PNZStM83rmoyEoiiSgqSJFex0X4tpVZpn5VSLfkJhUrdiAvUtTRktjRSuj5r+d4zRzstwRUj+2L/mKOg7lm03Z82ZmDNmjWS3BquqIyVHHDAAWL27NkCdkJeLS5OGbFq+M5Lar7Z/UnraZbfaZ81i6YLXSfty0Lh9mMycB/GjBkjVq1alShwUAUThZfQwpUs4y5Om1QiUZBIB12V9XC3rBPFFO1PcSk4kdaeTIs//FETJ04UJ510khFHJ+344f749jj//PMFisghhg5FrPAPewyJ+eCzjNpORRNcUUQE/iPYj2ioFIvvvHBRi6jtmyRjgEFehFFVLF0S0ddEj3nJazI3+6gR8M2+9OHwtjSEhiIJrijzjgArk3Liqq1oQ0YLxskqeDlNsLvqIYkHfa9eveShKgLO0jTMfemll8oMdqbkYBuCK2QCCRcHgOGqq2llveiii+SLDERcVBNFsHu4ITAdONi0uH2bF+EljZxFG3xR2XwiuEL25557TiCrTFzGZhX+MCbPOeccWcUUJGrsuXBLOgS3eaaUjeCK9eJ+uOGGG+TzwYRQotvLeEZjjG984xtptrtXfX0zaLwCl8LaIFAae9BG+LyviUtmgblNDzjSyukSsFfUYRXef6NHj5bvv7RZ7MN4FH1IG9VF0ntapzsQVR988EG5fhNCZNo94PrNknY+VX/XA/gsZLAZAweKcBiffvrpqe06k/mQTRHfk3DsZRWgikAvOH+xH7PaT3DGIskPHJ5FZ/MzdRSa4F3VPrQHvdcs7SfvVcgF5InA/PnzJZExjW8kT3k4tjsCWehUFdh+4403ykC2rGwq95VyhDIjQPupzNqRsrGCa7lVVAn71cVflpd6VBWHgrlQsRxnsAgOKlMryneoW3NZCK5xpDvIbuszDNa9evVq8YMf/EAsWbIkc/XjDBpn3gg0y6L54Esryoe8++67CyT5BuHSNA4iqoMyn89D1kb4fJHwERVxVcG92M9IfONyxpDFfZDHGLRf80C1UmNWwj4ru0aQZAvnbUuXLlWKeuGFF4oJEybIRPZZNtdnLd975tqwIbjKD1gPzxLNUfl3z6LsftuYgaeeekocccQRLcnwgvUhxhQki7z9hToCfNp4T5/s/rR7qIr9aZ9VUatcUwgB2pcl2g6///3vpV/o9ttvz1wqVH6dNm2a2GWXXTIfOxjwn//8p4yLwntZ1fJISFGkPwUYouDErrvu6mRzoKopvieQnCOrlkdMmqtsjSa4mshPgutQE5jYJwcEfLMvSXBNsQnyJrjigAeETJR1R+Ual49gGzJaGAocmN13332yis4TTzyRAiUhD6pQJRKZotq2bWt0rY7gimpDaQhpCJAGERTOobQHDLYEVywQhh4MAGTsMqmQhWu6du0qibFYYxinRx55RKCCUbildUxEQdc5PFyIs0aKNehUpMGnEsc3givW8MknnwgE15mSNKMHnTZ73eaZUkaCa7AHYLTD+J8zZ04qous+++wjycEuh8YGt0Upuvhm0JQCNAqRJwJ0cMWgi/fCqaeeKmbNmlXXK6+svpjIJWAv78MqJDsZNmyYPBBGRizXVtQhrU5O12A1ZM9DAA6CylwSPATylel96HoA77o3XK/H/Yt7d/r06ZmQRvGNcd5558nvSiTPyaNB5nvvvVc+A/DNaNNwj4LUivt0s802sxki1TWs4JoKrpbOtAftcCvRVbSfSqQMilI+BFT2navNVb5VNpdEWen0xRdflOTnV155RQIIggsO90EAYiMCSQjQfkpCqOG/k+DacBXEClAJ+9XFX5aXeuKS4yGh6uWXX56bD8F2TXn7DpPkKgvBFXLiPAv+E1Xi2yzs17RnjknYBcnMRo0aJdq0aZPUPfXvZfal5elDBimjd+/eMgZiv/32c75ny3w+j03RCJ8vSETQIUiuqoZzZTwzXWJ4Um/4Ai6g/VoAyH5PUQn7rOwqiAvMR3XIu+++W+yxxx6ZL8P1Wcv3nrlKbAmuwQxltn/MUVD3zNvud4kZ0N2bed6XUZRQpGbIkCFi5cqVNT/ZyOCb3e+6t3y+nvaZz9qj7AYI0L40AKnILlknug+SSqAYE3xEebdly5YJ8CtUvI0rr7xS8kmy/I4vwp8C8iiq62bh/wnwh8/j1VdflX4PFJ+DjZG2Qbd9+/YVY8eOFXvuuadYb7310g6Ra38SXNPDywqu6THz9Qrf7EsSXFPstCwJrt27dxcbb7yx2GmnnWSZ7B49eoivf/3rmT3wbchoKihQ9QnkTbyU8Q+BPahUGg6MR1UgkFp79uwp9t13X9GtW7fU64gjuAZyrV27VjzwwANi0aJFMnNm8IIFlsjyccghhwgE25uSaqPrtSH9Rcf44x//KH7+85+Lhx9+WBoDTz75ZEuXME4gsHbq1EmJkyo7HwwDkGejxFfT7fvOO+9IIu3y5ctbLilLVuYiDL44nHwkuIadmE8//bTMrIyy8Mi4FhjquC9g4Pbr10+A3BQ2Jk3utyhmNs+UMhNcoxji3njmmWfEb3/72xpyCXBEwoG9995bIKMPKrbaZkM2vV/L0s83g6YsuFGO3BCggysBWl0yizyD1FwC9rI6rIKNBHsadjXsQQSf7bbbbmKLLbbI9Hmd5yGtyV2TRbAa5oGtumDBApko46WXXjKZuqUPsIZTEKTEqG2RaqCMO7sewGcsjvVw+NYBWRSV5tMmGMKkcHCiWnGvXr1yCR7ULWzNmjXi5ZdfFshgDDLIH/7wB4FqB2FnKJzWuDfx/YH7FHbVNttsk/qb0RpcIWTGRiQpCTdWcE1GlPZgMkYl70H7qeQKoniNRSArMmRjV8HZwwhkpVMEr4HoM378+JbhkVAIf8uDpEEtVgsB2k+l1ycJruVWUSXsVxd/WV7qQaAagspQNSHa7rzzTpkkq2wtK9+h7brKRHDFGu655x5JuosG62XlM8QcwBxJPWz8hrgeSdfgNxw8eLD01ebdyuhLy8qHDCIGYi86duwoqyvDF4t4kixt0TKfz2PvNMrni32FQE1VVRP4NufNmydjYarUaL9WSZu5rKUS9lkuyGQ8qK5KpGsxhDgxXZ+1fO+ZbwJXgmswUxntH3MU1D2zsvvziBnQVVfO876MohRHgLet7uyb3e+6x3y8nvaZj1qjzCkQoH2ZAqwiuyIRAvxPtjFL8GOgKNqIESMyKURhuvaPP/5YzgteSbjZJIMwmTNLf0oQS7X55pvLWEdUaoVPsn379iaiWPf5/PPPZWwXEmj8+te/lrwD2AdhvgsGDzgvKLAF+fDfvGWzXpQQspgeCM0oAIKWFBMW1SU4GKiaq2vh758k37FuDFZwZQVXlz3ucq1v9iUJri7a5rWZIWBDuMts8iYYSJXRK0/CSxNA6u0SdUR9HMgNHDjQ23VR8OwR8M2gyR4BjlgyBOjgKplCKI7fCEST2PzmN7+pIyUiyQOIwsi6BgcOiMQbbrih3wv3QHpkzXv//fclYRTOMyQXgi2PZCNBgxNxyy23lA5EJEoquxPRA9gpogYB2oPebw3aT96rkAvIE4GsyJB5ysix0yGQpU6jid5ckw+mWwl7+4wA7afSa48E13KriPZrufVD6ZoEAfgN33vvPZkUFv4pBLkhkfLzzz/fgkBAIEACMyQya0Qys0AY+tKaZGNymbkhQPs1N2irMjDts6pokuuoFAK0fyqlzoYtxje7v2FANWBi2mcNAJ1TFokA7csi0baYC3YGCqA9++yz0jeEAkzwE0XJj4gp69Chg4xZwj8kPmvVqpXFjLyECGSDQLMRXIcNGya+/e1vO4H3+OOPy8KD4YakzyjY6NJQKAOVgsMN/x+F+tgag4Bv9iUJro3ZJ5w1ggAJrvluCVVVt7JmZc4XCY6O7M5jxowRc+bMqQEjKfsIkWs+BHwzaJpPQ023Yjq4mk7lXDARIAJEgAg0GgHag43WgPP8tJ+cIeQAVUYgSzJklXHyaW1Z6lRVHWH48OFi+vTpom3btj7BQlkLRoD2U8GAp5+OBNf0mBV5Be3XItHmXESACBABIkAEhBC0X7kNEhCgfcYtQgSIABEgAkSgYARonxUMOKcrGgHal0UjzvmIQJMg4APBFUkEQfJcvny51EpSldlAdaozcN/USoJrYzXmm31Jgmtj9wtn/w8CJLjmtxU++eQTgYwKs2bNapnkgAMOELNnzxZf/epX85uYI2eCwMSJE8WyZctkha7SctaCAAAgAElEQVTOnTuLTp06ie23315svPHGVuOrqvnuuuuuAhVcO3bsaDUmL6omAr4ZNNXUAlcVQoAOLm4HIkAEiAARIAIFI0B7sGDAs5+O9lP2mHLECiGQJRmyQrB4vZSsdYrM1Mccc4yALw0NlcqQMK5///5e40Th80WA9lO++GYwOgmuGYCY4xC0X3MEl0MTASJABIgAEVAhQPuV+yIBAdpn3CJEgAgQASJABApGgPZZwYBzuqIRoH1ZNOKcjwg0CQJ5ElxR2RhcjgsvvFCiueOOO4r58+dLTodpwxg4yz7uuONaLsE59MyZM0W7du1ihyHB1RRl9tMh4Jt9SYIr93IpECDBNT81PPXUU+KII44Q7777bsskV155pTjjjDNUGTnzE4QjWyGgujemTJki9WfTVIaOqZFkMx+v8RcB3wwaf5Gm5IYI0MFlCBS7EQEiQASIABHICgHag1kh2bBxaD81DHpO7AMCWZMhfVhz1WXMWqeqpIEDBgwQM2bMEO3bt686nFyfJQK0nyyBK+4yElyLw9pmJtqvNqjxGiJABIgAESACDgjQfnUArzkupX3WHHrmKokAESACRKBECNA+K5EyKEoeCNC+zANVjkkEiIDIguDao0cPsXbtWvHFF19I0uk666wj/zd4OKeffrpYtWqVRFpVVAzVWceOHSv++te/ymJjW221VY1WXnjhBXHfffeJv/zlLy1/Bw9k8uTJolWrVrEaJMGVG9wVAd/sSxJcXTXO6zNBgATXTGCsG+Tzzz8XEyZMEJMmTWr5bbvtthN33HGH2GGHHfKZlKNmigCyfAwaNKhmzCOPPFLcfPPNqYPp3n77bZn949FHH60Zj4TnTFVWmcF8M2gqAzwXokOADi7uDSJABIgAESACBSNAe7BgwLOfjvZT9phyxAohkDUZskLQeLuUPHR61113iaOPProFE1RxXbRokejdu7e3OFHwfBGg/ZQvvhmMToJrBiDmOATt1xzB5dBEgAgQASJABFQI0H7lvkhAgPYZtwgRIAJEgAgQgYIRoH1WMOCcrmgEaF8WjTjnIwJNgkAWBNfdd99dnHvuuWLq1KmxqKmKin366adi3LhxsiKrabvzzjvFUUcdldj9nnvuEdddd11iv7J0+OCDD8Tzzz9fI85tt90mhg4dWhYRm04O3+xLElybbouWc8EkuGavF5Qzv/3228WoUaNqMj6cdtpp4vLLLxetW7fOflKOmDkCL774ooAx9Nprr9WMPWvWLElWRYYQk/bRRx9Jw+umm26q6Q7C87x580S3bt1MhmGfJkLAN4OmiVTTrEulg6tZNc91EwEiQASIQMMQoD3YMOizmpj2U1ZINsE4yDz6+9//XixdulSsWLFCvPrqq+LJJ59sWfnOO+8sOnfuLJC1FMS+Tp06ifXWWy81MtGDpWAA2wMN3XhYw1577VUjn21m04MOOkjg2o033rhmvKgvc8cddxRIUgacgoYMrw8//LB44IEHBLKyBgc5W2+9tUw817NnT3HooYda4xmnACS9+81vfiOWLVsmVq5cKf73f/+35iCpe/fuokuXLmLvvfcWBxxwgPjGN75h7GMKz4txBw4cKNcXNBUWpptFNZ5OB1nrVCXjW2+9JYYMGSIxDBp9q6babM5+tJ9Kr3cSXMutItqv5dYPpSMCRIAIEIEKIkD7tYJKzXZJtM+yxZOjEQEiQASIABFIRID2WSJE7OA3ArQv/dYfpScCpUUgC4Ir4gtmzJgheTdxTRfbcNlll4nx48cbYTRgwAA5V/v27Y36+9RJdYZvGw/i07rLLKtv9iUJrmXeTU0kGwmu9sr+wx/+IC/eYostZHAhAtgQfHXDDTfIl1+4nPlXv/pVcffdd4s99tjDfkJeWSgCn3zyiTj11FMFCK3hhooRo0ePlhk/oFddQ5AqgvBwjy1ZsqSuG8rbn3XWWVaBqYUCwckKR8A3g6ZwgDhh0QjQwVU04pyPCBABIkAEmh4B2oPebwHaT96rMP8F/P3vf5ek1h//+MfiiSeeMJ6wa9eu0peAhFwbbrih8XXNQnAFrsi4eskll0hiaVLbZ599xEUXXST2339/K5JpeHz4kRYuXCiuvPJK8dJLLyVN3fI7ZPjBD34gya5pkuJVneD62Wef1WXqRbK4O+64Q5KU2YhAFAHaT6XfEyS4lltFtF/LrR9KRwSIABEgAhVEgPZrBZWa7ZJon2WLJ0cjAkSACBABIpCIAO2zRIjYwW8EaF/6rT9KTwRKi0BWBFckAe/Tp08N9yZYNHgbF1xwgeRtqM7TkQx70KBBiRh973vfExMnTpS8nyo2ElzLp1Xf7EsSXMu3h5pSIhJc7dX+yCOPyJepSUNmiIsvvphkRhOwStTnF7/4hSzNDuJytMFgQvUUVNxAFdYvfelLsss777wjVq9eLRYvXqwNpuzfv78kQW+++eYlWi1FKQsCvhk0ZcGNcuSGAB1cuUHLgYkAESACRIAIqBGgPej9zqD95L0K810AfAYXXnihuO+++6wn2n333cVVV10l9txzT6F4ZtSN2wwE10033VTiet1116XG1eUw61//+pd49NFHJRnz6aefTj13cAEqyl5xxRWyuqtJqzrBFRjcdddd4uijj66BY8qUKeKMM84wgYh9mgwB2k+lVzgJruVWEe3XcuuH0hEBIkAEiEAFEaD9WkGlZrsk2mfZ4snRiAARIAJEgAgkIkD7LBEidvAbAdqXfuuP0hOB0iKQFcEVReVeeOEFWWwu3MDN2H777WMrrn744Yfi5ZdfFv/4xz/kf5FIOdw6deokdtllF/GNb3zDOel1aRVBwUqJgG/2JQmupdxGzScUCa72Oo/LFhEeFaXTUeK7Q4cO9pPxyoYggCDF22+/XZa9D1fkdREG5e2nTp0qvva1r7kMw2srjIBvBk2FVcGl/RsBOri4E4gAESACRIAIFIwA7cGCAc9+OtpP2WNaiRHhY1i0aJE488wzlYm00i5yo402EiD7ITHXeuutF3t51QmuN998s/jpT39qRW4NgOvXr5+49tprxdZbb22sChyw3XDDDQKJ7bLwG3Xu3FkSlw866KBE4nIzEFxfffVVceyxx9ZUxEX14pkzZ4p27doZ64kdmwMB2k+l1zMJruVWEe3XcuuH0hEBIkAEiEAFEaD9WkGlZrsk2mfZ4snRiAARIAJEgAgkIkD7LBEidvAbAdqXfuuP0hOB0iKAGIi1a9e2EFPXWWcdeY6L/7IRgWZHwDf7kgTXZt+xJVk/Ca72ilAFkkVHQ2DajTfeKPbdd1/7iXhlQxGA8fXwww+L008/XVuR1URAVHwdO3asrOiB/81GBHQI+GbQUJOVR4AOrsqrmAskAkSACBCBsiFAe7BsGkktD+2n1JBV/wL4FubPny/GjBkjPvroI+WCv/Od74i+ffsKVGfdcMMNZYbR559/XixZskQsW7ZMeQ38CyBYDh48OJYQ2UiCK+b+9NNPW+RHVc6TTjqpZj0giIL4G266w6+oL3PbbbcVXbt2ldU+w22fffYRJ5xwgvTJtW3bVkAOZGxFIjMQjVWE1P79+4sZM2aIzTffPHFTgtyKBGaQR0du7d27t+jTp4/YeeedBbLLfvLJJ7LK60MPPSRWrVqlnAME21tvvVX07NkzVoZGElyz1qluoWvWrBEjR44UCxcubOkCfeP/d+vWLVFH7NBcCNB+Kr2+SXAtt4pov5ZbP5SOCBABIkAEKogA7dcKKjXbJdE+yxZPjkYEiAARIAJEIBEB2meJELGD3wjQvvRbf5SeCBABIkAEPETAN/uSBFcPN1kVRSbB1V6rH3zwgRgyZIhYunSpchBUbp02bZosa87mPwJ/+tOfxKxZs8T06dNTVVpBsCmqS5x99tmiS5cuiRU4/EeKK3BFwDeDxnW9vL70CNDBVXoVUUAiQASIABGoGgK0B73XKO0n71WY/QKeeeYZ6Rt466236gY/9NBDxYQJE6T/SJXJFOTYN954Q1x88cVi9uzZddebECIbSXCNCvyzn/1MDBs2rObPl1xyibjwwguNgFf5MsMXAo9LL71UDBgwQLRu3bpuTOAJ4vB5550nycPRhvGRnCypKu4999wjjjvuOCW5dfjw4VKn3/zmN5V+oC+++EI899xzUqf33XdfnQwgO99yyy1iu+2202LSSIJr1jrVLfKf//yn3BeXXXZZTRcQgIExGxEII0D7qfT7gQTXcquI9mu59UPpiAARIAJEoIII0H6toFKzXRLts2zx5GhEgAgQASJABBIRoH2WCBE7+I0A7Uu/9UfpiQARIAJEwEMEfLMvSXD1cJNVUWQSXO21+ve//10sXrxYVg1A1QUEKSKIDkFoxx9/vOjVq5do06aN/QS8spQIfPbZZ2L16tVi+fLl4pe//KXUOwIjg4Y9gGoSqLiCPYD/tm/fvpRroVDlRMA3g6acKFKqDBGggytDMDkUESACRIAIEAETBGgPmqBU6j60n0qtnuKFW7t2rRg7dqySnPrDH/5QnHPOOUb+I/ihbrzxRnH++efXkSr79esnZs6cKbbYYgvlApuF4LrjjjuK66+/Xuy5556Jin7//ffFySefLEBUDTf4deDr22233bRjvP3225Lc+uijj9b0QZIzVHUdMWJEIkEWF6Ly66RJk8TkyZPr5jrxxBPlWKjmq2rNQHDFulWE6DPOOENi1qpVq0Q9s0PzIED7qfS6JsG13Cqi/Vpu/VA6IkAEiAARqCACtF8rqNRsl0T7LFs8ORoRIAJEgAgQgUQEaJ8lQsQOfiNA+9Jv/VF6IkAEiAAR8BAB3+xLElw93GQUmQgQASJABIhA3gj4ZtDkjQfHbzgCdHA1XAUUgAgQASJABJoNAdqD3muc9pP3Ksx2AbpKnyDonXXWWUZEyECizz//XFx55ZWywmi0gfw6cuRIZcXQZiC4mlSyjWL25ptvymqyv/jFL2p+gl4mTpyorQA7bdo0cfrpp9dcA3LrDTfcIAYPHqzUgW5XffLJJ5LkfN1119WNB6Jtnz59lJc2C8H1ySeflBiADBy0vn37ijlz5ohNNtkk25uVo3mNAO2n0quPBNdyq4j2a7n1Q+mIABEgAkSgggjQfq2gUrNdEu2zbPHkaESACBABIkAEEhGgfZYIETv4jQDtS7/1R+mJABEgAkTAQwR8sy9JcPVwk1FkIkAEiAARIAJ5I+CbQZM3Hhy/4QjQwdVwFVAAIkAEiAARaDYEaA96r3HaT96rMLsFgLx46qmnilmzZtUMmlRxNU4CXUXYAw44QFaJ/epXv1p3eTMQXH/0ox9J4u96662XSoF33XWXOProo2uuQSXY+fPni86dO9eN9e6774rhw4eLpUuX1vyWVHE1TihdRdjjjz9eXHPNNcoqrs1CcFWts2vXrmLBggWiS5cuqXTNztVGgPZT6fVLgmu5VUT7tdz6oXREgAgQASJQQQRov1ZQqdkuifZZtnhyNCJABIgAESACiQjQPkuEiB38RoD2pd/6o/REgAgQASLgIQK+2ZckuHq4ySgyESACRIAIEIG8EfDNoMkbD47fcATo4Gq4CigAESACRIAINBsCtAe91zjtJ+9VmN0CfvWrX4kBAwaIV155pWbQO++8Uxx11FHWEy1btkwceeSRNVUtUUF00aJFonfv3nXjVp3gut1224k77rhD7LDDDqkx1RFWb7vtNjF06NC68VTYg1R89913iz322CP1/MEFN998s6zAG25x62oWguuf/vQnqYeHH364BpvHHntM7LvvvtZ488LqIUD7qfQ6JcG13Cqi/Vpu/VA6IkAEiAARqCACtF8rqNRsl0T7LFs8ORoRIAJEgAgQgUQEaJ8lQsQOfiNA+9Jv/VF6IkAEiAAR8BAB3+xLElw93GQUmQgQASJABIhA3gj4ZtDkjQfHbzgCdHA1XAUUgAgQASJABJoNAdqD3muc9pP3KsxuAagCOmjQoJoBe/ToIebOnSu23npr64k+/vhjccIJJ0hCa7hNmjRJnHfeeXXjVp3getppp4nLL79ctG7dOjWm//rXv8TEiRPFhRdeWHPtGWecISZPnixatWpV8/fLLrtMjB8/vuZvxxxzjJg5c6Zo165d6vmDC9544w0xePBgsWrVqpox5s2bJwYOHFg3brMQXD/99FMxbtw4iW+46QjI1grghd4jQPup9CokwbXcKqL9Wm79UDoiQASIABGoIAK0Xyuo1GyXRPssWzw5GhEgAkSACBCBRARonyVCxA5+I0D70m/9UXoiQASIABHwEAHf7EsSXD3cZBSZCBABIkAEiEDeCPhm0OSNB8dvOAJ0cDVcBRSACBABIkAEmg0B2oPea5z2k/cqzG4BP/rRj8RFF11UM+DJJ58spk6dKtq0aWM9EUiZF198sfwXbrqxq05wvfXWW8Xw4cOt8Vy8eLHo379/zfX9+vUTc+bMEe3bt2/5uw5H6Pn8888Xiue3sUw6Iucll1xSR77FoM1CcNVhriNzGwPOjpVDgPZT6VVKgmu5VUT7tdz6oXREgAgQASJQQQRov1ZQqdkuifZZtnhyNCJABIgAESACiQjQPkuEiB38RoD2pd/6o/REgAgQASLgIQK+2ZckuHq4ySgyESACRIAIEIG8EfDNoMkbD47fcATo4Gq4CigAESACRIAINBsCtAe91zjtJ+9VmM0C8ibm/exnPxPDhg2rEfaggw4S+PvGG29c8/eqE1xXrFgh9tprL2vFPfvss+Kwww4T7777bssYu+66q0D11I4dO7b87U9/+pMYOnSoePjhh2vm0lVZTStQGkJ0sxBcgaEKFx3xNy3m7F8dBGg/lV6XJLiWW0W0X8utH0pHBIgAESACFUSA9msFlZrtkmifZYsnRyMCRIAIEAEikIgA7bNEiNjBbwRoX/qtP0pPBIgAESACHiLgm31JgquHm4wiEwEiQASIABHIGwHfDJq88eD4DUeADq6Gq4ACEAEiQASIQLMhQHvQe43TfvJehdksYM2aNWLkyJFi4cKFNQPedtttkiTp2n7xi1+Ivffeu2aYHj16iLlz54qtt9665u9VJrjuuOOOYv78+aJz587WkKrIol27dhULFiwQXbp0aRn3rbfeEkOGDBErV66smcuVYBsMpiItH3PMMWLmzJmiXbt2NXM2O8F19OjR4sorrxTrr7++td55YbUQoP1Uen2S4FpuFdF+Lbd+KB0RIAJEgAhUEAHarxVUarZLon2WLZ4cjQgQASJABIhAIgK0zxIhYge/EaB96bf+KD0RIAJEgAh4iIBv9iUJrh5uMopMBIgAESACRCBvBHwzaPLGg+M3HAE6uBquAgpABIgAESACzYYA7UHvNU77yXsVZrOAvKt9qgiuOrInCa7xOlWRRXFFlLiq6veVr3xFLFmyRHTv3t1546SpytvsBNeTTz5ZTJ06VbRp08YZdw5QDQRoP5VejyS4lltFtF/LrR9KRwSIABEgAhVEgPZrBZWa7ZJon2WLJ0cjAkSACBABIpCIAO2zRIjYwW8EaF/6rT9KTwSIABEgAh4i4Jt9SYKrh5uMIhMBIkAEiAARyBsB3wyavPHg+A1HgA6uhquAAhABIkAEiECzIUB70HuN037yXoXZLEBHcM2q2icJrv/W00EHHSRADN14442tFedCcM2igmwgOAmuahX+6Ec/EhdddFHNjyS4Wm/3yl5I+6n0qiXBtdwqov1abv1QOiJABIgAEaggArRfK6jUbJdE+yxbPDkaESACRIAIEIFEBGifJULEDn4jQPvSb/1ReiJABIgAEfAQAd/sSxJcPdxkFJkIEAEiQASIQN4I+GbQ5I0Hx284AnRwNVwFFIAIEAEiQASaDQHag95rnPaT9yrMZgGs4KrGUUXivOSSS8SFF15oBHyU7NirVy9JcN1yyy2Nrld1Mq3MatrPVhASXNXIkeBqu6Oa6zraT6XXNwmu5VYR7ddy64fSEQEiQASIQAURoP1aQaVmuyTaZ9niydGIABEgAkSACCQiQPssESJ28BsB2pd+64/SEwEiQASIgIcI+GZfkuDq4SajyESACBABIkAE8kbAN4Mmbzw4fsMRoIOr4SqgAESACBABItBsCNAe9F7jtJ+8V2E2C1izZo0YOXKkWLhwYc2At912mxg6dKjzJI8//rjo2bNnzTgHHHCAmDt3rth0001r/v7//t//E2eccYaYMWNGJrJ8+umnYty4cWLmzJk145lUp82a4JpFBVUVcVU17ltvvSWGDBkiVq5cmXrdJgqfPXu2GDFiRE1X7KGrr75abLDBBjV/N5XZZF70efXVV8Wxxx4rXnrppZZLTKvjuuo0SUYVwRX7efLkyaJVq1ZJl/P3JkGA9lPpFU2Ca7lVRPu13PqhdESACBABIlBBBGi/VlCp2S6J9lm2eHI0IkAEiAARIAKJCNA+S4SIHfxGgPal3/qj9ESACBABIuAhAr7ZlyS4erjJKDIRIAJEgAgQgbwR8M2gyRsPjt9wBOjgargKKAARIAJEgAg0GwK0B73XOO0n71WYzQJ0pNJJkyaJ8847z3kSFRmyX79+Ys6cOaJ9+/Y142dNcNVVp20EwXXbbbeVJOJu3bpZY/qLX/xC7L333jXXqyrD5lmV91//+pe4+OKL5b9wGz16tLjyyivF+uuvX/P3rAmuKgzKTHBNU/XXemPwQq8QoP1UenWR4FpuFdF+Lbd+KB0RIAJEgAhUEAHarxVUarZLon2WLZ4cjQgQASJABIhAIgK0zxIhYge/EaB96bf+KD0RIAJEgAh4iIBv9iUJrh5uMopMBIgAESACRCBvBHwzaPLGg+M3HAE6uBquAgpABIgAESACzYYA7UHvNU77yXsVZrcAVeXJk08+WUydOlW0adPGeqJ//vOf4sILLxSXXXZZzRi6sbMmuL7zzjuyCu3y5ctr5m8EwRUC3HPPPeLwww+3xlNFFj7uuOPEtddeK77yla+0jKvDEXo+//zzheL5bSzTX/7yFzFmzBhJUA43HZEza4LrI488Ivr06VMzdxkIrjrMp0yZIqsSsxGBAAHaT6XfCyS4lltFtF/LrR9KRwSIABEgAhVEgPZrBZWa7ZJon2WLJ0cjAkSACBABIpCIAO2zRIjYwW8EaF/6rT9KTwSIABEgAh4i4Jt9SYKrh5uMIhMBIkAEiAARyBsB3wyavPHg+A1HgA6uhquAAhABIkAEiECzIUB70HuN037yXoXZLWD+/Pli0KBBNQP26NFDzJ07V2y99dbWE3344YcCBMyHHnqoZgxddVgdSfDWW28Vw4cPTy3Hs88+Kw477DDx7rvv1lzbKIKrC8H0s88+E+eee64kHYebbkyQisePH1/T95hjjhEzZ84U7dq1S41lcIGKsIrf5s2bJwYOHFg3rqp/165dxYIFC0SXLl1Sy4H1n3nmmTXXlYHgqiP+3nbbbZJkzUYEAgRoP5V+L5DgWm4V0X4tt34oHREgAkSACFQQAdqvFVRqtkuifZYtnhyNCBABIkAEiEAiArTPEiFiB78RoH3pt/4oPREgAkSACHiIgG/2JQmuHm4yikwEiAARIAJEIG8EfDNo8saD4zccATq4Gq4CCkAEiAARIALNhgDtQe81TvvJexVmt4Bf/epXYsCAAeKVV16pGdSVnLds2TJx5JFHCpD/wm3JkiXiwAP/f/buP2avsr4f+KeAM7SFRCIbZJnFGGRkSG3ZxoABG/A1ZWIrWn7YDmQpBYQKwhS6X6DbYtoiTrAwSzG6IAgCwVY26sYPgVmGA2oJhqExWhMztriRQKnBIc9y7vn0+/y4nz7nvp9zn/tc13k9yf6h51zX53p9TsfHwpvr/006wFQhzqluB51O4POf/3ycf/75kx4bVsD1lFNOieIW1oMPPni60if9+g9+8IP4wAc+EE888cTuXytubb333nvj5JNPnvR8N/ti3yKIesIJJ/S8/+gL3UwPPfTQuPvuu+PII4+ctO6OHTti2bJlsXXr1nG/VqYHExd75ZVXYtWqVfHFL35x3C81IeD6X//1X50g69e//vUZn7Pv5ngxCQHzU+PbJODa7BaZX5vdH9URIECAQIYC5tcMm1rtkcxn1XpajQABAgQITCtgPpuWyANpC5gv0+6f6gkQIEAgQYHU5ksB1wQ/MiUTIECAAIFBC6Q20Azaw/pDF/AHXENvgQIIECBAoG0C5sHkO25+Sr6F1R1gquDgu9/97s6NnwcddFDPm7300kvx4Q9/uBPoHPszXcizuJH06quvHvdOcQvsjTfeGEWgs+zPiy++GCtWrOgEQCf+lAlX3nbbbfGHf/iH417tJWjb7RzFYv2Ehn/+85/Hpz/96bjyyitLWxa31ha33j7wwAPj3lm5cmXnFtg5c+aUpdz93I9//OPOjbwPP/zwuHfPO++8WL9+fdc1pwp+fu5zn4sLL7ywpxq+9a1vxXvf+95JN/I2IeDa7aba+fPnR3E78mGHHdbTOT2ct4D5qfH9FXBtdovMr83uj+oIECBAIEMB82uGTa32SOazaj2tRoAAAQIEphUwn01L5IG0BcyXafdP9QQIECCQoEBq86WAa4IfmZIJECBAgMCgBVIbaAbtYf2hC/gDrqG3QAEECBAg0DYB82DyHTc/Jd/Cag+wadOmTnhx4m2rRaizCFa+8Y1vLL3ha6+9Ftddd12sXr160jvFX7/88sujy/8P6TxbBGI/+MEPjnuv15tH97R/sfAwA65HH310fOELX4jDDz+8tOcjjzzSMSluQx37c/PNN3duqO1mOTIyEjfccEN85CMfmbRPcQNq0eu99tqrdA1FCLr4Dm666aZJ79xzzz3xvve9r+tau3btissuu6wTlB77s3jx4ti4cWP88i//cqka/uM//qMTiC2+04k/TQi4Pvroo3HiiSeOK60IiN96663xpje9qdQZPdQOAfNT4/ss4NrsFplfm90f1REgQIBAhgLm1wybWu2RzGfVelqNALTddFsAACAASURBVAECBAhMK2A+m5bIA2kLmC/T7p/qCRAgQCBBgdTmSwHXBD8yJRMgQIAAgUELpDbQDNrD+kMX8AdcQ2+BAggQIECgbQLmweQ7bn5KvoXVHmCqG1eLXT7+8Y93wo377rvvtJu++uqrUQQv/+zP/mxSWPa4447r3GB6yCGHTLnOU089Fe95z3sm3dK5ZMmSzi2uv/qrv7rHGva0/+iL/QZcizDp9ddfH7Nnz57WYaobXIsXi+BjcZZ58+ZNu87jjz8eH/rQh2L79u3jnv393//9TnhyTx5T3bha3IRb3OJahGb32WefaWsoQs+f/OQnY82aNZOePeOMM2LDhg17DHEWe11xxRWT3i3WLP76dOHpF154ofP9Feft9jOTgGsvPd0TVGFw0UUXjXvkT/7kT6L4Dvbee+9pjT3QHgHzU+N7LeDa7BaZX5vdH9URIECAQIYC5tcMm1rtkcxn1XpajQABAgQITCtgPpuWyANpC5gv0+6f6gkQIEAgQYHU5ksB1wQ/MiUTIECAAIFBC6Q20Azaw/pDF/AHXENvgQIIECBAoG0C5sHkO25+Sr6F1R/gySefjKVLl066KbTY6bTTTotrrrkmFi5c2PXmz+LG0B/84AfxiU98onML68SfIlRZBF/PPvvsPRb+4osvxooVK+Lee++d9Nxv/dZvdYKWJ5100qQailtbizDounXr4r777tv9bnH767//+7+PW6tMwHXz5s1RhGrH/hRrfe5zn+tYTHf76Z4CrsWa8+fP79RanKVbyLS4MbXw+uu//uv47//+73F1FJZF2HNifd1gp7qZt3j23HPP7fT0rW99a9dbYF9//fV4+umnOz0dazq6TxHQve2226IILu/p51vf+la8973vndSH0RqK9buFnovQdXE77Nq1a+P555/vbFGcvQha/+d//ufuLcsGXGfa06nO+LOf/axzW3ER5B37U4S5ly9fXv1vVCsmLWB+anz7BFyb3SLza7P7ozoCBAgQyFDA/JphU6s9kvmsWk+rESBAgACBaQXMZ9MSeSBtAfNl2v1TPQECBAgkKJDafCngmuBHpmQCBAgQIDBogdQGmkF7WH/oAv6Aa+gtUAABAgQItE3APJh8x81Pybew+gMUIdU777wzLrnkkkmhytHdjj766Fi0aFEUYdM5c+bE//zP/8S2bdviH//xH+PBBx/sWlQRSvyLv/iLuPzyy0vdGLqnUGaxwWGHHRYnn3xyvOUtb+ns99xzz8U3vvGNScHcIgBaBAzPPPPMcXWVCbhOdZNssdCCBQviwAMP7KxZ1FAEVd/0pjeN22O6gOvow+94xzvife97327PIuC7devWuOuuu7oGjYv3iptU//iP/7iUZRH8LYKXRT3FTazdfgrLd73rXZ1zveENb4giXPuv//qvsWXLlnjiiSe6vnPAAQd0bqE966yzuoZjx75U3Kpb3Oh73XXXTfnRnnjiifG7v/u7nQBrERgtDL75zW9Oqrk4+86dOzvB39GfsgHXmfZ0quJ/8pOfxDnnnNPxGv05/PDDOz38jd/4jep/o1oxaQHzU+PbJ+Da7BaZX5vdH9URIECAQIYC5tcMm1rtkcxn1XpajQABAgQITCtgPpuWyANpC5gv0+6f6gkQIEAgQYHU5ksB1wQ/MiUTIECAAIFBC6Q20Azaw/pDF/AHXENvgQIIECBAoG0C5sHkO25+Sr6FgzlAEXItbk+94oorpgxY9rJzEVgsbl296KKLSgUyi7WLgOWVV14ZN910Uy9bjXu2COJ+4Qtf6AR1i+Dk2J8yAdfi1tfihtMHHnhgjzUUN7EWoeAidDv2p1vAtQhnFrfMFgHefn8Ky6I3b3zjG0svUYRci5tn//RP/3TKkGvpxSKiuLn105/+dJx++unThltH1y1CyH/0R380ZWC2zP4XX3xxJ0xc7H311VfvfqVswHWmPZ2qxm7B2fPOOy/Wr1/fCYH7ITBWwPzU+O9BwLXZLTK/Nrs/qiNAgACBDAXMrxk2tdojmc+q9bQaAQIECBCYVsB8Ni2RB9IWMF+m3T/VEyBAgECCAqnNlwKuCX5kSiZAgAABAoMWSG2gGbSH9Ycu4A+4ht4CBRAgQIBA2wTMg8l33PyUfAsHe4Bvf/vbnVtX77vvvr43Km55/cxnPhPHHHNM6SDk6GbFbaNFmLMIhfb6U9xGev3118ev//qvd24B7SfgWgR9v/zlL3eCuVPdfDpaV7fAbLeA65e+9KX4vd/7vc5NtsXtnr38FAHa4tbS4rbXvfbaq5dXO88W53n44Ydj9erVndtZ+/057bTT4tprr+3Y9vrzb//2b3HZZZd1bvvt9aeouwjoFoHpibZlA64z7elUNW/YsKHznYz9ueWWW2LFihW9HtPzLRAwPzW+yQKuzW6R+bXZ/VEdAQIECGQoYH7NsKnVHsl8Vq2n1QgQIECAwLQC5rNpiTyQtoD5Mu3+qZ4AAQIEEhRIbb5MIeD6ekTsrvP111/v+V+YSvA7UjIBAgQIEBiaQPEvhU74F2qLP1zo/d+wHdoJbJyhgHkww6Y6EgECBAg0V8A82Nze9FCZ+akHrLY++uqrr3YCrmvXru0pFHn88cfHhz/84SjCkPvuu2/ffMWf8z700EPxl3/5l/HYY49Nu84BBxwQf/7nfx4XXHDB7psz+w24FpsVN59u3Lixs2ZxE+xUP0Vwdfny5eN+eaqAa/HcT3/6086NqkVgdU/rFgsWZyoCsRdeeGEceOCB0xpM90BxO+4Xv/jF+OxnPxvPP//8dI/v/vWilx/5yEfixBNPLH0Tb7fFi/1vvvnmTgB5x44d0+5fhKSLoPNJJ520+88h+g24zrSnU51n1apVHdPRn+L24CIc/da3vnXa83mgXQLmpyT6LeDa7DaZX5vdH9URIECAQGYC5tfMGjqY45jPBuNqVQIECBAg0FXAfObDaIGA+bIFTXZEAgQIEGiOQIrzZQoB150RMWe0zS+99FLnv+TuhwABAgQIEBiMQHF7zf777z928VciYu5gdrMqgVIC5sFSTB4iQIAAAQLVCJgHq3Ec8irmpyE3IKXti6Dp9773vfjGN77R+b8iGLlt27bdR1iwYEEUN4wWt5MuWrQofu3Xfq2vW0anMin2L/b8+te/3rmFdPv27bvDkcXe8+fPj6VLl0YRrJ3wv1X7vsF1bC0/+tGP4o477uiEbYvbTyeGUosAbnHb7difPQVcx/459j/8wz/EvffeG0888cTuM/3O7/xOLFy4MP7gD/6g65mq+HaK8O4zzzwTjz76aDzyyCPx3HPPjQu8FjUUt7QWt6MWff2VX/mVSv+jkkXItzhzcZtrcQNucWNw8feW4s/13/nOd3aCtIsXL46iv/vss88ebcve4DrTnnZz/853vhNnnHFGx2/0p/gWrrnmmth7772raJU1MhIwPyXRTAHXZrfJ/Nrs/qiOAAECBDITML9m1tDBHMd8NhhXqxIgQIAAga4C5jMfRgsEzJctaLIjEiBAgEBzBFKcL1MIuP4wIuaNtvm73/1uHHrooc3pukoIECBAgEBmAsW/2Pz2t7997KmKa1cOyeyYjpOWgHkwrX6plgABAgQSFzAPJt7A/yvf/JRFGx2iqQJlAq5NrV1d5QU2bNgQF1100e4XDj744PjqV78av/3bv11+EU+2RsD8lESrBVyb3Sbza7P7ozoCBAgQyEzA/JpZQwdzHPPZYFytSoAAAQIEugqYz3wYLRAwX7agyY5IgAABAs0RSHG+TCHg+mhEHD/a5vvvv79zU4AfAgQIECBAYDACW7ZsiVNPPXXs4o9FxAmD2c2qBEoJmAdLMXmIAAECBAhUI2AerMZxyKuYn4bcANvnLSDgmnd/i9O9+OKLsWLFis4NvKM/5513Xqxfvz7mzJmTP4AT9ixgfuqZbBgvCLgOQ738nubX8laeJECAAAECMxYwv86YsA0LmM/a0GVnJECAAIHGCJjPGtMKhQxOwHw5OFsrEyBAgACBSQIpzpcpBFw3RsT5o9pr1qyJq666yudHgAABAgQIDEhg7dq1sXr16rGr3xIRKwe0nWUJlBEwD5ZR8gwBAgQIEKhIwDxYEeRwlzE/Ddff7pkLCLhm3uCIePDBB+P000+Pl19+uXPY/fbbrxN2Pfnkk/M/vBP2JWB+6out7pcEXOsW720/82tvXp4mQIAAAQIzEjC/zoivLS+bz9rSaeckQIAAgUYImM8a0QZFDFbAfDlYX6sTIECAAIFxAinOlykEXD8UETeNSi9evDg2bdrk0yNAgAABAgQGJLBkyZLYvHnz2NUvjoi/HdB2liVQRsA8WEbJMwQIECBAoCIB82BFkMNdxvw0XH+7Zy4g4Jp3g1999dW48sor44Ybbth90HPPPTc++9nPxv7775/34Z2ubwHzU990db4o4Fqndu97mV97N/MGAQIECBDoW8D82jddm140n7Wp285KgAABAkMXMJ8NvQUKGLyA+XLwxnYgQIAAAQK7BVKcL1MIuM6PiG+PKs+ePTt27twZs2alULrfHQQIECBAIC2BkZGRmDt3buzatWts4e+MiO1pnUS1mQmYBzNrqOMQIECAQHMFzIPN7U2PlZmfegTzOIFeBARce9FK79lnnnkmzj777Hjuuec6xbu9Nb0e1l2x+alu8b73E3Dtm66WF82vtTDbhAABAgQIRJhffQUlBcxnJaE8RoAAAQIEZipgPpupoPcTETBfJtIoZRIgQIBA+gKpzpeppER/GBHzRj+Tu+66K5YuXZr+V+MEBAgQIECgYQJ33313nHHGGWOr2hERhzSsTOW0U8A82M6+OzUBAgQI1CxgHqwZfLDbmZ8G62v1FgsIuObb/J///OfxiU98Iooej/6sWrUq1q1bF/vuu2++B3eyGQmYn2bEV+fLAq51ave3l/m1PzdvESBAgACBngTMrz1xtf1h81nbvwDnJ0CAAIFaBMxntTDbpBkC5stm9EEVBAgQIJC5QKrzZSoB1+sj4tLRb2jx4sWxadOmzD8pxyNAgAABAvULdLmO/oaIuKz+SuxIYJKAedBHQYAAAQIEahAwD9aAXN8W5qf6rO3UMgEB13wb/p3vfKfzH/4avb318MMPjzvuuCOOPPLIfA/tZDMWMD/NmLCuBQRc65Lufx/za/923iRAgAABAqUFzK+lqTwYYT7zFRAgQIAAgRoEzGc1INuiKQLmy6Z0Qh0ECBAgkLVAqvNlKgHXYyJi69gv6Omnn44FCxZk/VE5HAECBAgQqFNg27ZtsXDhwolbHhsRj9dZh70ITCFgHvRpECBAgACBAQuYBwcMXP/y5qf6ze3YEgEB1zwb/dprr8U111wTn/zkJ3cf8DOf+UxceumlMWtWKv8oJc/eNPlU5qcmd2dSbQKuzW+X+bX5PVIhAQIECCQuYH5NvIH1l28+q9/cjgQIECDQMgHzWcsa7rjmS98AAQIECBAYsEDK82VK/1bGoxFx/Ggvly1bFrfddtuAW2t5AgQIECDQHoHly5fH7bffPvbAj0XECe0RcNIEBMyDCTRJiQQIECCQroB5MN3e7aFy81OWbXWoYQsIuA67A4PZ/8knn4ylS5fGjh07OhucfvrpsWHDhjjwwAMHs6FVsxAwPyXVRgHXNNplfk2jT6okQIAAgUQFzK+JNm64ZZvPhutvdwIECBDIXMB8lnmDHa+bgPnSd0GAAAECBAYokPJ8mVLA9cyIuHNsH++///5YtGjRAFtraQIECBAg0A6BLVu2xKmnnjrxsGdFxFfaIeCUiQiYBxNplDIJECBAID0B82B6PStZsfmpJJTHCPQiIODai1Yaz/70pz+Nyy+/vBNoLX7mzZvX+Q9sHnfccWkcQJVDETA/DYV9JpsKuM5Er753za/1WduJAAECBFomYH5tWcOrO675rDpLKxEgQIAAgXEC5jMfREsFzJctbbxjEyBAgMDgBVKfL1MKuBbdHPdf7TjiiCPimWeeiVmzUjvG4D9MOxAgQIAAgbICIyMjceSRR8azzz479hW3t5YF9FzdAubBusXtR4AAAQLZC5gHs2+x+Sn7Fjtg3QICrnWLD36/TZs2xTnnnBMvv/xyZ7Obb745zj//fP/sYfD0ye5gfkqydQKu6bTN/JpOr1RKgAABAokImF8TaVRzyzSfNbc3KiNAgACBRAXMZ4k2TtlVCZgvq5K0DgECBAgQ+IVADvNlasnQkyLiwbFf4MqVKzv/sokfAgQIECBAoD+BCy64IDZu3Djx5ZMj4qH+VvQWgYEKmAcHymtxAgQIEGijgHkw+66bn7JvsQPWLSDgWrf4YPf78Y9/3Am3Pvzww52NLr744li3bl3MmTNnsBtbPWkB81OS7RNwTadt5td0eqVSAgQIEEhEwPyaSKOaW6b5rLm9URkBAgQIJCpgPku0ccquSsB8WZWkdQgQIECAwC8EcpgvUwu4FvTXR8SlY7/CNWvWxFVXXeXDJECAAAECBHoUWLt2baxevXriWzdExGU9LuVxAnUKmAfr1LYXAQIECGQtYB7Mur1jD2d+ak2rHZQAAQIEBi1gfhq08MDWF3AdGO1AFja/DoTVogQIECDQRgHzaxu7PpAzm88GwmpRAgQIEGijgPmsjV135i4C5kufBQECBAgQqEggl/kyxYBr0cInI+Kosb1cv359XHLJJRW11zIECBAgQCB/gRtvvDFWrVo18aBPRcRv5n96J8xAwDyYQRMdgQABAgSGK2AeHK7/EHY3Pw0B3ZYECBAgkJeA+Snpfgq4ptc+82t6PVMxAQIECDRMwPzasIakX475LP0eOgEBAgQIDFnAfDbkBti+aQLmy6Z1RD0ECBAgkJxATvNlqgHX+RHxzYiYM/brcZNrcr+XFEyAAAECQxKY4r/U8UpEHBcR24dUlm0J9CJgHuxFy7MECBAgQGCCgHmwlZ+E+amVbXdoAgQIEKhKwPxUleTQ1hFwHRp93xubX/um8yIBAgQIEIgwv/oKBiBgPhsAqiUJECBAoD0C5rP29NpJSwuYL0tTeZAAAQIECEwWyG2+TDXgWnTmtIj42sQWrVy5MjZs2BCzZqV8NL/1CBAgQIDAYARGRkbiwgsvjI0bN3bb4D0Rcd9gdrYqgYEImAcHwmpRAgQIEMhZwDyYc3dLnc38VIrJQwQIECBA4P8LmJ+y+RoEXNNspfk1zb6pmgABAgSGKGB+HSJ+O7Y2n7Wjz05JgAABAhUKmM8qxLRUjgLmyxy76kwECBAgMFCBXOfL1FOgZ0bEnRM7f8QRR8S1114bixYtGuhHYXECBAgQIJCSwJYtW+JjH/tYPPvss93KPisivpLSedRK4BcC5kGfAgECBAgQKClgHiwJlf9j5qf8e+yEBAgQIFCRgPmpIshmLCPg2ow+9FOF+bUfNe8QIECAQCsFzK+tbPswDm0+G4a6PQkQIEAgSQHzWZJtU3T9AubL+s3tSIAAAQKJCuQ8X6YecC0+qeK/3HFHRMyZ+H0tW7YsPvrRj8aCBQsS/fSUTYAAAQIEZi6wbdu2+NSnPhW33357t8VeiYiz3dw6c2crDFXAPDhUfpsTIECAQNMFzINN79BQ6jM/DYXdpgQIECCQioD5KZVO9VSngGtPXI172PzauJYoiAABAgSaJGB+bVI3WlOL+aw1rXZQAgQIEOhHwHzWj5p3Wi5gvmz5B+D4BAgQILBngTbMlzkEXIsuzo+Iz0fEUd1aunjx4jjnnHPi/e9/f8yalcuR/fYlQIAAAQJTCxRXz99zzz1x6623xubNm6d68KmIWBER21kSyEDAPJhBEx2BAAECBKoTMA9WZ5nxSuanjJvraAQIECDQu4D5qXezxN4QcE2sYV3KNb+m30MnIECAAIEKBcyvFWJaql8B81m/ct4jQIAAgSwFzGdZttWh6hUwX9brbTcCBAgQaLhA2+bL3NKe10fEpVN9Y7Nnz45TTjkljj322Jg/f3687W1vi4MOOijmzp0r+Nrw35jKI0CAAIHuAsXgsnPnznjhhRfi+9//fmzfvj22bt0aDzzwQOzatWtPbDdExGVcCWQoYB7MsKmORIAAAQJTC5gHfR0VCJifKkC0BAECBAikI2B+SqdXFVcq4Fox6BCXM78OEd/WBAgQIFC/gPm1fnM79ixgPuuZzAsECBAgkLKA+Szl7qk9EQHzZSKNUiYBAgQIVCNgvvw/x9wCrsWZToqIj0fE8dV8KlYhQIAAAQJZCTz2i79PPpTVqRyGwHgB86AvggABAgQITC1gHvR1dBMwP/kuCBAgQICA+Sn3b0DANa8Om1/z6qfTECBAgEC1Av78r1pPq5UTMJ+Vc/IUAQIECLRTwHzWzr479cwEzJcz8/M2AQIECOQtkOV8mWPAdfQzPDMiVgm65v270ukIECBAoLRAMcisj4ivlH7DgwTSFzAPpt9DJyBAgACB6gTMg9VZ5ryS+Snn7jobAQIECPQqYH7qVazZzwu4Nrs//VZnfu1XznsECBAgkKOA+TXHrqZ3JvNZej1TMQECBAgMTsB8NjhbK7dHwHzZnl47KQECBAhML5D1fJlzwHW0tcdExNkRsSQi5k3fb08QIECAAIFsBHZExKaIuCMiHs/mVA5CoHcB82DvZt4gQIAAgTwEzIN59HEYpzA/DUPdngQIECDQBAHzUxO6MJgaBFwH49qUVc2vTemEOggQIECgbgHza93i9isrYD4rK+U5AgQIEMhNwHyWW0edpykC5sumdEIdBAgQIFC3QGvmyzYEXMd+PPMj4tiIWBgRh0XEWyLizRExOyLaZlH3byr7ESBAgMBgBIp/MWtXRPwkIn4UEc9HxNMRsTUitg9mS6sSSFrAPJh0+xRPgAABAl0EzIM+i0ELmJ8GLWx9AgQIEKhbwPxUt3gz9hNwbUYf6qjC/FqHsj0IECBAoE4B82ud2vYahID5bBCq1iRAgACBYQqYz4apb28CEeZLXwEBAgQI5CZgvhTqzO2bdh4CBAgQIECAAAECBAgQIECAAAECBAgQIECAAAECBCYICLj6JAgQIECAAAECBAgQIECAAAECBAgQIECAAAECBAgQINBAAbeWNrApSiJAgAABAgQIECBAgAABAgQIECBAgAABAgQIECBAoDIBAdfKKC1EgAABAgQIECBAgAABAgQIECBAgAABAgQIECBAgACB6gQEXKuztBIBAgQIECBAgAABAgQIECBAgAABAgQIECBAgAABAs0TEHBtXk9URIAAAQIECBAgQIAAAQIECBAgQIAAAQIECBAgQIAAgRBw9R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KUPdiQAAIABJREFU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oOEC8yPi2IhYGBGHRcRbIuLNETHb5W8N75zyCBAgQGAqgeKfY+6KiJ9ExI8i4vmIeDoitkbE9rawCbi2pdPOSYAAAQIECBAgQIAAAQIECBAgQIAAAQIECBAgQKCdAgKu7ey7UxMgQIAAAQIECBAgQIAAAQIECBAgkL7AMRFxdkQsiYh56R/HCQgQIECAQGmBHRGxKSLuiIjHS7+V4IMCrgk2TckECBAgQIAAAQIECBAgQIAAAQIECBAgQIAAAQIECJQWEHAtTeVBAgQIECBAgAABAgQIECBAgAABAgQINELgzIhYFRHHN6IaRRAgQIAAgeEKPBYR6yPiK8MtYzC7C7gOxtWqBAgQIECAAAECBAgQIECAAAECBAgQIECAAAECBAg0Q0DAtRl9UAUBAgQIECBAgAABAgQIECBAgAABAgSmEzgpIj4u2Dodk18nQIAAgZYKFEHX4u+TD+V0fgHXnLrpLAQIECBAgAABAgQIECBAgAABAgQIECBAgAABAgQITBQQcPVNECBAgAABAgQIECBAgAABAgQIECBAoPkC10fEpVOVOXv27DjllFPi2GOPjfnz58fb3va2OOigg2Lu3Lkxa5ZoTPPbq0ICBAgQmPQPMUdGYufOnfHCCy/E97///di+fXts3bo1Hnjggdi1a9eewG6IiMtyEfV38Vw66RwECBAgQIAAAQIECBAgQIAAAQIECBAgQIAAAQIECHQTEHD1XRAgQIAAAQIECBAgQIAAAQIECBAgQKC5AvMj4vMRcVS3EhcvXhznnHNOvP/97xdkbW4PVUaAAAECFQqMjIzEPffcE7feemts3rx5qpWfiogVEbG9wq2HspSA61DYbUqAAAECBAgQIECAAAECBAgQIECAAAECBAgQIECAQE0CAq41QduGAAECBAgQIECAAAECBAgQIECAAAECPQqcFhF3RMScie8tW7YsPvrRj8aCBQt6XNLjBAgQIEAgH4Ft27bFpz71qbj99tu7HeqViDg7Iu5L+cQCril3T+0ECBAgQIAAAQIECBAgQIAAAQIECBAgQIAAAQIECEwnIOA6nZBfJ0CAAAECBAgQIECAAAECBAgQIECAQP0CZ0bEnRO3PeKII+Laa6+NRYsW1V+RHQkQIECAQEMFtmzZEh/72Mfi2Wef7VbhWRHxlYaWPm1ZAq7TEnmAAAECBAgQIECAAAECBAgQIECAAAECBAgQIECAAIGEBQRcE26e0gkQIECAAAECBAgQIEBPmnzcAAAgAElEQVSAAAECBAgQyFKguLn1axNPtnLlytiwYUPMmiXqkmXXHYoAAQIEZiQwMjISF154YWzcuLHbOu9J9SZXf9ef0WfhZQIECBAgQIAAAQIECBAgQIAAAQIECBAgQIAAAQIEGi4g4NrwBimPAAECBAgQIECAAAECBAgQIECAAIFWCcyPiG9GxJyxp16zZk1cddVVrYJwWAIECBAg0I/A2rVrY/Xq1RNffSUijouI7f2sOcx3BFyHqW9vAgQIECBAgAABAgQIECBAgAABAgQIECBAgAABAgQGLSDgOmhh6xMgQIAAAQIECBAgQIAAAQIECBAgQKC8wJMRcdTYx9evXx+XXHJJ+RU8SYAAAQIEWi5w4403xqpVqyYqPBURv5kajYBrah1TLwECBAgQIECAAAECBAgQIECAAAECBAgQIECAAAECvQgIuPai5VkCBAgQIECAAAECBAgQIECAAAECBAgMTuD6iLh07PJubh0ctpUJECBAIG+BKW5yvSEiLkvp5AKuKXVLrQQIECBAgAABAgQIECBAgAABAgQIECBAgAABAgQI9Cog4NqrmOcJECBAgAABAgQIECBAgAABAgQIECBQvcBJEfHg2GVXrlwZN998c/U7WZEAAQIECLRE4IILLoiNGzdOPO3JEfFQKgQCrql0Sp0ECBAgQIAAAQIECBAgQIAAAQIECBAgQIAAAQIECPQjIODaj5p3CBAgQIAAAQIECBAgQIAAAQIECBAgUK3AoxFx/OiSRxxxRDzzzDMxa5ZYS7XMViNAgACBNgmMjIzEkUceGc8+++zYYz8WESek4mASSKVT6iRAgAABAgQIECBAgAABAgQIECBAgAABAgQIECBAoB8BAdd+1LxDgAABAgQIECBAgAABAgQIECBAgACB6gTOjIg7xy53//33x6JFi6rbwUoECBAgQKClAlu2bIlTTz114unPioivpEAi4JpCl9RIgAABAgQIECBAgAABAgQIECBAgAABAgQIECBAgEC/AgKu/cp5jwABAgQIECBAgAABAgQIECBAgAABAtUIjLu9ddmyZXHbbbdVs7JVCBAgQIAAgVi+fHncfvvtYyWSucVVwNUHTIAAAQIECBAgQIAAAQIECBAgQIAAAQIECBAgQIBAzgICrjl319kIECBAgAABAgQIECBAgAABAgQIEGi6wDERsXVskU8//XQsWLCg6XWrjwABAgQIJCOwbdu2WLhw4cR6j42Ix5t+CAHXpndIfQQIECBAgAABAgQIECBAgAABAgQIECBAgAABAgQIzERAwHUmet4lQIAAAQIECBAgQIAAAQIECBAgQIDAzASuj4hLR5dYvHhxbNq0aWYrepsAAQIECBCYJLBkyZLYvHnz2L9+Q0Rc1nQqAdemd0h9BAgQIECAAAECBAgQIECAAAECBAgQIECAAAECBAjMREDAdSZ63iVAgAABAgQIECBAgAABAgQIECBAgMDMBH4YEfNGl7jrrrti6dKlM1vR2wQIECBAgMAkgbvvvjvOOOOMsX99R0Qc0nQqAdemd0h9BAgQIECAAAECBAgQIECAAAECBAgQIECAAAECBAjMREDAdSZ63iVAgAABAgQIECBAgAABAgQIECBAgED/AvMj4tujr8+ePTt27twZs2aJsvRP6k0CBAgQINBdYGRkJObOnRu7du0a+8A7I2J7k81MBU3ujtoIECBAgAABAgQIECBAgAABAgQIECBAgAABAgQIEJipgIDrTAW9T4AAAQIECBAgQIAAAQIECBAgQIAAgf4EPhQRN42+unjx4ti0aVN/K3mLAAECBAgQmFZgyZIlsXnz5rHPXRwRfzvti0N8QMB1iPi2JkCAAAECBAgQIECAAAECBAgQIECAAAECBAgQIEBg4AICrgMntgEBAgQIECBAgAABAgQIECBAgAABAgS6CmyMiPNHf2XNmjVx1VVXoSJAgAABAgQGJLB27dpYvXr12NVviYiVA9qukmUFXCthtAgBAgQIECBAgAABAgQIECBAgAABAgQIECBAgAABAg0VEHBtaGOURYAAAQIECBAgQIAAAQIECBAgQIBA9gKPRsTxo6e8//77Y9GiRdkf2gEJECBAgMCwBLZs2RKnnnrq2O0fi4gThlVPmX0FXMsoeYYAAQIECBAgQIAAAQIECBAgQIAAAQIECBAgQIAAgVQFBFxT7Zy6CRAgQIAAAQIECBAgQIAAAQIECBBIXeCHETFv9BDf/e5349BDD039TOonQIAAAQKNFfje974Xb3/728fWtyMiDmlswREh4Nrk7qiNAAECBAgQIECAAAECBAgQIECAAAECBAgQIECAAIGZCgi4zlTQ+wQIECBAgAABAgQIECBAgAABAgQIEOhPYGdEzBl99aWXXor99tuvv5W8RYAAAQIECEwr8PLLL8f+++8/9rlXImLutC8O8QEB1yHi25oAAQIECBAgQIAAAQIECBAgQIAAAQIECBAgQIAAgYELCLgOnNgGBAgQIECAAAECBAgQIECAAAECBAgQ6Crw+tiL2V5//fWYNUuMxbdCgAABAgQGJTAyMhJ77bXX2OWLf1Y67i8Mau9+1zUZ9CvnPQIECBAgQIAAAQIECBAgQIAAAQIECBAgQIAAAQIEUhAQcE2hS2okQIAAAQIECBAgQIAAAQIECBAgQCBHgXF/PluEbvwQIECAAAECgxXo8h+TaHSGtNHFDbZVVidAgAABAgQIECBAgAABAgQIECBAgAABAgQIECBAoAUCAq4taLIjEiBAgAABAgQIECBAgAABAgQIECDQSAEB10a2RVEECBAgkLOAgGvO3XU2AgQIECBAgAABAgQIECBAgAABAgQIECBAgAABAgRSExBwTa1j6iVAgAABAgQIECBAgAABAgQIECBAIBcBAddcOukcBAgQIJCMgIBrMq1SKAECBAgQIECAAAECBAgQIECAAAECBAgQIECAAAECLRAQcG1Bkx2RAAECBAgQIECAAAECBAgQIECAAIFGCgi4NrItiiJAgACBnAUEXHPurrMRIECAAAECBAgQIECAAAECBAgQIECAAAECBAgQIJCagIBrah1TLwECBAgQIECAAAECBAgQIECAAAECuQgIuObSSecgQIAAgWQEBFyTaZVCCRAgQIAAAQIECBAgQIAAAQIECBAgQIAAAQIECBBogYCAawua7IgECBAgQIAAAQIECBAgQIAAAQIECDRSQMC1kW1RFAECBAjkLCDgmnN3nY0AAQIECBAgQIAAAQIECBAgQIAAAQIECBAgQIAAgdQEBFxT65h6CRAgQIAAAQIECBAgQIAAAQIECBDIRUDANZdOOgcBAgQIJCMg4JpMqxRKgAABAgQIECBAgAABAgQIECBAgAABAgQIECBAgEALBARcW9BkRyRAgAABAgQIECBAgAABAgQIECBAoJECAq6NbIuiCBAgQCBnAQHXnLvrbAQIECBAgAABAgQIECBAgAABAgQIECBAgAABAgQIpCYg4Jpax9RLgAABAgQIECBAgAABAgQIECBAgEAuAgKuuXTSOQgQIEAgGQEB12RapVACBAgQIECAAAECBAgQIECAAAECBAgQIECAAAECBFogIODagiY7IgECBAgQIECAAAECBAgQIECAAAECjRQQcG1kWxRFgAABAjkLCLjm3F1nI0CAAAECBAgQIECAAAECBAgQIECAAAECBAgQIEAgNQEB19Q6pl4CBAgQIECAAAECBAgQIECAAAECBHIREHDNpZPOQYAAAQLJCAi4JtMqhRIgQIAAAQIECBAgQIAAAQIECBAgQIAAAQIECBAg0AIBAdcWNNkRCRAgQIAAAQIECBAgQIAAAQIECBBopICAayPboigCBAgQyFlAwDXn7jobAQIECBAgQIAAAQIECBAgQIAAAQIECBAgQIAAAQKpCQi4ptYx9RIgQIAAAQIECBAgQIAAAQIECBAgkIuAgGsunXQOAgQIEEhGQMA1mVYplAABAgQIECBAgAABAgQIECBAgAABAgQIECBAgACBFggIuLagyY5IgAABAgQIECBAgAABAgQIECBAgEAjBQRcG9kWRREgQIBAzgICrjl319kIECBAgAABAgQIECBAgAABAgQIECBAgAABAgQIEEhNQMA1tY6plwABAgQIECBAgAABAgQIECBAgACBXAQEXHPppHMQIECAQDICAq7JtEqhBAgQIECAAAECBAgQIECAAAECBAgQIECAAAECBAi0QEDAtQVNdkQCBAgQIECAAAECBAgQIECAAAECBBopIODayLYoigABAgRyFhBwzbm7zkaAAAECBAgQIECAAAECBAgQIECAAAECBAgQIECAQGoCAq6pdUy9BAgQIECAAAECBAgQIECAAAECBAjkIiDgmksnnYMAAQIEkhEQcE2mVQolQIAAAQIECBAgQIAAAQIECBAgQIAAAQIECBAgQKAFAgKuLWiyIxIgQIAAAQIECBAgQIAAAQIECBAg0EgBAddGtkVRBAgQIJCzgIBrzt11NgIECBAgQIAAAQIECBAgQIAAAQIECBAgQIAAAQIEUhMQcE2tY+olQIAAAQIECBAgQIAAAQIECBAgQCAXAQHXXDrpHAQIECCQjICAazKtUigBAgQIECBAgAABAgQIECBAgAABAgQIECBAgAABAi0QEHBtQZMdkQABAgQIECBAgAABAgQIECBAgACBRgoIuDayLYoiQIAAgZwFBFxz7q6zESBAgAABAgQIECBAgAABAgQIECBAgAABAgQIECCQmoCAa2odUy8BAgQIECBAgAABAgQIECBAgAABArkICLjm0knnIECAAIFkBARck2mVQgkQIECAAAECBAgQIECAAAECBAgQIECAAAECBAgQaIGAgGsLmuyIBAgQIECAAAECBAgQIECAAAECBAg0UkDAtZFtURQBAgQI5Cwg4Jpzd52NAAECBAgQIECAAAECBAgQIECAAAECBAgQIECAAIHUBARcU+uYegkQIECAAAECBAgQIECAAAECBAgQyEVAwDWXTjoHAQIECCQjIOCaTKsUSoAAAQIECBAgQIAAAQIECBAgQIAAAQIECBAgQIBACwQEXFvQZEckQIAAAQIECBAgQIAAAQIECBAgQKCRAgKujWyLoggQIEAgZwEB15y762wECBAgQIAAAQIECBAgQIAAAQIECBAgQIAAAQIECKQmIOCaWsfUS4AAAQIECBAgQIAAAQIECBAgQIBALgICrrl00jkIECBAIBkBAddkWqVQAgQIECBAgAABAgQIECBAgAABAgQIECBAgAABAgRaICDg2oImOyIBAgQIECBAgAABAgQIECBAgAABAo0UEHBtZFsURYAAAQI5Cwi45txdZyNAgAABAgQIECBAgAABAgQIECBAgAABAgQIECBAIDUBAdfUOqZeAgQIECBAgAABAgQIECBAgAABAgRyERBwzaWTzkGAAAECyQgIuCbTKoUSIECAAAECBAgQIECAAAECBAgQIECAAAECBAgQINACAQHXFjTZEQkQIECAAAECBAgQIECAAAECBAgQaKSAgGsj26IoAgQIEMhZQMA15+46GwECBAgQIECAAAECBAgQIECAAAECBAgQIECAAAECqQkIuKbWMfUSIECAAAECBAgQIECAAAECBAgQIJCLgIBrLp10DgIzEPinf/qneMMb3hDveMc74oADDogu4bsZrD7+1ZGRkXjppZfitddeG/cLe+21V+y3336xzz77VLaXhQg0VUDAtamdURcBAgQIECBAgAABAgQIECBAgAABAgQIECBAgAABAm0UEHBtY9edmQABAgQIECBAgAABAgQIECBAgACBJggIuDahC2ogMESBl19+OS655JK49dZbO1XMmzcv1qxZE2efffZAqnrkkUfigx/8YOzYsWPc+n/1V38Vq1evTirgWtR89dVXjzvHP//zP8dxxx03EDuL5iMg4JpPL52EAAECBAgQIECAAAECBAgQIECAAAECBAgQIECAAIH0BQRc0++hExAgQIAAAQIECBAgQIAAAQIECBAgkKaAgGuafVM1gcoEiqDpsmXLYuvWrZ01Dz744Pja174WRx11VGV7jC70wgsvxPnnnx9///d/P2ntdevWxRVXXBF777135fsOakEB10HJ5r+ugGv+PXZCAgQIECBAgAABAgQIECBAgAABAgQIECBAgAABAgTSERBwTadXKiVAgAABAgQIECBAgAABAgQIECBAIC8BAde8+uk0BHoW+Jd/+Zd417veFcVNrsXPokWLOre5vvnNb+55rT298Morr8SVV14ZN910U9fHiptj/+7v/i5OPPHESvcd5GICroPUzXttAde8++t0BAgQIECAAAECBAgQIECAAAECBAgQIECAAAECBAikJSDgmla/VEuAAAECBAgQIECAAAECBAgQIECAQD4CAq759NJJCPQlsGHDhrjooot2v3v55ZfHmjVr4pd+6Zf6Wq/bS6+99lpcd911sXr16j2u+e53vztuueWWOOiggyrbe5ALCbgOUjfvtQVc8+6v0xEgQIAAAQIECBAgQIAAAQIECBAgQIAAAQIECBAgkJaAgGta/VItAQIECBAgQIAAAQIECBAgQIAAAQL5CAi45tNLJyHQs8DPfvazTuj0b/7mb3a/+6UvfSmWL1/e81pTvTAyMhJf/vKXOyHa0Vtii2ePPvroOPfcc2PdunWxY8eO3a9ffPHFnb82Z86cymoY1EICroOSzX9dAdf8e+yEBAgQIECAAAECBAgQIECAAAEC/8ve/QBrWZb5A78EkxCJQdpZ3dn1z6ixhMoam5Za7QQrWP4DJETANDDcQstMRJFY1kyslF0ifhK4iQhKCKi5iSUtmVpYphguGZVpm7qKkSI2uuL5zf324/zOezh/3vec57zned/388w0K+fcz31f9+d6dnSG+c5FgAABAgQIECBAgED1CAi4Vk+vVEqAAAECBAgQIECAAAECBAgQIECAQG0JCLjWVj9r5jZp4uevf/3reOSRR+LBBx+MX/3qV4UQ5JNPPtl4x/333z+GDBkSBx98cLz3ve8tBCaPOuqoTCeP1gxoKxfZtm1bTJo0KdatW1dYccQRR8Ttt98eRx99dGZX/8EPfhAf//jHi0KsqWdLly6ND37wgzF//vz47Gc/W3RemiB7ySWXxN57751ZHSnMu3r16njmmWca9+zXr19MnDgx9ttvvw6dk3XA9fnnn4/bbrstXn/99cZ6DjrooBgzZozvukMdyu9LAq757Y3KCBAgQIAAAQIECBAgQIAAAQIECBAgQIAAAQIECBCoPwEB1/rruRsTIECAAAECBAgQIECAAAECBAgQIJAPAQHXfPShrCpuvPHGmDJlyh7vXH/99XHxxReXtVdHF69Zs6YQumv69O3bN9auXRvDhg3r0LZvvfVW/Nd//Vf8+7//e6T9m071LHXDFHo9/fTTY/LkyYXAa5YByfZq2L59e+HcZND8WbJkSeF3eXsef/zxOPPMM2Pr1q2F0j760Y/GsmXLon///pmU2lK4NX0nN9xwQ4wfPz5SyG/nzp0xffr0WLhwYeOZzddkUcyf/vSnwv9/LFq0qHG7ESNGxPLly2PAgAEdOiLrgGsKcI8bNy42bdrUWM/UqVMLE3Z79+7doRq9lE8BAdd89kVVBAgQIECAAAECBAgQIECAAAECBAgQIECAAAECBAjUp4CAa3323a0JECBAgAABAgQIECBAgAABAgQIEOh+AQHX7u9B2RU89dRThXDgxo0bi94dNWpUpPBrVuHE1gpL0yVTIDFN3mz6dPT8FGxNQchrr7027r333rI9WnshhRcvu+yy+NCHPhQ9evTIbN/WNkqTZk8++eTYsWPHHks6atPVRa9cuTLOOuusxmMuv/zySKHNnj17dvro+++/Pz75yU8WTd1tLbi6ZcuWOO+884q+6axDrgKunW6pDTIUEHDNENNWBAgQIECAAAECBAgQIECAAAECBAgQIECAAAECBAgQ6KSAgGsnAb1OgAABAgQIECBAgAABAgQIECBAgACBDgoIuHYQrjtfay1geuCBB8Ydd9wRxx57bJeW98QTT8TYsWMjhRKbPh2ZUvq73/0urrzyyrj55pu7pOYUkrzwwgtjxowZkf65q55du3bFnDlzCuHQlp7OTrftTN1vvPFGrF69Op555pk9tkkh1O985zuNP584cWIceeSR7R7Xq1evQjD2gAMO2GNtQ0NDIbB8wQUXFIVb08K5c+fGJZdc0uJk3ZamvaaJvF//+tcLU01bCAS2W2fTBQKuZXFZ3MUCAq5dDGx7AgQIECBAgAABAgQIECBAgAABAgQIECBAgAABAgQIlCEg4FoGlqUECBAgQIAAAQIECBAgQIAAAQIECBDIUEDANUPMSm61fv36SFNBm08LTQHLmTNndjoM2NZd0pTYKVOmFC0ZNGhQrFq1KgYPHlwSQwpBpmmtn/3sZ/cIQba2wcCBA+Pggw9u/PUrr7wSP/7xj0s6LwVyv/a1r8Vf/uVflrS+3EWtTdVtus9FF10UX/7ylyOFQyv5tBTs7Oz5Q4YMiTT9NfWk6ZP6unbt2vjc5z4XTz/9dNHvvvSlLxV+3tr907u33nprIRjb9LtO4eB58+bFxz/+8RaDsaXeRcC1VCnrKiEg4FoJZWcQIECAAAECBAgQIECAAAECBAgQIECAAAECBAgQIECgNAEB19KcrCJAgAABAgQIECBAgAABAgQIECBAgEDWAgKuWYtWaL/t27fH5MmTC2HCps/w4cML01DTNNeueF5++eVCuPX2228v2r6c8GZbIcimm55yyikxfvz4+OAHP1iYFLr33nvvcaW33nornn/++diwYUMhHHn33Xe3eu1PfepThYBpnz59MqdZs2ZNjBkzpnHfFMrs3bt3vPDCC40/KzcEnFWRlQq4vvnmm7F06dK4+OKL9whe//M//3NMnz69YNLWk/q5YsWKSL1qHt4udY/W9hdwzeqLsk8WAgKuWSjagwABAgQIECBAgAABAgQIECBAgAABAgQIECBAgAABAtkICLhm42gXAgQIECBAgAABAgQIECBAgAABAgQIlCsg4FquWE7Wp5Bommp5ySWXFFWUgpUp9Dps2LAuqfThhx+OM844I5577rnG/cs98wc/+EFhGmfzCZ9pw7RX+l0KSR566KFlTaJN4cif/exnMWfOnFaDringmqaI9uzZMzOfnTt3xrRp0+Kmm25q3POjH/1onHjiiXH55ZcXnXPdddcV7tZCuC2zeppvVImAawqjpgmtc+fO3eMe5QZTU1D2hhtuiCuuuGKPkGuaWpy++6aTfEuFE3AtVcq6SggIuFZC2RkECBAgQIAAAQIECBAgQIAAAQIECBAgQIAAAQIECBAoTUDAtTQnqwgQIECAAAECBAgQIECAAAECBAgQIJC1gIBr1qIV3O+JJ56IsWPHxpYtW4pOTaHKq666KtMQZzoghWqvvvrqmDVrVtF55UyNTbWed955sXHjxj2khgwZEikA+uEPf7hTAdDXX389vvGNb8TMmTP3CEimYGSaPvv3f//3mXXqkUceiVNPPbUo9Jt6kHozbty42Lp1a+NZ5VhlVWDq2yuvvBIpOLr72bVrV1xzzTXxr//6r40/S8HoD3zgAyUd26NHj0IYOU3V/c1vfhOf//zn95gmnH5/5ZVXxmc+85no1atXSfvuXtRWyHXgwIHxxS9+MUaPHh2pjlIfAddSpayrhICAayWUnUGAAAECBAgQIECAAAECBAgQIECAAAECBAgQIECAAIHSBARcS3OyigABAgQIECBAgAABAgQIECBAgAABAlkLCLhmLVrB/VqbzHn88cfHihUrOjTlsq3y09TWc845J+67776iZaVOJU2TTtP00sWLF+9xzEknnRQLFiyII444IhPBFJBcunRp4bw0XbTpc9FFF0Wa5Fpu6LKlwlqbpHvbbbfFKaecssdk17TH6tWrC+HM7nxefvnlmDJlSiHsm56OfDNpYu4999xTmCL85JNPFl0nhVvTpNU0jTeFYDvypP2T44UXXhh/+MMf9tgifYtpWu8hhxxS0vYCriUxWVQhAQHXCkE7hgABAgQIECBAgAABAgQIECBAgAABAgQIECBAgAABAiUICLiWgGQJAQIECBAgQIAAAQIECBAgQIAAAQIEukBAwLULUCu55Zo1a2LMmDF7HNkVIcrvfe97kYKoTZ9BgwbFqlWrYvDgwe1ee/ny5TFx4sQ91h133HHxzW9+M9JeWT4pUDt9+vRYuHBhh2tur56WQr9NTW688cZCkLTpc+655xbCvH369Glv+y77/eOPPx5nnnlm43TZqVOnFgKpvXv3LunMF198sRAS/upXv1rS+s4sSmHZVNcLL7ywxzb7779/zJgxIz7xiU/EgAED2jxGwLUzXfBu1gICrlmL2o8AAQIECBAgQIAAAQIECBAgQIAAAQIECBAgQIAAAQIdFxBw7bidNwkQIECAAAECBAgQIECAAAECBAgQINAZAQHXzujl4N3WpqpmOaU0XfP1118vhEXnz59fdOtSg5EpnHj++efHXXfdVfR+Ci+mKaLNg7NZ0aYg51lnnRVbtmwp2rLUqbPt1dFS6HfSpEnx9a9/PdLdnnjiiRg7dmzR+WlKbbrz0Ucf3d72Xfb7lStXFlx2PzfccEOkXrb3pKmq3//+9+OKK66In/zkJ3ssHzJkSCE4O2vWrPa2Kvn3I0aMiCuvvDKuuuqq+O53v9vieynomqb1fupTn4r0zy09Aq4lk1tYAQEB1wogO4IAAQIECBAgQIAAAQIECBAgQIAAAQIECBAgQIAAAQIlCgi4lghlGQECBAgQIECAAAECBAgQIECAAAECBDIWEHDNGLTS2zU0NMTVV1+9R6AwBQ1TiHHgwIGZlPTUU0/F+PHjY+PGjUX7lToptrVJsykoOWfOnNh7770zqbP5JlQX2PkAACAASURBVG+++WbMnj07vvSlLxX9atSoUZGmq/bv37/D57YW+r3++usLYcv0tBSqTD/PKmDbkeJ37dpV+F6uueaawusHHnhgfPvb346hQ4e2ud3vfve7QtD05ptvbnFdMk1TYP/7v/87TjzxxI6U1uI7KeCapv/us88+MXfu3Pja174WO3bs2GNtCremqbKtTcYVcM2sJTbKQEDANQNEWxAgQIAAAQIECBAgQIAAAQIECBAgQIAAAQIECBAgQCAjAQHXjCBtQ4AAAQIECBAgQIAAAQIECBAgQIAAgTIFBFzLBMvj8ocffjjOOOOMSNNcmz5LliyJyZMnZ1JyCoNOmTKlaK/hw4cXwo4pINnWs3Pnzpg2bVrcdNNNRcsGDRoUq1atisGDB2dSY2ubrF+/PlL4cncoMk1W/chHPlIISx5yyCEdPvvJJ5+McePGxaZNmxr3aGk6a0vh3lLtOlxcGy9u27Yt0pTZdevWFVaNHDkyli1bVgj7/vznP48//vGPhZ+//e1vj2OOOSZ69epV+PP//M//FKa83nnnnUW7J89LL700Pve5zxXCpY888khhwmtWz0EHHVQIrqb60gTZe+65Jy655JJI/rufE044IW655ZY2+yngmlVH7JOFgIBrFor2IECAAAECBAgQIECAAAECBAgQIECAAAECBAgQIECAQDYCAq7ZONqFAAECBAgQIECAAAECBAgQIECAAAEC5QoIuJYrlsP1rQVIzz333FiwYEGrEy1LvUpr+5c6hbS1AG6aIpqmq/bs2bPUUjq0LgU6UyDy8MMPjzQN9KijjorevXt3aK+mL7UU+m3J/Nlnn40JEybEhg0bis4sdfptpwtttkEKoJ566qmNgejLL788rrrqqnjjjTcKk2cXLVpUeGP35NQBAwY07tA85JomBKfv4OSTT44ePXpkXWqr+7344ouFcxcuXBj7779/LF26ND70oQ+1eb6Aa8Xa46ASBARcS0CyhAABAgQIECBAgAABAgQIECBAgAABAgQIECBAgAABAhUSEHCtELRjCBAgQIAAAQIECBAgQIAAAQIECBAg0ExAwLVGPomWwpYtTRPtyHWbByLTHmlq6x133BHHHntsu1vOmzevMN2z6ZOmfqZJnGnyZjU+27dvL0zHXbt2bVH5aYpoCrM2fXbt2hVz5swphEibPlkFkMv1SwHWCy64oPG1NJH1tNNOi+YB0JYCrumlLVu2xPjx42Po0KFx9dVXxwEHHFBuCZmsb2hoiEcffTQ2b95cMG8vKC3gmgm7TTISEHDNCNI2BAgQIECAAAECBAgQIECAAAECBAgQIECAAAECBAgQyEBAwDUDRFsQIECAAAECBAgQIECAAAECBAgQIECgAwICrh1Ay+MrTz31VCF0uHHjxqLyrr/++sJUzo4+KUSYAqppAmrTp9Rw5o4dO+LTn/50LFu2rOj9kSNHFn72zne+s6Oldet7LU2lPe644+LWW2+NQw89dI/aWlpfTkg4q8s2D3kOGTIkVq5cGWkSa6kB1/RNpKm0qf5KTm3trIGAa2cFvZ+lgIBrlpr2IkCAAAECBAgQIECAAAECBAgQIECAAAECBAgQIECAQOcEBFw75+dtAgQIECBAgAABAgQIECBAgAABAgQIdFRAwLWjcjl7r7UpoaNGjYo03bV///4dqnjbtm0xadKkWLduXdH7q1evjtGjR7e7569+9as466yzIk2BbfpcfvnlhYmm7U3dbPeAbljQmnVbd3r55ZdjypQpcfvttxdVPGvWrJg9e3bFHJoHoZsGlUsNuHYDeeORr776aqQpuckzPf369YuJEyfGfvvt125ZAq7tEllQQQEB1wpiO4oAAQIECBAgQIAAAQIECBAgQIAAAQIECBAgQIAAAQLtCAi4+kQIECBAgAABAgQIECBAgAABAgQIECDQPQICrt3j3iWnrl+/PlKgNU1N3f10dkpoS3u2Nam0+cUefPDBOPHEE/e479KlS+Occ87pEoeu3vTpp5+Os88+Ox566KHGo/r27Rtr166NYcOGtXp8ChqnkGvTpxzLLO511113xemnn9641Q033BBTp04t/LncgOvWrVtjzZo1HSqrV69eheDzAQccUNb7L730UkyYMCHuvffewnsjRoyI5cuXx4ABA9rdp6WAa7sv5WBB6k+aoty7d+8cVKOErAQEXLOStA8BAgQIECBAgAABAgQIECBAgAABAgQIECBAgAABAgQ6LyDg2nlDOxAgQIAAAQIECBAgQIAAAQIECBAgQKAjAgKuHVHL6Tvbt2+PyZMnF4KWTZ80KXXmzJnRQqCqzZukSaVpwug111xTtK6cqaMpfJgmbDZ/HnjggTjhhBNyKtl2WSnUOWbMmKJFpUzKffLJJ2PcuHGxadOmoneXLFlS6FtXP837mcLP3/72t2Po0KGFo8sNuLYWXi7lHkOGDImVK1fGwIEDS1neuEbAtSwui3MsIOCa4+YojQABAgQIECBAgAABAgQIECBAgAABAgQIECBAgACBuhMQcK27lrswAQIECBAgQIAAAQIECBAgQIAAAQI5ERBwzUkjsipj0aJFccEFFxRtN3z48Lj55psjBRrLeZ566qkYP358bNy4sfG1cifCpnDtF77whaJjjzrqqPjWt74Vf/u3f1tOOblYu3Pnzpg2bVrcdNNNRfVcd911cfHFF7cZIn799ddj+vTpMX/+/KJ3SwnHZnH5Z599tjD9dMOGDYXtRo4cGcuWLYt3vvOdhT93d8A1BbSTzzPPPFOo59hjjy0Es9/+9rc3Xl/ANYsvwR55EBBwzUMX1ECAAAECBAgQIECAAAECBAgQIECAAAECBAgQIECAAIE/Cwi4+hIIECBAgAABAgQIECBAgAABAgQIECDQPQICrt3j3mWnPvHEEzF27NjYsmVL4xl9+/YtTHUdNmxYWee2NKn0zDPPjDRxtF+/fu3u1dDQEHPmzCn8r+nT0emd7R5YgQWPP/54JIOtW7c2njZo0KBYtWpVDB48uN0Kvve978VJJ51UtK6j/Wn3sGYL1q9fHylMu2PHjsJvmk/27e6Aa/Pw6tSpU2PevHnRu3fvxpsIuJbbdevzKiDgmtfOqIsAAQIECBAgQIAAAQIECBAgQIAAAQIECBAgQIAAgXoUEHCtx667MwECBAgQIECAAAECBAgQIECAAAECeRAQcM1DFzKsobUpoZdffnkh0NizZ8+STmttUmkKt06ePLmkPZoHJne/NGLEiFi+fHkMGDCgpH3ysigFdlPg8pJLLikq6dxzz40FCxZEnz592i31ueeei3POOSfuu+++orWzZs2K2bNnl9yfdg9qtmDXrl2FoHH6BnY/3/3ud+Mf//EfG//c2YDrAw88ECeccEKrpaWeT5w4sfD7lkLOXR1wTQY///nP449//GO5fK2uX7FiRSxevLjo9wsXLowUeu7I8/vf/77Qp6YB6paCvh3Z2zv5EhBwzVc/VEOAAAECBAgQIECAAAECBAgQIECAAAECBAgQIECAQH0LCLjWd//dngABAgQIECBAgAABAgQIECBAgACB7hMQcO0++y47uaUpoccff3ykMN7BBx9c0rktTYI97rjj4tZbb41DDz20pD26KuD64IMPxoknnlhSDW0tKjdo21o4dfXq1TF69OiS6mktJFuubUmHNVnUvPaWvodaD7iWa1bK+hQY/sIXvlC0tL2gb1v7PvnkkzFu3LjYtGlT4zIB11I6UX1rBFyrr2cqJkCAAAECBAgQIECAAAECBAgQIECAAAECBAgQIECgdgUEXGu3t25GgAABAgQIECBAgAABAgQIECBAgEC+BQRc892fDlXX2SBmayHMcqfA1lrAdf369TFq1KjYsWNHY1/KDQ6nFx955JE49dRTI/Wp6VPOdNxyP4zmwckUdD7iiCOiR48ejVu99dZbhcmhTz/9dOFn+++/f2HS6tve9rai40455ZS48MILo3nQuL1gZ3dPcC3XrJT1WQdcn3/++bjtttsiTWLe/Rx00EExZsyY2GeffUopyZoqERBwrZJGKZMAAQIECBAgQIAAAQIECBAgQIAAAQIECBAgQIAAgboQEHCtiza7JAECBAgQIECAAAECBAgQIECAAAECORQQcM1hUzpbUmsB1Ysuuii+/OUvR69evdo8Yvv27TF58uRYu3Zt47q+ffsW/jxs2LCSy3vjjTdixowZMW/evKJ3hg4dWgjxHX744SXv1XRhd0xwTYHD6dOnx/z584tqnjVrVsyePTt69uxZ8l127twZ06ZNi5tuuqnonRSevfHGG6N///4l71XqwpYmg5b6bvN1//Iv/xLp3gKuEVkHXDvaE+9Vn4CAa/X1TMUECBAgQIAAAQIECBAgQIAAAQIECBAgQIAAAQIECNSugIBr7fbWzQgQIECAAAECBAgQIECAAAECBAgQyLeAgGu++9Ph6lqaEpqmca5cuTIGDhzY5r4tTSrtaPiypQBgqXW0VmR3BFxbCoim0O8999wTJ5xwQtl9ajrNdPfLHQkRl3qwgGupUuWtE3Atz8vq/y8g4OprIECAAAECBAgQIECAAAECBAgQIECAAAECBAgQIECAQH4EBFzz0wuVECBAgAABAgQIECBAgAABAgQIECBQXwICrjXa79amhC5ZsqQwnbW1Z9euXTFnzpzCZMqmzw033BBTp04tW2vRokVxwQUXFL2Xgpzf/e53433ve1/Z+6UXuiPgmiarTpkypUP1lvNSqVN2y9kzra1EwHXhwoUxaNCgVkvbsGFD4dtKT0sh55deeikmTJgQ9957b2FN+t7S9N/evXs37tl8zYgRIyKFhQcMGFAuSSbrBVwzYazLTQRc67LtLk2AAAECBAgQIECAAAECBAgQIECAAAECBAgQIECAQE4FBFxz2hhlESBAgAABAgQIECBAgAABAgQIECBQ8wICrjXc4jVr1sSYMWOKbnjuuefGggULok+fPi3e/Omnn46zzz47Hnroocbfp9DiqlWrYvDgwWVrfe9734uTTjppj/duu+22GDduXNn7dfSFloKIpYYjX3755UK49fbbb+/o8SW/1xnrkg9pZeGf/vSnuPjiiyOFktPTnk9ngsaVDrimu7322mtFN993332LwrMd8euqgGtX1duRO3qnawQEXLvG1a4ECBAgQIAAAQIECBAgQIAAAQIECBAgQIAAAQIECBDoiICAa0fUvEOAAAECBAgQIECAAAECBAgQIECAAIHOCwi4dt4wtzu0FFY94ogjCkHNo48+usW6WwrFdmaq6OOPPx5nnnlmbN26tei8FAycOXNmtBDy6hLPzgRcH3744TjjjDPiueee65Lamm963XXXFYKmlbLZfX4tB1zTlNeJEycWUd9yyy2FibGdeboq4NpV9Xbmrt7NVkDANVtPuxEgQIAAAQIECBAgQIAAAQIECBAgQIAAAQIECBAgQKAzAgKundHzLgECBAgQIECAAAECBAgQIECAAAECBDouIODacbvcv7lr166YM2dOpBBe0+f6668vBCibP80Djun3ffv2jbVr18awYcM6dN9t27bFpEmTYt26dUXvp9DrkiVLol+/fh3at9yXOhpwbc2w3PPLWT98+PC4+eab48ADDyzntU6vFXAtn1DAtXwzb/xZQMDVl0CAAAECBAgQIECAAAECBAgQIECAAAECBAgQIECAAIH8CAi45qcXKiFAgAABAgQIECBAgAABAgQIECBAoL4EBFxrvN8tTR8dNWpU3HjjjdG/f/+i2z/xxBMxduzY2LJlS+PPOxu2TAHRWbNmxTXXXFN0VnuTZLNuS0cDrs8++2xhyueGDRuKSjrvvPNi4MCBnS5z8+bNkSaJNn9Wr14do0eP7vT+5WzQ2YDrAw88ECeccEKrRzadSjpkyJBYuXJlkeFLL71UsL733nsLe0ydOjXmzZsXvXv3btyz+ZoRI0ZE2nfAgAFtXrWrJqIKuJbzhVnbVEDA1fdAgAABAgQIECBAgAABAgQIECBAgAABAgQIECBAgACB/AgIuOanFyohQIAAAQIECBAgQIAAAQIECBAgQKC+BARca7zf27dvj8mTJxemsO5+0mTQO+64I4499tii2y9atCguuOCCop9dd911hWmvLYSxSpZbv359pFDtjh07Mt+71CI6GnBds2ZNjBkzpuiYQYMGxapVq2Lw4MGlHt/qupZCxWlxS+HOTh/WzgYCruULC7iWb+aNPwsIuPoSCBAgQIAAAQIECBAgQIAAAQIECBAgQIAAAQIECBAgkB8BAdf89EIlBAgQIECAAAECBAgQIECAAAECBAjUl4CAax30O01rnTJlStFNUzBv5syZjSGrloKwWQU5t23bFpMmTYp169YV1ZCmfabppYccckiXd6EjAdedO3fGtGnT4qabbiqqL8vwafNQ6e6DsrIvB1bAtRytP68VcC3fzBt/FhBw9SUQIECAAAECBAgQIECAAAECBAgQIECAAAECBAgQIEAgPwICrvnphUoIECBAgAABAgQIECBAgAABAgQIEKgvAQHXOuj3U089FePHj4+NGzc23nb48OFx8803R5rmmp6HH344zjjjjHjuueca15x77rmxYMGC6NOnT6eVWgrZpk1TQHDGjBmx9957d/qMtjboSMC1temqq1evjtGjR2dWb0tTYtPmWUzPLadIAddytP68VsC1fDNv/FlAwNWXQIAAAQIECBAgQIAAAQIECBAgQIAAAQIECBAgQIAAgfwICLjmpxcqIUCAAAECBAgQIECAAAECBAgQIECgvgQEXOug36+//npMnz495s+f33jbvn37xtq1a2PYsGHR0NAQV199dcyaNatII8sg5+9///vCFNf//M//LDrj4IMPjqVLl8aHPvShLu1EuQHXZDJv3ry45JJLiuo67rjj4tZbb41DDz00s3qfffbZmDBhQmzYsKFoz+Yh5MwObGWj1gKu6VtJE35/9atfxS9+8YvYunVrjBs3Ll577bU48cQTG3d74IEHIk3lbe1Zvnx5TJw4sfDrIUOGxMqVK2PgwIGNy1966aWCw7333lv4WUuTcpuvGTFiRKR9BwwY0CZP07N3L0zTg9N5nXkEXDujV9/vCrjWd//dngABAgQIECBAgAABAgQIECBAgAABAgQIECBAgACBfAkIuOarH6ohQIAAAQIECBAgQIAAAQIECBAgQKB+BARc66TX69evj1GjRsWOHTsab5wCrbNnzy6EF1P4dN26dY2/yzpcmQKjKWSYzmn+pNDoN7/5zRg0aFCXdaPcgOu2bdv2MEnFXXTRRfHlL385evXqlVmtu3btijlz5hSmgTZ/sgwZt1Zw6s0rr7wSKTyapumuWrWqsDQFW3v37h0vvPBC0au7w6nJqGnAdeHChW32MAV40z3TI+Da9ufTVYHczD5aG3VaQMC104Q2IECAAAECBAgQIECAAAECBAgQIECAAAECBAgQIECAQGYCAq6ZUdqIAAECBAgQIECAAAECBAgQIECAAAECZQkIuJbFVb2LWwpsjhw5MpYtWxZPPvlknHzyyUXh1xS2nDlzZrQQwuowws6dO+Piiy+OxYsX77FHmvy5aNGiGDx4cIf3b+nFFN78/ve/X5jEumnTpqIlbU3/bCkQnF6+884747TTTsu0xrTZgw8+uEcP0s/PPffcWLBgQfTp06fDZ7711luFEPNvfvOb+OMf/xibN28uhFkfe+yxSNNjH3300bL2TuHnFStWxC9/+cuigGs5mwi4tq0l4FrO11SdawVcq7NvqiZAgAABAgQIECBAgAABAgQIECBAgAABAgQIECBAoDYFBFxrs69uRYAAAQIECBAgQIAAAQIECBAgQIBA/gUEXPPfo0wqTEHPefPmFYKeu580ofM//uM/4ic/+UnRzw888MC444474thjj83k7KabbNmyJc4777zYuHHjHnsPHDgwvvCFL8SYMWMymZD629/+Nq677rpYunRpUXh398GtBVxff/31mD59esyfP7+oxn/4h38oTKH9q7/6q8xdUgB18uTJsXbt2qK9s+jF7gm9qddZPLvdfvGLXwi4XnVV4Ztt+jzwwAORAtudeQRcO6NXHe8KuFZHn1RJgAABAgQIECBAgAABAgQIECBAgAABAgQIECBAgEB9CAi41kef3ZIAAQIECBAgQIAAAQIECBAgQIAAgfwJCLjmryddVtETTzwRY8eOjRQy3f1cccUVhUmct99+e+PPspga2tYl7r///vjkJz9ZmBzb0nPKKacUAqbvf//7Y++99y7L48033yzcL4V505127NjR6vutBVyfeuqpGD9+/B4h3FmzZsXs2bOjZ8+eZdVU6uJU8+c+97k9lnf23D/96U+FyblpQm65z/777x9p2uqgQYPi8MMPjyOPPDIOOuigOOKII+JHP/pRUcD1fe97X7zjHe9o9YgXX3yxcVqsCa5td0LAtdwvtfrWC7hWX89UTIAAAQIECBAgQIAAAQIECBAgQIAAAQIECBAgQIBA7QoIuNZub92MAAECBAgQIECAAAECBAgQIECAAIF8Cwi45rs/mVZXatBx9erVMXr06EzPbr5ZCkf+0z/9U2zatKnVc4466qiYOHFifOQjH4nDDjssevfu3eLal19+OTZv3hzr1q2LVatWtRqcbfrySSedFNdcc00cc8wx0TxoduONN8aUKVOKzkrTbtN01WHDhnWZS0sB5HTYcccdF7feemsceuihHT77qhYmjTbdLIVTk3Gaevvggw8WftVaAHj3e2ndiSee2LhNe5NLm4Y2BVzbbqWAa4c/9ap5UcC1alqlUAIECBAgQIAAAQIECBAgQIAAAQIECBAgQIAAAQIE6kBAwLUOmuyKBAgQIECAAAECBAgQIECAAAECBAjkUkDANZdt6bqi1qxZE2PGjGn1gCzClKVW/4tf/CIuvfTSuPvuu0t65eCDDy5MDu3Ro0dhfQrsPvbYY21OaW2+cZpIeuWVVxYmyPbp02ePc1NYNoVbm060TYuGDx8eN998cxx44IEl1dqRRW0FkJcsWRKTJ0/uyLaFd1JgcubMmTF48OBCqPfd73534X/JtF+/fgXT5udXOuD66quvxi233BKpB+lJk2LTt7rPPvs03vull16KCRMmxL333lv4WXs17n6xqwKjLQWH2wv6ltLErqq3lLOtqYyAgGtlnJ1CgAABAgQIECBAgAABAgQIECBAgAABAgQIECBAgACBUgQEXEtRsoYAAQIECBAgQIAAAQIECBAgQIAAAQLZCwi4Zm+a6x2fe+65OOecc+K+++5rsc5Zs2bF7Nmzo2fPnhW5x86dO+Mb3/hGfPGLX4w//OEPXXZmmsA6derUuPDCCwvBydaehx9+OM4444xITk2fFGRMAdEWQmmZ1txaAHnUqFGRJsv2798/0/OabtbdAddSLibgOqEUJmuqQEDAtQqapEQCBAgQIECAAAECBAgQIECAAAECBAgQIECAAAECBOpGQMC1blrtogQIECBAgAABAgQIECBAgAABAgQI5ExAwDVnDenqcnbt2hVz5syJFNhs/qTppHfccUcce+yxXV3GHvs/88wzsXDhwli8eHGmQdc0oTRNPv34xz/eZrA1FdSaTSVdnn766Tj77LPjoYceKjKqRA0CruV/9ia4lm/mjT8LCLj6EggQIECAAAECBAgQIECAAAECBAgQIECAAAECBAgQIJAfAQHX/PRCJQQIECBAgAABAgQIECBAgAABAgQI1JeAgGt99btw29amlFZiSmh73C+88EIhZHvLLbfED3/4w/aWt/j7/fffPz760Y/GxIkT4wMf+ED07t27pH1am25bSZe2AshdPV1XwLWkz6RokYBr+Wbe+LOAgKsvgQABAgQIECBAgAABAgQIECBAgAABAgQIECBAgAABAvkREHDNTy9UQoAAAQIECBAgQIAAAQIECBAgQIBAfQkIuNZXv6vqttu3b49NmzbFI488Ej/96U/j97//fTz22GOxY8eOxnscc8wx8Rd/8RcxZMiQ+Lu/+7sYOnRoHHbYYbH33ntX1V3zUGy9BVxTAPrII4/sFP39998f3/nOd4r2mDZtWvz1X/91p/bdvHlzIeTd9El/njBhQqf29XJ+BARc89MLlRAgQIAAAQIECBAgQIAAAQIECBAgQIAAAQIECBAgQEDA1TdAgAABAgQIECBAgAABAgQIECBAgACB7hEQcO0ed6cSyJ1ANQRcn3322ULIc8OGDQW/ESNGxPLly2PAgAFteqY1KdBazY+AazV3b8/aBVxrq59uQ4AAAQIECBAgQIAAAQIECBAgQIAAAQIECBAgQIBAdQsIuFZ3/1RPgAABAgQIECBAgAABAgQIECBAgED1Cgi4Vm/vVE4gU4GuDLg2NDTE1VdfHbNmzSrUnCburly5MgYOHFjyHdIeKag6adKkxnfOPPPMWLJkSfTr16/NfQRcS2a2sEICAq4VgnYMAQIECBAgQIAAAQIECBAgQIAAAQIECBAgQIAAAQIEShAQcC0ByRICBAgQIECAAAECBAgQIECAAAECBAh0gYCAaxeg2pJANQpkEXA9/vjj45VXXom33nqrEDrt0aNH4Z8ffvjh+OxnPxsbN24s0AwdOjRuu+22OPzwwxup0nTWCy+8MF599dXCzw866KAixk2bNsXdd98dO3bsaPz5xRdfHHPnzo199tmnTXIB12r8Imu7ZgHX2u6v2xEgQIAAAQIECBAgQIAAAQIECBAgQIAAAQIECBAgUF0CAq7V1S/VEiBAgAABAgQIECBAgAABAgQIECBQOwICrrXTSzch0CmBLAKu733ve2PGjBkxb968NmtpafLqa6+9Fp/5zGcKE1lLfVavXh2jR49ud/mdd94ZCxcubHddXha8+OKL8eijjxaVc8stt8SECRPyUqI6Oikg4NpJQK8TIECAAAECBAgQIECAAAECBAgQIECAAAECBAgQebxAyQAAIABJREFUIEAgQwEB1wwxbUWAAAECBAgQIECAAAECBAgQIECAAIEyBARcy8CylEAtC2QRcD3hhBNi0aJFccEFF7RJ1VpY85prrokrrriiJOaxY8cWzurfv39J66tpUUsTZwVcq6mD7dcq4Nq+kRUECBAgQIAAAQIECBAgQIAAAQIECBAgQIAAAQIECBColICAa6WknUOAAAECBAgQIECAAAECBAgQIECAAIFiAQFXXwQBAgWBrAKuP/7xj+Okk06KHTt27CHbt2/fuPLKKwuTWnv16rXH71euXBlnnXVWux35xCc+EVdffXUccMAB7a6txgUCrtXYtfJqFnAtz8tqAgQIECBAgAABAgQIECBAgAABAgQIECBAgAABAgQIdKWAgGtX6tqbAAECBAgQIECAAAECBAgQIECAAAECrQsIuPo6CBAoCGQVcE3B1k2bNsWbb75ZJPu2t70t3v3ud7c5cXXbtm2xefPm+N///d/C/33jjTeK9njXu94V73nPe+Jv/uZvokePHjpHoGoFBFyrtnUKJ0CAAAECBAgQIECAAAECBAgQIECAAAECBAgQIECgBgUEXGuwqa5EgAABAgQIECBAgAABAgQIECBAgEBVCAi4VkWbFEmg6wUaGhrilVdeaQympgBpv379BEm7nt4J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fgrYjYa3cJb731VrQQuuneCp1OgAABAgRqSKChoSF69OjR9Ebp70qLfpC36zb+h0LeClMPAQIECBAgQIAAAQIECBAgQIAAAQIECBAgQIAAAQIEMhAQcM0A0RYECBAgQIAAAQIECBAgQIAAAQIECBDogMCrEdFn93uvvPJK9O3btwPbeIUAAQIECBAoRWDHjh3xjne8o+nSnRGxXynvdtcaAdfukncuAQIECBAgQIAAAQIECBAgQIAAAQIECBAgQIAAAQKVEBBwrYSyMwgQIECAAAECBAgQIECAAAECBAgQILCnwG8j4uDdP/7lL38ZRxxxBCcCBAgQIECgiwS2bt0a73rXu5ru/nREHNJFx2WyrYBrJow2IUCAAAECBAgQIECAAAECBAgQIECAAAECBAgQIEAgpwICrjltjLIIECBAgAABAgQIECBAgAABAgQIEKh5gfsj4gO7b3nPPffEyJEja/7SLkiAAAECBLpLYN26dXHyySc3Pf6HEfHB7qqnlHMFXEtRsoYAAQIECBAgQIAAAQIECBAgQIAAAQIECBAgQIAAgWoVEHCt1s6pmwABAgQIECBAgAABAgQIECBAgACBahdYHBFTdl9i7ty5cdlll1X7ndRPgAABAgRyK3DttdfGjBkzmta3JCLOz23BESHgmufuqI0AAQIECBAgQIAAAQIECBAgQIAAAQIECBAgQIAAgc4KCLh2VtD7BAgQIECAAAECBAgQIECAAAECBAgQ6JjAP0XEwt2vnnbaaXHnnXd2bCdvESBAgAABAu0KnH766XHXXXc1XfepiPg/7b7YjQsEXLsR39EECBAgQIAAAQIECBAgQIAAAQIECBAgQIAAAQIECHS5gIBrlxM7gAABAgQIECBAgAABAgQIECBAgAABAi0KDImIx3b/Zt99941XX3019tpLlMX3QoAAAQIEshZoaGiI/fbbL1577bWmW/9dRGzK+qws9/NfBVlq2osAAQIECBAgQIAAAQIECBAgQIAAAQIECBAgQIAAgbwJCLjmrSPqIUCAAAECBAgQIECAAAECBAgQIECgngR+GxEH777wqlWr4swzz6yn+7srAQIECBCoiMDtt98eY8eObXrW0xFxSEUO78QhAq6dwPMqAQIECBAgQIAAAQIECBAgQIAAAQIECBAgQIAAAQK5FxBwzX2LFEiAAAECBAgQIECAAAECBAgQIECAQA0L/FtEXLT7fqeddlrceeedNXxdVyNAgAABAt0jcPrpp8ddd93V9PD5EfGZ7qmm9FMFXEu3spIAAQIECBAgQIAAAQIECBAgQIAAAQIECBAgQIAAgeoTEHCtvp6pmAABAgQIECBAgAABAgQIECBAgACB2hF4f0Q81PQ6P/vZz+KYY46pnRu6CQECBAgQ6GaBRx99NN7znvc0r+L4iPhRN5fW7vECru0SWUCAAAECBAgQIECAAAECBAgQIECAAAECBAgQIECAQBULCLhWcfOUToAAAQIECBAgQIAAAQIECBAgQIBATQjcHxEf2H2Ts88+O5YvX14TF3MJAgQIECCQB4EJEybEihUrmpbyw4j4YB5qa68GAdf2hPyeAAECBAgQIECAAAECBAgQIECAAAECBAgQIECAAIFqFhBwrebuqZ0AAQIECBAgQIAAAQIECBAgQIAAgVoQ+FhErGx6kXvuuSdGjhxZC3dzBwIECBAg0K0C69ati5NPPrl5DeMi4lvdWliJhwu4lghlGQECBAgQIECAAAECBAgQIECAAAECBAgQIECAAAECVSkg4FqVbVM0AQIECBAgQIAAAQIECBAgQIAAAQI1JlA0xfXII4+Mxx9/PPbaS6ylxvrsOgQIECBQQYGGhoY4+uijY/PmzU1PrZrpralo/yVQwQ/GUQQIECBAgAABAgQIECBAgAABAgQIECBAgAABAgQIVFxAwLXi5A4kQIAAAQIECBAgQIAAAQIECBAgQIDAHgIfjoj1TX96/vnnxze+8Q1UBAgQIECAQAcFPvnJT8bixYubvz0sIr7fwS0r/pqAa8XJHUiAAAECBAgQIECAAAECBAgQIECAAAECBAgQIECAQAUFBFwriO0oAgQIECBAgAABAgQIECBAgAABAgQItCHwbxFxUdPfz507Ny677DJoBAgQIECAQJkC1157bcyYMaP5W/Mj4jNlbtWtywVcu5Xf4QQIECBAgAABAgQIECBAgAABAgQIECBAgAABAgQIdLGAgGsXA9ueAAECBAgQIECAAAECBAgQIECAAAECZQj8NCKGNl2/YMGC+PSnP13GFpYSIECAAIH6Fvj6178e06ZNa47wSET8fbXJCLhWW8fUS4AAAQIECBAgQIAAAQIECBAgQIAAAQIECBAgQIBAOQICruVoWUuAAAECBAgQIECAAAECBAgQIECAAIGuFRgSEQ9GRJ+mx5jk2rXodidAgACB2hFoZXLrzog4ISI2VdtNBVyrrWPqJUCAAAECBAgQIECAAAECBAgQIECAAAECBAgQIECgHAEB13K0rCVAgAABAgQIECBAgAABAgQIECBAgEDXC5wSEd9ufsz5558fixYtir32EnXp+hY4gQABAgSqTaChoSGmTp0aixcvbqn0UyPi7mq7U6rXv/WrsWtqJkCAAAECBAgQIECAAAECBAgQIECAAAECBAgQIECgVAEB11KlrCNAgAABAgQIECBAgAABAgQIECBAgEDlBD4WESubH3fkkUfGV77ylRg5cmTlKnESAQIECBDIucC6devi0ksvjc2bN7dU6biI+FbOr9BqeQKu1do5dRMgQIAAAQIECBAgQIAAAQIECBAgQIAAAQIECBAgUIqAgGspStYQIECAAAECBAgQIECAAAECBAgQIECg8gJpkuttEdGn+dFnn312fP7zn49jjjmm8lU5kQABAgQI5ETg0Ucfja9+9auxYsWKliraGRFnVevk1t0XEnDNycemDAIECBAgQIAAAQIECBAgQIAAAQIECBAgQIAAAQIEukRAwLVLWG1KgAABAgQIECBAgAABAgQIECBAgACBTASGRMSNETG0pd1OO+20mDRpUowZMyb22ksEJhNxmxAgQIBArgUaGhpi9erVsWzZsrjrrrtaq/WRiJgcEZtyfZkSivNv9xKQLCFAgAABAgQIECBAgAABAgQIECBAgAABAgQIECBAoGoFBFyrtnUKJ0CAAAECBAgQIECAAAECBAgQIECgjgT+LSIuau2+++67bwwfPjyOP/74GDJkSBx22GFxwAEHxH777Sf4WkcfiasSIECglgRSkPXVV1+N559/Pn7961/Hpk2b4qGHHor77rsvXnvttbauOj8iPlMrFgKutdJJ9yBAgAABAgQIECBAgAABAgQIECBAgAABAgQIECBAoCUBAVffBQECBAgQIECAAAECBAgQIECAAAECBKpD4MMR8c8R8YHqKFeVBAgQIECgogI//H//nvx+RU/t4sMEXLsY2PYECBAgQIAAAQIECBAgQIAAAQIECBAgQIAAAQIECHSrgIBrt/I7nAABAgQIECBAgAABAgQIECBAgAABAmULfCwipgm6lu3mBQIECBCoTYEUbF0QEd+qxesJuNZiV92JAAECBAgQIECAAAECBAgQIECAAAECBAgQIECAAIHdAgKuvgUCBAgQIECAAAECBAgQIECAAAECBAhUp8D7I+KsiDg9Ig6uziuomgABAgQIdEjg6Yi4MyJui4gfdWiHKnlJwLVKGqVMAgQIECBAgAABAgQIECBAgAABAgQIECBAgAABAgQ6JCDg2iE2LxEgQIAAAQIECBAgQIAAAQIECBAgQCBXAkMi4viIeE9EDIyIgyLinRGxb0TIxuSqVYohQIAAgRIF0t9jvhYR2yLimYh4MiJ+FhEPRcSmEveo+mX+JV71LXQBAgQIECBAgAABAgQIECBAgAABAgQIECBAgAABAgTaEBBw9XkQIECAAAECBAgQIECAAAECBAgQIECAAAECBAgQIEAghwICrjlsipIIECBAgAABAgQIECBAgAABAgQIECBAgAABAgQIEMhMQMA1M0obESBAgAABAgQIECBAgAABAgQIECBAgAABAgQIECBAIDsBAdfsLO1EgAABAgQIECBAgAABAgQIECBAgAABAgQIECBAgED+BARc89cTFREgQIAAAQIECBAgQIAAAQIECBAgQIAAAQIECBAgQCAEXH0E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C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b777/YECBAgQIAAAQIECBAgQIAAAQIECBAgQIAAAQIECORUQMA1p41RFgECBAgQIECAAAECBAgQIECAAAECBAgQIECAAAECmQgIuGbCaBMCBAgQIECAAAECBAgQIECAAAECBAgQIECAAAECBAhkKyDgmq2n3QgQIECAAAECBAgQIECAAAECBAgQIECAAAECBAgQyJeAgGu++qEaAgQIECBAgAABAgQIECBAgAABAgQIECBAgAABAgQIFAQEXH0I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Bcb/3jAAAgAElEQVS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X76PyQijo+I90TEwIg4KCLeGRH7RoS/G6+f78BNCRAgUEsC6b9jXouIbRHxTEQ8GRE/i4iHImJTLV3UXQgQIECAAAECBAgQIECAAAECBAgQqE8Bf4lXn313awIECBAgQIAAAQIECBAgQIAAAQIECBAgQIAAAQL1IiDgWtudfn9EnBURp0fEwbV9VbcjQIAAAQJFAk9HxJ0RcVtE/IgNAQIECBAgQIAAAQIECBAgQIAAAQIEqlFAwLUau6ZmAgQIECBAgAABAgQIECBAgAABAgQIECBAgAABAgRKFRBwLVWqutZ9LCKmRcQHqqts1RIgQIAAgS4R+GFELIiIb3XJ7jYlQIAAAQIECBAgQIAAAQIECBAgQIBAFwkIuHYRrG0JECBAgAABAgQIECBAgAABAgQIECBAgAABAgQIEMiFgIBrLtqQWREfjoh/FmzNzNNGBAgQIFBbAinomv49+f3aupbbECBAgAABAgQIECBAgAABAgQIECBQqwICrrXaWfciQIAAAQIECBAgQIAAAQIECBAgQIAAAQIECBAgQCAJCLjWznfwbxFxUWvX2XfffWP48OFx/PHHx5AhQ+Kwww6LAw44IPbbb7/Yay9/NV47n4GbECBAoH4EGhoa4tVXX43nn38+fv3rX8emTZvioYceivvuuy9ee+21tiDmR8Rn6kfKTQkQIECAAAECBAgQIECAAAECBAgQqFYBf4tXrZ1TNwECBAgQIECAAAECBAgQIECAAAECBAgQIECAAAECpQgIuJailO81QyLixogY2lKZp512WkyaNCnGjBkjyJrvPqqOAAECBDISSMHX1atXx7Jly+Kuu+5qbddHImJyRGzK6FjbECBAgAABAgQIECBAgAABAgQIECBAIHMBAdfMSW1IgAABAgQIECBAgAABAgQIECBAgAABAgQIECBAgECOBARcc9SMDpRySkTcFhF9mr979tlnx+c///k45phjOrCtVwgQIECAQG0IPProo/HVr341VqxY0dKFdkbEWRFxd23c1i0IECBAgAABAgQIECBAgAABAgQIEKg1AQHXWuuo+xAgQIAAAQIECBAgQIAAAQIECBAgQIAAAQIECBAg0FRAwLV6v4ePRcTK5uUfeeSR8ZWvfCVGjhxZvTdTOQECBAgQyFhg3bp1cemll8bmzZtb2nlcRHwr4yNtR4AAAQIECBAgQIAAAQIECBAgQIAAgU4LCLh2mtAGBAgQIECAAAECBAgQIECAAAECBAgQIECAAAECBAjkWEDANcfNaaO0NLn1281/f/7558eiRYtir738VXd1tlXVBAgQINCVAg0NDTF16tRYvHhxS8ecapJrV+rbmwABAgQIECBAgAABAgQIECBAgACBjgj4W7+OqHmHAAECBAgQIECAAAECBAgQIECAAAECBAgQIECAAIFqERBwrZZO/f86h0TEgxHRp2npc+fOjcsuu6z6bqNiAgQIECBQYYFrr702ZsyY0fzUnRFxQkRsqnA5jiNAgAABAgQIECBAgAABAgQIECBAgECrAgKuPg4CBAgQIECAAAECBAgQIECAAAECBAgQIECAAAECBGpZQMC1+rr70/i/7N0NtJVlmTfwSygNlUixWdiaEVtFLMtEpbIBy5mBBKcJQjA/EGzyA18xDS3DjIgaR7KM0ZRXEtckX8qIETgFfvWqIYXzlmK0bGImw2bESRsN/Bgd4bzr2c457z7n7HP2c/bn8+zz22u1jHPu57qv+3c9h2l1+s8dMbq47euvvz5mz56dv5PomAABAgQINEnghhtuiAsvvLDr7j+NiPc1qSXbEiBAgAABAgQIECBAgAABAgQIECBAoJuAgKuXggABAgQIECBAgAABAgQIECBAgAABAgQIECBAgACBVhYQcM3XdK+NiIuKW3Zza74GqFsCBAgQyI5ADze5XhcRF2enS50QIECAAAECBAgQIECAAAECBAgQINCfBQRc+/P0nZ0AAQIECBAgQIAAAQIECBAgQIAAAQIECBAgQIBA6wsIuOZnxn8REfcVt3vuuefGt7/97fycQKcECBAgQCBjAuedd17cdNNNXbsaFxE/zFir2iFAgAABAgQIECBAgAABAgQIECBAoB8KCLj2w6E7MgECBAgQIECAAAECBAgQIECAAAECBAgQIECAAIF+JCDgmp9hPxgRH2pv98gjj4zHHnss9tnHr7XzM0KdEiBAgEDWBNra2uKoo46Kbdu2Fbf2o4j4cNZ61Q8BAgQIECBAgAABAgQIECBAgAABAv1PwG8C+9/MnZgAAQIECBAgQIAAAQIECBAgQIAAAQIECBAgQIBAfxIQcM3HtD8REauLW92wYUNMnDgxH93rkgABAgQIZFhg48aNcdJJJ3Xt8NSI+IcMt601AgQIECBAgAABAgQIECBAgAABAgT6gYCAaz8YsiMSIECAAAECBAgQIECAAAECBAgQIECAAAECBAgQ6McCAq75GH6n21vPOOOMWLlyZT461yUBAgQIEMiBwPTp02PVqlXFnbrFNQdz0yIBAgQIECBAgAABAgQIECBAgACBVhcQcG31CTsfAQIECBAgQIAAAQIECBAgQIAAAQIECBAgQIAAgf4tIOCa/fn/aURsLm7zZz/7WRxzzDHZ71yHBAgQIEAgJwKPPPJIHHvssV27HRMRP87JEbRJgAABAgQIECBAgAABAgQIECBAgEALCgi4tuBQHYkAAQIECBAgQIAAAQIECBAgQIAAAQIECBAgQIAAgQ4BAdfsvwzXRsRF7W1OmjQp1q1bl/2udUiAAAECBHImMHny5Fi/fn1x19dFxMU5O4Z2CRAgQIAAAQIECBAgQIAAAQIECBBoIQEB1xYapqMQIECAAAECBAgQIECAAAECBAgQIECAAAECBAgQINBNQMA1+y/FbyJieHubt99+e0ybNi37XeuQAAECBAjkTGDNmjVxyimnFHe9IyIOz9kxtEuAAAECBAgQIECAAAECBAgQIECAQAsJCLi20DAdhQABAgQIECBAgAABAgQIECBAgAABAgQIECBAgACBbgICrtl+KUZFxKPtLe6///7xwgsvxD77+FV2tsemOwIECBDIo0BbW1sceOCB8dJLLxW3f3REbM3jefRMgAABAgQIECBAgAABAgQIECBAgED+BfxWMP8zdAICBAgQIECAAAECBAgQIECAAAECBAgQIECAAAECBHoWEHDN9tvxvyJicXuLkyZNinXr1mW7Y90RIECAAIEcC0yePDnWr19ffIILIuJ/5/hIWidAgAABAgQIECBAgAABAgQIECBAIMcCAq45Hp7WCRAgQIAAAQIECBAgQIAAAQIECBAgQIAAAQIECBAoKyDgWpaoqQtuiohz2jtYuHBhfP7zn29qQzYnQIAAAQKtLPC1r30t5s6dW3zEpRFxbiuf2dkIECBAgAABAgQIECBAgAABAgQIEMiugIBrdmejMwIECBAgQIAAAQIECBAgQIAAAQIECBAgQIAAAQIEqhcQcK3esJ4VHoyID7VvsGHDhpg4cWI991ObAAECBAj0a4GNGzfGSSedVGzwo4j4cL9GcXgCBAgQIECAAAECBAgQIECAAAECBJomIODaNHobEyBAgAABAgQIECBAgAABAgQIECBAgAABAgQIECDQAAEB1wYgV7HFbyJiePvzv/rVr2LEiBFVlPMoAQIECBAg0JvA9u3b413velfxkh0RcTg1AgQIECBAgAABAgQIECBAgAABAgQINENAwLUZ6vYkQIAAAQIECBAgQIAAAQIECBAgQIAAAQIECBAgQKBRAgKujZKubJ8XIuKA9kd37doVgwcPrqySpwgQIECAAIGyArt37443v/nNxetejIgDyz5oAQECBAgQIECAAAECBAgQIECAAAECBOogIOBaB1QlCRAgQIAAAQIECBAgQIAAAQIECBAgQIAAAQIECBDIjICAa2ZGUbKRvRHR8XvrvXv3xj77+DV2tkemOwIECBDIs0BbW1sMGDCg+AjJf1bq9IU8n0/vBAgQIECAAAECBAgQIECAAAECBAjkS8BvBvM1L90SIECAAAECBAgQIECAAAECBAgQIECAAAECBAgQINA3AQHXvnk1enWn+SShGx8CBAgQIECgvgIl/p9J+N+Q1ZdcdQIECBAgQIAAAQIECBAgQIAAAQIEehDwX056NQgQIECAAAECBAgQIECAAAECBAgQIECAAAECBAgQaGUBAddsT1fANdvz0R0BAgQItKCAgGsLDtWRCBAgQIAAAQIECBAgQIAAAQIECORUQMA1p4PTNgECBAgQIECAAAECBAgQIECAAAECBAgQIECAAAECqQQEXFMxNW2RgGvT6G1MgAABAv1VQMC1v07euQkQIECAAAECBAgQIECAAAECBAhkT0DANXsz0REBAgQIECBAgAABAgQIECBAgAABAgQIECBAgAABArUTEHCtnWU9Kgm41kNVTQIECBAg0IuAgKvXgwABAgQIECBAgAABAgQIECBAgACBrAgIuGZlEvogQIAAAQIECBAgQIAAAQIECBAgQIAAAQIECBAgQKAeAgKu9VCtXU0B19pZqkSAAAECBFIJCLimYrKIAAECBAgQIECAAAECBAgQIECAAIEGCAi4NgDZFgQIECBAgAABAgQIECBAgAABAgQIECBAgAABAgQINE1AwLVp9Kk2FnBNxWQRAQIECBConYCAa+0sVSJAgAABAgQIECBAgAABAgQIECBAoDoBAdfq/DxNgAABAgQIECBAgAABAgQIECBAgAABAgQIECBAgEC2BQRcczSftrau48p287ojQIAAAQJ5FBBwzePU9EyAAAECBAgQIECAAAECBAgQIECgNQUEXFtzrk5FgAABAgQIECBAgAABAgQIECBAgAABAgQIECBAgMDrAgKu2X4T3OCa7fnojgABAgRaUEDAtQWH6kgECBAgQIAAAQIECBAgQIAAAQIEciog4JrTwWmbAAECBAgQIECAAAECBAgQIECAAAECBAgQIECAAIFUAgKuqZiatkjAtWn0NiZAgACB/iog4NpfJ+/cBAgQIECAAAECBAgQIECAAAECBLInIOCavZnoiAABAgQIECBAgAABAgQIECBAgAABAgQIECBAgACB2gkIuNbOsh6VBFzroaomAQIECBDoRUDA1etBgAABAgQIECBAgAABAgQIECBAgEBWBARcszIJfRAgQIAAAQIECBAgQIAAAQIECBAgQIAAAQIECBAgUA8BAdd6qNaupoBr7SxVIkCAAAECqQQEXFMxWUSAAAECBAgQIECAAAECBAgQIECAQAMEBFwbgGwLAgQIECBAgAABAgQIECBAgAABAgQIECBAgAABAgSaJiDg2jT6VBsLuKZisogAAQIECNROQMC1dpYqESBAgAABAgQIECBAgAABAgQIECBQnYCAa3V+niZAgAABAgQIECBAgAABAgQIECBAgAABAgQIECBAINsCAq45mk9bW9dxZbt53REgQIAAgTwKCLjmcWp6JkCAAAECBAgQIECAAAECBAgQINCaAgKurTlXpyJAgAABAgQIECBAgAABAgQIECBAgAABAgQIECBA4HUBAddsvwlucM32fHRHgAABAi0oIODagkN1JAIECBAgQIAAAQIECBAgQIAAAQI5FRBwzengtE2AAAECBAgQIECAAAECBAgQIECAAAECBAgQIECAQCoBAddUTE1bJODaNHobEyBAgEB/FRBw7a+Td24CBAgQIECAAAECBAgQIECAAAEC2RMQcM3eTHREgAABAgQIECBAgAABAgQIECBAgAABAgQIECBAgEDtBARca2dZj0oCrvVQVZMAAQIECPQiIODq9SBAgAABAgQIECBAgAABAgQIECBAICsCAq5ZmYQ+CBAgQIAAAQIECBAgQIAAAQIECBAgQIAAAQIECBCoh4CAaz1Ua1dTwLV2lioRIECAAIFUAgKuqZgsIkCAAAECBAgQIECAAAECBAgQIECgAQICrg1AtgUBAgQIECBAgAABAgQIECBAgAABAgQIECBAgAABAk0TEHBtGn2qjQVcUzFZRIAAAQIEaicg4Fo7S5UIECBAgAABAgQIECBAgAABAgQIEKhOQMC1Oj9PEyBAgAABAgQIECBAgAABAgQIECBAgAABAgQIECCQbQEB1xzNp62t67iy3bzuCBAgQIBAHgUEXPM4NT0TIECAAAECBAgQIECAAAECBAgQaE0BAdfWnKtTESBAgAABAgQIECBAgAABAgQIECBAgAABAgQIECDwuoCAa7bfBDe4Zns+uiNAgACBFhQQcG3BoToSAQIECBAgQIAAAQIECBAgQIAAgZwKCLjmdHDaJkCAAAECBAgQIECAAAECBAgQIECAAAECBAgQIEAglYCAayqmpi0ScG0avY0JECBAoL8KCLj218k7NwECBAgQIECAAAECBAgQIECAAIHsCQi4Zm8mOiJAgAABAgQIECBAgAABAgQIECBAgAABAgQIECBAoHYCAq61s6xHJQHXeqiqSYAAAQIEehEQcPV6ECBAgAABAgQIECBAgAABAgQIECCQFQEB16xMQh8ECBAgQIAAAQIECBAgQIAAAQIECBAgQIAAAQIECNRDQMC1Hqq1qyngWjtLlQgQIECAQCoBAddUTBYRIECAAAECBAgQIECAAAECBAgQINAAAQHXBiDbggABAgQIECBAgAABAgQIECBAgAABAgQIECBAgACBpgkIuDaNPtXGAq6pmCwiQIAAAQK1ExBwrZ2lSgQIECBAgAABAgQIECBAgAABAgQIVCcg4Fqdn6cJECBAgAABAgQIECBAgAABAgQIECBAgAABAgQIEMi2gIBrjubT1tZ1XNluXncECBAgQCCPAgKueZyangkQIECAAAECBAgQIECAAAECBAi0poCAa2vO1akIECBAgAABAgQIECBAgAABAgQIECBAgAABAgQIEHhdQMA122+CG1yzPR/dESBAgEALCgi4tuBQHYkAAQIECBAgQIAAAQIECBAgQIBATgUEXHM6OG0TIECAAAECBAgQIECAAAECBAgQIECAAAECBAgQIJBKQMA1FVPTFgm4No3exgQIECDQXwUEXPvr5J2bAAECBAgQIECAAAECBAgQIECAQPYEBFyzNxMdESBAgAABAgQIECBAgAABAgQIECBAgAABAgQIECBQOwEB19pZ1qOSgGs9VNUkQIAAAQK9CAi4ej0IECBAgAABAgQIECBAgAABAgQIEMiKgIBrViahDwIECBAgQIAAAQIECBAgQIAAAQIECBAgQIAAAQIE6iEg4FoP1drVFHCtnaVKBPqlwD333BNvfOMb473vfW8cfPDBUSK4VzOXtra22LVrV7z22mudag4YMCAGDx4cb3jDG2q2l0IE6ikg4FpPXbUJECBAgAABAgQIECBAgAABAgQIEOiLgIBrX7SsJUCAAAECBAgQIECAAAECBAgQIECAAAECBAgQIEAgbwICrtmemIBrtuejOwKZFti9e3fMnj07li9fXuhz+PDhsXDhwjjttNPq0vcDDzwQZ511VuzYsaNT/a9+9asxd+7cXAVck56/9KUvdTrHpk2bYuzYsXWxUzRbAgKu2ZqHbggQIECAAAECBAgQIECAAAECBAj0ZwEB1/48fWcnQIAAAQIECBAgQIAAAQIECBAgQIAAAQIECBAg0PoCAq7ZnrGAa7bnozsCmRZIgqZnnHFGbN68udDnoYceGnfeeWeMHj265n0//fTTcc4558T3v//9brWvvvrquOSSS2LgwIE137deBQVc6yWbj7oCrvmYky4JECBAgAABAgQIECBAgAABAgQI9AcBAdf+MGVnJECAAAECBAgQIECAAAECBAgQIECAAAECBAgQINB/BQRcsz17Addsz0d3BDIt8JOf/CROPPHESG5yTT4TJ04s3OZ6yCGH1LTvF198MS677LJYvHhxybrJzbG33HJLnHDCCTXdt57FBFzrqZv92gKu2Z+RDgkQIECAAAECBAgQIECAAAECBAj0FwEB1/4yaeckQIAAAQIECBAgQIAAAQIECBAgQIAAAQIECBAg0D8FBFyzPXcB12zPR3cEMi2wZMmSOP/88zt6nDNnTixcuDD23XffmvX92muvxTXXXBNz587tteZHP/rRWLp0aQwbNqxme9ezkIBrPXWzX1vANfsz0iEBAgQIECBAgAABAgQIECBAgACB/iIg4NpfJu2cBAgQIECAAAECBAgQIECAAAECBAgQIECAAAECBPqngIBrtucu4Jrt+eiOQGYFXn311ULodNGiRR09rlixIqZPn16zntva2uLWW28thGjbb4lNih933HExc+bMuPrqq2PHjh0d+11wwQWFrx1wwAE166FehQRc6yWbj7oCrvmYky4JECBAgAABAgQIECBAgAABAgQI9AcBAdf+MGVnJECAAAECBAgQIECAAAECBAgQIECAAAECBAgQINB/BQRcsz17Addsz0d3BDIr8Oyzz8aMGTNi48aNhR5HjBgRa9asiaOOOqpmPT/wwANx1llndQqxDh8+PG655Zb48Ic/HNddd1185jOf6bRfcoPspZdeGm94wxtq1kcS5r3jjjviySef7Kg5ZMiQOPPMM+PAAw+saJ9aB1yffvrpuO222+KVV17p6Oewww6LqVOn1vRG3YoO66FuAgKuXgoCBAgQIECAAAECBAgQIECAAAECBLIiIOCalUnogwABAgQIECBAgAABAgQIECBAgAABAgQIECBAgACBeggIuNZDtXY1BVxrZ1lVpX/+53+OU089NbZu3dqpTq1vxGwvXs1+v//97wu3dN51111VnTl5+Jhjjom3vvWt8ba3vS3e//73x7HHHhvvfe97a3oDZ6kgYXHjEydOjOXLl8chhxxS9Xl6KnDzzf8QxSIAACAASURBVDfHOeec02P9TZs2xdixY8vuv3LlykKosvgzatSoWL16dYwcObLs87Vc8Nhjj8W0adNi+/bthbIf/ehHC44HHXRQTbYpFW4dPHhw3HjjjXH66adHEhB88cUX47LLLovFixd37Nl1TS2aefnll2POnDmxZMmSjnITJkyIZB5Dhw6taItaB1xL/UzPmjWrcMPuoEGDKurRQ/UTEHCtn63KBAgQIECAAAECBAgQIECAAAECBAj0TUDAtW9eVhMgQIAAAQIECBAgQIAAAQIECBAgQIAAAQIECBAgkC8BAddsz0vANSPzqSZwWskRqtmvlgHXUr0nAcUpU6bExRdfHEcffXQMGDCgkiN2PFMu4Jrst2HDhlQB00oaSUKYF154YXznO9/p8fE8BlyTUO1pp53WcabLL788EuuBAwdWwtTpmQcffDDOO++8SN7T9k9PwdXHH388/vqv/zq2bNlSdm2ljQm4VirnuZ4EBFy9GwQIECBAgAABAgQIECBAgAABAgQIZEVAwDUrk9AHAQIECBAgQIAAAQIECBAgQIAAAQIECBAgQIAAAQL1EBBw7a56dEQ8Wg/sCmoKuFaAVo9HqgmcVtJPNfvVO+BafJ6ZM2fGggUL4vDDD6/kmIVnygVc29dcccUVhVtBa/3petNpqfpZDbi++uqrcccdd8STTz7Zre0khPqDH/yg4+vJzbJHHnlkWb799tuvEIwdNmxYt7VtbW2R3Nx6/vnndwq3JgsXLlwYl156abzhDW/o9lyp214PPvjguOGGGwo3I1c7VwHXsmO1oI8CAq59BLOcAAECBAgQIECAAAECBAgQIECAAIG6CdT+NyN1a1VhAgQIECBAgAABAgQIECBAgAABAgQIECBAgAABAgQI9FlAwLU72Zcj4oSIWBAR9/dZtLYPCLjW1rPiatUETivZtJr9GhlwTc42fPjw+PrXvx5Tp06t6DbXNAHXiRMnxvLly+OQQw6phLPXZ5YsWVIIbPb2yWrAtVSws1qgUaNGRXL768iRIzuVSsKta9eujUsuuSR27NjR6Xt/+7d/W/h6Eo4t9UmevfXWWwvOu3fv7liS3Pq6aNGiOOuss0oGY9OeRcA1rZR1aQUEXNNKWUeAAAECBAgQIECAAAECBAgQIECAQL0FBFzrLaw+AQIECBAgQIAAAQIECBAgQIAAAQIECBAgQIAAAQLNFBBw7a7/loj4TUQM+Z+AazODrgKuzfzpKNq7msBpJUeoZr9GB1yT8yVBxSTkmAQYS93g2ZtBmoBrUn/Dhg0xduzYSjh7fCYJW86ePbsQnu3t098Drq+99lrccsstMWfOnE4B1cTsy1/+clx22WUxaNCgXg337t0bq1atigsuuKDiGj1tIOBa0x8LxSJK3Srsf0PmzSBAgAABAgQIECBAgAABAgQIECBAoCkC/svJprDblAABAgQIECBAgAABAgQIECBAgAABAgQIECBAgACBBgkIuJaGTm5xnV/0reQm12YEXQVcG/SDUG6bagKn5WqX+n41+/UUcP3KV74S8+bNS91OEmpMAqDPP/98PProo3HXXXfF7bffHv/5n/9ZskYSQr3xxhvj9NNPLxUO63HfNAHX5OFk3RVXXNGn2uUO+9Of/jQ+9rGPxc6dO3td2p8Drsk7kISXFy5c2M0obbi1/cHknUrekS984QvdQq5Tpkwp3Oaa3Ajc14+Aa1/FrC8n4AbXckK+T4AAAQIECBAgQIAAAQIECBAgQIBAowQEXBslbR8CBAgQIECAAAECBAgQIECAAAECBAgQIECAAAECBJohIOBaWr34FtfiFY0Ougq4NuOnosSe1QROKzlCNfvVKuBaqu9du3bFzTffHH/zN39TMuiahBOTmz5POOGE1McuFXD9oz/6o0hCi0m4sv0zfvz4WLZsWRx66KGpa5dbmAQqL7nkknLLIqsB17a2tkhmkgRH2z979uyJq666Kv7u7/6u42tr166ND33oQ2XPmSwYMGBA4Ube5CbeX//61/HZz342kueLP8n3v/jFL8bFF18c++23X6q67Yt6C7mOHDmy8G6dfPLJhT7SfgRc00pZl1ZAwDWtlHUECBAgQIAAAQIECBAgQIAAAQIECNRbQMC13sLqEyBAgAABAgQIECBAgAABAgQIECBAgAABAgQIECDQTAEB1571u97iWryyUUFXAddm/nQU7V1N4LSSI1SzXz0DrslZklDl5s2bY/bs2bF169Zux/voRz8aS5cujWHDhqU6eqmA67Rp0wqhze9973sdNZJQZRK0HDduXKq65RY999xzcfbZZ3cKb37iE5+Ixx9/PH7+8593ejyrAddSZ/zDH/4Q55xzTqxZs6bw7TFjxsSqVav6dDPq3r17Y8OGDXHppZdG8i4Wf5I5JMHgs846qxCCreST1L/tttvi05/+dMmg9MyZM2PBggVx+OGHpyov4JqKyaI+CAi49gHLUgIECBAgQIAAAQIECBAgQIAAAQIE6iog4FpXXsUJECBAgAABAgQIECBAgAABAgQIECBAgAABAgQIEGiygIBrzwPo6RbX4ifqHXQVcG3yD0j79tUETis5QjX71Tvg2n6eBx54oBBy3LFjR7cjJreHXnTRRVEiJNZtbamA66xZs+LYY4+N5J/Fn3nz5sX8+fNj4MCBlbB2eubhhx+Oj3/847Fz587C15ObYa+88sq49tpruwV38xRwfeyxxyIJCG/fvr1wrsQwCaQOGjQoldkzzzwTV199dXzjG99Itb6aRUlYNunrd7/7XbcyBx98cMydOzc+9alPxdChQ3vdRsC1mil4tpSAgKv3ggABAgQIECBAgAABAgQIECBAgACBrAgIuGZlEvogQIAAAQIECBAgQIAAAQIECBAgQIAAAQIECBAgQKAeAgKuvav2dotr8ZP1CroKuNbjra+gZjWB0wq2K9yaeeqpp3YLWq5YsSKmT5/ea8lGBVyTm1xvvfXWOP/882P37t2dejruuOMK33v7299e9vg9BVyTup/85Cc7GYwfPz6WLVtWCKNW80l6T0KfyQ2l7Z8kFPrZz362EAjtejNtngKuq1evjtNOO63jXDfeeGO3oHApu+RW1R/+8IfxhS98If7pn/6p25JRo0YVgrNJyLhWnwkTJsQXv/jFSN6Bu+++u2TZJOg6Z86cuOCCCyL596U+Aq61mog67QICrt4FAgQIECBAgAABAgQIECBAgAABAgSyIiDgmpVJ6IMAAQIECBAgQIAAAQIECBAgQIAAAQIECBAgQIAAgXoICLj2rprmFtfiCrUOugq41uOtr6BmNYHTCrbLRcA1Odcrr7wSV1xxRVxzzTXdjrl06dI4++yzyx6/p4BrcptqUnvJkiUdNZIbP9euXRvjxo0rW7e3Bc8991yht6RW++eb3/xm/OVf/mXJYHFeAq579uwpBFCvuuqqwrGSIPCdd94Zo0eP7tXrt7/9bSFomoSHS32mTJlSCAT/27/9Wxx//PFV2Rc/nARcV65cGfvuu28sXLgwvvWtb3ULSyfrk3BrcqvsAQccUHJvAdeajUSh/xEQcPUqECBAgAABAgQIECBAgAABAgQIECCQFQEB16xMQh8ECBAgQIAAAQIECBAgQIAAAQIECBAgQIAAAQIECNRDQMC1vGraW1yLK9Uq6CrgWn4+DVkh4Noz8y9+8Ys45ZRT4vHHH++0KAlF3nzzzXHQQQf1OqOeAq5JoPK73/1unHnmmZ2eTwKc8+fPj4EDB1Y8+4ceeihOOumkjjDliBEjYs2aNbHffvvlOuD67LPPxowZM2Ljxo0Fm4kTJ8by5csLM/j5z38ezz//fOHrb3rTm+KYY44pnDf5/Md//Efhltd169Z1Mk0CxZ/73OfikksuKYRLf/rTnxZueK3V57DDDisEV5P+khtkN2zYULhVN/l5a/+MHTs2kpuLDz/88B63FXCt1UTUaRcQcPUuECBAgAABAgQIECBAgAABAgQIECCQFQEB16xMQh8ECBAgQIAAAQIECBAgQIAAAQIECBAgQIAAAQIECNRDQMC1vGpfb3Etrlht0FXAtfx8GrJCwLVn5q63hravTHt7aG8B1yeffLJb4HT8+PGFm0aT+pV82traIrkdNgnKtn+SUOgNN9wQTz31VK4DrkkA9WMf+1js3LmzcLTLL788Et9XX3015syZ03EbbvvNqUOHDu0w6BpyHTlyZOFm3iQIPGDAgEqoK3rmmWeeKey7ePHiOPjgg+OWW26JE044oddaAq4VUXuoFwEBV68HAQIECBAgQIAAAQIECBAgQIAAAQJZERBwzcok9EGAAAECBAgQIECAAAECBAgQIECAAAECBAgQIECAQD0EBFzTqVZyi2tx5UqDrgKu6eZT91UCrr0T33PPPXHiiSd2W3TjjTcWbgbt7dNbwDUJVl522WVx3XXXdZRIbhVdu3ZtjBs3rqK5d73lNCmydOnSOPvssws3h5566qmxdevWTrU3bdoUyU2i5T4rV67sduPsqFGjYvXq1ZEERuv9WbJkSZx//vkd2yQ3sk6aNCm6BkBLBVyTh5JbeE8//fQYPXp0IQQ8bNiwerdcsn4SQn7kkUdi27ZtMX369LK39Qq4NmVMLb2pgGtLj9fhCBAgQIAAAQIECBAgQIAAAQIECORKQMA1V+PSLAECBAgQIECAAAECBAgQIECAAAECBAgQIECAAAECfRQQcE0HVs0trsU79DXoKuCabj51XyXg2jvxjh074owzzojNmzd3WnjBBRcUbuN805ve1GOB3gKugwYNiu9+97sxderUTs8nt6/Onz+/bPCx1Kb33XdfTJkyJXbv3l349hFHHBG33357vOc978l1wLVryLM4WJs24JoES5NbbJPbcRt5a2u1P8ACrtUKer6rgICrd4IAAQIECBAgQIAAAQIECBAgQIAAgawICLhmZRL6IECAAAECBAgQIECAAAECBAgQIECAAAECBAgQIECgHgICrulVq73FtXintEFXAdf086nrSgHX3nmTsOjs2bNj+fLlnRb2dFNo8aJyAdcnnniicKvoli1bOh4bP358LFu2rBDE7Mtnz549sWDBgkj2bP988pOfjOuvvz4OOOCAXAdcuzoVnyttwLUvlrVe+8ILL8SKFSviD3/4Q6H0kCFDCrfhHnjggWW3EnAtS2RBHwUEXPsIZjkBAgQIECBAgAABAgQIECBAgAABAnUTEHCtG63CBAgQIECAAAECBAgQIECAAAECBAgQIECAAAECBAhkQEDANf0QanWLa/GO5YKuAq7p51PXlQKuvfMmN38mwdHkX8Wf4ltEe6pQLuD6yiuvxGWXXRbXXXddR4nBgwfH2rVrY9y4cX2a+86dO2PmzJlx7733djyXhCqnT59e+HNPc960aVOMHTu27F4rV64shDL7alC2cIoF69evj8mTJ3esvPHGG2PWrFmFP/c14Lp9+/bCzbmVfPbbb7847bTTYtiwYX16/Pe//31hDnfddVfhuTTh6PYNSgVc+7R5kxYn81m0aFEkNxX7ZEtAwDVb89ANAQIECBAgQIAAAQIECBAgQIAAgf4sIODan6fv7AQIECBAgAABAgQIECBAgAABAgQIECBAgAABAgRaX0DAtW8zruUtrsU79xR0FXDt23zqtlrAtTztkiVL4vzzz++0MAmi3n333fHBD36wxwLlAq7Jg0nYcurUqZ1qzJs3L+bPnx8DBw4s39z/rLjvvvtiypQpkdw4m3y6BnDzGnBNbqZNPK666qrCuZKbbe+8884YPXp04c99Dbg+9NBDcfzxx6d2LV6YJtRcqrCAa0XcHqqTgIBrnWCVJUCAAAECBAgQIECAAAECBAgQIECgzwICrn0m8wABAgQIECBAgAABAgQIECBAgAABAgQIECBAgAABAjkSEHDt27DqcYtrcQddg64Crn2bT91W9xR8rNuGPRQuvm20p727BgXb133lK18phCDr9Sl1e2myV7nbT9MEXJ944ok4/fTTY8uWLR3tjx8/PpYtW1YIc6b5dA2BJs9cdNFFcfXVV0dy62jyyWvA9amnnircfnr//clfIRETJ06M5cuXxyGHHFL4c7MDrs8991zhFt4nn3yy0M8HPvCBuOKKK+JNb3pTx+gEXNO8xdY0SkDAtVHS9iFAgAABAgQIECBAgAABAgQIECBAoJyAgGs5Id8nQIAAAQIECBAgQIAAAQIECBAgQIAAAQIECBAgQCDPAl0Drnk+Syv13h50/T/Fh2prM65mDVnAtbz8+vXrY/Lkyd0W3nbbbXHqqaf2WCBNwPWVV14pBCSvu+66jjrJ7bBr166NcePGlW8uIrqGQJOH7rjjjjj55JM7ns9rwLXrzbSJaRIgbQ/pNTvg2jW8OmvWrFi0aFEMGjSow17ANdVrbFGDBARcGwRtGwIECBAgQIAAAQIECBAgQIAAAQIEygoIuJYlsoAAAQIECBAgQIAAAQIECBAgQIAAAQIECBAgQIAAgRwLSEzmaHgCrs0bloBrefuHHnoojj/++G4Ly906mybgmhQtFaBNbqSdP39+DBw4sGyD99xzT5x44okd64477ri49dZb4+1vf3vH1/IYcE1upl2wYEEkju2fu+++Oz7ykY90/LnagGu5W3iLb+8dNWpUrF69OkaOHNmxf70DronBz3/+83j++efLvgdpF6xatSpuuummTssXL14cRxxxRNoSndb9+7//e2FO27dv7/h6qaBvRcU9VHMBAdeakypIgAABAgQIECBAgAABAgQIECBAgECFAgKuFcJ5jAABAgQIECBAgAABAgQIECBAgAABAgQIECBAgACBXAgIuOZiTK83KeDavGEJuJa3r3fAdceOHXHGGWfE5s2bO5oZP358LFu2LA499NBeG3z11Vdj7ty5hVtD2z9z5syJhQsXxr777tvxtTwGXHfu3BkzZ86Me++9t3COMWPGRBLOHD58eMe5Wj3gWv7t7PuKUsHrckHf3nYp9W4JuPZ9Lo16QsC1UdL2IUCAAAECBAgQIECAAAECBAgQIECgnICAazkh3ydAgAABAgQIECBAgAABAgQIECBAgAABAgQIECBAIM8CAq7ZnN4DEfHliPg/xe0JuDZvWAKu5e0ffPDBOOGEE7otrNUNrqVCqoMHD461a9fGuHHjem2wVDh23bp1MWnSpE7P5THg2rXnJNg6YsSIGDBgQMfZ9u7dW7g5NHFIPgcffHAkN62+8Y1v7HT+v/qrv4pPf/rT0TWsXC7Y2ewbXMu/nX1fUeuA69NPPx233XZbvPLKKx3NHHbYYTF16tROIeu+d+qJeggIuNZDVU0CBAgQIECAAAECBAgQIECAAAECBCoREHCtRM0zBAgQIECAAAECBAgQIECAAAECBAgQIECAAAECBAjkRaBrwNXvSHuf3Fsi4omISP5Zj097sPX+/yneaT4CrvUgT1ezp+BjufBmuurdV1Wz3+9///uYPn163HXXXZ0Kf+UrX4l58+ZV2lLZ54pDjsWL77777vjIRz7S4/OlgoQ93Wy5fv36mDx5cqdayZnmz58fAwcO7HGPrs/92Z/9WST9vu1tb+v0TCsEXMsOqpcF7e+IgGtErQOu1czFs40XEHBtvLkdCRAgQIAAAQIECBAgQIAAAQIECBAoLeCXt94MAgQIECBAgAABAgQIECBAgAABAgQIECBAgAABAgRaWUDAtW/TTW5Vnd+3R1Kt7hpsbX9IwDUVX/0XVRM4raS7avbLWsC13O2ffQm4lrqJdfz48bFs2bI49NBDS1InN2Zedtllcd1113V8//LLLy8EGLuGYgVcXw9BC7gKuFby91YrPSPg2krTdBYCBAgQIECAAAECBAgQIECAAAEC+RYQcM33/HRPgAABAgQIECBAgAABAgQIECBAgAABAgQIECBAgEDvAgKu6d+Qetze2lOwtb0rAdf086nrymoCp5U0Vs1+zQq4lgqqjhgxItasWRNHHXVUjwx9Cbju2bOnEMC86qqrOuoNHjw41q5dG+PGjSu5xxNPPBGnn356bNmypfD93tYLuJYOuC5evDiOOOKIHmd4//33x4IFCwrfHzVqVKxevTpGjhzZsb7rO1nqht6uayZMmFC4ZXfo0KGV/AhV/YwbXKsmzHUBAddcj0/zBAgQIECAAAECBAgQIECAAAECBFpKQMC1pcbpMAQIECBAgAABAgQIECBAgAABAgQIECBAgAABAgQIdBEQcE3/StTy9tZywdb2rgRc08+nriurCZxW0lg1+zUj4Ppf//Vfcemll0YShCz+jBkzJlatWhXDhw/vkaEvAdekyD333BMnnnhip3pJ6HX+/PndbmRNFn33u9+NqVOndqzv7cbXPAZc07xfL7/8csyZMyeWLFlSWF4uPNr1Btc0e7SvaXTANTnbSy+91KnF/fffPwYNGtSXtrutrVfAtV79VnVYD3cTEHD1UhAgQIAAAQIECBAgQIAAAQIECBAgkBUBAdesTEIfBAgQIECAAAECBAgQIECAAAECBAgQIECAAAECBAjUQ0DANZ1qrW5vTRtsbe9KwDXdfOq+qprAaSXNVbNfMwKuzz33XMyYMSO+//3vdzrutGnTYunSpTFkyJAeGfoacH3qqadi+vTpkdwa2v7pKbTaNdiZrO8tDCvg+rpongKuyS2vZ555Zqf3a8WKFYV3pJpPvQKu9eq3mrN6truAgKu3ggABAgQIECBAgAABAgQIECBAgACBrAgIuGZlEvogQIAAAQIECBAgQIAAAQIECBAgQIAAAQIECBAgQKAeAgKu6VSrvb21r8HW9q4EXNPNp+6rqgmcVtJcNfs1I+D62GOPRRJm3b59e6fjXn755ZEEBQcOHNgjQ18Drnv27CmEVK+66qqOmoMHD461a9fGuHHjOu3T1TFZt2HDhhg7dmzJfgRcX2cRcI3Ce/ulL32p03uyadOmHt+dtD/nAq5ppZq7TsC1uf52J0CAAAECBAgQIECAAAECBAgQIEDg/wsIuHobCBAgQIAAAQIECBAgQIAAAQIECBAgQIAAAQIECBBoZQEB1/LTreb21kqDre1dCbiWn09DVlQTOK2kwWr2a0bAtVRoLzn3unXrYtKkSb0S9DXgmhS755574sQTT+xUt9TNrF37mjhxYixfvjwOOeSQkj0JuL7O0jXgWi7YWew8atSoWL16dYwcObLDuOs7OWvWrFi0aFEMGjSoxzUTJkyIpO7QoUN7fX/qFRgVcK3kb67WeUbAtXVm6SQECBAgQIAAAQIECBAgQIAAAQIE8i4g4Jr3CeqfAAECBAgQIECAAAECBAgQIECAAAECBAgQIECAAIHeBARcy78fldzeWm2wtb0rAdfy82nIimoCp5U0WM1+jQ64vvjii3HhhRfGd77znU5HLRV0LGVRScB1586dMXPmzLj33ns7So4fPz6WLVsWhx56aOFrpfq65pprYs6cOVEivFZ4RsD1dU4BVze4VvL3Vis9I+DaStN0FgIECBAgQIAAAQIECBAgQIAAAQL5FhBwzff8dE+AAAECBAgQIECAAAECBAgQIECAAAECBAgQIECAQO8CAq69+/T19tZaBVvbuxJwzchPcDWB00qOUM1+jQ64Pvzww/Hxj388ktBp8eeiiy6Kq6++Ovbbb79eCSoJuO7ZsycWLFgQybPtn8GDB8eGDRti7NixhS/94he/iFNOOSUef/zxwp+T4Ov3vve9+MAHPtBjPwKur9MIuAq4VvL3Vis9I+DaStN0FgIECBAgQIAAAQIECBAgQIAAAQL5FhBwzff8dE+AAAECBAgQIECAAAECBAgQIECAAAECBAgQIECAQO8CAq69+6S9vbXWwdb2rgRcM/ITXE3gtJIjVLNfIwOuL7/8cuFG1CVLlnQ75h133BEnn3xy2eNXEnBNit53330xZcqU2L17d8ceSa0rrriicEPrzTffHOecc07H95K1ydcOOuigHnsScH2dRsBVwLXsD26LLxBwbfEBOx4BAgQIECBAgAABAgQIECBAgACBHAkIuOZoWFolQIAAAQIECBAgQIAAAQIECBAgQIAAAQIECBAgQKDPAgKuPZOlub21XsHW9q4EXPv8StfngWoCp5V0VM1+jQy43nbbbXHeeed1Cpkm500TJm13qTTgmtwYO3PmzLj33ns7iCdOnBjLly+PQYMGxYUXXhjf+c53Or53zTXXFMK4JYJrHWv6W8A1ufX2ueeei3/5l3+JX/7yl7F9+/Y49dRT46WXXorjjz++w2XTpk0dN+OWep9XrlwZZ555ZuFbo0aNitWrV8fIkSM7lnZ9J2fNmhWLFi0qzKn903XNhAkTIqk7dOjQXn+EivduX7hixYqYPn16JT96Hc+Uei/LOaTZsF79ptnbmvQCAq7prawkQIAAAQIECBAgQIAAAQIECBAgQKC+AgKu9fVVnQABAgQIECBAgAABAgQIECBAgAABAgQIECBAgACB5goIuPbs39vtrfUOtrZ3JeDa3J+Pjt2rCZxWcoRq9mtUwHXbtm2FG1K3bNnS7Yh9CRhWGnDds2dPLFiwIJLn2z9JYHPDhg3xlre8JU455ZR4/PHHC9869NBD484774zRo0f3Oo5WC7i2tbXFrl27Inkn5s6dG7fffnvh/IlTEi793e9+18mjPZz67LPPdgq4Ll68OI444oge7e6///7CLJKPgGvvP/ECrpX8jdj4ZwRcG29uRwIECBAgQIAAAQIECBAgQIAAAQIESgsIuHozCBAgQIAAAQIECBAgQIAAAQIECBAgQIAAAQIECBBoZQEB19LT7en21kYFW9u7EnDNyE9fNYHTSo5QzX71DrgmocnNmzfH7NmzY+vWrd2Ol9yq+q1vfSve/OY3pzp6pQHXpPh9991XuC129+7dHXslN7UOGTKkEL5t/0ybNi2WLl1a+Hpvn7wFXPfu3Vu4gfXXv/51PP/885GEjpP5P/roo/HUU0/Fbxd4DQAAIABJREFUI488kmoG7YvGjx8fq1atil/96ledAq59KSLg2ruWgGtf3qbmrRVwbZ69nQkQIECAAAECBAgQIECAAAECBAgQ6Cwg4OqNIECAAAECBAgQIECAAAECBAgQIECAAAECBAgQIECglQUEXEtPt+vtrY0OtrZ3JeCakZ++agKnlRyhmv3qGXDduXNnXHvttZHc6FkcKm0/43HHHRd///d/3+ttn109qgm4JjeNzpgxIzZu3NhR9s///M8LN5SuX7++42s33nhjzJo1q+wo8hZwTcKtyfm///3vlz1bmgUTJkyIJID5y1/+UsD1q1+NL33pS53YNm3aFGPHjk1D2eMaAdeq+Br2sIBrw6htRIAAAQIECBAgQIAAAQIECBAgQIBAGQEBV68IAQIECBAgQIAAAQIECBAgQIAAAQIECBAgQIAAAQKtLCDg2n26xbe3NivY2t6VgGtGfvqqCZxWcoRq9qtVwPXVV18thFh/+9vfxpYtWwoh0uTG1FLB1uSMw4cPj1tuuSVOOOGEPh25moBrcpvslVdeGfPmzetxzxEjRsSaNWviqKOOKttX3gKuL7/8csyZMyeWLFlS9mxdFxx88MGR3LZ6xBFHxDvf+c448sgj47DDDovE68c//nGngOsHP/jBXm/kfeaZZzpui3WDa++jEHDt86valAcEXJvCblMCBAgQIECAAAECBAgQIECAAAECBEoICLh6LQgQIECAAAECBAgQIECAAAECBAgQIECAAAECBAgQaGUBAdfu001ub/2ziEj+eX+Thy/g2uQBtG9fTeC0kiNUs19PAddK+kj7TBJu/eY3vxlTpkyJEsGwXstUE3BNCj/00ENx0kkn9Ri8/eQnPxnXX399HHDAAWWPk7eAa3KgUn7FB03Cqe94xzviN7/5TcEq+bTf1Dp06NCSJsm6448/vuN75W4uLQ5tCrj2/poJuJb9MczEAgHXTIxBEwQIECBAgAABAgQIECBAgAABAgQIRISAq9eAAAECBAgQIECAAAECBAgQIECAAAECBAgQIECAAIFWFhBw7T7doyPi0YwMXcA1I4OoJnBayRGq2a/RAdck0HjDDTfEmDFj+hxuTWyqDbg+++yzMWPGjMINs6U+S5cujbPPPjvVGPIYcE0Ck1dccUW85z3viWOOOSbe/e53F/6VhI6HDBkSAwYMiK43vTY64PrCCy/EihUr4g9/+ENhDslNsVOnTo199923Yy5d39tyPbY/WK/AaKn3slzQN81LVq9+0+xtTXoBAdf0VlYSIECAAAECBAgQIECAAAECBAgQIFBfAQHX+vqqToAAAQIECBAgQIAAAQIECBAgQIAAAQIECBAgQIBAcwUEXJvrX253AddyQg36fjWB00parGa/RgVcBw8eHBdccEFceuml8da3vrWSYxaeqTbg2tbWFldeeWXMmzevWw9HHHFE3H777YXwZ5pPHgOuac7V7IBrmh4FXKenYbKmQQICrg2Ctg0BAgQIECBAgAABAgQIECBAgAABAmUFBFzLEllAgAABAgQIECBAgAABAgQIECBAgAABAgQIECBAgECOBQRcsz08AdeMzKeawGklR6hmv3oHXEeOHBlnnnlmzJw5s3ATZ7WfagOuyf4PP/xwfPzjH4+dO3d2amfWrFmxaNGiGDRoUKo2BVxfZ3rooYfi+OOP7zArd3Np8a2kyY2+q1evjuQ96ctHwFXAtS/vS73XCrjWW1h9AgQIECBAgAABAgQIECBAgAABAgTSCgi4ppWyjgABAgQIECBAgAABAgQIECBAgAABAgQIECBAgACBPAoIuGZ7agKuGZlPNYHTSo5QzX61CrgmN7QeffTRMXTo0Dj22GMjCS6+733vi2HDhsWAAQMqOVbJZ2oRcH3uuefi7LPPjrVr13baY8WKFTF9evrgoIDr63wCrqVvFi4X9E3zQ1EcBm5f39f3NM0+1lQnIOBanZ+nCRAgQIAAAQIECBAgQIAAAQIECBConYCAa+0sVSJAgAABAgQIECBAgAABAgQIECBAgAABAgQIECBAIHsCAq7Zm0lxRwKu2Z6P7gjkQuDll1+OOXPmxJIlSwr9TpgwIZKgZRJeLvXJe8A1uWH4yCOPrGo2Dz74YPzgBz/oVOPCCy+MP/7jP66q7rZt2yIJtBZ/BFyrIq3LwwKudWFVlAABAgQIECBAgAABAgQIECBAgACBCgQEXCtA8wgBAgQIECBAgAABAgQIECBAgAABAgQIECBAgAABArkREHDN9qgEXLM9H90RyIVAHgKuTz31VOG23fvvv79gWi6E2w5f6kbUXAylqEkB1+xNTMA1ezPREQECBAgQIECAAAECBAgQIECAAIH+KiDg2l8n79wECBAgQIAAAQIECBAgQIAAAQIECBAgQIAAAQIE+oeAgGu25yzgmu356I5ALgTqGXBta2uLK6+8MubNm1ewGDVqVKxevTpGjhyZ2iapkQRVZ8yY0fHMtGnTYunSpTFkyJBe6wi4pma2sA8CAq59wLKUAAECBAgQIECAAAECBAgQIECAAIG6Cgi41pVXcQIECBAgQIAAAQIECBAgQIAAAQIECBAgQIAAAQIEmiwg4NrkAZTZXsA12/PRHYFcCNQi4DpmzJjYtWtX7N27txA6HTBgQOHfP/zww/GZz3wmtmzZUrAYPXp03HbbbfHOd76zwya5nfXTn/50vPDCC4WvH3bYYZ3ctm7dGv/4j/8Yu3fv7vj6nDlzYuHChbHvvvv2aizgmotXMHdNCrjmbmQaJkCAAAECBAgQIECAAAECBAgQINCyAgKuLTtaByNAgAABAgQIECBAgAABAgQIECBAgAABAgQIECBAICIEXLP9Ggi4Zns+uiOQC4FaBFzf//73x9y5c2PRokW9nrnUzasvvfRSXHzxxYUbWdN+7rjjjjj55JPLLl+3bl0sXry47LqsLHjmmWfikUce6dTOihUrYvr06VlpUR8RIeDqNSBAgAABAgQIECBAgAABAgQIECBAICsCAq5ZmYQ+CBAgQIAAAQIECBAgQIAAAQIECBAgQIAAAQIECBCoh4CAaz1Ua1dTwLV2lioR6LcCtQi4jh07NpYsWRLnn39+r449hTWvuuqq+MIXvpBqBqecckphr4MOOijV+jwtKnXjrIBr9iYo4Jq9meiIAAECBAgQIECAAAECBAgQIECAQH8VEHDtr5N3bgIECBAgQIAAAQIECBAgQIAAAQIECBAgQIAAAQL9Q0DANdtzFnDN9nx0RyAXArUKuP7kJz+JE088MXbv3t3t3IMHD44vfvGLhZta99tvv27fX716dZx22mllvT71qU/FlVdeGcOGDSu7No8LBFzzMTUB13zMSZcECBAgQIAAAQIECBAgQIAAAQIE+oOAgGt/mLIzEiBAgAABAgQIECBAgAABAgQIECBAgAABAgQIEOi/AgKu2Z69gGu256M7ArkQqFXANQm2bt26NV577bVO537jG98Y7373u3u9cfXZZ5+Nbdu2xX//938X/vnqq692qvGud70rjj322PiTP/mTGDBgQC5cNdm6AgKurTtbJyNAgAABAgQIECBAgAABAgQIECCQNwEB17xNTL8ECBAgQIAAAQIECBAgQIAAAQIECBAgQIAAAQIECPRFQMC1L1qNXyvg2nhzOxJoOYG2trbYtWtXRzA1CZAOGTJEkLTlJu1AtRIQcK2VpDoECBAgQIAAAQIECBAgQIAAAQIECFQrIOBaraDnCRAgQIAAAQIECBAgQIAAAQIECBAgQIAAAQIECBDIsoCAa5anEyHgmu356I4AAQIEWlBAwLUFh+pIBAgQIECAAAECBAgQIECAAAECBHIqIOCa08FpmwABAgQIECBAgAABAgQIECBAgAABAgQIECBAgACBVAICrqmYmrZIwLVp9DYmQIAAgf4qIODaXyfv3AQIECBAgAABAgQIECBAgAABAgSyJyDgmr2Z6IgAAQIECBAgQIAAAQIECBAgQIAAAQIECBAgQIAAgdoJCLjWzrIelQRc66GqJgECBAgQ6EVAwNXrQYAAAQIECBAgQIAAAQIECBAgQIBAVgQEXLMyCX0QIECAAAECBAgQIECAAAECBAgQIECAAAECBAgQIFAPAQHXeqjWrqaAa+0sVSJAgAABAqkEBFxTMVlEgAABAgQIECBAgAABAgQIECBAgEADBARcG4BsCwIECBAgQIAAAQIECBAgQIAAAQIECBAgQIAAAQIEmiYg4No0+lQbC7imYrKIAAECBAjUTkDAtXaWKhEgQIAAAQIECBAgQIAAAQIECBAgUJ2AgGt1fp4mQIAAAQIECBAgQIAAAQIECBAgQIAAAQIECBAgQCDbAgKuOZpPW1vXcWW7ed0RIECAAIE8Cgi45nFqeiZAgAABAgQIECBAgAABAgQIECDQmgICrq05V6ciQIAAAQIECBAgQIAAAQIECBAgQIAAAQIECBAgQOB1AQHXbL8JbnDN9nx0R4AAAQItKCDg2oJDdSQCBAgQIECAAAECBAgQIECAAAECORUQcM3p4LRNgAABAgQIECBAgAABAgQIECBAgAABAgQIECBAgEAqAQHXVExNWyTg2jR6GxMgQIBAfxUQcO2vk3duAgQIECBAgAABAgQIECBAgAABAtkTEHDN3kx0RIAAAQIECBAgQIAAAQIECBAgQIAAAQIECBAgQIBA7QQEXGtnWY9KAq71UFWTAAECBAj0IiDg6vUgQIAAAQIECBAgQIAAAQIECBAgQCArAgKuWZmEPggQIECAAAECBAgQIECAAAECBAgQIECAAAECBAgQqIeAgGs9VGtXU8C1dpYqESBAgACBVAICrqmYLCJAgAABAgQIECBAgAABAgQIECBAoAECAq4NQLYFAQIECBAgQIAAAQIECBAgQIAAAQIECBAgQIAAAQJNExBwbRp9qo0FXFMxWUSAAAECBGonIOBaO0uVCBAgQIAAAQIECBAgQIAAAQIECBCoTkDAtTo/TxMgQIAAAQIECBAgQIAAAQIECBAgQIAAAQIECBAgkG0BAdcczaetreu4st287ggQIECAQB4FBFzzODU9EyBAgAABAgQIECBAgAABAgQIEGhNAQHX1pyrUxEgQIAAAQIECBAgQIAAAQIECBAgQIAAAQIECBAg8LqAgGu23wQ3uGZ7ProjQIAAgRYUEHBtwaE6EgECBAgQIECAAAECBAgQIECAAIGcCgi45nRw2iZAgAABAgQIECBAgAABAgQIECBAgAABAgQIECBAIJWAgGsqpqYtEnBtGr2NCRAgQKC/Cgi49tfJOzcBAgQIECBAgAABAgQIECBAgACB7AkIuGZvJjoiQIAAAQIECBAgQIAAAQIECBAgQIAAAQIECBAgQKB2AgKutbOsRyUB13qoqkmAAAECBHoREHD1ehAgQIAAAQIECBAgQIAAAQIECBAgkBUBAdesTEIfBAgQIECAAAECBAgQIECAAAECBAgQIECAAAECBAjUQ0DAtR6qtasp4Fo7S5UIECBAgEAqAQHXVEwWESBAgAABAgQIECBAgAABAgQIECDQAAEB1wYg24IAAQIECBAgQIAAAQIECBAgQIAAAQIECBAgQIAAgaYJCLg2jT7VxgKuqZgsIkCAAAECtRMQcK2dpUoECBAgQIAAAQIECBAgQIAAAQIECFQnIOBanZ+nCRAgQIAAAQIECBAgQIAAAQIECBAgQIAAAQIECBDItoCAa47m09bWdVzZbl53BAgQIEAgjwICrnmcmp4JECBAgAABAgQIECBAgAABAgQItKaAgGtrztWpCBAgQIAAAQIECBAgQIAAAQIECBAgQIAAAQIECBB4XUDANdtvghtcsz0f3REgQIBACwoIuLbgUB2JAAECBAgQIECAAAECBAgQIECAQE4FBFxzOjhtEyBAgAABAgQIECBAgAABAgQIECBAgAABAgQIECCQSkDANRVT0xYJuDaN3sYECBAg0F8FBFz76+SdmwABAgQIECBAgAABAgQIECBAgED2BARcszcTHREgQIAAAQIECBAgQIAAAQIECBAgQIAAAQIECBAgUDsBAdfaWdajkoBrPVTVJECAAAECvQgIuHo9CBAgQIAAAQIECBAgQIAAAQIECBDIioCAa1YmoQ8CBAgQIECAAAECBAgQIECAAAECBAgQIECAAAECBOohIOBaD9Xa1RRwrZ2lSgQIECBAIJWAgGsqJosIECBAgAABAgQIECBAgAABAgQIEGiAgIBrA5BtQYAAAQIECBAgQIAAAQIECBAgQIAAAQIECBAgQIBA0wQEXJtGn2pjAddUTBYRIECAAIHaCQi41s5SJQIECBAgQIAAAQIECBAgQIAAAQIEqhMQcK3Oz9MECBAgQIAAAQIECBAgQIAAAQIECBAgQIAAAQIECGRbQMA1R/Npa+s6rmw3rzsCBAgQIJBHAQHXPE5NzwQIECBAgAABAgQIECBAgAABAgRaU0DAtTXn6lQECBAgQIAAAQIECBAgQIAAAQIECBAgQIAAAQIECLwuIOCa7TfBDa7Zno/uCBAgQKAFBQRcW3CojkSAAAECBAgQIECAAAECBAgQIEAgpwICrjkdnLYJECBAgAABAgQIECBAgAABAgQIECBAgAABAgQIEEglIOCaiqlpi/ZGRMfvrffu3RslQjdNa87GBAgQIECg1QSS29IHDBhQfKzkPyt1+kKrndl5CBAgQIAAAQIECBAgQIAAAQIECBDIroCAa3ZnozMCBAgQIECAAAECBAgQIECAAAECBAgQIECAAAECBKoXEHCt3rCeFV6IiAPaN9i1a1cMHjy4nvupTYAAAQIE+rXA7t27481vfnOxwYsRcWC/RnF4AgQIECBAgAABAgQIECBAgAABAgSaJiDg2jR6GxMgQIAAAQIECBAgQIAAAQIECBAgQIAAAQIECBAg0AABAdcGIFexxW8iYnj787/61a9ixIgRVZTzKAECBAgQINCbwPbt2+Nd73pX8ZIdEXE4NQIECBAgQIAAAQIECBAgQIAAAQIECDRDQMC1Ger2JECAAAECBAgQIECAAAECBAgQIECAAAECBAgQIECgUQICro2SrmyfByPiQ+2PbtiwISZOnFhZJU8RIECAAAECZQU2btwYJ510UvG6H0XEh8s+aAEBAgQIECBAgAABAgQIECBAgAABAgTqICDgWgdUJQkQIECAAAECBAgQIECAAAECBAgQIECAAAECBAgQyIyAgGtmRlGykZsi4pz27yxcuDA+//nPZ7tj3REgQIAAgRwLfO1rX4u5c+cWn2BpRJyb4yNpnQABAgQIECBAgAABAgQIECBAgACBHAsIuOZ4eFonQIAAAQIECBAgQIAAAQIECBAgQIAAAQIECBAgQKCsgIBrWaKmLvhfEbG4vYNJkybFunXrmtqQzQkQIECAQCsLTJ48OdavX198xAsi4n+38pmdjQABAgQIECBAgAABAgQIECBAgACB7AoIuGZ3NjojQIAAAQIECBAgQIAAAQIECBAgQIAAAQIECBAgQKB6AQHX6g3rWWFURDzavsH+++8fL7zwQuyzj19l1xNdbQIECBDonwJtbW1x4IEHxksvvVQMcHREbO2fIk5NgAABAgQIECBAgAABAgQIECBAgECzBfxWsNkTsD8BAgQIECBAgAABAgQIECBAgAABAgQIECBAgAABAvUUEHCtp25tav8mIoa3l7r99ttj2rRptamsCgECBAgQINAhsGbNmjjllFOKRXZExOGICBAgQIAAAQIECBAgQIAAAQIECBAg0CwBAddmyduXAAECBAgQIECAAAECBAgQIECAAAECBAgQIECAAIFGCAi4NkK5uj2ujYiL2ktMmjQp1q1bV11FTxMgQIAAAQLdBCZPnhzr168v/vp1EXExKgIECBAgQIAAAQIECBAgQIAAAQIECDRLQMC1WfL2JUCAAAECBAgQIECAAAECBAgQIECAAAECBAgQIECgEQICro1Qrm6PP42IzcUlfvazn8UxxxxTXVVPEyBAgAABAh0CjzzySBx77LFdRcZExI8xESBAgAABAgQIECBAgAABAgQIECBAoFkCAq7NkrcvAQIECBAgQIAAAQIECBAgQIAAAQIECBAgQIAAAQKNEBBwbYRy9Xs8GBEfai9zxhlnxMqVK6uvqgIBAgQIECBQEJg+fXqsWrWqWONHEfFhPAQIECBAgAABAgQIECBAgAABAgQIEGimgIBrM/XtTYAAAQIECBAgQIAAAQIECBAgQIAAAQIECBAgQIBAvQUEXOstXJv6n4iI1cWlNmzYEBMnTqxNdVUIECBAgEA/Fti4cWOcdNJJXQVOjYh/6Mcsjk6AAAECBAgQIECAAAECBAgQIECAQAYEBFwzMAQtECBAgAABAgQIECBAgAABAgQIECBAgAABAgQIECBQNwEB17rR1rxwp1tcjzzyyHjsscdin338Wrvm0goSIECAQL8RaGtri6OOOiq2bdtWfGa3t/abN8BBCRAgQIAAAQIECBAgQIAAAQIECGRbwG8Csz0f3REgQIAAAQIECBAgQIAAAQIECBAgQIAAAQIECBAgUJ2AgGt1fo18+i8i4r7iDc8999z49re/3cge7EWAAAECBFpK4Lzzzoubbrqp65nGRcQPW+qgDkOAAAECBAgQIECAAAECBAgQIECAQC4FBFxzOTZNEyBAgAABAgQIECBAgAABAgQIECBAgAABAgQIECCQUkDANSVURpZdGxEXFfeycOHC+PznP5+R9rRBgAABAgTyI/C1r30t5s6d27Xh6yLi4vycQqcECBAgQIAAAQIECBAgQIAAAQIECLSygIBrK0/X2QgQIECAAAECBAgQIECAAAECBAgQIECAAAECBAgQEHDN3zvwfyNidHHb119/fcyePTt/J9ExAQIECBBoksANN9wQF154YdfdfxoR72tSS7YlQIAAAQIECBAgQIAAAQIECBAgQIBANwEBVy8FAQIECBAgQIAAAQIECBAgQIAAAQIECBAgQIAAAQKtLCDgmr/pjoqIhyLigOLW3eSav0HqmAABAgSaI9DDza0vRsTYiNjanK7sSoAAAQIECBAgQIAAAQIECBAgQIAAge4CAq7eCgIECBAgQIAAAQIECBAgQIAAAQIECBAgQIAAAQIEWllAwDWf0/2riLiza+vnnntuLFmyJPbZx6+68zlWXRMgQIBAPQXa2tpi1qxZcdNNN5Xa5mMR8Y/13F9tAgQIECBAgAABAgQIECBAgAABAgQI9FXAb/36KmY9AQIECBAgQIAAAQIECBAgQIAAAQIECBAgQIAAAQJ5EhBwzdO0Ovf6iYhY3bX9I488Mr7+9a/HxIkT83synRMgQIAAgRoLbNy4MT73uc/Ftm3bSlU+NSL+ocZbKkeAAAECBAgQIECAAAECBAgQIECAAIGqBQRcqyZUgAABAgQIECBAgAABAgQIECBAgAABAgQIECBAgACBDAsIuGZ4OClaS25yvS0iDui69owzzojPfvazccwxx6QoYwkBAgQIEGhNgUceeSS+8Y1vxKpVq0od8MWIOM3Nra05e6ciQIAAAQIECBAgQIAAAQIECBAg0AoCAq6tMEVnIECAAAECBAgQIECAAAECBAgQIECAAAECBAgQIECgJwEB1/y/G6Mi4uaIGF3qKJMmTYoZM2bE1KlTY599/Ao8/+N2AgIECBAoJ9DW1hZ33HFHLF++PNavX9/T8p9GxNkRsbVcPd8nQIAAAQIECBAgQIAAAQIECBAgQIBAswT8dq9Z8vYlQIAAAQIECBAgQIAAAQIECBAgQIAAAQIECBAgQKARAgKujVBuzB7XRsRFPW21//77x/jx42PMmDExatSoeMc73hHDhg2LAw88UPC1MfOxCwECBAjUWCAJsr7wwgvx9NNPx7/+67/G1q1bY/PmzXHvvffGSy+91Ntu10XExTVuRzkCBAgQIECAAAECBAgQIECAAAECBAjUXEDAteakChIgQIAAAQIECBAgQIAAAQIECBAgQIAAAQIECBAgkCEBAdcMDaMGrfxFRHw5Ij5Ug1pKECBAgACBVhP40f/838kfttrBnIcAAQIECBAgQIAAAQIECBAgQIAAgdYUEHBtzbk6FQECBAgQIECAAAECBAgQIECAAAECBAgQIECAAAECrwsIuLbmm/CJiLhQ0LU1h+tUBAgQINBngSTYen1E/EOfn/QAAQIECBAgQIAAAQIECBAgQIAAAQIEmigg4NpEfFsTIECAAAECBAgQIECAAAECBAgQIECAAAECBAgQIFB3AQHXuhM3dYM/jYjTImJyRAxvaic2J0CAAAECjRXYERHrIuK2iPhxY7e2GwECBAgQIECAAAECBAgQIECAAAECBGojIOBaG0dVCBAgQIAAAQIECBAgQIAAAQIECBAgQIAAAQIECBDIpoCAazbnUo+uRkXEmIg4NiJGRsRhEXFIROwfEX43Xg9xNQkQIECg3gLJf455KSKejYgnI+KfI+JnEbE5IrbWe3P1CRAgQIAAAQIECBAgQIAAAQIECBAgUG8Bv8Srt7D6BAgQIECAAAECBAgQIECAAAECBAgQIECAAAECBAg0U0DAtZn69iZAgAABAgQIECBAgAABAgQIECBAgAABAgQIECBAgEAPAgKuXg0CBAgQIECAAAECBAgQIECAAAECBAgQIECAAAECBFpZQMC1lafrbAQIECBAgAABAgQIECBAgAABAgQIECBAgAABAgQI5FZAwDW3o9M4AQIECBAgQIAAAQIECBAgQIAAAQIECBAgQIAAAQIpBARcUyBZQoAAAQIECBAgQIAAAQIECBAgQIAAAQIECBAgQIAAgUYLCLg2Wtx+BAgQIECAAAECBAgQIECAAAECBAgQIECAAAECBAg0UkDAtZHa9iJAgAABAgQIECBAgAABAgQIECBAgAABAgQIECBAgEBKAQHXlFCWESBAgAABAgQIECBoi5DaAAAgAElEQVRAgAABAgQIECBAgAABAgQIECCQSwEB11yOTdMECBAgQIAAAQIECBAgQIAAAQIECBAgQIAAAQIECLS6gIBrq0/Y+QgQIECAAAECBAgQIECAAAECBAgQIECAAAECBAj0bwEB1/49f6cnQIAAAQIECBAgQIAAAQIECBAgQIAAAQIECBAgQCCjAgKuGR2MtggQIECAAAECBAgQIECAAAECBAgQIECAAAECBAgQqImAgGtNGBUhQIAAAQIECBAgQIAAAQIECBAgQIAAAQIECBAgQIBAbQUEXGvrqRoBAgQIECBAgAABAgQIECBAgAABAgQIECBAgAABAtkSEHDN1jx0Q4AAAQIECBAgQIAAAQIECBAgQIAAAQIECBAgQIAAgYKAgKsXgQABAgQIECBAgAABAgQIECBAgAABAgQIECBAgACBVhYQcG3l6TobAQIECBAgQIAAAQIECBAgQIAAAQIECBAgQIAAAQK5FRBwze3oNE6AAAECBAgQIECAAAECBAgQIECAAAECBAgQIECAQAoBAdcUSJYQIECAAAECBAgQIECAAAECBAgQIECAAAECBAgQIECg0QICro0Wtx8BAgQIECBAgAABAgQIECBAgAABAgQIECBAgAABAo0UEHBtpLa9CBAgQIAAAQIECBAgQIAAAQIECBAgQIAAAQIECBAgkFJAwDUllGUECBAgQIAAAQIECBAgQIAAAQIECBAgQIAAAQIECORSQMA1l2PTNAECBAgQIECAAAECBAgQIECAAAECBAgQIECAAAECrS4g4NrqE3Y+AgQIECBAgAABAgQIECBAgAABAgQIECBAgAABAv1bQMC1f8/f6QkQIECAAAECBAgQIECAAAECBAgQIECAAAECBAgQyKiAgGtGB6MtAgQIECBAgAABAgQIECBAgAABAgQIECBAgAABAgRqIiDgWhNGRQgQIECAAAECBAgQIECAAAECBAgQIECAAAECBAgQIFBbAQHX2nqqRoAAAQIECBAgQIAAAQIECBAgQIAAAQIECBAgQIBAtgQEXLM1D90QIECAAAECBAgQIECAAAECBAgQIECAAAECBAgQIECgICDg6kUgQIAAAQIECBAgQIAAAQIECBAgQIAAAQIECBAgQKCVBQRcW3m6zkaAAAECBAgQIECAAAECBAgQIECAAAECBAgQIECAQG4FBFxzOzqNEyBAgAABAgQIECBAgAABAgQIECBAgAABAgQIECCQQkDANQWSJQQIECBAgAABAgQIECBAgAABAgQI/D/27h/mz6u6A/gxQwbjZOrAFJBQ6GLFTehCKhhoBkdp7cH8U6JMrYnaRLCAnLFjIrIEhVaJ2wlh8XewWxQPFClEDQwlqSMvDUKCTgydwPGYF/lXXL0xDrkJ970+5zyfjs2T5znn871Sr/ry5Ue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xeQoAAAQIECBAgQIAAAQIECBAgQIAAAQIECBAgQIAAgbkCCq5zPb2NAAECBAgQIECAAAECBAgQIECAAAECBAgQIECAAIFcAgquufIwDQECBAgQIECAAAECBAgQIECAAAECBAgQIECAAAECBHYCCq4OAgECBAgQIECAAAECBAgQIECAAAECBAgQIECAAAECnQUUXDunazcCBAgQIECAAAECBAgQIECAAAECBAgQIECAAAECBMoKKLiWjc7gBAgQIECAAAECBAgQIECAAAECBAgQIECAAAECBAgMCCi4DiB5hAABAgQIECBAgAABAgQIECBAgAABAgQIECBAgAABAqsFFFxXi/seAQIECBAgQIAAAQIECBAgQIAAAQIECBAgQIAAAQIrBRRcV2r7FgECBAgQIECAAAECBAgQIECAAAECBAgQIECAAAECBAYFFFwHoTxGgAABAgQIECBAgAABAgQIECBAgAABAgQIECBAgEBJAQXXkrEZmgABAgQIECBAgAABAgQIECBAgAABAgQIECBAgACB7gIKrt0Tth8BAgQIECBAgAABAgQIECBAgAABAgQIECBAgACBbQsouG47f9sTIECAAAECBAgQIECAAAECBAgQIECAAAECBAgQIJBUQME1aTDGIkCAAAECBAgQIECAAAECBAgQIECAAAECBAgQIEBgioCC6xRGLyFAgAABAgQIECBAgAABAgQIECBAgAABAgQIECBAgMBcAQXXuZ7eRoAAAQIECBAgQIAAAQIECBAgQIAAAQIECBAgQIBALgEF11x5mIYAAQIECBAgQIAAAQIECBAgQIAAAQIECBAgQIAAAQI7AQVXB4EAAQIECBAgQIAAAQIECBAgQIAAAQIECBAgQIAAgc4CCq6d07UbAQIECBAgQIAAAQIECBAgQIAAAQIECBAgQIAAAQJlBRRcy0ZncAIECBAgQIAAAQIECBAgQIAAAQIECBAgQIAAAQIEBgQUXAeQPEKAAAECBAgQIECAAAECBAgQIECAAAECBAgQIECAAIHVAgquq8V9jwABAgQIECBAgAABAgQIECBAgAABAgQIECBAgACBlQIKriu1fYsAAQIECBAgQIAAAQIECBAgQIAAAQIECBAgQIAAAQKDAgqug1AeI0CAAAECBAgQIECAAAECBAgQIECAAAECBAgQIECgpICCa8nYDE2AAAECBAgQIECAAAECBAgQIECAAAECBAgQIECAQHcBBdfuCduPAAECBAgQIECAAAECBAgQIECAAAECBAgQIECAwLYFFFy3nb/tCRAgQIAAAQIECBAgQIAAAQIECBAgQIAAAQIECBBIKqDgmjQYYxEgQIAAAQIECBAgQIAAAQIECBAgQIAAAQIECBAgMEVAwXUKo5cQIECAAAECBAgQIECAAAECBAgQIECAAAECBAgQIEBgroCC61xPbyNAgAABAgQIECBAgAABAgQIECBAgAABAgQIECBAIJeAgmuuPExDgAABAgQIECBAgAABAgQIECBAgAABAgQIECBAgACBnYCCq4NAgAABAgQIECBAgAABAgQIECBAgAABAgQIECBAgEBnAQXXzunajQABAgQIECBAgAABAgQIECBAgAABAgQIECBAgACBsgIKrmWjMzgBAgQIECBAgAABAgQIECBAgAABAgQIECBAgAABAgMCCq4DSB4hQIAAAQIECBAgQIAAAQIECBAgQIAAAQIECBAgQIDAagEF19XivkeAAAECBAgQIECAAAECBAgQIECAAAECBAgQIECAwEoBBdeV2r5FgAABAgQIECBAgAABAgQIECBAgAABAgQIECBAgACBQQEF10EojxEgQIAAAQIECBAgQIAAAQIECBAgQIAAAQIECBAgUFJAwbVkbIYmQIAAAQIECBAgQIAAAQIECBAgQIAAAQIECBAgQKC7gIJr94TtR4AAAQIECBAgQIAAAQIECBAgQIAAAQIECBAgQGDbAgqu287f9gQIECBAgAABAgQIECBAgAABAgQIECBAgAABAgQIJBVQcE0ajLEIECBAgAABAgQIECBAgAABAgQIECBAgAABAgQIEJgioOA6hdFLCBAgQIAAAQIECBAgQIAAAQIECBAgQIAAAQIECBAgMFdAwXWup7cRIECAAAECBAgQIECAAAECBAgQIECAAAECBAgQIJBLQME1Vx6mIUCAAAECBAgQIECAAAECBAgQIECAAAECBAgQIECAwE5AwdVBIECAAAECBAgQIECAAAECBAgQIECAAAECBAgQIECgs4CCa+d07UaAAAECBAgQIECAAAECBAgQIECAAAECBAgQIECAQFkBBdey0RmcAAECBAgQIECAAAECBAgQIECAAAECBAgQIECAAIEBAQXXASSPECBAgAABAgQIECBAgAABAgQIECBAgAABAgQIECBAYLWAgutqcd8jQIAAAQIECBAgQIAAAQIECBAgQIAAAQIECBAgQGClgILrSm3fIkCAAAECBAgQIECAAAECBAgQIECAAAECBAgQIECAwKCAgusglMcIECBAgAABAgQIECBAgAABAgQIECBAgAABAgQIECgpoOBaMjZDEyBAgAABAgQIECBAgAABAgQIECBAgAABAgQIECDQXUDBtXvC9iNAgAABAgQIECBAgAABAgQIECBAgAABAgQIECCwbQEF123nb3sCBAgQIECAAAECBAgQIECAAAECBAgQIECAAAECBJIKKLgmDcZYBAgQIECAAAECBAgQIECAAAECBAgQIECAAAECBAhMEVBwncLoJQQIECBAgAABAgQIECBAgAABAgQIECBAgAABAgQIEJgroOA619PbCBAgQIAAAQIECBAgQIAAAQIECBAgQIAAAQIECBDIJaDgmisP0xAgQIAAAQIECBAgQIAAAQIECBAgQIAAAQIECBAgQGAnoODqIBAgQIAAAQIECBAgQIAAAQIECBAgQIAAAQIECBAg0FlAwbVzunYjQIAAAQIECBAgQIAAAQIECBAgQIAAAQIECBAgQKCsgIJr2egMToAAAQIECBAgQIAAAQIECBAgQIAAAQIECBAgQIDAgICC6wCSRwgQIECAAAECBAgQIECAAAECBAgQIECAAAECBAgQILBaQMF1tbjvESBAgAABAgQIECBAgAABAgQIECBAgAABAgQIECCwUkDBdaW2bxEgQIAAAQIECBAgQIAAAQIECBAgQIAAAQIECBAgQGBQQMF1EMpjBAgQIECAAAECBAgQIECAAAECBAgQIECAAAECBAiUFFBwLRmboQkQIECAAAECBAgQIECAAAECBAgQIECAAAECBAgQ6C6g4No9YfsRIECAAAECBAgQIECAAAECBAgQIECAAAECBAgQ2LaAguu287c9AQIECBAgQIAAAQIECBAgQIAAAQIECBAgQIAAAQJJBRRckwZjLAIECBAgQIAAAQIECBAgQIAAAQIECBAgQIAAAQIEpggouE5h9BICBAgQIECAAAECBAgQIECAAAECBAgQIECAAAECBAjMFVBwnevpbQQIECBAgAABAgQIECBAgAABAgQIECBAgAABAgQI5BJQcM2Vh2kIECBAgAABAgQIECBAgAABAgQIECBAgAABAgQIECCwE1BwdRAIECBAgAABAgQIECBAgAABAgQIECBAgAABAgQIEOgsoODaOV27ESBAgAABAgQIECBAgAABAgQIECBAgAABAgQIECBQVkDBtWx0BidAgAABAgQIECBAgAABAgQIECBAgAABAgQIECBAYEBAwXUAySMECBAgQIAAAQIECBAgQIAAAQIECBAgQIAAAQIECBBYLaDgulrc9wgQIECAAAECBAgQIECAAAECBAgQIECAAAECBAgQWCmg4LpS27cIECBAgAABAgQIECBAgAABAgQIECBAgAABAgQIECAwKKDgOgjlMQIECBAgQIAAAQIECBAgQIAAAQIECBAgQIAAAQIESgoouJaMzdAECBAgQIAAAQIECBAgQIAAAQIECBAgQIAAAQIECHQXUHDtnrD9CBAgQIAAAQIECBAgQIAAAQIECBAgQIAAAQIECGxbQMF12/nbngABAgQIECBAgAABAgQIECBAgAABAgQIECBAgACBpAIKrkmDMRYBAgQIECBAgAABAgQIECBAgAABAgQIECBAgAABAlMEFFynMHoJAQIECBAgQIAAAQIECBAgQIAAAQIECBAgQIAAAQIE5goouM719DYCBAgQIECAAAECBAgQIECAAAECBAgQIECAAAECBHIJKLjmysM0BAgQIECAAAECBAgQIECAAAECBAgQIECAAAECBAgQ2AkouDoIBAgQIECAAAECBAgQIECAAAECBAgQIECAAAECBAh0FlBw7Zyu3QgQIECAAAECBAgQIECAAAECBAgQIECAAAECBAgQKCug4Fo2OoMTIECAAAECBAgQIECAAAECBAgQIECAAAECBAgQIDAgoOA6gOQRAgQIECBAgAABAgQIECBAgAABAgQIECBAgAABAgQIrBZQcF0t7nsECBAgQIAAAQIECBAgQIAAAQIECBAgQIAAAQIECKwUUHBdqe1bBAgQIECAAAECBAgQIECAAAECBAgQIECAAAECBAgQGBRQcB2E8hgBAgQIECBAgAABAgQIECBAgAABAgQIECBAgAABAiUFFFxLxmZoAgQIECBAgAABAgQIECBAgAABAgQIECBAgAABAgS6Cyi4dk/YfgQIECBAgAABAgQIECBAgAABAgQIECBAgAABAgS2LaDguu38bU+AAAECBAgQIECAAAECBAgQIECAAAECBAgQIECAQFIBBdekwRiLAAECBAgQIECAAAECBAgQIECAAAECBAgQIECAAIEpAgquUxi9hAABAgQIECBAgAABAgQIECBAgAABAgQIECBAgAABAnMFFFznenobAQIECBAgQIAAAQIECBAgQIAAAQIECBAgQIAAAQK5BBRcc+VhGgIECBAgQIAAAQIECBAgQIAAAQIECBAgQIAAAQIECOwEFFwdBAIECBAgQIAAAQIECBAgQIAAAQIECBAgQIAAAQIEOgsouHZO124ECBAgQIAAAQIECBAgQIAAAQIECBAgQIAAAQIECJQVUHAtG53BCRAgQIAAAQIECBAgQIAAAQIECBAgQIAAAQIECBAYEFBwHUDyCAECBAgQIECAAAECBAgQIECAAAECBAgQIECAAAECBFYLKLiuFvc9AgQIECBAgAABAgQIECBAgAABAgQIECBAgAABAgRWCii4rtT2LQIECBAgQIAAAQIECBAgQIAAAQIECBAgQIAAAQIECAwKKLgOQnmMAAECBAgQIECAAAECBAgQIECAAAECBAgQIECAAIGSAgquJWMzNAECBAgQIECAAAECBAgQIECAAAECBAgQIECAAAEC3QUUXLsnbD8CBAgQIECAAAECBAgQIECAAAECBAgQIECAAAEC2xZQcN12/rYnQIAAAQIECBAgQIAAAQIECBAgQIAAAQIECBAgQCCpgIJr0mCMRYAAAQIECBAgQIAAAQIECBAgQIAAAQIECBAgQIDAFAEF1ymMXkKAAAECBAgQIECAAAECBAgQIECAAAECBAgQIECAAIG5Agqucz29jQABAgQIECBAgAABAgQIECBAgAABAgQIECBAgACBXAIKrrnyMA0BAgQIECBAgAABAgQIECBAgAABAgQIECBAgAABAgR2AgquDgIBAgQIECBAgAABAgQIECBAgAABAgQIECBAgAABAp0FFFw7p2s3AgQIECBAgAABAgQIECBAgAABAgQIECBAgAABAgTKCii4lo3O4AQIECBAgAABAgQIECBAgAABAgQIECBAgAABAgQIDAgouA4geYQAAQIECBAgQIAAAQIECBAgQIAAAQIECBAgQIAAAQKrBRRcV4v7HgECBAgQIECAAAECBAgQIECAAAECBAgQIECAAAECKwUUXFdq+xYBAgQIECBAgAABAgQIECBAgAABAgQIECBAgAABAgQGBRRcB6E8RoAAAQIECBAgQIAAAQIECBAgQIAAAQIECBAgQIBASQEF15KxGZoAAQIECBAgQIAAAQIECBAgQIAAAQIECBAgQIAAge4CCq7dE7YfAQIECBAgQIAAAQIECBAgQIAAAQIECBAgQIAAgW0LKLhuO3/bEyBAgAABAgQIECBAgAABAgQIECBAgAABAgQIECCQVEDBNWkwxiJAgAABAgQIECBAgAABAgQIECBAgAABAgQIECBAYIqAgusURi8hQIAAAQIECBAgQIAAAQIECBAgQIAAAQIECBAgQIDAXAEF17me3kaAAAECBAgQIECAAAECBAgQIECAAAECBAgQIECAQC4BBddceZiGAAECBAgQIECAAAECBAgQIECAAAECBH7QVHQAACAASURBVAgQIECAAAECOwEFVweBAAECBAgQIECAAAECBAgQIECAAAECBAgQIECAAIHOAgqundO1GwECBAgQIECAAAECBAgQIECAAAECBAgQIECAAAECZQUUXMtGZ3ACBAgQIECAAAECBAgQIECAAAECBAgQIECAAAECBAYEFFwHkDxCgAABAgQIECBAgAABAgQIECBAgAABAgQIECBAgACB1QIKrqvFfY8AAQIECBAgQIAAAQIECBAgQIAAAQIECBAgQIAAgZUCCq4rtX2LAAECBAgQIECAAAECBAgQIECAAAECBAgQIECAAAECgwIKroNQHiNAgAABAgQIECBAgAABAgQIECBAgAABAgQIECBAoKSAgmvJ2AxNgAABAgQIECBAgAABAgQIECBAgAABAgQIECBAgEB3AQXX7gnbjwABAgQIECBAgAABAgQIECBAgAABAgQIECBAgMC2BRRct52/7QkQIECAAAECBAgQIECAAAECBAgQIECAAAECBAgQSCqg4Jo0GGMRIECAAAECBAgQIECAAAECBAgQIECAAAECBAgQIDBFQMF1CqOXECBAgAABAgQIECBAgAABAgQIECBAgAABAgQIECBAYK6AgutcT28jQIAAAQIECBAgQIAAAQIECBAgQIAAAQIECBAgQCCXgIJrrjxMQ4AAAQIECBAgQIAAAQIECBAgQIAAAQIECBAgQIAAgZ2AgquDQIAAAQIECBAgQIAAAQIECBAgQIAAAQIECBAgQIBAZwEF187p2o0AAQIECBAgQIAAAQIECBAgQIAAAQIECBAgQIAAgbICCq5lozM4AQIECBAgQIAAAQIECBAgQIAAAQIECBAgQIAAAQIDAgquA0geIUCAAAECBAgQIECAAAECBAgQIECAAAECBAgQIECAwGoBBdfV4r5HgAABAgQIECBAgAABAgQIECBAgAABAgQIECBAgMBKAQXXldq+RYAAAQIECBAgQIAAAQIECBAgQIAAAQIECBAgQIAAgUEBBddBKI8RIECAAAECBAgQIECAAAECBAgQIECAAAECBAgQIFBSQMG1ZGyGJkCAAAECBAgQIECAAAECBAgQIECAAAECBAgQIECgu4CCa/eE7UeAAAECBAgQIECAAAECBAgQIECAAAECBAgQIEBg2wIKrtvO3/YECBAgQIAAAQIECBAgQIAAAQIECBAgQIAAAQIECCQVUHBNGoyxCBAgQIAAAQIECBAgQIAAAQIECBAgQIAAAQIECBCYIqDgOoXRSwgQIECAAAECBAgQIECAAAECBAgQIECAAAECBAgQIDBXQMF1rqe3ESBAgAABAgQIECBAgAABAgQIECBAgAABAgQIECCQS0DBNVcepiFAgAABAgQIECBAgAABAgQIECBAgAABAgQIECBAgMBOQMHVQSBAgAABAgQIECBAgAABAgQIECBAgAABAgQIECBAoLOAgmvndO1GgAABAgQIECBAgAABAgQIECBAgAABAgQIECBAgEBZAQXXstEZnAABAgQIECBAgAABAgQIECBAgAABAgQIECBAgACBAQEF1wEkjxAgQIAAAQIECBAgQIAAAQIECBAgQIAAAQIECBAgQGC1gILranHfI0CAAAECBAgQIECAAAECBAgQIECAAAECBAgQIEBgpYCC60pt3yJAgAABAgQIECBAgAABAgQIECBAgAABAgQIECBAgMCggILrIJTHCBAgQIAAAQIECBAgQIAAAQIECBAgQIAAAQIECBAoKaDgWjI2QxMgQIAAAQIECBAgQIAAAQIECBAgQIAAAQIECBAg0F1AwbV7wvYjQIAAAQIECBAgQIAAAQIECBAgQIAAAQIECBAgsG0BBddt5297AgQIECBAgAABAgQIECBAgAABAgQIECBAgAABAgSSCii4Jg3GWAQIECBAgAABAgQIECBAgAABAgQIECBAgAABAgQITBFQcJ3C6CUECBAgQIAAAQIECBAgQIAAAQIECBAgQIAAAQIECBCYK6DgOtfT2wgQIECAAAECBAgQIECAAAECBAgQIECAAAECBAgQyCWg4JorD9MQIECAAAECBAgQIECAAAECBAgQIECAAAECBAgQIEBgJ6Dg6iAQIECAAAECBAgQIECAAAECBAgQIECAAAECBAgQINBZQMG1c7p2I0CAAAECBAgQIECAAAECBAgQIECAAAECBAgQIECgrICCa9noDE6AAAECBAgQIECAAAECBAgQIECAAAECBAgQIECAwICAgusAkkcIECBAgAABAgQIECBAgAABAgQIECBAgAABAgQIECCwWkDBdbW47xEgQIAAAQIECBAgQIAAAQIECBAgQIAAAQIECBAgsFJAwXWltm8RIECAAAECBAgQIECAAAECBAgQIECAAAECBAgQIEBgUEDBdRDKYwQIECBAgAABAgQIECBAgAABAgQIECBAgAABAgQIlBRQcC0Zm6EJECBAgAABAgQIECBAgAABAgQIECBAgAABAgQIEOguoODaPWH7ESBAgAABAgQIECBAgAABAgQIECBAgAABAgQIENi2gILrtvO3PQECBAgQIECAAAECBAgQIECAAAECBAgQIECAAAECSQUUXJMGYywCBAgQIECAAAECBAgQIECAAAECBAgQIECAAAECBKYIKLhOYfQSAgQIECBAgAABAgQIECBAgAABAgQIECBAgAABAgQIzBVQcJ3r6W0ECBAgQIAAAQIECBAgQIAAAQIECBAgQIAAAQIECOQSUHDNlYdpCBAgQIAAAQIECBAgQIAAAQIECBAgQIAAAQIECBAgsBNQcHUQCBAgQIAAAQIECBAgQIAAAQIECBAgQIAAAQIECBDoLKDg2jlduxEgQIAAAQIECBAgQIAAAQIECBAgQIAAAQIECBAgUFZAwbVsdAYnQIAAAQIECBAgQIAAAQIECBAgQIAAAQIECBAgQGBAQMF1AMkjBAgQIECAAAECBAgQIECAAAECBAgQIECAAAECBAgQWC2g4Lpa3PcIECBAgAABAgQIECBAgAABAgQIECBAgAABAgQIEFgpoOC6Utu3CBAgQIAAAQIECBAgQIAAAQIECBAgQIAAAQIECBAgMCig4DoI5TECBAgQIECAAAECBAgQIECAAAECBAgQIECAAAECBEoKKLiWjM3QBAgQIECAAAECBAgQIECAAAECBAgQIECAAAECBAh0F1Bw7Z6w/QgQIECAAAECBAgQIECAAAECBAgQIECAAAECBAhsW0DBddv5254AAQIECBAgQIAAAQIECBAgQIAAAQIECBAgQIAAgaQCCq5JgzEWAQIECBAgQIAAAQIECBAgQIAAAQIECBAgQIAAAQJTBBRcpzB6CQECBAgQIECAAAECBAgQIECAAAECBAgQIECAAAECBOYKKLjO9fQ2AgQIECBAgAABAgQIECBAgAABAgQIECBAgAABAgRyCSi45srDNAQIECBAgAABAgQIECBAgAABAgQIECBAgAABAgQIENgJKLg6CAQIECBAgAABAgQIECBAgAABAgQIECBAgAABAgQIdBZQcO2crt0IECBAgAABAgQIECBAgAABAgQIECBAgAABAgQIECgroOBaNjqDEyBAgAABAgQIECBAgAABAgQIECBAgAABAgQIECAwIKDgOoDkEQIECBAgQIAAAQIECBAgQIAAAQIECBAgQIAAAQIECKwWUHBdLe57BAgQIECAAAECBAgQIECAAAECBAgQIECAAAECBAisFFBwXantWwQIECBAgAABAgQIECBAgAABAgQIECBAgAABAgQIEBgUUHAdhPIYAQIECBAgQIAAAQIECBAgQIAAAQIECBAgQIAAAQIlBRRcS8ZmaAIECBAgQIAAAQIECBAgQIAAAQIECBAgQIAAAQIEugsouHZP2H4ECBAgQIAAAQIECBAgQIAAAQIECBAgQIAAAQIEti2g4Lrt/G1PgAABAgQIECBAgAABAgQIECBAgAABAgQIECBAgEBSAQXXpMEYiwABAgQIECBAgAABAgQIECBAgAABAgQIECBAgACBKQIKrlMYvYQAAQIECBAgQIAAAQIECBAgQIAAAQIECBAgQIAAAQJzBRRc53p6GwECBAgQIECAAAECBAgQIECAAAECBAgQIECAAAECuQQUXHPlYRoCBAgQIECAAAECBAgQIECAAAECBAgQIECAAAECBAjsBBRcHQQCBAgQIECAAAECBAgQIECAAAECBAgQIECAAAECBDoLKLh2TtduBAgQIECAAAECBAgQIECAAAECBAgQIECAAAECBAiUFVBwLRudwQkQIECAAAECBAgQIECAAAECBAgQIECAAAECBAgQGBBQcB1A8ggBAgQIECBAgAABAgQIECBAgAABAgQIECBAgAABAgRWCyi4rhb3PQIECBAgQIAAAQIECBAgQIAAAQIECBAgQIAAAQIEVgoouK7U9i0CBAgQIECAAAECBAgQIECAAAECBAgQIECAAAECBAgMCii4DkJ5jAABAgQIECBAgAABAgQIECBAgAABAgQIECBAgACBkgIKriVjMzQBAgQIECBAgAABAgQIECBAgAABAgQIECBAgAABAt0FFFy7J2w/AgQIECBAgAABAgQIECBAgAABAgQIECBAgAABAtsWUHDddv62J0CAAAECBAgQIECAAAECBAgQIECAAAECBAgQIEAgqYCCa9JgjEWAAAECBAgQIECAAAECBAgQIECAAAECBAgQIECAwBQBBdcpjF5CgAABAgQIECBAgAABAgQIECBAgAABAgQIECBAgACBuQIKrnM9vY0AAQIECBAgQIAAAQIECBAgQIAAAQIECBAgQIAAgVwCCq658jANAQIECBAgQIAAAQIECBAgQIAAAQIECBAgQIAAAQIEdgIKrg4CAQIECBAgQIAAAQIECBAgQIAAAQIECBAgQIAAAQKdBRRcO6drNwIECBAgQIAAAQIECBAgQIAAAQIECBAgQIAAAQIEygoouJaNzuAECBAgQIAAAQIECBAgQIAAAQIECBAgQIAAAQIECAwIKLgOIHmEAAECBAgQIECAAAECBAgQIECAAAECBAgQIECAAAECqwUUXFeL+x4BAgQIECBAgAABAgQIECBAgAABAgQIECBAgAABAisFFFxXavsWAQIECBAgQIAAAQIECBAgQIAAAQIECBAgQIAAAQIEBgUUXAehPEaAAAECBAgQIECAAAECBAgQIECAAAECBAgQIECAQEkBBdeSsRmaAAECBAgQIECAAAECBAgQIECAAAECBAgQIECAAIHuAgqu3RO2HwECBAgQIECAAAECBAgQIECAAAECBAgQIECAAIFtCyi4bjt/2xMgQIAAAQIECBAgQIAAAQIECBAgQIAAAQIECBAgkFRAwTVpMMYiQIAAAQIECBAgQIAAAQIECBAgQIAAAQIECBAgQGCKgILrFEYvIUCAAAECBAgQIECAAAECBAgQIECAAAECBAgQIECAwFwBBde5nt5GgAABAgQIECBAgAABAgQIECBAgAABAgQIECBAgEAuAQXXXHmYhgABAgQIECBAgAABAgQIECBAgAABAgQIECBAgAABAjsBBVcHgQABAgQIECBAgAABAgQIECBAgAABAgQIECBAgACBzgIKrp3TtRsBAgQIECBAgAABAgQIECBAgAABAgQIECBAgAABAmUFFFzLRmdwAgQIECBAgAABAgQIECBAgAABAgQIECBAgAABAgQGBBRcB5A8QoAAAQIECBAgQIAAAQIECBAgQIAAAQIECBAgQIAAgdUCCq6rxX2PAAECBAgQIECAAAECBAgQIECAAAECBAgQIECAAIGVAgquK7V9iwABAgQIECBAgAABAgQIECBAgAABAgQIECBAgAABAoMCCq6DUB4jQIAAAQIECBAgQIAAAQIECBAgQIAAAQIECBAgQKCkgIJrydgMTYAAAQIECBAgQIAAAQIECBAgQIAAAQIECBAgQIBAdwEF1+4J248AAQIECBAgQIAAAQIECBAgQIAAAQIECBAgQIDAtgUUXLedv+0JECBAgAABAgQIECBAgAABAgQIECBAgAABAgQIEEgqoOCaNBhjESBAgAABAgQIECBAgAABAgQIECBAgAABAgQIECAwRUDBdQqjlxAgQIAAAQIECBAgQIAAAQIECBAgQIAAAQIECBAgQGCugILrXE9vI0CAAAECBAgQIECAAAECBAgQIECAAAECBAgQIEAgl4CCa648TEOAAAECBAgQIECAAAECBAgQIECAAAECBAgQIECAAIGdgIKrg0CAAAECBAgQIECAAAECBAgQIECAAAECBAgQIECAQGcBBdfO6dqNAAECBAgQIECAAAECBAgQIECAAAECBAgQIECAAIGyAgquZaMzOAECBAgQIECAAAECBAgQIECAAAECBAgQIECAAAECAwIKrgNIHiFAgAABAgQIECBAgAABAgQIECBAgAABAgQIECBAgMBqAQXX1eK+R4AAAQIECBAgQIAAAQIECBAgQIAAAQIECBAgQIDASgEF15XavkWAAAECBAgQIECAAAECBAgQIECAAAECBAgQIECAAIFBAQXXQSiPESBAgAABAgQIECBAgAABAgQIECBAgAABAgQIECBQUkDBtWRshiZAgAABAgQIECBAgAABAgQIECBAgAABAgQIECBAoLuAgmv3hO1HgAABAgQIECBAgAABAgQIECBAgAABAgQIECBAYNsCCq7bzt/2BAgQIECAAAECBAgQIECAAAECBAgQIECAAAECBAgkFVBwTRqMsQgQIECAAAECBAgQIECAAAECBAgQIECAAAECBAgQmCKg4DqF0UsIECBAgAABAgQIECBAgAABAgQIECBAgAABAgQIECAwV0DBda6ntxEgQIAAAQIECBAgQIAAAQIECBAgQIAAAQIECBAgkEtAwTVXHqYhQIAAAQIECBAgQIAAAQIECBAgQIAAAQIECBAgQIDATkDB1UEgQIAAAQIECBAgQIAAAQIECBAgQIAAAQIECBAgQKCzgIJr53TtRoAAAQIECBAgQIAAAQIECBAgQIAAAQIECBAgQIBAWQEF17LRGZwAAQIECBAgQIAAAQIECBAgQIAAAQIECBAgQIAAgQEBBdcBJI8QIECAAAECBAgQIECAAAECBAgQIEC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wlXnIsIu6LiHsj4k8j4s6I+JOIOBwR/jZeIkJDEiBAgMANAtfuMVcj4n8j4n8i4r8j4pWIeDkiLtEiQCDc/xwCAgQIEOgm4P7XLVH7ECBAgAABAgQIvKOAP+K9I5EHCBAgQIAAAQIECBAgQIAAAQIECBAgQIAAAQIECBAoLKDgWji8gdE/FhGfi4iTEfHBgec9QoAAAQIEugj8MiLOR8Q3I+LHXZayB4EBAfe/ASSPECBAgEBLAfe/lrFaigABAgQIECBAQMHVGSBAgAABAgQIECBAgAABAgQIECBAgAABAgQIECBAoLOAgmvPdD8TEY9HxMd7rmcrAgQIECDwrgReiohnI+Lb7+rf8jCBWgLuf7XyMi0BAgQIHKyA+9/B+no7AQIECBAgQIDAQgEF14XYPkWAAAECBAgQIECAAAECBAgQIECAAAECBAgQIECAwHIBBdfl5Af6wU9GxD8oth6osZcTIECAQF2Ba0WHa/938od1VzA5gd8TcP9zKAgQIECAwNsLuP85HQQIECBAgAABAuUFFFzLR2gBAgQIECBAgAABAgQIECBAgAABAgQIECBAgAABAgT+gICCa5/j8UxEfOHt1jl8+HDcf//9cd9998WxY8fiwx/+cHzgAx+II0eOxKFD/jTe5xjYhAABoi/32AAAIABJREFUAtsR2NvbiytXrsSvfvWr+PnPfx6XLl2Kl19+OX7wgx/E1atX/xDEVyPii9uRsmljAfe/xuFajQABAgR+X8D9z6kgQIAAAQIECBDYooC/4m0xdTsTIECAAAECBAgQIECAAAECBAgQIECAAAECBAgQ2I6Agmv9rI9FxL9ExEdvtsqJEyfikUceiVOnTimy1s/aBgQIECAwIHCt+PC9730vvv71r8eFCxfe7t/4aUT8TURcGnilRwhkE3D/y5aIeQgQIEDglgq4/91Sfh8nQIAAAQIECBA4YAEF1wMG9noCBAgQIECAAAECBAgQIECAAAECBAgQIECAAAECBG6pgILrLeX/oz/+VxHxzYh4/41veuihh+JLX/pS3HPPPX/0R7yAAAECBAhUFXj11Vfj6aefjnPnzt1shTci4nMR8W9V9zP3JgXc/zYZu6UJECBAYFTA/W9UynMECBAgQIAAAQJVBBRcqyRlTgIECBAgQIAAAQIECBAgQIAAAQIECBAgQIAAAQIE3ouAgut7Ucvx73wmIr514yhHjx6Nr3zlK3H8+PEcU5qCAAECBAgkELh48WJ8+ctfjsuXL99sms9GxLcTjGkEAu8k4P73TkL+OQECBAgQ+J2A+5+jQIAAAQIECBAg0EVAwbVLkvYgQIAAAQIECBAgQIAAAQIECBAgQIAAAQIECBAgQOBmAgquNc/FtV/u+tcbRz99+nQ899xzceiQP3XXjNXUBAgQIHCQAnt7e/Hoo4/G2bNnb/aZv/ZLrgep790TBNz/JiB6BQECBAhsS8D9b1t525YAAQIECBAg0FXAX/26JmsvAgQIECBAgAABAgQIECBAgAABAgQIECBAgAABAgSuCSi41jsHxyLiPyLi/ftHf/LJJ+PMmTP1tjExAQIECBBYLPDUU0/FE088ceNX34iIv4iIS4vH8TkCIwLufyNKniFAgAABAm8j4P7naBAgQIAAAQIECFQWUHCtnJ7ZCRAgQIAAAQIECBAgQIAAAQIECBAgQIAAAQIECBB4JwEF13cSyvfP/zMiPrp/rGeffTYee+yxfJOaiAABAgQIJBX42te+Fo8//viN0/00Iv486cjG2raA+9+287c9AQIECEwQcP+bgOgVBAgQIECAAAECt0RAwfWWsPsoAQIECBAgQIAAAQIECBAgQIAAAQIECBAgQIAAAQKLBBRcF0FP+swzEfGF/e/yy62TZL2GAAECBDYn8Da/5PXViPji5jAsnFnA/S9zOmYjQIAAgVIC7n+l4jIsAQIECBAgQIDA7wQUXB0FAgQIECBAgAABAgQIECBAgAABAgQIECBAgAABAgQ6Cyi41kn3kxHx7/vHPX36dDz//PN1NjApAQIECBBIJvD5z38+zp49e+NUfxkRP0w2qnG2KeD+t83cbU2AAAECByjg/neAuF5NgAABAgQIECBwIAIKrgfC6qUECBAgQIAAAQIECBAgQIAAAQIECBAgQIAAAQIECCQRUHBNEsTAGD+KiI9ff+7o0aPx2muvxaFD/qw9YOcRAgQIECBwU4G9vb24++674/Lly/v/+UsR8QlkBBIIuP8lCMEIBAgQINBLwP2vV562IUCAAAECBAhsQcBfAreQsh0JECBAgAABAgQIECBAgAABAgQIECBAgAABAgQIbFdAwbVG9p+JiG/tH/WFF16I48eP15jelAQIECBAILHAxYsX44EHHrhxws9GxLcTj220/gLuf/0ztiEBAgQI3CIB979bBO+zBAgQIECAAAEC70lAwfU9sfmXCBAgQIAAAQIECBAgQIAAAQIECBAgQIAAAQIECBAoIqDgWiOot/x610MPPRTf+MY3akxuSgIECBAgUEDg4YcfjnPnzu2f1K+4Fsit+Yjuf80Dth4BAgQI3FoB979b6+/rBAgQIECAAAEC4wIKruNWniRAgAABAgQIECBAgAABAgQIECBAgAABAgQIECBAoJ6Agmv+zD4WES/vH/OVV16Je+65J//kJiRAgAABAkUEXn311bj33ntvnPa+iPhxkRWM2UvA/a9XnrYhQIAAgYQC7n8JQzESAQIECBAgQIDATQUUXB0MAgQIECBAgAABAgQIECBAgAABAgQIECBAgAABAgQ6Cyi45k/3mYj4wvUxT5w4EefPn88/tQkJECBAgEAxgZMnT8aFCxf2T/3ViPhisTWM20PA/a9HjrYgQIAAgeQC7n/JAzIeAQIECBAgQIDATkDB1UEgQIAAAQIECBAgQIAAAQIECBAgQIAAAQIECBAgQKCzgIJr/nR/EREfvD7md77znfjUpz6Vf2oTEiBAgACBYgLf/e5349Of/vT+qX8ZER8qtoZxewi4//XI0RYECBAgkFzA/S95QMYjQIAAAQIECBDYCSi4OggECBAgQIAAAQIECBAgQIAAAQIECBAgQIAAAQIECHQWUHDNne6xiPiv6yMePnw4rly5EocO+VN27thMR4AAAQIVBfb29uLIkSNx9erV/eP/WURcqriPmcsKuP+Vjc7gBAgQIFBNwP2vWmLmJUCAAAECBAhsU8BfBbeZu60JECBAgAABAgQIECBAgAABAgQIECBAgAABAgQIbEVAwTV30n8XEf94fcQTJ07E+fPnc09sOgIECBAgUFjg5MmTceHChf0b/H1E/FPhlYxeT8D9r15mJiZAgACBwgLuf4XDMzoBAgQIECBAYCMCCq4bCdqaBAgQIECAAAECBAgQIECAAAECBAgQIECAAAECBDYqoOCaO/izEfG310d88skn48yZM7knNh0BAgQIECgs8NRTT8UTTzyxf4N/jojThVcyej0B9796mZmYAAECBAoLuP8VDs/oBAgQIECAAIGNCCi4biRoaxIgQIAAAQIECBAgQIAAAQIECBAgQIAAAQIECBDYqICCa+7gfxQRH78+4gsvvBDHjx/PPbHpCBAgQIBAYYGLFy/GAw88sH+DlyLiE4VXMno9Afe/epmZmAABAgQKC7j/FQ7P6AQIECBAgACBjQgouG4kaGsSIECAAAECBAgQIECAAAECBAgQIECAAAECBAgQ2KiAgmvu4H8RER+8PuLrr78ed911V+6JTUeAAAECBAoL/OxnP4uPfOQj+zf4ZUR8qPBKRq8n4P5XLzMTEyBAgEBhAfe/wuEZnQABAgQIECCwEQEF140EbU0CBAgQIECAAAECBAgQIECAAAECBAgQIECAAAECGxVQcM0d/JWIeP/1EX/961/H7bffnnti0xEgQIAAgcICv/nNb+KOO+7Yv8EbEXGk8EpGryfg/lcvMxMTIECAQGEB97/C4RmdAAECBAgQILARAQXXjQRtTQIECBAgQIAAAQIECBAgQIAAAQIECBAgQIAAAQIbFVBwzR38mxHx/3+3fvPNN+PQIX/Gzh2Z6QgQIECgssDe3l68733v27/CtbvSW/4XlfczewkB978SMRmSAAECBLoIuP91SdIeBAgQIECAAIG+Av4y2DdbmxEgQIAAAQIECBAgQIAAAQIECBAgQIAAAQIECBAgEKHgmvsUvCWfa/+hS/9DgAABAgQIHKzATf7LJPxnyA6W3NvfKuD+50QQIECAAIHFAu5/i8F9jgABAgQIECBA4F0J+H9OvisuDxMgQIAAAQIECBAgQIAAAQIECBAgQIAAAQIECBAgUExAwTV3YA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EeAAAECDQUUHBqGWmsl979aeZmWAAECBBoIuP81CNEKBAgQIECAAIHGAgqujcO1GgECBAgQIECAAAECBAgQIECAAAECBAgQIECAAAECfsE1+RlQcEgekPEIECBAoJ+AgkO/TItt5P5XLDDjEiBAgEB9Afe/+hnagAABAgQIECDQWUDBtXO6diNAgAABAgQIECBAgAABAgQIECBAgAABAgQIECBAwC+45j4DCg658zEdAQIECDQUUHBoGGqtldz/auVlWgIECBBoIOD+1yBEKxAgQIAAAQIEGgsouDYO12oECBAgQIAAAQIECBAgQIAAAQIECBAgQIAAAQIECPgF1+RnQMEheUDGI0CAAIF+AgoO/TIttpH7X7HAjEuAAAEC9QXc/+pnaAMCBAgQIECAQGcBBdfO6dqNAAECBAgQIECAAAECBAgQIECAAAECBAgQIECAAAG/4Jr7DCg45M7HdAQIECDQUEDBoWGotVZy/6uVl2kJECBAoIGA+1+DEK1AgAABAgQIEGgsoODaOFyrESBAgAABAgQIECBAgAABAgQIECBAgAABAgQIECDgF1yTnwEFh+QBGY8AAQIE+gkoOPTLtNhG7n/FAjMuAQIECNQXcP+rn6ENCBAgQIAAAQKdBRRcO6drNwIECBAgQIAAAQIECBAgQIAAAQIECBAgQIAAAQIE/IJr7jOg4JA7H9MRIECAQEMBBYeGodZayf2vVl6mJUCAAIEGAu5/DUK0AgECBAgQIECgsYCCa+NwrUaAAAECBAgQIECAAAECBAgQIECAAAECBAgQIECAgF9wTX4GFBySB2Q8AgQIEOgnoODQL9NiG7n/FQvMuAQIECBQX8D9r36GNiBAgAABAgQIdBZQcO2crt0IECBAgAABAgQIECBAgAABAgQIECBAgAABAgQIEPALrrnPgIJD7nxMR4AAAQINBRQcGoZaayX3v1p5mZYAAQIEGgi4/zUI0QoECBAgQIAAgcYCCq6Nw7UaAQIECBAgQIAAAQIECBAgQIAAAQIECBAgQIAAAQJ+wTX5GVBwSB6Q8QgQIECgn4CCQ79Mi23k/lcsMOMSIECAQH0B97/6GdqAAAECBAgQINBZQMG1c7p2I0CAAAECBAgQIECAAAECBAgQIECAAAECBAgQIEDAL7jmPgMKDrnzMR0BAgQINBRQcGgYaq2V3P9q5WVaAgQIEGgg4P7XIEQrECBAgAABAgQaCyi4Ng7XagQIECBAgAABAgQIECBAgAABAgQIECBAgAABAgQI+AXX5GdAwSF5QMYjQIAAgX4CCg79Mi22kftfscCMS4AAAQL1Bdz/6mdoAwIECBAgQIBAZwEF187p2o0AAQIECBAgQIAAAQIECBAgQIAAAQIECBAgQIAAAb/gmvsMKDjkzsd0BAgQINBQQMGhYai1VnL/q5WXaQkQIECggYD7X4MQrUCAAAECBAgQaCyg4No4XKsRIECAAAECBAgQIECAAAECBAgQIECAAAECBAgQIOAXXJOfAQWH5AEZjwABAgT6CSg49Mu02Ebuf8UCMy4BAgQI1Bdw/6ufoQ0IECBAgAABAp0FFFw7p2s3AgQIECBAgAABAgQIECBAgAABAgQIECBAgAABAgT8gmvuM6DgkDsf0xEgQIBAQwEFh4ah1lrJ/a9WXqYlQIAAgQYC7n8NQrQCAQIECBAgQKCxgIJr43CtRoAAAQIECBAgQIAAAQIECBAgQIAAAQIECBAgQICAX3BNfgYUHJIHZDwCBAgQ6Ceg4NAv02Ibuf8VC8y4BAgQIFBfwP2vfoY2IECAAAECBAh0FlBw7Zyu3QgQIECAAAECBAgQIECAAAECBAgQIECAAAECBAgQ8Auuuc+AgkPufExHgAABAg0FFBwahlprJfe/WnmZlgABAgQaCLj/NQjRCgQIECBAgACBxgIKro3DtRoBAgQIECBAgAABAgQIECBAgAABAgQIECBAgAABAn7BNfkZUHBIHpDxCBAgQKCfgIJDv0yLbeT+Vyww4xIgQIBAfQH3v/oZ2oAAAQIECBAg0FlAwbVzunYjQIAAAQIECBAgQIAAAQIECBAgQIAAAQIECBAgQMAvuOY+Aw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Fdc4Cc/+Um8+OKLZbe4884749SpU3HbbbeV3cHgBDIKKDhkTGVTM7n/bSpuyxIgQCCfwPe///24fPlyvsEGJzp69Gg8+OCDg0//32Puf++Ky8MECPyWvXuBtquq78X/k+SCMUL/AXlKGxwXLkYKQXlZaHlIBCyY8AjPECKaQAQEA0h5FIHcAiEaAgg0IXAVgglIABMBuchbpQVBIdIbMVWJrSDihWEiUByQ/Mdct+f0nJN9cvbaa++1H+ezxsig18w1H5+59j7z3Ozv/hEgQIAAAQIlCwi4lgxuOAIECBAgQIAAAQIECBAgQIAAAQIECBAgQIAAAQIEShUQcC2VO/dgAg65ydxAoHqBb37zm3H88cdXf0OLtTz55JNj9uzZMWzYsBabmekQaG8BAYf23r8OmL3zXwdsoiWUI/DLX/4yfv3rX/cabNttt42tt966nAkYpeMFfv7zn8dLL73Ua52jRo2KzTffvKPX/j//5/+ML3/5y227xunTp8eFF16Ya/7Of7m4NCZAgAABAgQIEChZQMC1ZHDDESBAgAABAgQIECBAgAABAgQIECBAgAABAgQIECBQqoCAa6ncuQcTcMhN5gYC1QsIuFZvpSWBwSQg4DCYdrsl1+r815LbYlKtJrBs2bI48cQT48knn+ye2imnnBIzZ86M4cOHt9p0zadNBV555ZVIXyqzePHi7hWMGzcu5s6d29EhVwHXbLtlCNr0dWvaBAgQIECAAIFOFHA47cRdtSYCBAgQIECAAAECBAgQIECAAAECBAgQIECAAAECBLoEBFxb+1kQcGjt/TG7NhcQcG3zDTR9Ag0SEHBtEKxuqxVw/usj9frrr8dzzz0XTz31VPzTP/1T/N//+3/j2WefjVWrVnW3/OhHPxpbbbVV7LzzzrH77rtnf1KFxQqv52r3QbsWFhisocO0Jen18KMf/SieeOKJePrpp+Nf//Vf44UXXujerZEjR8Z2220X6TWxzz77xJ577hkjRoxo4d1s/akNxjC1gGv2XMoQtP7L0wwJECBAgAABAoNGwOF00Gy1hRIgQIAAAQIECBAgQIAAAQIECBAgQIAAAQIECBAYlAICrq297QIOrb0/ZtfmAn0Droceemh8/vOfj/XXX78lV/boo4/GJZdc0j23VE1q9uzZMWzYsJacr0kRaFcBAdd23bmOmXeu818Ke06YMCH+9//+33UF2HDDDbOw6EYbbZT99yMf+Ujstdde8ed//uex3nrr1XWsSp2tXLky7rnnnvhf/+t/xUMPPVTTeHvssUccf/zxcdRRR8Vmm21WUx9dN/3whz+Mv/7rvy7UR9fNXWHcXXfdNQsf7rbbbgKIOWTfeOONOOecc+L666/vviuFOm+++eYs0FntVSnAd+CBB0Y6H26yySbVdlNKu7TmVEG01tfDIYccEqeeemrst99+scEGG9Q853p9OczGG28co0ePjve9733Z+8suu+wSH/vYx0p7f6kF4IEHHojx48f3CtbPmDEjzjrrrBg6dGgtXbb0PX1fH1OmTInjjjuuZee8YMGCmDdvXvf8pk+fHhdeeGGu+Tr/5eLSmAABAgQIECBAoGQBAdeSwQ1HgAABAgQIECBAgAABAgQIECBAgAABAgQIECBAgECpAgKupXLnHixXwCF3724gMMgF+n5Iv9UDo+0230H+eFl+GwsIOLTx5nXG1HOd/xoVcO2Pcscdd8y+DOKEE06I4cOH11381Vdfjblz52Zf4PDaa6/Vpf8Upps2bVqkn/ObbrppTX3WM+BaaQKHHXZYnH/++VnIr4wAcU0ILXDTmjVrYuHChTF16tReQcMbbrghJk+enKtibzsEXFOw9Rvf+EZ87Wtf61WltdatSEHX9GUpKWRdS3XjegVcB3p/SaH9FK5vpeudd96JWbNmxbnnnts9rfRFAIsWLYoDDjiglaZal7n0fX3UEhity0Sq7KQe83X+qxJbMwIECBAgQIAAgaYICLg2hd2gBAgQIECAAAECBAgQIECAAAECBAgQIECAAAECBAiUJCDgujb0zhHxbEn+Aw2TK+AwUGf+ngCB3gLtFhhtt/l63gi0q4CAQ7vuXKF5t+35r+yAa5dyquZ6zTXXZIHMelwpPHbHHXdk4bsXXnihHl2u1UeqlHrVVVfFX/3VX+UO9zU64No12bPPPjvOO++8SKFc19oCy5Yti2OPPTaee+657r9MYesUAM0biGzlgGsK8j7zzDPxxS9+MdKzV88rhTIvvfTSOOmkk3JXc210wLVrndtvv318+ctfjiOOOCL3HOtp1bevV155JQvKp2q6Pd8Lb7311thmm20aOXTpfdcjMFrmpOsxX+e/MnfMWAQIECBAgAABAnkFBFzzimlPgAABAgQIECBAgAABAgQIECBAgAABAgQIECBAgEA7CQi4rr1bF0fEPhFxSUQ82uTNFHBt8gYYvrMF2i0w2m7z7eynx+o6WUDAoZN3t9+1te35r1kB1ySZQmipcubee+9d6KFJlVovvPDCuP7666vqJwX0dt555xg2bFjWfvXq1bF8+fJYsWLFgPen4Oh1110XRx99dK6Qa1kB17SAI488Mgtsbr755gOuZzA1SNVMUyXeefPmdS975MiRWQXNXXfdNTdFqwZcU9g7nfnOPPPMqqoYp2qsPSsTp9dBNSHxM844Iwu65qnEXFbAtWszJ06cGDNnzowtttgi9/426oaHH344jj/++Hj55Ze7h0jVl1M4f+jQoY0atvR+6xEYLXPS9Ziv81+ZO2YsAgQIECBAgACBvAICrnnFtCdAgAABAgQIECBAgAABAgQIECBAgAABAgQIECBAoJ0EBFzX3q3/LyJejIg/+8+AazODrgKu7fRqMte2E2i3wGi7zbftHggTJvCfAgIOg/JRaNvzX38B1xQ+TeG/Wq9qQ3J77LFHzJ8/P7bbbruahnr11VfjrLPOyvro70rrSIGysWPHxkc+8pF4//vfX7HpW2+9FT/96U9jyZIlkSoq9hd4Tf3dfPPNsc8+6TttqrvKDLimGZ1yyilZsC9P+LC6lbRvq1Q1MwUeV61a1b2Iyy67LM4555wYMmRI7oW1YsA1hVtnzZoV5557br/r+Zu/+Zusiu2nPvWp2HrrrSuGKtNrIVWATWfH9KenWc+O84Zcyw64prkecMABce2119b8HpP7wRjghrfffjsuuOCCbJ+6ri233DJuu+22wmH/es+1SH/1CIwWGT/vvfWYr/NfXnXtCRAgQIAAAQIEyhQQcC1T21gECBAgQIAAAQIECBAgQIAAAQIECBAgQIAAAQIECJQtIOBaWTxV8bqox1+lSq7NCLoKuJb9ijDeoBJot8Bou813UD1MFttRAgIOHbWdeRbTlue//gKu06dPz6qiFrn+9Kc/xc9//vO466674uqrr+63mmSt1QtTRc4UTuyvcutuu+0WX/rSl+KQQw7prtZa7XpWrlwZN910U/zDP/xDxXnnDeb2F3D9wQ9+EHvttVe104o//vGPkcKHv/jFL+Lxxx/PgrgplFvpSqHfCRMm5Ko0W/VE2qzh7373u5gyZUoWXu66knvy22abbWpaTasFXFO4dfbs2ZHmVSmQml4PqeLqfvvtl6tS6C9/+cs4++yz4+67767odNVVV8Xpp59e1XNWKeA6evTouP3227OKztVePV8H//zP/5y9x3z/+9/v9/Zx48bF3LlzW6aq8dKlS+OYY46JZcuWdc/5hBNOyCovb7TRRtUytHS7egRGy1xgPeYg6nAMAAAgAElEQVTr/FfmjhmLAAECBAgQIEAgr4CAa14x7QkQIECAAAECBAgQIECAAAECBAgQIECAAAECBAgQaCcBAdfKu9WzilfPFmUHXQVc2+nVZK5tJ9D3Q/opKHHQQQfFf/tv/60l1/L8889nQY6u6+STT86CEMOGDWvJ+ZoUgXYVEHBo150rPO+2PP81MuDaU3RdIblUEXXRokWx6667Vr0JA1WqTIG88847LzbeeOOq+6zU8Gc/+1mkKpUPPPDAWn+dKsemwOAGG2ww4Bj1Crj2HSiFfL/yla/EJZek79LpfY0ZMyZuueWWSNUhB/uVwsqTJ0/uxZAnmFnJr9UCrg8//HBWqfjll19ea7qpomsKkm+44YY1PQrpOUvVbtOfvlee12+9Aq5957B69er48Y9/nL0O7rnnnoprbKWqxu+++2421/QMdV1pb1IoPYVxO+Hq+/r427/925auUJu+MOC+++7rpq/lSx6c/zrhybUGAgQIECBAgEDnCgi4du7eWhkBAgQIECBAgAABAgQIECBAgAABAgQIECBAgAABAhECrv0/BX2rePVsWVbQVcDVq5RAAwUqfUi/gcPVvWsB17qT6pBAJiDgMKgfhLY7/5UVcE1PxSuvvBLpZ8/ixYvXekhSGOqCCy6oqgpkurm/MF8KiaUQ3tSpU3NVqVzXU7tixYo49dRT49577+3VLAVHv/3tb8fuu+8+4EPfqIBrGnhdlWzvvPPOOPzwwwecXyc3SIHPVB3zwQcf7F5m0eqtqaNWCri++OKLWbg1PWd9r/R6OPPMM6sKYq/rOVjXc/aZz3wmrr322hg+fPg6H6VGBVy7Bk2Va9N6Z8yYUXEerVTV+F/+5V/iyCOP7NgqrpVeH+30PiPg2k67Za4ECBAgQIAAAQLVCAi4VqOkDQECBAgQIECAAAECBAgQIECAAAECBAgQIECAAAEC7Sog4Nr/zvVXxavnHY0Ougq4tusry7zbQkDAtS22ySQJlC4g4Fo6eSsN2HbnvzIDrmmjnn766Rg/fnyk0GjP6+CDD86qF44YMWLA/fzd734XU6ZMiSVLlqzVNgXbUmXVoUOHDthPngaPPfZYTJo0aa15X3jhhXHRRRfFkCFD1tldIwOuaeAXXnghjj766Hjuued6zWPatGlZ2G/99dfPs9yOanvXXXfFEUcc0WtNs2bNimRT4f266rW3SsA1VQOdOXNmVqG171XvqqX9BWlTsPzuu++O/ffff51+jQ64psHXFcStR7C56gdkgIapCnV67+hZFbdax3rNoZH9CLhmujIEjXzI9E2AAAECBAgQIJBLwOE0F5fGBAgQIECAAAECBAgQIECAAAECBAgQIECAAAECBAi0mYCA67o3bF1VvHre2aigq4Brm72gTLe9BARc22u/zJZAWQICrmVJt+w4bXX+Kzvg+tZbb2XBwrlz5/bawB133DG+9a1vxYc//OEBN7a/n7+pSufXvva12GijjQbsI2+DSmG01Mcee+wRCxcujA996EPr7LLRAde33347zjnnnLjmmmt6zSNPcDivSTu0T2HH0047Lb7xjW90T3fUqFFxxx13xA477FBoCa0ScK1UCTQtbL/99stC4x/84AcLrbPvzf29/k4//fQsaLvBBhv0O14ZAdc0+LqqRdcj3Fwv0KeeeioOPfTQSFWGu65qHOs1fiP7EXDNdGUIGvmQ6ZsAAQIECBAgQCCXgMNpLi6NCRAgQIAAAQIECBAgQIAAAQIECBAgQIAAAQIECBBoMwEB13VvWDVVvHr2UO+gq4Brm72gTLe9BPp+SD99QP3zn/981VXSVq9eHXfeeWf8/ve/zyrRFak29+abb2ahnhRm2H333StCPvroo3HJJZd0/93JJ58cs2fPjmHDhrUXvNkSaHEBAdcW36DGT6+tzn9lB1wTfwq3Tp06da2d+MEPfhCpwuK6rtdffz0+97nPZdUie14ptHjbbbfFTjvt1LAdXrp0aRxzzDGxbNmyXmOkn+WHH374OsdtdMA1DZ5+pp955pm95nHggQdGOq9ssskmDXNp5Y4rBQjrdf5phYBrqt6aznZpLn2vap7LWvauv9fg6NGj4/bbb4/tt9++327LCrimCfRXLXrMmDFxyy23xJZbblnL8ut6TyXLahzrOokGddb39ZF+1znuuOOqHi2F9m+66abYYostBnx/HajTV199Na6++ur4zGc+E9tuu23F5gsWLIh58+Z1/9306dMjVejOczn/5dHSlgABAgQIECBAoGwBAdeyxY1HgAABAgQIECBAgAABAgQIECBAgAABAgQIECBAgECZAgKuA2tXW8WrZ0/1CroKuA68P1oQqFmg74f08wQm0getL7744rj++utjww03zEIpkyZNqjnk+vjjj2ehmz/+8Y9ZP2eddVZss802vdZWZL41I7mRwCAUEHAYhJu+9pLb5vzXjIBrfxUgqwm4PvTQQ3HYYYfFqlWreqmnINJFF10UQ4YMadgDWKkaaArzpcqp6WfvusYuI+BayXUwB1zXrFkTl1566VohtXoFP1sh4PrSSy/FhAkTIn2JSc8rvUZSOHDEiBENeT2kvidPntyr7/RaSNVRU9Xg/q4yA67NCP/Wgl0p8H/jjTdmQf52vvq+PvIERn/5y1/G2WefnX2RwciRI+Mf//Ef46CDDooK56uqiLqeu4033jirIJ5+Z9t000173Vtkvl0dOf9VtR0aESBAgAABAgQINElAwLVJ8IYlQIAAAQIECBAgQIAAAQIECBAgQIAAAQIECBAgQKAUAQHXgZnzVvHq2WPRoKuA68D7owWBmgVqDYymcGsKBSxZsqR77BRynTNnThx77LG5P7y9cuXK+MIXvpBVo+q60ge4v/rVr8YJJ5zQHbh56623IlV67bpSxdiNNtoo93g1g7mRwCAREHAYJBu97mW2zfmvnQKuqaJfCpNec801vfRT9dY77rgjdthhh4Y/fKlK7H333Rd/+7d/G3vvvXdWXXC99dYbcNwyAq7pHJCCtj2vFDacP39+w4KOAy68iQ1+//vfx8SJE+P+++/vnsUee+wRCxcujA996EOFZ9YKAdd0lhw3btxaa7nyyiuzIF+jrn/5l3+Jc889N3bZZZfYc889s/+ms+dAAcQyA65p7anq8vjx42P58uW9KJLNjBkzYv31128UUdX9PvPMM/HpT386Xn755e578nxpTtUDldyw1sDoz3/+8zj++OPjRz/6UfeMU8j15ptvjn322Sf3Kn7zm99k7wOPPPJI970pjH3VVVdlodmuK31JUPoZ03VtsMEG8f73vz/XeM5/ubg0JkCAAAECBAgQKFlAwLVkcMMRIECAAAECBAgQIECAAAECBAgQIECAAAECBAgQIFCqgIBrddy1VPHq2XOtQVcB1+r2RysCNQnUGnBNgz322GNZCGXFihXdY9f64e3FixdnH9zuWc0uBVpS9acUvHERIFCugIBDud4tPFpbnP/KDrimqpqXXHJJ9qfnteWWW8Z3vvOdLCjX35V+Zh533HHxxBNP9GrSDmGwRgdcU7XKVMX28ssv72Vz3nnnRQqaNbKybau+BhsdHGx2wLW/Pa/mtdSsPSs74JrOxqeeemoW8u557bvvvpHmstVWWzWLonvcP/zhD9kX3yxatKj7f0uh4QULFmTVS9v1qjXgmn5GpBD61KlTe/1uk8LpX//61yN9oUG1V+orfSHCF7/4xV63TJkyJWbPnh3Dhw+vtquq2jn/VcWkEQECBAgQIECAQJMEBFybBG9YAgQIECBAgAABAgQIECBAgAABAgQIECBAgAABAgRKERBwrY65SBWvniPkDboKuFa3P1oRqEmgSMC1Xh/e/t3vfhfpQ9o9q8HWGpStCcFNBAisJSDg4KH4T4G2OP+VHXBNVQpTdfEHH3yw14NSTeDse9/7XhxwwAFrPWC33nprTJgwoaUfvEYHXH/1q19lVeCffPLJbodUHf7uu++O/fffv6VtGjW5uXPnZiG5ntecOXMiBaLrcTU74Pr6669nX3By77339lpOqkqZAp0f+MAH6rHMuvZRdsA1TT4FGc8888xe60ivjQceeCA+/vGP13V9tXTWX+g/ze+Tn/xkLV22xD21BlzT5N95552YNWtWViW455WqFafX9eabb17VGl944YU4+uij47nnnutuX0tQtqrBIipVMJYhqBZPOwIECBAgQIAAgYYLOJw2nNgABAgQIECAAAECBAgQIECAAAECBAgQIECAAAECBAg0UUDAtXr8olW8eo5UbdBVwLX6/dGSQG6BIgHXNNjbb78dF1xwQfYB7p5XtR/eTh+IT1VaTzrppF73z5gxI84666wYOnRo7jW5gQCB4gICrsUNO6iHlj//lRlw7e/nVtrvadOmRfr5tf766/e7/ak66fnnn9/r77fbbrus8uFOO+3U0o9NIwOuKQyW7FIF157XkUcemYXBRowY0dI2jZjcn/70pywcl8KNXVcKNX73u9+Nvfbaqy5DNjvg+rOf/SyOOuqo+OlPf9prPdW8luoCUEMnzQi4tkMwPn1RTTr/97yuvPLK7H2xXa8iAde05hTgTmH0O+64oxfBKaecEjNnzhyw+mp6X7zooovisssu6/UekELu6csAKpzVClM7/xUm1AEBAgQIECBAgEADBQRcG4irawIECBAgQIAAAQIECBAgQIAAAQIECBAgQIAAAQIEmi4g4Fr9FtSrilfPEQcKugq4Vr8/WhLILVA04JoGfOWVV7IPby9evLjX+CnE86UvfSmGDBnS77wqVSUazGGW3BvoBgINEhBwaBBse3bb8ue/MgOujz32WEyaNClWrFjRazerqTT61ltvZWGvFNjseY0ZMyYWLFgQm266aUs/IY0KuK5atSoLcKWAa89rsFdzf/XVV+O4447rVSl4zz33zJ6VZFOPq9kB1/6eqXpWqa2HU88+mhFw7S8IPH369LVC4fVeb7X9LV26NMaPHx/Lly/vviX9fpAC2sOGDau2m5ZqVzTgmhazbNmyOPHEE9eqTJ1+DqSQ6rquxx9/PI455phIVcO7rvQFQJdeemlssMEGDbFy/msIq04JECBAgAABAgTqJCDgWidI3RAgQIAAAQIECBAgQIAAAQIECBAgQIAAAQIECBAg0JICAq75tqWeVbx6jtxf0FXANd/+aE0gl0A9Aq5pwKeffjr7UHsK/Gy88caRPnA/efLkdX74ulL119GjR8fChQtj1KhRudahMQEC9RUQcKivZwf01tLnvzICrimceuedd8bf//3frxVuTfs7ZcqULMg1fPjwfre7v3m2SwisXgHXVJk0hVpffPHFuO++++Kmm26qGBhuZJXCdnhNVgo1Tpw4Ma677rpIgep6XM0OuFYKi6Z1pS9NGTt2bD2WWPc+mhFwfemll2LChAnx6KPpV+b/ulIl0FmzZsV73/veuq8zb4eVAtntEt7vb631CLh2Pc/ptZve97bffvv4h3/4hzj88MNjvfXW65e5UvXXgw8+OG688cbYYost8m5P1e2d/6qm0pAAAQIECBAgQKAJAgKuTUA3JAECBAgQIECAAAECBAgQIECAAAECBAgQIECAAAECpQkIuOajbkQVr54z6Bt0FXDNtz9aE8glUK+A65o1a7IPXKfQRfqTKoxV+IB0r7k98MADWSg2fdg7XSmsMdjDLLk2T2MCDRSo8Pr9RET8WQOH7MSu/xAR6Q3utxHx722+wJY+/zUi4JoCrStXrsyq7z300ENxxx13RKo6XunaY4894utf//qAX85QqWp56u+iiy7K/gz0c7PZz1B/Add6zytVJ/3KV74SRxxxxDoDYPUet9X6S9Ub99lnn17TOu+88yKF7oYMGVKX6TY74JqqWE6dOnWttfzgBz+Ivfbaqy5rrHcnzQi4tkM4/s0334wzzjgj+32g60pfXHP77bdnoc52vOoVcH3nnXey9/j0hUBXX311fPjDH14nR9fvVSeddFJ3u7IqWgu4tuOTas4ECBAgQIAAgcEjIOA6ePbaSgkQIECAAAECBAgQIECAAAECBAgQIECAAAECBAgMRoG+AdfBaNCKa+4Kuj7Sc3Lpw54uAgTqJ9BfwDWNMG3atEjBg1a+UqXYCy+8sJWnaG4E2lKg1YN2bYlq0tUI1HT+6y/8Vc2ARduk4NYNN9wQe++994BdVarImW5ql59lZQRcTzjhhLjkkktim222GdCz0xtUClJeeeWV2fmsXlezA66Vxt9xxx3jW9/61oAhwHoZ5O2nGQHXP/zhDzF58uRYtGhRr+mmip7z58+PESNG5F1G3du/++672Zn88ssv79V3K4eVB0LoL+DazJ85A82559/feuutWeXfPJeAax4tbQkQIECAAAECBMoWEHAtW9x4BAgQIECAAAECBAgQIECAAAECBAgQIECAAAECBAiUKSAxWaZ2wbEEXAsCup1AHwEBV48EAQKVBARcPRetJDDQ+a9ZYaMDDjggrrjiith5552r4uovIFpLCKmqAevcqIyA6/777x8nn3xyHHLIITFs2LA6r6C9uktBwfPPP7/XpOv9rLRiwLXVq342I+CaKkpX+uKZAw88MNJ8Ntlkk5Z4uCs9s4sXL46xY8e2xPzyTkLANROTIcj74GhPgAABAgQIECDQMAGH04bR6pgAAQIECBAgQIAAAQIECBAgQIAAAQIECBAgQIAAgRYQEHBtgU2odgoDBRyq7Uc7AgT+n4CAqyeBAIFKAgKunotWEhjo/Fd2wDVVmDzrrLNi/PjxMXz48KqpGhFw7S/4VvWkejQcKDxZRsC1azq77bZbXHbZZfGJT3wi1ltvvVqW0/b3VAqf1rsapoBr/sdEwLV/s0o2A72v5N+B8u4QcM2sZQjKe+SMRIAAAQIECBAgMICAw6lHhAABAgQIECBAgAABAgQIECBAgAABAgQIECBAgACBThYQcG3N3X0sIi6OiEd6Tm+ggENrLsWsCLSugIBr6+6NmRFopoCAazP1B/XYNZ3/ygi4br/99pGqJR555JGx++67x/rrr597owRc85FtuOGGcc4552Rh4sFWzbW/4LKAa75nqBGtmxFwffPNN+OMM86IG2+8sdeSWq2CayWbOXPmZFWZ2/EScM12TYagHR9ecyZAgAABAgQIdKiAw2mHbqxlESBAgAABAgQIECBAgAABAgQIECBAgAABAgQIECBAoAaB/y8ifhUR6b+NuLqCDY/+Z+e9AsgCro0g1+dgFuj7QfTp06fHhRdeWDVJpQBGLZWa+vsAedUT0ZAAgboKVAi4friuA3RmZ29ExBYRcWpEfKbPEv88Iv69jZfd0ue//gKuKZQ6cuTIdbKnn2PPPvtsrFq1qmK7z372s5F+Rm255ZZRNPj9zDPPxKc//el4+eWXe42VKpWed955NT0erVDBNW/oMp3nV65cmZk///zzcd9998WSJUtixYoVFQ1mzJiRhVyHDh1ak1E73lRpX7fbbrtYtGhR7LTTTnVbUrMruF5++eVx/vnn91pPeq195zvfiV122aVu66xnR80IuPb3Hjdx4sS47rrrIoXBW+F6/PHHY5999uk1lby/W7TCOrrm0Pf1kfd3nEr7lvf9sl6/a1XrWuHnnAxBtXjaESBAgAABAgQINFzA4bThxAYgQIAAAQIECBAgQIAAAQIECBAgQIAAAQIECBAgQIBA2wikqqoXNWC2fYOtXUMIuDYAW5cEugQEXD0LBAhUEhBwKPRcbB0R/9anh3YPuLb0+a+/8Fe1wap33nknnnvuuZg1a1YsXLhwrc3fbbfdIoVQP/GJT8R6661X88PxwgsvxNFHH52N1fOqdp6VBm7HgGuldaTA69VXXx1f+cpX1gobp/DeDTfcEMccc0zN9u12Y6V9HT16dNx+++2Rgtv1upodcK0UFk1ryxsCrJdHNf20UsA1VUadPXt2y1Q4rlSlusj7WzX70cg2Aq6ZrgxBIx8yfRMgQIAAAQIECOQScDjNxaUxAQIECBAgQIAAAQIECBAgQIAAAQIECBAgQIAAAQIEOlagEdW7+gu2diEKuHbs42RhrSBQtHJqvaoKFZ1HK1iaA4FOEhBwLbSb74uIVM2159XOAdeWP/8VDbh2bdTq1avjzjvvjC996UtrVRNNIctzzjknqyQ6bNiwmh6Ql156KSZMmBCPPvpor/tPOeWULFz73ve+N3e/nRJwTQtP/gsWLIjk0bei7pgxY+KWW27JKukOhmuwBFy/973vxQEHHLDWlt52221ZGLwVr2YEXPsLx6fKz+kMPWTIkJag6qSAaz1+x1HBtSUeS5MgQIAAAQIECBDoIAEB1w7aTEshQIAAAQIECBAgQIAAAQIECBAgQIAAAQIECBAgQIBAAYF6Vu8aKNjaNU0B1wIb5lYCAwn0DZZeeeWVMW3atIFu6/77enz4O3Um4Fo1uYYEShEQcC3E3GkB15Y//9Ur4Jp2fc2aNfHII4/EZz/72bVCrunvL7744izoWkvINYU2Tz311Jg/f36vB+zggw/O/rcRI0YUevCqvbm/sNytt96aBXD7uyqF11LbelbbTOeK5HvttdeuNY0UPj788MOrXWZbtxssAdelS5fG+PHjY/ny5b32K+95tMzNbkbA9Z//+Z+zIHDf4HerOXV6wHXx4sUxduzYqh83AdeqqTQkQIAAAQIECBAgUJWAgGtVTBoRIECAAAECBAgQIECAAAECBAgQIECAAAECBAgQIECgowXqVb2r2mBrF6aAa0c/VhbXTIF33303Lrzwwrj88su7pzFQuKXvfAVcm7mDxibQOAEB10K2nRRwbYvzXz0DrmnnU8h14cKFMXXq1LUCZenvZ8yYkVVyHTp0aK4HpdLP3dTB6NGj4/bbb4/tt98+V3+1Nm7lgGta01NPPRWHHnpovPzyy72WmL6AI9mvv/76tS69be6rdL7acccd41vf+lZ8+MMfrts6+n7BSOr4wAMPjBTi3GSTTeo2Tn8d9VfVuJX3uhkB1/T+cMwxx6zFmDdw2egNXbJkSYwbN67XMNOnT89+32i3q9IXEuQN8wu4ttuumy8BAgQIECBAgECrCwi4tvoOmR8BAgQIECBAgAABAgQIECBAgAABAgQIECBAgAABAgQaL1C0elfeYGvXigRcG7+3RhikApXCE7fddlscffTRVYv84Q9/iMmTJ8eiRYu678kbkk03quBaNbmGBEoREHAtxNxJAde2OP/VO+Cadv+dd96JWbNmxbnnnrvWw7DhhhvGnDlz4thjj40Kr5V1PjyVwnHphjKDaq0ecK10tkhGZQYvC70D1OHmSme01G3egN1AU2l2wLW/dY4ZMyYWLFgQm2666UBLKPT36dx71113xf777589X1tvvfWAwfWyA679BeO322677Py90047FTKo582VbG6++eY44YQT6jlMKX31/bmS3vcfeOCB+PjHP171+CtWrIjjjjsunnjiie578r6G6/VlQtVO2vmvWintCBAgQIAAAQIEmiEg4NoMdWMSIECAAAECBAgQIECAAAECBAgQIECAAAECBAgQIECgdQSKVO+qNdjatXoB19Z5DsykwwRef/31mDhxYtx7773dK8v7oetKoaL04e9PfvKTubQEXHNxaUyg4QICDoWIOyXg2jbnv0YEXNMT8Oqrr8bJJ58cd99991oPxKhRoyKF4/KGy5YuXRrjx4+P5cuX9+rzvPPOy77sYciQIYUevmpubvWA63/8x39kFXKvv/76XsvZZZddMvNtt922mmW2dZv+Qo15z2kDITQ74JrmN3fu3Kxacs9ryy23jG9/+9ux++67D7SEmv/+T3/6UxZgnz17dncfG2+8cVY9+KKLLoq/+Iu/qNh32QHX3//+99l5/f777+81n/Q+cuONN8af/dmf1WxQ7xtvueWWmDRpUq9ua/nim3rPq5b+/vVf/zWrmvvMM89kt9dSabvve20toWQB11p2zz0ECBAgQIAAAQKdKiDg2qk7a10ECBAgQIAAAQIECBAgQIAAAQIECBAgQIAAAQIECBCoTqCW6l1Fg61dMxNwrW6PtCKQW+Cll16KCRMmxKOPPprdm8IE3/nOdyIFSKq9UvgnVSZ68MEHu2+pJXwh4FqtuHYEyhEQcC3k3CkB17Y5/zUq4JqeghRITSGnZcuWrfVQHHnkkVk4b8SIEVU/MG+88Uacdtpp8Y1vfKPXPXvssUcsXLgwPvShD1XdV60NWz3gmtZVKXhZS8CsVqNWuK+SQb3Dgq0QcE0Bwk9/+tPx8ssv92JPFZSnTZuWu0pytXvX9xzcdd9BBx0U8+fPjw984AMVuyo74PrQQw/FYYcdFqtWreo1n7R3F1xwQcN8qnXs2a7S8/TYY4/F3nvvXUt3Tb2n75cR7LnnnllV4ZEjR1Y9r5/97Gdx1FFHxU9/+tPsnlrewwRcq+bWkAABAgQIECBAYBAICLgOgk22RAIECBAgQIAAAQIECBAgQIAAAQIECBAgQIAAAQIECPQjkLd6V72CrV3TEXD1aBJokEDfD103aJjSuj3wwAMjhQ422WST0sY0EIFOFRBwLbSznRBwbavzXyMDrmvWrMmqJJ500kkVH4qrrroqTj/99Fwhs0oBudR5LX3V8qS2esC1vwqutYTDavFplXsqPSdz5szJqgrX62qFgOsf/vCHmDx5cixatKjXssaMGROpImj6ApZGXHfddVccccQRa3V94YUXZhVc+6umXGbA9e23345zzjknrrnmml7zLKPCbV7zShVxa/nynLzjNqr9448/Hvvss0+jui+93/S+kaoVDxs2bJ1jO/+VvjUGJECAAAECBAgQyCEg4JoDS1MCBAgQIECAAAECBAgQIECAAAECBAgQIECAAAECBAh0mEC11bvqHWztYhRw7bAHynJaR6DTPrgt4No6z5aZtL+AgEOhPeyEgGtbnf8aGXBNT8LKlSvjC1/4Qha263uNGvPbfAIAACAASURBVDUqbrvttthpp52qfmhSpcoTTjihV/XzdHMKcKYqrqnPRl6tHnDtL/A42H7Of+9734sDDjig16Nw3nnnZdVt+wtf5n1uWiHgmuZ80003ZSHXvle9K9Z29d/fa7qa4GiZAdd0Vk8VpPtWt00VXZNZnurReZ+NvO0rvW532WWX7P1x2223zdtd09un9/tJkyY1fR71moCAa70k9UOAAAECBAgQINBMAQHXZuobmwABAgQIECBAgAABAgQIECBAgAABAgQIECBAgAABAs0TqKZ6V6OCrV2rFnBt3v4bucMF5s6dG1OnTu2YVQ624EvHbJyFtKSAgGuhbWn3gGvbnf8aHXBNT8PTTz8d48ePjxUrVqz1cEyZMiWrjDd8+PCqHpx1VYU95ZRTYubMmVX3VdWAfRq1esD1qaeeikMPPXStUF+ymTVrVrz3ve+tZdltd8/SpUuzZ2758uXdc584cWJcd911seGGG9ZlPa0ScP3Vr34Vxx57bDz55JO91rXffvvF/Pnz44Mf/GBd1tvVyeLFiyNZrlq1qle/KXj+ta99LTbaaKN+xysr4Prqq69m1XrvvvvuteZy5513xuGHH15Xk6KdpffG4447Lp544onurg4++OBs/1opiFvNOt99991IlXwvv/zyapq3RRsB17bYJpMkQIAAAQIECBAYQEDA1SNCgAABAgQIECBAgAABAgQIECBAgAABAgQIECBAgACBwSmwrupdjQ62dokLuA7OZ8+qGyzwpz/9Kc4999wskNMpl4Brp+ykdbSCgIBroV1o94Br253/ygi4plDqNddcE1/84hfXejhS2HDOnDlZQK/Ca6fiw/Tb3/42q1h57733rvX3M2bMiLPOOiuGDh1a6EHs7+ZWDri+/fbbccEFF2RB1r7XjTfeGJ/73OcaYtKKnaaAYwoMPvjgg93T23fffSMFLLfaaqu6TLlVAq7p9ZXOpOm573vVO/S9bNmyOPHEE9cK06bXcQpjjhs3bp22ZQRc0+vgyiuvjPPPP3+tuYwdOzbmzZsXm222WV2egXp18swzz8SnP/3pXsH0adOmRXo/W3/99es1TCn99FdFupTBGzSIgGuDYHVLgAABAgQIECBQqoCAa6ncBiNAgAABAgQIECBAgAABAgQIECBAgAABAgQIECBAgEBLCPRXvausYGsXgoBrSzwOJtFpApVCE+mD9OmD6NVelUKyKaxz9dVXx/vel/Jd1V99AxbTp0/PKie5CBBojoCAayH3dg64tuX5r4yAa3oi1lVRcY899sjCcdttt13VD8/DDz8cxx9//FqVSlPQ7u///u/jjDPOiA022KDq/qpp+Nprr2VVCb/61a+u1fzWW2+NCRMm9NvND3/4w/jrv/7rtf7+Bz/4Qey1117VDL/ONinkuHDhwqy6fN/KmqNGjYo77rgjdthhh8LjtEsHb731VnYumzt3bveU07PxwAMPxMc//vG6LKNVAq5pMb/5zW+yqqqPPPLIWmu77LLL4swzzyz8enjllVeyqqipgmvfq5rqremeRgdc07Of1puCoX2vtP+LFi2KAw44oC77X89OKrmk4H/ybrfrZz/7WRx11FHx05/+tHvq6ZlJ4eJqr0oh2YsuuijSn2q/CCGNVel9YKD36mrnWKmd818RPfcSIECAAAECBAg0WkDAtdHC+idAgAABAgQIECBAgAABAgQIECBAgAABAgQIECBAgEDrCfSt3lV2sLVLRMC19Z4NM+oAgUpVllJg4pOf/GTVq3vppZeyIMyjjz7afU8tH9xONwu4Vs2uIYFSBAQcCjG3c8C1Lc9/ZQVc01PRXyg1/V2qPnnppZdWHcJ75513skqlqaJ6pSsF7i655JLYZpttCj2Q6eZUEfKee+6JK664In70ox9V7G+g0FQjA64pxHXTTTdl4a8Uwu17pS+9SH83ZMiQwhbt1EGqapqCnT2veoYGWyngmtaYQoQp5No34Jz+7uyzz47zzjsvNt5445q2cMWKFVlg+O67717r/pEjR2bB1WqC2o0KuKb3gxTuTRWM+3uNNrq6c02wEVHpS29SGPe73/1uVaa1jtuo+5YsWdKrkm/64oIULN5pp52qHnLp0qUxfvz4WL58efc9N998c6T39TyXgGseLW0JECBAgAABAgQ6XUDAtdN32PoIECBAgAABAgQIECBAgAABAgQIECBAgAABAgQIECDQW6Bn9a5mBVu7ZiTg6ukk0ACBVA0sVUjrunbZZZe47bbbYtttt616tIceeigOO+ywXiGEvNWNugYTcK2aXUMCpQgIuBZibteAa9ue/8oMuKYQWgpapgqLfa9aqiu+8cYbWaAtVT+vdKUwXwrATpo0KTbbbLPcD+brr78eKayVgrQ9qxFW6qjMgGuq1rpy5cr4t3/7t7jvvvsijd3f/FLoMP19PYK+uQGbfEMKFX/qU5/qddZKFTFT8HXYsGGFZ9dqAdeBQt+77bZb9vobM2ZM1UHyFO6+8847Y/r06fHCCy9UNLvhhhti8uTJVVXWrEfAtev5T0He559/Ph5//PG46667+p1fmvQpp5wSM2fOjOHDhxfe93p38Pvf/z4LJt9///3dXe+7775ZaHirrbaq93AN7e/dd9+NFKhPla67roMPPjir0D1ixIiqx06B/fRMdV1bbrllfOc734n0O1eeS8A1j5a2BAgQIECAAAECnS4g4NrpO2x9BAgQIECAAAECBAgQIECAAAECBAgQIECAAAECBAgQ6C2QqnftGxHpv/9VmrE5SgKuzXE3agcLpA/Tn3rqqdkHtbuu9KH06667LlI4p5orhQXOOeecuOaaa7qbjx49Om6//fbYfvvtq+miVxsB19xkbiDQUAEB10K87RpwbdvzX5kB1/RkvPjii3H88cdHCh/2vVIQ6sYbb4wtttii6ocohVxTYLZSaLark/Tz+ZBDDskqp+++++6xySabxHrrrbfWGCkg+O///u/x/e9/PwvMpS+jqFQNs+eNqe8vf/nL8fnPf36d4bn+KrhWvdAaGqaAb/oCjjwV5msYpmVvefnll7OKjw8++GD3HPfcc89YsGBBpKqjRa9KAdeifVa6P88ZMb0e0hnz+uuv73cqO+64Y3zuc5/LqmxuvfXWMXTo0F5tV69eHb/97W+z53/evHnZ66G/6+KLL87GqzYwXCng2giznn2mc3oKqW+66aaNHqqm/isFsVO13FRxdv3116+pz2bd9NJLL2Xvs48++l//3yCpcnB6rVRbQTp9sUB6PntWCz7ooIOy370+8IEP5FqagGsuLo0JECBAgAABAgQ6XEDAtcM32PIIECBAgAABAgQIECBAgAABAgQIECBAgAABAgQIECDQR2DniHi2RVQEXFtkI0yjcwSeeuqpOPTQQyOFJrquOXPmRKoIVu1VqY/TTz89qyy1wQYbVNtNdzsB19xkbiDQUAEB10K87RpwbdvzX9kB1/R0pIrlKXRWKTyafqalqqt9Q3freqrSF0ekYGwKmr722mtVPYAf//jHY6ONNupuu2LFinVWgKzUaQrNXnLJJfHRj350wOqVZQdcU7g1ffnG0UcfPeDcqgJrw0apmmTan/RM9bxSRdLDDz+88IpaMeCaFpVeA+k1lMKp1Vw9XwspEPjss88OGOxO/Z5//vnZnzxVUcsOuCaHNMdqv4SmGq96tknVaC+99NKs6mnPK71Hjh07tp5DldJX+mKAI444otdYDzzwQK6QfaU+UkA5hX4rnK/WuS4B11K23SAECBAgQIAAAQJtIiDg2iYbZZoECBAgQIAAAQIECBAgQIAAAQIECBAgQIAAAQIECBDoQAEB1w7cVEtqnkCloMSoUaPijjvuiB122KGqiaXKWukD2j1DB+lD96lK0f77719VH30bCbjWxOYmAg0TEHAtRNuuAddCi67zzbnOf80IuKbQUar6eO2116619FRZM4Xg9tprr1wsKSj2k5/8JC666KK45557ct2bt/Fuu+2WjTNmzJiqv5iizIBrsrvqqqtil112yR0Iy2vR6u1TFdLDDjusV2CzyJeK9FxvqwZc0xzTayxVcU0B34GqEOfdwxSevvLKK7NKnXmC6GmcsgKu6TWaqjp/4hOfqFitOe+aG9W+UpXhfffdN3PaaqutGjVsQ/pNv+Ocdtpp8Y1vfKO7//Qeecstt8SWW25Z1ZipcvDkyZPj3nvv7W6f93etngMJuFbFrhEBAgQIECBAgMAgERBwHSQbbZkECBAgQIAAAQIECBAgQIAAAQIECBAgQIAAAQIECBBoQYFcAYcWnL8pEWgpgV/96ldx7LHHxpNPPtk9r8985jNZQKea6lUpfLNw4cKYOnVqr7BBCl7cdNNNMWLEiJrWK+BaE5ubCDRMQMC1EK2AayG+7OZc579mBFzTJJctW5b9TH3uuefWWvGRRx4Zc+fOrennYqrm+uCDD8YVV1wR3//+94tr9ughVWw99dRTY7/99qs62Np1exkB1yLzqytUC3X2+uuvx+c+97nsi0S6riKBuZ5La+WAa/ZG0IDQd3rG0rp33jkVrc5/NTLgmr4wJn1ZzMknn1zTazT/aorfUSmAnaq5pgD9kCFDig9QYg9PPfVUHHrooZFCu11XnrW88847kSq1pqq7Pa8igXQB1xIfAEMRIECAAAECBAi0vICAa8tvkQkSIECAAAECBAgQIECAAAECBAgQIECAAAECBAgQIECgYwVyBRw6VsHCCNRBIIUEZs+eHWeddVav3u688844/PDDqxohhXlOPPHEXgHZ9GH8+fPnx7hx46rqo1IjAdea6dxIoCECAq6FWAVcC/FlN+c6/zUr4Jp+rt54441x0kknVVzxDTfckFXyq/B6qkoohaXSF1KkL5ZIf1577bWq7uvbaI899sh+zh911FGRqsvWOp96BlxTBc3Ro0fH5ptvHrvuumtWqTX9v2v9ooyaYNropvQlIulZ6nmlIN20adNq3s/UV6sHXLvWu3r16uy1MGfOnCzom7eiazqrpi9jSV/Qkl4P6623Xs27X6+A6/bbb5+9HrfddtvYYYcdsnl95CMfiWHDhtU8t7JvTGH8VMn6mmuu6R46VTr99re/HbvvvnvZ0yk0Xj3W8thjj8WkSZNixYoV3XNJe7xo0aLsfa6WS8C1FjX3ECBAgAABAgQIdKqAgGun7qx1ESBAgAABAgQIECBAgAABAgQIECBAgAABAgQIECBAoPUFcgUcWn85ZkigeQKVKs2NHTs25s2bF5ttttmAE3vllVeyilKLFy/u1faUU06JmTNnVlUBtr9BBFwH5NeAQKkCAq6FuAVcC/FlNzv/9TFMYddf/OIX8cwzz8Szzz6bVY1NIaoXXnihu6XQaPEHr1V7+M1vfhMTJ06MRx55pHuKqQpv+oKRD37wg6067YbMKwX+/s//+T9Z4PVHP/pR9jpIr4eeAfAUHk3B0RQq3HPPPWO33XYTnm7AblSqeJp+V0hfqNNOQd1E8/DDD8fxxx/fq3prnrVU+hKg1O+MGTOyLxcaOnRoTTsg4FoTm5sIECBAgAABAgQ6VEDAtUM31rIIECBAgAABAgQIECBAgAABAgQIECBAgAABAgQIECDQBgICDm2wSabY+gJvvPFGVmHp+uuv7zXZW2+9NSZMmDDgAl599dXsw9kpSNHzStWmvv71r8eoUaMG7GNdDQRcC/G5mUDdBQRcC5EKuBbiy252/ituqIcOEkjVglOVzC9+8Yu9VlW0SnAHEVlKyQKp4ukFF1wQqZJw15Wqt952222x9957lzybYsNV+hKfPGtZvnx5nHbaafHAAw/0msi4ceNi7ty5WaXqWi8B11rl3EeAAAECBAgQINCJAgKunbir1kSAAAECBAgQIECAAAECBAgQIECAAAECBAgQIECAAIH2EBBwaI99MssWFkihiIULF8bUqVNj1apV3TOttnprf+HWDTfcMObMmRPHHntsVAjD5RIRcM3FpTGBhgsIuBYiFnAtxJfd7PxX3FAPHSagimuHbWibL+fpp5+O8ePHZxV0u648FU9bZfmpOnYK6Z577rm9plTtWvoLt44cOTJuvvnm2GeffQotVcC1EJ+bCRAgQIAAAQIEOkxAwLXDNtRyCBAgQIAAAQIECBAgQIAAAQIECBAgQIAAAQIECBAg0EYCAg5ttFmm2poCjz32WEyaNKnXB9BTODVVY02VhdZ1pQ+tT5s2Le6+++61ms2YMSOr6jp06NDCCxdwLUyoAwJ1FRBwLcQp4FqIL7vZ+a+4oR46UCBVxzzppJN6fWHJzJkz48wzz4whQ4Z04IotqRUF3njjjez3g3nz5nVPLwU6Fy1aFLvuumsrTrninPr7EqBq1/LjH/84Tj/99PjhD3/Yq/96fgmQgGvbPE4mSoAAAQIECBAgUIKAgGsJyIYgQIAAAQIECBAgQIAAAQIECBAgQIAAAQIECBAgQIAAgYoCAg4eDAIFBZYtWxYnnnhiPPnkk909TZkyJWbPnh3Dhw/vt/dnn302PvvZz8ZPfvKTtdpcfPHFcc4558SwYcMKzu7/3S7gWhdGnRCom4CAayFKAddCfNnNzn/FDfXQgQIrV66ML3zhC3HLLbd0r27UqFGRgq877bRTB67YklpRYPHixTFx4sSOCFpX+iKg9HtJqui6ri/xuf/++2Pq1Km9vkAo7VUKt6bfsdKXC9XjS4AEXFvxFWBOBAgQIECAAAECzRIQcG2WvHEJECBAgAABAgQIECBAgAABAgQIECBAgAABAgQIECBAQMDBM0CgDgI9P7xdbRDinXfeiZtvvjmr0LRq1aruWZx//vmR/qwrHJt3ygKuecW0J9BYAQHXQr4CroX4spud/4ob6qFDBZYuXRrHHHNMpC8w6bpOOOGE+NrXvhYbbbRRh67aslpF4MUXX4zjjz++V9XScePGxdy5c2PzzTdvlWlWPY++VVz322+/mD9/fnzwgx9cZx8peJqqJ6cv/em6Urj1sssuy4Kv9Qi3pn4FXKveSg0JECBAgAABAgQGgYCA6yDYZEskQIAAAQIECBAgQIAAAQIECBAgQIAAAQIECBAgQIBAiwoIOLToxphWewmkD2/feOONcdJJJ8UNN9wQkydPjgoBtrUWtXr16liwYEGccsop2d+lqq1nnXVW3Sq3dg0o4Npez5PZdr6AgGuhPRZwLcSX3ez8V9xQDx0q0DeQ17XMPOe7DqWxrAYLvP3223HBBRfErFmzukcaOXJk9oU4++yzT4NHb1z36Ut9LrrooiwkvmjRojjggAOqGix5XHnlldkX/2y88cbZ/z1hwoS6hVvTJARcq9oKjQgQIECAAAECBAaJgIDrINloyyRAgAABAgQIECBAgAABAgQIECBAgAABAgQIECBAgEALCgg4tOCmmFJ7CrzxxhuxcOHCOPbYY3NVX00f+p49e3Zsttlmdf/Qdpdk+kD5Pffc0w17yCGHxBe+8IX2hDZrAh0gIOBaaBMFXAvxZTc7/xU31EMHC6QzXfrSkeuvv757lSlo+M1vfjP22muvDl65pTVLoL9g9VVXXRWnn356VV+c06y5VzPuK6+8Evfff3/u33XSazFVcd1///3jwAMPrLvDf/zHf8Sll14aTz31VPcy0hcPpaq5jbic/xqhqk8CBAgQIECAAIF6CQi41ktSPwQIECBAgAABAgQIECBAgAABAgQIECBAgAABAgQIECCQV0DAIa+Y9gQIECBAoKCAgEMhQAHXQnzZzc5/xQ310OECKZB38sknx+LFi7tXmkJvc+fOjc0337zDV295ZQs89thjMWnSpFixYkX30CloOXPmzFxfnFP2vI2XT8D5L5+X1gQIECBAgAABAuUKCLiW6200AgQIECBAgAABAgQIECBAgAABAgQIECBAgAABAgQIEPgvAQEHTwMBAgQIEChZQMChELiAayG+7Gbnv+KGehgEAsuWLYsTTzwxnnzyye7VCh0Ogo0veYm/+c1v4tRTTxWmLtm9GcM5/zVD3ZgECBAgQIAAAQLVCgi4ViulHQECBAgQIECAAAECBAgQIECAAAECBAgQIECAAAECBAjUW0DAod6i+iNAgAABAgMICDgUekQEXAvxZTc7/xU31MMgEfjlL38Zv/71r3utdtttt42tt956kAhYZiMFVq9eHc8//3y89tprvYYZNWqUSsGNhG9S385/TYI3LAECBAgQIECAQFUCAq5VMWlEgAABAgQIECBAgAABAgQIECBAgAABAgQIECBAgAABAg0QEHBoAKouCRAgQIDAugQEHAo9Hw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7x9grwAAIABJREFUroX4spud/4ob6oEAAQIECOQScP7LxaUxAQIECBAgQIBAyQICriWDG44AAQIECBAgQIAAAQIECBAgQIAAAQIECBAgQIAAAQIEugVWR0T3v1uvXr06KnzoEhcBAgQIECBQJ4E1a9bEeuut17O3FDbs9T/UaahO7UbAtfjOOv8VN9QDAQIECBCoWsD5r2oqDQkQIECAAAECBJokIODaJHjDEiBAgAABAgQIECBAgAABAgQIECBAgAABAgQIECBAgED8MSKGdzmsXLkyNtxwQywECBAgQIBAgwRWrVoVG220Uc/e34iI9zdouE7sVsC1+K46/xU31AMBAgQIEKhawPmvaioNCRAgQIAAAQIEmiQg4NokeMMSIECAAAECBAgQIECAAAECBAgQIECAAAECBAgQIECAQLwYESO7HH7+85/Hdttth4UAAQIECBBokMDy5cvjf/yP/9Gz9xURsU2DhuvEbgVci++q819xQz0QIECAAIGqBZz/qqbSkAABAgQIECBAoEkCAq5NgjcsAQIECBAgQIAAAQIECBAgQIAAAQIECBAgQIAAAQIECMTjEfE3XQ7f/e5346CDDsJCgAABAgQINEjg/vvvj0996lM9e/9+ROzdoOE6sVsB1+K76vxX3FAPBAgQIECgagHnv6qpNCRAgAABAgQIEGiSgIBrk+ANS4AAAQIECBAgQIAAAQIECBAgQIAAAQIECBAgQIAAAQIxLyImdznMmDEj/u7v/g4LAQIECBAg0CCBK664Is4999yevd8YEVMaNFwndivgWnxXnf+KG+qBAAECBAhULeD8VzWVhgQIECBAgAABAk0SEHBtErxhCRAgQIAAAQIECBAgQIAAAQIECBAgQIAAAQIECBAgQCA+HxHXdzmMHTs2Fi9ejIUAAQIECBBokMC4ceNiyZIlPXs/JSL+sUHDdWK3Aq7Fd9X5r7ihHggQIECAQNUCzn9VU2lIgAABAgQIECDQJAEB1ybBG5YAAQIECBAgQIAAAQIECBAgQIAAAQIECBAgQIAAAQIEYnREPNvl8L73vS/++Mc/xnve45+yPRsECBAgQKDeAmvWrIn3v//98eabb/bseueIeK7eY3VwfwKuxTfX+a+4oR4IECBAgEBVAs5/VTFpRIAAAQIECBAg0GQB/yrY5A0wPAECBAgQIECAAAECBAgQIECAAAECBAgQIECAAAECBAa5wIsRMbLL4I477ojx48cPchLLJ0CAAAEC9RdYtGhRHHnkkT07XhER29R/pI7uUcC1Ptvr/FcfR70QIECAAIF1Cjj/eUAIECBAgAABAgTaQUDAtR12yRwJECBAgAABAgQIECBAgAABAgQIECBAgAABAgQIECDQuQJXR8TpXcsbO3ZsLF68uHNXa2UECBAgQKBJAuPGjYslS5b0HP2aiDijSdNp12EFXOuzc85/9XHUCwECBAgQWKeA858HhAABAgQIECBAoB0EBFzbYZfMkQABAgQIECBAgAABAgQIECBAgAABAgQIECBAgAABAp0r8FcR8UTP5f34xz+Oj370o527YisjQIAAAQIlC/zkJz+Jj33sY31H3TMi/qnkqbT7cAKu9dlB57/6OOqFAAECBAj0K+D85+EgQIAAAQIECBBoFwEB13bZKfMkQIAAAQIECBAgQIAAAQIECBAgQIAAAQIECBAgQIBA5wo8HhF/07W84447Lr75zW927mqtjAABAgQIlCwwYcKEWLBgQc9Rvx8Re5c8jU4YTsC1frvo/Fc/Sz0RIECAAIG1BJz/PBQECBAgQIAAAQLtIiDg2i47ZZ4ECBAgQIAAAQIECBAgQIAAAQIECBAgQIAAAQIECBDoXIGjIuL2nsv77ne/GwcddFDnrtjKCBAgQIBASQL3339/fOpTn+o72tER8a2SptBJwwi41m83nf/qZ6knAgQIECDQS8D5zwNBgAABAgQIECDQTgICru20W+ZKgAABAgQIECBAgAABAgQIECBAgAABAgQIECBAgACBzhXoVcXrL//yL2Pp0qXxnvf4Z+3O3XIrI0CAAIFGC6xZsyZ22mmneP7553sOpXpr7fACrrXbVbrT+a++nnojQIAAAQLh/OchIECAAAECBAgQaDcB/xLYbjtmvgQIECBAgAABAgQIECBAgAABAgQIECBAgAABAgQIEOhMgU9ExEM9lzZlypS44YYbOnO1VkWAAAECBEoQOOmkk2LevHl9R9o/Ih4uYfhOHELAtb676vxXX0+9ESBAgACBcP7zEBAgQIAAAQIECLSbgIBru+2Y+RIgQIAAAQIECBAgQIAAAQIECBAgQIAAAQIECBAgQKBzBa6OiNN7Lm/GjBnxd3/3d527YisjQIAAAQINErjiiivi3HPP7dv7NRFxRoOGHAzdCrjWf5ed/+pvqkcCBAgQGKQCzn+DdOMtmwABAgQIECDQ5gICrm2+gaZPgAABAgQIECBAgAABAgQIECBAgAABAgQIECBAgACBDhN4OiJ26bmma6+9Nk499dQOW6blECBAgACBxglcd911cdppp/Ud4JmI2LVxow6KngVcG7PNzn+NcdUrAQIECAwiAee/QbTZlkqAAAECBAgQ6DABAdcO21DLIUCAAAECBAgQIECAAAECBAgQIECAAAECBAgQIECAQJsLjI6IH0bE8J7rUMm1zXfV9AkQIECgNIF+Kne9ERF7RcRzpU2kMwcScG3Mvjr/NcZVrwQIECAwSASc/wbJRlsmAQIECBAgQKBDBQRcO3RjLYsAAQIECBAgQIAAAQIECBAgQIAAAQIECBAgQIAAAQJtLHBIRHyn7/ynTJkSc+fOjfe8xz91t/HemjoBAgQINEhgzZo1cfLJJ8e8efMqjfDpiLinQUMPpm4FXBu3285/jbPVMwECBAh0qIDzX4durGURIECAAAECBAaZgH/1G2QbbrkECBAgQIAAAQIECBAgQIAAAQIECBAgQIAAAQIECBBoE4GjIuL2vnP9y7/8y/jKV74SBx10UJsswzQJECBAgEDjBe6///740pe+FM8//3ylwY6OiG81fhaDYgQB18Zus/NfY331ToAAAQIdJOD810GbaSkECBAgQIAAgUEuIOA6yB8AyydAgAABAgQIECBAgAABAgQIECBAgAABAgQIECBAgEALC6RKXrdFxPC+czzuuOPi7LPPjo9+9KMtPH1TI0CAAAECjRX4yU9+El/96ldjwYIFlQZ6IyKOUbm1rnsg4FpXzoqdOf813tgIBAgQINDGAs5/bbx5pk6AAAECBAgQIFBRQMDVg0GAAAECBAgQIECAAAECBAgQIECAAAECBAgQIECAAAECrSwwOiJuiohdKk1y7NixMXHixDjiiCPiPe/xT+CtvJHmRoAAAQL1EVizZk3ceeedMX/+/FiyZEl/nT4TEZ+LiOfqM6pe/lNAwLWcR8H5rxxnoxAgQIBAmwg4/7XJRpkmAQIECBAgQIBATQL+da8mNjcRIECAAAECBAgQIECAAAECBAgQIECAAAECBAgQIECAQMkCV0fE6f2N+b73vS/GjBkTe+65Z4wePTr++3//77HFFlvE+9//fsHXkjfKcAQIECBQH4EUZPjjH/8Yv/3tb+MXv/hFPPfcc/HEE0/Egw8+GG+++ea6BrkmIs6ozyz00kdAwLXcR8L5r1xvoxEgQIBAkwWc/5q8AYYnQIAAAQIECBBoioCAa1PYDUqAAAECBAgQIECAAAECBAgQIECAAAECBAgQIECAAAECNQh8IiIujoi/qeFetxAgQIAAgU4X+P5//px8uNMX2sT1CbiWj+/8V765EQkQIECgfQSc/9pnr8yUAAECBAgQIECgHwEBV48GAQIECBAgQIAAAQIECBAgQIAAAQIECBAgQIAAAQIECLSbwFERcZqga7ttm/kSIECAQIMEUrDh2oj4VoP61+1/CQi4Nu9pcP5rnr2RCRAgQKD1BJz/Wm9PzIgAAQIECBAgQKBGAQHXGuHcRoAAAQIECBAgQIAAAQIECBAgQIAAAQIECBAgQIAAAQJNF/iriDgmIsZFxMimz8YECBAgQIBAeQIrImJxRNwWEf9U3rCDfiQB1+Y/As5/zd8DMyBAgACB5gg4/zXH3agECBAgQIAAAQINFhBwbTCw7gkQIECAAAECBAgQIECAAAECBAgQIECAAAECBAgQIECgFIHREbFnRHwsIraPiL+IiA9ERAqi+LfxUrbAIAQIECBQZ4E1EfFmRPw+In4dES9ExI8j4omIeK7OY+muOgEB1+qcymrl/FeWtHEIECBAoCwB57+ypI1DgAABAgQIECDQMgL+Ea9ltsJECBAgQIAAAQIECBAgQIAAAQIECBAgQIAAAQIECBAgQIAAAQIECBAgQKCFBQRcW3hzTI0AAQIECBAgQIAAAQIECBAgQKD9BARc22/PzJgAAQIECBAgQIAAAQIECBAgQIAAAQIECBAgQIAAAQIECBAgQIAAAQIEyhcQcC3f3IgECBAgQIAAAQIECBAgQIAAAQIdLCDg2sGba2kECBAgQIAAAQIECBAgQIAAAQIECBAgQIAAAQIECBAgQIAAAQIECBAgUDcBAde6UeqIAAECBAgQIECAAAECBAgQIECAQISAq6eAAAECBAgQIECAAAECBAgQIECAAAECBAgQIECAAAECBAgQIECAAAECBAgMLCDgOrCRFgQIECBAgAABAgQIECBAgAABAgSqFhBwrZpKQwIECBAgQIAAAQIECBAgQIAAAQIECBAgQIAAAQIECBAgQIAAAQIECBAYxAICroN48y2dAAECBAgQIECAAAECBAgQIECg/gICrvU31SMBAgQIECBAgAABAgQIECBAgAABAgQIECBAgAABAgQIECBAgAABAgQIdJ6AgGvn7akVESBAgAABAgQIECBAgAABAgQINFFAwLWJ+IYmQIAAAQIECBAgQIAAAQIECBAgQIAAAQIECBAgQIAAAQIECBAgQIAAgbYREHBtm60yUQIECBAgQIAAAQIECBAgQIAAgXYQEHBth10yRwIECBAgQIAAAQIECBAgQIAAAQIECBAgQIAAAQIECBAgQIAAAQIECBBotoCAa7N3wPgECBAgQIAAAQIECBAgQIAAAQIdJSDg2lHbaTEECBAgQIAAAQIECBAgQIAAAQIECBAgQIAAAQIECBAgQIAAAQIECBAg0CABAdcGweqWAAECBAgQIECAAAECBAgQIEBgcAoIuA7OfbdqAgQIECBAgAABAgQIECBAgAABAgQIECBAgAABAgQIECBAgAABAgQIEMgnIOCaz0trAgQIECBAgAABAgQIECBAgAABAusUEHD1gBAgQIAAAQIECBAgQIAAAQIECBAgQIAAAQIECBAgQIAAAQIECBAgQIAAgYEFBFwHNtKCAAECBAgQIECAAAECBAgQIECAQNUCAq5VU2lIgAABAgQIECBAgAABAgQIECBAgAABAgQIECBAgAABAgQIECBAgAABAoNYQMB1EG++pRMgQIAAAQIECBAgQIAAAQIECNRfQMC1/qZ6JECAAAECBAgQIECAAAECBAgQIECAAAECBAgQIECAAAECBAgQIECAAIHOExBw7bw9tSICBAgQIECAAAECBAgQIECAAIEmCgi4NhHf0AQIECBAgAABAgQIECBAgAABAgQIECBAgAABAgQIECBAgAABAgQIECDQNgICrm2zVSZKgAABAgQIECBAgAABAgQIECDQDgICru2wS+ZIgAABAgQIECBAgAABAgQIECBAgAABAgQIECBAgAABAgQIECBAgAABAs0WEHBt9g4YnwABAgQIECBAgAABAgQIECBAoKMEBFw7ajsthgABAgQIECBAgAABAgQIECBAgAABAgQIECBAgAABAgQIECBAgAABAgQaJCDg2iBY3RIgQIAAAQIECBAgQIAAAQIECAxOAQHXwbnvVk2AAAECBAgQIECAAAECBAgQIECAAAECBAgQIECAAAECBAgQIECAAAEC+QQEXPN5aU2AAAECBAgQIECAAAECBAgQIEBgnQICrh4QAgQIECBAgAABAgQIECBAgAABAgQIECBAgAABAgQIECBAgAABAgQIECAwsICA68BGWhAgQIAAAQIECBAgQIAAAQIECBCoWkDAtWoqDQkQIECAAAECBAgQIECAAAECBAgQIECAAAECBAgQIECAAAECBAgQIEBgEAsIuA7izbd0AgQIECBAgAABAgQIECBAgACB+gsIuNbfVI8ECBAgQIAAAQIECBAgQIAAAQIECBAgQIAAAQIECBAgQIAAAQIECBAg0HkCAq6dt6dWRIAAAQIECBAgQIAAAQIECBAg0EQBAdcm4huaAAECBAgQIECAAAECBAgQIECAAAECBAgQIECAAAECBAgQIECAAAECBNpGQMC1bbbKRAkQIECAAAECBAgQIECAAAECBNpBQMC1HXbJHAkQIECAAAECBAgQIECAAAECBAgQIECAAAECBAgQIECAAAECBAgQIECg2QICrs3eAeMTIECAAAECBAgQIECAAAECBAh0lICAa0dtp8UQIECAAAECBAgQIECAAAECBAgQIECAAAECBAgQIECAAAECBAgQIECAQIMEBFwbBKtbAgQIECBAgAABAgQIECBAgACBwSkg4Do4992qCRAgQIAAAQIECBAgQIAAAQIECBAgQIAAAQIECBAgQIAAAQIECBAgQCCfgIBrPi+tCRAgQIAAAQIECBAgQIAAAQIECKxTQMDVA0KAAAECBAgQIECAAAECBAgQIECAAAECBAgQIECAAAECBAgQIECAAAECBAYWEHAd2EgLAgQIECBAgAABAgQIECBAgAABAlULCLhWTaUhAQIECBAgQIAAAQIECBAgQIAAAQIECBAgQIAAAQIECBAgQIAAAQIECAxiAQHXQbz5lk6AAAECBAgQIECAAAECBAgQIFB/AQHX+pvqkQABAgQIECBAgAABAgQIECBAgAABAgQIECBAgAABAgQIECBAgAABAgQ6T0DAtfP21IoIECBAgAABAgQIECBAgAABAgSaKCDg2kR8QxMgQIAAAQIECBAgQIAAAQIECBAgQIAAAQIECBAgQIAAAQIECBAgQIBA2wgIuLbNVpkoAQIECBAgQIAAAQIECBAgQIBAOwgIuLbDLpkjAQIECBAgQIAAAQIECBAgQIAAAQIECBAgQIAAAQIECBAgQIAAAQIECDRbQMC12TtgfAIECBAgQIAAAQIECBAgQIAAgY4SEHDtqO20GAIECBAgQIAAAQIECBAgQIAAAQIECBAgQIAAAQIECBAgQIAAAQIECBBokICAa4NgdUuAAAECBAgQIECAAAECBAgQIDA4BQRcB+e+WzUBAgQIECBAgAABAgQIECBAgAABAgQIECBAgAABAgQIECBAgAABAgQI5BMQcM3npTUBAgQIECBAgAABAgQIECBAgACBdQoIuHpACBAgQIAAAQIECBAgQIAAAQIECBAgQIAAAQIECBAgQIAAAQIECBAgQIDAwAICrgMbaUGAAAECBAgQIECAAAECBAgQIECgagEB16qpNCRAgAABAgQIECBAgAABAgQIECBAgAABAgQIECBAgAABAgQIECBAgACBQSwg4DqIN9/SCRAgQIAAgf+fvbsBtqo874Z/KbwyCX6E5InGJC3a1CA1eiImUiGJaTB+JCoCEqOI4qDiGwlKSBE11CB+EFOkMkgk6viBioiIEB2tH4k+lbTYGB+NDmlsS2mrxk4rNYgtvsp5Z+2357xnH/Zhf6x99l5r79+acTJl3+u6r/t3LdOO4783AQIECBAgQIAAAQL1FxBwrb+pigQIECBAgAABAgQIECBAgAABAgQIECBAgAABAgQIECBAgAABAgQIECDQegICrq03UyciQIAAAQIECBAgQIAAAQIECBBoooCAaxPxbU2AAAECBAgQIECAAAECBAgQIECAAAECBAgQIECAAAECBAgQIECAAAECuREQcM3NqDRKgAABAgQIECBAgAABAgQIECCQBwEB1zxMSY8ECBAgQIAAAQIECBAgQIAAAQIECBAgQIAAAQIECBAgQIAAAQIECBAg0GwBAddmT8D+BAgQIECAAAECBAgQIECAAAECLSUg4NpS43QYAgQIECBAgAABAgQIECBAgAABAgQIECBAgAABAgQIECBAgAABAgQIEOgnAQHXfoJVlgABAgQIECBAgAABAgQIECBAoD0FBFzbc+5OTYAAAQIECBAgQIAAAQIECBAgQIAAAQIECBAgQIAAAQIECBAgQIAAAQLVCQi4VudlNQECBAgQIECAAAECBAgQIECAAIFdCgi4+kAIECBAgAABAgQIECBAgAABAgQIECBAgAABAgQIECBAgAABAgQIECBAgEB5AQHX8kZWECBAgAABAgQIECBAgAABAgQIEKhYQMC1YioLCRAgQIAAAQIECBAgQIAAAQIECBAgQIAAAQIECBAgQIAAAQIECBAgQKCNBQRc23j4jk6AAAECBAgQIECAAAECBAgQIFB/AQHX+puqSIAAAQIECBAgQIAAAQIECBAgQIAAAQIECBAgQIAAAQIECBAgQIAAAQKtJyDg2nozdSICBAgQIECAAAECBAgQIECAAIEmCgi4NhHf1gQIECBAgAABAgQIECBAgAABAgQIECBAgAABAgQIECBAgAABAgQIECCQGwEB19yMSqMECBAgQIAAAQIECBAgQIAAAQJ5EBBwzcOU9EiAAAECBAgQIECAAAECBAgQIECAAAECBAgQIECAAAECBAgQIECAAAECzRYQcG32BOxPgAABAgQIECBAgAABAgQIECDQUgICri01TochQIAAAQIECBAgQIAAAQIECBAgQIAAAQIECBAgQIAAAQIECBAgQIAAgX4SEHDtJ1hlCRAgQIAAAQIECBAgQIAAAQIE2lNAwLU95+7UBAgQIECAAAECBAgQIECAAAECBAgQIECAAAECBAgQIECAAAECBAgQIFCdgIBrdV5WEyBAgAABAgQIECBAgAABAgQIENilgICrD4QAAQIECBAgQIAAAQIECBAgQIAAAQIECBAgQIAAAQIECBAgQIAAAQIECJQXEHAtb2QFAQIECBAgQIAAAQIECBAgQIAAgYoFBFwrprKQAAECBAgQIECAAAECBAgQIECAAAECBAgQIECAAAECBAgQIECAAAECBNpYQMC1jYfv6AQIECBAgAABAgQIECBAgAABAvUXEHCtv6mKBAgQIECAAAECBAgQIECAAAECBAgQIECAAAECBAgQIECAAAECBAgQINB6AgKurTdTJyJAgAABAgQIECBAgAABAgQIEGiigIBrE/FtTYAAAQIECBAgQIAAAQIECBAgQIAAAQIECBAgQIAAAQIECBAgQIAAAQK5ERBwzc2oNEqAAAECBAgQIECAAAECBAgQIJAHAQHXPExJjwQIECBAgAABAgQIECBAgAABAgQIECBAgAABAgQIECBAgAABAgQIECDQbAEB12ZPwP4ECBAgQIAAAQIECBAgQIAAAQItJSDg2lLjdBgCBAgQIECAAAECBAgQIECAAAECBAgQIECAAAECBAgQIECAAAECBAgQ6CcBAdd+glWWAAECBAgQIECAAAECBAgQIECgPQUEXNtz7k5NgAABAgQIECBAgAABAgQIECBAgAABAgQIECBAgAABAgQIECBAgAABAtUJCLhW52U1AQIECBAgQIAAAQIECBAgQIAAgV0KCLj6QAgQIECAAAECBAgQIECAAAECBAgQIECAAAECBAgQIECAAAECBAgQIECAQHkBAdfyRlYQIECAAAECBAgQIECAAAECBAgQqFhAwLViKgsJECBAgAABAgQIECBAgAABAgQIECBAgAABAgQIECBAgAABAgQIECBAoI0FBFzbePiOToAAAQIECBAgQIAAAQIECBAgUH8BAdf6m6pIgAABAgQIECBAgAABAgQIECBAgAABAgQIECBAgAABAgQIECBAgAABAq0nIODaejN1IgIECBAgQIAAAQIECBAgQIAAgSYKCLg2Ed/WBAgQIECAAAECBAgQIECAAAECBAgQIECAAAECBAgQIECAAAECBAgQIJAbAQHX3IxKowQIECBAgAABAgQIECBAgAABAnkQEHDNw5T0SIAAAQIECBAgQIAAAQIECBAgQIAAAQIECBAgQIAAAQIECBAgQIAAAQLNFhBwbfYE7E+AAAECBAgQIECAAAECBAgQINBSAgKuLTVOhyFAgAABAgQIECBAgAABAgQIECBAgAABAgQIECBAgAABAgQIECBAgACBfhIQcO0nWGUJECBAgAABAgQIECBAgAABAgTaU0DAtT3n7tQECBAgQIAAAQIECBAgQIAAAQIECBAgQIAAAQIECBAgQIAAAQIECBAgUJ2AgGt1XlYTIECAAAECBAgQIECAAAECBAgQ2KWAgKsPhAABAgQIECBAgAABAgQIECBAgAABAgQIECBAgAABAgQIECBAgAABAgQIlBcQcC1vZAUBAgQIECBAgAABAgQIECBAgACBigUEXCumspAAAQIECBAgQIAAAQIECBAgQIAAAQIECBAgQIAAAQIECBAgQIAAAQIE2lhAwLWNh+/oBAgQIECAAAECBAgQIECAAAEC9RcQcK2/qYoECBAgQIAAAQIECBAgQIAAAQIECBAgQIAAAQIECBAgQIAAAQIECBAg0HoCAq6tN1MnIkCAAAECBAgQIECAAAECBAgQaKKAgGsT8W1NgAABAgQIECBAgAABAgQIECBAgAABAgQIECBAgAABAgQIECBAgAABArkREHDNzag0SoAAAQIECBAgQIAAAQIECBAgkAcBAdc8TEmPBAgQIECAAAECBAgQIECAAAECBAgQIECAAAECBAgQIECAAAECBAgQINBsAQHXZk/A/gQIECBAgAABAgQIECBAgAABAi0lIODaUuN0GAIECBAgQIB+n4DSAAAgAElEQVQAAQIECBAgQIAAAQIECBAgQIAAAQIECBAgQIAAAQIECBDoJwEB136CVZYAAQIECBAgQIAAAQIECBAgQKA9BQRc23PuTk2AAAECBAgQIECAAAECBAgQIECAAAECBAgQIECAAAECBAgQIECAAAEC1QkIuFbnZTUBAgQIECBAgAABAgQIECBAgACBXQoIuPpACBAgQIAAAQIECBAgQIAAAQIECBAgQIAAAQIECBAgQIAAAQIECBAgQIBAeQEB1/JGVhAgQIAAAQIECBAgQIAAAQIECBCoWEDAtWIqCwkQIECAAAECBAgQIECAAAECBAgQIECAAAECBAgQIECAAAECBAgQIECgjQUEXNt4+I5OgAABAgQIECBAgAABAgQIECBQfwEB1/qbqkiAAAECBAgQIECAAAECBAgQIECAAAECBAgQIECAAAECBAgQIECAAAECrScg4Np6M3UiAgQIECBAgAABAgQIECBAgACBJgoIuDYR39YECBAgQIAAAQIECBAgQIAAAQIECBAgQIAAAQIECBAgQIAAAQIECBAgkBsBAdfcjEqjBAgQIECAAAECBAgQIECAAAECeRAQcM3DlPRIgAABAgQIECBAgAABAgQIECBAgAABAgQIECBAgAABAgQIECBAgAABAs0WEHBt9gTsT4AAAQIECBAgQIAAAQIECBAg0FICAq4tNU6HIUCAAAECBAgQIECAAAECBAgQIECAAAECBAgQIECAAAECBAgQIECAAIF+EhBw7SdYZQkQIECAAAECBAgQIECAAAECBNpTQMC1Pefu1AQIECBAgAABAgQIECBAgAABAgQIECBAgAABAgQIECBAgAABAgQIECBQnYCAa3VeVhMgQIAAAQIECBAgQIAAAQIECBDYpYCAqw+EAAECBAgQIECAAAECBAgQIECAAAECBAgQIECAAAECBAgQIECAAAECBAiUFxBwLW9kBQECBAgQIECAAAECBAgQIECAAIGKBQRcK6aykAABAgQIECBAgAABAgQIECBAgAABAgQIECBAgAABAgQIECBAgAABAgTaWEDAtY2H7+gECBAgQIAAAQIECBAgQIAAAQL1FxBwrb+pigQIECBAgAABAgQIECBAgAABAgQIECBAgAABAgQIECBAgAABAgQIECDQegICrq03UyciQIAAAQIECBAgQIAAAQIECBBoooCAaxPxbU2AAAECBAgQIECAAAECBAgQIECAAAECBAgQIECAAAECBAgQIECAAAECuREQcM3WqDoiYlREjIiIYRHx+xHxvyIimZN/NzJbs9INAQIECFQm0BkR70TEv0fEP0fE30XELyPi5xHxQmUlrCJAgAABAgQIECCQLwH/ECdf89ItAQIECBAgQIAAAQIECBAgQIAAAQIECBAgQIAAAQIECBAgQIAAAQIECDRHQMC1Oe49dz0qIr4ZEWMjYmjz29EBAQIECBBomMDmiFgbEfdGxF83bFcbESBAgAABAgQIEOhnAQHXfgZWngABAgQIECBAgAABAgQIECBAgAABAgQIECBAgAABAgQIECBAgAABAgRaQkDAtXlj/EZETI+ILzavBTsTIECAAIHMCPxVRCyJiPsy05FGCBAgQIAAAQIECNQoIOBaI5zXCBAgQIAAAQIECBAgQIAAAQIECBAgQIAAAQIECBAgQIAAAQIECBAgQKCtBARcGz/ur0TE9wVbGw9vRwIECBDIhUASdE3+9+RPc9GtJgkQIECAAAECBAiUEBBw9VkQIECAAAECBAgQIECAAAECBAgQIECAAAECBAgQIECAAAECBAgQIECAAIHyAgKu5Y3queKGiJjRV8EPfvCDccwxx8SoUaOio6MjPvWpT8XHPvax2HPPPWO33fyrkfUchFoECBAg0BiBzs7OePvtt+O3v/1t/MM//EO88MIL8fOf/zyeeOKJeOedd3bVxOKIuKgxXdqFAAECBAgQIECAQH0F/FOc+nqqRoAAAQIECBAgQIAAAQIECBAgQIAAAQIECBAgQIAAAQIECBAgQIAAAQKtKSDg2pi5dkTErRFxRKntTj755Jg8eXJMmDBBkLUx87ALAQIECDRZIAm+rl69OpYvXx7r1q3rq5vnImJqRLzQ5HZtT4AAAQIECBAgQKAqAQHXqrgsJkCAAAECBAgQIECAAAECBAgQIECAAAECBAgQIECAAAECBAgQIECAAIE2FRBw7f/BnxgR90bE4N5bnXHGGfHd7343Dj/88P7vwg4ECBAgQCCjAs8//3z8+Z//edxzzz2lOtwWEd+MiIcy2r62CBAgQIAAAQIECOwkIODqoyBAgAABAgQIECBAgAABAgQIECBAgAABAgQIECBAgAABAgQIECBAgAABAuUFBFzLG6VZ8Y2IWNm7wGc+85n44Q9/GMcff3ya2t4lQIAAAQItJfDoo4/Gn/7pn8ZLL71U6lynRcR9LXVghyFAgAABAgQIEGhZAQHXlh2tgxEgQIAAAQIECBAgQIAAAQIECBAgQIAAAQIECBAgQIAAAQIECBAgQIBAHQUEXOuI2atUcnPrT3qXP++882LZsmWx227+Vcf+o1eZAAECBPIq0NnZGdOmTYubb7651BFOcpNrXierbwIECBAgQIBAewn4pz7tNW+nJUCAAAECBAgQIECAAAECBAgQIECAAAECBAgQIECAAAECBAgQIECAAIHaBARca3Mr91ZHRKyPiME9Fy5YsCAuueSScu/6nQABAgQItL3AD37wg5gzZ05vh20RMToiXmh7IAAECBAgQIAAAQKZFhBwzfR4NEeAAAECBAgQIECAAAECBAgQIECAAAECBAgQIECAAAECBAgQIECAAAECGREQcO2fQfwiIo7oWXrJkiVx4YUX9s9uqhIgQIAAgRYUuPHGG2P69Om9T/ZcRHyuBY/rSAQIECBAgAABAi0kIODaQsN0FAIECBAgQIAAAQIECBAgQIAAAQIECBAgQIAAAQIECBAgQIAAAQIECBDoNwEB1/rT3hARM3qWdXNr/ZFVJECAAIH2EOjjJtfFEXFRewg4JQECBAgQIECAQB4FBFzzODU9EyBAgAABAgQIECBAgAABAgQIECBAgAABAgQIECBAgAABAgQIECBAgECjBQRc6yv+lYh4smfJ8847L3784x/XdxfVCBAgQIBAGwmcf/75cfPNN/c+8ZiI+GkbMTgqAQIECBAgQIBAjgQEXHM0LK0SIECAAAECBAgQIECAAAECBAgQIECAAAECBAgQIECAAAECBAgQIECAQNMEBFzrS/+/I+KLXSU/85nPxIsvvhi77eZfa6wvs2oECBAg0E4CnZ2dcdhhh8VLL73U89h/FRFfaicHZyVAgAABAgQIEMiPgH8SlJ9Z6ZQAAQIECBAgQIAAAQIECBAgQIAAAQIECBAgQIAAAQIECBAgQIAAAQIEmicg4Fo/+29ExMqe5R555JE4/vjj67eDSgQIECBAoE0FHn300TjhhBN6n/60iLivTUkcmwABAgQIECBAIMMCAq4ZHo7WCBAgQIAAAQIECBAgQIAAAQIECBAgQIAAAQIECBAgQIAAAQIECBAgQCAzAgKu9RtF0e2tZ5xxRtx99931q64SAQIECBBoc4FJkybFPffc01PBLa5t/k04PgECBAgQIEAgqwICrlmdjL4IECBAgAABAgQIECBAgAABAgQIECBAgAABAgQIECBAgAABAgQIECBAIEsCAq71mcZREfHznqV++ctfxuGHH16f6qoQIECAAAEC8fzzz8eIESN6S4yKiL/GQ4AAAQIECBAgQCBLAgKuWZqGXggQIECAAAECBAgQIECAAAECBAgQIECAAAECBAgQIECAAAECBAgQIEAgqwICrvWZzA0RMaOr1Mknnxxr166tT2VVCBAgQIAAgW6BsWPHxrp163qKLI6IixARIECAAAECBAgQyJKAgGuWpqEXAgQIECBAgAABAgQIECBAgAABAgQIECBAgAABAgQIECBAgAABAgQIEMiqgIBrfSbzTxExtKvUqlWr4tRTT61PZVUIECBAgACBboH7778/Jk6c2FNkc0QcgIgAAQIECBAgQIBAlgQEXLM0Db0QIECAAAECBAgQIECAAAECBAgQIECAAAECBAgQIECAAAECBAgQIECAQFYFBFzTT6YjIv5PV5kPfvCD8fbbb8duu/lXGdPTqkCAAAECBIoFOjs7Y88994x33nmn5w+fjYgXWBEgQIAAAQIECBDIioB/KpSVSeiDAAECBAgQIECAAAECBAgQIECAAAECBAgQIECAAAECBAgQIECAAAECBLIsIOCafjr/d0Qs7Spz8sknx9q1a9NXVYEAAQIECBAoKTB27NhYt25dz9++FRE/wkWAAAECBAgQIEAgKwICrlmZhD4IECBAgAABAgQIECBAgAABAgQIECBAgAABAgQIECBAgAABAgQIECBAIMsCAq7pp3NzRJzbVWbBggVxySWXpK+qAgECBAgQIFBS4Ac/+EHMmTOn52+3RMR5uAgQIECAAAECBAhkRUDANSuT0AcBAgQIECBAgAABAgQIECBAgAABAgQIECBAgAABAgQIECBAgAABAgQIZFlAwDX9dP53RHyxq8wjjzwSxx9/fPqqKhAgQIAAAQIlBR599NE44YQTev72VxHxJVwECBAgQIAAAQIEsiIg4JqVSeiDAAECBAgQIECAAAECBAgQIECAAAECBAgQIECAAAECBAgQIECAAAECBLIsIOCafjr/FBFDu8r85je/iYMOOih9VRUIECBAgACBkgKvvPJKfPrTn+752+aIOAAXAQIECBAgQIAAgawICLhmZRL6IECAAAECBAgQIECAAAECBAgQIECAAAECBAgQIECAAAECBAgQIECAAIEsCwi4pp/O2xExuKvM7373u9hrr73SV1WBAAECBAgQKCmwdevW2HvvvXv+ti0i9sRFgAABAgQIECBAICsCAq5ZmYQ+CBAgQIAAAQIECBAgQIAAAQIECBAgQIAAAQIECBAgQIAAAQIECBAgQCDLAgKu6aezIyK6/73FHTt2xG67+dcY07OqQIAAAQIESgt0dnbG7rvv3vPHzogo+gN2BAgQIECAAAECBJop4J8MNVPf3gQIECBAgAABAgQIECBAgAABAgQIECBAgAABAgQIECBAgAABAgQIECCQFwEB1/STSkI13U8SuvEQIECAAAEC/StQ4v+ZhAxB/5KrToAAAQIECBAgUIWA/+O0CixLCRAgQIAAAQIECBAgQIAAAQIECBAgQIAAAQIECBAgQIAAAQIECBAgQKBtBQRc049e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BAgwTefvvtuOuuu+Ktt95q0I7132b8+PFx0EEH1b+wirkSEHDN1bg0S4AAAQIECBBoOwEB17YbuQMTIECAAAECBAgQIECAAAECBAgQIECAAAECBAgQIECAAAECBAgQIECAQA0CAq41oPV6RcA1vaEKBAg0SOA//uM/YtKkSfGXf/mXDdqx/ts888wzMXr06PoXVjFXAgKuuRqXZgkQIECAAAECbScg4Np2I3dgAgQIECBAgAABAgQIECBAgAABAgQIECBAgAABAgQIECBAgAABAgQIEKhBQMC1BrRerwi4pjdUgQCBBgkIuDYI2jb9LiDg2u/ENiBAgAABAgQIEEghIOCaAs+rBAgQIECAAAECBAgQIECAAAECBAgQIECAAAECBAgQIECAAAECBAgQINA2AgKu6Uct4JreUAUCmRbYsWNH/Mu//EusX7++8NfGjRvjhRdeiDfffLO772HDhsXQoUOjo6MjjjrqqBgxYkT83u/9Xuy+++6ZOpuAa6bGoZkUAgKuKfC8SoAAAQIECBAg0O8CAq79TmwDAgQIECBAgAABAgQIECBAgAABAgQIECBAgAABAgQIECBAgAABAgQIEGgBAQHX9EMUcE1vmOsKf/d3fxennXZaIfDY87nrrrti0qRJdTnb66+/HmeddVY88cQTRfVGjRoV99xzTyFY2d/Pli1bYurUqbFmzZqiraZMmRJLliyJwYMHd//5f/3Xf8XMmTNj2bJlqdvqCo5++MMfjs997nNxxBFHFEKkQ4YMSV27XIEkDLpixYr48Y9/HL/61a/KLd/p90MPPTTOP//8+MY3vhH77rtv1e/3xwulAq5Lly6N4cOH98d2qWtu3bo1rr766tiwYUN3rWeeeSZGjx6durYC+RYQcM33/HRPgAABAgQIEGh1AQHXVp+w8xEgQIAAAQIECBAgQIAAAQIECBAgQIAAAQIECBAgQIAAAQIECBAgQIBAPQQEXNMrCrimN8x1hUYEXDs7O2PRokUxa9asnaxWr14d48eP73fDZ599Nk455ZRIwrY9n1L71zPg2tfBTjzxxLj44ovj6KOPjoEDB9b1/En/N910U1x11VVFt7TWukkSzv3e975XCLv2DALXWi/Ne6UCrlkOjOat3zSz8W51AgKu1XlZTYAAAQIECBAg0FgBAdfGetuNAAECBAgQIECAAAECBAgQIECAAAECBAgQIECAAAECBAgQIECAAAECBPIpIOCafm4CrukNc12hEQHXBKivgOmMGTPiuuuui0GDBvWb4/vvvx/z5s2L+fPnF+1xzDHHxJ133hn7779/0Z83IuDatWESdE16O/zww6NE4K1qk1dffbVw++yqVauqfrfcC8cee2zhttuDDjqo3NJ++z1vgdG89dtvg1N4JwEBVx8FAQIECBAgQIBAlgUEXLM8Hb0RIECAAAECBAgQIECAAAECBAgQIECAAAECBAgQIECAAAECBAgQIECAQFYEBFzTT0LANb1hris0KuC6bdu2mD59etx+++1FXh0dHbFy5coYNmxYvzkmt7aeddZZ8cQTTxTtMXfu3LjiiitiwIABRX/eyIBrsvFee+0VV199deGG1DRB3zfeeCOmTZsWa9eu7TfLkSNHxm233RbDhw/vtz12VThvgdG89duUobbppgKubTp4xyZAgAABAgQI5ERAwDUng9ImAQIECBAgQIAAAQIECBAgQIAAAQIECBAgQIAAAQIECBAgQIAAAQIECDRVQMA1Pb+Aa3rDXFdoVMA1QXrggQdiwoQJO3ndcsstMXXq1H5zXLduXYwdO7aofnJr64MPPhhHHnnkTvs2OuDa1cBll10WyV+DBw+u2iIJEM+ePTuWLl1a8t1DDz00Jk6cGF/5ylfi05/+dOyzzz6xxx57dK999913Y8uWLfHCCy9E4rVixYp48803S9ZKLJctWxb77bdf1X2mfSFvgdG89Zt2Pt6vXEDAtXIrKwkQIECAAAECBBovIODaeHM7EiBAgAABAgQIECBAgAABAgQIECBAgAABAgQIECBAgAABAgQIECBAgED+BARc089MwDW9Ya4rNDLgumnTpjj99NNjw4YNRWZTpkyJJUuW1BTsLIe/ffv2QvBz8eLFFe/ZV8A1uR110aJF8YEPfKDctoXfd+zYEW+99VYk4dOXXnopnn766UJwdPPmzX2+v2DBgpg1a1YMHDiwoj26FiW3tk6ePDm2bt1a9N7QoUPjqquuKoRbq7kdNglmJmbJeXvXTDa45pprCq69b7+tqukaFuctMJq3fmsYiVdqFBBwrRHOawQIECBAgP7RD5IAACAASURBVAABAg0REHBtCLNNCBAgQIAAAQIECBAgQIAAAQIECBAgQIAAAQIECBAgQIAAAQIECBAgQCDnAgKu6Qco4JreMNcVGhlwff/992PevHkxf/78IrODDjoo7r///jjssMPqbtnX+XZ1a2y9Aq6lDpPUXr16dSF0mvTW+9lrr73ipptuKgSBSwTgSvokN68mN+CuWbOm6Pck3HrHHXfE0UcfXZNrZ2dnrFy5Mi688MKdbnMdPnx4rFq1Kg455JCaatf6UqnA6PTp0+OTn/xkrSX79b1k3vfdd19s3Lixe59nnnkmRo8e3a/7Kp59AQHX7M9IhwQIECBAgACBdhYQcG3n6Ts7AQIECBAgQIAAAQIECBAgQIAAAQIECBAgQIAAAQIECBAgQIAAAQIECFQqIOBaqVTf6wRc0xvmukIjA64J1Pr16+OEE07Y6VbQ66+/PmbOnFl3y1tvvTXOPffcorojR44s3KR64IEHltyvPwOuXRv++te/josuuigee+yxnXro6Ogo9JeESCt5SpnWEpQttVcSck1ucr344ot3+nnhwoWFmVUaxK3kLOXWlAq4lnsna78LuGZtIs3pR8C1Oe52JUCAAAECBAgQqExAwLUyJ6sIECBAgAABAgQIECBAgAABAgQIECBAgAABAgQIECBAgAABAgQIECBAoL0FBFzTz1/ANb1hris0OuDa122j48aNiySMOmTIkLp5bt26tXD76PLly4tqzp07N6644ooYMGBAyb0aEXBNNk5u9TznnHNiw4YNO/Uxa9asuPrqq2PQoEFlPRYtWhTf+c53itbV0/Pf/u3f4rzzzot169YV7XHqqadGchPuPvvsU7bHei0QcK2XpDrNFhBwbfYE7E+AAAECBAgQILArAQFX3wcBAgQIECBAgAABAgQIECBAgAABAgQIECBAgAABAgQIECBAgAABAgQIECgvIOBa3qjcCgHXckIt/nujA64JZ6lbVffff/948MEH48gjj6yb+LPPPhunnHJKvP766901k5tNH3nkkRg9enSf+zQq4Jo08PTTT8fZZ58dmzdvLuqnUo9333035syZE0nIteeTBHiTv+p1u+qyZcviggsuKNrj0EMPjfvuuy8OPvjgus2sXCEB13JCfs+LgIBrXialTwIECBAgQIBAewoIuLbn3J2aAAECBAgQIECAAAECBAgQIECAAAECBAgQIECAAAECBAgQIECAAAECBKoTEHCtzqvUagHX9Ia5rtCMgGtfe86fPz8uv/zyuoQyOzs7C6HP5CbUnk8lN5s2MuCa9Ll48eK4+OKLd/qOyt00m7zQV69XXnllJO/X63nuuefipJNOKgoLJ7WfeeaZXYaF67V/V51SAdelS5fG8OHDK97q1VdfLXwbya20w4YNq/i9UguTEHUSUv7Wt74VgwcP3mlJcotwchNvz1t6G22W6oBe7jcBAdd+o1WYAAECBAgQIECgDgICrnVAVIIAAQIECBAgQIAAAQIECBAgQIAAAQIECBAgQIAAAQIECBAgQIAAAQIEWl5AwDX9iAVc0xvmukIzAq7bt2+P2bNnF4KdPZ9jjjkm7rzzzkhuL037JLe2nnXWWfHEE08Ulbrlllti6tSpuyzfyIBr0khfvY4cOTJWrFgRBx54YJ/99tXrzJkzY8GCBbHHHnukpSy8n9wwe8YZZ8SOHTti7733jg9+8IMxYsSIwg25yU2ujXpKBVwrDYwmvSe39yah5+S7//rXvx433nhjDB06tKb2e9p//vOfj0suuSROPPHEGDRoUHe9NP3W1JSXciMg4JqbUWmUAAECBAgQINCWAgKubTl2hyZAgAABAgQIECBAgAABAgQIECBAgAABAgQIECBAgAABAgQIECBAgACBKgUEXKsEK7FcwDW9Ya4rNCPgmoA9+eSTkdymmtxw2fXstddesWbNmhgzZkxq01L1KwmMJhs3OuCa7Lls2bK44IILdjr32rVr4+STT96lR3Lz7Z/92Z8VrfniF78Y99xzT3zyk59MbZmlAmkCo0lYeNq0aUXf3NixYwv2++23X9XHfOyxx+LUU08tqpcEfm+44Yb4/d///UK9JFT71ltvFf6z53der+Bx1U17ITMCAq6ZGYVGCBAgQIAAAQIESggIuPosCBAgQIAAAQIECBAgQIAAAQIECBAgQIAAAQIECBAgQIAAAQIECBAgQIBAeQEB1/JG5VYIuJYTavHfmxVw7evW0ksvvTSSwOaAAQNqln/33Xdjzpw5sWjRoqIaM2bMiOuuu67ohs1SmzQj4Priiy8WwpKvvPJKUUuVeKxbty6SoGbvJ7nBNbmtdODAgTVbZu3FNAHXbdu2FW4OXrp0adGxvvWtbxW+i8GDB1d83C1bthTCsqtWrSp6Z/ny5TFp0qQoEV6suLaF7SEg4Noec3ZKAgQIECBAgEBeBQRc8zo5fRMgQIAAAQIECBAgQIAAAQIECBAgQIAAAQIECBAgQIAAAQIECBAgQIBAIwUEXNNrC7imN8x1hWYFXDs7OwsB1CSA2fMZNWpU4ebRoUOH1uy6adOmOP3002PDhg3dNaq5HbYZAdfkls9zzz037r///qJzf/3rX48kNDlkyJA+PUqdt2vxd7/73UKo86Mf/WjNnll6MU3ANTnHG2+8UQimJjfj9nyqDQPffffdceaZZxbVqCUomyVbvTRWQMC1sd52I0CAAAECBAgQqE5AwLU6L6sJECBAgAABAgQIECBAgAABAgQIECBAgAABAgQIECBAgAABAgQIECBAoD0FBFzTz13ANb1hris0K+CaoL388ssxceLE2LhxY5Hh6tWrY/z48TW7lgofjhs3Lm699dZdBkW7NmxGwPX999+PuXPnxrXXXlt07o6Ojli5cmUMGzasT48kLLx48eK4+OKLS65JwsJTp04t3BCb1Nl9991rtm32i2kDrkn/v/jFLwoWmzdv7j5OEoC+6aabCsHocrevvvrqqzF58uT42c9+1v3+yJEj47bbbovhw4c3m8j+OREQcM3JoLRJgAABAgQIEGhTAQHXNh28YxMgQIAAAQIECBAgQIAAAQIECBAgQIAAAQIECBAgQIAAAQIECBAgQIBAVQICrlVxlVws4JreMNcVmhlw3bZtW0yfPj1uv/32IsMZM2bEddddF4MGDaratq+aCxcujJkzZ5YNLyYbNiPgmux75513xtlnn73TmZ955pkYPXr0Li36upm090tJwDUJDx977LFx+OGHxz777FO1cTNfqEfANQkEr1ixIi644ILYunVr93E+//nPx1133RWf/vSn+zxiEkROvs3LLruse00Sjk1u2R07dmwzaeydMwEB15wNTLsECBAgQIAAgTYTEHBts4E7LgECBAgQIECAAAECBAgQIECAAAECBAgQIECAAAECBAgQIECAAAECBAjUJCDgWhNb0UsCrukNc12hmQHXBO6BBx6ICRMmFBlWcmtpX+gvvvhi4XbOV155pXtJcqvmqlWr4pBDDqloVs0KuD7++OOF4Gnv5957743TTjutbO/JTbjnnHNObNiwoezargVJyPWoo46K4447Lj73uc/Fxz72sUzf8FqPgGty9u3bt8fll18eSfA5eU488cT44Q9/GAcffPAu7Urd/jp//vyYM2dODBw4sGJ3CwkIuPoGCBAgQIAAAQIEsiwg4Jrl6eiNAAECBAgQIECAAAECBAgQIECAAAECBAgQIECAAAECBAgQIECAAAECBLIiIOCafhICrukNc12h2QHX1157LSZNmhRPPfVUkeMtt9wSU6dOrco2uZlz0aJFMWvWrKL3qr0RtlkB1/Xr18cXvvCFnc6c3CqaGFXybN68uXBT7Zo1aypZvtOa5IbXMWPGxNe+9rUYNWpUDBkypKY6/fVSvQKuSX+vvvpqTJ48OUaOHFm4kTW5iXVXz+9+97v49re/Xbhpt+tJbm1dtmxZ7Lfffv11ZHVbVEDAtUUH61gECBAgQIAAgRYREHBtkUE6BgECBAgQIECAAAECBAgQIECAAAECBAgQIECAAAECBAgQIECAAAECBAj0q4CAa3peAdf0hrmu0OyA6/vvvx/z5s2L5BbMns+UKVNiyZIlMXjw4Ip9t2zZUgjF9g53rl27Nk4++eSK6zQr4Prcc8/FSSedFK+//npRr9dcc01ceumlFfe/bdu2+PGPfxxXXXVVvPnmmxW/V2phcrNpEq5NAq977713qlr1eHlXAde+AsL12LdeNdLcTlyvHtTJhoCAazbmoAsCBAgQIECAAIHSAgKuvgwCBAgQIECAAAECBAgQIECAAAECBAgQIECAAAECBAgQIECAAAECBAgQIFBeQMC1vFG5FQKu5YRa/PdmB1wT3meffTZOOeWUomDnQQcdFPfff38cdthhFU/gySefjHHjxsXWrVu73znmmGMKN27uv//+FddpVsC1r1lceeWVMXfu3Ir771qYhEFXrFhRCLv+6le/qvr9ni8MHTo0Lrroojj//POrCh2n2rTEywKu9RZVr1kCAq7NkrcvAQIECBAgQIBAJQICrpUoWUOAAAECBAgQIECAAAECBAgQIECAAAECBAgQIECAAAECBAgQIECAAAEC7S4g4Jr+CxBwTW+Y6wpZCLgmgdQLL7wwli9fXmR5/fXXx8yZMyvy7esm2IULFxZqlAiT9Vm3VQKuXQd877334je/+U089NBD8cADD8SGDRsqMi21aPTo0fEXf/EXccQRR1RlWvOGvV4UcK2XpDrNFhBwbfYE7E+AAAECBAgQILArAQFX3wcBAgQIECBAgAABAgQIECBAgAABAgQIECBAgAABAgQIECBAgAABAgQIECgvIOBa3qjcCgHXckIt/nsWAq4J8a233hrnnntukXZyG2vy50OGDCk7hU2bNsXpp59eFN6s5RbYZKNmBVx//etfxze+8Y2dblut9QbXvtC2bNkSf/u3fxtPPfVUPProo/H888+X9e25ILnNNQkfJ/OpJjhc1SZ9LBZwrYeiGlkQEHDNwhT0QIAAAQIECBAg0JeAgKtvgwABAgQIECBAgAABAgQIECBAgAABAgQIECBAgAABAgQIECBAgAABAgQIlBcQcC1vVG6FgGs5oRb/PSsB11IB1f333z8efPDBOPLII8tOIbmZdMKECUXrpkyZEkuWLInBgweXfb/ngmYFXNevXx9f+MIXdur1pptuimnTplV1hmoWv/XWW/HSSy8Vwq4PP/xwRYHXJOR6xx13xNFHH13NVqnX9g64dnR0xMqVK2PYsGEV1+7tfNxxx8Xdd98dH/nIRyqu0fvvm1r6qHgzC1tSQMC1JcfqUAQIECBAgACBlhEQcG2ZUToIAQIECBAgQIAAAQIECBAgQIAAAQIECBAgQIAAAQIECBAgQIAAAQIECPSjgIBrelwB1/SGua6QlYDru+++G3PmzIlFixYVec6fPz8uv/zyXd4Uum3btpg+fXrcfvvtRe+uXr06xo8fX/V8shZwveuuu2LSpElVn6OWFzo7O+ONN96Ixx9/vBBgffLJJ/ssM3r06Eh6O+CAA2rZqqZ3BFxrYvNSBgUEXDM4FC0RIECAAAECBAh0Cwi4+hgIECBAgAABAgQIECBAgAABAgQIECBAgAABAgQIECBAgAABAgQIECBAgEB5AQHX8kblVgi4lhNq8d+zEnBNmJMw5bhx42Lr1q3d6sccc0zceeedkdzm2tfz8ssvx8SJE2Pjxo3dS7785S8XbuX8+Mc/XvUEmxVwTfo988wzd+r3sccei69+9atVnyPtCzt27Ihf/vKXMW/evHjooYdKlrvmmmti9uzZMWDAgLTbVfR+PW5OdYNrRdQW9bOAgGs/AytPgAABAgQIECCQSkDANRWflwkQIECAAAECBAgQIECAAAECBAgQIECAAAECBAgQIECAAAECBAgQIECgTQQEXNMPWsA1vWGuK2Qp4Lply5aYOnVqrFmzptt0r732KvzPY8aM6dM5ufX1O9/5TtHvc+fOjSuuuKKm4GWzAq7XXnttXHbZZUXnSIK9P/nJT+KII45o2ne2ffv2uP7663fqLWlo1KhRcc8998TQoUMb0l/v77WW/QVcGzIqm5QREHD1iRAgQIAAAQIECGRZQMA1y9PRGwECBAgQIECAAAECBAgQIECAAAECBAgQIECAAAECBAgQIECAAAECBAhkRUDANf0kBFzTG+a6QpYCrglkqbDqpZdeGvPnzy8ZVi0Vik1CoQ8++GAceeSRNc2mGQHX//7v/45Zs2bF0qVLi3quJcBZ06HLvJSEXC+//PJYuHDhTisbecPsiy++GKeeemq88sorhT6OO+64wk29H/nIRyo+toBrxVQW9qOAgGs/4ipNgAABAgQIECCQWkDANTWhAgQIECBAgAABAgQIECBAgAABAgQIECBAgAABAgQIECBAgAABAgQIECDQBgICrumHLOCa3jDXFbIWcH355Zdj4sSJsXHjxm7XXYU8k7DiCSecEFu3bu1eP2XKlFiyZEkMHjy4ptk0I+D62muvxaRJk+Kpp54q6nny5Mlx4403RnKTbe/nb/7mb+Lpp5+Of/7nf46///u/j6TvIUOGxO233174z3o/pWaT7JHc7jpz5sx6b1eyXu9w6te//vVYvnx5Veddt25djB07trt+LSHZ3n/fdHR0xMqVK2PYsGENcbBJ/gUEXPM/QycgQIAAAQIECLSygIBrK0/X2QgQIECAAAECBAgQIECAAAECBAgQIECAAAECBAgQIECAAAECBAgQIECgXgICruklBVzTG+a6QtYCrslNobNnz47FixcXua5evTrGjx9f9Gfvv/9+zJs3r3C7a8/nlltuialTp9Y8l2YEXEsFdZMD7Co8+vjjj8exxx5bdM4jjjgi7r333vjDP/zDms/f14tJiPjCCy8sBEp7PldeeWXMnTu37vuVKpiESL/5zW92/zRt2rTCrb8f+MAHKt4/ufH1zDPP7F6/qxBxX0UFXCvmtrAPAQFXnwYBAgQIECBAgECWBQRcszwdvREgQIAAAQIECBAgQIAAAQIECBAgQIAAAQIECBAgQIAAAQIECBAgQIBAVgQEXNNPQsA1vWGuK2Qt4JpgPvDAAzFhwoQi1xkzZsR1110XgwYN6v7zUreejhw5MlasWBEHHnhgzXNpdMC1r6BucmvrI488EqNHjy55luQG1yTg2vP22mThY489Fl/96ldrPn9fL/bl0siA67Jly+KCCy7objG5OXbBggWxxx57VHzeO++8M84+++zu9bWEZAVcK+a2sA8BAVefBgECBAgQIECAQJYFBFyzPB29ESBAgAABAgQIECBAgAABAgQIECBAgAABAgQIECBAgAABAgQIECBAgEBWBARc009CwDW9Ya4rZDHg+vrrr8dZZ50VTzzxRLdtR0dHJLd3Dhs2rPvPSgVhk5tEr7jiihgwYEDNc2l0wHXTpk1x+umnx4YNG4p6HjduXNx6660xZMiQkmfZvHlznHHGGfHzn/+86Pd6GJTasNkB187OzsKNvclfrfLcddddMWnSpFY5jnNUISDgWgWWpQQIECBAgAABAg0XEHBtOLkNCRAgQIAAAQIECBAgQIAAAQIECBAgQIAAAQIECBAgQIAAAQIECBAgQCCHAgKu6Ycm4JreMNcVshhwTYKMixYtilmzZhXZ3nLLLTF16tTCn23fvj1mz54dixcv7l6T3Hi6Zs2aGDNmTKqZNDLgmtzemtxMe9lll+3U88KFCyO5obREEK6wtq8+S4WBU4H8z8v//u//HpMnT45HH320qNy9994bp512Wj222GWNd955Jy666KJIvoNWeQRcW2WS1Z9DwLV6M28QIECAAAECBAg0TkDAtXHWdiJAgAABAgQIECBAgAABAgQIECBAgAABAgQIECBAgAABAgQIECBAgACB/AoIuKafnYBresNcV8hiwDUBffbZZ+OUU06J5DbXrmfKlCmxZMmSGDx4cJTqu9yNp5UOqpEB1/Xr1xdu8ExuY+35jBw5MlasWBEHHnjgLtu+++6748wzz9xpzfTp0wvB2Q984AOVHrvsurVr1xYCrlu3bu1ee9BBB8X9998fhx12WNn30y547bXXClZPPfVU2lKZeV/ANTOjaHgjAq4NJ7chAQIECBAgQIBAFQICrlVgWUqAAAECBAgQIECAAAECBAgQIECAAAECBAgQIECAAAECBAgQIECAAAECbSsg4Jp+9AKu6Q1zXSGrAddt27ZFEtK8/fbbu32HDx8eq1atikMOOSRKBTt73vCaZiiNCri++uqrceGFF0YSHO39XHPNNYUbagcMGLDLoyQB4LPOOiueeOKJonXJbbZz584t3AA7cODANByFd3/729/GueeeGw8//HBRrZ6h49SblCnw3HPPxUknnVQUeu7vPfu7voBrfwtnt76Aa3ZnozMCBAgQIECAAIEIAVdfAQECBAgQIECAAAECBAgQIECAAAECBAgQIECAAAECBAgQIECAAAECBAgQKC8g4FreqNwKAddyQi3+e1YDrgl7qRBrEggcP358Ibi5bNmy7ul0dHTEypUrY9iwYakn1oiA669//eu46KKL4rHHHtup3z/5kz+J5cuXxyc+8YmyZ+ns7Iwk2Hv++eeXXPvd7363EJT96Ec/WrZWXwuSIG7inYSLez5JiDbpc+zYsTXXrubFO++8M84+++zuV0aNGhX33HNPDB06tOIypUKyTz/9dHzpS1+quEaysPffN/X8/qpqxOLcCgi45nZ0GidAgAABAgQItIWAgGtbjNkhCRAgQIAAAQIECBAgQIAAAQIECBAgQIAAAQIECBAgQIAAAQIECBAgQCClgIBrSsCIEHBNb5jrClkOuG7atClOP/302LBhQ7fxtGnTCje7JreJ9vzzGTNmxHXXXReDBg1KPY/+DLj+7ne/i1tvvTWuuuqqePPNN3fqNQlr3nHHHXH00UdXfI6k5re//e1IAqClniT0e8kll8SECRNi7733rrhu4rB69epCr8l30vs577zzYtGiRTF48OCKa9a68N133405c+YU9ut6Jk+eHDfeeGMkQdtKnyQUfcEFF3QvP/TQQ+O+++6Lgw8+uNIShXUCrlVxWVxCQMDVZ0GAAAECBAgQIJBlAQHXLE9HbwQIECBAgAABAgQIECBAgAABAgQIECBAgAABAgQIECBAgAABAgQIECCQFQEB1/STEHBNb5jrClkOuL7//vsxb968mD9/frdxcmtncoNrcjNp15MEHNesWRNjxoypyyzqFXB97733YuvWrfHb3/42nn/++Xj00Ufj4YcfLhlsTRpPznHTTTcVQr0lwm+7PNvGjRvjnHPOKQr99n7hwx/+cEycODG+9rWvxYgRI+JDH/pQ7Lnnnt3LkhDpli1b4oUXXoiHHnoo1q1bF5s3by6578iRI+O2226L4cOH18W8XJHXXnstJk2aFE899VT30muuuSYuvfTScq92/75t27ZCOPr222/v/rNTTz21cAPuPvvsU3GdZKGAa1VcFpcQEHD1WRAgQIAAAQIECGRZQMA1y9PRGwECBAgQIECAAAECBAgQIECAAAECBAgQIECAAAECBAgQIECAAAECBAhkRUDANf0kBFzTG+a6Ql8B1/441JVXXhlz586tqvT69evjhBNOKARF+3rGjRtXuBV1yJAhVdXua3FfAde6FO+jSBJuTQKbye2iAwcOrGmrl156aaebbWsqVOaljo6O+NGPfhRHHXVUf5QvWfPxxx+PY489tui3xx57LL761a9W3MOzzz4bp5xySrz++uvd7yTh6csvv7zqQLGAa8XsFvYhIODq0yBAgAABAgQIEMiygIBrlqejNwIECBAgQIAAAQIECBAgQIAAAQIECBAgQIAAAQIECBAgQIAAAQIECBDIioCAa/pJCLimN8x1hawHXJMbRadOnVq4obWvZ+HChTFz5syqQ4p91Wt0wHXo0KHxwx/+MCZMmBC77757qu8puXE1sdiVV5oNkpDpDTfcEAcffHCaMlW9u3379pg9e3YsXry4+70vf/nLcffdd8fHP/7ximqVqrH//vvHgw8+GEceeWRFNXouEnCtmswLvQQEXH0SBAgQIECAAAECWRYQcM3ydPRGgAABAgQIECBAgAABAgQIECBAgAABAgQIECBAgAABAgQIECBAgAABAlkREHBNPwkB1/SGua6Q9YBrgpvcznruueeWdB4+fHisWrUqDjnkkLrNoZEB17POOivmzZsXBxxwQN36T8Kcq1evjuTG3GS+9Xg+/OEPx/e+9704//zzY/DgwfUoWXGNl19+OSZOnBgbN27sfie5CfiKK66IAQMGVFTnpz/9aZx55plFt7dOmTIllixZUtN5BFwrYrdoFwICrj4PAgQIECBAgACBLAsIuGZ5OnojQIAAAQIECBAgQIAAAQIECBAgQIAAAQIECBAgQIAAAQIECBAgQIAAgawICLimn4SAa3rDXFfIQ8C1VMCxC33GjBlx3XXXxaBBg+o2h/4OuCY3to4fPz7OO++8wk2oJYJudTnLtm3b4ic/+UnhptOHHnqopprDhg0rhFqTcOi+++5bU400L3V2dsaiRYti1qxZ3WX22muvwg21Y8aMqaj0G2+8EdOmTYu1a9cWrU9CwMkcankEXGtR805PAQFX3wMBAgQIECBAgECWBQRcszwdvREgQIAAAQIECBAgQIAAAQIECBAgQIAAAQIECBAgQIAAAQIECBAgQIBAVgTyGnD9bET8n4wgCrhmZBDNaiMPAdfkRtLZs2fH4sWLd2JKE1Lsy7yeAdc//uM/jo985CPx2c9+Nv7oj/4oRo0aFZ/85Cdj4MCBDR35W2+9FS+99FI8++yz8eKLL8a//uu/xiuvvBKbN2/u7iO5pbWjoyOSW3FHjBgRX/jCF+JTn/pUw3vtCbNp06Y4/fTTY8OGDd1/PG7cuMKtvkOGDClrTVJA+AAAIABJREFU+N5778XChQtjzpw5RWuTG2GXLVtWUY1Smwi4lqW3oIyAgKtPhAABAgQIECBAIMsCAq5Zno7eCBAgQIAAAQIECBAgQIAAAQIECBAgQIAAAQIECBAgQIAAAQIECBAgQCArAnkNuH4/Io6OiHkR8VSTMQVcmzwA2xMgUFogCacuWLAg5s6dW7TgrrvuikmTJpVlS25/XbFiRVxwwQWxdevW7vXJDbp33HFHHH108l/DtT0CrrW5eev/FxBw9TUQIECAAAECBAhkWUDANcvT0RsBAgQIECBAgAABAgQIECBAgAABAgQIECBAgAABAgQIECBAgAABAgQIZEUgrwHXD0XEP0XEPv8TcG1m0FXANStfsz4IECgSePrpp+Pss88uumX25JNPjptvvjn23XffXWol4dY1a9bEd77znaL3k5eS0OysWbNS3Uwr4OpjTSsg4JpW0PsECBAgQIAAAQL9KSDg2p+6ahMgQIAAAQIECBAgQIAAAQIECBAgQIAAAQIECBAgQIAAAQIECBAgQIBAqwjkNeCa+Ce3uF7RYxDJTa7NCLoKuLbK3w3OQaCFBN54442YNm1arF27tuhUldzeuqtw69ixY2PZsmWx3377pdIScE3F5+WIEHD1GRAgQIAAAQIECGRZQMA1y9PRGwECBAgQIECAAAECBAgQIECAAAECBAgQIECAAAECBAgQIECAAAECBAhkRSDPAdeet7j29Gx00FXANStfsz4IECgIbNu2LWbPnh1Lly4tEpk4cWIhnDpkyJA+pd577724++67Cze3vvnmm0XrRo4cGbfddlsMHz48tbSAa2rCti8g4Nr2nwAAAgQIECBAgECmBQRcMz0ezREgQIAAAQIECBAgQIAAAQIECBAgQIAAAQIECBAgQIAAAQIECBAgQIBARgTyHHBNCHvf4tqTtVFBVwHXjHzM2iBA4P8TSEKqCxcujDlz5nST7L///pHc3vqVr3ylT6bt27fHggUL4vvfT/6rtfhJwq033nhjHHHEEXVhFnCtC2NbFxFwbevxOzwBAgQIECBAIPMCAq6ZH5EGCRAgQIAAAQIECBAgQIAAAQIECBAgQIAAAQIECBAgQIAAAQIECBAgQCADAnkPuPZ1i2tP2v4Ougq4ZuBD1gIBAsUCvW9xveyyy2LevHkxcODAXVJt3rw5Lrzwwnj44Ye713V0dMSPfvSjOOqoo+rGLOBaN8q2LSTg2rajd3ACBAgQIECAQC4EBFxzMSZNEiBAgAABAgQIECBAgAABAgQIECBAgAABAgQIECBAgAABAgQIECBAgECTBfIecE34dnWLa0/e/gq6Crg2+SO2PQECpQVeffXVmDx5cuHH5cuXxyc+8YmKqJL3kpDr2rVrY/To0bF48eIYMWJERe9WukjAtVIp6/oSEHD1bRAgQIAAAQIECGRZQMA1y9PRGwECBAgQIECAAAECBAgQIECAAAECBAgQIECAAAECBAgQIECAAAECBAhkRaAVAq6V3OLa07veQVcB16x8zfogQGAngfXr18eOHTvii1/8YlU6GzdujOuvvz6+973vxdChQ6t6t5LF//iP/xiXXnpp/Od//mdh+Yc+9KG49tpr4w/+4A8qed0aAiHg6iMgQIAAAQIECBDIsoCAa5anozcCBAgQIECAAAECBAgQIECAAAECBAgQIECAAAECBAgQIECAAAECBAgQyIpAKwRcE8tKb3Ht6V6voKuAa1a+Zn0QIECAQNsICLi2zagdlAABAgQIECCQSwEB11yOTdMECBAgQIAAAQIECBAgQIAAAQIECBAgQIAAAQIECBAgQIAAAQIECBAg0GCBVgm4VnuLa0/mtEFXAdcGf7S2I0CAAAECAq6+AQIECBAgQIAAgSwLCLhmeTp6I0CAAAECBAgQIECAAAECBAgQIECAAAECBAgQIECAAAECBAgQIECAAIGsCLRKwDXxrOUW155zqDXoKuCala9ZHwQIECDQNgICrm0zagclQIAAAQIECORSQMA1l2PTNAECBAgQIECAAAECBAgQIECAAAECBAgQIECAAAECBAgQIECAAAECBAg0WKCVAq5pbnHtyV5t0FXAtcEfre0IECBAgICAq2+AAAECBAgQIEAgywICrlmejt4IECBAgAABAgQIECBAgAABAgQIECBAgAABAgQIECBAgAABAgQIECBAICsCrRRwTUzT3uLacy6VBl0FXLPyNeuDAAECBNpGQMC1bUbtoAQIECBAgACBXAoIuOZybJomQIAAAQIECBAgQIAAAQIECBAgQIAAAQIECBAgQIAAAQIECBAgQIAAgQYLlAq4Do6IdxrcR722q9ctrj37KRd0FXCt1/TUIUCAAAECFQoIuFYIZRkBAgQIECBAgEBTBARcm8JuUwIECBAgQIAAAQIECBAgQIAAAQIECBAgQIAAAQIECBAgQIAAAQIECBDImUCpgOvuEVEU2szZmep5i2vPo/cVdBVwzdkHol0CBAgQyL+AgGv+Z+gEBAgQIECAAIFWFhBwbeXpOhsBAgQIECBAgAABAgQIECBAgAABAgQIECBAgAABAgQIECBAgAABAgQI1EugVMD1hoj4UUR8vF6bNLjOnhGxIiKSm2j74+kddBVw7Q9lNQkQIECAwC4EBFx9HgQIECBAgAABAlkWEHDN8nT0RoAAAQIECBAgQIAAAQIECBAgQIAAAQIECBAgQIAAAQIECBAgQIAAAQJZESgVcE16eyci9shKkzX0kYRO/68a3qvmla6g6896vtTZmefLb6s5vrUECBAgQKB5AgKuzbO3MwECBAgQIECAQHkBAdfyRlYQIECAAAECBAgQIECAAAECBAgQIECAAAECBAgQIECAAAECBAgQIECAAIG+Aq5kahQQcK0RzmsECBAgQKAKAQHXKrAsJUCAAAECBAgQaLiAgGvDyW1IgAABAgQIECBAgAABAgQIECBAgAABAgQIECBAgAABAgQIECBAgAABAjkUGBgR/08O+85sywKumR2NxggQIECghQQEXFtomI5CgAABAgQIEGhBAQHXFhyqIxEgQIAAAQIECBAgQIAAAQIECBAgQIAAAQIECBAgQIAAAQIECBAgQIBAvwh09qr6i37ZpbFF/1dEHNDPWz4dEd+PiJ/13EfAtZ/VlSdAgAABAhEh4OozIECAAAECBAgQyLKAgGuWp6M3AgQIECBAgAABAgQIECBAgAABAgQIECBAgAABAgQIECBAgAABAgQIEMiSQO+A6+9lqbkaetk7Iv46IpL/7I+nK9j61P8UL/ITcO0PcjUJECBAgECxgICrL4IAAQIECBAgQCDLAgKuWZ6O3ggQIECAAAECBAgQIECAAAECBAgQIECAAAECBAgQIECAAAECBAgQIEAgSwK9A655/3fwkltVr+gH4N7B1q4tBFz7AVtJAgQIECCwKwEBV98HAQIECBAgQIBAlgXy/g/XsmyrNwIECBAgQIAAAQIECBAgQIAAAQIECBAgQIAAAQIECBAgQIAAAQIECBBoLYFWCrh+KCI2RUTyn/V6+gq2dtUXcK2XtDoECBAgQKBCAQHXCqEsI0CAAAECBAgQaIqAgGtT2G1KgAABAgQIECBAgAABAgQIECBAgAABAgQIECBAgAABAgQIECBAgAABAjkUaKWAaz1vby0XbO0atYBrDj96LRMgQIBAvgUEXPM9P90TIECAAAECBFpdQMC11SfsfAQIECBAgAABAgQIECBAgAABAgQIECBAgAABAgQIECBAgAABAgQIECBQL4FWCbjW6/bWSoOtXf4CrvX6EtUhQIAAAQIVCgi4VghlGQECBAgQIECAQFMEBFybwm5TAgQIECBAgAABAgQIECBAgAABAgQIECBAgAABAgQIECBAgAABAgQIEMihQKsEXNPe3lptsLVr1AKuOfzotUyAAAEC+RYQcM33/HRPgAABAgQIEGh1AQHXVp+w8xEgQIAAAQIECBAgQIAAAQIECBAgQIAAAQIECBAgQIAAAQIECBAgQIBAvQRaIeCa5vbWWoOtXf4CrvX6EtUhQIAAAQIVCgi4VghlGQECBAgQIECAQFMEBFybwm5TAgQIECBAgAABAgQIECBAgAABAgQIECBAgAABAgQIECBAgAABAgQIEMihQCsEXGu5vTVtsLVr1AKuOfzotUyAAAEC+RYQcM33/HRPgAABAgQIEGh1AQHXVp+w8xEgQIAAAQIECBAgQIAAAQIECBAgQIAAAQIECBAgQIAAAQIECBAgQIBAvQTyHnCt9vbWegVbu/wFXOv1JapDgAABAgQqFBBwrRDKMgIECBAgQIAAgaYICLg2hd2mBAgQIECAAAECBAgQIECAAAECBAgQIECAAAECBAgQIECAAAECBAgQIJBDgbwHXCu9vbXewdauUQu45vCj1zIBAgQI5FtAwDXf89M9AQIECBAgQKDVBQRcW33CzkeAAAECBAgQIECAAAECBAgQIECAAAECBAgQIECAAAECBAgQIECAAAEC9RLIc8C1kttb+yvY2uUv4FqvL1EdAgQIECBQoYCAa4VQlhEgQIAAAQIECDRFQMC1Kew2JUCAAIH/l737j/Wqvg8//sJ2GrjgMrtk+keLTWsJgXkVtppCf9jWtpBOwAkqMCgLIDipjlkrxmBVtolWJbprK4KpU0QRnAXbwJx21l/dTNFCMWpZM9kfxVU7V34tLtH7zfl8v/d+773eH5/PPZ977vnxuMmyfOG83+d9Hq9DZgjP7yFAgAABAgQIECBAgAABAgQIECBAgAABAgQIECBAgAABAgQIECigQJED1/6+3jrUYWvHqAWuBXzpHZkAAQIEii0gcC32/JyeAAECBAgQIFB2AYFr2Sfs+QgQIECAAAECBAgQIECAAAECBAgQIECAAAECBAgQIECAAAECBAgQIECgWQJFDVz7+nprVmFrh7/AtVlvon0IECBAgECdAgLXOqFcRoAAAQIECBAgMCwCAtdhYXdTAgQIECBAgAABAgQIECBAgAABAgQIECBAgAABAgQIECBAgAABAgQIECigQFED155fb806bO0YtcC1gC+9IxMgQIBAsQUErsWen9MTIECAAAECBMouIHAt+4Q9HwECBAgQIECAAAECBAgQIECAAAECBAgQIECAAAECBAgQIECAAAECBAg0S6CIgWvXr7cOV9ja4f9eRHT+u8X33nsveolumjUr+xAgQIAAgcoLtLe3x3HHHdfVIflvmW6/UHkkAAQIECBAgAABAsMqIHAdVn43J0CAAAECBAgQIECAAAECBAgQIECAAAECBAgQIECAAAECBAgQIECAAIECCRQxcE2+3np2RCT/+6lhtj4SES0dZzh06FCMGTNmmI/k9gQIECBAoLwChw8fjhNPPLHrAx6NiNHlfWJPRoAAAQIECBAgUDQBgWvRJua8BAgQIECAAAECBAgQIECAAAECBAgQIECAAAECBAgQIECAAAECBAgQIDBcAkUMXM+IiJ8NF1iP+74eEWM7fu0Xv/hFnHbaaTk5mmMQIECAAIHyCezfvz8+8YlPdH2wAxFxavme1BMRIECAAAECBAgUVUDgWtTJOTcBAgQIECBAgAABAgQIECBAgAABAgQIECBAgAABAgQIECBAgAABAgQIZC1QxMA1a6P+7vd0RHym44KdO3fGtGnT8nQ+ZyFAgAABAqUS2LVrV0yfPr3rMz0TEZ8t1UN6GAIECBAgQIAAgUILCFwLPT6HJ0CAAAECBAgQIECAAAECBAgQIECAAAECBAgQIECAAAECBAgQIECAAIEMBQSu6bA3RMSSji3Wrl0bV111VbodrSZAgAABAgT6FLjpppti1apVXX9/Y0QsRUaAAAECBAgQIEAgLwIC17xMwjkIECBAgAABAgQIECBAgAABAgQIECBAgAABAgQIECBAgAABAgQIECBAIO8CAtd0E7okIr7TscWMGTNi+/bt6Xa0mgABAgQIEOhTYObMmbFjx46uv/8XEfFdZAQIECBAgAABAgTyIiBwzcsknIMAAQIECBAgQIAAAQIECBAgQIAAAQIECBAgQIAAAQIECBAgQIAAAQIE8i4gcE03odaI+FnHFqNGjYojR47EiBH+KWM6VqsJECBAgMD7Bdrb22P06NFx7Nixrr95RkTs4UWAAAECBAgQIEAgLwL+Vigvk3AOAgQIECBAgAABAgQIECBAgAABAgQIECBAgAABAgQIECBAgAABAgQIEMi7gMA1/YRej4ixHdts3bo1Zs+enX5XOxAgQIAAAQLdBLZt2xZz5szp+msHIuJUTAQIECBAgAABAgTyJCBwzdM0nIUAAQIECBAgQIAAAQIECBAgQIAAAQIECBAgQIAAAQIECBAgQIAAAQIE8iwgcE0/ndsj4rKObWbMmBHbt29Pv6sdCBAgQIAAgW4CM2fOjB07dnT9tTsi4nJMBAgQIECAAAECBPIkIHDN0zSchQABAgQIECBAgAABAgQIECBAgAABAgQIECBAgAABAgQIECBAgAABAgTyLCBwTT+dT0XE8123efHFF+PMM89Mv7MdCBAgQIAAgZrASy+9FJMmTeqpMSUifoKIAAECBAgQIECAQJ4EBK55moazECBAgAABAgQIECBAgAABAgQIECBAgAABAgQIECBAgAABAgQIECBAgECeBQSuzZnO0xHxmY6t5s2bFw888EBzdrYLAQIECBAgEPPnz4/Nmzd3lXgmIj6LhgABAgQIECBAgEDeBASueZuI8xAgQIAAAQIECBAgQIAAAQIECBAgQIAAAQIECBAgQIAAAQIECBAgQIBAXgUErs2ZzAURsaXrVjt37oxp06Y1Z3e7ECBAgACBCgvs2rUrpk+f3lPgwoh4uMIsHp0AAQIECBAgQCCnAgLXnA7GsQgQIECAAAECBAgQIECAAAECBAgQIECAAAECBAgQIECAAAECBAgQIEAgdwIC1+aNpNtXXCdOnBh79+6NESP8s8bmEduJAAECBKom0N7eHqeffnrs27ev66P7emvVXgTPS4AAAQIECBAokIC/CSrQsByVAAECBAgQIECAAAECBAgQIECAAAECBAgQIECAAAECBAgQIECAAAECBIZVQODaPP4vRMSTXbdbunRp3H333c27g50IECBAgEDFBC6++OLYsGFDz6f+YkT8qGIUHpcAAQIECBAgQKAgAgLXggzKMQkQIECAAAECBAgQIECAAAECBAgQIECAAAECBAgQIECAAAECBAgQIEBg2AUErs0dwe0RcVnXLdeuXRtXXXVVc+9iNwIECBAgUAGBm266KVatWtXzSe+IiMsr8PgekQABAgQIECBAoKACAteCDs6xCRAgQIAAAQIECBAgQIAAAQIECBAgQIAAAQIECBAgQIAAAQIECBAgQCBzAYFr88l/GhGTu27b1tYWl156afPvZEcCBAgQIFBSgTvvvDNWrFjR8+l2R8QflfSRPRYBAgQIECBAgEBJBASuJRmkxyBAgAABAgQIECBAgAABAgQIECBAgAABAgQIECBAgAABAgQIECBAgACBIRcQuDafuDUinouIlq5b+5Jr86HtSIAAAQLlFOjjy61HI2JqROwp51N7KgIECBAgQIAAgbIICFzLMknPQYAAAQIECBAgQIAAAQIECBAgQIAAAQIECBAgQIAAAQIECBAgQIAAAQJDLSBwHRrhP4mIx3puvXTp0li/fn2MGOGfOg4Nu10JECBAoMgC7e3tsWzZstiwYUNvj3FuRPygyM/n7AQIECBAgAABAtUQ8Lc+1ZizpyRAgAABAgQIECBAgAABAgQIECBAgAABAgQIECBAgAABAgQIECBAgACB9AIC1/SGfe1wQURs6fmbEydOjG9/+9sxbdq0obuznQkQIECAQMEEdu3aFVdeeWXs27evt5NfGBEPF+yRHJcAAQIECBAgQKCiAgLXig7eYxMgQIAAAQIECBAgQIAAAQIECBAgQIAAAQIECBAgQIAAAQIECBAgQIBAwwIC14bJGlqQfMn1oYho6blq3rx58Y1vfCPOPPPMhjZ0MQECBAgQKJPASy+9FLfcckts3ry5t8c6GhEX+XJrmSbuWQgQIECAAAEC5RcQuJZ/xp6QAAECBAgQIECAAAECBAgQIECAAAECBAgQIECAAAECBAgQIECAAAECBJojIHBtjmN/u7RGxD0RMbm3i2bMmBELFiyI888/P0aM8E8gh34c7kCAAAECwy3Q3t4ejzzySNx///2xY8eOvo6zOyIWR8Se4T6v+xMgQIAAAQIECBBoRMDf7jSi5VoCBAgQIECAAAECBAgQIECAAAECBAgQIECAAAECBAgQIECAAAECBAgQqLKAwDW76d8eEZf1dbtRo0bFOeecE1OmTInW1tb42Mc+FieffHKMHj1a+JrdjNyJAAECBJookISsR44ciTfeeCN++ctfxp49e+L555+PJ554Io4dO9bfne6IiMubeBRbESBAgAABAgQIEMhMQOCaGbUbESBAgAABAgQIECBAgAABAgQIECBAgAABAgQIECBAgAABAgQIECBAgEDBBQSu2Q7wCxFxXUR8JtvbuhsBAgQIECiEwDP/7/9O/qgQp3VIAgQIECBAgAABAr0ICFy9FgQIECBAgAABAgQIECBAgAABAgQIECBAgAABAgQIECBAgAABAgQIECBAoD4BgWt9Ts2+6oKIWCF0bTar/QgQIECgoAJJ2NoWEQ8X9PyOTYAAAQIECBAgQKBTQODqZSBAgAABAgQIECBAgAABAgQIECBAgAABAgQIECBAgAABAgQIECBAgAABAvUJCFzrcxqqqz4VERdFxMyIGDtUN7EvAQIECBDIocCBiNgeEQ9FxE9yeD5HIkCAAAECBAgQIDAoAYHroNgsIkCAAAECBAgQIECAAAECBAgQIECAAAECBAgQIECAAAECBAgQIECAAIEKCghc8zP01oiYEhGTImJcRHwkIn4/IkZFhH8bmZ85OQkBAgQI1C+Q/HfGsYh4KyL+IyJei4gXI+L5iNhT/zauJECAAAECBAgQIFAcAX+JU5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DqRSBAgAABAgQIECBAgAABAgQIECDQJAGBa5MgbUOAAAECBAgQIECAAAECBAgQIECAAAECBAgQIECAAAECBAgQIECAAAECpRcQuJZ+xB6QAAECBAgQIECAAAECBAgQIEAgKwGBa1bS7kOAAAECBAgQIECAAAECBAgQIECAAAECBAgQIECAAAECBAgQIECAAAECRRcQuBZ9gs5PgAABAgQIECBAgAABAgQIECCQGwGBa25G4SAECBAgQIAAAQIECBAgQIAAAQIECBAgQIAAAQIECBAgQIAAAQIECBAgkHMBgWvOB+R4BAgQIECAAAECBAgQIECAAAECxREQuBZnVk5KgAABAgQIECBAgAABAgQIECBAgAABAgQIECBAgAABAgQIECBAgAABAsMrIHAdXn93J0CAAAECBAgQIECAAAECBAgQKJGAwLVEw/QoBAgQIECAAAECBAgQIECAAAECBAgQIECAAAECBAgQIECAAAECBAgQIDCkAgLXIeW1OQECBAgQIECAAAECBAgQIECAQJUEBK5VmrZnJUCAAAECBAgQIECAAAECBAgQIECAAAECBAgQIECAAAECBAgQIECAAIE0AgLXNHrWEiBAgAABAgQIECBAgAABAgQIEOgiIHD1OhAgQIAAAQIDGJ/JAAAgAElEQVQECBAgQIAAAQIECBAgQIAAAQIECBAgQIAAAQIECBAgQIAAgfoEBK71ObmKAAECBAgQIECAAAECBAgQIECAwIACAtcBiVxAgAABAgQIECBAgAABAgQIECBAgAABAgQIECBAgAABAgQIECBAgAABAgRqAgJXLwIBAgQIECBAgAABAgQIECBAgACBJgkIXJsEaRsCBAgQIECAAAECBAgQIECAAAECBAgQIECAAAECBAgQIECAAAECBAgQKL2AwLX0I/aABAgQIECAAAECBAgQIECAAAECWQkIXLOSdh8CBAgQIECAAAECBAgQIECAAAECBAgQIECAAAECBAgQIECAAAECBAgQKLqAwLXoE3R+AgQIECBAgAABAgQIECBAgACB3AgIXHMzCgchQIAAAQIECBAgQIAAAQIECBAgQIAAAQIECBAgQIAAAQIECBAgQIAAgZwLCFxzPiDHI0CAAAECBAgQIECAAAECBAgQKI6AwLU4s3JSAgQIECBAgAABAgQIECBAgAABAgQIECBAgAABAgQIECBAgAABAgQIEBheAYHr8Pq7OwECBAgQIECAAAECBAgQIECAQIkEBK4lGqZHIUCAAAECBAgQIECAAAECBAgQIECAAAECBAgQIECAAAECBAgQIECAAIEhFRC4DimvzQkQIECAAAECBAgQIECAAAECBKokIHCt0rQ9KwECBAgQIECAAAECBAgQIECAAAECBAgQIECAAAECBAgQIECAAAECBAikERC4ptGzlgABAgQIECBAgAABAgQIECBAgEAXAYGr14EAAQIECBAgQIAAAQIECBAgQIAAAQIECBAgQIAAAQIECBAgQIAAAQIECNQnIHCtz8lVBAgQIECAAAECBAgQIECAAAECBAYUELgOSOQCAgQIECBAgAABAgQIECBAgAABAgQIECBAgAABAgQIECBAgAABAgQIECBQExC4ehEIECBAgAABAgQIECBAgAABAgQINElA4NokSNsQIECAAAECBAgQIECAAAECBAgQIECAAAECBAgQIECAAAECBAgQIECAQOkFBK6lH7EHJECAAAECBAgQIECAAAECBAgQyEpA4JqVtPsQIECAAAECBAgQIECAAAECBAgQIECAAAECBAgQIECAAAECBAgQIECAQNEFBK5Fn6DzEyBAgAABAgQIECBAgAABAgQI5EZA4JqbUTgIAQIECBAgQIAAAQIECBAgQIAAAQIECBAgQIAAAQIECBAgQIAAAQIECORcQOCa8wE5HgECBAgQIECAAAECBAgQIECAQHEEBK7FmZWTEiBAgAABAgQIECBAgAABAgQIECBAgAABAgQIECBAgAABAgQIECBAgMDwCghch9ff3QkQIECAAAECBAgQIECAAAECBEokIHAt0TA9CgECBAgQIECAAAECBAgQIECAAAECBAgQIECAAAECBAgQIECAAAECBAgMqYDAdUh5bU6AAAECBAgQIECAAAECBAgQIFAlAYFrlabtWQkQIECAAAECBAgQIECAAAECBAgQIECAAAECBAgQIECAAAECBAgQIEAgjYDANY2etQQIECBAgAABAgQIECBAgAABAgS6CAhcvQ4ECBAgQIAAAQIECBAgQIAAAQIECBAgQIAAAQIECBAgQIAAAQIECBAgQKA+AYFrfU6uIkCAAAECBAgQIECAAAECBAgQIDCggMB1QCIXECBAgAABAgQIECBAgAABAgQIECBAgAABAgQIECBAgAABAgQIECBAgACBmoDA1YtAgAABAgQIECBAgAABAgQIECBAoEkCAtcmQdqGAAECBAgQIECAAAECBAgQIECAAAECBAgQIECAAAECBAgQIECAAAECBEovIHAt/Yg9IAECBAgQIECAAAECBAgQIECAQFYCAtespN2HAAECBAgQIECAAAECBAgQIECAAAECBAgQIECAAAECBAgQIECAAAECBIouIHAt+gSdnwABAgQIECBAgAABAgQIECBAIDcCAtfcjMJBCBAgQIAAAQIECBAgQIAAAQIECBAgQIAAAQIECBAgQIAAAQIECBAgQCDnAgLXnA/I8QgQIECAAAECBAgQIECAAAECBIojIHAtzqyclAABAgQIECBAgAABAgQIECBAgAABAgQIECBAgAABAgQIECBAgAABAgSGV0DgOrz+7k6AAAECBAgQIECAAAECBAgQIFAiAYFriYbpUQgQIECAAAECBAgQIECAAAECBAgQIECAAAECBAgQIECAAAECBAgQIEBgSAUErkPKa3MCBAgQIECAAAECBAgQIECAAIEqCQhcqzRtz0qAAAECBAgQIECAAAECBAgQIECAAAECBAgQIECAAAECBAgQIECAAAECaQQErmn0rCVAgAABAgQIECBAgAABAgQIECDQRUDg6nUgQIAAAQIECBAgQIAAAQIECBAgQIAAAQIECBAgQIAAAQIECBAgQIAAAQL1CQhc63NyFQECBAgQIECAAAECBAgQIECAAIEBBQSuAxK5gAABAgQIECBAgAABAgQIECBAgAABAgQIECBAgAABAgQIECBAgAABAgQI1AQErl4EAgQIECBAgAABAgQIECBAgAABAk0SELg2CdI2BAgQIECAAAECBAgQIECAAAECBAgQIECAAAECBAgQIECAAAECBAgQIFB6AYFr6UfsAQkQIECAAAECBAgQIECAAAECBLISELhmJe0+BAgQIECAAAECBAgQIECAAAECBAgQIECAAAECBAgQIECAAAECBAgQIFB0AYFr0Sfo/AQIECBAgAABAgQIECBAgAABArkRELjmZhQOQoAAAQIECBAgQIAAAQIECBAgQIAAAQIECBAgQIAAAQIECBAgQIAAAQI5FxC45nxAjkeAAAECBAgQIECAAAECBAgQIFAcAYFrcWblpAQIECBAgAABAgQIECBAgAABAgQIECBAgAABAgQIECBAgAABAgQIECAwvAIC1+H1d3cCBAgQIECAAAECBAgQIECAAIESCQhcSzRMj0KAAAECBAgQIECAAAECBAgQIECAAAECBAgQIECAAAECBAgQIECAAAECQyogcB1SXpsTIECAAAECBAgQIECAAAECBAhUSUDgWqVpe1YCBAgQIECAAAECBAgQIECAAAECBAgQIECAAAECBAgQIECAAAECBAgQSCMgcE2jZy0BAgQIECBAgAABAgQIECBAgACBLgICV68DAQIECBAgQIAAAQIECBAgQIAAAQIECBAgQIAAAQIECBAgQIAAAQIECBCoT0DgWp+TqwgQIECAAAECBAgQIECAAAECBAgMKCBwHZDIBQQIECBAgAABAgQIECBAgAABAgQIECBAgAABAgQIECBAgAABAgQIECBAoCYgcPUiECBAgAABAgQIECBAgAABAgQIEGiSgMC1SZC2IUCAAAECBAgQIECAAAECBAgQIECAAAECBAgQIECAAAECBAgQIECAAIHSCwhcSz9iD0iAAAECBAgQIECAAAECBAgQIJCVgMA1K2n3IUCAAAECBAgQIECAAAECBAgQIECAAAECBAgQIECAAAECBAgQIECAAIGiCwhciz5B5ydAgAABAgQIECBAgAABAgQIEMiNgMA1N6NwEAIECBAgQIAAAQIECBAgQIAAAQIECBAgQIAAAQIECBAgQIAAAQIECBDIuYDANecDcjwCBAgQIECAAAECBAgQIECAAIHiCAhcizMrJyVAgAABAgQIECBAgAABAgQIECBAgAABAgQIECBAgAABAgQIECBAgACB4RUQuA6vv7sTIECAAAECBAgQIECAAAECBAiUSEDgWqJhehQCBAgQIECAAAECBAgQIECAAAECBAgQIECAAAECBAgQIECAAAECBAgQGFIBgeuQ8tqcAAECBAgQIECAAAECBAgQIECgSgIC1ypN27MSIECAAAECBAgQIECAAAECBAgQIECAAAECBAgQIECAAAECBAgQIECAQBoBgWsaPWsJECBAgAABAgQIECBAgAABAgQIdBEQuHodCBAgQIAAAQIECBAgQIAAAQIECBAgQIAAAQIECBAgQIAAAQIECBAgQIBAfQIC1/qcXEWAAAECBAgQIECAAAECBAgQIEBgQAGB64BELiBAgAABAgQIECBAgAABAgQIECBAgAABAgQIECBAgAABAgQIECBAgAABAjUBgasXgQABAgQIECBAgAABAgQIECBAgECTBASuTYK0DQECBAgQIECAAAECBAgQIECAAAECBAgQIECAAAECBAgQIECAAAECBAiUXkDgWvoRe0ACBAgQIECAAAECBAgQIECAAIGsBASuWUm7DwECBAgQIECAAAECBAgQIECAAAECBAgQIECAAAECBAgQIECAAAECBAgUXUDgWvQJOj8BAgQIECBAgAABAgQIECBAgEBuBASuuRmFgxAgQIAAAQIECBAgQIAAAQIECBAgQIAAAQIECBAgQIAAAQIECBAgQIBAzgUErjkfkOMRIECAAAECBAgQIECAAAECBAgUR0DgWp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CanxehNSKmRMSkiBgXER+JiN+PiFER4d9G5mdOTkKAAAEC9Qsk/51xLCLeioj/iIjXIuLFiHg+IvbUv40rCRAgQIAAAQIECBRHwF/iFGdWTkqAAAECBAgQIECAAAECBAgQIECAAAECBAgQIECAAAECBAgQIECAAAECwysgcB1e/09FxEURMTMixg7vUdydAAECBAhkKnAgIrZHxEMR8ZNM7+xmBAgQIECAAAECBIZQQOA6hLi2JkCAAAECBAgQIECAAAECBAgQIECAAAECBAgQIECAAAECBAgQIECAAIFSCQhch2ecF0TEioj4zPDc3l0JECBAgECuBJ6JiLaIeDhXp3IYAgQIECBAgAABAoMQELgOAs0SAgQIECBAgAABAgQIECBAgAABAgQIECBAgAABAgQIECBAgAABAgQIEKikgMA127F/ISKuE7Zmi+5uBAgQIFAYgSR0Tf7v5I8Kc2IHJUCAAAECBAgQINBDQODqlSBAgAABAgQIECBAgAABAgQIECBAgAABAgQIECBAgAABAgQIECBAgAABAvUJCFzrc2rGVbdHxGV9bTRq1Kg455xzYsqUKdHa2hof+9jH4uSTT47Ro0fHiBH+aWQzBmAPAgQIEMhWoL29PY4cORJvvPFG/PKXv4w9e/bE888/H0888UQcO3asv8PcERGXZ3tadyNAgAABAgQIECDQHAF/i9McR7sQIECAAAECBAgQIECAAAECBAgQIECAAAECBAgQIECAAAECBAgQIECAQPkFBK5DP+PWiLgnIib3dqsZM2bEggUL4vzzzxeyDv0s3IEAAQIEciCQhK+PPPJI3H///bFjx46+TrQ7IhZHxJ4cHNkRCBAgQIAAAQIECNQtIHCtm8qFBAgQIECAAAECBAgQIECAAAECBAgQIECAAAECBAgQIECAAAECBAgQIFBxAYHr0L4AfxIRD0VES8/bzJs3L77xjW/EmWeeObQnsDsBAgQIEMixwEsvvRS33HJLbN68ubdTHo2IiyLiBzl+BEcjQIAAAQIECBAg0E1A4OqFIECAAAECBAgQIECAAAECBAgQIECAAAECBAgQIECAAAECBAgQIECAAAEC9QkIXOtzGsxVF0TElp4LJ06cGN/+9rdj2rRpg9nTGgIECBAgUEqBXbt2xZVXXhn79u3r7fkujIiHS/ngHooAAQIECBAgQKB0AgLX0o3UAxEgQIAAAQIECBAgQIAAAQIECBAgQIAAAQIECBAgQIAAAQIECBAgQIDAEAkIXIcGNvly62M9t166dGmsX78+RozwTx2Hht2uBAgQIFBkgfb29li2bFls2LCht8c415dcizxdZydAgAABAgQIVEfA3/pUZ9aelAABAgQIECBAgAABAgQIECBAgAABAgQIECBAgAABAgQIECBAgAABAgTSCQhc0/n1tro1Ip6LiJauv7l27dq46qqrmn83OxIgQIAAgZIJ3HTTTbFq1aqeT3U0IqZGxJ6SPa7HIUCAAAECBAgQKJmAwLVkA/U4BAgQIECAAAECBAgQIECAAAECBAgQIECAAAECBAgQIECAAAECBAgQIDBkAgLX5tP+NCImd922ra0tLr300ubfyY4ECBAgQKCkAnfeeWesWLGi59Ptjog/KukjeywCBAgQIECAAIGSCAhcSzJIj0GAAAECBAgQIECAAAECBAgQIECAAAECBAgQIECAAAECBAgQIECAAAECQy4gcG0u8e0RcVnXLX25tbnAdiNAgACB6gj08SXXOyLi8uooeFICBAgQIECAAIGiCQhcizYx5yVAgAABAgQIECBAgAABAgQIECBAgAABAgQIECBAgAABAgQIECBAgACB4RIQuDZP/gsR8WTX7ZYuXRp333138+5gJwIECBAgUDGBiy++ODZs2NDzqb8YET+qGIXHJUCAAAECBAgQKIiAwLUgg3JMAgQIECBAgAABAgQIECBAgAABAgQIECBAgAABAgQIECBAgAABAgQIEBh2AYFr80bwdER8pmO7iRMnxt69e2PECP+ssXnEdiJAgACBqgm0t7fH6aefHvv27ev66M9ExGerZuF5CRAgQIAAAQIEiiHgb4KKMSenJECAAAECBAgQIECAAAECBAgQIECAAAECBAgQIECAAAECBAgQIECAAIHhFxC4NmcGF0TElq5b7dy5M6ZNm9ac3e1CgAABAgQqLLBr166YPn16T4ELI+LhCrN4dAIECBAgQIAAgZwKCFxzOhjHIkCAAAECBAgQIECAAAECBAgQIECAAAECBAgQIECAAAECBAgQIECAAIHcCQhcmzOSbl9vnTdvXjzwwAPN2dkuBAgQIECAQMyfPz82b97cVcJXXL0XBAgQIECAAAECuRQQuOZyLA5FgAABAgQIECBAgAABAgQIECBAgAABAgQIECBAgAABAgQIECBAgAABAjkUELimH8qnIuL5rtu8+OKLceaZZ6bf2Q4ECBAgQIBATeCll16KSZMm9dSYEhE/QUSAAAECBAgQIEAgTwIC1zxNw1kIECBAgAABAgQIECBAgAABAgQIECBAgAABAgQIECBAgAABAgQIECBAIM8CAtf007k9Ii7r2GbGjBmxffv29LvagQABAgQIEOgmMHPmzNixY0fXX7sjIi7HRIAAAQIECBAgQCBPAgLXPE3DWQgQIECAAAECBAgQIECAAAECBAgQIECAAAECBAgQIECAAAECBAgQIEAgzwIC1/TTeT0ixnZss3Xr1pg9e3b6Xe1AgAABAgQIdBPYtm1bzJkzp+uvHYiIUzERIECAAAECBAgQyJOAwDVP03AWAgQIECBAgAABAgQIECBAgAABAgQIECBAgAABAgQIECBAgAABAgQIEMizgMA13XRaI+JnHVuMGjUqjhw5EiNG+KeM6VitJkCAAAEC7xdob2+P0aNHx7Fjx7r+5hkRsYcXAQIECBAgQIAAgbwI+FuhvEzCOQgQIECAAAECBAgQIECAAAECBAgQIECAAAECBAgQIECAAAECBAgQIEAg7wIC13QTuiQivtOxxYwZM2L79u3pdrSaAAECBAgQ6FNg5syZsWPHjq6//xcR8V1kBAgQIECAAAECBPIiIHDNyyScgwABAgQIECBAgAABAgQIECBAgAABAgQIECBAgAABAgQIECBAgAABAgTyLiBwTTehDRGxpGOLtWvXxlVXXZVuR6sJECBAgACBPgVuuummWLVqVdff3xgRS5ERIECAAAECBAgQyIuAwDUvk3AOAgQIECBAgAABAgQIECBAgAABAgQIECBAgAABAgQIECBAgAABAgQIEMi7gMA13YSejojPdGyxc+fOmDZtWrodrSZAgAABAgT6FNi1a1dMnz696+8/ExGfRUaAAAECBAgQIEAgLwIC17xMwjkIECBAgAABAgQIECBAgAABAgQIECBAgAABAgQIECBAgAABAgQIECBAIO8CAtd0E3o9IsZ2bPGLX/wiTjvttHQ7Wk2AAAECBAj0KbB///74xCc+0fX3D0TEqcgIECBAgAABAgQI5EVA4JqXSTgHAQIECBAgQIAAAQIECBAgQIAAAQIECBAgQIAAAQIECBAgQIAAAQIECORdQOCabkJHIqKlY4tDhw7FmDFj0u1oNQECBAgQINCnwOHDh+PEE0/s+vtHI2I0MgIECBAgQIAAAQJ5ERC45mUSzkGAAAECBAgQIECAAAECBAgQIECAAAECBAgQIECAAAECBAgQIECAAAECeRcQuKab0HsR0fnvFt97770YMcI/Y0xHajUBAgQIEOhboL29PY477riuFyT/LdPtF/gRIECAAAECBAgQGE4BfzM0nPruTYAAAQIECBAgQIAAAQIECBAgQIAAAQIECBAgQIAAAQIECBAgQIAAAQJFEhC4pptWN78kuvFDgAABAgQIDK1AL/+fSWgIhpbc7gQIECBAgAABAg0I+I/TBrBcSoAAAQIECBAgQIAAAQIECBAgQIAAAQIECBAgQIAAAQIECBAgQIAAAQKVFhC4phu/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IECBBoWEDg2jCZBQQIECBAgAABAhkKCFwzxHYrAgQIECBAgAABAgQIECBAgAABAgQIECBAgAABAgQIECBAgAABAgQIECi0gMA13fgErun8rCZAgAABAg0LCFwbJrOAAAECBAgQIEAgQwGBa4bYbkWAAAECBAgQIECAAAECBAgQIECAAAECBAgQIECAAAECBAgQIECAAAEChRYQuKYbn8A1nZ/VBAgQIECgYQGBa8NkFhAgQIAAAQIECGQoIHDNENutCBAgQIAAAQIECBAgQIAAAQIECBAgQIAAAQIECBAgQIAAAQIECBAgQKDQAgLXdOMTuKbzs5oAAQIECDQsIHBtmMwCAgQIECBAgACBDAUErhliuxUBAgQIECBAgAABAgQIECBAgAABAgQIECBAgAABAgQIECBAgAABAgQIFFpA4JpufALXdH5WEyBAgACBhgUErg2TWUCAAAECBAgQIJChgMA1Q2y3IkCAAAECBAgQIECAAAECBDKLX8YAACAASURBVAgQIECAAAECBAgQIECAAAECBAgQIECAAIFCCwhc041P4JrOz2oCBAgQINCwgMC1YTILCBAgQIAAAQIEMhQQuGaI7VYECBAgQIAAAQIECBAgQIAAAQIECBAgQIAAAQIECBAgQIAAAQIECBAgUGgBgWu68Qlc0/lZTYAAAQIEGhYQuDZMZgEBAgQIECBAgECGAgLXDLHdigABAgQIECBAgAABAgQIECBAgAABAgQIECBAgAABAgQIECBAgAABAgQKLSBwTTc+gWs6P6sJECBAgEDDAgLXhsksIECAAAECBAgQyFBA4JohtlsRIECAAAECBAgQIECAAAECBAgQIECAAAECBAgQIECAAAECBAgQIECAQKEFBK7pxidwTednNQECBAgQaFhA4NowmQUECBAgQIAAAQIZCghcM8R2KwIECBAgQIAAAQIECBAgQIAAAQIECBAgQIAAAQIECBAgQIAAAQIECBAotIDANd34BK7p/KwmQIAAAQINCwhcGyazgAABAgQIECBAIEMBgWuG2G5FgAABAgQIECBAgAABAgQIECBAgAABAgQIECBAgAABAgQIECBAgAABAoUWELimG5/ANZ2f1QQIECBAoGEBgWvDZBYQIECAAAECBAhkKCBwzRDbrQgQIECAAAECBAgQIECAAAECBAgQIECAAAECBAgQIECAAAECBAgQIECg0AIC13TjE7im87OaAAECBAg0LCBwbZjMAgIECBAgQIAAgQwFBK4ZYrsVAQIECBAgQIAAAQIECBAgQIAAAQIECBAgQIAAAQIECBAgQIAAAQIECBRaQOCabnwC13R+VhMgQIAAgYYFBK4Nk1lAgAABAgQIECCQoYDANUNstyJAgAABAgQIECBAgAABAgQIECBAgAABAgQIECBAgAABAgQIECBAgACBQgsIXNONT+Cazs9qAgQIECDQsIDAtWEyCwgQIECAAAECBDIUELhmiO1WBAgQIECAAAECBAgQIECAAAECBAgQIECAAAECBAgQIECAAAECBAgQIFBoAYFruvEJXNP5WU2AAAECBBoWELg2TGYBAQIECBAgQIBAhgIC1wyx3YoAAQIECBAgQIAAAQIECBAgQIAAAQIECBAgQIAAAQIECBAgQIAAAQIECi0gcE03PoFrOj+rCRAgQIBAwwIC14bJLCBAgAABAgQIEMhQQOCaIbZbESBAgAABAgQIECBAgAABAgQIECBAgAABAgQIECBAgAABAgQIECBAgEChBQSu6cYncE3nZzUBAgQIEGhYQODaMJkFBAgQIECAAAECGQoIXDPEdisCBAgQIECAAAECBAgQIECAAAECBAgQIECAAAECBAgQIECAAAECBAgQKLSAwDXd+ASu6fysJkCAAAECDQsIXBsms4AAAQIECBAgQCBDAYFrhthuRYAAAQIECBAgQIAAAQIECBAgQIAAAQIECBAgQIAAAQIECBAgQIAAAQKFFhC4phuf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KDEPiXf/mX+PGPfzyIlflY8pGPfCTOP//8OP744/NxIKconIDAtXAjc2ACBAgQIECAQKUEBK6VGreHJUCAAAECBAgQIECAAAECBAgQIECAAAECBAgQIECAAAECBAgQIECAAIEUAgLXFHgRIXBN52c1AQKDEHjggQfiz/7szwaxMh9Lli1bFuvWrYuRI0fm40BOUTgBgWvhRubABAgQIECAAIFKCQhcKzVuD0uAAAECBAgQIECAAAECBAgQIECAAAECBAgQIECAAAECBAgQIECAAAECKQQErinwBK7p8KwmQGBwAgLXwblZVR4BgWt5ZulJCBAgQIAAAQJlFBC4lnGqnokAAQIECBAgQIAAAQIECBAgQIAAAQIECBAgQIAAAQIECBAgQIAAAQIEhkJA4JpO1Rdc0/lZTYDAIAQEroNAs6RUAgLXUo3TwxAgQIAAAQIESicgcC3dSD0QAQIECBAgQIAAAQIECBAgQIAAAQIECBAgQIAAAQIECBAgQIAAAQIECAyRgMA1HazANZ1fpVcPFCm2trbGli1bYty4cUPm9OSTT8Z5550Xhw8f7vUemzZtivnz5w94/+eeey4+/elPv++6Z599NqZOndrv+v/5n/+JlStXxvr16we8Tz0XnHTSSZHYjRo1Ks4444yYPHlyTJo0KT784Q/HcccdV88W77umrzMuW7Ys1q1bFyNHjhzUvoNd1PPdmTVrVlxyySVx/PHHD3bLIV331FNPxfXXX995j+FyG9KHtHmmAgLXTLndjAABAgQIECBAoEEBgWuDYC4nQIAAAQIECBAgQIAAAQIECBAgQIAAAQIECBAgQIAAAQIECBAgQIAAgcoKCFzTjV7gms6v0qsHClwTnHoD08FAvvvuu7XocM2aNX0ur/f+eQpc+3qYP/zDP6xFoAsXLoyWlpaGyPIeuOY9GO35ruf9vA29HC4eFgGB67CwuykBAgQIECBAgECdAgLXOqFcRoAAAQIECBAgQIAAAQIECBAgQIAAAQIECBAgQIAAAQIECBAgQIAAAQKVFxC4pnsFBK7p/Cq9up7AdShDwF/96le1r7MmX9fs66dMgWvHM/7xH/9xrF27Nj7/+c9HL5FcrxQC13R/VAWu6fysfr+AwNVbQYAAAQIECBAgkGcBgWuep+NsBAgQIECAAAECBAgQIECAAAECBAgQIECAAAECBAgQIECAAAECBAgQIJAnAYFrumkIXNP5VXp1PYFra2trbNmyJcaNG9d0q3/6p3+KL3/5y/3uW8bANXngMWPGxF133RVz586tK3IVuKZ7/QSu6fysfr+AwNVbQYAAAQIECBAgkGcBgWuep+NsBAgQIECAAAECBAgQIECAAAECBAgQIECAAAECBAgQIECAAAECBAgQIJAnAYFrumkIXNP5VXp1PYFrAlRvZNoI5rvvvhurV6+OG2+8sd9l9d77ueeei09/+tPv2+vZZ5+NqVOn9nuPvuLRRp5nMNcmkeu2bdsGjHyTvQWugxH+/2sErun8rH6/gMDVW0GAAAECBAgQIJBnAYFrnqfjbAQIECBAgAABAgQIECBAgAABAgQIECBAgAABAgQIECBAgAABAgQIECCQJwGBa7ppCFzT+VV6db2B67Jly2LdunUxcuTIpnkdOHAg5s2bF88//3y/ew5n4DrY525vb49Dhw7F4cOH45//+Z9jw4YN8cwzz/T6nEl8mzzjqaee2q+DwDXdqydwTedn9fsFBK7eCgIECBAgQIAAgTwLCFzzPB1nI0CAAAECBAgQIECAAAECBAgQIECAAAECBAgQIECAAAECBAgQIECAAIE8CQhc001D4JrOr9Krewtck6+KJiHrr3/9606b8ePHx9atW2PChAlN89qxY0fMnDlzwP2KGLj2fKh33nkn7r777rjmmmtq0WvPn1tvvTVWrlwZvQRznZfmPXBNQt1p06bF7/zO7ww40+G4YN++fbWQuONnsPHycJzdPfMpIHDN51ycigABAgQIECBA4P8KCFy9CQQIECBAgAABAgQIECBAgAABAgQIECBAgAABAgQIECBAgAABAgQIECBAoD4BgWt9Tn1dJXBN51fp1b0FrmeffXZ89KMfje9973vdbDZu3BiLFy9uilcSfH7zm9+MO+64o3O/WbNmxcGDB+Nf//Vfu92jDIFr8kDvvfde7Uuuy5cvf5/hOeecE/fdd1+ccsopffrmPXBtyouR4SYC1wyxS3orgWtJB+uxCBAgQIAAAQIlERC4lmSQHoMAAQIECBAgQIAAAQIECBAgQIAAAQIECBAgQIAAAQIECBAgQIAAAQIEhlxA4JqOWOCazq/Sq3sLXL/yla9EEv997Wtf6/a10UWLFkVbW1u0tLSkNvv3f//3mDt3breY9bvf/W58//vfj3/8x3/stn9ZAtfkoQ4dOhRf//rXazFrz5/HH388vvSlL/VpK3BN/dp120Dg2lzPKu4mcK3i1D0zAQIECBAgQKA4AgLX4szKSQkQIECAAAECBAgQIECAAAECBAgQIECAAAECBAgQIECAAAECBAgQIEBgeAUErun8Ba7p/Cq9uq/A9fbbb4+//Mu/jF27dnX6jB8/PrZu3RoTJkxIbfYP//APcf7553fuM2XKlNrXXK+55ppSB67JA/d89g6Ev/3bv42rr766T1uBa+rXrtsGAtfmelZxN4FrFafumQkQIECAAAECxREQuBZnVk5KgAABAgQIECBAgAABAgQIECBAgAABAgQIECBAgAABAgQIECBAgAABAsMrIHBN5y9wTedX6dV9Ba7JV1PvuuuuWL16dTefjRs3xuLFi1OZvfPOO/HNb36zFrR2/KxcuTKuvPLK+PM///PSB67/9m//FhdddFHs3r27m+NAwWXeA9dZs2bFJZdcEscff3xd78d7770XjzzySLz11luxdOnS+OAHP1jXut4uOnbsWPzd3/1dfP7zn49PfvKTve7z1FNPxfXXX9/5ewN5D/owFlZGQOBamVF7UAIECBAgQIBAIQUEroUcm0MTIECAAAECBAgQIECAAAECBAgQIECAAAECBAgQIECAAAECBAgQIECAwDAICFzToQtc0/lVenVfgWvy66+++mpMnz49Dh8+3Gm0aNGiaGtri5aWlkG7vfbaa3HhhRfGnj17Ovd4/PHHY9KkSTF//vzSB66/+c1ven3OgYLLvAeuA52/6wvz5ptvxnXXXRff+c53YsyYMbFu3br42te+NujI9emnn65Fw0eOHKntc8UVV8Spp57a7R3t+a43ct5Bv+wWllpA4Frq8Xo4AgQIECBAgEDhBQSuhR+hByBAgAABAgQIECBAgAABAgQIECBAgAABAgQIECBAgAABAgQIECBAgACBjAQErumgBa7p/Cq9ur/Atb29PRYsWBC7du3qNBo/fnxs3bo1JkyYMGi3nvc8++yzI/m1E044QeC6bl2MHDmyV9uyBK5J3LpkyZLYsWNH53MmkWvyxeC5c+dGL9Fgv+/aoUOH4utf/3rcd999ndeddNJJccstt8TChQvjAx/4QO3XE7/kS68dP8kXY0888cSG7zfoF9/C0gkIXEs3Ug9EgAABAgQIECiVgMC1VOP0MAQIECBAgAABAgQIECBAgAABAgQIECBAgAABAgQIECBAgAABAgQIECAwhAIC13S4Atd0fpVe3V/gmkSCyZc1k69hdv3ZuHFjLF68eFBuvUWaq1evjm9961vx3//93wLXCgSuyYvz4x//uPal1QMHDnS+R2PHjo2///u/j8997nMNvVvbt2+vhdhdvzT81a9+NZL39OSTT25oLxcTaERA4NqIlmsJECBAgAABAgSyFhC4Zi3ufgQIECBAgAABAgQIECBAgAABAgQIECBAgAABAgQIECBAgAABAgQIECBQVAGBa7rJCVzT+VV6dX+B64c+9KF44YUXYtasWXHw4MFOp0WLFkVbW1u0tLQ0bPfyyy/HnDlz4pVXXqmtTb7c+eijj8YXv/jF+M1vflOJwPXVV1+NCy64IH7+859387v66qtjzZo1nV8c7Ylbli+4Js+VfB34wQcfjOXLl3cLU88666z43ve+F8mXguv5+fWvfx1Lly7t9jXYwYay9dzPNQS6CghcvQ8ECBAgQIAAAQJ5FhC45nk6zkaAAAECBAgQIECAAAECBAgQIECAAAECBAgQIECAAAECBAgQIECAAAECeRIQuKabhsA1nV+lVw8UuL799tu1r7UmEWrHTxIfbt26NSZMmNCw3T333BNLlizpXHfOOefEfffdF6ecckplAtfezBOQu+66K5YtW9anaZkC1+Qh33nnnbjmmmvi1ltv7fbMM2fOjPXr18cf/MEf9Pt+JZFs8pXWiy++uNt1a9eurX11+IMf/GDD76cFBBoRELg2ouVaAgQIECBAgACBrAUErlmLux8BAgQIECBAgAABAgQIECBAgAABAgQIECBAgAABAgQIECBAgAABAgQIFFVA4JpucgLXdH6VXj1Q4JpEhOvWrasFg11/krAwCV8b+Tl69GisWLEi7r333s5lyRdLk8gxCcWq8AXXN954oxb4/vCHP+xGlwS+jz32WEyePLlP0rIFrsmD/ud//mct6t2+fXu3577xxhvjyiuv7PNrtsnFr732Wlx44YWxZ8+ezrXJ14GTOPb3fu/3Gnk1XUtgUAIC10GxWUSAAAECBAgQIJCRgMA1I2i3IUCAAAECBAgQIECAAAECBAgQIECAAAECBAgQIECAAAECBAgQIECAAIHCCwhc041Q4JrOr9KrBwpcE5wXXnghZs2aFQcPHuy0WrRoUbS1tUVLS0vdfi+//HIkAeIrr7xSWzNmzJjYuXNnTJ06tfb/LnvgmgSqN998c1x33XXvM6vHs4yBawLx05/+NGbPnh0HDhyIk046KW644YZaBHzCCSf0+W719vXX1tbWePDBByP5wrAfAlkICFyzUHYPAgQIECBAgACBwQoIXAcrZx0BAgQIECBAgAABAgQIECBAgAABAgQIECBAgAABAgQIECBAgAABAgQIVE1A4Jpu4gLXdH6VXl1P4Pr222/Xvtb66KOPdlolEeHWrVtjwoQJdfslX9Zcvnx55/XnnXde3HPPPZ1f2yxz4Pr666/Ht771rbjvvvve55WEvvfff3/MnDmzX8uyBq7JV4KTLwLfeeedtf+ZMmVK7Yu+/f08/vjjtSj28OHDtcsSw7vuuivmzp074Nq6X1gXEhhAQODqFSFAgAABAgQIEMizgMA1z9NxNgIECBAgQIAAAQIECBAgQIAAAQIECBAgQIAAAQIECBAgQIAAAQIECBDIk4DANd00BK7p/Cq9up7ANQkQ161bF1dccUU3qyRKTMLXen6SEPHSSy+thZwdP7feemusXLmyM0gsS+CaeB06dCj+67/+K372s5/VQuAf/OAHnTFmT68VK1bUvuw6cuTIfimLErgmD5HMNQma8/yTfCl29erVeT6is+VcQOCa8wE5HgECBAgQIECg4gIC14q/AB6fAAECBAgQIECAAAECBAgQIECAAAECBAgQIECAAAECBAgQIECAAAECBOoWELjWTdXrhQLXdH6VXl1P4JoA7d69O84999w4ePBgp9eiRYuira0tWlpaBjTcu3dv7Yub+/fvr117yimnxPe///345Cc/2bk2j4HrgA+W8oKzzjqrFv2edtppA+4kcB2QqKELBK4Ncbm4FwGBq9eCAAECBAgQIEAgzwIC1zxPx9kIECBAgAABAgQIECBAgAABAgQIECBAgAABAgQIECBAgAABAgQIECBAIE8CAtd00xC4pvOr9Op6A9ff/va3sWTJkti2bVun1/jx42tfJ50wYcKAhskXYP/qr/6q87okdk2+APu7v/u7nb9WtcA1iVsTg4kTJw7ol1wgcK2Lqe6LBK51U7mwDwGBq1eDAAECBAgQIEAgzwIC1zxPx9kIECBAgAABAgQIECBAgAABAgQIECBAgAABAgQIECBAgAABAgQIECBAIE8CAtd00xC4pvOr9Op6A9cEqWekmvxaEmguXry4X8Pe4tjbbrstVq5c2W1dlQLXhQsXxl//9V/Hhz/84brfP4Fr3VR1XShwrYvJRf0ICFy9HgQIECBAgAABAnkWELjmeTrORoAAAQIECBAgQIAAAQIECBAgQIAAAQIECBAgQIAAAQIECBAgQIAAAQJ5EhC4ppuGwDWdX6VXNxK47t69O84999w4ePBgp9miRYuira0tWlpa+nTsue60006rfQn29NNP77am7IHrmDFj4rzzzovLL788zjjjjDjuuOMaevfyHrg2Goz29jybNm2K+fPnN+SyZs2auPbaazvXNHqOhm7mYgJdBASuXgcCBAgQIECAAIE8Cwhc8zwdZyNAgAABAgQIECBAgAABAgQIECBAgAABAgQIECBAgAABAgQIECBAgACBPAkIXNNNQ+Cazq/SqxsJXHv7Euv48eNj69atMWHChF4d29vba19+veKKKzp/f8GCBXHnnXdGEnx2/SlT4Dpu3LgYO3ZsfPzjH49JkybF5MmTI/m1kSNHDvp9E7j2TidwHfQrZWFKAYFrSkDLCRAgQIAAAQIEhlRA4DqkvDYnQIAAAQIECBAgQIAAAQIECBAgQIAAAQIECBAgQIAAAQIECBAgQIAAgRIJCFzTDVPgms6v0qsbCVwTqPXr18fy5cu7mW3cuDEWL17cq+Pbb79d+71HH3208/f7uj6PgeuyZctqgW6aMLVZL1jeAte0YakvuDbrzbDPcAkIXIdL3n0JECBAgAABAgTqERC41qPkGgIECBAgQIAAAQIECBAgQIAAAQIECBAgQIAAAQIECBAgQIAAAQIECBAgECFwTfcWCFzT+VV6daOB6969e2P27Nmxf//+TrdFixZFW1tbtLS0vM/yhRdeiFmzZsXBgwdrv9ffF18Frv2/inkPXG+77bZYuXJl3X+eBK51U7kwpwIC15wOxrEIECBAgAABAgRqAgJXLwIBAgQIECBAgAABAgQIECBAgAABAgQIECBAgAABAgQIECBAgAABAgQIEKhPQOBan1NfVwlc0/lVenWjgevhw4fj0ksvjfvvv7/Tra9otb29Pf7mb/4mVq9e3XltfzGswLX/VzFPgeu7775bm+uNN97YeehNmzbF/Pnz6/7zJHCtm8qFORUQuOZ0MI5FgAABAgQIECBQExC4ehEIECBAgAABAgQIECBAgAABAgQIECBAgAABAgQIECBAgAABAgQIECBAgEB9AgLX+pz6ukrgms6v0qsbDVwTrPXr18fy5cu7uW3cuDEWL17c7dfeeuutWLBgQezatavz1/uLIAWu/b+KeQpcezvLQw89FBdeeGHdf55++9vfxpIlS2Lbtm11vR99bbxmzZq49tprO3/7hhtu6BZV130gFxJoUEDg2iCYywkQIECAAAECBDIVELhmyu1mBAgQIECAAAECBAgQIECAAAECBAgQIECAAAECBAgQIECAAAECBAgQIFBgAYFruuEJXNP5VXr1YALXvXv3xuzZs2P//v2ddr19mfW5556L6dOnR/LV1+SntbU1tmzZEuPGjevVXODa/6uYp8D17bffrsXLP/zhDzsP/eyzz8bUqVPr/vPU27wff/zx+NKXvlT3HsmFAteGuFzcRAGBaxMxbUWAAAECBAgQINB0AYFr00ltSIAAAQIECBAgQIAAAQIECBAgQIAAAQIECBAgQIAAAQIECBAgQIAAAQIlFRC4phuswDWdX6VXDyZwPXr0aKxYsSLuvffeTrvx48fH1q1bY8KECbVfe/fdd+P666+vxYcdP5dddlncfPPNccIJJ/RqLnDt/1XMU+D6q1/9KubPnx9PPfVU7dCnnHJKPPbYYzF58uS6/zy9+eabMW/evHjiiSc61zQaySYLBa51k7uwyQIC1yaD2o4AAQIECBAgQKCpAgLXpnLajAABAgQIECBAgAABAgQIECBAgAABAgQIECBAgAABAgQIECBAgAABAgRKLCBwTTdcgWs6v0qvHkzgmoDdc889sWTJkm52mzZtqkWPyc/Bgwdj4cKF3eLFRx55JP70T/+0T2+Ba/+vYp4C11dffTUuuOCC+PnPf16KPz9f+cpXIvmz8KEPfagUz+MhshEQuGbj7C4ECBAgQIAAAQKDExC4Ds7NKgIECBAgQIAAAQIECBAgQIAAAQIECBAgQIAAAQIECBAgQIAAAQIECBConoDANd3MBa7p/Cq9erCB68svvxxz5syJV155pdNv2bJlsW7duhg5cmQ8+eSTcd5558Xhw4drv3/WWWfFgw8+GB/96Ef79Ba49v8q5ilwffrpp+Nzn/tcaf7sCFxLM8pMH0Tgmim3mxEgQIAAAQIECDQoIHBtEMzlBAgQIECAAAECBAgQIECAAAECBAgQIECAAAECBAgQIECAAAECBAgQIFBZAYFrutELXNP5VXr1YAPXo0ePxooVK+Lee+/t9GttbY0tW7bExz/+8bj++utjzZo1nb932WWXxc033xwnnHBCn94C1/5fxTwFruvXr4/ly5eX5s+OwLU0o8z0QQSumXK7GQECBAgQIECAQIMCAtcGwVxOgAABAgQIECBAgAABAgQIECBAgAABAgQIECBAgAABAgQIECBAgAABApUVELimG73ANZ1fpVcPNnBN0O65555YsmRJN79NmzbFF77whVi4cGE88cQTnb+3ffv2mDFjRr/WAtf+X8W8BK7/+7//G6tWrap9rbcsPwLXskwy2+cQuGbr7W4ECBAgQIAAAQKNCQhcG/NyNQECBAgQIECAAAEC2/KcyAAAIABJREFUBAgQIECAAAECBAgQIECAAAECBAgQIECAAAECBAhUV0Dgmm72Atd0fpVenSZwffnll2POnDnxyiuvdBomX2r98pe/HHPnzo3Dhw/Xfn3KlCmxefPmGDt2bL/WAtf+X8W8BK5vvvlmzJs3r1vAfNttt8XKlSvr/rPUWySbxNK33357jBo1qu59kguTLwVfe+21nWtuuOGGWL16dUN7uJjAYAQEroNRs4YAAQIECBAgQCArAYFrVtLuQ4AAAQIECBAgQIAAAQIECBAgQIAAAQIECBAgQIAAAQIECBAgQIAAAQJFFxC4ppugwDWdX6VXpwlcewsuzzrrrFrI+vDDD3e6Xn311bUI8QMf+EC/1gLX/l/FvASuu3fvjnPPPff/tHe3IXaWZx7A/6lCaV66LYjUL9tCXyRUTNUFqUu7S7UQwZ2pfbMapLVrTDZai9hGaSnRb9EWQtPoqqOUNm0StSKTFQylttqyFsvWOCKILcW6H2pL91MnCQhtznJCz3AyzsuZOc85z9svEALxee77un7XfQgM5++d119/fa7gH//4x/n4xz8+8GfpD3/4Q7Zs2ZKnn3567p1du3al+3uB0OCS6wq4DszuwYIFBFwLBrUcAQIECBAgQIBAoQICroVyWowAAQIECBAgQIAAAQIECBAgQIAAAQIECBAgQIAAAQIECBAgQIAAAQIEGiwg4DrccAVch/Nr9dvDBFy7cAu9Px900PCjgOvSR7EqAdf7778/27dvnyv2oosuyqFDh/K+971v4M/SU089lSuvvHLult/ui9PT05mYmBh4jd6DAq4rJvNCQQICrgVBWoYAAQIECBAgQGAkAgKuI2G1KAECBAgQIECAAAECBAgQIECAAAECBAgQIECAAAECBAgQIECAAAECBAg0UEDAdbihCrgO59fqt4cNuL7yyiu56qqrMjMzs6DjZZddlu9///s555xzlnUWcF2aqAoB19nZ2dx4443Zv3//XLHXXntt7rnnnmzYsGHZGXcfeOONN7Jz587s3bt37vlNmzbl4YcfzrnnnjvQGv0PCbiumMwLBQkIuBYEaRkCBAgQIECAAIGRCAi4joTVogQIECBAgAABAgQIECBAgAABAgQIECBAgAABAgQIECBAgAABAgQIECDQQAEB1+GGKuA6nF+r3x424LpY6LKH+o1vfCO7du3KGWecsayzgOvSRFUIuP7qV7/KJz7xibz++utzxd53333Ztm3bsvPtPbDQGjfffHPuvvvuvPWtbx14nd6DAq4rJvNCQQICrgVBWoYAAQIECBAgQGAkAgKuI2G1KAECBAgQIECAAAECBAgQIECAAAECBAgQIECAAAECBAgQIECAAAECBAg0UEDAdbihCrgO59fqt4cNuHbxFlqj+/fdGz0ff/zxXHrppQMZC7guzVR2wPVvf/tb7rzzznQDpb1fGzduzKOPPpoPfvCDA834+PHjueWWWzI1NTX3/ErPyfyNBFwHovfQCAQEXEeAakkCBAgQIECAAIHCBARcC6O0EAECBAgQIECAAAECBAgQIECAAAECBAgQIECAAAECBAgQIECAAAECBAg0XEDAdbgBC7gO59fqt4sIuL766qu5+uqr89xzz51muXnz5uzfvz9nnXXWQMYCrkszlR1wXWjOX/jCF7Jv376sW7du2Rl3Op0cPHgw27dvz+zs7NzzV155ZR566KG8853vXHaNhR4QcF0Vm5cKEBBwLQDREgQIECBAgAABAiMTEHAdGa2FCRAgQIAAAQIECBAgQIAAAQIECBAgQIAAAQIECBAgQIAAAQIECBAgQKBhAnUMuH4oyQsVmYOAa0UGUccyigi4vvHGG9m5c2f27t17GkE3ePj1r389C4TAFqQScF36BJUZcO2GU/fs2ZNbb731tCIfe+yxfPKTnxzo6L/88su57rrrTgtCd29v7YagJycnB1pjoYcEXFdN58UhBQRchwT0OgECBAgQIECAwEgFBFxHymtxAgQIECBAgAABAgQIECBAgAABAgQIECBAgAABAgQIECBAgAABAgQIEGiQQB0Drnck+ZckdyZ5uuRZCLiWPADbE2i6QDec2r2ld2ZmZq7ViYmJTE1N5eyzz162/T/96U/Ztm1bpqenT3t2x44dufvuuwe6AXaxTQRcl+X3wIgEBFxHBGtZAgQIECBAgACBQgQEXAthtAgBAgQIECBAgAABAgQIECBAgAABAgQIECBAgAABAgQIECBAgAABAgQItECgjgHXdyT5fZJ/+HvAtcygq4BrCz4kWiRQlsDx48dP3dB77733nlbCD37wg2zZsmXZsv785z+fuvm1e1Nr/6+LL7443/3ud7Nx48Zl11jqAQHXofi8PISAgOsQeF4lQIAAAQIECBAYuYCA68iJbUCAAAECBAgQIECAAAECBAgQIECAAAECBAgQIECAAAECBAgQIECAAAECDRGoY8C1S9+9xXVX3wy6N7mWEXQVcG3IB0EbBKom0Ol0cvDgwWzfvj2zs7Nz5Q16e+ti4dYNGzbkvvvuO3Ur7AIhwRUxCLiuiMvDBQoIuBaIaSkCBAgQIECAAIHCBQRcCye1IAECBAgQIECAAAECBAgQIECAAAECBAgQIECAAAECBAgQIECAAAECBAg0VKCuAdf+W1z7RzPuoKuAa0M/GNoiULbAM888k89//vN57bXX5krphlO7t7FOTk4uWV73nVtuuSWPP/74m57bvXv3qVtdzzzzzKFbFHAdmtACqxQQcF0lnNcIECBAgAABAgTGIiDgOhZmmxAgQIAAAQIECBAgQIAAAQIECBAgQIAAAQIECBAgQIAAAQIECBAgQIBAAwTqGnDt0s+/xbV/HOMKugq4NuBDoAUCVRR4+eWXc9111+W5556bK2/r1q3Zs2dP1q1bt2jJL7zwQr74xS/m6NGjb3rmjjvuyM6dO/O2t72tkJYFXAthtMgqBARcV4HmFQIECBAgQIAAgbEJCLiOjdpGBAgQIECAAAECBAgQIECAAAECBAgQIECAAAECBAgQIECAAAECBAgQIFBzgToHXBe7xbV/JKMOugq41vwDoHwCVRbov8V148aNOXToUM4///wlS/7rX/+a733ve6ducJ2dnZ179mtf+1q6v5cKx67UQsB1pWKeL0pAwLUoSesQIECAAAECBAiMQkDAdRSq1iRAgAABAgQIECBAgAABAgQIECBAgAABAgQIECBAgAABAgQIECBAgACBJgrUOeDancdSt7j2z2tUQVcB1yZ+KvREoCICnU4nDz74YG644YY88MADuf7667NAsO9N1Z48eTIHDhzIjh07Tv237q2tt956a2E3t/Y2FHCtyEFpYRkCri0cupYJECBAgAABAjUSEHCt0bCUSoAAAQIECBAgQIAAAQIECBAgQIAAAQIECBAgQIAAAQIECBAgQIAAAQKlCtQ94DrILa79wEUHXQVcSz2+NifQfIHjx4/n4MGDufrqq1d0+2r3Jtc9e/bk7LPPzpYtW3LmmWcWjvWd73wnTzzxxNy6V1xxRb70pS8Vvo8FCcwXEHB1JggQIECAAAECBKosIOBa5emojQABAgQIECBAgAABAgQIECBAgAABAgQIECBAgAABAgQIECBAgAABAgSqJFD3gGvXctBbXPvdiwq6CrhW6TSrhQABAgRaISDg2ooxa5IAAQIECBAgUFsBAdfajk7hBAgQIECAAAECBAgQIECAAAECBAgQIECAAAECBAgQIECAAAECBAgQIDBmgSYEXFd6i2s/8bBBVwHXMR9Y2xEgQIAAAQFXZ4AAAQIECBAgQKDKAgKuVZ6O2ggQIECAAAECBAgQIECAAAECBAgQIECAAAECBAgQIECAAAECBAgQIECgSgJNCLh2PVdzi2v/HFYbdBVwrdJpVgsBAgQItEJAwLUVY9YkAQIECBAgQKC2AgKutR2dwgkQIECAAAECBAgQIECAAAECBAgQIECAAAECBAgQIECAAAECBAgQIEBgzAJNCbgOc4trP/lKg64CrmM+sLYjQIAAAQICrs4AAQIECBAgQIBAlQUEXKs8HbURIECAAAECBAgQIECAAAECBAgQIECAAAECBAgQIECAAAECBAgQIECAQJUEmhJw7ZoOe4tr/1wGDboKuFbpNKuFAAECBFohIODaijFrkgABAgQIECBQWwEB19qOTuEECBAgQIAAAQIECBAgQIAAAQIECBAgQIAAAQIECBAgQIAAAQIECBAgMGaBJgVci7rFtX8EywVdBVzHfGBtR4AAAQIEBFydAQIECBAgQIAAgSoLCLhWeTpqI0CAAAECBAgQIECAAAECBAgQIECAAAECBAgQIECAAAECBAgQIECAAIEqCTQp4Np1LfIW1/45LRZ0FXCt0mlWCwECBAi0QkDAtRVj1iQBAgQIECBAoLYCAq61HZ3CCRAgQIAAAQIECBAgQIAAAQIECBAgQIAAAQIECBAgQIAAAQIECBAgQGDMAk0LuI7iFtf+kcwPugq4jvnA2o4AAQIECAi4OgMECBAgQIAAAQJVFhBwrfJ01EaAAAECBAgQIECAAAECBAgQIECAAAECBAgQIECAAAECBAgQIECAAAECVRKYH3CtUm1VrqUXdP1Zf5GdDs4qD01tBAgQINAMAQHXZsxRFwQIECBAgACBpgoIuDZ1svoiQIAAAQIECBAgQIAAAQIECBAgQIAAAQIECBAgQIAAAQIECBAgQIAAgaIFJDILFBVwLRDTUgQIECBAYBEBAVdHgwABAgQIECBAoMoCAq5Vno7aCBAgQIAAAQIECBAgQIAAAQIECBAgQIAAAQIECBAgQIAAAQIECBAgQKBKAgKuBU5DwLVATEsRIECAAIFFBARcHQ0CBAgQIECAAIEqCwi4Vnk6aiNAgAABAgQIECBAgAABAgQIECBAgAABAgQIECBAgAABAgQIECBAgACBKgkIuK5uGs8kuSPJz/pfF3BdHaa3CBAgQIDASgQEXFei5VkCBAgQIECAAIFxCwi4jlvcfgQIECBAgAABAgQIECBAgAABAgQIECBAgAABAgQIECBAgAABAgQIECBAoBoC70jyapLun6P41Qu2Pv33xU8LCAu4joLcmgQIECBA4HQBAVcnggABAgQIECBAoMoCAq5Vno7aCBAgQIAAAQIECBAgQIAAAQIECBAgQIAAAQIECBAgQIAAAQIECBAgQIDA6AS6t6ruGsHy84OtvS0EXEeAbUkCBAgQILCUgICr80GAAAECBAgQIFBlAQHXKk9HbQQIECBAgAABAgQIECBAgAABAgQIECBAgAABAgQIECBAgAABAgQIECBAYDQCo7i9dbFga68DAdfRzNKqBAgQIEBgUQEBV4eDAAECBAgQIECgygICrlWejtoIECBAgAABAgQIECBAgAABAgQIECBAgAABAgQIECBAgAABAgQIECBAgMBoBIq8vXW5YGuvAwHX0czSqgQIECBAYFEBAVeHgwABAgQIECBAoMoCAq5Vno7aCBAgQIAAAQIECBAgQIAAAQIECBAgQIAAAQIECBAgQIAAAQIECBAgQIBA8QJF3d46aLC114GAa/GztCIBAgQIEFhSQMDVASFAgAABAgQIEKiygIBrlaejNgIECBAgQIAAAQIECBAgQIAAAQIECBAgQIAAAQIECBAgQIAAAQIECBAgULzAsLe3rjTY2utAwLX4WVqRAAECBAgsKSDg6oAQIECAAAECBAhUWUDAtcrTURsBAgQIECBAgAABAgQIECBAgAABAgQIECBAgAABAgQIECBAgAABAgQIEChWYJjbW1cbbO11IOBa7CytRoAAAQIElhUQcF2WyAMECBAgQIAAAQIlCgi4lohvawIECBAgQIAAAQIECBAgQIAAAQIECBAgQIAAAQIECBAgQIAAAQIECBAgMGaB1dzeOmywtdeigOuYh207AgQIECAg4OoMECBAgAABAgQIVFlAwLXK01EbAQIECBAgQIAAAQIECBAgQIAAAQIECBAgQIAAAQIECBAgQIAAAQIECBAoTmClt7cWFWztdSDgWtwsrUSAAAECBAYSEHAdiMlDBAgQIECAAAECJQkIuJYEb1sCBAgQIECAAAECBAgQIECAAAECBAgQIECAAAECBAgQIECAAAECBAgQIDBmgUFvby062NprU8B1zAO3HQECBAgQEHB1BggQIECAAAECBKosIOBa5emojQABAgQIECBAgAABAgQIECBAgAABAgQIECBAgAABAgQIECBAgAABAgQIFCMwyO2towq29joQcC1mllYhQIAAAQIDCwi4DkzlQQIECBAgQIAAgRIEBFxLQLclAQIECBAgQIAAAQIECBAgQIAAAQIECBAgQIAAAQIECBAgQIAAAQIECBAYs8BSt7eOOtjaa1XAdcxDtx0BAgQIEBBwdQYIECBAgAABAgSqLCDgWuXpqI0AAQIECBAgQIAAAQIECBAgQIAAAQIECBAgQIAAAQIECBAgQIAAAQIECAwvsNjtreMKtvY6EHAdfpZWIECAAAECKxIQcF0Rl4cJECBAgAABAgTGLCDgOmZw2xEgQIAAAQIECBAgQIAAAQIECBAgQIAAAQIECBAgQIAAAQIECBAgQIAAgTELzL+9ddzB1l67Aq5jHrztCBAgQICAgKszQIAAAQIECBAgUGUBAdcqT0dtBAgQIECAAAECBAgQIECAAAECBAgQIECAAAECBAgQIECAAAECBAgQIEBgOIH+21vLCrb2OjiZZO57iydPnswCoZvhuvU2AQIECBAgMCfQ6XTylre8pV+k+z+bOO0vcBEgQIAAAQIECBAoU0DAtUx9exMgQIAAAQIECBAgQIAAAQIECBAgQIAAAQIECBAgQIAAAQIECBAgQIAAgdEKdG9v/dck3T+fHu1Wy65+LMm63lN/+ctfsmHDhmVf8gABAgQIECCwOoHZ2dm8/e1v73/5eJL1q1vNWwQIECBAgAABAgSKFxBwLd7UigQIECBAgAABAgQIECBAgAABAgQIECBAgAABAgQIECBAgAABAgQIECBAoCoCH0ryQkWK+X2Sd/dq+c1vfpP3v//9FSlNGQQIECBAoHkCv/3tb/OBD3ygv7HXkryneZ3qiAABAgQIECBAoK4CAq51nZy6CRAgQIAAAQIECBAgQIAAAQIECBAgQIAAAQIECBAgQIAAAQIECBAgQIBAvQR+nuQjvZKffPLJbN68uV4dqJYAAQIECNRI4MiRI7n88sv7K/5Fko/WqAWlEiBAgAABAgQINFxAwLXhA9YeAQIECBAgQIAAAQIECBAgQIAAAQIECBAgQIAAAQIECBAgQIAAAQIECBCoiMBUkut7tezevTu33XZbRUpTBgECBAgQaJ7AXXfdldtvv72/sQeTbG1epzoiQIAAAQIECBCoq4CAa10np24CBAgQIECAAAECBAgQIECAAAECBAgQIECAAAECBAgQIECAAAECBAgQIFAvgf9Icm+v5ImJiUxPT9erA9USIECAAIEaCUxOTubw4cP9Fe9I8p81akGpBAgQIECAAAECDRcQcG34gLVHgAABAgQIECBAgAABAgQIECBAgAABAgQIECBAgAABAgQIECBAgAABAgQqIrApyQu9WtauXZtjx45lzRpfZazIfJRBgAABAg0S6HQ6Wb9+fU6cONHf1YeSzDSoTa0QIECAAAECBAjUXMBPhWo+QOUTIECAAAECBAgQIECAAAECBAgQIECAAAECBAgQIECAAAECBAgQIECAAIEaCfw+ybt79T766KP59Kc/XaPylUqAAAECBOoh8KMf/Sif+cxn+ot9Lcl76lG9KgkQIECAAAECBNoiIODalknrkwABAgQIECBAgAABAgQIECBAgAABAgQIECBAgAABAgQIECBAgAABAgQIlC/w7SQ398qYmJjI9PR0+VWpgAABAgQINExgcnIyhw8f7u9qb5IvN6xN7RAgQIAAAQIECNRcQMC15gNUPgECBAgQIECAAAECBAgQIECAAAECBAgQIECAAAECBAgQIECAAAECBAgQqJHAh5M821/v888/nwsuuKBGLSiVAAECBAhUW+Do0aO58MIL5xd5SZJfVrty1REgQIAAAQIECLRNQMC1bRPXLwECBAgQIECAAAECBAgQIECAAAECBAgQIECAAAECBAgQIECAAAECBAgQKFfg50k+0ivhmmuuyQ9/+MNyK7I7AQIECBBokMCWLVty4MCB/o5+keSjDWpRKwQIECBAgAABAg0REHBtyCC1QYAAAQIECBAgQIAAAQIECBAgQIAAAQIECBAgQIAAAQIECBAgQIAAAQIEaiLw2SQP99f65JNPZvPmzTUpX5kECBAgQKC6AkeOHMnll18+v8CrkjxS3apVRoAAAQIECBAg0FYBAde2Tl7fBAgQIECAAAECBAgQIECAAAECBAgQIECAAAECBAgQIECAAAECBAgQIECgPIHTbnE977zz8uKLL2bNGl9rLG8kdiZAgACBugt0Op2cf/75eemll/pbcXtr3QerfgIECBAgQIBAgwX8JKjBw9UaAQIECBAgQIAAAQIECBAgQIAAAQIECBAgQIAAAQIECBAgQIAAAQIECBCoqMDHkjzVX9vWrVvzwAMPVLRcZREgQIAAgeoL3HDDDZmamppf6KVJflr96lVIgAABAgQIECDQRgEB1zZOXc8ECBAgQIAAAQIECBAgQIAAAQIECBAgQIAAAQIECBAgQIAAAQIECBAgQKB8gW8nubm/jN27d+e2224rvzIVECBAgACBmgncdddduf322+dXvTfJl2vWinIJECBAgAABAgRaJCDg2qJha5UAAQIECBAgQIAAAQIECBAgQIAAAQIECBAgQIAAAQIECBAgQIAAAQIECFRM4H+SXNRf0759+3LjjTdWrEzlECBAgACB6grcc889uemmm+YX+Osk/1TdqlVGgAABAgQIECBAIBFwdQoIECBAgAABAgQIECBAgAABAgQIECBAgAABAgQIECBAgAABAgQIECBAgACBsgQ2JfnvJOv6C3CTa1njsC8BAgQI1E1gkZtbjyf55yQzdetHvQQIECBAgAABAu0SEHBt17x1S4AAAQIECBAgQIAAAQIECBAgQIAAAQIECBAgQIAAAQIECBAgQIAAAQIEqiZwRZL/ml/U1q1bc//992fNGl91rNrA1EOAAAEC5Qt0Op1s27YtU1NTCxXzb0meKL9KFRAgQIAAAQIECBBYWsBPfZwQAgQIECBAgAABAgQIECBAgAABAgQIECBAgAABAgQIECBAgAABAgQIECBAoGyBzyZ5eH4R5513Xr75zW9m8+bNZddnfwIECBAgUBmBI0eO5Ktf/WpeeumlhWq6KskjlSlWIQQIECBAgAABAgSWEBBwdTwIECBAgAABAgQIECBAgAABAgQIECBAgAABAgQIECBAgAABAgQIECBAgACBKgh0b3I9lGTd/GKuueaafOUrX8kFF1xQhTrVQIAAAQIEShE4evRovvWtb+XAgQML7X88yefc3FrKaGxKgAABAgQIECCwSgEB11XCeY0AAQIECBAgQIAAAQIECBAgQIAAAQIECBAgQIAAAQIECBAgQIAAAQIECBAoXGBTkoeSXLTQyhMTE7n22mvzqU99KmvW+Apk4foWJECAAIHKCXQ6nTz22GPZv39/Dh8+vFh9v07y70lmKteAgggQIECAAAECBAgsIeCnO44HAQIECBAgQIAAAQIECBAgQIAAAQIECBAgQIAAAQIECBAgQIAAAQIECBAgUDWBbye5ebGi1q5dm8suuyyXXHJJNm3alPe+971517velfXr1wu+Vm2S6iFAgACBgQS6QdZjx47lj3/8Y373u99lZmYmzz77bH7yk5/kxIkTS62xN8mXB9rEQwQIECBAgAABAgQqJiDgWrGBKIcAAQIECBAgQIAAAQIECBAgQIAAAQIECBAgQIAAAQIECBAgQIAAAQIECBA4JfCxJHck+QgPAgQIECBA4E0Cv/j7v5M/ZUOAAAECBAgQIECgrgICrnWdnLoJECBAgAABAgQIECBAgAABAgQIECBAgAABAgQIECBAgAABAgQIECBAgEA7BD6b5CZB13YMW5cECBAgsKxAN9i6L8kjyz7pAQIECBAgQIAAAQIVFxBwrfiAlEeAAAECBAgQIECAAAECBAgQIECAAAECBAgQIECAAAECBAgQIECAAAECBAicEvhwks8lmUzybiYECBAgQKBFAq8lmU5yKMkvW9S3VgkQIECAAAECBBouIODa8AFrjwABAgQIECBAgAABAgQIECBAgAABAgQIECBAgAABAgQIECBAgAABAgQINFBgU5JLklyY5Nwk/5jkrCRrk/huZAMHriUCBAi0QKCT5ESS/0vyv0leSfJ8kmeTzLSgfy0SIECAAAECBAi0UMAPcVo4dC0TIECAAAECBAgQIECAAAECBAgQIECAAAECBAgQIECAAAECBAgQIECAAAECBAgQIECAAAECBAgQIECAAAECBMoUEHAtU9/eBAgQIECAAAECBAgQIECAAAECBAgQIECAAAECBAgQIECAAAECBAgQIECAAAECBAgQIECAAAECBAgQIECAAIEWCgi4tnDoWiZAgAABAgQIECBAgAABAgQIECBAgAABAgQIECBAgAABAgQIECBAgAABAgQIECBAgAABAgQIECBAgAABAgQIlCkg4Fqmvr0JECBAgAABAgQIECBAgAABAgQIECBAgAABAgQIECBAgAABAgQIECBAgAABAgQIECBAgAABAgQIECBAgAABAi0UEHBt4dC1TIAAAQIECBAgQIAAAQIECBAgQIAAAQIECBAgQIAAAQIECBAgQIAAAQIECBAgQIAAAQIECBAgQIAAAQIECBAoU0DAtUx9exMgQIAAAQIECBAgQIAAAQIECBAgQIAAAQIECBAgQIAAAQIECBAgQIAAAQIECBDoYA3vAAAJZ0lEQVQgQIAAAQIECBAgQIAAAQIEWigg4NrCoWuZAAECBAgQIECAAAECBAgQIECAAAECBAgQIECAAAECBAgQIECAAAECBAgQIECAAAECBAgQIECAAAECBAgQIFCmgIBrmfr2JkCAAAECBAgQIECAAAECBAgQIECAAAECBAgQIECAAAECBAgQIECAAAECBAgQIECAAAECBAgQIECAAAECBAi0UEDAtYVD1zIBAgQIECBAgAABAgQIECBAgAABAgQIECBAgAABAgQIECBAgAABAgQIECBAgAABAgQIECBAgAABAgQIECBAoEwBAdcy9e1NgAABAgQIECBAgAABAgQIECBAgAABAgQIECBAgAABAgQIECBAgAABAgQIECBAgAABAgQIECBAgAABAgQIEGihgIBrC4euZQIECBAgQIAAAQIECBAgQIAAAQIECBAgQIAAAQIECBAgQIAAAQIECBAgQIAAAQIECBAgQIAAAQIECBAgQIBAmQICrmXq25sAAQIECBAgQIAAAQIECBAgQIAAAQIECBAgQIAAAQIECBAgQIAAAQIECBAgQIAAAQIECBAgQIAAAQIECBAg0EIBAdcWDl3LBAgQIECAAAECBAgQIECAAAECBAgQIECAAAECBAgQIECAAAECBAgQIECAAAECBAgQIECAAAECBAgQIECAAIEyBQRcy9S3NwECBAgQIECAAAECBAgQIECAAAECBAgQIECAAAECBAgQIECAAAECBAgQIECAAAECBAgQIECAAAECBAgQIECghQICri0cupYJECBAgAABAgQIECBAgAABAgQIECBAgAABAgQIECBAgAABAgQIECBAgAABAgQIECBAgAABAgQIECBAgAABAmUKCLiWqW9vAgQIECBAgAABAgQIECBAgAABAgQIECBAgAABAgQIECBAgAABAgQIECBAgAABAgQIECBAgAABAgQIECBAgEALBQRcWzh0LRMgQIAAAQIECBAgQIAAAQIECBAgQIAAAQIECBAgQIAAAQIECBAgQIAAAQIECBAgQIAAAQIECBAgQIAAAQIEyhQQcC1T394ECBAgQIAAAQIECBAgQIAAAQIECBAgQIAAAQIECBAgQIAAAQIECBAgQIAAAQIECBAgQIAAAQIECBAgQIAAgRYKCLi2cOhaJkCAAAECBAgQIECAAAECBAgQIECAAAECBAgQIECAAAECBAgQIECAAAECBAgQIECAAAECBAgQIECAAAECBAiUKSDgWqa+vQkQIECAAAECBAgQIECAAAECBAgQIECAAAECBAgQIECAAAECBAgQIECAAAECBAgQIECAAAECBAgQIECAAAECLRQQcG3h0LVMgAABAgQIECBAgAABAgQIECBAgAABAgQIECBAgAABAgQIECBAgAABAgQIECBAgAABAgQIECBAgAABAgQIEChTQMC1TH17EyBAgAABAgQIECBAgAABAgQIECBAgAABAgQIECBAgAABAgQIECBAgAABAgQIECBAgAABAgQIECBAgAABAgRaKCDg2sKha5kAAQIECBAgQIAAAQIECBAgQIAAAQIECBAgQIAAAQIECBAgQIAAAQIECBAgQIAAAQIECBAgQIAAAQIECBAgUKaAgGuZ+vYmQIAAAQIECBAgQIAAAQIECBAgQIAAAQIECBAgQIAAAQIECBAgQIAAAQIECBAgQIAAAQIECBAgQIAAAQIECLRQQMC1hUPXMgECBAgQIECAAAECBAgQIECAAAECBAgQIECAAAECBAgQIECAAAECBAgQIECAAAECBAgQIECAAAECBAgQIECgTAEB1zL17U2AAAECBAgQIECAAAECBAgQIECAAAECBAgQIECAAAECBAgQIECAAAECBAgQIECAAAECBAgQIECAAAECBAgQaKGAgGsLh65lAgQIECBAgAABAgQIECBAgAABAgQIECBAgAABAgQIECBAgAABAgQIECBAgAABAgQIECBAgAABAgQIECBAgECZAgKuZerbmwABAgQIECBAgAABAgQIECBAgAABAgQIECBAgAABAgQIECBAgAABAgQIECBAgAABAgQIECBAgAABAgQIECDQQgEB1xYOXcsECBAgQIAAAQIECBAgQIAAAQIECBAgQIAAAQIECBAgQIAAAQIECBAgQIAAAQIECBAgQIAAAQIECBAgQIAAgTIFBFzL1Lc3AQIECBAgQIAAAQIECBAgQIAAAQIECBAgQIAAAQIECBAgQIAAAQIECBAgQIAAAQIECBAgQIAAAQIECBAgQKCFAgKuLRy6lgkQIECAAAECBAgQIECAAAECBAgQIECAAAECBAgQIECAAAECBAgQIECAAAECBAgQIECAAAECBAgQIECAAAECZQoIuJapb28CBAgQIECAAAECBAgQIECAAAECBAgQIECAAAECBAgQIECAAAECBAgQIECAAAECBAgQIECAAAECBAgQIECAQAsFBFxbOHQtEyBAgAABAgQIECBAgAABAgQIECBAgAABAgQIECBAgAABAgQIECBAgAABAgQIECBAgAABAgQIECBAgAABAgTKFBBwLVPf3gQIECBAgAABAgQIECBAgAABAgQIECBAgAABAgQIECBAgAABAgQIECBAgAABAgQIECBAgAABAgQIECBAgACBFgoIuLZw6FomQIAAAQIECBAgQIAAAQIECBAgQIAAAQIECBAgQIAAAQIECBAgQIAAAQIECBAgQIAAAQIECBAgQIAAAQIECJQpIOBapr69CRAgQIAAAQIECBAgQIAAAQIECBAgQIAAAQIECBAgQIAAAQIECBAgQIAAAQIECBAgQIAAAQIECBAgQIAAAQItFBBwbeHQtUyAAAECBAgQIECAAAECBAgQIECAAAECBAgQIECAAAECBAgQIECAAAECBAgQIECAAAECBAgQIECAAAECBAgQKFNAwLVMfXsTIECAAAECBAgQIECAAAECBAgQIECAAAECBAgQIECAAAECBAgQIECAAAECBAgQIECAAAECBAgQIECAAAECBFooIODawqFrmQABAgQIECBAgAABAgQIECBAgAABAgQIECBAgAABAgQIECBAgAABAgQIECBAgAABAgQIECBAgAABAgQIECBQpoCAa5n69iZAgAABAgQIECBAgAABAgQIECBAgAABAgQIECBAgAABAgQIECBAgAABAgQIECBAgAABAgQIECBAgAABAgQItFDg/wH2p3kAlEEEhgAAAABJRU5ErkJggg=="/>
          <p:cNvSpPr>
            <a:spLocks noChangeAspect="1" noChangeArrowheads="1"/>
          </p:cNvSpPr>
          <p:nvPr/>
        </p:nvSpPr>
        <p:spPr bwMode="auto">
          <a:xfrm>
            <a:off x="155575" y="-3246438"/>
            <a:ext cx="8972550" cy="67722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28" name="AutoShape 4" descr="data:image/png;base64,iVBORw0KGgoAAAANSUhEUgAADrgAAAscCAYAAACCzwrDAAAAAXNSR0IArs4c6QAANeF0RVh0bXhmaWxlACUzQ214R3JhcGhNb2RlbCUzRSUzQ3Jvb3QlM0UlM0NteENlbGwlMjBpZCUzRCUyMjAlMjIlMkYlM0UlM0NteENlbGwlMjBpZCUzRCUyMjElMjIlMjBwYXJlbnQlM0QlMjIwJTIyJTJGJTNFJTNDbXhDZWxsJTIwaWQlM0QlMjIyJTIyJTIwc3R5bGUlM0QlMjJlZGdlU3R5bGUlM0RvcnRob2dvbmFsRWRnZVN0eWxlJTNCcm91bmRlZCUzRDAlM0JvcnRob2dvbmFsTG9vcCUzRDElM0JqZXR0eVNpemUlM0RhdXRvJTNCaHRtbCUzRDElM0JleGl0WCUzRDElM0JleGl0WSUzRDAuNSUzQmV4aXREeCUzRDAlM0JleGl0RHklM0QwJTNCZW50cnlYJTNEMC41JTNCZW50cnlZJTNEMCUzQmVudHJ5RHglM0QwJTNCZW50cnlEeSUzRDAlM0Jmb250U2l6ZSUzRDE1JTNCJTIyJTIwZWRnZSUzRCUyMjElMjIlMjBzb3VyY2UlM0QlMjIzJTIyJTIwdGFyZ2V0JTNEJTIyOSUyMiUyMHBhcmVudCUzRCUyMjElMjIlM0UlM0NteEdlb21ldHJ5JTIwcmVsYXRpdmUlM0QlMjIxJTIyJTIwYXMlM0QlMjJnZW9tZXRyeSUyMiUyRiUzRSUzQyUyRm14Q2VsbCUzRSUzQ214Q2VsbCUyMGlkJTNEJTIyMyUyMiUyMHZhbHVlJTNEJTIyYWlyY2FzdCUyRm1pcmFjYXN0JTIyJTIwc3R5bGUlM0QlMjJyb3VuZGVkJTNEMSUzQndoaXRlU3BhY2UlM0R3cmFwJTNCaHRtbCUzRDElM0Jmb250U2l6ZSUzRDE1JTNCZ2xhc3MlM0QwJTNCc3Ryb2tlV2lkdGglM0QxJTNCc2hhZG93JTNEMCUzQiUyMiUyMHZlcnRleCUzRCUyMjElMjIlMjBwYXJlbnQlM0QlMjIxJTIyJTNFJTNDbXhHZW9tZXRyeSUyMHglM0QlMjI0MCUyMiUyMHklM0QlMjIxMzAlMjIlMjB3aWR0aCUzRCUyMjEyMCUyMiUyMGhlaWdodCUzRCUyMjQwJTIyJTIwYXMlM0QlMjJnZW9tZXRyeSUyMiUyRiUzRSUzQyUyRm14Q2VsbCUzRSUzQ214Q2VsbCUyMGlkJTNEJTIyN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1JTIyJTIwdGFyZ2V0JTNEJTIyOSUyMiUyMHBhcmVudCUzRCUyMjElMjIlM0UlM0NteEdlb21ldHJ5JTIwcmVsYXRpdmUlM0QlMjIxJTIyJTIwYXMlM0QlMjJnZW9tZXRyeSUyMiUyRiUzRSUzQyUyRm14Q2VsbCUzRSUzQ214Q2VsbCUyMGlkJTNEJTIyNS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IxJTIyJTNFJTNDbXhHZW9tZXRyeSUyMHglM0QlMjI0MCUyMiUyMHklM0QlMjIxOTAlMjIlMjB3aWR0aCUzRCUyMjEyMCUyMiUyMGhlaWdodCUzRCUyMjQwJTIyJTIwYXMlM0QlMjJnZW9tZXRyeSUyMiUyRiUzRSUzQyUyRm14Q2VsbCUzRSUzQ214Q2VsbCUyMGlkJTNEJTIyNiUyMiUyMHZhbHVlJTNEJTIyJTIyJTIwc3R5bGUlM0QlMjJlZGdlU3R5bGUlM0RvcnRob2dvbmFsRWRnZVN0eWxlJTNCcm91bmRlZCUzRDAlM0JvcnRob2dvbmFsTG9vcCUzRDElM0JqZXR0eVNpemUlM0RhdXRvJTNCaHRtbCUzRDElM0Jmb250U2l6ZSUzRDE1JTNCJTIyJTIwZWRnZSUzRCUyMjElMjIlMjBzb3VyY2UlM0QlMjI3JTIyJTIwdGFyZ2V0JTNEJTIyMTMlMjIlMjBwYXJlbnQlM0QlMjIxJTIyJTNFJTNDbXhHZW9tZXRyeSUyMHJlbGF0aXZlJTNEJTIyMSUyMiUyMGFzJTNEJTIyZ2VvbWV0cnklMjIlMkYlM0UlM0MlMkZteENlbGwlM0UlM0NteENlbGwlMjBpZCUzRCUyMjc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IxJTIyJTNFJTNDbXhHZW9tZXRyeSUyMHglM0QlMjI0MCUyMiUyMHklM0QlMjIzMDUlMjIlMjB3aWR0aCUzRCUyMjEyMCUyMiUyMGhlaWdodCUzRCUyMjQwJTIyJTIwYXMlM0QlMjJnZW9tZXRyeSUyMiUyRiUzRSUzQyUyRm14Q2VsbCUzRSUzQ214Q2VsbCUyMGlkJTNEJTIyOCUyMiUyMHZhbHVlJTNEJTIyJTIyJTIwc3R5bGUlM0QlMjJlZGdlU3R5bGUlM0RvcnRob2dvbmFsRWRnZVN0eWxlJTNCcm91bmRlZCUzRDAlM0JvcnRob2dvbmFsTG9vcCUzRDElM0JqZXR0eVNpemUlM0RhdXRvJTNCaHRtbCUzRDElM0Jmb250U2l6ZSUzRDE1JTNCJTIyJTIwZWRnZSUzRCUyMjElMjIlMjBzb3VyY2UlM0QlMjI5JTIyJTIwdGFyZ2V0JTNEJTIyMTUlMjIlMjBwYXJlbnQlM0QlMjIxJTIyJTNFJTNDbXhHZW9tZXRyeSUyMHJlbGF0aXZlJTNEJTIyMSUyMiUyMGFzJTNEJTIyZ2VvbWV0cnklMjIlMkYlM0UlM0MlMkZteENlbGwlM0UlM0NteENlbGwlMjBpZCUzRCUyMjk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IxJTIyJTNFJTNDbXhHZW9tZXRyeSUyMHglM0QlMjIzNTQlMjIlMjB5JTNEJTIyMTkwJTIyJTIwd2lkdGglM0QlMjIxMjAlMjIlMjBoZWlnaHQlM0QlMjI0MCUyMiUyMGFzJTNEJTIyZ2VvbWV0cnklMjIlMkYlM0UlM0MlMkZteENlbGwlM0UlM0NteENlbGwlMjBpZCUzRCUyMjEwJTIyJTIwc3R5bGUlM0QlMjJlZGdlU3R5bGUlM0RvcnRob2dvbmFsRWRnZVN0eWxlJTNCcm91bmRlZCUzRDAlM0JvcnRob2dvbmFsTG9vcCUzRDElM0JqZXR0eVNpemUlM0RhdXRvJTNCaHRtbCUzRDElM0Jmb250U2l6ZSUzRDE1JTNCJTIyJTIwZWRnZSUzRCUyMjElMjIlMjBzb3VyY2UlM0QlMjIxMSUyMiUyMHRhcmdldCUzRCUyMjEzJTIyJTIwcGFyZW50JTNEJTIyMSUyMiUzRSUzQ214R2VvbWV0cnklMjByZWxhdGl2ZSUzRCUyMjElMjIlMjBhcyUzRCUyMmdlb21ldHJ5JTIyJTJGJTNFJTNDJTJGbXhDZWxsJTNFJTNDbXhDZWxsJTIwaWQlM0QlMjIxMSUyMiUyMHZhbHVlJTNEJTIyRExOQSUyMiUyMHN0eWxlJTNEJTIycm91bmRlZCUzRDElM0J3aGl0ZVNwYWNlJTNEd3JhcCUzQmh0bWwlM0QxJTNCZm9udFNpemUlM0QxNSUzQmdsYXNzJTNEMCUzQnN0cm9rZVdpZHRoJTNEMSUzQnNoYWRvdyUzRDAlM0IlMjIlMjB2ZXJ0ZXglM0QlMjIxJTIyJTIwcGFyZW50JTNEJTIyMSUyMiUzRSUzQ214R2VvbWV0cnklMjB4JTNEJTIyNDAlMjIlMjB5JTNEJTIyMjQ5JTIyJTIwd2lkdGglM0QlMjIxMjAlMjIlMjBoZWlnaHQlM0QlMjI0MCUyMiUyMGFzJTNEJTIyZ2VvbWV0cnklMjIlMkYlM0UlM0MlMkZteENlbGwlM0UlM0NteENlbGwlMjBpZCUzRCUyMjEy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NvdXJjZSUzRCUyMjEzJTIyJTIwdGFyZ2V0JTNEJTIyOSUyMiUyMHBhcmVudCUzRCUyMjElMjIlM0UlM0NteEdlb21ldHJ5JTIwcmVsYXRpdmUlM0QlMjIxJTIyJTIwYXMlM0QlMjJnZW9tZXRyeSUyMiUyRiUzRSUzQyUyRm14Q2VsbCUzRSUzQ214Q2VsbCUyMGlkJTNEJTIyMTMlMjIlMjB2YWx1ZSUzRCUyMkZGTVBFRyUyMiUyMHN0eWxlJTNEJTIycm91bmRlZCUzRDElM0J3aGl0ZVNwYWNlJTNEd3JhcCUzQmh0bWwlM0QxJTNCZm9udFNpemUlM0QxNSUzQmdsYXNzJTNEMCUzQnN0cm9rZVdpZHRoJTNEMSUzQnNoYWRvdyUzRDAlM0IlMjIlMjB2ZXJ0ZXglM0QlMjIxJTIyJTIwcGFyZW50JTNEJTIyMSUyMiUzRSUzQ214R2VvbWV0cnklMjB4JTNEJTIyMjAxJTIyJTIweSUzRCUyMjMwNSUyMiUyMHdpZHRoJTNEJTIyMTIwJTIyJTIwaGVpZ2h0JTNEJTIyNDAlMjIlMjBhcyUzRCUyMmdlb21ldHJ5JTIyJTJGJTNFJTNDJTJGbXhDZWxsJTNFJTNDbXhDZWxsJTIwaWQlM0QlMjIxNCUyMiUyMHZhbHVlJTNEJTIyJTIyJTIwc3R5bGUlM0QlMjJlZGdlU3R5bGUlM0RvcnRob2dvbmFsRWRnZVN0eWxlJTNCcm91bmRlZCUzRDAlM0JvcnRob2dvbmFsTG9vcCUzRDElM0JqZXR0eVNpemUlM0RhdXRvJTNCaHRtbCUzRDElM0Jmb250U2l6ZSUzRDE1JTNCJTIyJTIwZWRnZSUzRCUyMjElMjIlMjBzb3VyY2UlM0QlMjIxNSUyMiUyMHRhcmdldCUzRCUyMjE3JTIyJTIwcGFyZW50JTNEJTIyMSUyMiUzRSUzQ214R2VvbWV0cnklMjByZWxhdGl2ZSUzRCUyMjElMjIlMjBhcyUzRCUyMmdlb21ldHJ5JTIyJTJGJTNFJTNDJTJGbXhDZWxsJTNFJTNDbXhDZWxsJTIwaWQlM0QlMjIxNSUyMiUyMHZhbHVlJTNEJTIyREV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OCUyMiUyMHklM0QlMjIxOTAlMjIlMjB3aWR0aCUzRCUyMjEyMCUyMiUyMGhlaWdodCUzRCUyMjQwJTIyJTIwYXMlM0QlMjJnZW9tZXRyeSUyMiUyRiUzRSUzQyUyRm14Q2VsbCUzRSUzQ214Q2VsbCUyMGlkJTNEJTIyMTYlMjIlMjB2YWx1ZSUzRCUyMiUyMiUyMHN0eWxlJTNEJTIyZWRnZVN0eWxlJTNEb3J0aG9nb25hbEVkZ2VTdHlsZSUzQnJvdW5kZWQlM0QwJTNCb3J0aG9nb25hbExvb3AlM0QxJTNCamV0dHlTaXplJTNEYXV0byUzQmh0bWwlM0QxJTNCZm9udFNpemUlM0QxNSUzQiUyMiUyMGVkZ2UlM0QlMjIxJTIyJTIwc291cmNlJTNEJTIyMTclMjIlMjB0YXJnZXQlM0QlMjIxOCUyMiUyMHBhcmVudCUzRCUyMjElMjIlM0UlM0NteEdlb21ldHJ5JTIwcmVsYXRpdmUlM0QlMjIxJTIyJTIwYXMlM0QlMjJnZW9tZXRyeSUyMiUyRiUzRSUzQyUyRm14Q2VsbCUzRSUzQ214Q2VsbCUyMGlkJTNEJTIyMTclMjIlMjB2YWx1ZSUzRCUyMkZyYW1lJTIwQnVmJTIyJTIwc3R5bGUlM0QlMjJyb3VuZGVkJTNEMSUzQndoaXRlU3BhY2UlM0R3cmFwJTNCaHRtbCUzRDElM0Jmb250U2l6ZSUzRDE1JTNCZ2xhc3MlM0QwJTNCc3Ryb2tlV2lkdGglM0QxJTNCc2hhZG93JTNEMCUzQiUyMiUyMHZlcnRleCUzRCUyMjElMjIlMjBwYXJlbnQlM0QlMjIxJTIyJTNFJTNDbXhHZW9tZXRyeSUyMHglM0QlMjI2NzglMjIlMjB5JTNEJTIyMTkwJTIyJTIwd2lkdGglM0QlMjIxMjAlMjIlMjBoZWlnaHQlM0QlMjI0MCUyMiUyMGFzJTNEJTIyZ2VvbWV0cnklMjIlMkYlM0UlM0MlMkZteENlbGwlM0UlM0NteENlbGwlMjBpZCUzRCUyMjE4JTIyJTIwdmFsdWUlM0QlMjJEaXNwbGF5JTIwRW5naW5lJTI2YW1wJTNCbmJzcCUzQiUyMiUyMHN0eWxlJTNEJTIycm91bmRlZCUzRDElM0J3aGl0ZVNwYWNlJTNEd3JhcCUzQmh0bWwlM0QxJTNCZm9udFNpemUlM0QxNSUzQmdsYXNzJTNEMCUzQnN0cm9rZVdpZHRoJTNEMSUzQnNoYWRvdyUzRDAlM0IlMjIlMjB2ZXJ0ZXglM0QlMjIxJTIyJTIwcGFyZW50JTNEJTIyMSUyMiUzRSUzQ214R2VvbWV0cnklMjB4JTNEJTIyODI3JTIyJTIweSUzRCUyMjE5MCUyMiUyMHdpZHRoJTNEJTIyMTIwJTIyJTIwaGVpZ2h0JTNEJTIyNDAlMjIlMjBhcyUzRCUyMmdlb21ldHJ5JTIyJTJGJTNFJTNDJTJGbXhDZWxsJTNFJTNDbXhDZWxsJTIwaWQlM0QlMjIxOSUyMiUyMHZhbHVlJTNEJTIyJTIyJTIwc3R5bGUlM0QlMjJlZGdlU3R5bGUlM0RvcnRob2dvbmFsRWRnZVN0eWxlJTNCcm91bmRlZCUzRDAlM0JvcnRob2dvbmFsTG9vcCUzRDElM0JqZXR0eVNpemUlM0RhdXRvJTNCaHRtbCUzRDElM0Jmb250U2l6ZSUzRDE1JTNCJTIyJTIwZWRnZSUzRCUyMjElMjIlMjBzb3VyY2UlM0QlMjIyMiUyMiUyMHRhcmdldCUzRCUyMjI0JTIyJTIwcGFyZW50JTNEJTIyMSUyMiUzRSUzQ214R2VvbWV0cnklMjByZWxhdGl2ZSUzRCUyMjElMjIlMjBhcyUzRCUyMmdlb21ldHJ5JTIyJTJGJTNFJTNDJTJGbXhDZWxsJTNFJTNDbXhDZWxsJTIwaWQlM0QlMjIyM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I5JTIyJTIwcGFyZW50JTNEJTIyMSUyMiUzRSUzQ214R2VvbWV0cnklMjByZWxhdGl2ZSUzRCUyMjElMjIlMjBhcyUzRCUyMmdlb21ldHJ5JTIyJTJGJTNFJTNDJTJGbXhDZWxsJTNFJTNDbXhDZWxsJTIwaWQlM0QlMjIyMS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MzJTIyJTIwcGFyZW50JTNEJTIyMSUyMiUzRSUzQ214R2VvbWV0cnklMjByZWxhdGl2ZSUzRCUyMjElMjIlMjBhcyUzRCUyMmdlb21ldHJ5JTIyJTJGJTNFJTNDJTJGbXhDZWxsJTNFJTNDbXhDZWxsJTIwaWQlM0QlMjIyMiUyMiUyMHZhbHVlJTNEJTIyVk9VKHZpZGVvJTIwdGltaW5nJTIwb3V0cG91dCklMjIlMjBzdHlsZSUzRCUyMnJvdW5kZWQlM0QxJTNCd2hpdGVTcGFjZSUzRHdyYXAlM0JodG1sJTNEMSUzQmZvbnRTaXplJTNEMTUlM0JnbGFzcyUzRDAlM0JzdHJva2VXaWR0aCUzRDElM0JzaGFkb3clM0QwJTNCJTIyJTIwdmVydGV4JTNEJTIyMSUyMiUyMHBhcmVudCUzRCUyMjElMjIlM0UlM0NteEdlb21ldHJ5JTIweCUzRCUyMjM0OSUyMiUyMHklM0QlMjI0NDAlMjIlMjB3aWR0aCUzRCUyMjEyMCUyMiUyMGhlaWdodCUzRCUyMjQwJTIyJTIwYXMlM0QlMjJnZW9tZXRyeSUyMiUyRiUzRSUzQyUyRm14Q2VsbCUzRSUzQ214Q2VsbCUyMGlkJTNEJTIyMjMlMjIlMjB2YWx1ZSUzRCUyMiUyMiUyMHN0eWxlJTNEJTIyZWRnZVN0eWxlJTNEb3J0aG9nb25hbEVkZ2VTdHlsZSUzQnJvdW5kZWQlM0QwJTNCb3J0aG9nb25hbExvb3AlM0QxJTNCamV0dHlTaXplJTNEYXV0byUzQmh0bWwlM0QxJTNCZm9udFNpemUlM0QxNSUzQiUyMiUyMGVkZ2UlM0QlMjIxJTIyJTIwc291cmNlJTNEJTIyMjQlMjIlMjB0YXJnZXQlM0QlMjIyNiUyMiUyMHBhcmVudCUzRCUyMjElMjIlM0UlM0NteEdlb21ldHJ5JTIwcmVsYXRpdmUlM0QlMjIxJTIyJTIwYXMlM0QlMjJnZW9tZXRyeSUyMiUyRiUzRSUzQyUyRm14Q2VsbCUzRSUzQ214Q2VsbCUyMGlkJTNEJTIyMjQlMjIlMjB2YWx1ZSUzRCUyMlRWJTIwRU5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MSUyMiUyMHklM0QlMjI0NDAlMjIlMjB3aWR0aCUzRCUyMjEyMCUyMiUyMGhlaWdodCUzRCUyMjQwJTIyJTIwYXMlM0QlMjJnZW9tZXRyeSUyMiUyRiUzRSUzQyUyRm14Q2VsbCUzRSUzQ214Q2VsbCUyMGlkJTNEJTIyMjUlMjIlMjB2YWx1ZSUzRCUyMiUyMiUyMHN0eWxlJTNEJTIyZWRnZVN0eWxlJTNEb3J0aG9nb25hbEVkZ2VTdHlsZSUzQnJvdW5kZWQlM0QwJTNCb3J0aG9nb25hbExvb3AlM0QxJTNCamV0dHlTaXplJTNEYXV0byUzQmh0bWwlM0QxJTNCZm9udFNpemUlM0QxNSUzQiUyMiUyMGVkZ2UlM0QlMjIxJTIyJTIwc291cmNlJTNEJTIyMjYlMjIlMjB0YXJnZXQlM0QlMjIyNyUyMiUyMHBhcmVudCUzRCUyMjElMjIlM0UlM0NteEdlb21ldHJ5JTIwcmVsYXRpdmUlM0QlMjIxJTIyJTIwYXMlM0QlMjJnZW9tZXRyeSUyMiUyRiUzRSUzQyUyRm14Q2VsbCUzRSUzQ214Q2VsbCUyMGlkJTNEJTIyMjYlMjIlMjB2YWx1ZSUzRCUyMlZJREVPJTIwREFDJTIyJTIwc3R5bGUlM0QlMjJyb3VuZGVkJTNEMSUzQndoaXRlU3BhY2UlM0R3cmFwJTNCaHRtbCUzRDElM0Jmb250U2l6ZSUzRDE1JTNCZ2xhc3MlM0QwJTNCc3Ryb2tlV2lkdGglM0QxJTNCc2hhZG93JTNEMCUzQiUyMiUyMHZlcnRleCUzRCUyMjElMjIlMjBwYXJlbnQlM0QlMjIxJTIyJTNFJTNDbXhHZW9tZXRyeSUyMHglM0QlMjI2NzUlMjIlMjB5JTNEJTIyNDQwJTIyJTIwd2lkdGglM0QlMjIxMjAlMjIlMjBoZWlnaHQlM0QlMjI0MCUyMiUyMGFzJTNEJTIyZ2VvbWV0cnklMjIlMkYlM0UlM0MlMkZteENlbGwlM0UlM0NteENlbGwlMjBpZCUzRCUyMjI3JTIyJTIwdmFsdWUlM0QlMjJDVkJTJTIwJUU4JUJFJTkzJUU1JTg3JUJBJTIyJTIwc3R5bGUlM0QlMjJyb3VuZGVkJTNEMSUzQndoaXRlU3BhY2UlM0R3cmFwJTNCaHRtbCUzRDElM0Jmb250U2l6ZSUzRDE1JTNCZ2xhc3MlM0QwJTNCc3Ryb2tlV2lkdGglM0QxJTNCc2hhZG93JTNEMCUzQiUyMiUyMHZlcnRleCUzRCUyMjElMjIlMjBwYXJlbnQlM0QlMjIxJTIyJTNFJTNDbXhHZW9tZXRyeSUyMHglM0QlMjI4NDElMjIlMjB5JTNEJTIyNDQwJTIyJTIwd2lkdGglM0QlMjIxMjAlMjIlMjBoZWlnaHQlM0QlMjI0MCUyMiUyMGFzJTNEJTIyZ2VvbWV0cnklMjIlMkYlM0UlM0MlMkZteENlbGwlM0UlM0NteENlbGwlMjBpZCUzRCUyMjI4JTIyJTIwdmFsdWUlM0QlMjJWR0ElMjAlRTglQkUlOTMlRTUlODclQkElMjIlMjBzdHlsZSUzRCUyMnJvdW5kZWQlM0QxJTNCd2hpdGVTcGFjZSUzRHdyYXAlM0JodG1sJTNEMSUzQmZvbnRTaXplJTNEMTUlM0JnbGFzcyUzRDAlM0JzdHJva2VXaWR0aCUzRDElM0JzaGFkb3clM0QwJTNCJTIyJTIwdmVydGV4JTNEJTIyMSUyMiUyMHBhcmVudCUzRCUyMjElMjIlM0UlM0NteEdlb21ldHJ5JTIweCUzRCUyMjg0MSUyMiUyMHklM0QlMjI1MTAlMjIlMjB3aWR0aCUzRCUyMjEyMCUyMiUyMGhlaWdodCUzRCUyMjQwJTIyJTIwYXMlM0QlMjJnZW9tZXRyeSUyMiUyRiUzRSUzQyUyRm14Q2VsbCUzRSUzQ214Q2VsbCUyMGlkJTNEJTIyMjklMjIlMjB2YWx1ZSUzRCUyMkhETUklMjAlRTglQkUlOTMlRTUlODclQkElMjIlMjBzdHlsZSUzRCUyMnJvdW5kZWQlM0QxJTNCd2hpdGVTcGFjZSUzRHdyYXAlM0JodG1sJTNEMSUzQmZvbnRTaXplJTNEMTUlM0JnbGFzcyUzRDAlM0JzdHJva2VXaWR0aCUzRDElM0JzaGFkb3clM0QwJTNCJTIyJTIwdmVydGV4JTNEJTIyMSUyMiUyMHBhcmVudCUzRCUyMjElMjIlM0UlM0NteEdlb21ldHJ5JTIweCUzRCUyMjUyMSUyMiUyMHklM0QlMjI1NjUlMjIlMjB3aWR0aCUzRCUyMjEyMCUyMiUyMGhlaWdodCUzRCUyMjQwJTIyJTIwYXMlM0QlMjJnZW9tZXRyeSUyMiUyRiUzRSUzQyUyRm14Q2VsbCUzRSUzQ214Q2VsbCUyMGlkJTNEJTIyMzAlMjIlMjB2YWx1ZSUzRCUyMiUyMiUyMHN0eWxlJTNEJTIyZWRnZVN0eWxlJTNEb3J0aG9nb25hbEVkZ2VTdHlsZSUzQnJvdW5kZWQlM0QwJTNCb3J0aG9nb25hbExvb3AlM0QxJTNCamV0dHlTaXplJTNEYXV0byUzQmh0bWwlM0QxJTNCZm9udFNpemUlM0QxNSUzQiUyMiUyMGVkZ2UlM0QlMjIxJTIyJTIwc291cmNlJTNEJTIyMzMlMjIlMjB0YXJnZXQlM0QlMjIzNCUyMiUyMHBhcmVudCUzRCUyMjElMjIlM0UlM0NteEdlb21ldHJ5JTIwcmVsYXRpdmUlM0QlMjIxJTIyJTIwYXMlM0QlMjJnZW9tZXRyeSUyMiUyRiUzRSUzQyUyRm14Q2VsbCUzRSUzQ214Q2VsbCUyMGlkJTNEJTIyMzE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NvdXJjZSUzRCUyMjMzJTIyJTIwdGFyZ2V0JTNEJTIyMzUlMjIlMjBwYXJlbnQlM0QlMjIxJTIyJTNFJTNDbXhHZW9tZXRyeSUyMHJlbGF0aXZlJTNEJTIyMSUyMiUyMGFzJTNEJTIyZ2VvbWV0cnklMjIlMkYlM0UlM0MlMkZteENlbGwlM0UlM0NteENlbGwlMjBpZCUzRCUyMjMyJTIyJTIwc3R5bGUlM0QlMjJlZGdlU3R5bGUlM0RvcnRob2dvbmFsRWRnZVN0eWxlJTNCcm91bmRlZCUzRDAlM0JvcnRob2dvbmFsTG9vcCUzRDElM0JqZXR0eVNpemUlM0RhdXRvJTNCaHRtbCUzRDElM0JlbnRyeVglM0QwJTNCZW50cnlZJTNEMC43NSUzQmVudHJ5RHglM0QwJTNCZW50cnlEeSUzRDAlM0Jmb250U2l6ZSUzRDE1JTNCJTIyJTIwZWRnZSUzRCUyMjElMjIlMjBzb3VyY2UlM0QlMjIzMyUyMiUyMHRhcmdldCUzRCUyMjM2JTIyJTIwcGFyZW50JTNEJTIyMSUyMiUzRSUzQ214R2VvbWV0cnklMjByZWxhdGl2ZSUzRCUyMjElMjIlMjBhcyUzRCUyMmdlb21ldHJ5JTIyJTJGJTNFJTNDJTJGbXhDZWxsJTNFJTNDbXhDZWxsJTIwaWQlM0QlMjIzMyUyMiUyMHZhbHVlJTNEJTIyJUU1JUIxJThGJTIyJTIwc3R5bGUlM0QlMjJyb3VuZGVkJTNEMSUzQndoaXRlU3BhY2UlM0R3cmFwJTNCaHRtbCUzRDElM0Jmb250U2l6ZSUzRDE1JTNCZ2xhc3MlM0QwJTNCc3Ryb2tlV2lkdGglM0QxJTNCc2hhZG93JTNEMCUzQiUyMiUyMHZlcnRleCUzRCUyMjElMjIlMjBwYXJlbnQlM0QlMjIxJTIyJTNFJTNDbXhHZW9tZXRyeSUyMHglM0QlMjI1MjElMjIlMjB5JTNEJTIyNjYwJTIyJTIwd2lkdGglM0QlMjIxMjAlMjIlMjBoZWlnaHQlM0QlMjI0MCUyMiUyMGFzJTNEJTIyZ2VvbWV0cnklMjIlMkYlM0UlM0MlMkZteENlbGwlM0UlM0NteENlbGwlMjBpZCUzRCUyMjM0JTIyJTIwdmFsdWUlM0QlMjJSR0IlMjAlRUYlQkMlODhMQ0QlMjAlRUYlQkMlODk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2NjAlMjIlMjB3aWR0aCUzRCUyMjEyMCUyMiUyMGhlaWdodCUzRCUyMjQwJTIyJTIwYXMlM0QlMjJnZW9tZXRyeSUyMiUyRiUzRSUzQyUyRm14Q2VsbCUzRSUzQ214Q2VsbCUyMGlkJTNEJTIyMzUlMjIlMjB2YWx1ZSUzRCUyMkxWRFM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MjAlMjIlMjB3aWR0aCUzRCUyMjEyMCUyMiUyMGhlaWdodCUzRCUyMjQwJTIyJTIwYXMlM0QlMjJnZW9tZXRyeSUyMiUyRiUzRSUzQyUyRm14Q2VsbCUzRSUzQ214Q2VsbCUyMGlkJTNEJTIyMzYlMjIlMjB2YWx1ZSUzRCUyMk1JUEk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ODAlMjIlMjB3aWR0aCUzRCUyMjEyMCUyMiUyMGhlaWdodCUzRCUyMjQwJTIyJTIwYXMlM0QlMjJnZW9tZXRyeSUyMiUyRiUzRSUzQyUyRm14Q2VsbCUzRSUzQ214Q2VsbCUyMGlkJTNEJTIyMzclMjIlMjB2YWx1ZSUzRCUyMiUyMiUyMHN0eWxlJTNEJTIyZWRnZVN0eWxlJTNEb3J0aG9nb25hbEVkZ2VTdHlsZSUzQnJvdW5kZWQlM0QwJTNCb3J0aG9nb25hbExvb3AlM0QxJTNCamV0dHlTaXplJTNEYXV0byUzQmh0bWwlM0QxJTNCJTIyJTIwZWRnZSUzRCUyMjElMjIlMjBzb3VyY2UlM0QlMjIzOCUyMiUyMHRhcmdldCUzRCUyMjIyJTIyJTIwcGFyZW50JTNEJTIyMSUyMiUzRSUzQ214R2VvbWV0cnklMjByZWxhdGl2ZSUzRCUyMjElMjIlMjBhcyUzRCUyMmdlb21ldHJ5JTIyJTJGJTNFJTNDJTJGbXhDZWxsJTNFJTNDbXhDZWxsJTIwaWQlM0QlMjIzOCUyMiUyMHZhbHVlJTNEJTIyVklERU8lMjBQT1NUJTIyJTIwc3R5bGUlM0QlMjJyb3VuZGVkJTNEMSUzQndoaXRlU3BhY2UlM0R3cmFwJTNCaHRtbCUzRDElM0Jmb250U2l6ZSUzRDE1JTNCZ2xhc3MlM0QwJTNCc3Ryb2tlV2lkdGglM0QxJTNCc2hhZG93JTNEMCUzQiUyMiUyMHZlcnRleCUzRCUyMjElMjIlMjBwYXJlbnQlM0QlMjIxJTIyJTNFJTNDbXhHZW9tZXRyeSUyMHglM0QlMjIyMDElMjIlMjB5JTNEJTIyNDQwJTIyJTIwd2lkdGglM0QlMjIxMjAlMjIlMjBoZWlnaHQlM0QlMjI0MCUyMiUyMGFzJTNEJTIyZ2VvbWV0cnklMjIlMkYlM0UlM0MlMkZteENlbGwlM0UlM0NteENlbGwlMjBpZCUzRCUyMjM5JTIyJTIwdmFsdWUlM0QlMjIlMjIlMjBzdHlsZSUzRCUyMmVkZ2VTdHlsZSUzRG9ydGhvZ29uYWxFZGdlU3R5bGUlM0Jyb3VuZGVkJTNEMCUzQm9ydGhvZ29uYWxMb29wJTNEMSUzQmpldHR5U2l6ZSUzRGF1dG8lM0JodG1sJTNEMSUzQiUyMiUyMGVkZ2UlM0QlMjIxJTIyJTIwc291cmNlJTNEJTIyNDAlMjIlMjB0YXJnZXQlM0QlMjIzOCUyMiUyMHBhcmVudCUzRCUyMjElMjIlM0UlM0NteEdlb21ldHJ5JTIwcmVsYXRpdmUlM0QlMjIxJTIyJTIwYXMlM0QlMjJnZW9tZXRyeSUyMiUyRiUzRSUzQyUyRm14Q2VsbCUzRSUzQ214Q2VsbCUyMGlkJTNEJTIyNDAlMjIlMjB2YWx1ZSUzRCUyMkRpc3BsYXklMjBFbmdpbmUlMjZhbXAlM0JuYnNwJTNCJTIyJTIwc3R5bGUlM0QlMjJyb3VuZGVkJTNEMSUzQndoaXRlU3BhY2UlM0R3cmFwJTNCaHRtbCUzRDElM0Jmb250U2l6ZSUzRDE1JTNCZ2xhc3MlM0QwJTNCc3Ryb2tlV2lkdGglM0QxJTNCc2hhZG93JTNEMCUzQiUyMiUyMHZlcnRleCUzRCUyMjElMjIlMjBwYXJlbnQlM0QlMjIxJTIyJTNFJTNDbXhHZW9tZXRyeSUyMHglM0QlMjI0MCUyMiUyMHklM0QlMjI0NDAlMjIlMjB3aWR0aCUzRCUyMjEyMCUyMiUyMGhlaWdodCUzRCUyMjQwJTIyJTIwYXMlM0QlMjJnZW9tZXRyeSUyMiUyRiUzRSUzQyUyRm14Q2VsbCUzRSUzQyUyRnJvb3QlM0UlM0MlMkZteEdyYXBoTW9kZWwlM0WbyWYxAAAgAElEQVR4XuzdCZiWZb0/8J9omJp2SEu0TuZxy5OipKYHTckFMRNccAPRFjUT09zSVNyOC1ZqVhhonVQERTADNXEHJdJccLcyS6rjcvTopUaUKfyv3/M/M9fM8M7M+868M/O+M5/7urgs5n7u5XPfzyPn5NffCqERIECAAAECBAgQIECAAAECBAgQIECAAAECBAgQIECAAAECBAgQIECAAAECBAgQIECAAAECBAgQIECAAAECBAgQ6EaBFbpxLlMRIECAAAECBAgQIECAAAECBAgQIECAAAECBAgQIECAAAECBAgQIECAAAECBAgQIECAAAECBAgQIECAAAECBAgQCAFXl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QEXN0BAgQIECBAgAABAgQIECBAgAABAgQIECBAgAABAgQIECBAgAABAgQIECBAgAABAgQIECBAgAABAgQIECBAgACBbhUQcO1WbpMRIECAAAECBAgQIECAAAECBAgQIECAAAECBAgQIECAAAECBAgQIECAAAECBAgQIECAAAECBAgQIECAAAECBAgIuLoDBAgQIECAAAECBAgQIECAAAECBAgQIECAAAECBAgQIECAAAECBAgQIECAAAECBAgQIECAAAECBAgQIECAAAEC3Sog4Nqt3CYjQIAAAQIECBAgQIAAAQIECBAgQIAAAQIECBAgQIAAAQIECBAgQIAAAQIECBAgQIAAAQIECBAgQIAAAQIECBAQcHUHCBAgQIAAAQIECBAgQIAAAQIECBAgQIAAAQIECBAgQIAAAQIECBAgQIAAAQIECBAgQIAAAQIECBAgQIAAAQIEulVAwLVbuU1GgAABAgQIECBAgAABAgQIECBAgAABAgQIECBAgAABAgQIECBAgAABAgQIECBAgAABAgQIECBAgAABAgQIECAg4OoOECBAgAABAgQIECBAgAABAgQIECBAgAABAgQIECBAgAABAgQIECBAgAABAgQIECBAgAABAgQIECBAgAABAgQIdKuAgGu3cpuMAAECBAgQIECAAAECBAgQIECAAAECBAgQIECAAAECBAgQIECAAAECBAgQIECAAAECBAgQIECAAAECBAgQIEBAwNUdIECAAAECBAgQIECAAAECBAgQIECAAAECBAgQIECAAAECBAgQIECAAAECBAgQIECAAAECBAgQIECAAAECBAgQ6FYBAddu5TYZAQIECBAgQIAAAQIECBAgQIAAAQIECBAgQIAAAQIECBAgQIAAAQIECBAgQIAAAQIECBAgQIAAAQIECBAgQICAgKs7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9LWA6xYRMSQiPh0Rm0TExyNirYhYNSL6moXbT4AAAQK9Q2BZRPwtIl6LiD9FxG8j4tGIWBARj/eOLdoFAQIECBAgQIAAAQIECBAgQIAAAQIECBAgQIAAAQIECBAgQIAAAQIECBAgQIAAAQIECBAgQIBAbxPoC6HO/4iIgyJiZESs19sO0H4IECBAgEAbAosiYlZEXB8RvyJFgAABAgQIECBAgAABAgQIECBAgAABAgQIECBAgAABAgQIECBAgAABAgQIECBAgAABAgQIECBAoFYEenPA9YCIOCYiPlsr2NZBgAABAgR6UOD+iPhhRNzQg2swNQECBAgQIECAAAECBAgQIECAAAECBAgQIECAAAECBAgQIECAAAECBAgQIECAAAECBAgQIECAAIFCoDcGXHeOiLMFW91wAgQIECBQUiCDrvn3yXv4ECBAgAABAgQIECBAgAABAgQIECBAgAABAgQIECBAgAABAgQIECBAgAABAgQIECBAgAABAgQIEOgpgd4WcL0sIo5tDXPVVVeNXXfdNYYMGRJbbLFFbLDBBjFw4MD4wAc+ECus0NsoeupKmZcAAQIEulNg2bJl8de//jVefvnleP755+Pxxx+PBQsWxF133RV/+9vf2lrK9yPiuO5cq7kIECBAgAABAgQIECBAgAABAgQIECBAgAABAgQIECBAgAABAgQIECBAgAABAgQIECBAgAABAgQINAj0llTnFhHxk4jYqtTRjhgxIsaOHRv77befIKu7T4AAAQJ9QiCDrzfeeGNMmTIlZs+e3dqeH4mIr0TE430CxSYJECBAgAABAgQIECBAgAABAgQIECBAgAABAgQIECBAgAABAgQIECBAgAABAgQIECBAgAABAgRqRqA3BFy/EBHXR8RqLVVHjx4dJ510UgwePLhmwC2EAAECBAh0t8DChQvju9/9bkybNq3U1Isj4qCIuKW712U+AgQIECBAgAABAgQIECBAgAABAgQIECBAgAABAgQIECBAgAABAgQIECBAgAABAgQIECBAgACBvitQ7wHXAyJiesvj22yzzeI73/lODB8+vO+erJ0TIECAAIEWAnPmzImTTz45nnrqqVI2B0bEDdAIECBAgAABAgQIECBAgAABAgQIECBAgAABAgQIECBAgAABAgQIECBAgAABAgQIECBAgAABAgQIdIdAPQdcs3LrzS2RjjjiiJg8eXKssEI9b607jt4cBAgQINAXBZYtWxZf/epX48orryy1/b1Ucu2Lt8KeCRAgQIAAAQIECBAgQIAAAQIECBAgQIAAAQIECBAgQIAAAQIECBAgQIAAAQIECBAgQIAAAQLdL1CvKdAtIuKXEbFaU7IJEybEKaec0v2KZiRAgAABAnUmcNFFF8Wpp57actWLI2L7iHi8zrZjuQQIECBAgAABAgQIECBAgAABAgQIECBAgAABAgQIECBAgAABAgQIECBAgAABAgQIECBAgAABAnUmUK8B14cjYqum1j/84Q9j3LhxdcZvuQQIECBAoOcEJk6cGMccc0zLBTwSEVv33KrMTIAAAQIECBAgQIAAAQIECBAgQIAAAQIECBAgQIAAAQIECBAgQIAAAQIECBAgQIAAAQIECBAg0BcE6jHgellEHNv0cFRu7QtX1R4JECBAoCsEWqnk+v2IOK4r5jMmAQIECBAgQIAAAQIECBAgQIAAAQIECBAgQIAAAQIECBAgQIAAAQIECBAgQIAAAQIECBAgQIAAgRSot4DrzhFxd9OjO+KII+KKK65wmgQIECBAgEAHBY488si48sorWz69S0Tc08EhPUaAAAECBAgQIECAAAECBAgQIECAAAECBAgQIECAAAECBAgQIECAAAECBAgQIECAAAECBAgQIECgTYF6C7jeFxGfbdjRZpttFk888USssEK9bcOtJECAAAECtSOwbNmyGDRoUDz11FNNF3V/ROxYO6u0EgIECBAgQIAAAQIECBAgQIAAAQIECBAgQIAAAQIECBAgQIAAAQIECBAgQIAAAQIECBAgQIAAgd4kUE/J0AMiYnpT/Ntuuy2GDx/em87DXggQIECAQI8IzJkzJ/bYY4+Wcx8YETf0yIJMSoAAAQIECBAgQIAAAQIECBAgQIAAAQIECBAgQIAAAQIECBAgQIAAAQIECBAgQIAAAQIECBAg0KsF6ing2qx66+jRo2Pq1Km9+nBsjgABAgQIdKfAmDFjYtq0aU2nVMW1Ow/AXAQIECBAgAABAgQIECBAgAABAgQIECBAgAABAgQIECBAgAABAgQIECBAgAABAgQIECBAgACBPiRQLwHX/4iIBU3P5dFHH43Bgwf3oaOyVQIECBAg0LUCCxcujE9/+tMtJxkSEb/q2pmNToAAAQIECBAgQIAAAQIECBAgQIAAAQIECBAgQIAAAQIECBAgQIAAAQIECBAgQIAAAQIECBAg0NcE6iXgellEHNtwOCNGjIhZs2b1tbOyXwIECBAg0OUCI0eOjNmzZzed5/sRcVyXT2wCAgQIECBAgAABAgQIECBAgAABAgQIECBAgAABAgQIECBAgAABAgQIECBAgAABAgQIECBAgACBPiVQLwHXFyJivYaTmTFjRowaNapPHZTNEiBAgACB7hCYOXNm7L///k2nWhQRn+iOuc1BgAABAgQIECBAgAABAgQIECBAgAABAgQIECBAgAABAgQIECBAgAABAgQIECBAgAABAgQIECDQdwTqIeC6RUQ81nAkq666avz1r3+NFVaoh6X3nYtkpwQIECDQOwSWLVsWH/jAB+Jvf/tb0w1tGRGP944d2gUBAgQIECBAgAABAgQIECBAgAABAgQIECBAgAABAgQIECBAgAABAgQIECBAgAABAgQIECBAgEAtCNRDSvRrEXF5A9aIESNi1qxZtWBnDQQIECBAoFcKjBw5MmbPnt10b0dHxI965WZtigABAgQIECBAgAABAgQIECBAgAABAgQIECBAgAABAgQIECBAgAABAgQIECBAgAABAgQIECBAoEcE6iHgemVEHN6gM2HChDjllFN6BMukBAgQIECgLwhcdNFFceqppzbd6o8j4oi+sHd7JECAAAECBAgQIECAAAECBAgQIECAAAECBAgQIECAAAECBAgQIECAAAECBAgQIECAAAECBAgQ6B6Begi43hcRn23guO2222L48OHdo2MWAgQIECDQBwXmzJkTe+yxR9Od3x8RO/ZBClsmQIAAAQIECBAgQIAAAQIECBAgQIAAAQIECBAgQIAAAQIECBAgQIAAAQIECBAgQIAAAQIECBDoIoF6CLi+EBHrNez/d7/7XWy00UZdxGFYAgQIECBA4LnnnouNN964KcSiiPgEGQIECBAgQIAAAQIECBAgQIAAAQIECBAgQIAAAQIECBAgQIAAAQIECBAgQIAAAQIECBAgQIAAAQLVEqiHgOtfI2K1hg2/9dZbsfrqq1dr/8YhQIAAAQIEWgi8/fbbscYaazT93cUR8QFQBAgQIECAAAECBAgQIECAAAECBAgQIECAAAECBAgQIECAAAECBAgQIECAAAECBAgQIECAAAECBKolUA8B16UR0bjOpUuXxgor1MOyq3VExiFAgAABAt0rsGzZsujXr1/TSZdFRLPf6N4VmY0AAQIECBAgQIAAAQIECBAgQIAAAQIECBAgQIAAAQIECBAgQIAAAQIECBAgQIAAAQIECBAgQKC3CdRDUjRDNY0tQzcaAQIECBAg0LUCJf5lEvXwZ4auRTE6AQIECBAgQIAAAQIECBAgQIAAAQIECBAgQIAAAQIECBAgQIAAAQIECBAgQIAAAQIECBAgQIBA1QTqIawi4Fq14zYQAQIECBAoT0DAtTwnvQgQIECAAAECBAgQIECAAAECBAgQIECAAAECBAgQIECAAAECBAgQIECAAAECBAgQIECAAAECBDomIODaMTdPESBAgACBXi0g4Nqrj9fmCBAgQIAAAQIECBAgQIAAAQIECBAgQIAAAQIECBAgQIAAAQIECBAgQIAAAQIECBAgQIAAAQI9LiDg2uNHYAEECBAgQKD2BARca+9MrIgAAQIECBAgQIAAAQIECBAgQIAAAQIECBAgQIAAAQIECBAgQIAAAQIECBAgQIAAAQIECBAg0JsEBFx702naCwECBAgQqJKAgGuVIA1DgAABAgQIECBAgAABAgQIECBAgAABAgQIECBAgAABAgQIECBAgAABAgQIECBAgAABAgQIECBQUkDA1cUgQIAAAQIElhMQcHUpCBAgQIAAAQIECBAgQIAAAQIECBAgQIAAAQIECBAgQIAAAQIECBAgQIAAAQIECBAgQIAAAQIEulJAwLUrdY1NgAABAgTqVEDAtU4PzrIJECBAgAABAgQIECBAgAABAgQIECBAgAABAgQIECBAgAABAgQIECBAgAABAgQIECBAgAABAnUiIOBaJwdlmQQIECBAoDsFBFy7U9tcBAgQIECAAAECBAgQIECAAAECBAgQIECAAAECBAgQIECAAAECBAgQIECAAAECBAgQIECAAIG+JyDg2vfO3I4JECBAgEC7AgKu7RLpQIAAAQIECBAgQIAAAQIECBAgQIAAAQIECBAgQIAAAQIECBAgQIAAAQIECBAgQIAAAQIECBAg0AkBAddO4HmUAAECBAj0VgEB1956svZFgAABAgQIECBAgAABAgQIECBAgAABAgQIECBAgAABAgQIECBAgAABAgQIECBAgAABAgQIEKgNAQHX2jgHqyBAgAABAjUlIOBaU8dhMQQIECBAgAABAgQIECBAgAABAgQIECBAgAABAgQIECBAgAABAgQIECBAgAABAgQIECBAgACBXicg4NrrjtSGCBAgQIBA5wUEXDtvaAQCBAgQIECAAAECBAgQIECAAAECBAgQIECAAAECBAgQIECAAAECBAgQIECAAAECBAgQIECAAIHWBQRc3Q4CBAgQIEBgOQEBV5eCAAECBAgQIECAAAECBAgQIECAAAECBAgQIECAAAECBAgQIECAAAECBAgQIECAAAECBAgQIECgKwUEXLtS19gECBAgQKBOBQRc6/TgLJsAAQIECBAgQIAAAQIECBAgQIAAAQIECBAgQIAAAQIECBAgQIAAAQIECBAgQIAAAQIECBAgUCcCAq51clCWSYAAAQIEulNAwLU7tc1FgAABAgQIECBAgAABAgQIECBAgAABAgQIECBAgAABAgQIECBAgAABAgQIECBAgAABAgQIEOh7AgKufe/M7ZgAAQIECLQrIODaLpEOBAgQIECAAAECBAgQIECAAAECBAgQIECAAAECBAgQIECAAAECBAgQIECAAAECBAgQIECAAAECnRAQcO0EnkcJECBAgEBvFRBw7a0na18ECBAgQIAAAQIECBAgQIAAAQIECBAgQIAAAQIECBAgQIAAAQIECBAgQIAAAQIECBAgQIAAgdoQEHCtjXOwCgIECBAgUFMCAq41dRwWQ4AAAQIECBAgQIAAAQIECBAgQIAAAQIECBAgQIAAAQIECBAgQIAAAQIECBAgQIAAAQIECBDodQICrr3uSG2IAAECBAh0XkDAtfOGRiBAgAABAgQIECBAgAABAgQIECBAgAABAgQIECBAgAABAgQIECBAgAABAgQIECBAgAABAgQIEGhdQMDV7SBAgAABAgSWExBwdSkIECBAgAABAgQIECBAgAABAgQIECBAgAABAgQIECBAgAABAgQIECBAgAABAgQIECBAgAABAgS6UkDAtSt1jU2AAAECBOpUQMC1Tg/OsgkQIECAAAECBAgQIECAAAECBAgQIECAAAECBAgQIECAAAECBAgQIECAAAECBAgQIECAAAECdSIg4FonB2WZBAgQIECgOwUEXLtT21wECBAgQIAAAQIECBAgQIAAAQIECBAgQIAAAQIECBAgQIAAAQIECBAgQIAAAQIECBAgQIAAgb4nIODa987cjgkQIECAQLsCAq7tEulAgAABAgQIECBAgAABAgQIECBAgAABAgQIECBAgAABAgQIECBAgAABAgQIECBAgAABAgQIECDQCQEB107geZQAAQIECPRWAQHX3nqy9kWAAAECBAgQIECAAAECBAgQIECAAAECBAgQIECAAAECBAgQIECAAAECBAgQIECAAAECBAgQqA0BAdfaOAerIECAAAECNSUg4FpTx2ExBAgQIECAAAECBAgQIECAAAECBAgQIECAAAECBAgQIECAAAECBAgQIECAAAECBAgQIECAAIFeJyDg2uuO1IYIECBAgEDnBQRcO29oBAIECBAgQIAAAQIECBAgQIAAAQIECBAgQIAAAQIECBAgQIAAAQIECBAgQIAAAQIECBAgQIAAgdYFBFzdDgIECBAgQGA5AQFXl4IAAQIECBAgQIAAAQIECBAgQIAAAQIECBAgQIAAAQIECBAgQIAAAQIECBAgQIAAAQIECBAgQKArBQRcu1LX2AQIECBAoE4FBFzr9OAsmwABAgQIECBAgAABAgQIECBAgAABAgQIECBAgAABAgQIECBAgAABAgQIECBAgAABAgQIECBQJwICrnVyUJZJgAABAgS6U0DAtTu1zUWAAAECBAgQIECAAAECBAgQIECAAAECBAgQIECAAAECBAgQIECAAAECBAgQIECAAAECBAgQ6HsCAq5978ztmAABAgQItCsg4NoukQ4ECBAgQIAAAQIECBAgQIAAAQIECBAgQIAAAQIECBAgQIAAAQIECBAgQIAAAQIECBAgQIAAAQKdEBBw7QSeRwkQIECAQG8VEHDtrSdrXwQIECBAgAABAgQIECBAgAABAgQIECBAgAABAgQIECBAgAABAgQIECBAgAABAgQIECBAgACB2hAQcK2Nc7AKAgQIECBQUwICrjV1HBZDgAABAgQIECBAgAABAgQIECBAgAABAgQIECBAgAABAgQIECBAgAABAgQIECBAgAABAgQIEOh1AgKuve5IbYgAAQIECHReQMC184ZGIECAAAECBAgQIECAAAECBAgQIECAAAECBAgQIECAAAECBAgQIECAAAECBAgQIECAAAECBAgQaF1AwNXtIECAAAECBJYTENdPJgwAACAASURBVHB1KQgQIECAAAECBAgQIECAAAECBAgQIECAAAECBAgQIECAAAECBAgQIECAAAECBAgQIECAAAECBLpSQMC1K3WNTYAAAQIE6lRAwLVOD86yCRAgQIAAAQIECBAgQIAAAQIECBAgQIAAAQIECBAgQIAAAQIECBAgQIAAAQIECBAgQIAAAQJ1IiDgWicHlcv8z//8zzjzzDObrfjcc8+N8ePH19EuLLUWBZYsWRLHH398TJ48uXF5d9xxR+y22261uNxOrcl71Ck+D/chAQHXPnTYtkqAAAECBAgQIECAAAECBAgQIECAAAECBAgQIECAAAECBAgQIECAAAECBAgQIECAAAECBAgQ6AEBAdceQO/olIJ5HZXrfc8tXrw4pk6dGjvvvHNsuOGGnd7gH//4xzj44IPjwQcfLMYaOnRoMf66667b6bFrbQDvUa2dSN9ez9KlS+Oee+6Jv/3tbzFixIiawhBwranjsBgCBAgQIECAAAECBAgQIECAAAECBAgQIECAAAECBAgQIECAAAECBAgQIECAAAECBAgQIECAQK8TEHCtoyMVzKujw+qipTaE4U477bR45513Yvr06bHJJpt0erbZs2fHyJEjG8fJaq4TJkyI/v37d3rsWhvAe1RrJ9J31/PCCy/EWWedFddcc01ce+21MWbMmJrCEHCtqeOwGAIECBAgQIAAAQIECBAgQIAAAQIECBAgQIAAAQIECBAgQIAAAQIECBAgQIAAAQIECBAgQIBArxMQcK2jIxXMq6PD6oKl/vnPf44zzjijCMNl22KLLaoScH3vvfdi/PjxceGFFzauuhbDdtUi9R5VS9I4HRVYsmRJTJo0Kc4777x4/fXXi2Fq8Z0TcO3oCXuOAAECBAgQIECAAAECBAgQIECAAAECBAgQIECAAAECBAgQIECAAAECBAgQIECAAAECBAgQIECgHAEB13KUaqSPYF6NHEQPLOONN96IsWPHxq233to4e7UCrq+99lox9pw5c4qxN9poo5g5c2YMGjSoB3ba9VN6j7re2AxtC2SYPKswN20Crm4NAQIECBAgQIAAAQIECBAgQIAAAQIECBAgQIAAAQIECBAgQIAAAQIECBAgQIAAAQIECBAgQIBAXxMQcK2jExfMq6PDqvJS//d//zfGjBkTt99+e+PI1Qq4PvLII7HXXnvFSy+9VIw9atSo+PGPfxwf/OAHq7yL2hjOe1Qb59CXV1HqDgq49uUbYe8ECBAgQIAAAQIECBAgQIAAAQIECBAgQIAAAQIECBAgQIAAAQIECBAgQIAAAQIECBAgQIAAgb4pIODaN8/drutMoCsDrpMnT46jjjqqUSTDd6effnqssEI9fB7q7CAtl0BECLi6BgQIECBAgAABAgQIECBAgAABAgQIECBAgAABAgQIECBAgAABAgQIECBAgAABAgQIECBAgAABAgQi6iHBtqzpQS1b1uy/OkMCfUKgqwKuS5YsieOPPz4y5NrQ7rjjjthtt936hKtNEugJAQHXnlA3JwECBAgQIECAAAECBAgQIECAAAECBAgQIECAAAECBAgQIECAAAECBAgQIECAAAECBAgQIECAQK0JCLjW2olYD4ESAl0VcF20aFGMHj06FixYUMw6ZMiQmDZtWqy33nrOgQCBLhIQcO0iWMMSIECAAAECBAgQIECAAAECBAgQIECAAAECBAgQIECAAAECBAgQIECAAAECBAgQIECAAAECBAjUlYCAa10dl8X2VYGuCrjeeeedMWzYsEbWr371q3HppZfGKqus0lep7ZtAlwsIuHY5sQkIECBAgAABAgQIECBAgAABAgQIECBAgAABAgQIECBAgAABAgQIECBAgAABAgQIECBAgAABAgTqQEDAtQ4OyRIJdEXAddmyZXH++efH+PHjG4EnTZoUGXLVCBDoOgEB166zNTIBAgQIECBAgAABAgQIECBAgAABAgQIECBAgAABAgQIECBAgAABAgQIECBAgAABAgQIECBAgED9CAi41s9ZWWkfFuiKgOubb74Zhx9+eMycObOQXWeddeLmm2+Orbbaqg9L2zqBrhcQcO16YzMQIECAAAECBAgQIECAAAECBAgQIECAAAECBAgQIECAAAECBAgQIECAAAECBAgQIECAAAECBAjUvoCAayfPaPHixfHYY4/FAw88EA8//HC88MILxX9u2jbZZJPYcMMNY+utt44hQ4bEdtttF2ussUbFM5cKRZ177rnNKnC2HPSXv/xl7LDDDs1++9prr40xY8YUv7dkyZK47bbb4vrrr4+77747Xn/99cj1/sd//EeMGjUqPvvZz5a91nfeeaewuP322wuDp59+OhYtWlTM86EPfSi22GKLwmCnnXaqaNy2oJYuXRp//vOfI/eZcy9cuDCee+65xnnz2dVXXz223HLL2GCDDQqL/LXRRhtFv379Kj6Dlg807Hnu3Lnxq1/9Kp599tn47W9/29gtz3rgwIGNe958882jf//+7c5bKtDa7kP/16Hp+bb1zCOPPBJ77bVXvPTSS0W34cOHx5QpU2KttdYq+VjL+7f77rvH1KlTY80112zs/+677xZnMHv27Jg3b15xJm+//XbjGeTZjxgxIgYPHhwrrbRSm1v6n//5n7jrrruK0G2O2eCa9zOfz7Xvuuuu8ZGPfKRcmqJfLb9HPX2fGyCzuu8rr7wSea/zff7Nb37T7LuW/nkO+T3LM8j/XI33qTu/py0vTYN93rn58+cvt+fc43rrrVcEwIcOHRrbbLNNDBgwoKy7V+rOlfNgVlO+9NJLY5VVVimne9X7rLDCcn9EqIc/M1TdwYAECBAgQIAAAQIECBAgQIAAAQIECBAgQIAAAQIECBAgQIAAAQIECBAgQIAAAQIECBAgQIAAAQJdI1APYZVlTbeewauebrmGDHxl8OjGG28sQqGVtAx7jh07Nr7xjW/EJz7xibIfrXYwL4OgJ5xwQtxyyy2triHXesUVV8R+++3Xap8MSP70pz8t+jUEWtvbVI571FFHFQYf/vCH2+u+3M8zCJeVR3/0ox/Fgw8+WPHzGdw97rjj4gtf+EKsvPLKFT+fAdSrrroqfvCDH5S955wkA3JHHnlkHHHEEW3uuzsCrpMnTy7OoKGNHz8+zjrrrFhxxRVLerQVcM134r777osLL7ywCES219I9x8vgccuWZ5t36bzzzmv33cp7dMYZZxSmq622WnvTFj+vxfeop+9zA1wGlDOY/L3vfa/N70JL6HyfzjzzzNh5550rDrr21Pe0YQ//+Mc/iiD1RRddFPfff39Zdyg7ZXB+n332Kb6hgwYNihJh0MaxBFzLZtWRAAECBAgQIECAAAECBAgQIECAAAECBAgQIECAAAECBAgQIECAAAECBAgQIECAAAECBAgQIECgDwkIuFZ42Blm/fa3vx2XX355UZmyMy3DeZdccklRTbW9apY5TzWDeZ/5zGfimGOOiTvuuKPNLWTV1enTpxcVGlu2DIZNmzYtTjrppHaDiK1NkuNmkHHfffctKxiXYbh77703Tj311HjooYc6w188mwG1DCpn8LTcltVpjz322E7N396+uzrgmpV7jz/++MiQa0PLu7Dbbru1ytBawHXVVVeNiy++uHgvKnkn0jwDylk5tiEcmMHxDB63dy9bLnL//fcvwsZrr712u8dYS+9RLdznBrA//OEPxbt80003tWvYWocvf/nLcf755xdVi8tpPfk9zfW9+uqrxbfkv/7rv8pZbsk+GXT9+te/XoyT/7lUE3DtMK8HCRAgQIAAAQIECBAgQIAAAQIECBAgQIAAAQIECBAgQIAAAQIECBAgQIAAAQIECBAgQIAAAQIEerGAgGsFh5vVSceNGxe33nprBU+13TUDUZMmTYqDDz64zQqAOUq1gnkZKnz00UfjyiuvbHcfrVX1zIqTp59+elx22WXtjtFehzTIkOlhhx3WZtA3q0teffXVRTCzkiBle/OPHDmyCHqWE47M6pa5znIr1bY1d1tn39UB11z/6NGjY8GCBcUShwwZUoSV2wr6lgq4ZqXVtLvgggvaYy7580033TSuv/76ogLms88+G1/60pc6VJE3Bz/xxBOLcGV7FXlr5T2qhfvccChZfTer4P72t7/t0Dk2fWjPPfeMiRMnthsa7+nv6SuvvBJf/epXY9asWZ3ecw5w9NFHFyHvUpWEBVyrQmwQAgQIECBAgAABAgQIECBAgAABAgQIECBAgAABAgQIECBAgAABAgQIECBAgAABAgQIECBAgACBXiYg4Frmgb711ltFlb5rrrmm5BM77bRT7LDDDrHVVlvFgAEDGvs8//zzRZj07rvvbjU8tv3228e1114bn/jEJ9pcTbWCeeuss0689NJLjXNtvvnmkRUwt9tuu+L3skJphnj/9Kc/xc9//vPIaq9NW4Zbv/nNbxZVbEu1rEybIbc02WCDDYouL774YmSIbsaMGSWrvWbYc+bMmTFs2LBWDbKq56hRo0qGWzOYOXTo0GKtWR11xRVXLMbJtT7++ONx//33xy9/+ctWg7Hf+973iqqsDZVESy3i5ZdfjsMPP7xkwDnnHDFiRDF3w57fe++94swbPLNaZcvWNODZ9GdLly6NN998M/Kv2d5444046qijinvU0PLcfvKTn8S//du/NRs2K6qussoqbd6lO++8s5l1Bv0yZNzWcy3v36677hpbb711TJgwodlcef4ZmM2z6N+/f2RY96677oqFCxeWXFO6Zzg1/9oybNjwXuX9yFDz/PnzI0PGpVr2yeqju+yyS128Rz19nxuQ2gttb7vttkWV3W222aYIb/7zn/8szvKWW24p3qtS7dBDDy0q6q6xxholf97T39MMF+e9zQB/y9bw/Ro8eHBsttlm8b73va/xG/bYY4/F7NmzW/2WZ+A7vxEtvyN//etfIyteN7Ss3N0yFJ7PZiXrpi0re6dhW9+lNi97J39YYt56+DNDJ3ftcQIECBAgQIAAAQIECBAgQIAAAQIECBAgQIAAAQIECBAgQIAAAQIECBAgQIAAAQIECBAgQIAAge4SqIewyrKmGMuWNfuv3eKUc/74xz8uKhy2bPvss0+ce+658alPfarNEFIGqu69996i6ulDDz203Dg5/le+8pU291OtgGvTSU499dQ47bTTIsOBTVsGK5955pkirNk09JgW1113XRG2bFlFNcfI/WXAa8011yy5lwy2ZdXX73znO8s9/7nPfS6mTJkSH/3oR5d79r//+79j7NixhWHTlmG0rNqZPytVObFp3wz15twZzG259gxrZng5w7+lWu77+9//fnzjG99o9uMMtF588cWx++67t1l99tVXXy2qO373u99dbvjWquQ27ViqousWW2wR06dPL0K1lbTcS5o1DfdlFeEMubbV2qtCmes45ZRTYr/99lsu2Jj3KcO5J598chE4btrSfODAgY0B2LxHWQ3zuOOOW+48cu1//OMf44wzzijuYcuW1X0zuJjB2tZaLbxHPX2fG2zaqmKaYfO8IxlW7tev33Kceab5LctwcobHW7bWwp618D19+OGHi7B800rMee/yfua9ay2Ym3vMoGoG9fMOtqzk3N53pMGo1B3Mf8nBmDFjKnmVu7yvgGuXE5uAAAECBAgQIECAAAECBAgQIECAAAECBAgQIECAAAECBAgQIECAAAECBAgQIECAAAECBAgQINCnBQRcyzj+DEZmRcKsQtm0HXTQQUXo8cMf/nAZo/z/LlkV9Ytf/OJyQc2OVNDM8TJcW6oKYcOCMniWlWVLtQwRZuiyvWBo02dfeOGFOOSQQ5YLtGW4MUOSWXGzvWqDGYybNm1aEWJsGTRtrZJqVirN4GzTloG0q6++Ovbee+9252x4Lue+8sori4Buy7Fuu+22yGq6pVpWU835s8psQ8tgZobSdt5557LOP4Nx6X3mmWc2658BwvTIKrSttWoGXFvuJfdx8803F9WH22ptBVwzDJnh4U9+8pNtjnHPPfcU96dpBeGmD6RBVrfM4Hhb96i1YGZW8Z06dWqsu+66ra6j2gHXjrxHPX2fE6e10Hb+LKtVZwi6ZfC9FGqGdceNG7dc9d3WKlPXwvc0qxWfcMIJzbaT9yID/1k1tb2WdhnYzr8vtLzLWYU4qzlX+i4JuLan7ucECBAgQIAAAQIECBAgQIAAAQIECBAgQIAAAQIECBAgQIAAAQIECBAgQIAAAQIECBAgQIAAAQK9TUDAtYwTnT17dowcObJZz0033TSuv/76GDRoUBkjNO9SKtyWFUAzmNda5dMcoZrBvI6sP0NdGQzLio1NW6VBz3w2K9qeddZZccEFFzQbK4ON6TNgwIDG3y8VLs0fZuXZc845p6xAWtNJWgvYtRUw++1vfxsHHnhgs+qjWTV24sSJZYUAG+bP6qMHH3xwPPjgg832PW/evNhxxx1bvUvVDLg+8cQTRfXK5557rphv+PDhReXctdZaq8273FrAtZK7tHjx4jjmmGPiqquuKjlXriOrWLYXks6HM2CY96VpSLqcsG5Pv0e1cJ/Tr7W7eMQRRxTveSXB97xTGfh/9tlnm53rjTfeGPvuu2+z3+vp7+mSJUsiK/1Onjy5cV0bbbRREV6v5HuegfVvfvObxb/koGnL71r+ausO13EF14r/fucBAgQIECBAgAABAgQIECBAoOYE6uF/E6g5NAsiQIAAAQIECBAgQIAAAQIECBAgQIAAAQIECBAgQIAAAQIECBDoGoF6+IdZljXdeoYsu7O99957RYXUCy+8sNm0+XsZYlpxxRUrXs4jjzwSe+21V7PKf+VU8axmMK+cirEtN/baa69FhjrnzJnT7EcdDZo+/fTTsf/++zcLxZUKKLYMZObkGaqcMWNGfOpTn6rY/5133ikqNWaIr2nLyqEZfCvVSlXCzYquWbV01VVXLXsNeZ+yguv9998fm2++eWy44Yax2WabxcYbb9xtFVwzSJ1VVBvat771rSI83d5dbi3gevHFFxdu5YRSc84MFrasoJu/Xyrc3Bbsiy++WIRh586d26zb/PnzW63Emx17+j2qhfucDi3vQcN71ZHgft7rDJunbdOW92LChAnRv3//4rdr4XtaKiye7+INN9zQbgXilvfxzjvvjFNOOSWygnWOkd+l9ddfv/jPbb1PAq5lfzJ1JECAAAECBAgQIECAAAECBKovUA//m0D1d21EAgQIECBAgAABAgQIECBAgAABAgQIECBAgAABAgQIECBAgACBmhSoh3+YpccDrk8++WQ888wz8fzzz8ejjz4aixYtiosuuih22223Dh1qqWqgW2yxRUyfPr0ISrXWqhnMmzRpUmTItZKWIc899tijWcXMjlQ+bJgzKymedNJJRcB16623Lvb+yU9+sgiHrbHGGo1Ly2DtwoUL46mnnorf//73Rf/11luvqJy4+uqrV7KFxr6VWrYWSuxIGLAjC65WBddS4d5Zs2bFiBEj2l1WKbNyKqa2HLhUWDj7tBUwLrW4rNw6bty4ovps09ZWJd7sV+nZ5zOtrbkj71Et3OdSVUxzn+WGnUudRxodd9xxkd+EwYMHF+HzDHDnf+/Xr1/xSAZce/p72tq9ueKKKyJD6+UGtdt9YdroIODaGT3PEiBAgAABAgQIECBAgAABAp0UqIf/TaCTW/Q4AQIECBAgQIAAAQIECBAgQIAAAQIECBAgQIAAAQIECBAgQIBAvQjUwz/M0qMB1644yFoIuM6bNy923HHHiraXFU9POOGEZs9kRdeJEyd2OGha0QKq2LnSkGNr1UKHDRtWVPfNQF9XBuOqFXBtuY9ygtUN7KXM9txzzyJgOmDAgLJPp1QF43y4vcqrLSdoLaTZnQHXjrxHZUNV0LHS+5wh/dGjR8eCBQuazXLHHXd0OLhfwXKr2rXS72lrVWQzNH/eeecVVaVXXnnlqq6x5WACrl3Ka3ACBAgQIECAAAECBAgQIECgbYF6+N8EnCEBAgQIECBAgAABAgQIECBAgAABAgQIECBAgAABAgQIECBAgEAfEaiHf5ilVwRcM4yXVWDvvvvu+NnPfhYPPvhgsytWTtCw0hBbTlCq8mRWSL3hhhuKaqnltr///e9x4oknxuWXX97skQsuuKCo+ljrbenSpfHyyy/Hww8/HDNnzoxbb701Xn/99WbLPvfcc2P8+PElt1Kq8mnTjl/4whcif+2+++7xsY99LFZaaaWqklQr4HrnnXdGhnIbWiUB5VL3L6sAZ/B5lVVWKXu/lQYSWxu4pwOuHXmPykZqp2Nn7/MDDzxQ3IOsZtrQttpqq8iKxFl1tdZbZ7+ns2fPjpEjR5bcZp5rhlzzXc7/XMndLtetjgOu9fBnhnKPQT8CBAgQIECAAAECBAgQINBXBJr9/9cjwv9931dO3j4JECBAgAABAgQIECBAgAABAgQIECBAgAABAgQIECBAgAABAnUgUA//MEvdBFwzdPbmm28WQcq//OUv8dRTT8UTTzwRjz/+eCxcuLDN69CdAdchQ4bEtGnTIisWltveeOONyDBkBkObtgzEHXjggeUO0+X9Mvj21ltvxe9///vIKpUZKs5Q60MPPbRcoLXlYtoKuGbfHGfUqFHFuG21dB06dGgMHz68qJI7cODA6NevX6f2Xo2A67Jly+L8889vFuK95JJL4vjjjy9rbR0JWJcauFTANb2mTp0a6667bllryU49HXDtyHtU9ub+r2NX3efp06fHQQcd1Gw5HanGW+l+Kunfld/T/J5lOHvGjBltLmn11VeP7bffvgi77rrrrrHxxhtH//79K9lGyb4Crp0mNAABAgQIECBAgAABAgQIECBQvoCAa/lWehIgQIAAAQIECBAgQIAAAQIECBAgQIAAAQIECBAgQIAAAQIECHSzgIBrB8Hffffd+N3vfldUZF2wYEFkaK+9EGtbU3VnwDXDWhkmXHPNNcve/YsvvhhjxoyJuXPnNntm/vz5RQCsJ1qG1NJ+3rx5Rfg0g8Qtq7JWsq72Aq7vvfdeXHbZZXH22Wc3q3zZ3hybbLJJEZDbZ599YptttonVVlutvUeW+3k1Aq4Zvj788MOLCrbZ1llnnfj5z38en/nMZ8paT1cGXDtyJ3s64NqRNbcF3Z33efLkyXHUUUc1W05HqvGWdXHK6NQT39Osbv2Vr3yl+HaX2z70oQ/FLrvsEnvvvXfsvPPOsfbaa8cKK1T+t1EB13LF9SNAgAABAgQIECBAgAABAgSqICDgWgVEQxAgQIAAAQIECBAgQIAAAQIECBAgQIAAAQIECBAgQIAAAQIECHSNQOXJnK5ZR1uj1lQF18WLF8c111wTP/rRj+LJJ5+smkatB1xLVd3MzXd3wDWrkGZV3Kw8etNNN1UUNG3vsNoLuObzGcTLcPAJJ5zQoTBtVoTMgNyRRx5ZVHldZZVV2ltW8fNqBFzTLSvQPvfcc8WYWWF2ypQpsdZaa5W1hlKhvKuvvjoOPfTQsp5v6FTqLnUkLNobAq49dZ9LnWVPBFx78nua9/HRRx+NY489NjLs2pG27bbbxiGHHBIHHHBAfOQjHyl7CAHXsql0JECAAAECBAgQIECAAAECBDovIODaeUMjECBAgAABAgQIECBAgAABAgQIECBAgAABAgQIECBAgAABAgQIdJGAgGuZsBlEu/fee+PUU0+Nhx56qMynmnfLSp77779/bLnllnHOOec0C8gKuLZPmtVZv/3tb8fll1/eoWBrQ7j0wAMPLCq+Xnzxxc0mLSfg2vDACy+8ENk/q6G+/fbb7S++RI/NN9+8qAab1SD79evX5hjVCLhmMDfDeA3tW9/6VmTQbsUVVyxr/dUK5Qm4/n/unrzPPR1wrYXvacOlz5DtFVdcUVRnXrRoUVnvQstOWdl13LhxcfLJJ0d+Z9pr1XqX2punsz8vUZ22Hv7M0Nlte54AAQIECBAgQIAAAQIECPQ2AQHX3nai9kOAAAECBAgQIECAAAECBAgQIECAAAECBAgQIECAAAECBAgQ6EUC9RBW6fEKrhnGuu666+Koo44qO8yYgadtttkmtttuu+LXoEGDYuDAgUWQsVTAT8C17bfqlVdeiawwOWvWrLJfv8GDB0e67rDDDrHVVltFBowbKqaWCphVEnBtWMQbb7wRt99+e0yfPj3uvvvusu9H001MmDAhTjzxxFhppZVa3VtnA67vvPNOEc6+9NJLG+dIyxEjRpTtWa1QnoBrRE/f554MuNbK97Tlxc935Ne//nXccMMNMXv27A6FXUeOHBmTJ0+Otddeu833qlrvUtkvbwc7Crh2EM5jBAgQIECAAAECBAgQIECgtgQEXGvrPKyGAAECBAgQIECAAAECBAgQIECAAAECBAgQIECAAAECBAgQIECgiYCAaxnXYd68eXHYYYe1GnjaaaedYpdddokhQ4YUIcp/+Zd/iQ984AOtjlyPAdesbDh69OhYsGBBs33Nnz8/tt9++zIUO94lKyx+85vfLCq3lmrrrbdeDB06NIYNGxb//u//Hvnfs4piW4HRagVcm64n1/nYY4/FnDlz4tZbb42FCxeWtelc66RJk+Lggw+OEoGyYozOBlxffPHFGDNmTMydO7cYr5xAdcvFVyuU19cDrrVwnzPofMIJJzQ74gyQ5+83hMDLurwd6FQr39O2lv7uu+/G888/H/fcc08Rdv3lL39Zdnj96KOPLipNr7baaq1OUa13qQP8FT0i4FoRl84ECBAgQIAAAQIECBAgQKBWBQRca/VkrIsAAQIECBAgQIAAAQIECBAgQIAAAQIECBAgQIAAAQIECBAgQCAEXNu5BFmhM4NfM2bMWK7nkUceGaeffnp8/OMfr+gq/eY3v4kDDjggnnzyycbnygkcdiSUmcGsrGDatO2+++4xderUWHPNNcted6mAZT58/fXXx4EHHlj2OB3pmJVGx44du1zALMPEeRJqrwAAIABJREFUF154YXz+85+PlVdeueyhs4LkOeecU/xq2jpSwbWtSd9888146qmnipBcBl4ffPDBVrvvuuuucc0118Q666xTsk9nA655D/bYY49Gw/ScOHFiEQQut1UrlNfXA661cJ/z/T/kkEOaHf2ee+4ZU6ZMiQEDBpR7JSruV0vf00oWn9VdM/B63333FQH2tqo15zt10003Ff/Sg9Zatd6lSvbQkb4Crh1R8wwBAgQIECBAgAABAgQIEKg5AQHXmjsSCyJAgAABAgQIECBAgAABAgQIECBAgAABAgQIECBAgAABAgQIEGgQEHBt5y5kkGmfffZZLlyZYcisKlpJsLJhqlKh01oPuC5ZsiSOP/74mDx5cjOxSy65pPj9jrYHHnggjjnmmPjXf/3X+PSnPx3rrrtuDBo0KLbccst43/veF1ntMn9+1VVXNZsivTKMt/nmm1c8dWt7qXbAtenCMlT7yiuvFGueMGFCvP7668utO4OPI0aMKLmfzgZcW1bs7Mi5VSuU15cDrrVyn0t9g7IC9bRp04oKyB1pf//734tvYoa6N91001h//fWLv+a7+rGPfawYspa+px3ZY8MzeY5ZDTlD8g899NByQ+U3Md/z/v37l5ymWu9SZ/ZQzrMCruUo6UOAAAECBAgQIECAAAECBGpeQMC15o/IAgkQIECAAAECBAgQIECAAAECBAgQIECAAAECBAgQIECAAAECfVdAwLWds88KoaeddlqzXttuu21cd911RYCrIy0rdR522GHNHq31gGsutpTF4YcfHpdddlmsuuqqHaEoqpa2tGgaDvv9738fBx10UDzyyCPNxr/44ouLYG2JAFa763j11Vdj9OjRcddddzXr25UB16YTzZs3r9jzokWLms1/wQUXxLe+9a2S6+9MwPXtt9+OcePGFeHabFlh8rbbbovtt9++XaumHaoVyuvLAddauc+trSPv5o477ljRvWjoXOq9yorEN998c2y11VZFt1r6nnZoky0eytB6VvjOcHrT1l413Gq9S9XYQ1tjCLh2tbDxCRAgQIAAAQIECBAgQIBAtwgIuHYLs0kIECBAgAABAgQIECBAgAABAgQIECBAgAABAgQIECBAgAABAgQ6IiDg2oZaViQ88cQT4/LLL2/WqzOhzn/84x9FlcPvf//7zcash4DrnXfeGcOGDWu27qzQOGPGjPjUpz5V8f1rrZLqpEmTitBYtqzwmnNmSLNp60wQ79e//nXsvffe8dJLLzUbs7WA67vvvht/+ctf4umnny5+LVy4MN54440i2LvJJptUbd9tBWw7E3DNNe+///7x7LPPFmsdOnRoTJ06taiWW0mrViivLwdca+E+55m3DD033IPx48fHWWedFSuuuGIlV6Pom1Vh99hjj2bvatO7Vgvf06yknNWTn3nmmXjyySeL9zn/+rWvfS0OPvjgivecD+S7dMghhzR7dvfddy9+f8011yw5ZrXepQ4tuIKHBFwrwNKVAAECBAgQIECAAAECBAjUroCAa+2ejZURIECAAAECBAgQIECAAAECBAgQIECAAAECBAgQIECAAAECBPq8gIBrG1egtQBmhi8vvfTSWGWVVSq+QA8//HCMGjVqueqd9RBwffHFF2PMmDExd+7cZvvOyqMZ2q00FPfEE08U1Vkbgpc56EYbbRQzZ86MQYMGFXNkaG6HHXZYznn+/PkVVyDNQTJgfPrpp0dWgG3ZWguYvvbaazF27NiYM2dOs0duvPHG2HfffSu+A++9915kkDCrWTZtXRVwbRnAa1oht5LFVyuU15cDrrVwnxvOfPLkyXHUUUc1uwLlfIdK3ZkMgWcwNr8FTVtWJM57k9+GWvieZsD1/PPPL96/pu3YY4+Nb3/727HyyitX8koUfUsF/wVcK2b0AAECBAgQIECAAAECBAgQINB1AgKuXWdrZAIECBAgQIAAAQIECBAgQIAAAQIECBAgQIAAAQIECBAgQIAAgU4KCLi2AfjOO+/EqaeeWoRZm7bhw4fHlClTYq211qqI/5VXXikqk86aNWu558oJlpUKGLYVisxJSgXq2gtftbapDGZmCOy0005r1mW99daLq6++OnbaaaeyPRYvXlyEYltWx/3iF78YP/zhD2O11VYrxnrkkUdir732Wq7a6rXXXluEbStpGW677rrrilBfy4qwOU5rlq0FUvfZZ5/IkOCHP/zhSpZR7OXQQw+Nu+66q9lz119/fRx44IElx+poBddSd7gjdrkoAdfmQeuOvEe1cJ8bLlipoHH+7Oijjy7e84Z3sJzLnRWVDzvssGbB/dVXXz1uuumm2GWXXYohauV7WiqQmt+wDIJvv/325Wy3sU9+G84555zi3Wja0jBD9O9///tLjletd6mixXagswquHUDzCAECBAgQIECAAAECBAgQqD0BAdfaOxMrIkCAAAECBAgQIECAAAECBAgQIECAAAECBAgQIECAAAECBAgQ+D8BAdd2rkKpKof5SAZcM2BZIgBUcsSXX365CHTmc6XaOuusEzfffHNstdVWra6opwOuubDWQnHbbrttTJw4sc31N2wsqz1m+CvDw01bBuKyeuuwYcMaf7u1qrF77rln/PjHP46BAweW9TIvXbo0suLqySefvFz13IYB2qpsevfdd0cGWlsGY88+++ziXMut5tva3tMvw7frr79+yf2UCrhmxwwW7rjjjq0atPRrWSG3LLz/61StUF5fruBaK/c5j7S1wHr+rJJ7nRWYv/SlL8WDDz7Y7DpliPsHP/hBrLHGGo2/Xwvf09YC5vlNyW9Yhl3LbaWCvflse9WdS71LWQE3f5X795Ry19iZfgKundHzLAECBAgQIECAAAECBAgQqBkBAdeaOQoLIUCAAAECBAgQIECAAAECBAgQIECAAAECBAgQIECAAAECBAgQaCkg4NrOnXjsscdi7733Xi4UmSGo73znO7HffvtFv379Wh1lyZIlRdjpvPPOK8KhbbX58+e3WUGwFgKubVVBTZMzzzyzqELaWvXHDJelRcvKrelyzDHHFJUjm4ZFs+rj+PHji99v2caOHVv8flsh11zvH//4x6LK4jXXXNOmf1bXzWq9pcKqb731Vnz9618vOcbBBx9crPGTn/xkm+G0V199tVjvd7/73eXWccEFFxRB2RVXXLHkGt988804/PDDiwBw05YVb3PM1qrIZgXfPfbYozGYO2rUqCIY/MEPfrDir6GAa+cruNbKfW44/LaqSrd3rzOsffvtt8eJJ5643LettYqotfA9zW9CvgNHHnnkcu9AVtI+//zzY9ddd42VV1651XfkH//4R8yYMSPOOOOM5f7eMGLEiLjyyivjIx/5SKvP53fmhBNOaPbznDsDwJ/5zGdqJuQq4FrxZ9IDBAgQIECAAAECBAgQIECgFgUEXGvxVKyJAAECBAgQIECAAAECBAgQIECAAAECBAgQIECAAAECBAgQIECgEBBwbeciZJDp9NNPLyqOlmpf+MIX4oADDoitt966MdCUYchnnnkmMrCaVTkXLVrU7NFNNtkkVl111Vi4cGGz32+vGmctBFxzwYsXL44MZOavUi3DbZ///Odjhx12iHXXXbfokuHeOXPmRFZCbVkFNX8+cuTIIty19tprLzfkww8/HBnMbOmYHXOuQw45pAikbbrpprHSSitFVmt94YUX4tFHH41bbrml+NWyDRkypAi+ZuC2oWWA9LLLLivOplRrax3ZP6uw5jqyCu+AAQOKIf75z3/GE088UdyFjuy9YR0ZjMyKtxmMa9k+9KEPRYbj3ve+9xU/OvroowvPbC2DdJdccklkpdqONAHXzgdc071W7nPDHfjVr34VX/va1+Lxxx8veS122WWXoqry4MGDizuW738Gp3/2s5+VDO1nJeZJkyZFBmRbBiRr5Xv6xhtvRAbaM6Ta1jcs3+UNNtigscvzzz8fjzzySPziF79o9Xt09dVXx0477dTmKzZ79uzGd7Rlx+22266x6m2GXfPvP+9///s78sp2+hkB104TGoAAAQIECBAgQIAAAQIECNSCgIBrLZyCNRAgQIAAAQIECBAgQIAAAQIECBAgQIAAAQIECBAgQIAAAQIECJQUEHAt42JksDIrZc6dO7eM3m13yUBsVn696aab4rTTTmvWOYNRhx56aKsD1ErANRfYXsi1Eqjtt98+fvKTn0QGf0u1rLg4ceLEwqtUOLaSuTIMeu6558bQoUPjsMMOK8JqDS3DqdOmTWu1GmquY/r06TFu3Lh4/fXXK5m21b4Ziv3pT39ahHPba2mUIdz2Wu4vK8qmVa51ypQpxSMZPLztttvarBLc1tgCrtUJuNbKfW561u2FXNu7cw0/zzuWdy9D1Bk2L9Vq5XuaofuvfOUrRVi3Gq2tYG/L8Z9++unYf//949lnn21z6t133z2mTp0aa665ZjWWWPEYAq4Vk3mAAAECBAgQIECAAAECBAjUooCAay2eijURIECAAAECBAgQIECAAAECBAgQIECAAAECBAgQIECAAAECBAgUAgKuZV6E5557Lo455pi44447ynyiebcMVp5xxhlx5JFHxmqrrRalKvhlKGzChAnRv3//knPUUsA1F5jVGDMQetJJJ3U48PnlL385zj///Bg4cGCbru+++25RFbIzIdcMF59zzjlFJcqsspth0ZkzZzbOu84668TNN99cVGBtrWU48fbbb49vfOMbJatXVnI59tlnn6LCalahLae98sorRdXJWbNmtdk9++S4f/rTn+LAAw9srMyZod4MyzVU1S1nzqZ9BFyrE3BN01q5z03P9w9/+EPxLmf4viMtA+rnnXde7LvvvtGvX782h6iF72kuMMO2+d3t6J4bNpl7/973vhcZSC0RCl3OIs8/q4JnVea2WlZmzlB9a+H/jpxTJc8IuFaipS8BAgQIECBAgAABAgQIEKhZAQHXmj0aCyNAgAABAgQIECBAgAABAgQIECBAgAABAgQIECBAgAABAgQIEBBwreAOZNXODCVl0LLcCp4ZXsxQ65e+9KXIAGVDe+KJJ2LUqFGRQa+GltU8r7vuulh//fVLrqrWAq4Ni8wg5eWXXx5XXnll2S6f/exn45RTTomsmrryyiuXdQoZLr333nvj7LPPjvvvv7+sZ7JTBlszkLrTTjs1VpV87733ikqTF154YbNx8nwz8NZeSO3VV18t9nvFFVcUIblKWu495/7c5z7XapXL1sbL+3LCCSfELbfc0uqUDVUfszLlyJEjG/u1F6Bubw8CrtULuKZ1Ld3nhrPP0Ppdd90VF110UdnvWIb3jzjiiDj66KPj4x//eHvXqPHnPf09bbrnfJ8uu+yysvfc8Gx+34877riiEuwaa6xR9t6zY1bBzn+hQc7bVmXq+fPnd7jqckULKtFZwLWzgp4nQIAAAQIECBAgQIAAAQI1ISDgWhPHYBEECBAgQIAAAQIECBAgQIAAAQIECBAgQIAAAQIECBAgQIAAAQKlBARcO3AvsvpnBix/8YtfxJNPPhmPPfZYY0ApK+1tuOGGkWHVDBpuueWWJSuyZrgpK8JeddVVzVaQgcmsLFoqYFmrAdeGDaTLAw88EHPnzi3++vjjjzcGXjMIltUIM9Q5bNiw2HjjjSsOdzbMs3Tp0qJ6alZSnTdvXjz77LON1VRXX331wnyDDTYo/LNq6dprr13S8+67746soto0XJbrmzJlSnz0ox8t62a88847xR1YsGBB8euFF14o9t7Qmq5nt912iwy3fuxjH2s3QNvW5BlCvO+++4rquWm8cOHCZt3TOX927bXXNgvw5n8fM2ZMWfsq1UnAtboB11q8z03XlGHqfJfzV75vTe/ZdtttF5/+9Kfj85//fAwZMiQGDBjQ4XvVU9/TlgvO78qf//znyGB4/srvStNvWPbP6s/5Lcuw/I477hiDBg3q8Hcsx8uQ829+85vifc1vWdO/lzSsr7PvbYcPJku8r7DcHxHq4c8MndmyZwkQIECAAAECBAgQIECAQG8UEHDtjadqTwQIECBAgAABAgQIECBAgAABAgQIECBAgAABAgQIECBAgACBXiJQD2GVZv8ATgaCNAIE2hZ47bXXYuzYsTFnzpyi40YbbRQzZ84sAnkaAQIEyhEQcC1HSR8CBAgQIECAAAECBAgQIFDzAgKuNX9EFkiAAAECBAgQIECAAAECBAgQIECAAAECBAgQIECAAAECBAgQ6LsCAq599+ztnAABAgQItCog4OpyECBAgAABAgQIECBAgACBXiEg4NorjtEmCBAgQIAAAQIECBAgQIAAAQIECBAgQIAAAQIECBAgQIAAAQK9U0DAtXeeq10RIECAAIFOCQi4dorPwwQIECBAgAABAgQIECBAoFYEBFxr5SSsgwABAgQIECBAgAABAgQIECBAgAABAgQIECBAgAABAgQIECBAYDkBAVeXggABAgQIEFj+DwgrLPdHhHr4M4OTJECAAAECBAgQIECAAAECBJoLCLi6EQQIECBAgAABAgQIECBAgAABAgQIECBAgAABAgQIECBAgAABAjUrUA9hlWb/AM6yZS3/eZyatbUwAgQIECBQtwIquNbt0Vk4AQIECBAgQIAAAQIECBBoKiDg6j4QIECAAAECBAgQIECAAAECBAgQIECAAAECBAgQIECAAAECBAjUrICAa80ejYURIECAAIGeExBw7Tl7MxMgQIAAAQIECBAgQIAAgSoKCLhWEdNQBAgQIECAAAECBAgQIECAAAECBAgQIECAAAECBAgQIECAAAEC1RUQcK2up9EIECBAgECvEBBw7RXHaBMECBAgQIAAAQIECBAgQEDA1R0gQIAAAQIECBAgQIAAAQIECBAgQIAAAQIECBAgQIAAAQIECBCoWQEB15o9GgsjQIAAAQI9JyDg2nP2ZiZAgAABAgQIECBAgAABAlUUEHCtIqahCBAgQIAAAQIECBAgQIAAAQIECBAgQIAAAQIECBAgQIAAAQIEqisg4FpdT6MRIECAAIFeISDg2iuO0SYIECBAgAABAgQIECBAgICAqztAgAABAgQIECBAgAABAgQIECBAgAABAgQIECBAgAABAgQIECBQswICrjV7NBZGgAABAgR6TkDAtefszUyAAAECBAgQIECAAAECBKooIOBaRUxDESBAgAABAgQIECBAgAABAgQIECBAgAABAgQIECBAgAABAgQIVFdAwLW6nkYjQIAAAQK9QkDAtVcco00QIECAAAECBAgQIECAAAEBV3eAAAECBAgQIECAAAECBAgQIECAAAECBAgQIECAAAECBAgQIECgZgUEXGv2aCyMAAECBAj0nICAa8/Zm5kAAQIECBAgQIAAAQIECFRRQMC1ipiGIkCAAAECBAgQIECAAAECBAgQIECAAAECBAgQIECAAAECBAgQqK6AgGt1PY1GgAABAgR6hYCAa684RpsgQIAAAQIECBAgQIAAAQICru4AAQIECBAgQIAAAQIECBAgQIAAAQIECBAgQIAAAQIECBAgQIBAzQoIuNbs0VgYAQIECBDoOQEB156zNzMBAgQIECBAgAABAgQIEKiigIBrFTENRYAAAQIECBAgQIAAAQIECBAgQIAAAQIECBAgQIAAAQIECBAgUF0BAdfqehqNAAECBAj0CgEB115xjDZBgAABAgQIECBAgAABAgQEXN0BAgQIECBAgAABAgQIECBAgAABAgQIECBAgAABAgQIECBAgACBmhUQcK3Zo7EwAgQIECDQcwICrj1nb2YCBAgQIECAAAECBAgQIFBFAQHXKmIaigABAgQIECBAgAABAgQIECBAgAABAgQIECBAgAABAgQIECBAoLoCAq7V9TQaAQIECBDoFQICrr3iGG2CAAECBAgQIECAAAECBAgIuLoDBAgQIECAAAECBAgQIECAAAECBAgQIECAAAECBAgQIECAAAECNSsg4FqzR2NhBAgQIECg5wQEXHvO3swECBAgQIAAAQIECBAgQKCKAgKuVcQ0FAECBAgQIECAAAECBAgQIECAAAECBAgQIECAAAECBAgQIECAQHUFBFyr62k0AgQIECDQKwQEXHvFMdoEAQIECBAgQIAAAQIECBAQcHUH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PD/2LsTaEmq8nDgH+ASh0URF4wR4XDYFBkGjAgqQlwYjjqIbAoiGjYFBFkE1AhChAOoERBQGIkoMMimzqhhVEwE4sQFwUGMEUIETY5LTIgyjJr45/3PbX1Dz3v95nV1VXXfqv71ORwTpvrWd3/fncf3btVXRYAAAQIECBAgQIAAAQIECBAgQIAAAQIECBDIVkCDa7apERgBAgQIEBidgAbX0dk7MwECBAgQIECAAAECBAgQqFBAg2uFmIYiQIAAAQIECBAgQIAAAQIECBAgQIAAAQIECBAgQIAAAQIECBCoVkCDa7WeRiNAgAABAq0Q0ODaijSaBAECBAgQIECAAAECBAgQ0OBqDRAgQIAAAQIECBAgQIAAAQIECBAgQIAAAQIECBAgQIAAAQIECGQroME129QIjAABAgQIjE5Ag+vo7J2ZAAECBAgQIECAAAECBAhUKKDBtUJMQxEgQIAAAQIECBAgQIAAAQIECBAgQIAAAQIECBAgQIAAAQIECFQroMG1Wk+jESBAgACBVghocG1FGk2CAAECBAgQ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JNaHB9JCJWxfnII49Ej6abalWMRoAAAQIExlhgYmIi1l577W6BdDPsav9ijHlMnQABAgQIECBAgAABAgQINElAg2uTsiVWAgQIECBAgAABAgQIECBAgAABAgQIECBAgAABAgQIECBAgMCYCTShwXVFRKw7mZdf//rXsf76649ZmkyXAAECBAgMT+Chhx6KDTbYoPuED0fEesOLwJkIECBAgAABAgQIECBAgACBigQ0uFYEaRgCBAgQIECAAAECBAgQIECAAAECBAgQIECAAAECBAgQIECAAIHqBZrQ4Hp/RDx7cur33HNPbLHFFtVLGJEAAQIECBDoCNx7772x5ZZbdms8EBGb4iFAgAABAgQIECBAgAABAgQaJ6DBtXEpEzABAgQIECBAgAABAgQIECBAgAABAgQIECBAgAABAgQIECBAYHwEmtDgemtEvGQyJTfddFPMnz9/fDJkpgQIECBAYMgCS5cujT333LP7rLdFxK5DDsPpCBAgQIAAAQIECBAgQIAAgfICGlzLGxqBAAECBAgQIECAAAECBAgQIECAAAECBAgQIECAAAECBAgQIECgJoEmNLgujIjDJud/zjnnxCmnnFITh2EJECBAgACBc889N0499dRuiI9HxOFkCBAgQIAAAQIECBAgQIAAgcYJaHBtXMoETIAAAQIECBAgQIAAAQIECBAgQIAAAQIECBAgQIAAAQIECBAYH4EmNLi+LSIumUzJggULYvHixeOTITMlQIAAAQJDFthrr71iyZIl3Wc9KiI+OuQwnI4AAQIECBAgQIAAAQIECBAoL6DBtbyhEQgQIECAAAECBAgQIECAAAECBAgQIECAAAECBAgQIECAAAECBGoSaEKD69yI+O7k/OfMmRMrVqyItdZqQug1Zc2wBAgQIECgJoGJiYlYb731YuXKld1n2D4iltd0SsMSIECAAAECBAgQIECAAAEC9QlocK3P1sgECBAgQIAAAQIECBAgQIAAAQIECBAgQIAAAQIECBAgQIAAAQIlBZrSJXp/RDx7cq7XX3997LslCDRVAAAgAElEQVTvviWn7usECBAgQIDAVIEbbrgh9ttvv+5//UBEbEqKAAECBAgQIECAAAECBAgQaKSABtdGpk3QBAgQIECAAAECBAgQIECAAAECBAgQIECAAAECBAgQIECAAIHxEGhKg+sFEXHsZEoWLFgQixcvHo8MmSUBAgQIEBiiwF577RVLlizpPuOFEXHcEENwKgIECBAgQIAAAQIECBAgQKA6AQ2u1VkaiQABAgQIECBAgAABAgQIECBAgAABAgQIECBAgAABAgQIECBAoGKBpjS47hwRy7rnfscdd8S8efMq5jAcAQIECBAYX4E777wzdthhh6kAu0TEP42vipkTIECAAAECBAgQIECAAIFGC2hwbXT6BE+AAAECBAgQIECAAAECBAgQIECAAAECBAgQIECAAAECBAgQaLdAUxpcUxZujYiXTKbjwAMPjKuvvrrd2TE7AgQIECAwRIGDDjooFi1a1H3G2yJi1yGG4FQECBAgQIAAAQIECBAgQIBAtQIaXKv1NBoBAgQIECBAgAABAgQIECBAgAABAgQIECBAgAABAgQIECBAgECFAk1qcN0/Iq7tnvtNN90U8+fPr5DDUAQIECBAYDwFli5dGnvuuefUyR8QEdeNp4hZEyBAgAABAgQIECBAgACBVghocG1FGk2CAAECBAgQIECAAAECBAgQIECAAAECBAgQIECAAAECBAgQINBOgSY1uKYMrPYW12233TbuuuuuWGutpk2jnYvJrAgQIECgmQITExOx3Xbbxd133909AW9vbWY6RU2AAAECBAgQIECAAAECBLoFNLhaDwQIECBAgAABAgQIECBAgAABAgQIECBAgAABAgQIECBAgAABAtkKNK0z9C8i4qvdmocffnhcdtll2QILjAABAgQI5C5wxBFHxMKFC6eG+bKI+PvcYxcfAQIECBAgQIAAAQIECBAgsEYBDa4WCAECBAgQIECAAAECBAgQIECAAAECBAgQIECAAAECBAgQIECAQLYCTWtwTZAXRMSx3aLnnHNOnHLKKdkiC4wAAQIECOQqcO6558app546NbwLI+K4XGMWFwECBAgQIECAAAECBAgQINC3gAbXvqkcSIAAAQIECBAgQIAAAQIECBAgQIAAAQIECBAgQIAAAQIECBAgMGyBJja4JqPbI2LHbqyLLroojj766GH7OR8BAgQIEGiswMUXXxzHHHPM1Pi/ExHPb+ykBE6AAAECBAgQIECAAAECBAh0C2hwtR4IECBAgAABAgQIECBAgAABAgQIECBAgAABAgQIECBAgAABAgSyFWhqg+vciPh6RKzbLetNrtmuM4ERIECAQGYCM7y59eGIeFFELM8sXOEQIECAAAECBAgQIECAAAECgwlocB3MzbcIECBAgAABAgQIECBAgAABAgQIECBAgAABAgQIECBAgAABAgSGINDUBtdE8+qI+PxUo8MPPzwuvfTSWGutJk9tCJl3CgIECBAYS4GJiYk48sgjY+HChb3m/5qI+MJYwpg0AQIECBAgQIAAAQIECBBop4AG13bm1awIECBAgAABAgQIECBAgAABAgQIECBAgAABAgQIECBAgAABAq0QaHoX6P4Rce3UTGy77bbxgQ98IObPn9+KJJkEAQIECBCoQmDp0qXxzne+M+6+++5ewx0QEddVcR5jECBAgAABAgQIECBAgAABAtkIaHDNJhUCIUCAAAECBAgQIECAAAECBAgQIECAAAECBAgQIECAAAECBAgQmCrQ9AbXNJ/0JtdPR8S6Uyd34IEHxkknnRTz5s2TeQIECBAgMLYCd955Z3zwgx+MRYsW9TJ4OCJe782tY7s8TJwAAQIECBAgQIAAAQIE2i2gwbXd+TU7AgQIECBAgAABAgQIECBAgAABAgQIECBAgAABAgQIECBAgECjBdrQ4JoSMDciLo+IHXtlY8GCBXHwwQfHPvvsE2ut1ZYpN3rdCZ4AAQIEahaYmJiIG2+8Ma688spYsmTJTGf7TkQcGhHLaw7H8AQIECBAgAABAgQIECBAgMBoBDS4jsbdWQkQIECAAAECBAgQIECAAAECBAgQIECAAAECBAgQIECAAAECBPoQaFu35wURcexM854zZ068/OUvj1122SXmzp0bm2++eWy88cax3nrraXztY7E4hAABAgTyE0iNrCtWrIif/exncd9998Xy5ctj2bJlcfPNN8fKlSvXFPCFEXFcfjMSEQECBAgQIECAAAECBAgQIFChgAbXCjENRYAAAQIECBAgQIAAAQIECBAgQIAAAQIECBAgQIAAAQIECBAgUK1A2xpck85fRMT7IuIl1VIZjQABAgQItELgtj/+d/LvWzEbkyBAgAABAgQIECBAgAABAgTWJKDB1fogQIAAAQIECBAgQIAAAQIECBAgQIAAAQIECBAgQIAAAQIECBDIVqCNDa6T2PtHxDEaXbNdewIjQIAAgeEKpMbWiyLiuuGe1tkIECBAgAABAgQIECBAgACBEQpocB0hvlMTIECAAAECBAgQIECAAAECBAgQIECAAAECBAgQIECAAAECBAisWaDNDa6TM985Il4fEXtFxLMtCAIECBAgMEYCD0TE4oj4dET80xjN21QJECBAgAABAgQIECBAgACBPwhocLUSCBAgQIAAAQIECBAgQIAAAQIECBAgQIAAAQIECBAgQIAAAQIEshUYhwbXbvy5EbFLROwQEVtFxCYR8ZSImBMR42aR7aIUGAECBAgUEkg3qq6MiF9GxI8j4ocRcUdELIuI5YVGcjABAgQIECBAgAABAgQIECDQNgENrm3LqPkQIECAAAECBAgQIECAAAECBAgQIECAAAECBAgQIECAAAECBFokoKmzRck0FQIECBAgQIAAAQIECBAgQIAAAQIECBAg0CWgwdVy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QKCUgAbXUny+TIAAAQIECBAgQIAAAQIECBAgQIAAAQIECBAgQIAAAQIECBAgUKeABtc6dY1NgAABAgQIECBAgAABAgQIECBAgAABAgRGJ6DBdXT2zkyAAAECBAgQIECAAAECBAgQIECAAAECBAgQIECAAAECBAgQIDCLgAZXS4QAAQIECBAgQIAAAQIECBAgQIAAAQIECLRTQINrO/NqVgQIECBAgAABAgQIECBAgAABAgQIECBAgAABAgQIECBAgACBVghocG1FGk2CAAECBAgQIECAAAECBAgQIECAAAECBAhME9DgalEQIECAAAECBAgQIECAAAECBAgQIECAAAECBAgQIECAAAECBAhkK6DBNdvUCIwAAQIECBAgQIAAAQIECBAgQIAAAQIECJQS0OBais+XCRAgQIAAAQIECBAgQIAAAQIECBAgQIAAAQIECBAgQIAAAQIE6hTQ4FqnrrEJECBAgAABAgQIECBAgAABAgQIECBAgMDoBDS4js7emQkQIECAAAECBAgQIECAAAECBAgQIECAAAECBAgQIECAAAECBGYR0OBqiRAgQIAAAQIECBAgQIAAAQIECBAgQIAAgXYKaHBtZ17NigABAgQIECBAgAABAgQIECBAgAABAgQIECBAgAABAgQIECDQCgENrq1Io0kQIECAAAECBAgQIECAAAECBAgQIECAAIFpAhpcLQoCBAgQIECAAAECBAgQIECAAAECBAgQIECAAAECBAgQIECAAIFsBTS4ZpsagREgQIAAAQIECBAgQIAAAQIECBAgQIAAgVICGlxL8fkyAQIECBAgQIAAAQIECBAgQIAAAQIECBAgQIAAAQIECBAgQIBAnQIaXOvUNTYBAgQIECBAgAABAgQIECBAgAABAgQIEBidgAbX0dk7MwECBAgQIECAAAECBAgQIECAAAECBAgQIECAAAECBAgQIECAwCwCGlwtEQIECBAgQIAAAQIECBAgQIAAAQIECBAg0E4BDa7tzKtZESBAgAABAgQIECBAgAABAgQIECBAgAABAgQIECBAgAABAgRaIaDBtRVpNAkCBAgQIECAAAECBAgQIECAAAECBAgQIDBNQIOrRUGAAAECBAgQIECAAAECBAgQIECAAAECBAgQIECAAAECBAgQIJCtgAbXbFMjMAIECBAgQIAAAQIECBAgQIAAAQIECBAgUEpAg2spPl8mQIAAAQIECBAgQIAAAQIECBAgQIAAAQIECBAgQIAAAQIECBCoU0CDa526xiZAgAABAgQIECBAgAABAgQIECBAgAABAqMT0OA6OntnJkCAAAECBAgQIECAAAECBAgQIECAAAECBAgQIECAAAECBAgQmEVAg6slQoAAAQIECBAgQIAAAQIECBAgQIAAAQIE2imgwbWdeTUrAgQIECBAgAABAgQIECBAgAABAgQIECBAgAABAgQIECBAgEArBDS4tiKNJkGAAAECBAgQIECAAAECBAgQIECAAAECBKYJaHC1KAgQIECAAAECBAgQIECAAAECBAgQIECAAAECBAgQIECAAAECBLIV0OCabWoERoAAAQIECBAgQIAAAQIECBAgQIAAAQIESglocC3F58sECBAgQIAAAQIECBAgQIAAAQIECBAgQIAAAQIECBAgQIAAAQJ1CmhwrVPX2AQIECBAgAABAgQIECBAgAABAgQIECBAYHQCGlxHZ+/MBAgQIECAAAECBAgQIECAAAECBAgQIECAAAECBAgQIECAAAECswhocLVECBAgQIAAAQIECBAgQIAAAQIECBAgQIBAOwU0uLYzr2ZFgAABAgQIECBAgAABAgQIECBAgAABAgQIECBAgAABAgQIEGiFgAbXVqTRJAgQIECAAAECBAgQIECAAAECBAgQIECAwDQBDa4WBQECBAgQIECAAAECBAgQIECAAAECBAgQIECAAAECBAgQIECAQLYCGlyzTY3ACBAgQIAAAQIECBAgQIAAAQIECBAgQIBAKQENrqX4fJkAAQIECBAgQIAAAQIECBAgQIAAAQIECBAgQIAAAQIECBAgQKBOAQ2udeoamwABAgQIECBAgAABAgQIECBAgAABAgQIjE5Ag+vo7J2ZAAECBAgQIECAAAECBAgQIECAAAECBAgQIECAAAECBAgQIEBgFgENrpYIAQIECBAgQIAAAQIECBAgQIAAAQIECBBop4AG13bm1awIECBAgAABAgQIECBAgAABAgQIECBAgAABAgQIECBAgAABAq0Q0ODaijSaBAECBAgQIECAAAECBAgQIECAAAECBAgQmCagwdWi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MMYC20fEXhFxQUT8z4AOVTW4PikijouIxRHx3QFj8TUCBAgQIECAAAECBAgQIECAAAECBAgQIECAAAECBAgQIECAAAECqwlocLUgCBAgQIAAAQIECBAgQIAAAQIECBAgQIBAngJfi4i5EXH+gI2uZRtcJxtb3xERyyNitzyZREWAAAECBAgQIECAAAECBAgQIECAAAECBAgQIECAAAECBAgQINBEAQ2uTcyamAkQIECAAAECBAgQIECAAAECBAgQIEBgHARSQ+k//HGi6S2uRRtdB21w7W5sTf93+uweEanh1ocAAQIECBAgQIAAAQIECBAgQIAAAQIECBAgQIAAAQIECBAgQIBAJQIaXCthNAgBAgQIECBAgAABAgQIECBAgAABAgQIEKhFIDWVvrRr5CKNrkUbXHs1tqZT3+LtrbXk1qAECBAgQIAAAQIECBAgQIAAAQIECBAgQIAAAQIECBAgQIAAgbEW0OA61uk3eQIECBAgQIAAAQIECBAgQIAAAQIECBDIXKD7La7dofbT6Npvg+tMja2T5/P21swXifAIECBAgAABAgQIECBAgAABAgQIECBAgAABAgQIECBAgAABAk0U0ODaxKyJmQABAgQIECBAgAABAgQIECBAgAABAgTGSWDqW1y7576mRtfZGlxna2xN5/H21nFaaeZKgAABAgQIECBAgAABAgQIECBAgAABAgQIECBAgAABAgQIEBiigAbXIWI7FQECBAgQIECAAAECBAgQIECAAAECBAgQGEBgpre4dg/Vq9F1pgbXfhpbJ8f29tYBEuYrBAgQIECAAAECBAgQIECAAAECBAgQIECAAAECBAgQIECAAAECswtocJ3dyBEECBAgQIAAAQIECBAgQIAAAQIECBAgQGDUAmt6i2t3bN2Nrg9OCXrDiDguIt4REanJdbaPt7fOJuTPCRAgQIAAAQIECBAgQIAAAQIECBAgQIAAAQIECBAgQIAAAQIEBhbQ4DownS8SIECAAAECBAgQIECAAAECBAgQIECAAIGhCfTzFtfuYFKj69Qm1l7/bk0T8PbWoaXXiQgQIECAAAECBAgQIECAAAECBAgQIECAAAECBAgQIECAAAEC4yegwXX8cm7GBAgQIECAAAECBAgQIECAAAECBAgQINBMgX7f4lrF7Ly9tQpFYxAgQIAAAQIECBAgQIAAAQIECBAgQIAAAQIECBAgQIAAAQIECMwooMHV4iBAgAABAgQIECBAgAABAgQIECBAgAABAs0QKPoW1zKz8vbWMnq+S4AAAQIECBAgQIAAAQIECBAgQIAAAQIECBAgQIAAAQIECBAgMKuABtdZiRxAgAABAgQIECBAgAABAgQIECBAgAABAgSyERjGW1y9vTWbdAuEAAECBAgQIECAAAECBAgQIECAAAECBAgQIECAAAECBAgQINBeAQ2u7c2tmREgQIAAAQIECBAgQIAAAQIECBAgQIBA+wSG8RZXb29t37oxIwIECBAgQIAAAQIECBAgQIAAAQIECBAgQIAAAQIECBAgQIBAdgIaXLNLiYAIECBAgAABAgQIECBAgAABAgQIECBAgMAaBep8i6u3t1p8BAgQIECAAAECBAgQIECAAAECBAgQIECAAAECBAgQIECAAAECQxHQ4DoUZichQIAAAQIECBAgQIAAAQIECBAgQIAAAQKVCdT5Fldvb60sTQYiQIAAAQIECBAgQIAAAQIECBAgQIAAAQIECBAgQIAAAQIECBBYk4AGV+uDAAECBAgQIECAAAECBAgQIECAAAECBAg0T6COt7h6e2vz1oGICRAgQIAAAQIECBAgQIAAAQIECBAgQIAAAQIECBAgQIAAAQKNFdDg2tjUCZwAAQIECBAgQIAAAQIECBAgQIAAAQIExligjre4envrGC8oUydAgAABAgQIECBAgAABAgQIECBAgAABAgQIECBAgAABAgQIDFtAg+uwxZ2PAAECBAgQIECAAAECBAgQIECAAAECBAhUI1DlW1y9vbWanBiFAAECBAgQIECAAAECBAgQIECAAAECBAgQIECAAAECBAgQIECgTwENrn1COYwAAQIECBAgQIAAAQIECBAgQIAAAQIECGQmUOVbXL29NbPkCocAAQIECBAgQIAAAQIECBAgQIAAAQIECBAgQIAAAQIECBAg0HYBDa5tz7D5ESBAgAABAgQIECBAgAABAgQIECBAgECbBap4i6u3t7Z5hZgbAQIECBAgQIAAAQIECBAgQIAAAQIECBAgQIAAAQIECBAgQCBTAQ2umSZGWAQIECBAgAABAgQIECBAgAABAgQIECBAoA+BKt7i6u2tfUA7hAABAgQIECBAgAABAgQIECBAgAABAgQIECBAgAABAgQIECBAoFoBDa7VehqNAAECBAgQIECAAAECBAgQIECAAAECBAgMW6DMW1y9vXXY2XI+AgQIECBAgAABAgQIECBAgAABAgQIECBAgAABAgQIECBAgACBjoAGVwuBAAECBAgQIECAAAECBAgQIECAAAECBAg0W6DMW1y9vbXZuRc9AQIECBAgQIAAAQIECBAgQIAAAQIECBAgQIAAAQIECBAgQKCxAhpcG5s6gRMgQIAAAQIECBAgQIAAAQIECBAgQIAAgVUCg7zF1dtbLSACBAgQIECAAAECBAgQIECAAAECBAgQIECAAAECBAgQIECAAIGRCWhwHRm9ExMgQIAAAQIECBAgQIAAAQIECBAgQIAAgcoEBnmLq7e3VsZvIAIECBAgQIAAAQIECBAgQIAAAQIECBAgQIAAAQIECBAgQIAAgaICGlyLijmeAAECBAgQIECAAAECBAgQIECAAAECBAjkKVDkLa7e3ppnDkVFgAABAgQIECBAgAABAgQIECBAgAABAgQIECBAgAABAgQIEBgbAQ2uY5NqEyVAgAABAgQIECBAgAABAgQIECBAgACBlgsUeYurt7e2fDGYHgECBAgQIECAAAECBAgQIECAAAECBAgQIECAAAECBAgQIEAgdwENrrlnSHwECBAgQIAAAQIECBAgQIAAAQIECBAgQKB/gX7e4urtrf17OpIAAQIECBAgQIAAAQIECBAgQIAAAQIECBAgQIAAAQIECBAgQKAmAQ2uNcEalgABAgQIECBAgAABAgQIECBAgAABAgQIjECgn7e4envrCBLjlAQIECBAgAABAgQIECBAgAABAgQIECBAgAABAgQIECBAgAABAqsLaHC1IggQIECAAAECBAgQIECAAAECBAgQIECAQLsE1vQWV29vbVeuzYYAAQIECBAgQIAAAQIECBAgQIAAAQIECBAgQIAAAQIECBAg0FgBDa6NTZ3ACRAgQIAAAQIECBAgQIAAAQIECBAgQIBAT4E1vcXV21stGgIECBAgQIAAAQIECBAgQIAAAQIECBAgQIAAAQIECBAgQIAAgSwENLhmkQZBECBAgAABAgQIECBAgAABAgQIECBAgACBSgV6vcXV21srJTYYAQIECBAgQIAAAQIECBAgQIAAAQIECBAgQIAAAQIECBAgQIBAGQENrmX0fJcAAQIECBAgQIAAAQIECBAgQIAAAQIECOQp0Ostrt7emmeuREWAAAECBAgQIECAAAECBAgQIECAAAECBAgQIECAAAECBAgQGEsBDa5jmXaTJkCAAAECBAgQIECAAAECBAgQIECAAIExEOh+i6u3t45Bwk2RAAECBAgQIECAAAECBAgQIECAAAECBAgQIECAAAECBAgQINAkAQ2uTcqWWAkQIECAAAECBAgQIECAAAECBAgQIECAQP8C3W9x9fbW/t0cSYAAAQIECBAgQIAAAQIECBAgQIAAAQIECBAgQIAAAQIECBAgMASBcWtwnRsRu0TEDhGxVURsEhFPiYg5ETFuFkNYXk5BgAABAkMQmIiIlRHxy4j4cUT8MCLuiIhlEbF8COu4xzQAACAASURBVOd3CgIECBAgQIAAAQIECBQRsD9XRMuxBAgQINAEAftzTciSGAnUJ6C+rc/WyAQIECAwGgH17WjcnfVRAfWV1UCAAAECbRNQX7Uto/nPRz2Vf45ESIAAAQLFBNRTxbwaefQ4NHXuHBGvj4i9IuLZjcySoAkQIECAwGACD0TE4oj4dET802BD+BYBAgQIECBAgAABAgRKC9ifK01oAAIECBBoqID9uYYmTtgEZhFQ31oiBAgQIDCuAurbcc18/fNWX9Vv7AwECBAgkKeA+irPvDQxKvVUE7MmZgIECBCoQkA9VYViBmO0ucF1/4g4JiJekoGzEAgQIECAwKgFbouIiyLiulEH4vwECBAgQIAAAQIECIyNgP25sUm1iRIgQIBAHwL25/pAcgiBzAXUt5knSHgECBAgMFQB9e1QuVt7MvVVa1NrYgQIECAwgID6agA0Xwn1lEVAgAABAgQeFVBPNXg1tLHB9S8i4n0aWxu8KoVOgAABAnUKpMIt/Xfy7+s8ibEJECBAgAABAgQIEBhrAftzY51+kydAgACBWQTsz1kiBJonoL5tXs5ETIAAAQLDE1DfDs+6TWdSX7Upm+ZCgAABAlULqK+qFm3neOqpdubVrAgQIECgGgH1VDWOQx2lbQ2uF0TEsTMJzpkzJ17+8pfHLrvsEnPnzo3NN988Nt5441hvvfVirbXaRjHUdeRkBAgQIDAigYmJiVixYkX87Gc/i/vuuy+WL18ey5Yti5tvvjlWrly5pqgujIjjRhS20xIgQIAAAQIECBAg0F4B+3Ptza2ZESBAgEAPAftzlgWB1guob1ufYhMkQIAAgW4B9a31MAQB9dUQkJ2CAAECBPIRUF/lk4sWRaKealEyTYUAAQIEZhdQT81u1IYj2tLVOTciLo+IHXslZcGCBXHwwQfHPvvso5G1DavWHAgQIEBgVoFUyN14441x5ZVXxpIlS2Y6/jsRcWhELJ91QAcQIECAAAECBAgQIEBgzQL256wQAgQIECDQJWB/znIg0HgB9W3jU2gCBAgQIFClgPq2Ss2xHUt9NbapN3ECBAgQ6CWgvrIuBhBQTw2A5isECBAg0F4B9VS7ctuGBtdXR8SnI2Ldqak58MAD46STTop58+a1K2tmQ4AAAQIECgjceeed8cEPfjAWLVrU61sPR8TrI+ILBYZ0KAECBAgQIECAAAECBLoF7M9ZDwQIECBAYA0C9ucsDwKNE1DfNi5lAiZAgACBYQqob4ep3Zpzqa9ak0oTIUCAAIE6BNRXdai2bkz1VOtSakIECBAgUKWAeqpKzdGM1fQG1/0j4tqpdNtuu2184AMfiPnz549G1VkJECBAgECGAkuXLo13vvOdcffdd/eK7oCIuC7DsIVEgAABAgQIECBAgEDeAvbn8s6P6AgQIEAgIwH7cxklQygEZhZQ31odBAgQIECgTwH1bZ9QDlNfWQMECBAgQKBPAfVVn1Djd5h6avxybsYECBAgMKCAempAuAy+1uQG1/Qkks9PNTz88MPj0ksvjbXWavLUMlgZQiBAgACBVgpMTEzEkUceGQsXLuw1v9d4k2sr025SBAgQIECAAAECBOoSsD9Xl6xxCRAgQKC1AvbnWptaE2uHgPq2HXk0CwIECBAYooD6dojYzTyV+qqZeRM1AQIECIxQQH01Qvw8T62eyjMvoiJAgACBjAXUUxknZw2hNbULdG5EfD0i1u2e2znnnBOnnHJKMzMhagIECBAgMESBc889N0499dSpZ3w4Il4UEcuHGIpTESBAgAABAgQIECDQTAH7c83Mm6gJECBAIBMB+3OZJEIYBB4VUN9aDQQIECBAoISA+rYEXnu/qr5qb27NjAABAgSGIKC+GgJy/qdQT+WfIxESIECAQMYC6qmMk9MjtKY2uN4eETt2z+eiiy6Ko48+uln6oiVAgAABAiMUuPjii+OYY46ZGsF3IuL5IwzLqQkQIECAAAECBAgQaIaA/blm5EmUBAgQIJCxgP25jJMjtHEUUN+OY9bNmQABAgQqFVDfVsrZhsHUV23IojkQIECAwEgF1Fcj5c/h5OqpHLIgBgIECBBotIB6qjnpa2KD6wURcWw3sTe3NmfBiZQAAQIE8hKY4ckkF0bEcXlFKhoCBAgQIECAAAECBDISsD+XUTKEQoAAAQLNFrA/1+z8ib41Aurb1qTSRAgQIEBg1ALq21FnIJvzq6+ySYVACBAgQKDpAuqrpmdw4PjVUwPT+SIBAgQIEFhdQD3VjBXRtAbXv4iIr3bTHn744XHZZZc1Q1uUBAgQIEAgQ4EjjjgiFi5cODWyl0XE32cYrpAIECBAgAABAgQIEBitgP250fo7OwECBAi0UMD+XAuTakpNElDfNilbYiVAgACBRgiobxuRpjqDVF/VqWtsAgQIEBhLAfXV2KVdPTV2KTdhAgQIEKhbQD1Vt3D58ZvW4HprRLxkctrbbrtt3HXXXbHWWk2bRvnEGYEAAQIECFQlMDExEdttt13cfffd3UPeFhG7VnUO4xAgQIAAAQIECBAg0BoB+3OtSaWJECBAgEAuAvbncsmEOMZUQH07pok3bQIECBCoT0B9W59tQ0ZWXzUkUcIkQIAAgeYIqK+ak6uKIlVPVQRpGAIECBAgMCmgnsp/LTSpM3T/iLi2m/Smm26K+fPn568sQgIECBAgkLnA0qVLY88995wa5QERcV3moQuPAAECBAgQIECAAIHhCdifG561MxEgQIDAmAnYnxuzhJtuLgLq21wyIQ4CBAgQaJ2A+rZ1Ke13QuqrfqUcR4AAAQIECgqorwqCNfdw9VRzcydyAgQIEMhcQD2Vd4Ka1OC62tNIDjzwwLj66qvz1hUdAQIECBBokMBBBx0UixYt6o7YW1wblD+hEiBAgAABAgQIEBiCgP25ISA7BQECBAiMr4D9ufHNvZmPTEB9OzJ6JyZAgACBcRBQ345DlqfNUX01lmk3aQIECBAYloD6aljSIz2Pemqk/E5OgAABAm0XUE/lm+GmNLjuHBHLuhnvuOOOmDdvXr6yIiNAgAABAg0TuPPOO2OHHXaYGvUuEfFPDZuKcAkQIECAAAECBAgQqF7A/lz1pkYkQIAAAQKrCdifsyAIDFVAfTtUbicjQIAAgXEUUN+OXdbVV2OXchMmQIAAgWELqK+GLT7086mnhk7uhAQIECAwbgLqqXwz3pQG1wsi4thJxgULFsTixYvzVRUZAQIECBBoqMBee+0VS5Ys6Y7+wog4rqHTETYBAgQIECBAgAABAtUJ2J+rztJIBAgQIEBgRgH7cxYHgaEJqG+HRu1EBAgQIDDOAurbscq++mqs0m2yBAgQIDAqAfXVqOSHcl711FCYnYQAAQIExl1APZXnCmhKg+v9EfHsScLrr78+9t133zxFRUWAAAECBBoscMMNN8R+++3XPYMHImLTBk9J6AQIECBAgAABAgQIVCNgf64aR6MQIECAAIE1Ctifs0AIDE1AfTs0aiciQIAAgXEWUN+OVfbVV2OVbpMlQIAAgVEJqK9GJT+U86qnhsLsJAQIECAw7gLqqTxXQBMaXOdGxHcn+ebMmRMrVqyItdZqQuh5Jl1UBAgQIEBgJoGJiYlYb731YuXKld2HbB8Ry6kRIECAAAECBAgQIDC2Avbnxjb1Jk6AAAECwxawPzdscecbUwH17Zgm3rQJECBAYPgC6tvhm4/ojOqrEcE7LQECBAiMn4D6qrU5V0+1NrUmRoAAAQK5CaincsvIH+JpQpfo2yLikkm+BQsWxOLFi/PUFBUBAgQIEGiBwF577RVLlizpnslREfHRFkzNFAgQIECAAAECBAgQGEzA/txgbr5FgAABAgQGErA/NxCbLxEoIqC+LaLlWAIECBAgUFJAfVsSsBlfV181I0+iJECAAIGWCKivWpLI1aehnmplWk2KAAECBHIVUE/ll5kmNLgujIjDJunOOeecOOWUU/KTFBEBAgQIEGiJwLnnnhunnnpq92w+HhGHt2R6pkGAAAECBAgQIECAQHEB+3PFzXyDAAECBAgMLGB/bmA6XyTQr4D6tl8pxxEgQIAAgQoE1LcVIOY/hPoq/xyJkAABAgRaJKC+alEyH52KeqqVaTUpAgQIEMhVQD2VX2aa0OB6a0S8ZJLupptuivnz5+cnKSICBAgQINASgaVLl8aee+7ZPZvbImLXlkzPNAgQIECAAAECBAgQKC5gf664mW8QIECAAIGBBezPDUzniwT6FVDf9ivlOAIECBAgUIGA+rYCxPyHUF/lnyMREiBAgECLBNRXLUrmo1NRT7UyrSZFgAABArkKqKfyy0wTGlzvj4hnT9Ldc889scUWW+QnKSICBAgQINASgXvvvTe23HLL7tk8EBGbtmR6pkGAAAECBAgQIECAQHEB+3PFzXyDAAECBAgMLGB/bmA6XyTQr4D6tl8pxxEgQIAAgQoE1LcVIOY/hPoq/xyJkAABAgRaJKC+alEyH52KeqqVaTUpAgQIEMhVQD2VX2aa0OC6IiLWnaT79a9/Heuvv35+kiIiQIAAAQItEXjooYdigw026J7NwxGxXkumZxoECBAgQIAAAQIECBQXsD9X3Mw3CBAgQIDAwAL25wam80UC/Qqob/uVchwBAgQIEKhAQH1bAWL+Q6iv8s+RCAkQIECgRQLqqxYl89GpqKdamVaTIkCAAIFcBdRT+WWmCQ2uj0TEqjgfeeSRWGutJoSdX7JFRIAAAQIE+hGYmJiItddeu/vQiYhY7V/0M45jCBAgQIAAAQIECBBojYD9udak0kQIECBAoAkC9ueakCUxNlxAfdvwBAqfAAECBJoloL5tVr4GjFZ9NSCcrxEgQIAAgUEE1FeDqGX/HfVU9ikSIAECBAi0SUA9lV82m9ApmppqVn3SIvIhQIAAAQIE6hXo8TCJJtQM9aIYnQABAgQIECBAgMD4CtifG9/cmzkBAgQIjEjA/tyI4J12XATUt+OSafMkQIAAgWwE1LfZpKKuQNRXdckalwABAgQIzCCgvmrd0lBPtS6lJkSAAAECuQuop/LKUBOaVRRsea0Z0RAgQIDAGAgo2MYgyaZIgAABAgQIECBAoH8B+3P9WzmSAAECBAhUImB/rhJGgxCYSUB9a20QIECAAIEhC6hvhww+/NOpr4Zv7owECBAgMOYC6qvWLQD1VOtSakIECBAgkLuAeiqvDGlwzSsfoiFAgAABAlkIKNiySIMgCBAgQIAAAQIECOQi4IJqLpkQBwECBAiMjYD9ubFJtYmORkB9Oxp3ZyVAgACBMRZQ37Y++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UcmsHLlyviTP/mTWHvttUcWQ5kTT0xMRPqnqfGXmbvvEiAwegEF2+hzIAICBAgQIECAAAECGQm4oJpRMoRCgAABAuMhYH9uPPJsliMTUN+OjN6JCRAgQGBcBdS3rc+8+qr1KTZBAgQIEMhNQH2VW0ZKx6OeKk1oAAIECBAgUExAPVXMq+6jNbjWLWz8kQg89NBDcfTRR8ett94au+22W7zyla+MHXfcMTbffPN4zGMeM5KYip70Rz/6UfzlX/5lzJs3r/O/z3nOc0o1u/72t7+Ns846K771rW+tCmWTTTaJ8847LzbccMNp4f3+97+Pe+65J7beeutS5y06b8cTIJCHgIItjzyIggABAgQIECBAgEAmAi6oZpIIYRAgQIDA+AjYnxufXJvpSATUtyNhd1ICBAgQGGcB9W3rs6++an2KTZAAAQIEchNQX+WWkdLxqKdKExqAAAECBAgUE1BPFfOq+2gNrnULG38kAnfddVfsu+++ce+99646/9577x2XX355z2bOkQQ5y0lTrIcddtiqo17ykpd0GlTT/w7y+c1vfhPHH398XHrppau+vscee8TVV18dG2200WpDpjfHXnPNNfHWt741ktv73//+eNaznjXIaX2HAIGGCijYGpo4YRMgQIAAAQIECBCoR8AF1XpcjUqAAAECBGYUsD9ncRCoVUB9WyuvwQkQIECAwHQB9W3rV4X6qvUpNkECBAgQyE1AfZVbRkrHo54qTWgAAgQIECBQTEA9Vcyr7qM1uNYtbPyRCHz4wx+OE044YbVz/83f/E2nwbMJnwcffDAOPfTQ+OxnP7sq3Llz58a1114bW2211UBTKNLgesstt8QhhxwSDzzwQOdc6ZypyfV1r3udt7kOpO9LBJonoGBrXs5ETIAAAQIECBAgQKBGARdUa8Q1NAECBAgQ6CVgf866IFCrgPq2Vl6DEyBAgACB6QLq29avCvVV61NsggQIECCQm4D6KreMlI5HPVWa0AAECBAgQKCYgHqqmFfdR2twrVvY+EMX6NUcus0228T1118fz33uc4cezyAn/MxnPhP77LPPal89++yz4+STT4511llnkCGj3wbXhx9+OE488cTV3vQ6ecKjjjoq3ve+98VTn/rUgWJYsWJFXHXVVfGrX/1qoO/n8qVNNtmkk5/HPe5xfYf0jW98I1LjcFM/g8y5qXMV9x8EFGxWAgECBAgQIECAAAECXQIuqFoOBAgQIEBgyAL254YM7nTjJqC+HbeMmy8BAgQIjFxAfTvyFNQdgPqqbmHjEyBAgACBKQLqq9YtCfVU61JqQgQIECCQu4B6Kq8MaXDNKx+iqUDgq1/9auy9997x0EMPrRrt2GOPjfPOOy8e//jHV3CGeodIDabHHHNMXHHFFatOtNNOO8U111wTm2222cAnn5iYiDPOOKPzz+Rnjz32iKuvvjo22mij1cb93e9+F5dddlm85z3vWc0xHfSiF70ozj///Nhxxx17NcCtMb7/+q//ioMOOii+9KUvDTyPHL545JFHRnpL8BOe8IS+w0nOb3zjG/s+PrcDB5lzbnMQTzEBBVsxL0cTIECAAAECBAgQaLmAC6otT7DpESBAgEB+Avbn8suJiFoloL5tVTpNhgABAgSaIKC+bUKWSsWovirF58sECBAgQKC4gPqquFnm31BPZZ4g4REgQIBA+wTUU3nlVINrXvkQTUmB1JiZ3nJ64YUXrhpp/fXXj89+9rPxspe9rOTow/l6rwbdD33oQ3H88ccXbiidGvFf//Vfx2mnnbbqX8/U4JoOSA2xy5Yti6OPPjqWL1++2lBPfvKT48wzz4zDDjusUNOwBlcNrsP5W+QsVQgo2KpQNAYBAgQIECBAgACB1gi4oNqaVJoIAQIECDRFwP5cUzIlzoYKqG8bmjhhEyBAgEBzBdS3zc1dn5Grr/qEchgBAgQIEKhKQH1VlWQ246inskmFQAgQIEBgXATUU3llWoNrXvkQTUmB73//+7HffvvFD37wg1Ujpbe5Xn755bHhhhuWHL3+r//mN7/pNLJeeuml02js3QAAIABJREFUq06W3ph61VVXxaabblo6gCINrpMne+CBBzoxpSbhqZ/U/Pr+978/nvSkJ/UVmwZXDa59LRQHZSGgYMsiDYIgQIAAAQIECBAgkIuAC6q5ZKKlcaQHrf385z+Pb33rW/GP//iPceedd8a9994baV9q8vPsZz87tthii9hyyy0j7ZftuOOOsfnmm8djHvOYlqqYFgEC4y5gf27cV4D51yygvq0Z2PDDFXjkkUfiJz/5SXz961/v/JOulacHGP/3f//3qkDmzZsXqabeeeedY7fddovtt98+Hve4xw030D+e7cEHH4xvf/vbcfvtt3f+N9X96XeAyU962PLcuXNjm2226dT+u+yyS/zZn/2Z2n8k2XJSAtUJqG+rs8x0JPVVpokRFgECBAi0V0B91brcqqdal1ITIkCAAIHcBdRTeWVIg2te+RjLaH7729/GWWed1bmBreznP//zP1e7+JXG22qrrToX60b5efWrXx1vf/vbZw0hGbz2ta+Nn/70p6uOveyyyzpvSu3xw3PW8aYeMLXBNV0MXLRo0aw+Dz30UJx99tlxzjnnrDZk+v9PPPHEvi8m9mpwTRdTn/rUpxaeyzC/kC6q/vCHP1x1yiOPPDI+/OEPxxOe8IS+w7j66qvjjW98tME15fltb3vbyC4czxb41772tTjjjDNKzXm2c/jzvAUUbHnnR3QECBAgQIAAAQIEhizgguqQwYueLt3E/uIXv7jo1yo5fpB9kskTP/zww7F48eL42Mc+FrfddlvheNKe36GHHhoHH3xwZ3+riv2zwkH88QtT934GHWfyZv45c+Z0mg5SI+8OO+wQz3rWs2LttdcedNiBv/e73/0uTj755LjwwgunjfHe9743Tj/99FhnnXUKjd/rIX+FBqjw4NRQnZom+v2kZoy05no9DPDjH/945898CFQlYH+uKknjEOgpoL6tYWE0qR5qav08NW0//vGP41Of+lTnYcnd1zL7SW+qO1Mdner5rbfeuvZaOtWA6frjJZdcEl/4whf6CXG1Y9I1/3St9U1velNssskmhb/f6wtVrYP111+/U7una8epMXeyjq/ygTyjfJB0mtO1117bue9ipk9d8U3abrDBBh3X5zznOZ36fVS/H1Wy8MZ4EPVt65Ovvso4xXX9nF7TlMvsGWZMKbQGCUy9T3LQ0CfrkWc+85mdB6+kf573vOdle8/foPOc/N4vfvGL+PznPx8333xz5z7cyd8zuh3StYhDDjkk1ltvvbKn8/2SAuqrkoD5fT2beqrK6ziT9/CnfYjnP//5nete6ffMql5alX5OHXDAAZ0HfU1++vk9Nr/0Dy+iXv+NPPPMMyNd9/OpT6CqfahBIlSb96/mZ0r/Vm05Uj2VVyY1uOaVj7GMpspCOFfAfgq/XjeL7b777nHllVdG2iCp4pPeDPvWt751oCL+97//faQL0yeccELnab9HHXVUnHfeebHuuuv2HVqvDdN0wfWggw7qe4xRHDi1mB+k0Jt6UX+QMYY596bFO0ybcTmXgm1cMm2eBAgQIECAAAECBPoSyOaCal/RjuFBTbsglvaZrr/++s7DtYreiN8rvenmmrRXlR7ENqoHqVXV0DHT8k03TaWHpaV9tHRz97A+vS7iTZ57p512imuuuSY222yzQuHktB9ctME1/V3bc889Iz0QcOpn7733jssvv7yymzIKoTq4lQL251qZVpPKR0B9W0MumlQPNa1+npqu+++/Pz70oQ/FJz/5yZ51SZH01l1Lp2vgqaH13HPP7bytteynynjrXgfpITxHHHFEvOUtb4lnPOMZpaY+isakyYD7uTF42PFN/n6UGp6L3K9QKgm+XFpAfVuaMPcB1FcZZ2jYP6cTRe73RWWcLqFVJFBVg2uvcFKTVroH85hjjild51U03dLDpLo9PcDvtNNO69wbuqZPelDOxRdfHKk29xmtgPpqtP41nD2bemoY13HSi6Pe8Y53xEtf+tK+X7LUy1wzWvGVqMG1uFkV36h7H2pNMarN+8+gnyn9W7XlSPVUXpnU4JpXPsYymmEUwqOG7afBtdfbW6tu/px6Ybmfi1HddhMTE/GlL32p8xTgdNH06U9/eiFaDa6PvsE192JRg2uhpd3KgxVsrUyrSREgQIAAAQIECDRLYPuI+G4mIWdzQTUTj+zCaNIFsdQY+J73vCc+8pGPVO6Y9ro++tGPxs4771z52LMNWHdDx+T505Ou001G++yzTzz+8Y+fLazSf54aNg877LAZxxnkraU57QcXaXD9f//v/3WastOF/16fdENXerPry172stLuBiCQBOzPWQctFFDftjCp3VNqUj3UpPq52zjddL5o0aI46aSTZr3pvOhyS7V0ukk9vZGqx3+Dig7XOf4nP/lJnHLKKZ2HolT9SXXx6aefHvvtt9/AN8IOax2kBoi/+qu/6jS7DtqMOYrGpMmc9XNPwajiS29zvfDCC2OHHXaoeokZrwYB9W0NqBHqq1pY2zfoKH5O535fVPuybEZTBepscJ08V3qgydlnnx3777//wDVpDplLD6RM94KeeuqpfYXzrne9q7NHus466/R1vIPqE1BfVWKrnurBOMzrOKnRNV17mTdv3kD7EZrRiv890OBa3KyKbwxrH6pXrGrz/jPoZ0r/Vm05Uj2VVyY1uOaVj7GMZpiF8KiAZ2tw7WVQxxP/yza4Tvqlm7kG2aDQ4KrBdVR/B523uICCrbiZbxAgQIAAAQIECBCoWOB9EfHSiDgjIr5W8dhFh9PgWlRsyMc35YLYww8/HCeffHJccskltQmlm4rSm6zSE5+H+RlWQ8fknNJT8s8777zYeOONa5vmgw8+GIceeminaXOmzyB7mDntBxdpcP3Rj34Ub3jDG+Kb3/zmjB7HHntsJy/DaD6uLfEGzkbA/lw2qRBIdQLq2+ossxypSfVQU+rn7kSntyi9973v7auWTg/e2H777eMJT3hCZ4j/+7//i+XLl8/aFJsaMVOT6wEHHDDQTaWT8aaHJi9btiyOPvroznln+6TzpibKxz72sZ1Df/3rX8c3vvGN2b7W+fO3v/3tcdZZZw309qhhr4NXvvKVccEFF8TWW2/d19y6DxpFY9Lk+XNucE0xpmbnyy67LHbdddfCrr4wXAH1bS3e6qtaWNs36Cj+O+Im+vato6bNaBgNrskk1d6pTj/++OMb2+S6ePHiSPvN6eGU/Xw+9rGPdd7S7DN6AfVVJTlQT/VgHPZ1nPSzNP1unx4MVfT6ima04n8PNLgWN6viG8Peh+qOWW3efwb9TOnfqi1HqqfyyqQG17zyMZbR/O///m/ceOON8eMf/3ig+afvf/GLX5x2Y9Fb3vKWzsWMHD7bbrttvOpVr5oxlFtvvTVe//rXx09/+tPOMalYv/LKK2OvvfaqNPyqGly7g0r+aXMjPYE3Nb6mC1yPecxjesatwVWDa6UL2mC1CijYauU1OAECBAgQIECAAIF+BJ4UEfdHxBP/2OA6ykZXDa79ZGyExzThgthsT4FPjampeXD33Xfv7C9tsMEGq27IT7Tp+//zP/8T6aLSTTfdFFdddVU88MADPdV32mmn+MQnPhHbbLPN0LIy7IaONLF0g/xFF10UW2yxRS3z/Na3vhWvfe1rV+1ZppM84xnPWO3/H+StpcO+MWJNOEUaXD/zmc903pw7+UlzT00jv/jFL1b9u7Tmrr/++njuc59bS04MOl4C9ufGK99jMlv1bcsT3aR6qAn1c/dy+fnPf965gTzdeN7rk+qS9MaTgw46KF74whdGahid+t+R1HSammS/8pWvxBVXXBFf+tKXeo5Vtsk1nWfp0qXxtre9bcZ6PcWbHpSSruenN7Q88Ynp197VP4888kjn+vPf/d3fdd4Ae9ttt834NyjdjJ/eOPXUpz610N+yUayD9LvORz/60dh5550LxTqKxqTJAMs0uKb7NdLveoN+0u986XfA2T7pd8B0f0VdvxvNdn5/3p+A+rY/p4JHqa8Kgo3r4aP474ib6Md1teUz72E1uKYZp/o2NX2m/e0e/73LB6VHJL/61a/isMMOixtuuKFnnN313OSDcz796U/HK17xiqznNS7Bqa8qybR6qgfjqK7jvPvd7470z7rrrtt3cjWj9U216kANrsXNqvjGKPahJuNWm/efQT9T+rdqy5HqqbwyqcE1r3yIZgCB22+/Pfbdd9/VLpAtWLAgFi5cGE972tMGGHG4X0lPoE1Plv3Upz616sRvetOb4iMf+UjnRr7uT7ogmC5cpo2D9GTXohsiU4ujdIEnbU5st912PSedbhxMzavp5sF08ei+++6LdAH1e9/7XvzHf/xHfPe7313tyV177LFHpIvXG220Uc/xNLhqcB3u3y5nKyOgYCuj57sECBAgQIAAAQIEKhNITw0+vWu09CbXUTS6anCtLKX1DDTTBbHUBJpucs/h02sPL8WVbv457bTTOjfAF7lgnd4Gm25gfs973tPzTVTDvlDXq6GjnxvBp+ZmxYoVkW4cSPtw6a1VqalyTTfzpwfkXXrppfH0pz+90jSnB9mdccYZkS5yT3523HHHePOb39y5uaD7af7DfGtpr4vus+1JVgGT1tsxxxzTaQaZ/KQHGr74xS+Od73rXaudIjVXpDc2FN27rSJOY7RLwP5cu/JpNqsE1LctXgxNqoeaUD9PLpV0bTZdS04P0ej1SdeVTz/99Nhss836rj9S82h6aMyJJ57Ys3kwNSSma8jPf/7zC6/YW265JQ455JCeza2p9j/qqKPiuOOO6zw4pd9Pumb9D//wD53a/9vf/nbPr6VxzzvvvEK/U8y0Doo8BCUFk+r3lStXdhpyv/nNb8YXvvCFzj8zfQZ5IM9MjUnD/r1npjnNFN+ZZ57ZeaNZmU964PY999zT+d0ovQE3NWr3+qTfU9LvMDM9jLtMDL5bjYD6thrHHqOor2qjbc/Adf6cbo+SmbRNoIp9xFQ3pwbQtDd49913d2q89PCVXvVI2gtOfzbMhy5WkbN/+Zd/if33379zP2j3Jz1cMb1NcYcddoi11167ilMZowYB9VVlqOqpKZQzNbgW/R106s/RtGeQflbO9ADbFMY555zT2a/o93c7zWjF/x5ocC1uVsU3mrQfWcV8mzqGnylNzdzgcaunBrer45saXOtQNebQBNLmQbpZKDWzTn7qevtpXZNKDavpqbKTN4Wli3npKVe77rrrtFP+6Ec/6jzp65//+Z87Tb3vfOc7CzW69iqO0sXJ1Aj8y1/+snNhKG1a/Pu//3vce++9a/wlopfHbDftaXB9tMH1RS96UcyfPz8e+9jH1rW0So2bNuXSTbCTn6K/mJY6uS9nIaBgyyINgiBAgAABAgQIECDQ/dTgbo1hN7pqcM18LeZ+Qex3v/tdnHzyyXHhhReuJlnFk+1vvfXWOOKII6bdmD/Im0XLpLmqho6pMaSL/3fccUfnRu2ZbpIf5Gb+2eaabi448MADY9myZasOTXuYqangrW99a3zta+nH0B8+w3xraRU3ps02915//p3vfCde85rXrPb22tTYut9++8UBBxzQ2Uud/Lz85S/vPMywSNPGIDH5TvsF7M+1P8djOkP1bYsT36R6KPf6eXKZpMbOdGNnrwbB1IT6gQ98oPOG+UFvOE81THqIx5e//OVpKzPVOelBKhtuuGHfq/YHP/hB562sqclz6ufP//zP4/zzz++8uXTQB4Gk6+lnn312x6TXp+hNsFU1uE6NJT20Ol3XTzV890Ouu48r+qCacW5w7Xb7t3/7tzjppJPis5/97LQlUKYxu+9F7sBSAurbUnxr+rL6qjba9gyswbU9uTST/gXq2kdM9Uh64N8Xv/jFacGkuj09fGadddbpP9ARH9mrJk77mp/73OfiBS94wYijc/rZBNRXswn1/efqqSlUVTW49spAGvvGG2+M97///T0fulXFtcO+Mz+mB2pwHU3im7IfORodZyUwOgH11Ojse51Zg2te+RBNQYGpzaHp6zO9/bTg0EM5/Be/+EUcfvjhsWTJklXnm+nJoumtCemps+nPJz+pkE8bIyeccMJqGyPpoll6M+xvf/vb+Nd//ddI50nNq+mpEp/4xCdqm1va3Pj85z8f6W0OvT4aXB9tcK0tCTUNrMG1JtiMh1WwZZwcoREgQIAAAQIECIybwNSnBnfPf1iNrhpcM191uV8Q6/Wk00Ra9Ab0mdLQa48wHTvMN4vW1dAxOefZbuZPb7NNb+sdtFlgqm16O1Jqluj+pGaC1Kg89c2u6ZhhvbW0rhvT1vRXPO21fvjDH+48Mbz7kx5S+OpXv3ram13TMenmjNe97nWZ/+QQXu4C9udyz5D4Sgiob0vg5fzVJtVDudfPk3meqc5NjXx/+7d/G7vvvnvp+m9NTakf//jH49BDD+1r2aVr0+lNs70aOl/1qlfFxRdfHCnusp/U9PvJT36y8xDsyQdIT45Z9EHYdTW4TsaTHvRz2WWXdR4SMzXWdEyqbU899dS+3kqjwfXRlZPeapyuXae/H1M/yTR5V/V7Udn16vurC6hva10R6qtaeZs/uAbX5ufQDIoL1LmPOFMNvdNOO3XeTLjZZpsVD3hE30j3raaHr3R/0otX0u8CT3ziE0cUldP2K6C+6leqr+PUU11MdTa4Tp4mvYzpuOOO6/nQraa+FbuvlZbBQRpcR5OEpuxHjkbHWQmMTkA9NTr7XmfW4JpXPkRTQOD++++PN77xjZH+gz/5SRfF0sXT9HbM3D/pxqj01op3vOMdq0Jd0xtQe90ImN6OcNZZZ8V9993XeQpsamZNb1dIxw77s9VWW3UuSqYb3QZtcJ3pZsdhz2VqHqYW84M0e/a6qD/seZU53yBzLnM+3x29gIJt9DkQAQECBAgQIECAAIE/Csz01OBuoLobXTW4Zr4cc78g1usmmSpv9pnpQvsuu+wSixYtquRG+tmWQN0NHen8Dz/8cKfB9JJLLpkWTtoPveqqq2LTTTedLdRZ/zydJ73J64orrlh1bPcbcb/61a/G3nvvvdpN+sN6a2mdN6bNBPPTn/6081DFm2++edUh3W+tvfzyy+Owww5b7etvfvOb46KLLop11113Vm8HEJhJwP6ctdFiAfVtS5PbpHoo9/o5LZFeD0pO/76ON5nM1Ejbb42XrnunG+CPOOKIaau76JtK+/nrkZpc0wNWUnPo1E9q+k0Pf3nmM58561B1N7imANYUa5E3jmpwXT2dt99+e6TGi3RvRPcnNVOn/Bd58/CsC8UBlQmobyuj7DWQ+qpW3uYPrsG1+Tk0g+ICde8jznQvYKqtFyxYUDzgEX2j1zzcJziiZAxwWvXVAGgzf0U91WUzjAbXdLo1PXQrPXQ03R//+Mc/vtJEG+wPD9w67bTTVqM488wzOy/c8qlPoAn7kfXN3sgE8hVQT+WVGw2ueeVDNH0KpAtBp59+eqeZsvtT5CmnfZ6qtsNSYf6GN7whli9fvuoc559/fufNElN/UM403/RG1z333DMOPPDA+N73vldbrE9+8pMjNX2mi2xbb711bLnllvGUpzyl87SxdBF1gw026OspqLO9wVWDa20pLD2wjavShI0bQMHWuJQJmAABAgQIECBAoN0Ca3pqcPfM62p01eCa+frK/YJYevvlCSecsJpiagi84IILYs6cOZXofuUrX4lXvvKV08a65ZZbYtddd63kHGsaZBgNHen8a3pbUVVvUb3rrrs6N4vfe++9q6a82267dR4s+Kd/+qfRq+EzHfjlL385XvGKV9RqXfeNab2C77W2Dj744M5byNLe6Pe///3Yb7/9OjdiTH622GKLuOGGG2K77bar1cPg7RawP9fu/JpdqG9buAiaVA/lXj+n5dHrIRrp37/73e+OM844o6+3fva7zGa6cTV9v5830/d6MHX6bp1vXFnTw19muuY+1WMYDa7pnGuKNd0bkK75z3bDrgbX1bM305p93vOeF9ddd13nngaf/ATUt7XnRH1VO3FzT6DBtbm5E/ngAnXvI6aXkaR7P7/5zW+uFmS6n/Vd73rX4IEP+ZsaXIcMXvHp1FcVg4b9qknRYTW4pvOl63iHHHLItAcYPeMZz4jPfe5z8YIXvKDyRI/7gBpcR7MCmrAfORoZZyUwWgH11Gj9p55dg2te+RBNnwK9niJb5GmsfZ6mtsN6XcRKT+5auHBhPO1pT5t23l5PIJ2c7+Me97hOg2v3GwSKBv7CF74wNt544//P3nkAz1HcabtPRIENJ2ORfRZHMIdABhFNEphgokQSQXAgkYookgEBBkEVydjGSAIhITDBHCIHEW0EyMCJjCSC4Qw2cCbDwRFMAZ+Nv3rHN39mZ3ty2N7Zp6tUdvGf6el+unfn3e5+fz8zdOhQs8QSSxhlY9VhNf03HdKaf/75s1ZpvR6D6z59XHbaaSdz6KGHGo1fmvLVV195G8jvv/++OeiggwqNyWeffWYmTZpkNIeifvzNmjXL2xz3CwbXNKPUrGsQbM0aT3oDAQhAAAIQgAAEIND1BNJEDQ52smyjKwZXx6eQ6xtito3SstcalLlHa2SzZ89uGS1lNd17770rH8G6DB3qSFS2orQZtuJgKPuWDMmKjB0sxxxzjDn33HO9tSxdo6jZ4UjOaQ/nFxmMqg+mhdv2xRdfeFlzJ06c2PKn888/34iJStRBj7IMx0V4cW93E2B9rrvHj9YnEkDfJiLqvgu6SQ+5rp+jAoqsv/76Zvr06V4Q4rLL448/brR/qWcHSxrdHmXGveSSS7xM95Z3WinNtwWUVsUbbbSR0e+AQYMGxT6nLoOrGhFlAv63f/s3c8MNN5jBgwfHthWDazueqVOnmkMOOaTtDw8//LA3ByjuEUDfVj4m6KvKEXfvAzC4du/Y0fL8BKpeR/zoo488rasgd8HSbRnwMLjmn2Mu3Im+Kn0U0FP/h7ROg6v2nLQHc/TRR7cNqPahlAxrvvnmK32we7lCDK6dGX3X1yM7Q4WnQqDzBNBTnR+DYAswuLo1HrQmBQFtVI0ZM6Yt+tUee+xh1lprrRQ1VHPJ6quvbrbffvvEyiXGtfGozZZPPvnEu14mUi122LJM2A5R6fpf//rXZsSIEUZmxaOOOspceuml1mfLrKrMqyuttJIZOHCgF7E0mE2grkN+ahwG168Nrmk2g/0Bfe+998zpp59uJk+e7M0VHTJUxKK8xuMHH3zQ7LnnnubTTz/16tGBxfAGb3jxKkt7Ez8EXNAVBBBsXTFMNBICEIAABCAAAQhAoLcIpM3CEKRSltEVg6vjc831DTHbRqkyhGo9a/HFFy+Frn+g6I9//KO3BrbAAguYNddc08j0qeyjVZc6DR1/+9vfvMBk4houaTJsxbFQcDVlJ73nnntaLgtnZ7UZINIezi8yFlUfTAu37b/+67+M1p3nzZvX9ydbdtabb77Z7Lrrri23l2E4LsKKe7ufAOtz3T+G9CCRAPo2EVF3XdBNesh1/WzLIK/ZUGUADQVoPuKII8wVV1zRMvF22GEHL3BulFn0ww8/NAcccIC55ZZbatdCUcFZ1BD91lC74kqdBle1I8oInGZcMbi2j6TtO0dXYXB1992Bvq1lbNBXtWDuvodgcO2+MaPFxQlUvY4YZf7C4Fp87KghPQH0VXpWGa5ET8UE9qzqHHEnAn1lmBONuxSDa2eG1PX1yM5Q4akQ6DwB9FTnxyDYAgyubo0HrUkgYMt86gq0tIsTNoOuDIbKerDQQgu1dcc3Iwaj5SqDp0yOiy66qJcx4aqrrjJvv/22WWWVVcy3v/1tL2qv/qYDgv369eurM8lgWjXLpOf/9a9/9Uy/ylbaySJmwcy1YTGf50daXsOozK2K9jZjxow+JGrblClTzF577ZU54vHHH39sjjzySG/O+OVb3/qW+fnPf2723XffvkhHWoSTedovMtMutthimZ/XyXHk2cUIINiK8eNuCEAAAhCAAAQgAAEIVEAga9TgYBOKGl0xuFYwoGVW6fqGmO3gsUyC1113XUcD1pU5BnUaOtTuZ555xsgk/NJLL7V0I5hpNU//7rvvPrPzzjv3BeZTHTajptbwDj/8cC8IX7CkOZyfp13+PVUfTAu3zWZCGD16tLnwwgu99Ve/vPnmm16m4Fmz9HX7dSlqOC7Cinu7nwDrc90/hvQgkQD6NhFRd13QTXrIZf385ZdfmnHjxnl7wcGyzDLLmNtvv92svfbalU0MmVvvuusus8kmm5gNN9zQrLbaaqZ///6xzxPLbbfdtkU/6oaqdaHfqOeff96MHDmyJcCz/mbTbOGO1G1wjdKMaYL/YHBtn4YYXCv7KqisYvRtZWiDFaOvasHcfQ9xzeAaXt/5/ve/760TKomDis7IXXPNNZ72+d3vfuf9tw022MBboxo+fLi3npgmKYDOn/35z382eufPnTvXzJkzx1tLe+211/oGUWewFCRvxRVXNBtvvLH3T+uWwfN2aUbcxth2llDnth566CEvEYYCqqlNKkpeIQ7bbLONUYCR5ZdfPvaMlvqmwGxidP/995snnnjCfPDBB32s1ltvPW+Nb/3110/Uc2n6p2t0RvGdd97x1r/Uh2effdbj6if40PgpAN6wYcPMj370I288s3JM25Y011W9jhiVlOTss882J510UmwTbUH1wp+DNH30r7HVpzGQXlpiiSX6qrJdl+U5ec5MZqmfa7MTQF9lZ5biDvRUBwyuGpepU6d6iaPC5bbbbvPe/1GlrO9UXzfMnDnTC5z04osvmkcffbTvsX6yKa3LKLDuuuuuawYMGJBiSrVekqSDdLX0wm9+8xtvjSasFwYPHuy9a6UX5BlIo4nCjSzb4KrgZ9IiTz75pPe/0lq+xvGfLf0mvfODH/zAbLTRRmbo0KGpNYptr67Ie9NvU1TgtKrWtFxej0yrZbVuqSDImpv6nAS1oPS6xnW77bbz1hblOShc3vVDAAAgAElEQVSryNPw2GOPGQVk1udSn4s02tf2/ZDk98nzneI6P42DPFj6fErL63+1pur/LpKPRJ8pjaGS9ZX5G6KsOVBlPeipKulmrxuDa3Zm3NEhAjI/SjRoQ8/FkvTCU5ujInfJsCojY9BQqOv14tCLMlgk8LTItc4662TGYHuBpllUyfygiBuSDK5lPafsejppcFVftFirTKvBBVbNgyuvvNL7oZKl6MeesnD4i4u6V5mHFcV46aWXzlIV1zacAIKt4QNM9yAAAQhAAAIQgAAEupVAnqjBwb7mNbpicHV8xri8ISZ0Tz31lNlxxx29w2nBcthhh5nzzjuvxSjoOOrI5tVt6IgymGpTXW1ZdtllM6P84osvzAknnGAmTpzYcq/Wxk455ZS2Q3W2DeWqs5ZWfTAt2PGobGRXX321Z2YNlqisummMFZkHiht6hgDrcz0z1L3eUfRtg2ZAN+khl/VzERNk3dNJBwEVxPnUU09tebQt431VbYvSsDJX3HDDDUYHP6NK3QZXaUaxOuecczLzwuDaOoqae2eccYb3L1jqMIJXNZd7oV70bW2jjL6qDXX3PKhbDK4yadx6662eOTB8Xi5IWwfmFZjjX//1X62DoMPbOlt38cUXewfhsxbVf9RRR3nGEVuyClt9SYfadWZQbZ4wYUJs31S3TLdaN9U6nQ6bh8urr75qxo8f35LcIKqPMt/obOAPf/jD3GZTvXdlUjnzzDPNLbfckhpnHo6pK09xYdXriFG6XcaLrbbaKraFeYwTcRVicE0xIRp6CfqqsoHteT0Vdda9SqN7VGBX6QJ9p88333zWAS/6nap1BZlaf/rTn3oBHNIWva8VTOLYY481Q4YMSZ08KM7gqrYocKr8CHFayG+j3rWnnXZa5vd8GQZXGYJnz57t7Snec889bYHPkjjqDPzBBx9s5J8YOHBg7OWvvPKKlxAqrOt07v2AAw5IelTk322Zg9OsJ+V9oMvrkUlaVnPz5ptv9ta0FOQkqUjDyrB+9NFHJ45vXF3S9dLQkyZNSvWZWGONNbzfErvssoun410xuHaKn9jKn3TBBRd4idV8U3DS+GX5fCbV1Q1/R0+5NUoYXN0aD1oTQUALJdOnT/dedkFjnkvA0hhcoyLuZumHDv1JEEeJ9bi6bD860rQ7S/virsXguk8fniw/9KLmvyJkXH755V70uzTl3Xff9X4MBLPB5jXKpnke13Q3AQRbd48frYcABCAAAQhAAAIQaCyBIlGDg1CyGl0xuDo+pVzeEBO6KKOg/qYNSR2yGjRokOOU45tXt6FDrVFWL60TBos21HWIShFWsxbbBrEOiOtgobI+hEvUhnKVWUurPpgW7KMiEO+0004txmytx2mdeoUVVmjjYbs+jl/W8eH63iPA+lzvjXmP9hh926CB7yY95LJ+VhYCRcoP74lHBR3p5BT66KOPzIEHHugZSIIlTUbSMtsdlcnz2muvNXvssUfko+o2uKoh2qcdMWJEW5uS2orBtRWZ7RCqrigS8KfMOUlddgLo29pmBvqqNtTd86BuMbgqi5DWuoIJAGyUo85c6XzVAw884CXPUFaiokWmFa2/6WxVUokzBag/xxxzTCZzqJ6nhAUXXXRR3/NlJNG62/HHH5/IKNherRcqyIbakDXLmw7B66zi5MmTc5/ZFMef//znkYbkJLZ5/171OqJMHrvuumtL89IG/ytqxgozweCad5Z0/33oq8rGsOf1VCcMrlFrDHof/vrXv47MllrkO1XGL+mGX/3qV7knk96zRx55pFeP/n9SiTK4yuSp97XeuVnL/vvv7wUgS5vkqKjB9c9//rP5yU9+kirYRlJflBlX5jtlHrd8p3m3RwUMKxpk9r777vNMysE1uKJ1xvXX5fXIOC2rz8lxxx3nfQ6zFmUFVdAZZe7NWpRFWUFntO+dtShYjOa52q61QWV89UuSbybPd4qL/JRYUMH/FBwujWHexlifTyUn3HbbbXMHy8k6dp24Hj3VCerRz8Tg6tZ40JoIArYMlv6lEnNpDX5lAZaYkRgMRgNJeuH5z47aYEvTtqKZNm0/OpKi26RpV9prMLjmM7iKr6J3KFOGhEKwaAN06tSpZqmlloodBi3iKlqNIt4Ey7nnnusJz6wLmGnHnOu6lwCCrXvHjpZDAAIQgAAEIAABCDSeQNGowUFAaY2uGFwdn1Yub4j56G677Tbz7//+79aDUIriqr8pK+Zaa63VlesUnTB03HvvvZ75IVxsGUbTTGFbRlaNiw7S2Tblo4L5Vbn5W/XBNJ9TVEbWuLXUqMMXOpCgrBp5AhamGTeuaS4B1ueaO7b0rI0A+rYhk6Kb9JDL+vmqq64y++23X9uskJ4ePny4U7Pl5ZdfNnvuuad56qmnWtpV5/6zHhyV5UUaTP+iDkh2wuAa1dakswYYXL+eYlH73rpCxh3tfy+44IJOfVZozD8IoG9rnQnoq1pxu/+wbjC4av1E6z7Bw+c2slqjUhbRLbbYouXPOsB95ZVXeu+CMpNnpD2XFXWoXVrpiCOOyHUwXx3cd999vYxV6neR5CC6X6YEW6CNqBn80ksvFWp7sF4djr/kkkvMpptuWtsHpsp1xLffftsL9HLnnXe29EcGnbFjxyZm8ctjnIgDh8G1tmnl3IPQV5UOSU/rqU4YXKNMjDLIXXfddUbvElvJ+536zjvvGAXN0HpLGUWGOgWFWHTRRWOrsxlctT8nk20ec6v/sHBgjLhGFDG4ag3o8MMPb8umWoRhmkRNNjOqgszefvvtZu211878+Kg9ziqD+Lq8HhmlZeU5KPo50fgqON4666yTepwefPBBz++Q15ipB40cOdLoc6kssp0yuHaKnzLfKsC4/hUtRYLlFH12Xfejp+oine45GFzTceKqDhJ44YUXzJgxYyLF0MMPP2w22mijWluYlIo9rjFRm1ZJHdALQi9426G1pHv9v2uzR5EY9M8vWTKJpnmOosXpn80wicE1v8FV7KN+UJ1zzjledL64Q3K2H3ESbzLHDhgwIM3Qck2PEUCw9diA010IQAACEIAABCAAgW4iUFbU4GCfk4yuGFwdnyEub4j56LSRcsIJJyRuzmqTa7vttvMyFCgLqcyvUQfSXRqWThg6FLl29913N88++2wLiqTD8TZuUeZMBUw74IADIlFHbShHZX0tOmZVHkwLtk2ZNUaNGmVmz57d95+jDlAG77OZhOOyvhblwf3NJsD6XLPHl961EEDfNmRCdJMeclk/2/TOyiuv7O0TDxkyxKnZEsVR5hKZMeoqUaaduGAtalsnDK7KHCGdOXPmzBY8SXv2GFy/xhUVHD2NXq9rTvIcOwH0ba0zA31VK273H+a6wVXf4f379zfvvvtuH8wddtjB6J/MLB9++KFRoLe77rrLDB061Gj9JXzWSZmdlEXeZm7VeqOyfK+33npeff75Kq1X6rD7Qw895OmCKGNsGtOijbEO1Ovdr8xJwaI2KIvVqquu6v1nnY2cNWtWZFZWGS2WWGIJLwhKMLut1k1l9F1zzTW9Pv33f/+30VpdlBEgbXZRtUl1aE1QXGxFfVDwFfVDYyFTku7ROc477rgjchykE4cNG1bLh6aqdcSobGJpzdA+33A2sSQDVxy0tAZXGcE1z3W20y/KRBtOmKGzuuK38MILtzxW50EXW2yxrlivr2WSOfAQ9FWlg9DTeqoTBleNZlTQrzifQB6Dq74PFRxJATbCRe9X7VEqIO/qq69uFlhgAe+SN99808ydO9fMmDEj8l2rYA4KgBC3rxl+P2nNZ4011jD6Pg6WTTbZxHsXKziEvns1Js8995wX8ELBPmy6Je27KK/B9Y033vACFj/wwANt3KTn5OVQu/VO842+vkZ4/PHHY/VO0nl26UHxUN+DRUmjFOAk617yK6+8Yvbaa68Wb8qGG25orrnmGiPtWEVxeT3SpmWPPfZY8/nnn7ft7eszIlbS1gowprmoz6jWa6KKH7RFczmpJPmGpH/1O0GfG2ngP/7xj96zFXjkgw8+aKlen2MFJnnrrbf6/nvSPnqe7xSX+Ok3jhKqTZgwwYra/46TJl9xxRX7vt/mzJnj/W4J/t4IVtDkhGroqaRPZb1/x+BaL2+elpFAmggp3WZw/fTTT42yKGihwF80kxjSS7tfv35exDWJYC26BV8Siuam6C5a0CtSwsI0aWPP9iyJ+//93/81Enivv/66t9Cmg3R6qesFd+2113op3cMFg2sxg6t4Pvnkk31zQyJDQks/iBZaaKHIaWHL/qofEPqhU3f24yJzl3vrJYBgq5c3T4MABCAAAQhAAAIQgEBGAmVGDQ4+OsroisE14wDVfbnLG2JBFmnW+sLs/ANfW221lbdZtvzyyzuZ4bUThg5tpivrrQ7ABYsOz2lDN3wAKW5eamN5p512atngS2PMfP/9973N7Hvuuael+qqyllZ1MC3MRgcJdt1115b/vPPOO1sPUAYvsm166u9JRuG6vzN4XncQYH2uO8aJVpZGAH1bGsrOVdRNeshV/Rx1gLTqA3Z5Z41tzFWXDpXVmZ0riptMHDqYOHDgQGsXO2Fw1aE/ZTpRBrVg0eFZ/beowMQYXI13mFcGn5/85CfWw3YHHXSQ+eUvf5mYLSfvfOe+4gTQt8UZZqwBfZURWJMvd93gGmSvM3Q/+9nPvHUZnaMLFh3W/tOf/uQdZg+WKLOFzlWdddZZ3tpVUjY1HXrXIXBlTgsbRtIYQ6MYB9upg/gKAChTaDhxhPp28cUXe+fAws8fPHiwUZYxZVRV0Xqp3odiFD5HqDN9999/v/ccWzZcZamTMTWuyECi4BthY67ukVH4tNNO80yq4fHx65SpV2uTNpYyvujc5KBBgyr/yJW1jqiznr4ZWvrXZirSOurll1+e+hxeHuNEHLC0BldbHTZNnxR8pfLB4wGpCaCvUqPKe2HP6qlOGVwV0MKWBCrqTLoGNs93avActj85dHZfiYaOOuoo7zx/VNF5bL0jbb9N02gG2/sprIXOPPNML/uk7Vy4El3pnP5JJ51kzRCv+seNGxe7l5rH4CqNMX78eGtGSAVKkKHuX/7lX2I/a/7vevUvHJAjKWiV+q3f/Mcdd1zLM9Ls3aV9/1W1t+k/39X1SLUvjZZdd911vc+INK3NyyI9ff7555uf//znbciTxte/IU6H6rlK8CbTqs3QHKfngw2qy+AahlAHP31OJk6c6GWtDRf9zvrxj3/sJR2M+m2k7zetvYmR7TOqtUsZ6ZtW0FNujSgGV7fGg9YECGixQ0IkvLkThtRtBtekQf7444/NkUce6UWi8YsWQcRBkVqKlvCixI9+9COj/6ZIb8GihTFlbnj11Ve9BTJFuHj66ac9M2tSyvcpU6Z4C13hgsG1uMFV4kMH4i666CLvnza0kyLPhKMUSihqjBR9JuneovON+7uXAIKte8eOlkMAAhCAAAQgAAEI9ASBKqIGB8GFja4YXB2fVlEbYlU2O29EeUVO1QahDjjlKX7GhW222cY7ULXUUks5sb7RCUNHWYfcFT1ZG4La0A6WsWPHegH34gKrRW0opzHH5hn/sg6mxT1bB9YUbPCKK65ouSxNFGht/OkAoTYPgyXvBnseRtzTHAKszzVnLOlJKgLo21SY3L6om/SQq/o5yvwYtZ/b6Rmhg4XK5hAs2ofU3uQGG2xQW/OkSaVn9S9Ykn6zdMLgGnVIOGmM0xw0rAK4DCgKqpNUqjBOiZXOTuh8grLR6QBx1DmFrKaSpP7w92oIoG+r4RpTK/qqduTuPrCu90haU1yUsSPveSZldFVygLAmUbZQBXRLezZKySqmTZtmDjnkkLa67r77bi8rWVRJYiyjycknn+wlvogqcdnk/Htk+rnwwgsTzxBGZTyXGUb8/Sy24bbEHYrXeUYZhuP64NenehQQ79BDD20LTCEO0m1hk2/Zn6AkA1FZz9OYyBztZ+RNU28eM1ZcvRhc01Bv5jXoq8rHtWf1VKcMrnkMgHm+U23rGWmMocH3nH6nKitlMDOk/p4UTCLu/aR1DAW8UDCMpBIVVFj7qDfeeKNZZ511IqvIY3B9/vnnPdOtfqMHi9aFZFjNkrxLXoR99tmnrS61S0bZKO1ma4N0SZJOC4Ow7QPmqSdpjMJ/d3U9Uu1M0rIKKiYdGBVEzu+r9KzOAMgoHi5pdKj8EeHM8qpH+lH/koLWSM/LEC/dGs7m6renEwbXOvipfzbzvv67fsdMnTrVKHBOmqIEfQrQp6y4wbL55pt7fqblllsuTTVdcw16yq2hwuDq1njQmv8joM27E0880RNqSaVJBlct7mjzV5HjgkUvA20cpV1wi2M2Y8aMlugJyuCpyGoSbMrIqsguEoFRKcaTxkN/V5QW/Qu3N4/BNSryb5p2pL0maQ6FxXzaBdng88P98OvQNcccc4wnHFwuSYLO5bbTtnwEyvi+yfdk7oIABCAAAQhAAAIQgAAEHCLgG10fCLZJ6xcUtwi4vCFmIxUX/TMr2U022cTbBNVhtSWXXDLr7aVd3wlDh4LT6fCeNqqDJSn7U7jTtkywaSPpqq5nnnnG7Lbbbn1ZJPz6q8haWofB1dYfraHqQH2ajT9bhPEsPEublFTU9QRYn+v6IaQDbhJA31Y4Lt2kh1zVz1GHyaT5dGh+kUUWqXAEs1dt02ZJptLsT0l3h60tyu52/fXXR5oNOmFwVZBpGVx0mDZY1l57be8A3korrWTtcNJBw3SUsl9V1OCa/YnZ71AWu0suuaTWrMHZW8kdIoC+bew8QF91wdDW9R5Je54qytghk8ikSZNis6aFcUetj+U1UcqkonbMnDmz5VFJ78Q4xln6FWUeUWOks6ZPn54qS2hUQDut4WnNbvHFF7fOXJ0dVMKExx57rOXvhx12mBcIL8lUELxJ+wjKdjp69OiWrLRpjDdlfKyqNrgqQ7Cy98mEkYWL+pbHjBXHBINrGTOmO+tAX3XnuFla7Zye6pTB9amnnjI77rhjm2n07LPP9jKW2krW71Rb35R8SnttQ4YMST2pogKeRp2f9yuOej/p/ajgHMqSnrYogZX2SLW+ESxKLiYzYlQA2zwGV5spOK/ZLUqnJGnJqHmZNfOqbR+wjkC1rq5Hau6UpWVVly3Rm/570v51lA7PqkOlQaWZFbRGfqRwSfJDZP1OcYVf1HdS3qBwL7/8sqfjw98vF1xwgVGQ7CZpEAyuad869VyHwbUezjwlA4E4c+suu+xinn322ZbDUknmxAyPTn2p7UWe9MJLU7kypcrcGlwkyrLIZXvGp59+apQN909/+pO3OKLoKYrkVmWJEpkYXNszuGocMLhWORupOy+BJonPvAy4DwIQgAAEIAABCEAAAhCwE8Dg6t7McHlDLI6WAq4pkvGUKVPMQw89VAisDhRpo+roo49OjB5b6EERN3fC0JE3+1O4CzfffLPZddddW/7zlltuaa666iqzzDLLJOKKyniqTS+tQ2Y94BX3wKoNrlEZabP0JWoDNusGeyJ4Lmg8AdbnGj/EdNAhAujbcgajm/SQq/o56jBZ0gG/ckYwey0uGVylXffbb7+2TsSdJeiEwVUNzMOtLmNSGGCSmce/vlPtU8a0n/70p2bNNdfMPoG5o3YC6NvakXf0geirjuJve3hd39NpNUuUsSPteyfYwaKBysKwooJRnH/++d75rqgSxVhra7feeqtZb731Uk0KnZtUtiQlwwiXX/ziF14b0n6f2oKwJWWNt2XD1aF4tUfmn6xFB+2ViU1tD5Y61snqMLiOGDHCHHHEEZ4W6devX2o8eYwTcZVjcE2NvnEXpv0+aFzHe6RDndRTnTK42r7PNNxx5/Ozfqfa3tlJAbKippzetUrmpcBLqkPBUldYYQXv/0dlS496P2XJIBtsj22PLyn4WFaDa5Q+KRLoNpysS31KCsSha2z93WyzzbzkYssuu2zit0PUPqD2qqVlqyyurkeqz2VpWZ+fbZ04Kbhb1FxOG+AlOHZR32FJ3yf6e9bvFFf4RWU4VlC4PffcM9fU1jkO+ZqCRuEsZwhyPbQDN2Fw7QD0mEdicHVrPHq+NUoHroil06ZNa2OhyGoyuB5wwAFm3rx5fX9visFVL9MTTjihxXwqsatIrXFRYSS2FO1CmRZef/1189xzzxlFTZAReO7cudboE2VNtLXWWssoaszQoUPN6quvbpZffnlPnP/zP/+zmX/++dseg8EVg2tZc496qifAAlj1jHkCBCAAAQhAAAIQgAAEupVAJzdUu5VZ1e12eUMsTd+/+uor8+c//9ncdddd5qabbjL33Xdfmtus12gTWQemtt1220yHinI/8P9u7CZDR7CvUebUrAfmbJuOWQ/wpRmDqg2uUeZUzUutTacpUZvjOgyoTVitn1IgkIYA63NpKHENBMohgL4th2M36SFX9XM3GVw///xzo4wgkydPbplASYcoy5lt7bXY5p+uwuBajHhao1Fdxim/NzosrPmnw69lBtQpRou7kwigb5MINevv6Cu3xrOu7+kiBtc8mdNE+f333zdz5szpOy+nxA86yzZx4kTzzW9+M9dAZDV96CFRjNMYNcKNtD1f62y33367kTEgbbGZf+O0WlQ23KzrhOH2SXtrrbbug/FVG1yD/VQCkzPOOMMMGjQo1fDkMU7EVYzBNRX2Rl6EvmrksPZ1qpN6qskG1yizpkxgBx54YOpAEnlnn+39JK/ADTfcYAYPHpy52jzZ57NqHQWskN6SgU7Z3uVNkPaZOnVqpqy3wc7Z1uaSAnHofnkl9t57bzNrlhIff11kxBs+fHgivw8//NDzoSjLvF+K8E98YOACV9cj47SszI0XXXRRZl2dVYdGZR8tEhTl8ccfNzvttFNbRuikhHZ5dFrUb4G6+GkMbVmWi2Ym1m8t9eGee+7pm8n6jaXPzxZbbJFl+jt9LQZXt4YHg6tb49HTrVGWUW1C2CKQ+enFZeDcY489WgyuioIlY2WdReL9+uuv97Kh+iXphZfUPhlZDz744JbFnKQ03nFR25Kel/bvWU2scfVicMXgmnbecV3nCbAA1vkxoAUQgAAEIAABCEAAAhBwgMDvjDGnG2MeCLalkxuqDjBxsgkub4jlASbTpTZH77//fs/s+rvfaSqmL9pYOfvss72MrrYgbOlrSn9lJwwdn332mTnqqKOMIiQHS5oNYP96WzTXPAfmXnvtNTNq1Cgze/bslrYU2Xi00a/a4Kr5ps2+4IG7DTfc0FxzzTXe4ci05amnnjI77rhj26ZpkWjWaZ/Ndc0hwPpcc8aSnjhFAH1b4XB0kx5yVT9jcM0/QbvF4Krf0zI/6F+wJBmD6zImhUfAJYOrghnpt87IkSO9LHgLLrhg/gnDnR0hgL7tCPY6Hoq+qoNywWfU9R4pYnBVJiCtvwwcOLBgb4vfntX0oSdGMdYa5UknnZSpUbbD6VnW+/yHZT2cbzMi5FknDHfWZkTR+u1vf/tbs8EGG2Rik+XiOg2uape0is56aqyS3nlZxyap3xhckwg19+9Jc625PW9cz5zTU50yuL744otm99139xI8BUuZGVz/9re/Ge1dnXPOOS3P0B7QmWee6f3mXGihhSqbZLb309ixY815552X67laZzjrrLO8PgWLsr6fe+651t/OebRO2UDyGlw1flpTUR+CJS1D2z5g2nuLMnB1PTJOy55//vlGcylryap1bPvM0ot333232WijjbI+3rs+ymOT5PfJ2nYX+EX1Ne/4+cCjvi/z/MbJNYg13YTBtSbQKR+DwTUlKC6rloBeTIcffri588472x4k578igWkBy/bSqLZl6WtPeuHF1SSj7JgxY8xjjz3Wd5lEsqKbDBgwIPLWqBdH+lb/40otsCgCiZ+JVVkEJNYlDso8BFiGwVURH6ZMmRLLJa7/f/rTn7zoK8EfQElZgMNiPu2CbLAd4U3VrPPF9oMx7YZisB3hvmRtR9a5xfXdSwDB1r1jR8shAAEIQAACEIAABHqCwD8bY14xxuh/qyj+Rqof+vTvwYdgcK0CebE6ozbE8qwdFGtJNXdrXeT3v/+9Z3ZVltc0hleta2kNaa+99ko8UFRGqzth6CgaDTYq0+jo0aPNhRdemCkTUtSGctlZS6s0uJYZHTgqM27RSLllzFXq6B4CrM91z1jR0lIIoG9LwdjZSrpJD7mqn5VFQnvj4T3zPJm/6pgNNm2WZNSsql22tiRlgouaB0l7x0X6EHVIeLPNNjP6DC277LLW6l03P0e1T+cQkgLFiIkCHAWDzAQh7L///t7BVRlsOMBfZPZ1/l70be1jgL6qHbm7D4z6nu7UmSHbe1sZ0yZMmGAWWWSR2kF+9dVX5u233zZPPvmkufHGGz0t9sEHH7S0I4lVFOM867M2XZ3nrFrWw/kzZswwI0aMaOl3kkZJM1hR+ufKK680ynxaVSlrHfGvf/2rp1P8OXLzzTd769Q27SLdo34NGzYstltZxyaJEQbXJELN/Tv6qvKx7Vk91SmDa9TvdO336V1oK3m+U23vPL/uNdZYwzO5KmCB/n///v1LnWi291PRd6KtP9tvv72XcMzmQeiUwVXZ4p977jkvG6Qy1mrsgiVtQA9bZs40+5FRe5lps78WnQiurkeqX1FaNi8bW31xa4aPPvqo2XrrrVv0VRk6VEb2k08+OZOuz/Od0ml+UYGoFVBmq622KjR1bb9NOvnbrVBnIm5GT1VBNX+dGFzzs+POkggoS4CEp17c4aJFE5k8l1pqKe9PTTS46rCToltMmzatr/ta7NCC2TrrrJNIWXyUjSKpBDOxSgjoMKBflCFXJuKFF144qRrv7zr8dscdd5jlllvOM8WmLWUYXNMK2Kg22eZQ0iYlBte0I8x1TSKAYGvSaNIXCEAAAhCAAAQgAIEGElBW1fEV9CtsbPUfgcG1AthlVunyhliZ/fTr0sH/hx56yFx++eWRh4l0bdch6YQAACAASURBVJY1tqLtdMnQkfbA2/vvv+8ZKLSRHCx5Dt7pfs3Dbbfdtu1wV5lZS8s6mGYbb9u6YZHowLY5ofpuueUWoyB+FAgkEWB9LokQf28YAfRtAwa0m/SQq/o56gBp0f3RqqaX6wbXJLOtSwbXpDHuVoNrkhnIn5syjsybN887szB9+vS2KbvuuusaZYf44Q9/aPr161fVlKbeigmgbysG3F49+qp25O4+sBsMrnFZxsoiK6318ccfm5dfftnoELgC6snU+sQTT7QZWsPPTHqnRTFOOpNm65tNVysLrLTXfPPNlxpH1sP5tsyxMouccsopXpKMIkXZeYNnI1VXEtMiz9O9Va0j6tyk5tCJJ57orfOFi5jJUKRgK1El69gkscDgmkSouX9HX1U+tj2rp1wzuMbtW+X5TtU+o/bSZLKMK3r/KXukfrMr2/wqq6xizYiaZSba3k959ELwmU899ZTZcccdzVtvvdX3n9dee21z7bXXmpVWWqmteVUaXP3AENJab7zxhpFHZM6cOd6/sKE13LCktRH/eo2fEl2F38NJ+5s2E6DG9aqrrvKCalVdXF2PVL/L1LJR9cWt09n0r/awL7rookI61Gb+TtKgeb5TOs3P9h2gcZg8ebKXAK9IURI/+YyCJe1ntchz67wXPVUn7eRnYXBNZsQVFRJQFk1lUZCACZewuVV/b5rBVUJOmzTjxo1r6f4ll1xiFN0gTQTSe++914taobLBBhuYQYMGGZlZBw8e7BlQdZBv8cUXb9noCZti4yK12IZfWTL2228/77Ca0pfvvffeqTK99rLBtWjmVDK4VvhFRNVWAgg2JgYEIAABCEAAAhCAAAScJVBFtOAoY6sPAYOrs9PhHw1zeUOsSnQ6TPTKK6+YM844w9t8tJW0Zs+i7eyEoSNqrTTtgTdlGlBG0ahMSUWZ+PeXmbW0qoNpautll13mrclWXcaOHWvOO+88s9BCC1X9KOrvcgKsz3X5ANL8LATQt1loOXxtN+khV/WzMkmceuqpRtkFgiXuUGInp4Q0uPaMw6XowcysfYo6eKtDijJTDBw40FplJwyuUQfekg7tNd3g6g+QMujddNNN5vjjj/eMR8Gig8UnnHCCOe6440rPoJN1znF9PgLo23zcct6FvsoJrqm3dYPBNemgedaxkfFh9uzZRmfcZGJVIIVwVtYsdSa1r8xD7TZdnfR8W1+yHs63rbtlYZT12qwJObLWX+U6otqiNVWZXC+++OK2pknTjx8/PtKQnHVskvqOwTWJUHP/jr6qdGx7Wk91yuBqewdqlOOyEOb9TtWagEySSabL4Cz71re+5QUw3WmnnbwATEreleacf7CO8PspKThXmlluY6Dss9dff71ZddVV26ooy+D65Zdfmrlz55pZs2aZRx55xMgIl4VnuGFZTHO2Pb3Ro0ebCy+80Cy66KJWbMrCvuuuu7b8TSwUzCPrOKYZl/A1rq5Hqp02LatgHUrWNmTIkMzdzZrB1ZZptQytaGOepKvzfKd0ml/U3Mo8cClvcHWtOmXz2y5DT+UlV819GFyr4UqtKQl88cUXnjCQyTNYRo4caSZNmtSXudX/m+2lUUZ0gZTN7btMCxRnnXWWeeyxx/r+W9ILz/YM3yga3Jw56KCDjCKiRQks1SNjrF6GiionA6uywIZNrHF9CppidV2ckA3XIwE6ZsyYlr7/+Mc/Njo4J/EeVzC4ntaHR8ZgRR9MWzC4piXFdWURQLCVRZJ6IAABCEAAAhCAAAQgUDqBMqMFJxlb/cZjcC19GMut0OUNsXJ7aq9Nh6B1cF0bXWGzpiLu3n777UYbLVWWThg6Hn30US/wXbjPadadtOmsoHtah6y6lJm1tKqDaR999JFnbtVGbdVFkXIVFVwBCikQiCPA+hzzo4cIoG8bMtjdpIdc1s/hQMWaHnVp2qxT8cEHHzTDhg1ru00ZQvbYY4+s1eW+XgYWGUTvvPPOljqSTKOdMLgq29eee+5plFkhWJKy1vWKwVVMFMjogQceMPvvv3+byVV/P/300z2ja//+/XPPGW7sDAH0ba3c0Ve14nb/Yb1icNU75JlnnvGSNSijV5lB3ZLOBdoYZzmPF5xFnTC4fv75514QCZ3DrKtUHZiwqnXEIJ+XXnrJ06HBM6T6u7K4Kiv9CiusYMWZxzgRNy4YXOuate49B31V6Zj0tJ7qlMHVZnJLWhMp8p369NNPGwUl1fpAnqLv+3322cfsvvvuZskll0xVRV0GVzUmKgBZUYPre++952VmVzKvcHCqVBAiLspicLWNe5wh0zanNbduvfVWs9566xVpdup7XV6PzGpITep01vqKzsmo9tgymybp+jzfKVn7Wza/6667zltvrKuUYcyvq61pnoOeSkOpvmswuNbHmidFEFAKev3Q1yaFiv6/DK+2SKq2l0bdEWDVRtuLKOmFF+6+zSgqsXv55Zf3pQP3jax/+MMfjLLdKtOtBLUOr6mkOaxmw/7iiy96glp1+iUuwo1/zTvvvGO0uHTbbbe1VBtud9Rk71WDqy3a8tVXX+1lvk1bMLimJcV1ZRFAsJVFknogAAEIQAACEIAABCBQKoGyogWnNbb6jcfgWuowll+Zyxti5ffWXqMOsE2cONEcffTRbRdMmTLFW9OqsnTC0BG1WaW1u+HDh8d2V5lv99prr7bDV1UxKitraVUH0x5//HEv4vZbb71VFYKWerX+LRNDHRGha+kQD6mEAOtzlWClUvcIoG/dG5PcLeomPeSyfg4HKvYHJI3Gyz14OW+07TmrqjqzX+h5Ue1QgGa1Zb755rP2sBMG17xBanrJ4KrB0u87mUIOOeQQqznp3HPP9Uw4888/f87Zy22dIIC+rY06+qo21N3zoF4wuCo763nnnecZNPMYWxWgTRnZFKRDGV/DyTqSzgWWeai9EwbXKCNTlbO8CQZXaRYFEJQuCZc4/Z7HOBE3Fhhcq5ypbteNvqpsfHpeT3XC4BoVbGHDDTf0gtwqGZStFP1OVYIpGTUnTJiQ26yp5FCHH364Of744400RVwJ73NlMXVG1WtjoGvLNrjK06AArmeccUbuTK3yG+yyyy5m2WWX9fwiwZKFhRKsKfiV9oaDJcpXIf+Fkq/Ju+GXpMBoZX/DuLweWaaWFbes9VVlcLV9NpJ0fZ7vlKz9TZpbWeuLyn6d9Jy8f8fgmpcc96UhgME1DSWuqZyAftBLKCh6gDYjojKBNsXgGmUU3XfffT1z67x58zzxN2fOnFj2WU2SfmW2KLZJZllFXNFizK9//euWNulHw5VXXmmNzhtufK8aXG0/9rJGLrZlkcgz/mERmCTUKv/w8wBnCbAA5uzQ0DAIQAACEIAABCAAgd4mUDRacFZjq08bg6vj887VDTFFsL/55pu9TSytd/2///f/jNZJtL600korlU5V5kStr82cObOl7qRsSGU0pG5Dhy2gmvoRF5042M/LLrvMy1haVykra2kVBlex1Ga86q6rbLnlluaqq67ysrFRIBBFgPU55kaPEEDfNmigu0kPuaqfNR2iDiWOHz/e6F+VATKk1U8++WTz5Zdfmu22285ssMEG3r591DNt+5fqQ90HBGfMmGFGjBjR9mlK2kvthMHVlqFXDU8KRt1rBlcx0cFZmYvGjRvXNrY6MKxARgraU+VnokFf0U50BX1b2zCgr2pD3T0ParrBNeocXtwIrbXWWkYHszfeeGOz9tprm+9973t92cHzHLDPegg9rm0YXMv5bFWxjmhrmS0zmK6LO5OXxzgRRwWDazlzphtrQV9VNmo9r6c6YXB98803vaRBs2bNahnYpDWGsr5TtRaiYKjXX3+90TpDnsykWpvQ7/6llloqcnKG30+bbbaZ0btfhs+8xcZAv5u11qC1nXDJo3XifqNHtVv+AumtjTbayMuSquz2/jqTbU0mi8FVz7QFidt5552N9kAHDBjQ0izbesyll15qDjjggLzYM9/n8npkmVpWYLLWl2dOphmAZ555xuy2225GZxb8kuSbyPOdkrW/SW3PWh8G1ySi8X9HTxXjV/bdGFzLJkp9uQhIDEsQ7rDDDmbRRReNrKMJBldFmdEmjKK9FC15s9dKiKsNiiDmFx1oU5sWWWSRtmYpyp2unzZtWsvfJD5/9atfmc033zzVxlGvGlxthuKsY2djl7TRaZtfGFyLfup6534EW++MNT2FAAQgAAEIQAACEOgaAkWiBec1tvpwMLg6Pk1c3RCzbRrFbagWxRxl+qw6G4DaXbeh4/333/eMA/fcc08LNm3SaUN28cUXj8SpLBaKJB0OZKcMpraN7qzj8vrrr5sLL7yw7bYyspZWcTAt6tDEmDFjvMONRctzzz1nZK4Il5tuusmLUk2BQBQB1ueYGz1AAH3bsEHuJj3kqn7WlIjSalEH9MqcRjq8OWrUKDN79uy+aqWHpKeVSbN///4tj1PGqrPOOsuceuqpLf89bdCVMtpeJPBL3QbXqAPCSdloxKkXDa7qt4Jwa/7dcsstbdNFQXQUVHrIkCFlTCXqqIEA+rYGyMagr2rB3H0PabLBVVnXlL1LmVttRWfbZBzZeuutzWqrreZlf9P6ZFwW8DwH7LMeQo+bRZ0wuErXKQCc/gVLkgHA5U9DFeuItv6+/PLLXlIXGV2D5bDDDvOCdSy88MJtt+UxTsSxfvHFF83uu+9unn322b7L0pqEbPOtjvV0l+dON7UNfVXJaKGnjPGC1Sp4rEyBwVLl94N+o2+77bZtmdiTkjeV/Z2q/srM+cc//tHcf//9nrdBbUubIV7f/8oqH+WFCL+fysiEmJVBVq0jnTB9+nRvbcjGQdpKJla9exQ4ZJVVVjGLLbZY2zpScC6VYXC1BT5WYNlbb73VM9T6xRagTZlk1acVVlihki8SW6Uur0eWqWWj1rHi5rptTsZpqbSDZmOepG+zfp7y9Dep/VnH48EHH2xLVJdWCya1pRf+jp5ya5QxuLo1HrQmgUATDK7q4jnnnONFvy1SJMJuv/12TwzmKcoQsN9++/XdGrVxFpW5VVFULrroIrPHHnukMrdGvcCTIueGF1GKvnDzzKGwcMr6Iy18SC7P2GkctKEczECS1SSrMcDgmufT0pv3INh6c9zpNQQgAAEIQAACEICA0wTyRAsuamz1gWBwdXpqGG9jVdkGwiVp3aXqbkUd7lGmHa2vVFFsG2BZ13LytKtuQ8d9991nZHIIbySr/6ecckrsep0iUMvMqo1fv2jzWYfGt9hiizzdb7knKpPuNtts45lqv/3tb+d+RhUH05RleNddd21pU1kZZ1Xp888/b0aOHGleeOGFlmfUMS9zg+ZGJwiwPufEMNCIagmgb6vlW3vt3aSHXNXP/qApSPGxxx7bMoa2A3plD7It84WeEacxbdpS95QR3CRN/1555RUvi+djjz3WcnlShhddXLfBtYgu7FWDq8ZJgZNkGgnraf1NOlsHrsOZWdLMHa6pnwD6thbm6KtaMHffQ5pscL3tttu8IHDhNTIF6dD5PGWlX2ihhVIPWl6jZ9ZD6HEN6oTB1dd8p512WkvTyjAWpIZf8oVVrCPamphHp+UxTsThKWISwuBa8sSruTr0VSXA0VMdMLgqeJWCLOi7O1i0d3X33Xd75smoUvZ3qu05Siolw6tMZAo8qz26KMNr0n5b+P1URpAw23sgLjNsVoPrq6++avbZZx9vHSU8PjJCjx071iyxxBKZPpBlGPKk27SGdtxxx7U8W4HYxo8fb+abbz7vv9vWrtRmGZGz6MRMHbRc7PJ6ZJlaVl3PWl/Y06I60qztJY2JDOrKrBwsTTS42uaW/EUKDLfSSislYer5v6On3JoCGFzdGg9ak0AgjzmxCqi2F2/SCy/YDtsLM66dMpOuu+66Zp111vGiyUnQ/uu//qu3UdOvX79cXVTUsB133LHlIFs4I6ii9Cqbw5133tkmSnUQUZuFli/1yPb0agZXW5S0XIPmyE1FTcaOdINmJBBAsDFFIAABCEAAAhCAAAQg4BSBrNGCyzK2+hAwuDo1Hdob4+qGmC0irlo/evRoL8NnVPTiIrh7weD6xRdfeJkpJk6c2IIqjekh6pBAGebTvi+MiExeSZv6aca97INpyvJxxBFHmCuuuKLl8WWaT6MinZdpok3Djmu6jwDrc903ZrQ4EwH0bSZc3XFxnQbXInpINF3Vz/5I2/Zx9bfwAb0yZ0YU0yQN9+GHH5oDDjigLcOmDp8q4M6gQYPKbGZLXTrIKE189NFHtz3j0ksv9doVV+o0uEYdulT7brrpJrPLLrvEtjWPcaIy8JaKqzROiZ3G8+CDD7Z26YILLvAO02Y5t1AnG571NQH0beWzAX1VOeLufUCV39N5qGQ1VUQ9I2pdR9mhFGRtjTXWyNy8qHWcpHOBWQ/xxzWsUwZX23PLXDPMPBgFbyh7HTGqOVFBHuPWF8s2Y9kC1aQ934fBteBE6/Dt6KvSBwA99X9I687gGhW8SoFeL7vsstigRmV/p6aZVdIgs2bN8ky5TzzxRNstMn2ee+65ZsEFF2z7m+39pIAdw4cPT/No6zVZzYFZtZjG4MADD2x7tvbWZELM42OwvX/SvruCDbGZV7fccksjJto3ta3HJK115R6IhBtdXo8sU8sKQ9b6bIbnOJN22jGyBRFM0vV5vlOy9jep/Vnrs7U5TYCApHb0yt/RU26NNAZXt8aD1iQQaIrBVVFGd9ttN/PSSy+19FjR43SwSWZWLbbJxPqd73zHfOMb3yh9brz//vuesFQ0Gb+cdNJJXgQcRS15+umnvY2gcMSVPJlb/fp71eBqE16lD2iNFeb5EVFj83hUSQQQbCWBpBoIQAACEIAABCAAAQiUQyBttOCyja1+6zG4ljOOldXi6oaYNg3POuss7yB+sGhDURFDN91001KZRG24n3322UbrXlWWOg0dWmtSBqNgBlb1Lc1Gf1R21bIzbEVl8ioaEbnsg2lRWbTSmAyyzCdblljdXzb3LG3iWvcJsD7n/hjRwkIE0LeF8Ll5c7foIdFzVT/7Ixtn1rjuuuuM9pTLLlFZMtNoTNvYq33S4QrM4mfMKLvN2mvXfnc4e+v6669vpk+fblZYYYXYR9ZpcLWdc1Dj0ra1lw2u4vTxxx+bI4880jugGi46X6Hfl0OGDCl7ilFfyQTQtyUDba8OfVU54u59QFMNrlHGwiLrLe+9954ZNWqUmTlzZsuAJx2Ez3oIPW42dcrgaguykiagXtInQwFRZPbUWcXvfve7ZvDgwd75SJ2L1P9WVcpeR4xqZ1Rwmrg5Y9OGMmRff/31ZtVVV82MxGbeSHu+D4NrZtxO3YC+Kn040FP/h7ROg6sCsyqT5sknn9w2oGne6XnMaGXNnHfeecd7x8mgGizbb7+9F2xDSazCxfZ+0n875ZRTcgVuUnbZcePGeZlMgyWuziwG188//9zLkDp58uSW+tOsF0Vx1v6xzMH6Fyxp313Be2xraEEDqy0wW9AAW9ZcSFOPy+uRZWpZschan03XFzVo5g1ck+c7JWt/k+ZL1vqigo6n+Q6Na4tvEL/hhhvM0ksvbYYOHWpWXHFFT8evtdZatWZATmJW5O/oqSL0yr8Xg2v5TKmxQgK2l4Yi7C+//PIVPrW9ar30tKDwwgsv9P0xaSErWItePGeeeabX7jXXXNPbhFxiiSVM//79a+uHfhTocOE555zT90xFu5ConjdvnidIxTtYtMh08cUXG0VnyxMBtQyDqwy2Mv8usMACuVhp7ObOnWs++eSTvvsffvhhoyjCUSUs5rNmcJg6dao55JBDcrXXxZvy/IhwsR+0KZ4Ago0ZAgEIQAACEIAABCAAAWcIpIkWXJWx1YeAwdWZ6WBviMsbYmrbtttu27IWo15o41NrJgMHDiyN7pNPPukFlXvttdda6vztb39rttpqq9KeY6uoLkOHDtlpbeqWW25pa0YaU6bNaFnGQbVwY7T2dvjhh3trjcFSNGtpmQfTorJopTUZZJlQb775ptl77729iN7B0qlN9Cxt59rOEWB9rnPseXLlBNC3lSPuzAO6RQ+Jjsv62R+9qAAZOvCpA4Dzzz9/aQOt7K06SKlDT+FyySWXeFk64vaG3333XXPQQQeZGTNmtNyuveUrr7zSDBs2rLS2+hXpAKPMs+EDlvp72oyedRlctT+ttl544YVtHNIeNOt1g6vARf3e0980/3SYd9FFFy19rlFheQTQt+WxtNSEvqoUb/dX3lSD66OPPmq23nrrtnXH3/3ud7kD60UFbUs6F5j1EHrcrOqUwdWWLEPt1PnC8ePH5w5act9993lrwcGzeqo3zVpmkU9fmeuIUe2IWl/U9QrAsccee1hv1fq1jNSzZ89u+XvSGUZbZVHBcdKe78PgWmSWdf5e9FWpY4CeCuCs0+Cq3+baPwnv7aXdq8liRtP39gcffGB+//vfm2effdYoCKr+99BDDzV77bVXrgmVNROp7f1UZK/Ilv02KUNpFoOrDKIKLnbnnXe28JE20L88XgKb6VSVp313hQfKNga+fpFfYMcdd2wJGpx2LSbXhIi5yeX1yDK1rBBkrS9KzxQxf0cFOU7S9Vm+U/zhztrfpLmVtb6ooONFvlvUxqjA2UUDWif1v+6/o6fqJh7/PAyubo0HrUkgEBXZ1AVwSS88F9oYbsO9997rLfQFi0yuiiwWXlSSqfSiiy4yG264YZsgVeQMbU5qUWa11VYz/fr1s3a3DINrFRyTFoeKGFyjouNU0Y+66sz7I6Ku9vGccggg2MrhSC0QgAAEIAABCEAAAhAogUBctOCqja1+8zG4ljCQVVbh8oZY1IaUeBx11FFehtcyDiHrOcccc4yZNm1aC+qiGzdpx60OQ4eMB+eff741ivXw4cO9vi+55JKRTY46kFAkynIcn8suu8wzQ4RLkY3jMg+mRR3aq2JTTsEGZURR+8Ol6sN8aecw17lHgPU598aEFpVGAH1bGkq3KuoGPeQTc1k/+22MOuynQ4pTpkzxDl7mOUQYnjU6AKVspwrWG94fVoDgq6++2gwaNChxsilbiQ48huvQgdTLL7+81Oxcf/3rXz0zrjKUhMvmm2/uBVlZbrnlEttch8H1q6++Mtdcc4057LDDrPvvaTPyYnA1RnN14sSJ5uijj24b27I/F4mThwtyEUDf5sKW9ib0VVpSPXpdUw2uZb/L44J+JJ0LzHoIPW4qdsrgGrV+VSRbelQW9rSmpSIf2TLXEaPa8eqrr5p99tnHC6ATLElB/qI+k9L5Cm6YpUSZstOe78PgmoW2e9eir0odE/RUAGddBtc33njDC5YazoCqppx99tlesKj55psvdqCzmNGiTGBF9oVs5/DjvoNt7yd1UOsvMvpmKXp3a99QnIIlaW80i8G1Ch0ZtYaU9t0VZmQz+SqRl9aH9O/YY4/tu2XllVc2N954oxkyZEgW1KVc6/J6ZJlaVrDy1GfbV86rGeMyQyfp+izfKf7EyNPfuEmVp76ooDJpghfa2qLvy0svvdQcfPDBbX9u2t42eqqUr7jSKsHgWhpKKqqDAAbXcilHRVYIP0Um2AkTJphVV13V2gAZYv0IJ5tssokXIVWH6hZffPGW63vR4KqsGoq4NnPmzD4W+kGhA5dpi80kq8OBGpNFFlkkbTXedeEfJklCLVPlXNwoAgi2Rg0nnYEABCAAAQhAAAIQ6F4CUdGC6zK2+uQwuDo+h1zeEBM6ZVBVZtXwYXf9TQfztUmd5tB81DCoXmWcmjRpUtslabM3FR3iqg0d6qM4nXvuuW1N1WFubcaGA9mFL4yKVJt1rSotq6i13KSN9bj6yzyYFrXRp411rW2WXaKyGY8ePdrL5lWG0bvsNlNfZwmwPtdZ/jy9MgLo28rQdr7ibtBDPiXX9bPfzigdrcyov/rVr4zMnEVNrspwtt9++7VlSlEbshyAisuoKp0qvaNDhEWLzK0KvKy91vDvC+liHVwcMWJEqseUbYoJP1QmGTHUbxXbb6EsfDG4/oOu9t5l+rjlllvaxliHHjX+ZcyzVBOIizITQN9mRpb2BvRVWlI9fF0VxoQiOLOYKuKeEzyvFrwuj0EkLuiH6k46X5XnEHpU3zplcFV7ojKmS19NnTrVLLXUUqmHPo5p0aywaRpR5jqi7Xlx+jdpve+zzz7zgj/KNBAsaYIYBq9/5513PG1kM4alNQlhcE0zm9y9Bn1V2tigp0Io6zC4vvjii953odY+wiVL8KqsZjSbIVXrLPo+VKCvLCUqOISCXCkw18ILL9xWXZTBNU+AsKg1naT1hixa7KOPPvKC2WofMlj0/vnlL39p+vfvnwWZeeGFF8yYMWPMY4891nZf2ndX+EaNg7TFOeec0/enZZZZxhtTBV3TWoFfkt7RmTqT8WKX1yPL1LLCkqc+Gd4VPO+BBx5oIavP03nnnZdpHzVuvTNJ12f9Tsnb37jpk4efgiXqc3nDDTe0VK3vN62lDhs2LNOMjfqsFtnnz9SAGi9GT9UIO8WjMLimgMQl7hDA4FruWMRlDvCfJLEgYbD00ktHPvzBBx9sefFp81A/OjbYYIOWe3rR4GpbTBWbrbbaKvVgvvnmm15knlmzZvXdM378eKN/WTetMbimxt7zFyLYen4KAAACEIAABCAAAQhAwA0C4WjBdRtbfQoYXN2YD5GtcHlDTI3WIXStY8igaSvf+ta3vOxLOlgfl4E0fK/q1SaXDow/8cQTbVVvv/323iGhuHWtsoa2KkNHUh/VfplejzvuODP//PNHdkcHyrTRrOuCpcpIxTrQr6jRyrIULnkju5Z1MC2qbZtttpm34b3sssuWNTX66onKwqZN9ltvvdWst956pT+TCrubAOtz3T1+tD6SAPq2wZPDdT0URO+6fvbbGpdFTIeTpK933333WB0YNeWkD3/zm9942TC1Bx8uO++8s2diGDhwYOpZ+9JLuIWpFAAAIABJREFUL3kH0WyHFL///e+biy66yGy44YaZ9zf9BsQFfdE1J598sjnjjDNS86jK4KqsrU8//bTXljvuuMPKL+vhPAyuX2O8//77vUxpCuYdLvq9c9ZZZ5mFFloo9bzlwvoIoG8rY42+qgxtcypuqsHVdp5Ko5Z1TVDvbq1VHX/88dagH6pTwTW0BrfgggtaJ0aeQ+hRM6yTBte4ddw0Zwj9Pklr3nPPPebQQw9tY5qU3bSsT15Z64i29rz++uveereCzoSLzk0qGMcWW2wR2xWt1QYzyvkXS+Prvyfpmbfffttbew2adoIPTGsSwuBa1ozrTD3oq9K4o6dCKKs0uCq7tzI1nnnmmeaDDz5oG8SsZqysZrSoxFDSD1q30PPTligTXdweWJTB1dcwadvwyCOPeO/ZefPmtTQ3jTk4i8HVZh7VA7W3paAiP/zhD9PiMnGmZlWiNaNrrrkm0xj4D7cFtVXmSa1RBRnl3Z9M3cmYC11ejyxTywpBnvriMoaefvrpnu5JY6iO+mz4Q9NUg6v6FxUsMeu67GuvveZl177zzjvbZrTOXhxwwAFlfCScqQM95cxQeA3B4OrWeNCaBAI2ITp58mSjhY86izbPtDES3JxLeuGV2T69xCXsZZ589913vQwYtkgvcc9UHXPmzPEWW2wba1pskRjQJlCSIAgvdKy99trm2muvNSuttFJLE8owuCpKjQ4tqn1lldVXX918+9vfjqwuLOazRJ7Rxu8hhxzSV3cUm7i+2IR33kwSGFzLmjXNrwfB1vwxpocQgAAEIAABCEAAAs4TCEYL7pSx1YeEwdXx6eLyhpiPLi6avH+N1nt22GEH798PfvADI+PrYost1ncAXges/vd//9c7gK8DUopAajuMr/qyboAXHeIyDB1ar9PGvtYen3vuOaOgcjfffHNkH9XmtAfjo8yVVUcqnjFjhjWDVt7nlnUw7ZVXXvGyB4fNF1Vnj4g6uFb1c4vOb+7vDAHW5zrDnadWSgB9Wynezlfuuh4KEuoG/ZxWR++7775esJhVV101tXFUWTCVSUT77LbMotp7117vkCFDMk8saVgdILTpdOl96VdlaNFByLRFphOZGmVgtQW2UT0jR440kyZNypRVrCyD66effmqUwUuZDR566CHv8JfN5Ov3N08GNAyuX8+WOOON5piyyihrMMU9AujbSsYEfVUJ1uZV2lSD65dffull61LihnBJY8bUWpzWiBSU4qqrrood+KSzYnkO8Uc9sJMGV7UpKnuW/qbD8dJkO+64Y+R5Qq1vKnOczlIWzWJf5NNY1jqi2uCvS2vNVlpj+vTpVlOWrk0bcOPxxx83O+20kzVohzS+5uWgQYPaEIivzDk//elP+zS3NJDOd+ocqV8wuBaZPd1zL/qqlLFCT1kwlmVw1fen3gUy5eu8uvb29JvZZmxVM/R9NmXKFG//Jm3yn6wG1zgTnd5z8gYoQ2FcoAEFJNMe5U9+8pO2QA5J2bjjDK7+u1baRsZRW2BbrT/oPWszCIufAh9o3SGuZDG4qh6NmcYk/F5Pa5pLMjX7bVV91113nfne976X+cMdtQ8arEj+A73DV1hhhcz1l3GDy+uRZWpZscpbX1QWUtWpOSjtH7UGGvfZCI5fkt8n63dKkf5Gzau8/JLWzH784x+bgw46KHJdVvdrDVb+obB5Xm2VRtX6q85vNKmgp9waTQyubo0HrUkgYHtpPPzww2ajjTaqlZ3txZH0wivSQG3aSeA/+eSTXiRdGR79TcGkBTTbc5M2LXWPNi0V8TfNj4Sw2FUkG4nkAQMGtDy+DINr2sWXIrzD9+Y1uErMK4JFMFKaFlAVYSetQdeWTaKIiMfgWubMaHZdCLZmjy+9gwAEIAABCEAAAhDoCgKKFryZMUb/O6vDLcbg2uEBSHp81IZY0n1l/T3t+pQOR2mtRIG7qiwyt55//vlGWafSrG2V0RbbwbMy6o2rQ+tMMiakyaplC6CmuquOshoVCTtv1tKyDqYpOviBBx7YgjdtdoUi4/r888975guZH4Kl05vqRfrEvdURYH2uOrbU3DEC6NuOoa/nwa7roSCFbtHPfpulHcaMGRNrmlSQGB1Q0r65AsWE3yMygPzhD3/wsklJCykSv61IS1988cVmm222ya2l40yueqbap0NpCuK81lprmcUXX7ytKTpQpf3xBx54wEybNs0zjkaVPOZW1dWJeSDj5YUXXmhWXnnlTB/MKGNSpkoKXJy0P123cerVV1/1srhqDMMla9a+Ali4NSMB9G1GYOkuR1+l49TzV9X9PZ0EPKupIq4+naWTprBpG+kavS9kUlEAD5lEdAZP7xFlW1dCCFtSCGUPk/E1mC1c60gTJkwwiyyyiLU5eQ+h2yrrtMFVbUrKfCW22223ndl4443Nsssu63Xjj3/8o1EmuzjjUtpgfUlzKM3fkwxEaerIeo203uWXX97HJO5+nQlUkg+t70aVYcOGeYy1bik9P3v2bE//hA1Gyi6soCsyO/kl7RlLMrhmHWW3rkdflTIe6CkLxiiDaynEIyrRd52yWCuhkM3YGfXsPGa0OBOdnuO/55TQaMUVV+x7tN51Skx11113RWqPK6+80uj7O6qkfT+tscYaZpdddjHrrruuWXTRRY3arPeAjLVRazp6HyjQQhK/rFosjpcfvFhrM2uuuWaf8U1BF5SxVZ4HtTlsah48eLDXzqCJTn2+/vrrPQNj1iLjsoLMqv9RpdPBZjuxDhVkEbefX6aW1TOL1Je0DrrFFlt4gc20prjAAguYN99808hLFPW5DM+HJL9Pnu+UIv21zdci9ckjpM9B0LsSfIY+s2IoE/1qq61m5ptvPu/7RfpfgaujgotrL1s6t+6khFm/C/Jcj57KQ626ezC4VseWmisg0CsGV23Yvf76654YVbrwWbNmRQrSpBdtcBi0MKIIXron6gXkX68NUIk9CeO48vnnn3svQkX49csxxxxjJJQXXHDBllt7zeBqi7Sm6EISiWmLrY6xY8d60QfjIgSl/XGUZf6kbTPXNYMAgq0Z40gvIAABCEAAAhCAAAS6msCaxpi5jvQAg6sjAxHVDJc3xMJt1gamNhCDa0ll4k0bLbjMZ6quug0dytKlbAlpgqjp8JOu11pfsGgDSpvK2kSuqmhDWdGuNebhkmcjuQyD60cffeSZW5VtIVh02FHZOrJkE8vKLe5QSNVm46xt5frOE2B9rvNjQAtKJ4C+LR2pWxW6rIfCpLpJP/tt1wFKBYuJywzqXysDqXSxDnmp6GCTMqUklTIDxcg0oj1NmwEx3A49V4bPfv36eX9SZo9HH300qbne32WSkEZUn7OWuudBmkxyUX3A4NpORoGTxNSWGU5zQr+Bkg71Zp0zXF+MAPq2GL+Iu9FXlWBtXqVNNrhq7UmJBrROZnsnZBlN6Qmdo9pss83Mfvvt5xlY/KJ1o2uuuSYy0FyRQ+jhNrpgcFWbkkyuWdjq2kMPPdTLOppmPTNr3bbr0xqIyniW6lCgGQWSyZJ1LsnAkaZtvmlYAR9PO+20vlswuKah1/3XoK9KGUP0lAVj3QZXrQv87Gc/M7vuumvf2kDa0c1jRlPduu+AAw5ItW6Rpi1ps8/a3k86b6/3bpEAwTIHH3vssanOlWc1uKr/0kV77713ovcgDav999/fy37785//vG2/WMEyNt100zTVtF0TFWRWF9YR5Dap0XWvQ4Xb0y0GV7Vb80B6PMrMncRafz/qqKM886Y0UrAk+SbyfKeU+VtAbS1aX5LJNQ2/4DUyt2ofe/XVV896a1dcj55ya5gwuLo1HrQmgUBTDa76MfD73//eizyrbAoytoajlUShSXrR6j4ZZhXdVqI0Lrpt8BlpxbaiNmjjSNHX/CIxIJNruOQxuEqcKCqeXxZeeGEv6kYec2feD1ieDK5/+9vfzBlnnOEx90vWQ4N/+ctfPI6KSuyXoiKbDK55Z0Hv3Ydg670xp8cQgAAEIAABCEAAAhCIIYDB1fHp4fKGmA2dMiXcf//93sGzJ554ohS6WjPRYR4FYkuT0bSUhwYqqcvQoUjN2qRWVFXfAJDUF62tKUNW2AyRNvNuUv1Jf7cFcNM9ebKWlmFwjWqP6lbWhKqz/t58883eIY1wUcZhHYIbMGBAElL+3iMEWJ/rkYGmm50igL6tgLzLeijc3W7Tz377//znP5sTTzzRTJ8+vfQR1IH8iRMnmqFDh5ZWtw5TnX766ZUEt5FxQAf4pavy7hvXNQ/KaCsG1/ZpqTMWJ5xwgpcRN1x0OFrfSZrXFHcIoG/dGYuKWoK+qghsGdU22eAqPjoXp4QDRUyuO+ywg3fOS2fSFGwjHBxNAdFuv/12o0xutlL0EHqwTlcMrmqT9KcMKAoKl7fIOKw6lJGvf//+eavJfF+dBletS0v35lmXVnY7GTCUBCVrCQZBDPcXg2tWmt15PfqqO8ctptXO6Kk6Da777ruv9w4eNGhQrgHNY0bzH6Tz6Tqjfcstt+R6tn+TfvdfcMEFRt+9SXtMtvfT1Vdf7QXYUFsUmDZL0bOVwVvZXtPuG+YxuKpNRYNfhNdHFJhXptxgifIfpGESN29d2IOrax0qilU3GVzVhyzB84J91pkBrRfpzIBM1MEAILouyXeT5zulzN8CamMZ9enzoN9I+n5I60myzR19R6uO73znO2k+hl15DXrKrWHD4OrWeNCaBAJNMLhqUe3tt9/2XrxKiT5z5sxUEXNtaLQxI3Gn6Le2omcpioUi2/zmN7+JpKuXjw7FnXTSSeatt97qu071X3nllWbYsGGR97788stmzz33bIlapwWXrbbaqu2ePAZXFz4UeQyutoODo0eP9jbYkrLiqs+KMKjNaS3uBSMMFhXZGFxdmFHd0QYEW3eME62EAAQgAAEIQAACEIBATQSc2VCtqb9d9xiXN8TiYH7xxRfmwQcfNJdffrm54447cmVZ0PrVqFGjzMEHH2z0/5M2jqsa3CoNHdqI22KLLYw2HjfffPPMB/hlmtShvHC56aabvA3vqktUxlQ9N2sbihpcbUHp1A4dUrz11lvNeuutVzUOL9qw5qyCHAZLnW2ovJM8oBQCrM+VgpFKIBBFAH1bwdxwWQ+Fu9ut+ln9kIaWhtJhLO2dFy1+oBgd/MqTBTXp+Qpuo/1qZeuK269Oqsf/u9qo/dOjjz46l4Eg+Jyq54E0vLKSjBgxItX+cBwDDK52Osp6pmA+8+bNa7tg5MiRZurUqQSQSfvhquE69G0NkDv7CPRVZ/nHPr3pBld1XueslPxBJsO0yR90n4yt0hU6G+dn/tb60amnnmrOOeecFq6/+MUvPOOJbf2xjEPo/sNcMriqTb6ek+FEa7hpi3Tmbrvt5pkK8pqW0j7Ldl3VBlfpUiUF0ZrtqquuWmhdWkkwLrnkEjNhwoRUmcpsQRAxuBaZLd17L/qqe8cuouXO6KmqDa7az9P+1EEHHVT4OzSPGS3IX+sser/pOziLhlAd6oeCFCgT7GKLLZZqQkYZXJUdNYshTe8h6RK9h7IGWMhrcFUHFfxi/Pjx5sYbb0y9r7vGGmt4mdzVxyCne++912y99dYt3IqekY8KMlvEOJtqYFNcVPU6VFITus3gqv74GimtSTOskfLM9TzfKWX+FlC/y6zv1Vdf9Qz4v/71rzMZXTfZZBNPx2cJup00B139O3rKrZHB4OrWeNCaBAKuGFxtps6kiA7qmoyKhx9+uPeSyFMUvUQbYYryss4665ill17aGnFFglvGWW0Uxgnu4Itci1ESncoAESzKpKBDhso+ais6hBg0wH7/+9831113nVFbw6VXDK5aNFVkGUX/CJYsB/a0GTdmzJiWzBpa+NPc0SZo3oLBNS+53rsPwdZ7Y06PIQABCEAAAhCAAAQgEEPAmQ1VRslOwOUNsbRjpk3b3//+995ayPPPP2+0/iYjYPDQvtZG1lxzTbPiiisarWtp3UqbogsuuGDax1R2XVmGDq2paUN8pZVWMoMHD/b6uNpqq+XObqCNvyOOOMJcccUVbWt+Cq62wgorVMYkWHGUyTZLQDjVV9TgquB+CvantdNgKbphngVilMlWdejwpNZo55tvvixVcm1DCbA+19CBpVuuEEDfVjASruohW1eboJ+l82677TYvEn/WA5hiIs2pA5j77bef+Zd/+ZcKZkRrlQrMLK2vg/vKjBIM8Jvm4dL9Cmqz++67myWXXDLNLYnXlDUPxHLllVc2yy+/vBkyZIgXNGX11Vc3iy++eGIb0l6AwdVOSvvyl156qTc3bEXzTcF+OhUIKe349sp16NvGjzT6yuEh7gWDq49f59+0nqjAGgqyofNX/vpicG1RZ++UKW2ppZayvifuu+8+o/WioGZR4Dmd21puueXaRrvMQ+iuGVz9zuq9+84775hZs2Z5+lNsFWTCzwglo43ODepMo84Sbrjhhh0NNFGmwTW4Zjt06FAvk6/WbMtel9YauTSzkosoccrcuXO9OejPXXEdPny4l2nYN2T744PB1eEv4Qqbhr6qEG5nqnZGT5VpcN1ggw3MEkss4e3v6btT7wf9fg5/j+VFnseMZnuWNITMm1or0L/we0736PtXawD6Pt500029NYCs/YgzuPrtUjb5u+66y1s/0XtB+6UqYqn30HbbbWdkPktrqg33N4/pL1zHu+++a+6//35Pcykb+aOPPtp3SZCTDKyrrLKKlZNtz07vPJlnw8bXtPPjzTff9Iy00it+kf9BmXG179rJUtY6VN4+dKPB1e+r1kGfeOKJNo3kfy6k07fffntvXz34mUzzeQvzzPOdUuZvAbWn7PpUp89Qn40nn3zSO4sRPIeh7xcFbdl4443Nlltu6WVsTZsVOu+cdOU+9JQrI/GPdmBwdWs8aE0CAVcMrraoIWmje8j4qKyraYpE3jbbbOMtqGlhRAtBcZsvErVa5Lr44ovNs88+G/kI1fOTn/zE2+gJZhNVlIZ99tnHE+fBIqGozKPamAsW22EsRV7TJpJtw64bDa5ffvmlGTdunGdY9UucyNM1tkixWlyaNm1aqg1XLQbqGdqUDpbDDjvMnHfeeYUi/GJwTfPJ4xpPIPxTm0ToBs3A4EEAAhCAAAQgAAEIQAAC1RBwZkO1mu5RKwQgAAEIQMA9AqzPuTcmtKhRBNC3jRrO3u6MjAYyFTz11FPe4SQd9nr77bdbDhaKkA4pKXOWDpLqXycDxehAlQ7ra0/6kUceaWuvbxjVAciNNtrI+9dLh6p6e0bT+yYTQN82eXS9vqGvGj/EdBACEIAABFwjgL5ybUQKtwc9VRih+xXkMdy53yt3Wigz8KhRo8zs2bP7GjV27Fjv7P1CCy3kTkNpSeUEooz61157rdljjz0qfz4P6B4C6Cm3xqobzCoINrfmTEdb44LB9Y033vCysIbNh1dffbUX9SOpaKNu2223tUalDRpalYViwIABSdUZRY1RdguZSpPShyuyiYyTRx55ZGQkXkWvU6ReP+KL3wBFWPvZz37mZZD1IzLYjJwS36eccorViNuNBtenn37aM/2qr36JM7hqQ/aEE04wkydPbhm7tPPjvffe8zK/hrP8JmXSTZwo/3cBBte0pLgOwcYcgAAEIAABCEAAAhCAAAQCBFifYzpAAAIQgAAEaibA+lzNwHlcrxFA3/baiNNfCEAAAhDoOAH0bceHoOoGoK+qJkz9EIAABCAAgRAB9FXjpgR6qnFD2t4hDK7VDvLNN99sdt1115aH3HTTTWaXXXap9sHU7hyBTz75xPP7hP0YDz/8sBdMjwIBnwB6yq25gMHVrfGgNQkEqjK4Tpo0ydxxxx1mpZVWajF+KiqsbzL98MMPvYgeSlMfNn8us8wy5vbbb/eyrCaV999/3/z7v/+7ueeee8z3vvc986Mf/chLi54mQ2uwbrXn7rvvNlOmTDEPPfRQ7GNlbFVmVWVtXWGFFWKzwCrK7/Tp080hhxxiNeHusMMO5gc/+IGXqlyiL5ieXM+55ZZbPBOsrbhgcFX23RNPPNEMHDjQLLLIImbo0KFmwQUX9Jr77W9/26y44ore/1f/HnzwQc84rKjHwTJ+/Hijf+EXWhS7tNlbo8yt4qpx3muvvWLHLmnu6e8YXNNQ4hoRQLAxDyAAAQhAAAIQgAAEIACBAAE2VJkOEIAABCAAgZoJsD5XM3Ae12sE0Le9NuL0FwIQgAAEOk4AfdvxIai6AeirqglTPwQgAAEIQCBEAH3VuCmBnmrckLZ3CINrdYOsc/9HHHGEueKKK/oesuWWW5qrrrrKyOdBcZvAWWedZe677z6zzjrreP4aeXhWW201s8QSS+RquC2br7w6yuAqvxAFAj4B9JRbcwGDq1vjQWsSCFRlcP2P//gPL0tn3jJ69Ghz4YUXmkUXXTSxir/97W/mySefNN/5znfM0ksv3ZcNNfHGwAWPP/64196XXnop9jbf2Hr88cebVVddNbU58q9//au58sorzTHHHGM1uUY9dOeddzaXXXZZZOZZFwyuL774otl9993Ns88+mwV537VxJl5b9ltdr+gfI0aMiH2ehJR4yyAcLueee66X1XX++efP1ebgTRhcCyPsmQoQbD0z1HQUAhCAAAQgAAEIQAACaQiwoZqGEtdAAAIQgAAESiTA+lyJMKkKAu0E0LfMCghAAAIQgEDNBNC3NQOv/3Hoq/qZ80QIQAACEOhxAuirxk0A9FTjhrS9QxhcqxtkeSt22mkn89Zbb/U95Be/+IV3Nt/yfVldQ6g5FwHbZ+P888/3xi9PsXmDlCxOic8WX3zxPFVyT0MJoKfcGlgMrm6NB61JIFCVwfXRRx81W2+9dSYzp9/U7373u54ZdNiwYbWNnzKF6sWrTLC28q1vfcscdNBBXhZWtS+PMPvqq6+8KBVHHnlkWwZT2zPTGDldMLgqS+qoUaPMzJkzc43XYYcdZs477zyrmfmFF14wY8aMMY899lhf3RqHX/7yl7Hm57lz55r999/fzJkzp61Np59+ujnhhBNM//79c7U3fBMG11Iw9kQlCLaeGGY6CQEIQAACEIAABCAAgbQE2FBNS4rrIAABCEAAAiURYH2uJJBUAwE7AfQtMwMCEIAABCBQMwH0bc3A638c+qp+5jwRAhCAAAR6nAD6qnETAD3VuCFt7xAG12oGWYm9xo8fb84+++y+B/zbv/2bueGGG8zgwYOreSi1lkrguuuuM3vuuWdLnUmJ16Ia8MYbb3gemwceeKDlEgzPpQ5ZYypDT7k1lBhc3RoPWpNAoCqD68svv+y9FJ966qlMY6AU6BdccIH50Y9+lMtEmulhoYv/8pe/eMbHyZMn9/1ljTXWMAcffLDZa6+9cqdkD7dJ5stTTz3V3HHHHbHNTZNl1AWD62effWaOOuooLwJH1iKxI3EzcODAyFuDWVwljmUSHjJkSOyjojLmnnzyyUb/0mQGTtsXDK5pSXEdgo05AAEIQAACEIAABCAAAQgECLChynSAAAQgAAEI1EyA9bmagfO4XiOAvu21Eae/EIAABCDQcQLo244PQdUNQF9VTZj6IQABCEAAAiEC6KvGTQn0VOOGtL1DGFzLH2QlDZs+fbqXFOyTTz7pe8DYsWO9hFYLLbRQ+Q+lxtIJPPPMM0YZVl966aWWuq+44grPrNqvX79Uz/zggw/MuHHjzLRp01quT+vpSPUQLmoUAfSUW8OJwdWt8aA1CQSqMrh++OGH3svvzjvvjGyBMqGuvPLK3gty2WWXNdttt51nbF1sscU6Nm6vvvqq2WeffcyAAQPM4YcfbjbffPNKhNgXX3zhRbGYOnWque+++1oEoEy+inoycuRIM//888eycMHgKiE7YcIEc/fdd7e19bXXXjOaY37xx3zdddc1O+64o1l//fUTBZLql3lWRuNLLrnEHHjgganMz8qYe8011xhliFWRefm4444rLXOr3ycMrh37uHbdgxFsXTdkNBgCEIAABCAAAQhAAAJVEmBDtUq61A0BCEAAAhCwEGB9jmkBgUoJoG8rxUvlEIAABCAAgXYC6NvGzwr0VeOHmA5CAAIQgIBrBNBXro1I4fagpwojdL8CDK75x+j111/3bl566aU9v4KSS+nc/5QpUzx/Q9Dcuswyy5hbb73VrLfeevkfyJ21ElDityOOOMLI0Bos3/zmNz1vhZKbaVyjinwYs2fPNvqM/fa3v227LE0it1o7zMOcIYCecmYovIZgcHVrPGhNAoG3337by4gpw6VfdtllF8942qvlyy+/NAsuuGBt3dfzfBEos6+EQ5Kx1W+cxMNHH31k9L9+WWSRRUo3cdYGI+JBElmKBqNMulmyr0ps//KXvzRLLrmk2XvvvVNzzdLfSZMmtWTj3WGHHcyRRx6ZpQqu7RECCLYeGWi6CQEIQAACEIAABCAAgXQE2FBNx4mrIAABCEAAAqURYH2uNJRUBAEbAfQt8wICEIAABCBQMwH0bc3A638c+qp+5jwRAhCAAAR6nAD6qnETAD3VuCFt7xAG1/yDfO+995qtt946VQUnn3yyOeOMMyo5h5+qAVyUi8B//ud/ev4JGZfDRX6VLbbYwmy88cZmyJAhZoEFFvAuefPNN83cuXPNjBkzWpKcBe8fMWKEZ4JeaqmlcrWLm5pNAD3l1vhicHVrPGgNBCAAAQhAwAkCCDYnhoFGQAACEIAABCAAAQhAwBUCbKi6MhK0AwIQgAAEeoYA63M9M9R0tDME0Led4c5TIQABCECghwmgbxs/+Oirxg8xHYQABCAAAdcIoK9cG5HC7UFPFUbofgUYXPOP0aOPPuoZXIOZWm21bbTRRubqq682gwYNyv8w7uwIgb///e9egrFDDjkkcZzTNnDkyJFe8rHlllsu7S1c12ME0FNuDTgGV7fGg9ZAAAIQgAAEnCCAYHNiGGgEBCAAAQhAAAIQgAAEXCHAhqorI0E7IAABCEB6GDE3AAAgAElEQVSgZwiwPtczQ01HO0MAfdsZ7jwVAhCAAAR6mAD6tvGDj75q/BDTQQhAAAIQcI0A+sq1ESncHvRUYYTuV4DBNf8Y/dd//ZfZY489zLx58yIr+d73vmcuueQSs+mmm+Z/EHd2lIBMrr/5zW/M0UcfHZmRNU0DlfH1yCOPNOPGjTP6/xQIRBFAT7k1NzC4ujUetAYCEIAABCDgBAEEmxPDQCMgAAEIQAACEIAABCDgCgE2VF0ZCdoBAQhAAAI9Q4D1uZ4ZajraGQLo285w56kQgAAEINDDBNC3jR989FXjh5gOQgACEICAawTQV66NSOH2oKcKI3S/Agyu+cfovffeM6NGjTIzZ860VqLMrRMnTjRDhw7N/xDudIbA//zP/5grrrjCTJo0ybz22mup2yUz62677WaOP/54s+qqqxrLuzJ1XVzYGwTQU26NMwZXt8aD1kAAAhCAAAScIIBgc2IYaAQEIAABCEAAAhCAAARcIcCGqisjQTsgAAEIQKBnCLA+1zNDTUc7QwB92xnuPBUCEIAABHqYAPq28YOPvmr8ENNBCEAAAhBwjQD6yrURKdwe9FRhhO5XgME1/xh98cUXZsaMGebGG280jz32mGd6/O53v2vWX399M3r0aLPZZpuZ/v37538AdzpJ4MsvvzRz5841s2bNMo888og37nPmzOlrq+bAyiuvbNZdd11vDuh/BwwY4GRfaJSbBNBTbo0LBle3xoPWQAACEIAABJwggGBzYhhoBAQgAAEIQAACEIAABFwhwIaqKyNBOyAAAQhAoGcIsD7XM0NNRztDAH3bGe48FQIQgAAEepgA+rbxg4+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3g8H1K2NMXzu/+uorY5lEVXOifghAAAIQgEDPEPj73/9u+vXrF+yvFk9a/kPPwKCjEIAABCAAAQhAAAIQgIAIsD7HPIAABCAAAQjUSID1uRph86heJYC+7dWRp98QgAAEINARAujbjmCv+6Hoq7qJ8zwIQAACEOhpAuirRg4/eqqRw0qnIAABCEDAVQLoKfdGphsMrp8aYxb10X388cfmm9/8pnskaREEIAABCECgIQQ++eQTs9hiiwV78xdjzDca0j26AQEIQAACEIAABCAAAQhkJ8D6XHZm3AEBCEAAAhDITYD1udzouBECaQmgb9OS4joIQAACEIBACQTQtyVAdL8K9JX7Y0QLIQABCECgQQTQVw0azK+7gp5q5LDSKQhAAAIQcJUAesq9kekGg+urxpjv+uj+8Ic/mJVXXtk9krQIAhCAAAQg0BACL730kllllVWCvXnNGDOoId2jGxCAAAQgAAEIQAACEIBAdgKsz2Vnxh0QgAAEIACB3ARYn8uNjhshkJYA+jYtKa6DAAQgAAEIlEAAfVsCRPerQF+5P0a0EAIQgAAEGkQAfdWgwfy6K+ipRg4rnYIABCAAAVcJoKfcG5luMLg+aIzZxEd39913m2222cY9krQIAhCAAAQg0BAC99xzj9l2222DvXnIGLNpQ7pHNyAAAQhAAAIQgAAEIACB7ARYn8vOjDsgAAEIQAACuQmwPpcbHTdCIC0B9G1aUlwHAQhAAAIQKIEA+rYEiO5Xgb5yf4xoIQQgAAEINIgA+qpBg/l1V9BTjRxWOgUBCEAAAq4SQE+5NzLdYHCdZow50Ed37rnnmhNPPNE9krQIAhCAAAQg0BACP/3pT824ceOCvbnUGHNQQ7pHNyAAAQhAAAIQgAAEIACB7ARYn8vOjDsgAAEIQAACuQmwPpcbHTdCIC0B9G1aUlwHAQhAAAIQKIEA+rYEiO5Xgb5yf4xoIQQgAAEINIgA+qpBg/l1V9BTjRxWOgUBCEAAAq4SQE+5NzLdYHA91Bgz2Uc3fPhwc9ttt7lHkhZBAAIQgAAEGkJgxIgRZsaMGcHeHGaMubgh3aMbEIAABCAAAQhAAAIQgEB2AqzPZWfGHRCAAAQgAIHcBFify42OGyGQlgD6Ni0proMABCAAAQiUQAB9WwJE96tAX7k/RrQQAhCAAAQaRAB91aDB/Lor6KlGDiudggAEIAABVwmgp9wbmW4wuH7fGDPXR7fIIouYTz/91PzTP3VD090bcFoEAQhAAAIQiCPw97//3XzjG98wn332WfCyNY0x8yAHAQhAAAIQgAAEIAABCPQsAdbnenbo6TgEIAABCNRNgPW5uonzvB4lgL7t0YGn2xCAAAQgUD8B9G39zDv0RPRVh8DzWAhAAAIQ6D0C6KvGjjl6qrFDS8cgAAEIQMA1Augp10bkH+3pFpfoq8aY7/oIb7jhBrPbbru5SZRWQQACEIAABLqYwI033mhGjhwZ7MFrxphBXdwlmg4BCEAAAhCAAAQgAAEIlEOA9blyOFILBCAAAQhAIJYA63NMEAjURgB9WxtqHgQBCEAAAr1MAH3bU6OPvuqp4aazEIAABCDQKQLoq06Rr+W56KlaMPMQCEAAAhDodQLoKTdnQLcYXCcYY8b6CIcPH25uu+02N4nSKghAAAIQgEAXExgxYoSZMWNGsAcTjTFHdXGXaDoEIAABCEAAAhCAAAQgUA4B1ufK4UgtEIAABCAAgVgCrM8xQSBQGwH0bW2oeRAEIAABCPQyAfRtT40++qqnhpvOQgACEIBApwigrzpFvpbnoqdqwcxDIAABCECg1wmgp9ycAd1icP2BMWZ2EOHTTz9t1lprLTep0ioIQAACEIBAFxKYM2eOGTp0aLjlGxpjHunC7tBkCEAAAhCAAAQgAAEIQKBcAqzPlcuT2iAAAQhAAAJtBFifY1JAoFYC6NtacfMwCEAAAhDoRQLo254bdfRVzw05HYYABCAAgboJoK/qJl7789BTtSPngRCAAAQg0GsE0FPujni3GFxF8EFjzCY+ylGjRpn/+I//cJcsLYMABCAAAQh0GYG9997bXHPNNcFWP2SM2bTLukFzIQABCEAAAhCAAAQgAIHqCLA+Vx1baoYABCAAAQgY1ueYBBConQD6tnbkPBACEIAABHqJAPq2l0a7r6/oq54cdjoNAQhAAAJ1EUBf1UW6o89BT/1/9u4H1uryvh/4h9mUIGJ/rE0qzTJmnGNEA7UQWe26tIVazDYBuZSKxbCB4q8QCrNVMofONW6KteAV24GQGakKvRdR6iJroD+3rm4aWofTGOsae7elNpkL6wCNZnp/+d556f1zLvece77fc75/Xichabnf7/N8ntfnIX085e3TVn6TEyBAgEDZBZyn8tvhIgVcPxsRewdSPvHEEzF//vz86qqMAAECBAgURODgwYNx2WWXDa12aUR8qyBLUCYBAgQIECBAgAABAtkL+H4ue2MzECBAgEBFBXw/V9HGW3a7BZxv290B8xMgQIBAaQWcb0vb2tEW5nw1mpCfEyBAgACBMQo4X40RrnivOU8Vr2cqJkCAAIGCCDhP5btRRQq4JpKD/q0kF154YTz33HMxblzRlpHvTaE6AgQIEKiWQG9vb8yYMSOef/75gQt3e2u1toHVEiBAgAABAgQIEKhXwPdz9Up5jgABAgQI1Cng+7k6oTxGIBsB59tsXI1KgAABAhUWcL6tcPP/d+nOV5XfAgAIECBAIG0B56u0RXM/nvNU7lukQAIECBAomoDzVP47VrRk6Kci4vBA1muuuSZ27NiRf2kVEiBAgACBnApce+21cd999w2tbm5EfDenJSuLAAECBAgQIECAAIH2Cfh+rn32ZiZAgACBkgr4fq6kjbWsogg43xalU+okQIAAgcIION8WplVZFep8lZWscQkQIECgsgLOV5VrvfNU5VpuwQQIECCQtYDzVNbCzY9ftIBrsuK7I2LdwKXffvvtceONNzavYQQCBAgQIFAxgTvuuCM2btw4dNWdEfHFilFYLgECBAgQIECAAAEC9Qv4fq5+K08SIECAAIHTCvh+zgYhkAsB59tctEERBAgQIFAGAefbMnQxlTU4X6XCaBACBAgQIBDhfFXZXeA8VdnWWzgBAgQIpC3gPJW2aDbjFTHgmkgciYhZA0m2bdsWa9asyUbJqAQIECBAoIQC9957b6xdu3boyn4QEbNLuFxLIkCAAAECBAgQIEAgXQHfz6XraTQCBAgQqKCA7+cq2HRLzrOA822eu6M2AgQIECiEgPNtIdrUyiKdr1qpbS4CBAgQKKWA81Up29rIopynGtHyLAECBAgQqCHgPFWcbVHUgOvMiPh+REwcSO0m1+JsPJUSIECAQHsFRvg3kZyMiI9FxNH2Vmd2AgQIECBAgAABAgQKIOD7uQI0SYkECBAgkF8B38/ltzcqq6yA821lW2/hBAgQIJCGgPNtGoqlG8P5qnQttSACBAgQaKWA81UrtXM7l/NUblujMAIECBAogoDzVBG69IsaixpwTVbwexHx7aHc11xzTWzfvj3GjSvy0oq1iVRLgAABAsUR6O3tjdWrV8d9991Xq+jfj4jHi7MalRIgQIAAAQIECBAg0GYB38+1uQGmJ0CAAIHiCfh+rng9U3GlBJxvK9VuiyVAgACBNAScb9NQLPUYzlelbq/FESBAgEAWAs5XWagWekznqUK3T/EECBAg0A4B56l2qDc/Z9FToJ+NiL1DGS688MK48847Y/78+c0LGYEAAQIECJRE4ODBg/HlL385nn/++VorWhoR3yrJUi2DAAECBAgQIECAAIHWCfh+rnXWZiJAgACBggv4fq7gDVR+VQScb6vSaeskQIAAgaYFnG+bJqzKAM5XVem0dRIgQIBA0wLOV00TlnUA56mydta6CBAgQCB1Aeep1ElbNmDRA64JVPJvJtkTEROHqi1btiy+9KUvxUUXXdQyUBMRIECAAIG8CTz77LPx1a9+NR566KFapZ2MiM+5uTVvXVMPAQIECBAgQIAAgUIJ+H6uUO1SLAECBAi0WsD3c60WNx+BpgWcb5smNAABAgQIlFnA+bbM3c1sbc5XmdEamAABAgTKIOB8VYYuZr4G56nMiU1AgAABAkUWcJ4qcvf+t/YyBFyTdcyMiF0RMatWSy6//PJYvnx5LF68OMaNK8uSi7/5rIAAAQIEshPo7e2Nffv2xe7du+PAgQMjTfSDiFgZEUezq8TIBAgQIECAAAECBAhURMD3cxVptGUSIECAQH0Cvp+rz8lTBHIs4Hyb4+YojQABAgRaL+B823rzEs7ofFXCploSAQIECIxdwPlq7HYVftN5qsLNt3QCBAgQGC7gPFWuXVG2tOfdEbFupBadeeaZMW/evLjkkkti5syZcd5558U555wTZ511luBrufa11RAgQKAyAsnB7MSJE/Gzn/0sfvzjH8fRo0fjqaeeikOHDsXrr79+OofOiPhiZaAslAABAgQIECBAgACBVgn4fq5V0uYhQIAAgVwI+H4uF21QBIEsBZxvs9Q1NgECBAjkTsD5NnctKWNBzldl7Ko1ESBAgMCIAs5XNkcGAs5TGaAakgABAgTyK+A8ld/epFlZ2QKuic2nIuJPI+LjaUIZiwABAgQIlETge+/+7+R3S7IeyyBAgAABAgQIECBAIH8Cvp/LX09URIAAAQL5EfD9XH56oRIC9Qo439Yr5TkCBAgQqKKA820Vu978mp2vmjc0AgECBAiUV8D5qry9TXNlzlNpahqLAAECBMom4DxVwI6WMeDa34bPRsRaQdcC7kolEyBAgEAWAslBbVtEfCuLwY1JgAABAgQIECBAgACBGgK+n7MtCBAgQIDALwR8P2c3ECi+gPNt8XtoBQQIECCQnoDzbXqWVR7J+arK3bd2AgQIEBgq4HxlT4xFwHlqLGreIUCAAIGyCjhPFbizZQ649rfloxHxuYhYEBFTC9wrpRMgQIAAgUYFeiLisYjYExH/0OjLnidAgAABAgQIECBAgEBKAr6fSwnSMAQIECBQOAHfzxWuZQomUJeA821dTB4iQIAAgRIKON+WsKk5WZLzVU4aoQwCBAgQaLmA81XLyUs7ofNUaVtrYQQIECAwioDzVEm2SBUCrgNbNTMiLomIj0TEtIj41Yj4QEScGRFVsyjJFrYMAgQIVF6gNyJej4jXIuJfI+KliPhhRDwVEUcrrwOAAAECBAgQIECAAIG8Cfh+Lm8dUQ8BAgQINCvg+7lmBb1PoNgCzrfF7p/qCRAgQGC4gPOtXdFuAeerdnfA/AQIECCQtoDzVdqixhtNwHlqNCE/J0CAAIGiCThPFa1jY6hXqHMMaF4hQIAAAQIECBAgQIAAAQIECBAgQIAAAQIFEPhERPy/d+v8ZEQ8WYCalUiAAAECBAgQIECAAAECBAgQIECAAAECBAgQIECAAAECBAgQIFARAQHXijTaMgkQIECAAAECBAgQIECAAAECBAgQIECgcgJJuDUJuSafJNyahFx9CBAgQIAAAQIECBAgQIAAAQIECBAgQIAAAQIECBAgQIAAAQIECORCQMA1F21QBAECBAgQIECAAAECBAgQIECAAAECBAgQSFVg4O2t/QO7xTVVYoMRIECAAAECBAgQIECAAAECBAgQIECAAAECBAgQIECAAAECBAg0IyDg2oyedwkQIECAAAECBAgQIECAAAECBAgQIECAQD4FBt7e2l+hW1zz2StVESBAgAABAgQIECBAgAABAgQIECBAgAABAgQIECBAgAABAgQqKSDgWsm2WzQBAgQIECBAgAABAgQIECBAgAABAgQIlFig1u2t/ct1i2uJG29pBAgQIECAAAECBAgQIECAAAECBAgQIECAAAECBAgQIECAAIEiCQi4FqlbaiVAgAABAgQIECBAgAABAgQIECBAgAABAqML1Lq9tf8tt7iO7ucJAgQIECBAgAABAgQIECBAgAABAgQIECBAgAABAgQIECBAgACBFggIuLYA2RQECBAgQIAAAQIECBAgQIAAAQIECBAgQKBFAqe7vbW/BLe4tqgZpiFAgAABAgQIECBAgAABAgQIECBAgAABAgQIECBAgAABAgQIEBhZQMDV7iBAgAABAgQIECBAgAABAgQIECBAgAABAuURON3trf2rdItrefptJQQIECBAgAABAgQIECBAgAABAgQIECBAgAABAgQIECBAgACBwgoIuBa2dQonQIAAAQIECBAgQIAAAQIECBAgQIAAAQKDBOq5vbX/Bbe42jwECBAgQIAAAQIECBAgQIAAAQIECBAgQIAAAQIECBAgQIAAAQJtFRBwbSu/yQkQIECAAAECBAgQIECAAAECBAgQIECAQGoC9dze2j+ZW1xTYzcQAQIECBAgQIAAAQIECBAgQIAAAQIECBAgQIAAAQIECBAgQIDAWAQEXMei5h0CBAgQIECAAAECBAgQIECAAAECBAgQIJAvgUZub+2v3C2u+eqhaggQIECAAAECBAgQIECAAAECBAgQIECAAAECBAgQIECAAAEClRIQcK1Uuy2WAAECBAgQIECAAAECBAgQIECAAAECBEoq0Mjtrf0EbnEt6WawLAIECBAgQIAAAQIECBAgQIAAAQIECK3OnxUAACAASURBVBAgQIAAAQIECBAgQIBAEQQEXIvQJTUSIECAAAECBAgQIECAAAECBAgQIECAAIGRBcZye2v/aG5xtbMIECBAgAABAgQIECBAgAABAgQIECBAgAABAgQIECBAgAABAgTaIiDg2hZ2kxIgQIAAAQIECBAgQIAAAQIECBAgQIAAgdQExnJ7a//kbnFNrQ0GIkCAAAECBAgQIECAAAECBAgQIECAAAECBAgQIECAAAECBAgQaERAwLURLc8SIECAAAECBAgQIECAAAECBAgQIECAAIF8CTRze2v/Stzimq+eqoYAAQIECBAgQIAAAQIECBAgQIAAAQIECBAgQIAAAQIECBAgUAkBAddKtNkiCRAgQIAAAQIECBAgQIAAAQIECBAgQKCkAs3c3tpP4hbXkm4OyyJAgAABAgQIECBAgAABAgQIECBAgAABAgQIECBAgAABAgQI5FlAwDXP3VEbAQIECBAgQIAAAQIECBAgQIAAAQIECBAYWSCN21v7R3eLq51GgAABAgQIECBAgAABAgQIECBAgAABAgQIECBAgAABAgQIECDQUgEB15Zym4wAAQIECBAgQIAAAQIECBAgQIAAAQIECKQmkMbtrf3FuMU1tbYYiAABAgQIECBAgAABAgQIECBAgAABAgQIECBAgAABAgQIECBAoB4BAdd6lDxDgAABAgQIECBAgAABAgQIECBAgAABAgTyJZDm7a39K3OLa756rBoCBAgQIECAAAECBAgQIECAAAECBAgQIECAAAECBAgQIECAQKkFBFxL3V6LI0CAAAECBAgQIECAAAECBAgQIECAAIGSCqR5e2s/kVtcS7pZLIsAAQIECBAgQIAAAQIECBAgQIAAAQIECBAgQIAAAQIECBAgkEcBAdc8dkVNBAgQIECAAAECBAgQIECAAAECBAgQIEBgZIEsbm/tn80trnYeAQIECBAgQIAAAQIECBAgQIAAAQIECBAgQIAAAQIECBAgQIBASwQEXFvCbBICBAgQIECAAAECBAgQIECAAAECBAgQIJCaQBa3t/YX5xbX1NpkIAIECBAgQIAAAQIECBAgQIAAAQIECBAgQIAAAQIECBAgQIAAgdMJCLjaHwQIECBAgAABAgQIECBAgAABAgQIECBAoDgCWd7e2q/gFtfi7AeVEiBAgAABAgQIECBAgAABAgQIECBAgAABAgQIECBAgAABAgQKKyDgWtjWKZwAAQIECBAgQIAAAQIECBAgQIAAAQIEKiiQ5e2t/Zxuca3gxrJkAgQIECBAgAABAgQIECBAgAABAgQIECBAgAABAgQIECBAgECrBQRcWy1uPgIECBAgQIAAAQIECBAgQIAAAQIECBAgMDaBVtze2l+ZW1zH1iNvESBAgAABAgQIECBAgAABAgQIECBAgAABAgQIECBAgAABAgQI1Ckg4FonlMcIECBAgAABAgQIECBAgAABAgQIECBAgECbBVpxe2v/Et3i2uZmm54AAQIECBAgQIAAAQIECBAgQIAAAQIECBAgQIAAAQIECBAgUHYBAdeyd9j6CBAgQIAAAQIECBAgQIAAAQIECBAgQKAMAo3e3vrziHjfkIXX+r3T2bjFtQw7xxoIECBAgAABAgQIECBAgAABAgQIECBAgAABAgQIECBAgAABAjkVEHDNaWOURYAAAQIECBAgQIAAAQIECBAgQIAAAQIEBgjUe3trEmLd+u6vY0MEJ0fE+nd/DQ2/1sJ2i6stSIAAAQIECBAgQIAAAQIECBAgQIAAAQIECBAgQIAAAQIECBAgkJmAgGtmtAYmQIAAAQIECBAgQIAAAQIECBAgQIAAAQKpCNRze+vAYOt/vTtr75DZ+/8/gf/TQNDVLa6ptNAgBAgQIECAAAECBAgQIECAAAECBAgQIECAAAECBAgQIECAAAECQwUEXO0JAgQIECBAgAABAgQIECBAgAABAgQIECCQb4HT3d5aK9jav5qRAq79P68n6OoW13zvDdURIECAAAECBAgQIECAAAECBAgQIECAAAECBAgQIECAAAECBAorIOBa2NYpnAABAgQIECBAgAABAgQIECBAgAABAgQqIDDS7a2nC7b2s4wWcO1/brSgq1tcK7DRLJEAAQIECBAgQIAAAQIECBAgQIAAAQIECBAgQIAAAQIECBAg0GoBAddWi5uPAAECBAgQIECAAAECBAgQIECAAAECBAjULzD09tZ6gq39o9cbcO1/fqSgq1tc6++XJwkQIECAAAECBAgQIECAAAECBAgQIECAAAECBAgQIECAAAECBOoUEHCtE8pjBAgQIECAAAECBAgQIECAAAECBAgQIECgxQIDb29tJNjaX2ajAdf+92oFXd3i2uLmm44AAQIECBAgQIAAAQIECBAgQIAAAQIECBAgQIAAAQIECBAgUHYBAdeyd9j6CBAgQIAAAQIECBAgQIAAAQIECBAgQKCoAsntrRdFxNZ3f/1XgwsZa8C1f5qBQddnIyIJufoQIECAAAECBAgQIECAAAECBAgQIECAAAECBAgQIECAAAECBAgQSEVAwDUVRoMQIECAAAECBAgQIECAAAECBAgQIECAAIFUBT4cEQvHGGztL6TZgGv/OP1B10cj4p9SXaXBCBAgQIAAAQIECBAgQIAAAQIECBAgQIAAAQIECBAgQIAAAQIEKisg4FrZ1ls4AQIECBAgQIAAAQIECBAgQIAAAQIECJRcIK2Aa8mZLI8AAQIECBAgQIAAAQIECBAgQIAAAQIECBAgQIAAAQIECBAgQKAdAgKu7VA3JwECBAgQIECAAAECBAgQIECAAAECBAgQyF5AwDV7YzMQIECAAAECBAgQIECAAAECBAgQIECAAAECBAgQIECAAAECBAiMUUDAdYxwXiNAgAABAgQIECBAgAABAgQIECBAgAABAjkXEHDNeYOUR4AAAQIECBAgQIAAAQIECBAgQIAAAQIECBAgQIAAAQIECBCosoCAa5W7b+0ECBAgQIAAAQIECBAgQIAAAQIECBAgUGYBAdcyd9faCBAgQIAAAQIECBAgQIAAAQIECBAgQIAAAQIECBAgQIAAAQIFFxBwLXgDlU+AAAECBAgQIECAAAECBAgQIECAAAECBEYQEHC1NQgQIECAAAECBAgQIECAAAECBAgQIECAAAECBAgQIECAAAECBHIrIOCa29YojAABAgQIECBAgAABAgQIECBAgAABAgQINCUg4NoUn5cJECBAgAABAgQIECBAgAABAgQIECBAgAABAgQIECBAgAABAgSyFBBwzVLX2AQIECBAgAABAgQIECBAgAABAgQIECBAoH0CAq7tszczAQIECBAgQIAAAQIECBAgQIAAAQIECBAgQIAAAQIECBAgQIDAKAICrrYIAQIECBAgQIAAAQIECBAgQIAAAQIECBAop4CAazn7alUECBAgQIAAAQIECBAgQIAAAQIECBAgQIAAAQIECBAgQIAAgVIICLiWoo0WQYAAAQIECBAgQIAAAQIECBAgQIAAAQIEhgkIuNoUBAgQIECAAAECBAgQIECAAAECBAgQIECAAAECBAgQIECAAAECuRUQcM1taxRGgAABAgQIECBAgAABAgQIECBAgAABAgSaEhBwbYrPywQIECBAgAABAgQIECBAgAABAgQIECBAgAABAgQIECBAgAABAlkKCLhmqWtsAgQIECBAgAABAgQIECBAgAABAgQIECDQPgEB1/bZm5kAAQIECBAgQIAAAQIECBAgQIAAAQIECBAgQIAAAQIECBAgQGAUAQFXW4QAAQIECBAgQIAAAQIECBAgQIAAAQIECJRTQMC1nH21KgIECBAgQIAAAQIECBAgQIAAAQIECBAgQIAAAQIECBAgQIBAKQQEXEvRRosgQIAAAQIECBAgQIAAAQIECBAgQIAAAQLDBARcbQoCBAgQIECAAAECBAgQIECAAAECBAgQIECAAAECBAgQIECAAIHcCgi45rY1CiNAgAABAgQIECBAgAABAgQIECBAgAABAk0JCLg2xedlAgQIECBAgAABAgQIECBAgAABAgQIECBAgAABAgQIECBAgACBLAUEXLPUNTYBAgQIECBAgAABAgQIECBAgAABAgQIEGifgIBr++zNTIAAAQIECBAgQIAAAQIECBAgQIAAAQIECBAgQIAAAQIECBAgMIqAgKstQoAAAQIECBAgQIAAAQIECBAgQIAAAQIEyikg4FrOvloVAQIECBAgQIAAAQIECBAgQIAAAQIECBAgQIAAAQIECBAgQKAUAgKupWijRRAgQIAAAQIECBAgQIAAAQIECBAgQIAAgWECAq42BQECBAgQIECAAAECBAgQIECAAAECBAgQIECAAAECBAgQIECAQG4FBFxz2xqFESBAgAABAgQIECBAgAABAgQIECBAgACBpgQEXJvi8zIBAgQIECBAgAABAgQIECBAgAABAgQIECBAgAABAgQIECBAgECWAgKuWeoamwABAgQIECBAgAABAgQIECBAgAABAgQItE9AwLV99mYmQIAAAQIECBAgQIAAAQIECBAgQIAAAQIECBAgQIAAAQIECBAYRUDA1RYhQIAAAQIECBAgQIAAAQIECBAgQIAAAQLlFBBwLWdfrYoAAQIECBAgQIAAAQIECBAgQIAAAQIECBAgQIAAAQIECBAgUAoBAddStNEiCBAgQIAAAQIECBAgQIAAAQIECBAgQIDAMAEBV5uCAAECBAgQIECAAAECBAgQIECAAAECBAgQIECAAAECBAgQIEAgtwICrrltjcIIECBAgAABAgQIECBAgAABAgQIECBAgEBTAgKuTfF5mQABAgQIECBAgAABAgQIECBAgAABAgQIECBAgAABAgQIECBAIEsBAdcsdY1NgAABAgQIECBAgAABAgQIECBAgAABAgTaJyDg2j57MxMgQIAAAQIECBAgQIAAAQIECBAgQIAAAQIECBAgQIAAAQIECIwiIOBqixAgQIAAAQIECBAgQIAAAQIECBAgQIAAgXIKCLiWs69WRYAAAQIECBAgQIAAAQIECBAgQIAAAQIECBAgQIAAAQIECBAohYCAaynaaBEECBAgQIAAAQIECBAgQIAAAQIECBAgQGCYgICrTUGAAAECBAgQIECAAAECBAgQIECAAAECBAgQIECAAAECBAgQIJBbAQHX3LZGYQQIECBAgAABAgQIECBAgAABAgQIECBAoCkBAdem+LxMgAABAgQIECBAgAABAgQIECBAgAABAgQIECBAgAABAgQIECCQpYCAa5a6xiZAgAABAgQIECBAgAABAgQIECBAgAABAu0TEHBtn72ZCRAgQIAAAQIECBAgQIAAAQIECBAgQIAAAQIECBAgQIAAAQIERhEQcLVFCBAgQIAAAQIECBAgQIAAAQIECBAgQIBAOQUEXMvZV6siQIAAAQIECBAgQIAAAQIECBAgQIAAAQIECBAgQIAAAQIECJRCQMC1FG20CAIECBAgQIAAAQIECBAgQIAAAQIECBAgMExAwNWmIECAAAECBAgQIECAAAECBAgQIECAAAECBAgQIECAAAECBAgQyK2AgGtuW6MwAgQIECBAgAABAgQIECBAgAABAgQIECDQlICAa1N8XiZAgAABAgQIECBAgAABAgQIECBAgAABAgQIECBAgAABAgQIEMhSQMA1S11jEyBAgAABAgQIECBAgAABAgQIECBAgACB9gkIuLbP3swECBAgQIAAAQIECBAgQIAAAQIECBAgQIAAAQIECBAgQIAAAQKjCAi42iIECBAgQIAAAQIECBAgQIAAAQIECBAgQKCcAgKu5eyrVREgQIAAAQIECBAgQIAAAQIECBAgQIAAAQIECBAgQIAAAQIESiEg4FqKNloEAQIECBAgQIAAAQIECBAgQIAAAQIECBAYJiDgalMQIECAAAECBAgQIECAAAECBAgQIECAAAECBAgQIECAAAECBAjkVkDANbetURgBAgQIECBAgAABAgQIECBAgAABAgQIEGhKQMC1KT4vEyBAgAABAgQIECBAgAABAgQIECBAgAABAgQIECBAgAABAgQIZCkg4JqlrrEJECBAgAABAgQIECBAgAABAgQIECBAgED7BARc22dvZgIECBAgQIAAAQIECBAgQIAAAQIECBAgQIAAAQIECBAgQIAAgVEEBFxtEQIECBAgQIAAAQIECBAgQIAAAQIECBAgUE4BAddy9tWqCBAgQIAAAQIECBAgQIAAAQIECBAgQIAAAQIECBAgQIAAAQKlEBBwLUUbLYIAAQIECBAgQIAAAQIECBAgQIAAAQIECAwTEHC1KQgQIECAAAECBAgQIECAAAECBAgQIECAAAECBAgQIECAAAECBHIrULWA68yIuCQiPhIR0yLiVyPiAxFxZkRUzSK3m1JhBAgQINCQQPIXVV+PiNci4l8j4qWI+GFEPBURRxsaycMECBAgQIAAAQIECBAgQIBA2QQEXMvWUeshQIAAAQIECBAgQIAAAQIECBAgQIAAAQIECBAgQIAAAQIECJRIoAqhzo9GxOciYkFETC1R7yyFAAECBAiMJtATEY9FxJ6I+IfRHvZzAgQIECBAgAABAgQIECBAoHQCAq6la6kFESBAgAABAgQIECBAgAABAgQIECBAgAABAgQIECBAgAABAgTKI1DmgOtnI2JtRHy8PO2yEgIECBAgMGaB70XEtoj41phH8CIBAgQIECBAgAABAgQIECBQNAEB16J1TL0ECBAgQIAAAQIECBAgQIAAAQIECBAgQIAAAQIECBAgQIAAgQoJlDHg+qmI+FPB1grtYkslQIAAgUYEkqBr8r+T323kJc8SIECAAAECBAgQIECAAAEChRQQcC1k2xRNgAABAgQIECBAgAABAgQIECBAgAABAgQIECBAgAABAgQIEKiGQNkCrndHxLqRWnfmmWfGvHnz4pJLLomZM2fGeeedF+ecc06cddZZMW5c2SiqsYGtkgABAlUX6O3tjRMnTsTPfvaz+PGPfxxHjx6Np556Kg4dOhSvv/766Xg6I+KLVfezfgIECBAgQIAAAQIECBAgUHIBAdeSN9jyCBAgQIAAAQIECBAgQIAAAQIECBAgQIAAAQIECBAgQIAAAQJFFihLqnNmROyKiFm1mnH55ZfH8uXLY/HixYKsRd6taidAgACBugWS4Ou+ffti9+7dceDAgZHe+0FErIyIo3UP7EECBAgQIECAAAECBAgQIECgSAICrkXqlloJECBAgAABAgQIECBAgAABAgQIECBAgAABAgQIECBAgAABAhUTKEPA9fciYk9ETBzau2XLlsWXvvSluOiiiyrWVsslQIAAAQK/EHj22Wfjq1/9ajz00EO1WE5GxOci4nFmBAgQIECAAAECBAgQIECAQOkEBFxL11ILIkCAAAECBAgQIECAAAECBAgQIECAAAECBAgQIECAAAECBAiUR6DoAdfPRsTeoe248MIL484774z58+eXp1NWQoAAAQIEmhQ4ePBgfPnLX47nn3++1khLI+JbTU7hdQIECBAgQIAAAQIECBAgQCBfAgKu+eqHaggQIECAAAECBAgQIECAAAECBAgQIECAAAECBAgQIECAAAECBAYIFDngmtzc+u2h3bzmmmti+/btMW5ckZdmjxIgQIAAgWwEent7Y/Xq1XHffffVmuD33eSajbtRCRAgQIAAAQIECBAgQIBAmwQEXNsEb1oCBAgQIECAAAECBAgQIECAAAECBAgQIECAAAECBAgQIECAAIHRBYqaAp0ZEd+PiIkDl3j77bfHjTfeOPqqPUGAAAECBCoucMcdd8TGjRuHKpyMiI9FxNGK81g+AQIECBAgQIAAAQIECBAoi4CAa1k6aR0ECBAgQIAAAQIECBAgQIAAAQIECBAgQIAAAQIECBAgQIAAgRIKFDXgeiQiZg3sx7Zt22LNmjUlbJElESBAgACBbATuvffeWLt27dDBfxARs7OZ0agECBAgQIAAAQIECBAgQIBAiwUEXFsMbjoCBAgQIECAAAECBAgQIECAAAECBAgQIECAAAECBAgQIECAAIH6BYoYcL07ItYNXKKbW+tvuCcJECBAgMBAgRFucu2MiC+SIkCAAAECBAgQIECAAAECBAovIOBa+BZaAAECBAgQIECAAAECBAgQIECAAAECBAgQIECAAAECBAgQIECgvAJFC7h+KiIOD2zHNddcEzt27Chvh6yMAAECBAhkLHDttdfGfffdN3SWuRHx3YynNjwBAgQIECBAgAABAgQIECCQrYCAa7a+RidAgAABAgQIECBAgAABAgQIECBAgAABAgQIECBAgAABAgQIEGhCoGgB17+LiI/3r/fCCy+M5557LsaNK9oymuiYVwkQIECAQMoCvb29MWPGjHj++ecHjvy9iPidlKcyHAECBAgQIECAAAECBAgQINBaAQHX1nqbjQABAgQIECBAgAABAgQIECBAgAABAgQIECBAgAABAgQIECBAoAGBIiVDPxsReweu7Yknnoj58+c3sFyPEiBAgAABArUEDh48GJdddtnQHy2NiG8RI0CAAAECBAgQIECAAAECBAorIOBa2NYpnAABAgQIECBAgAABAgQIECBAgAABAgQIECBAgAABAgQIECBQfoEiBVwH3d66bNmyePDBB8vfISskQIAAAQItErjqqqvioYceGjibW1xbZG8aAgQIECBAgAABAgQIECCQkYCAa0awhiVAgAABAgQIECBAgAABAgQIECBAgAABAgQIECBAgAABAgQIEGheoCgB149GxFMDl/vDH/4wLrroouYFjECAAAECBAj0CTz77LPxkY98ZKjGJRHxD4gIECBAgAABAgQIECBAgACBQgoIuBaybYomQIAAAQIECBAgQIAAAQIECBAgQIAAAQIECBAgQIAAAQIECFRDoCgB17sjYl1/Sy6//PJ47LHHqtEhqyRAgAABAi0UWLBgQRw4cGDgjJ0R8cUWlmAqAgQIECBAgAABAgQIECBAID0BAdf0LI1EgAABAgQIECBAgAABAgQIECBAgAABAgQIECBAgAABAgQIECCQskBRAq4/iYip/Wvv6uqKjo6OlCkMR4AAAQIECHR3d8eSJUsGQvRExK+RIUCAAAECBAgQIECAAAECBAopIOBayLYpmgABAgQIECBAgAABAgQIECBAgAABAgQIECBAgAABAgQIECBQDYEiBFxnRsQ/9bfjzDPPjBMnTsS4cUUovRqbyCoJECBAoDwCvb29cdZZZ8Xrr78+cFEfjoij5VmllRAgQIAAAQIECBAgQIAAgcoICLhWptUWSoAAAQIECBAgQIAAAQIECBAgQIAAAQIECBAgQIAAAQIECBAonkARUqL/NyK+3k97+eWXx2OPPVY8aRUTIECAAIGCCCxYsCAOHDgwsNovRMQ3ClK+MgkQIECAAAECBAgQIECAAIFfCAi42g0ECBAgQIAAAQIECBAgQIAAAQIECBAgQIAAAQIECBAgQIAAAQK5FShCwPW+iFjVL3j77bfHjTfemFtQhREgQIAAgaIL3HHHHbFx48aBy9gZEdcUfV3qJ0CAAAECBAgQIECAAAECFRQQcK1g0y2ZAAECBAgQIECAAAECBAgQIECAAAECBAgQIECAAAECBAgQIFAUgSIEXP8uIj7eD/rEE0/E/Pnzi+KrTgIECBAgUDiBgwcPxmWXXTaw7u9FxO8UbiEKJkCAAAECBAgQIECAAAECBARc7QECBAgQIECAAAECBAgQIECAAAECBAgQIECAAAECBAgQIECAAIHcChQh4PqTiJjaL/ijH/0ozj///NyCKowAAQIECBRd4OWXX47f+I3fGLiMnoj4taKvS/0ECBAgQIAAAQIECBAgQKCCAgKuFWy6JRMgQIAAAQIECBAgQIAAAQIECBAgQIAAAQIECBAgQIAAAQIEiiJQhIDriYiY2A/63//93zFp0qSi+KqTAAECBAgUTuD48eNx9tlnD6z7ZEScVbiFKJgAAQIECBAgQIAAAQIECBAQcLUHCBAgQIAAAQIECBAgQIAAAQIECBAgQIAAAQIECBAgQIAAAQIEcitQhIDrOxFxqs533nknxo0rQtm57bnCCBAgQIDAaQV6e3vjl37plwY+k/xl2EG/gZAAAQIECBAgQIAAAQIECBAohICAayHapEgCBAgQIECAAAECBAgQIECAAAECBAgQIECAAAECBAgQIECAQDUFipAUHfQXcJLQjQ8BAgQIECCQrUCNf5lEEc4M2aIYnQABAgQIECBAgAABAgQIFE9AwLV4PVMxAQIECBAgQIAAAQIECBAgQIAAAQIECBAgQIAAAQIECBAgQKAyAkUIqwi4VmY7WigBAgQI5EVAwDUvnVAHAQIECBAgQIAAAQIECBBoSkDAtSk+LxMgQIAAAQIECBAgQIAAAQIECBAgQIAAAQIECBAgQIAAAQIECGQpIOCapa6xCRAgQIBAQQUEXAvaOGUTIECAAAECBAgQIECAAIHBAgKudgQ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U6Q70wAAIABJREFU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ESBAgACB9gkIuLbP3swECBAgQIAAAQIECBAgQCBFAQHXFDENRYAAAQIECBAgQIAAAQIECBAgQIAAAQIECBAgQIAAAQIECBAgkK6AgGu6nkYjQIAAAQKlEBBwLUUbLYIAAQIECBAgQIAAAQIECAi42gMECBAgQIAAAQIECBAgQIAAAQIECBAgQIAAAQIECBAgQIAAAQK5FRBwzW1rFEaAAAECBNonIODaPnszEyBAgAABAgQIECBAgACBFAUEXFPENBQBAgQIECBAgAABAgQIECBAgAABAgQIECBAgAABAgQIECBAgEC6AgKu6XoajQABAgQIlEJAwLUUbbQIAgQIECBAgAABAgQIECAg4GoPECBAgAABAgQIECBAgAABAgQIECBAgAABAgQIECBAgAABAgQI5FZAwDW3rVEYAQIECBBon4CAa/vszUyAAAECBAgQIECAAAECBFIUEHBNEdNQBAgQIECAAAECBAgQIECAAAECBAgQIECAAAECBAgQIECAAAEC6QoIuKbraTQCBAgQIFAKAQHXUrTRIggQIECAAAECBAgQIECAgICrPUCAAAECBAgQIECAAAECBAgQIECAAAECBAgQIECAAAECBAgQIJBbAQHX3LZGYQQIECBAoH0CAq7tszczAQIECBAgQIAAAQIECBBIUUDANUVMQxEgQIAAAQIECBAgQIAAAQIECBAgQIAAAQIECBAgQIAAAQIECKQrIOCarqfRCBAgQIBAKQQEXEvRRosgQIAAAQIECBAgQIAAAQICrvYAAQIECBAgQIAAAQIECBAgQIAAAQIECBAgQIAAAQIECBAgQIBAbgUEXHPbGoURIECAAIH2CQi4ts/ezAQIECBAgAABAgQIECBAIEUBAdcUMQ1FgAABAgQIECBAgAABAgQIECBAgAABAgQIECBAgAABAgQIECCQroCAa7qeRiNAgAABAqUQEHAtRRstggABAgQIECBAgAABAgQICLjaAwQIECBAgAABAgQIECBAgAABAgQIECBAgAABAgQIECBAgAABArkVEHDNbWsURoAAAQIE2icg4No+ezMTIECAAAECBAgQIECAAIEUBQRcU8Q0FAECBAgQIECAAAECBAgQIECAAAECBAgQIECAAAECBAgQIECAQLoCAq7pehqNAAECBAiUQkDAtRRttAgCBAgQIECAAAECBAgQICDgag8QIECAAAECBAgQIECAAAECBAgQIECAAAECBAgQIECAAAECBAjkVkDANbetURgBAgQIEGifgIBr++zNTIAAAQIECBAgQIAAAQIEUhQQcE0R01AECBAgQIAAAQIECBAgQIAAAQIECBAgQIAAAQIECBAgQIAAAQLpCgi4putpNAIECBAgUAoBAddStNEiCBAgQIAAAQIECBAgQICAgKs9QIAAAQIECBAgQIAAAQIECBAgQIAAAQIECBAgQIAAAQIECBAgkFsBAdfctkZhBAgQIECgfQICru2zNzMBAgQIECBAgAABAgQIEEhRQMA1RUxDESBAgAABAgQIECBAgAABAgQIECBAgAABAgQIECBAgAABAgQIpCsg4Jqup9EIECBAgEApBARcS9FGiyBAgAABAgQIECBAgAABAgKu9gA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5VHg+9//fvz2b/9206VNmjQpPvzhD8eECRNi5syZff951qxZcd5558V73vOepsdPBhip1r//+7+Pj33sY6nMUc8gX/nKV+Lmm28e9uiOHTti1apVUSNEV8+wIz7z0ksvxdKlS+Po0aOnnkmM9+7dG9OmTWtq7IEvv/nmm3HDDTdEZ2fnsDE3bdoUt9xyS5xxxhmpzWcgAq0WEHBttbj5CBAgQIAAAQIECBAgQIBAJgICrpmwGpQAAQIECBAgQIAAAQIECBAgQIAAAQIECBAgQIAAAQIECBAgQCANAQHXNBSNURmBtAKuI4FNnTo1rr322viDP/iDmDJlSlOueQ+4Tp8+Pfbs2RMzZsxoap1DX25VwLXWPP21zJkzJx5++OE499xzU12bwQi0UkDAtZXa5iJAgAABAgQIECBAgAABApkJCLhmRmtgAgQIECBAgAABAgQIECBAgAABAgQIECBAgAABAgQIECBAgACBZgUEXJsV9H6lBLIOuPZj/vIv/3L8yZ/8SV/YdeLEiWMyznvANVnU1VdfHffcc0+cffbZY1pjrZdaFXDdtWtX3w20I3127twZK1euTG1dBiLQagEB11aLm48AAQIECBAgQIAAAQIECGQiIOCaCatBCRAgQIAAAQIECBAgQIAAAQIECBAgQIAAAQIECBAgQIAAAQIE0hAQcE1D0RiVEWhVwLUf9NJLL4277747fvM3f7Nh4yIEXJNF7dixoy8oWiNM1/CakxdaEXA9duxYX3h1//79I9a4aNGiSEKwkydPHtM6vESg3QICru3ugPkJECBAgAABAgQIECBAgEAqAgKuqTAahAABAgQIECBAgAABAgQIECBAgAABAgQIECBAgAABAgQIECBAIAsBAdcsVI1ZWoFWB1wTyJkzZ8Y3vvGN+OhHP9qQa1ECrtOnT489e/bEjBkzGlrfSA+3IuD6zDPPxMKFC+PVV189VcaUKVMG/fdJkyb1BWDnzp2byroMQqDVAgKurRY3HwECBAgQIECAAAECBAgQyERAwDUTVoMSIECAAAECBAgQIECAAAECBAgQIECAAAECBAgQIECAAAECBAikISDgmoaiMSojkFZo9I033ojXX389/u3f/i2efvrpePzxx/t+jfSZM2dO/NVf/VUkYdB6P2nVWu98Iz33la98JW6++ebTDnP11VfHPffcE2effXaz02V+g+vbb78dt956ayTr6v/MmjUrVqxYEX/8x38cx48fP/X769ati82bN8f48eObXpcBCLRaQMC11eLmI0CAAAECBAgQIECAAAECmQgIuGbCalACBAgQIECAAAECBAgQIECAAAECBAgQIECAAAECBAgQIECAAIE0BARc01A0RmUEsgqN9vb2xiuvvNIXnHzggQdqei5YsCC2b98eH/zgB+vyzqrWuiYf8FA9Adfk8R07dsSqVauiRqiuoSmzvsG1p6cnli1bFk899dSpupYvXx433XRTXHfddfHkk0+e+v0kkNzV1RUXXHBBQ2vwMIE8CAi45qELaiBAgAABAgQIECBAgAABAk0LCLg2TWgAAgQIECBAgAABAgQIECBAgAABAgQIECBAgAABAgQIECBAgACBrAQEXLOSNW4pBbIOjb755pt9Qc8kLDnwJtB+zCQsunHjxnjPe94zqm/WtY5awLsP1BtwTcKge/bsiRkzZtQ7dM3nsg64PvLII7F48eJBc//5n/953HDDDcNudk0euuuuu2LDhg1NB3ebQvEygTEICLiOAc0rBAgQIECAAAECBAgQIEAgfwICrvnriYoIECBAgAABAgQIECBAgAABAgQIECBAgAABAgQIECBAgAABAgTeFRBwtRUINCDQitDo//zP//SFIpMg69DP1KlTo7u7O2bPnj1q1a2oddQiIqLegGsy1tVXXx333HNPnH322fUMXfOZLAOuJ0+ejLVr18b9999/au5JkybF/v37Y+7cuXH48OFYtGjRoHDyvHnz+m7lnTJlypjX5EUC7RAQcG2HujkJECBAgAABAgQIECBAgEDqAgKuqZMakAABAgQIECBAgAABAgQIECBAgAABAgQIECBAgAABAgQIECBAIC0BAde0JI1TCYFWhUaTIGVyI+jXv/71Ya7r1q2LzZs3x/jx409r3qpaR2t8rYDrJz/5yXjnnXfib//2b4e9ntxgu2rVqjHfeJplwPW5556Ljo6OePnll0/V/YlPfCIefPDB+NCHPhSvvvpqX0j30KFDg9b1ne98Jz796U+PRuXnBHIlIOCaq3YohgABAgQIECBAgAABAgQIjFVAwHWsct4jQIAAAQIECBAgQIAAAQIECBAgQIAAAQIECBAgQIAAAQIECBDIXEDANXNiE5RJoJWh0Z/85Cfx+c9/PpI5B36mT58eXV1dccEFF5yWtpW1nq6QWgHX1atXxxVXXBHXXntt9PT0DHq9kVtqa82bVcC1t7c3tmzZEtdff/2gaTds2BC33357vPe9743kmdtuuy02bdo06Jl6Q8ll+rNiLcUXEHAtfg+tgAABAgQIECBAgAABAgQIRISAq21AgAABAgQIECBAgAABAgQIECBAgAABAgQIECBAgAABAgQIECCQWwEB19y2RmF5FGh1aHTXrl19t5kO/dx1112RBCtrBNBOPdrqWkfq10gB1zvvvDP+8i//su+m2qGfJUuWxPbt22Py5MkNb4OsAq6vvfZaLF++PA4ePDiopqG3sz7zzDOxcOHCvttc+z/1hpIbXqwXCGQoIOCaIa6hCRAgQIAAAQIECBAgQIBA6wQEXFtnbSYCBAgQIECAAAECBAgQIECAAAECBAgQIECAAAECBAgQIECAAIEGBQRcGwTzeLUFWh0a/elPfxpXXXVVPPnkk4PgOzo6YufOnfG+971vxIa0utaRChkp4JrchnrixIlIbnPdv3//sNe3bt0ayc2npwvx1pozq4Dr4cOHY9GiRXH8+PFT086bNy8eeOCBmDJlyqnfS36+Zs2a2L1796Dy6gklV/tPl9XnTUDANW8dUQ8BAgQIECBAgAABAgQIEBiTgIDrmNi8RIAAAQIECBAgQIAAAQIECBAgQIAAAQIECBAgQIAAAQIECBAg0AoBAddWKJujNAKtDo2+/fbbsWnTpviLv/iLQYbnn39+dHd3x4wZM0a0bXWtIxVyuoDrhAkT4siRI5EEdnt6egYNMXXq1L41zp49u6H9k0XA9c033+y7abazs3NQLcnabrrppmEh3Fo379YKwza0MA8TaLGAgGuLwU1HgAABAgQIECBAgAABAgSyERBwzcbVqAQIECBAgAABAgQIECBAgAABAgQIECBAgAABAgQIECBAgAABAikICLimgGiI6gi0IzR64MCBWLBgwTDkPXv2xNKlS0fEb0ettYoZLeDa29vbFxxdv379sNeXLFkS27dvj8mTJ9e9ybIIuL7yyitx5ZVXxtNPP32qjuTW1kcffTQuvvjiYbXVej55aN++fXHFFVfUvRYPEmingIBrO/XNTYAAAQIECBAgQIAAAQIEUhMQcE2N0kAECBAgQIAAAQIECBAgQIAAAQIECBAgQIAAAQIECBAgQIAAAQJpCwi4pi1qvFILtCM0+txzz/XdcPryyy8Psv2zP/uzvttdR/q0o9ZatYwWcE3eOXbsWKxevTq6urqGDbF169ZYt27dsFtSR1p3FgHXWjeyLl++PO69996YNGnSsFLeeuut2LhxY2zZsmXQz1asWBHbtm2LiRMnlvrPicWVQ0DAtRx9tAoCBAgQIECAAAECBAgQqLyAgGvltwAAAgQIECBAgAABAgQIECBAgAABAgQIECBAgAABAgQIECBAgEB+BQRc89sbleVQoB2h0f/4j/+IZcuWxaFDhwaJJIHQJEA5YcKEmlLtqLVWIfUEXJP3jhw50hfk7enpGTTM1KlTo7u7O2bPnl3Xjkg74Przn/88Vq1a1VfDwM/OnTtj5cqVI9Z0+PDhWLRoURw/fvzUM6e79bWuxXmIQAsFBFxbiG0qAgQIECBAgAABAgQIECCQnYCAa3a2RiZAgAABAgQIECBAgAABAgQIECBAgAABAgQIECBAgAABAgQIEGhSQMC1SUCvV0ugHaHRJCC5Zs2a2L179yDs3/3d3+37vcmTJ9dsQjtqrVVIvQHX3t7e6OzsjPXr1w8bZsmSJbF9+/YR1zrwhbQDrs8880wsXLgwXn311VPTzJkzJx5++OE499xzR/wD8Nprr0Vyy+vBgwcHPZPcunvLLbfEGWecUa0/PFZbOAEB18K1TMEECBAgQIAAAQIECBAgQKCWgICrfUGAAAECBAgQIECAAAECBAgQIECAAAECBAgQIECAAAECBAgQIJBbAQHX3LZGYXkUaEdo9I033ogNGzb0BTwHfj7zmc/Egw8+GO9///trUrWj1lqF1BtwTd49duxYJDfTdnV1DRtq69atsW7duqgRuhv0bJoB17fffjtuvfXWSNYw8JPUsXnz5hg/fvyI2zQJ7CY37F5//fWDnqknHJvHva+m6gkIuFav51ZMgAABAgQIECBAgAABAqUUEHAtZVstigABAgQIECBAgAABAgQIECBAgAABAgQIECBAgAABAgQIECBQDgEB13L00SpaJNCO0Ohbb70VGzdu7AtLDvzMmjUr9uzZE7/+679ec/XtqLVWIY0EXJP3jxw5Eh0dHdHT0zNouKlTp0Z3d3fMnj37tN1OM+D605/+NK666qp48sknT805adKk2L9/f8ydO3fUXffcc8/1reXll18e9OzOnTtj5cqVo77vAQLtFBgtTN7O2sxNgAABAoUWKMI/gxYaWPEECBAgQIAAgSECAq62BAECBAgQIECAAAECBAgQIECAAAECBAgQIECAAAECBAgQIECAQG4FivCXiwf9BZzkVkQfAu0SaFdotFZIdObMmbF3796YNm1aTY521Tq0mEYDrsmf8c7Ozli/fv2wdS1ZsqTvJtvJkyePuAXSDLg+8sgjsXjx4kFzzZs3Lx544IGYMmXKqNvw5MmTsXbt2rj//vsHPbtixYrYtm1bTJw4cdQxPECgXQICru2SNy8BAgRKL1CEfwYtfRMskAABAgQIEKiUgIBrpdptsQQIECBAgAABAgQIECBAgAABAgQIECBAgAABAgQIECBAgACBYgkU4S8XC7gWa0+Vutp2hUarFHBNNtCxY8di9erV0dXVNWw/bd26NdatWxcjhe/SCriOFE696667YsOGDSPOP7TgWiHZJBz76KOPxsUXX1zqPy8WV2wBAddi90/1BAgQyLFAEf4ZNMd8SiNAgAABAgQINCwg4NowmRcIECBAgAABAgQIECBAgAABAgQIECBAgAABAgQIECBAgAABAgRaJVCEv1ws4Nqq3WCeUQXaEXBNbjS99dZb+34N/JT1Btf+NR45ciQ6Ojqip6dn0LqnTp0a3d3dMXv27Jr9Sivg+sILL0RyY+yLL754ap4kmPrtb387Zs2aNepe6X8gqX/ZsmXx1FNPDXpn06ZNccstt8QZZ5xR91geJNBKAQHXVmqbiwABApUSKMI/g1aqIRZLgAABAgQIlF5AwLX0LbZAAgQIECBAgAABAgQIECBAgAABAgQIECBAgAABAgQIECBAgEBxBYrwl4sFXIu7v0pXeTsCrm+88UbfjaHbt28f5PmJT3wiHnzwwfjQhz5U07kdtdYqpNbts8ntrFu2bIkJEyaMuEeSYG9nZ2esX79+2DNJ8DTxmDx58rCfpRFwTeZO6rv++usHjb9ixYrYtm1bTJw4se69/fbbb/eFkxOHgZ85c+bEww8/HOeee27dY3mQQCsFagRci3BmaCWRuQgQIECgPgGBivqcPEWAAAECBAgQyErAeSwrWeMSIECAAAECBAgQIECAAAECBAgQIECAAAECBAgQIECAAAECBAg0LVCEsIqAa9NtNkBaAu0IjY4UcP3MZz7TF3B9//vfX3N57ai1ViFjDbgmYx07diySMGxXV9ewobdu3Rrr1q2LoSG8NAKur732WixfvjwOHjw4aN5vfvObcdVVVzW8nZJeXHbZZXH8+PFB7+7cuTNWrlzZ8HheINAKAQHXViibgwABApUQEKioRJstkgABAgQIEMixgPNYjpujNAIECBAgQIAAAQIECBAgQIAAAQIECBAgQIAAAQIECBAgQIBA1QUEXKu+A6y/IYF2hEb/8z//sy9U+Td/8zeDak0CmPfee29MmjSp5hraUWutQpoJuCbjHTlyJDo6OqKnp2fQ8FOnTo3u7u6YPXv2oN9PI+B6+PDhWLRo0bBAakObpY6Hkzl27dpV8ybaOl73CIFMBQRcM+U1OAECBKokIFBRpW5bKwECBAgQIJBHAeexPHZFTQQIECBAgAABAgQIECBAgAABAgQIECBAgAABAgQIECBAgAABAn0CAq42AoEGBNoRGv2Xf/mX+NznPhc/+MEPBlW6YcOGuP322+O9731vzRW0o9ZahTQbcO3t7Y3Ozs5Yv379sOGXLFkS27dvHxQQbTbg+tZbb8XGjRtjy5YtDeyMsT2ahJP3798fc+fOHdsA3iKQoYCAa4a4hiZAgEC1BAQqqtVvqyVAgAABAgTyJ+A8lr+eqIgAAQIECBAgQIAAAQIECBAgQIAAAQIECBAgQIAAAQIECBAgQOBdAQFXW4FAAwLtCI3+4z/+Y1x66aXDbhP92te+FknIdaRPO2qtVUuzAddkzGPHjsXq1aujq6tr2BRbt26NdevWRX8Yr9mA6yuvvBJXXnllPP300w3sjLE/mtS+efPmGD9+/NgH8SaBDAQEXDNANSQBAgSqKSBQUc2+WzUBAgQIECCQHwHnsfz0QiUECBAgQIAAAQIECBAgQIAAAQIECBAgQIAAAQIECBAgQIAAAQJDBARcbQkCDQi0IzSa3FB63XXXDavyO9/5Tnz6058esfp21FqrmDQCrsm4R44ciY6Ojujp6Rk0zdSpU6O7uztmz57d9/vNBlx37doVq1atamBXNPfo9OnT+4K7F1xwQXMDeZtAygICrimDGo4AAQLVFRCoqG7vrZwAAQIECBDIh4DzWD76oAoCBAgQIECAAAECBAgQIECAAAECBAgQIECAAAECBAgQIECAAIEaAgKutgWBBgRaHRp94403+m5pTUKuAz+XXHJJPPTQQ5GEO0f6tLrWkepIK+Da29sbnZ2dsX79+mFTLVmypM9o8uTJTQVcjx8/HmvWrIndu3cPmmPhwoXxW7/1Ww3slNqP/vu//3ts27Zt2A/vuuuuvj7XCBQ2PacBCIxVQMB1rHLeI0CAAIEhAgIVtgQBAgQIECBAoL0CzmPt9Tc7AQIECBAgQIAAAQIECBAgQIAAAQIECBAgQIAAAQIECBAgQIDAaQQEXG0PAg0ItDo0+sILL0QS3nzxxRcHVbl69erYsmVLTJgwYcTqW13rSIWkFXBNxj927Fgka09uPB362bp1a6xbty5+9KMfxdKlS+Po0aOnHpk5c2bs3bs3pk2bdtpuP/PMM5GEWV999dVTz02aNCn2798fc+fObWCn1H40Gffqq6+OQ4cODXpg/vz5faHaD3zgA03PYQACaQkIuKYlaRwCBAhUXkCgovJbAAABAgQIECDQZgHnsTY3wPQECBAgQIAAAQIECBAgQIAAAQIECBAgQIAAAQIECBAgQIAAAQIjCwi42h0EGhBoZWg0ubE0CbFef/31wyrct29fXHHFFaetvJW1nq6QNAOuyTxHjhyJjo6O6OnpGTRtcpttd3d3JIHUsQRc33777bj11lsjqXfgJ83wadLT2267LTZt2jRojjRDtA1sZ48SOK2AgKsNQoAAAQIpCQhUpARpGAIECBAgQIDAGAWcx8YI5zUCBAgQIECAAAECBAgQIECAAAECBAgQIECAAAECBAgQIECAAIHsBQRcszc2Q4kEWhkafemll4YFNRPKOXPmxMMPPxznnnvHoDG3AAAgAElEQVTuaWVbWevpCkk74JqERDs7O2P9+vXDpk1uu/2jP/qjuO666xq+wXWk21Xvuuuu2LBhQ9QI+41pZ9e6JTYZKLl9dvPmzTF+/PgxjeslAmkLCLimLWo8AgQIVFZAoKKyrbdwAgQIECBAICcCzmM5aYQyCBAgQIAAAQIECBAgQIAAAQIECBAgQIAAAQIECBAgQIAAAQIEhgsIuNoVBBoQaFVo9I033ogbbrghtm3bNqy6egOXrap1NL60A67JfMeOHYvVq1dHV1fXsOk///nP94Vb//mf//nUz2bOnBl79+6NadOmjVjuI488EosXLx708ylTpsSjjz4aF1988WjLrPvnx48fjzVr1sTu3bsHvTN9+vS+9VxwwQV1j+VBAlkKCLhmqWtsAgQIVEpAoKJS7bZYAgQIECBAIIcCzmM5bIqSCBAgQIAAAQIECBAgQIAAAQIECBAgQIAAAQIECBAgQIAAAQIE/ldAwNVOINCAQCtCo++880489NBD8YUvfCGSMOTATz1Bzf7nW1FrPXRZBFyTeY8cORIdHR3R09MzahmjuSWB4uSW1u3btw8aa9GiRbFr166YPHnyqHM08kAy5qpVq4a9Um94uZG5PEtgrAICrmOV8x4BAgQIDBEQqLAlCBAgQIAAAQLtFXAea6+/2QkQIECAAAECBAgQIECAAAECBAgQIECAAAECBAgQIECAAAECBE4jIOBqexBoQCDr0Oibb74ZO3bsiJtuumlYuDUpM/lZEoysETwbtoqsa62XLauAa29vb3R2dsb69etHLWW0gOsLL7wQS5YsiRdffHHQWF/72tf6gq9pf1566aVYunRp302zAz/z5s2LBx54IJKbY30ItFtAwLXdHTA/AQIESiMgUFGaVloIAQIECBAgUFAB57GCNk7ZBAgQIECAAAECBAgQIECAAAECBAgQIECAAAECBAgQIECAAIEqCAi4VqHL1piaQFah0eTW1h/+8Idx6623xuOPP16z3uRG182bN8fEiRPrWk9WtdY1+YCHsgq4JlMcO3YsVq9eHV1dXact63QB1yQou2XLlrj++usHjXH++edHd3d3zJgxo9Elj/p8EmS+4YYb+gK6Qz/79u2LK664YtQxPEAgawEB16yFjU+AAIHKCAhUVKbVFkqAAAECBAjkVMB5LKeNURYBAgQIECBAgAABAgQIECBAgAABAgQIECBAgAABAgQIECBAgECEgKtdQKABgbRCoydOnIiTJ0/23Rj6ve99L/76r/86nn766RErWbBgQWzfvj0++MEP1l1tWrXWPeEID2YZcE2mPHLkSHR0dERPT8+IpZ4u4JqEZFeuXBn79+8f9P6KFSti27ZtdQeKG3U6cOBAJH0d+sl63kbr9Hx1BQRcq9t7KydAgEDKAgIVKYMajgABAgQIECDQoIDzWINgHidAgAABAgQIECBAgAABAgQIECBAgAABAgQIECBAgAABAgQIEGidgIBr66zNVAKBkUKjWS7t0ksv7QtaJjeKNvJpZa3f/OY346qrrqpZXtYB1+QG1uQm1PXr14/Ic7qA6+HDh2PRokVx/PjxQe/v3LmzL/ia1efVV1+Nq6++Og4dOjRoiilTpsSjjz4aF198cVZTG5dAXQICrnUxeYgAAQIERhcQqBjdyBMECBAgQIAAgSwFnMey1DU2AQIECBAgQIAAAQIECBAgQIAAAQIECBAgQIAAAQIECBAgQIBAUwICrk3xeblqAq0MjSa2y5cvj82bN8c555zTMHUra21nwDWBSW5hXb16dXR1ddV0Ging+tZbb8XGjRtjy5Ytg96bPn1631gXXHBBw+71vpAEc2+77bbYtGnTsFeS37vlllvijDPOqHc4zxFIXUDANXVSAxIgQKCqAgIVVe28dRMgQIAAAQJ5EXAey0sn1EGAAAECBAgQIECAAAECBAgQIECAAAECBAgQIECAAAECBAgQIDBMQMDVpiDQgECrQqPTpk2Lm2++ORYvXhzjx49voMJfPNqqWpMZ2x1wTWo4cuRIdHR0RE9PzzCvkQKur7zySlx55ZXx9NNPD3onCcsmodcJEyaMyb7el5555plYuHBhJLe5DvzMmTMnHn744Tj33HPrHcpzBFIXEHBNndSABAgQqKqAQEVVO2/dBAgQIECAQF4EnMfy0gl1ECBAgAABAgQIECBAgAABAgQIECBAgAABAgQIECBAgAABAgQIDBMQcLUpCDQgkHVodO7cufGHf/iHsWDBgpg4cWIDlQ1/NOtaB86Yh4BrciNqZ2dnrF+/fhjGSAHXXbt2xapVq4Y9v2/fvrjiiiua8q/n5Z///Od983d3d7ethnrq9Ew1BQRcq9l3qyZAgEAGAgIVGaAakgABAgQIECDQgIDzWANYHiVAgAABAgQIECBAgAABAgQIECBAgAABAgQIECBAgAABAgQIEGitgIBra73NVnCBtEKjU6dOjfPPPz9+5Vd+JWbMmBEXX3xxXHjhhfG+970vNaG0aq2noDwEXJM6jx07Fsntq11dXYPKrhVwPXnyZKxduzbuv//+Qc+2+vbUkUK2K1asiG3btjUddK6nf54hUEtAwNW+IECAAIGUBAQqUoI0DAECBAgQIEBgjALOY2OE8xoBAgQIECBAgAABAgQIECBAgAABAgQIECBAgAABAgQIECBAgED2AgKu2RubgQABAgQIFE5AwLVwLVMwAQIE8iogUJHXzqiLAAECBAgQqIqA81hVOm2dBAgQIECAAAECBAgQIECAAAECBAgQIECAAAECBAgQIECAAIECCgi4FrBpSiZAgAABAlkLCLhmLWx8AgQIVEZAoKIyrbZQAgQIECBAIKcCzmM5bYyyCBAgQIAAAQIECBAgQIAAAQIECBAgQIAAAQIECBAgQIAAAQIEIgRc7QICBAgQIEBgmICAq01BgAABAikJCFSkBGkYAgQIECBAgMAYBZzHxgjnNQIECBAgQIAAAQIECBAgQIAAAQIECBAgQIAAAQIECBAgQIAAgewFBFyzNzYDAQIECBAonICAa+FapmACBAjkVUCgIq+dURcBAgQIECBQFQHnsap02joJECBAgAABAgQIECBAgAABAgQIECBAgAABAgQIECBAgAABAgUUEHAtYNOUTIAAAQIEshYQcM1a2PgECBCojIBARWVabaEECBAgQIBATgWcx3LaGGUR+P/s3QuwnVV5N/CHm9QQoCgtVOwH1gIyIhHQchvQKpdEJbGGiyTgMOWmchMQiVJAUOQmWCiigExrA8hVTbRDqrEgVAqOXIJ0WkUGaAcU+1UKBBAEzjdrfz2ZfU7OZd/evdfa7++dcdTkfdf7rN+zkrMys/97ESBAgAABAgQIECBAgAABAgQIECBAgAABAgQIECBAgAABAgQiBFytAgIECBAgQGA1AQFXi4IAAQIEeiQgUNEjSMMQIECAAAECBDoUsB/rEM5jBAgQIECAAAECBAgQIECAAAECBAgQIECAAAECBAgQIECAAAEC1QsIuFZv7A0ECBAgQKA4AQHX4lqmYAIECOQqIFCRa2fURYAAAQIECNRFwH6sLp02TwIECBAgQIAAAQIECBAgQIAAAQIECBAgQIAAAQIECBAgQIBAgQICrgU2TckECBAgQKBqAQHXqoWNT4AAgdoICFTUptUmSoAAAQIECGQqYD+WaWOURYAAAQIECBAgQIAAAQIECBAgQIAAAQIECBAgQIAAAQIECBAgECHgahUQIECAAAECqwkIuFoUBAgQINAjAYGKHkEahgABAgQIECDQoYD9WIdwHiNAgAABAgQIECBAgAABAgQIECBAgAABAgQIECBAgAABAgQIEKheQMC1emNvIECAAAECxQkIuBbXMgUTIEAgVwGBilw7oy4CBAgQIECgLgL2Y3XptHkSIECAAAECBAgQIECAAAECBAgQIECAAAECBAgQIECAAAECBAoUEHAtsGlKJkCAAAECVQsIuFYtbHwCBAjURkCgojatNlECBAgQIEAgUwH7sUwboywCBAgQIECAAAECBAgQIECAAAECBAgQIECAAAECBAgQIECAAIEIAVergAABAgQIEFhNQMDVoiBAgACBHgkIVPQI0jAECBAgQIAAgQ4F7Mc6hPMYAQIECBAgQIAAAQIECBAgQIAAAQIECBAgQIAAAQIECBAgQIBA9QICrtUbewMBAgQIEChOQMC1uJYpmAABArkKCFTk2hl1ESBAgAABAnURsB+rS6fNkwABAgQIECBAgAABAgQIECBAgAABAgQIECBAgAABAgQIECBQoICAa4FNUzIBAgQIEKhaQMC1amHjEyBAoDYCAhW1abWJEiBAgAABApkK2I9l2hhlESBAgAABAgQIECBAgAABAgQIECBAgAABAgQIECBAgAABAgQIRAi4WgUECBAgQIDAagICrhYFAQIECPRIQKCiR5CGIUCAAAECBAh0KGA/1iGcxwgQIECAAAECBAgQIECAAAECBAgQIECAAAECBAgQIECAAAECBKoXEHCt3tgbCBAgQIBAcQICrsW1TMEECBDIVUCgItfOqIsAAQIECBCoi4D9WF06bZ4ECBAgQIAAAQIECBAgQIAAAQIECBAgQIAAAQIECBAgQIAAgQIFBFwLbJqSCRAgQIBA1QICrlULG58AAQK1ERCoqE2rTZQAAQIECBDIVMB+LNPGKIsAAQIECBAgQIAAAQIECBAgQIAAAQIECBAgQIAAAQIECBAgQCBCwNUqIECAAAECBFYTEHC1KAgQIECgRwICFT2CNAwBAgQIECBAoEMB+7EO4TxGgAABAgQIECBAgAABAgQIECBAgAABAgQIECBAgAABAgQIECBQvYCAa/XG3kCAAAECBIoTEHAtrmUKJkCAQK4CAhW5dkZdBAgQIECAQF0E7Mfq0mnzJECAAAECBAgQIECAAAECBAgQIECAAAECBAgQIECAAAECBAgUKCDgWmDTlEyAAAECBKoWEHCtWtj4BAgQqI2AQEVtWm2iBAgQIECAQKYC9mOZNkZZBAgQIECAAAECBAgQIECAAAECBAgQIECAAAECBAgQIECAAAECEQKuVgEBAgQIECCwmoCAq0VBgAABAj0SEKjoEaRhCBAgQIAAAQIdCtiPdQjnMQIECBAgQIAAAQIECBAgQIAAAQIECBAgQIAAAQIECBAgQIAAgeoFBFyrN/YGAgQIECBQnICAa3EtUzABAgRyFRCoyLUz6iJAgAABAgTqImA/VpdOmycBAgQIECBAgAABAgQIECBAgAABAgQIECBAgAABAgQIECBAoEABAdcCm6ZkAgQIECBQtYCAa9XCxidAgEBtBAQqatNqEyVAgAABAgQyFbAfy7QxyiJAgAABAgQIECBAgAABAgQIECBAgAABAgQIECBAgAABAgQIEIgQcLUKCBAgQIAAgdUEBFwtCgIECBDokYBARY8gDUOAAAECBAgQ6FDAfqxDOI8RIECAAAECBAgQIECAAAECBAgQIECAAAECBAgQIECAAAECBAhULyDgWr2xNxAgQIAAgeIEBFyLa5mCCRAgkKuAQEWunVEXAQIECBAgUBcB+7G6dNo8CRAgQIAAAQIECBAgQIAAAQIECBAgQIAAAQIECBAgQIAAAQIFCgi4Ftg0JRMgQIAAgaoFBFyrFjY+AQIEaiMgUFGbVpsoAQIECBAgkKmA/VimjVEWAQIECBAgQIAAAQIECBAgQIAAAQIECBAgQIAAAQIECBAgQIBAhICrVUCAAAECBAisJiDgalEQIECAQI8EBCp6BGkYAgQIECBAgECHAvZjHcJ5jAABAgQIECBAgAABAgQIECBAgAABAgQIECBAgAABAgQIECBAoHoBAdfqjb2BAAECBAgUJyDgWlzLFEyAAIFcBQQqcu2MuggQIECAAIG6CNiP1aXT5kmAAAECBAgQIECAAAECBAgQIECAAAECBAgQIECAAAECBAgQKFBAwLXApimZAAECBAhULSDgWrWw8QkQIFAbAYGK2rTaRAkQIECAAIFMBezHMm2MsggQIECAAAECBAgQIECAAAECBAgQIECAAAECBAgQIECAAAECBCIEXK0CAgQIECBAYDUBAVeLggABAgR6JCBQ0SNIwxAgQIAAAQIEOhSwH+sQzmMECBAgQIAAAQIECBAgQIAAAQIECBAgQIAAAQIECBAgQIAAAQLVCwi4Vm/sDQQIECBAoDgBAdfiWqZgAgQI5CogUJFrZ9RFgAABAgQI1EXAfqwunTZPAgQIECBAgAABAgQIECBAgAABAgQIECBAgAABAgQIECBAgECBAgKuBTZNyQQIECBAoGoBAdeqhY1PgACB2ggIVNSm1SZKgAABAgQIZCpgP5ZpY5RFgAABAgQIECBAgAABAgQIECBAgAABAgQIECBAgAABAgQIECAQIeBqFRAgQIAAAQKrCQi4WhQECBAg0CMBgYoeQRqGAAECBAgQINChgP1Yh3AeI0CAAAECBAgQIECAAAECBAgQIECAAAECBAgQIECAAAECBAgQqF5AwLV6Y28gQIAAAQLFCQi4FtcyBRMgQCBXAYGKXDujLgIECBAgQKAuAvZjdem0eRIgQIAAAQIECBAgQIAAAQIECBAgQIAAAQIECBAgQIAAAQIEChQoIeD6ajSdNPvqq6/GBKGbAumVTIAAAQIE8hQYGRmJNddcs7m49GHYMb+QZ+WqIkCAAIEMBQQqMmyKkggQIECAAIFaCdiP1ardJkuAAAECBAgQIECAAAECBAgQIECAAAECBAgQIECAAAECBAgQKEughIDryohYb5T1mWeeifXXX78sZdUSIECAAIGCBJ599tnYYIMNmit+LiJmFjQFpRIgQIBAPgICFfn0QiUECBAgQIBAPQXsx+rZd7MmQIAAAQIECBAgQIAAAQIECBAgQIAAAQIECBAgQIAAAQIECBQhUELA9dGI2HxU8+c//3lsueWWReAqkgABAgQIlCjw0EMPxVZbbdVc+mMRsUWJc1EzAQIECAxcQKBi4C1QAAECBAgQIFBzAfuxmi8A0ydAgAABAgQIECBAgAABAgQIECBAgAABAgQIECBAgAABAgQI5CxQQsD19ojYfRTxlltuidmzZ+dsqjYCBAgQIFC0wLJly2LOnDnNc7gjIvYoelKKJ0CAAIFBCQhUDEreewkQIECAAAEC/1/AfsxKIECAAAECBAgQIECAAAECBAgQIECAAAECBAgQIECAAAECBAgQyFaghIDrlRFx+KjgueeeG6ecckq2oAojQIAAAQKlC5x33nmxaNGi5ml8LSKOKH1e6idAgACBgQgIVAyE3UsJECBAgAABAqsE7McsBgIECBAgQIAAAQIECBAgQIAAAQIECBAgQIAAAQIECBAgQIAAgWwFSgi4fiwiLhsVnDt3bixZsiRbUIURIECAAIHSBebNmxdLly5tnsbHI+Irpc9L/QQIECAwEAGBioGweykBAgQIECBAYJWA/ZjFQIAAAQIECBAgQIAAAQIECBAgQIAAAQIECBAgQIAAAQIECBAgkK1ACQHXWRFx/6jgjBkzYuXKlbHGGiWUnm3fFUaAAAECBCYUGBkZiZkzZ8bzzz/f/Ptvj4gVyAgQIECAQAcCAhUdoHmEAAECBAgQINBDAfuxHmIaigABAgQIECBAgAABAgQIECBAgAABAgQIECBAgAABAgQIECBAoLcCpaREH42IzUenfuONN8Z+++3XWwmjESBAgAABAnHTTTfF/vvv3yzxWERsgYYAAQIECHQoIFDRIZzHCBAgQIAAAQI9ErAf6xGkYQgQIECAAAECBAgQIECAAAECBAgQIECAAAECBAgQIECAAAECBHovUErA9eKIOG50+nPnzo0lS5b0XsOIBAgQIECg5gLz5s2LpUuXNitcEhHH15zF9AkQIECgcwGBis7tPEmAAAECBAgQ6IWA/VgvFI1BgAABAgQIECBAgAABAgQIECBAgAABAgQIECBAgAABAgQIECBQiUApAdddIuLOZoF77703tt9++0pQDEqAAAECBOoocN9998UOO+wwfuq7RsS/1NHDnAkQIECgJwICFT1hNAgBAgQIECBAoGMB+7GO6TxIgAABAgQIECBAgAABAgQIECBAgAABAgQIECBAgAABAgQIECBQtUApAdfkcHtE7D4KsmDBgrjmmmuq9jE+AQIECBCojcDChQvj2muvbZ7vHRGxR20ATJQAAQIEqhAQqKhC1ZgECBAgQIAAgdYF7Mdat3InAQIECBAgQIAAAQIECBAgQIAAAQIECBAgQIAAAQIECBAgQIBAnwVKCrgeEBHXN/vccsstMXv27D6TeR0BAgQIEBg+gWXLlsWcOXPGT+zAiLhh+GZrRgQIECDQRwGBij5iexUBAgQIECBAYAIB+zHLggABAgQIECBAgAABAgQIECBAgAABAgQIECBAgAABAgQIECBAIFuBkgKuCXHMKa7bbrttPPDAA7HGGqVNI9v1oDACBAgQqKHAyMhIbLfddvHggw82z97prTVcC6ZMgACBCgQEKipANSQBAgQIECBAoA0B+7E2sNxKgAABAgQIECBAgAABAgQIECBAgAABAgQIECBAgAABAgQIECDQX4HSkqHviYgfNBMdccQRccUVV/RXzdsIECBAgMAQCRx55JFx5ZVXjp/ReyPin4ZomqZCgAABAoMREKgYjLu3EiBAgAABAgRGBezHrAUCBAgQIECAAAECBAgQIECAAAECBAgQIECAAAECBAgQIECAAIFsBUoLuCbIiyPiuGbRc889N0455ZRskRVGgAABAgRyFTjvvPNi0aJF48u7JCKOz7VmdREgQIBAUQICFUW1S7EECBAgQIDAEArYjw1hU02JAAECBAgQIECAAAECBAgQIECAAAECBAgQIECAAAECBAgQIDAsAiUGXJP9TyJix+YmXHrppXH00UcPS1/MgwABAgQIVC7w5S9/OY455pjx77knIt5R+cu9gAABAgTqIiBQUZdOmycBAgQIECCQq4D9WK6dURcBAgQIECBAgAABAgQIECBAgAABAgQIECBAgAABAgQIECBAgECUGnCdFRE/ioj1mnvoJFcrmgABAgQItCYwycmtz0XEbhGxorVR3EWAAAECBKYVEKiYlsgNBAgQIECAAIFKBezHKuU1OAECBAgQIECAAAECBAgQIECAAAECBAgQIECAAAECBAgQIECAQDcCpQZc05w/EBHfGT/5I444Ii6//PJYY42Sp9ZNSz1LgAABAgQmFxgZGYmjjjoqrrzyyolu2jcivsuPAAECBAj0UECgooeYhiJAgAABAgQIdCBgP9YBmkcIECBAgAABAgQIECBAgAABAgQIECBAgAABAgQIECBAgAABAgT6I1B6CvSAiLh+PNW2224bF1xwQcyePbs/it5CgAABAgQKEFi2bFmcfPLJ8eCDD05U7YERcUMB01AiAQIECJQlIFBRVr9US4AAAQIECAyfgP3Y8PXUjAgQIECAAAECBAgQIECAAAECBAgQIECAAAECBAgQIECAAAECQyNQesA1NSKd5HpdRKw3visLFiyIT37yk7H99tsPTcNMhAABAgQItCtw3333xRe/+MW49tprJ3r0uYj4sJNb21V1PwECBAi0KCBQ0SKU2wgQIECAAAECFQnYj1UEa1gCBAgQIECAAAECBAgQIECAAAECBAgQIECAAAECBAgQIECAAIHuBYYh4JoUZkXEVRGx40Qkc+fOjUMOOSTmz58fa6wxLFPuvvlGIECAAIHhFRgZGYmbb745Fi9eHEuXLp1sovdExGERsWJ4JcyMAAECBAYsIFAx4AZ4PQECBAgQIFB7Afux2i8BAAQIECBAgAABAgQIECBAgAABAgQIECBAgAABAgQIECBAgACBfAWGLe15cUQcNxn3jBkzYs8994xdd901Zs2aFW9+85tj0003jZkzZwq+5rtGVUaAAAECUwikIOvKlSvjV7/6VTz88MOxYsWKuPPOO2P58uXx/PPPT2V3SUQcD5cAAQIECFQsIFBRMbDhCRAgQIAAAQLTCNiPWSIECBAgQIAAAQIECBAgQIAAAQIECBAgQIAAAQIECBAgQIAAAQLZCgxbwDVBvyciPhsRu2errjACBAgQIDA4gTv+9+fkPw2uBG8mQIAAgRoJCFTUqNmmSoAAAQIECGQpYD+WZVsURYAAAQIECBAgQIAAAQIECBAgQIAAAQIECBAgQIAAAQIECBAgkASGMeA62tkDIuIYQVcLnQABAgQINARSsPXSiLiBBwECBAgQ6KOAQEUfsb2KAAECBAgQIDCBgP2YZUGAAAECBAgQIECAAAECBAgQIECAAAECBAgQIECAAAECBAgQIJCtwDAHXEfRd4mID0fEvIjYPNtOKIwAAQIECPRe4LGIWBIR10XEv/R+eCMSIECAAIFpBQQqpiVyAwECBAgQIECgUgH7sUp5DU6AAAECBAgQIECAAAECBAgQIECAAAECBAgQIECAAAECBAgQINCNQB0Crs0+syJi14jYISK2joj/ExEbR8SMIT/Ntps14lkCBAgQyFsgfVD1+Yj4vxHxHxHxs4i4NyLujIgVeZeuOgIECBCogYBARQ2abIoECBAgQIBA1gL2Y1m3R3EECBAgQIAAAQIECBAgQIAAAQIECBAgQIAAAQIECBAgQIAAgXoL1C3gWu9umz0BAgQIECBAgAABAgT6KyBQ0V9vbyNAgAABAgQIjBewH7MmCBAgQIAAAQIECBAgQIAAAQIECBAgQIAAAQIECBAgQIAAAQIEshUQcM22NQojQIAAAQIECBAgQIBA8QICFcW30AQIECBAgACBwgXsxwpvoPIJECBAgAABAgQIECBAgAABAgQIECBAgAABAgQIECBAgAABAsMsIOA6zN01NwIECBAgQIAAAQIECAxWQKBisP7eToAAAQIECBCwH7MGCBAgQIAAAQIECBAgQIAAAQIECA/u+28AACAASURBV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DAQAXeHhHzIuLiiPifDivpVaDi9yPi+IhYEhH3d1iLxwgQIECAAAECdRTo1X6sjnbmTIAAAQIECBAgQIAAAQIECBAgQIAAAQIECBAgQIAAAQIECBAgULGAgGvFwIYnQIAAAQIECBAgQIBAwQK3RcSsiPjrDoOu3QYqRoOtn4iIFRHx7oItlU6AAAECBAgQGIRAt/uxQdTsnQQIECBAgAABAgQIECBAgAABAgQIECBAgAABAgQIECBAgAABAjUREHCtSaNNkwABAgQIECBAgAABAh0IpEDprf/7XDrFtd2ga6eBiuZga/rf6frziEiBWxcBAgQIECBAgEDrAp3ux1p/gzsJECBAgAABAgQIECBAgAABAgQIECBAgAABAgQIECBAgAABAgQIdCgg4NohnMcIECBAgAABAgQIECBQE4EUKn1X01zbCbq2G6iYKNiaXv1Dp7fWZLWZJgECBAgQINBrgXb3Y71+v/EIECBAgAABAgQIECBAgAABAgQIECBAgAABAgQIECBAgAABAgQITCog4GpxECBAgAABAgQIECBAgMBUAs2nuDbf10rQtdVAxWTB1tH3Ob3VGiVAgAABAgQIdCbQ6n6ss9E9RYAAAQIECBAgQIAAAQIECBAgQIAAAQIECBAgQIAAAQIECBAgQKALAQHXLvA8SoAAAQIECBAgQIAAgZoIjD/FtXnaUwVdpwtUTBdsTe9xemtNFplpEiBAgAABApUITLcfq+SlBiVAgAABAgQIECBAgAABAgQIECBAgAABAgQIECBAgAABAgQIECDQioCAaytK7iFAgAABAgQIECBAgEC9BSY7xbVZZaKg62SBilaCraNjO7213mvP7AkQIECAAIHuBARcu/PzNAECBAgQIECAAAECBAgQIECAAAECBAgQIECAAAECBAgQIECAQIUCAq4V4hqaAAECBAgQIECAAAECQyQw1SmuzdNsDro+NW7+G0XE8RHxiYhIIdfpLqe3Tifk9wkQIECAAAECUwsIuFohBAgQIECAAAECBAgQIECAAAECBAgQIECAAAECBAgQIECAAAEC2QoIuGbbGoURIECAAAECBAgQIEAgK4FWTnFtLjgFXceHWCf6takm6fTWrJaAYggQIECAAIECBQRcC2yakgkQIECAAAECBAgQIECAAAECBAgQIECAAAECBAgQIECAAAECdREQcK1Lp82TAAECBAgQIECAAAEC3Qu0eopr92+KcHprLxSNQYAAAQIECNRdQMC17ivA/AkQIECAAAECBAgQIECAAAECBAgQIECAAAECBAgQIECAAAECGQsIuGbcHKURIECAAAECBAgQIEAgM4F2T3Htpnynt3aj51kCBAgQIECAwP8XEHC1EggQIECAAAECBAgQIECAAAECBAgQIECAAAECBAgQIECAAAECBLIVEHDNtjUKI0CAAAECBAgQIECAQJYC/TjF1emtWbZeUQQIECBAgECBAgKuBTZNyQQIECBAgAABAgQIECBAgAABAgQIECBAgAABAgQIECBAgACBuggIuNal0+ZJgAABAgQIECBAgACB3gj04xRXp7f2pldGIUCAAAECBAgIuFoDBAgQIECAAAECBAgQIECAAAECBAgQIECAAAECBAgQIECAAAEC2QoIuGbbGoURIECAAAECBAgQIEAgW4EqT3F1emu2bVcYAQIECBAgUKCAgGuBTVMyAQIECBAgQIAAAQIECBAgQIAAAQIECBAgQIAAAQIECBAgQKAuAgKudem0eRIgQIAAAQIECBAgQKB3AlWe4ur01t71yUgECBAgQIAAAQFXa4AAAQIECBAgQIAAAQIECBAgQIAAAQIECBAgQIAAAQIECBAgQCBbAQHXbFujMAIECBAgQIAAAQIECGQtUMUprk5vzbrliiNAgAABAgQKFBBwLbBpSiZAgAABAgQIECBAgAABAgQIECBAgAABAgQIECBAgAABAgQI1EVAwLUunTZPAgQIECBAgAABAgQI9FagilNcnd7a2x4ZjQABAgQIECAg4GoNECBAgAABAgQIECBAgAABAgQIECBAgAABAgQIECBAgAABAgQIZCsg4JptaxRGgAABAgQIECBAgACB7AV6eYqr01uzb7cCCRAgQIAAgQIFBFwLbJqSCRAgQIAAAQIECBAgQIAAAQIECBAgQIAAAQIECBAgQIAAAQJ1ERBwrUunzZMAAQIECBAgQIAAAQK9F+jlKa5Ob+19f4xIgAABAgQIEBBwtQYIECBAgAABAgQIECBAgAABAgQIECBAgAABAgQIECBAgAABAgSyFRBwzbY1CiNAgAABAgQIECBAgEARAr04xdXprUW0WpEECBAgQIBAgQICrgU2TckECBAgQIAAAQIECBAgQIAAAQIECBAgQIAAAQIECBAgQIAAgboICLjWpdPmSYAAAQIECBAgQIAAgWoEenGKq9Nbq+mNUQkQIECAAAECAq7WAAECBAgQIECAAAECBAgQIECAAAECBAgQIECAAAECBAgQIECAQLYCAq7ZtkZhBAgQIECAAAECBAgQKEagm1Ncnd5aTJsVSoAAAQIECBQoIOBaYNOUTIAAAQIECBAgQIAAAQIECBAgQIAAAQIECBAgQIAAAQIECBCoi4CAa106bZ4ECBAgQIAAAQIECBCoTqCbU1yd3lpdX4xMgAABAgQIEBBwtQYIECBAgAABAgQIECBAgAABAgQIECBAgAABAgQIECBAgAABAgSyFRBwzbY1CiNAgAABAgQIECBAgEBRAp2c4ur01qJarFgCBAgQIECgQAEB1wKbpmQCBAgQIECAAAECBAgQIECAAAECBAgQIECAAAECBAgQIECAQF0EBFzr0mnzJECAAAECBAgQIECAQLUCnZzi6vTWantidAIECBAgQICAgKs1QIAAAQIECBAgQIAAAQIECBAgQIAAAQIECBAgQIAAAQIECBAgkK2AgGu2rVEYAQIECBAgQIAAAQIEihNo5xRXp7cW114FEyBAgAABAgUKCLgW2DQlEyBAgAABAgQIECBAgAABAgQIECBAgAABAgQIECBAgAABAgTqIiDgWpdOmycBAgQIECBAgAABAgSqF2jnFFent1bfD28gQIAAAQIECAi4WgMECBAgQIAAAQIECBAgQIAAAQIECBAgQIAAAQIECBAgQIAAAQLZCgi4ZtsahREgQIAAAQIECBAgQKBIgVZOcXV6a5GtVTQBAgQIECBQoICAa4FNUzIBAgQIECBAgAABAgQIECBAgAABAgQIECBAgAABAgQIECBAoC4CAq516bR5EiBAgAABAgQIECBAoD8CrZzi6vTW/vTCWwgQIECAAAECAq7WAAECBAgQIECAAAECBAgQIECAAAECBAgQIECAAAECBAgQIECAQLYCAq7ZtkZhBAgQIECAAAECBAgQKFZgqlNcnd5abFsVToAAAQIECBQoIOBaYNOUTIAAAQIECBAgQIAAAQIECBAgQIAAAQIECBAgQIAAAQIECBCoi4CAa106bZ4ECBAgQIAAAQIECBDon8BUp7g6vbV/ffAmAgQIECBAgICAqzVAgAABAgQIECBAgAABAgQIECBAgAABAgQIECBAgAABAgQIECCQrYCAa7atURgBAgQIECBAgAABAgSKFpjoFFentxbdUsUTIECAAAECBQoIuBbYNCUTIECAAAECBAgQIECAAAECBAgQIECAAAECBAgQIECAAAECBOoiIOBal06bJwECBAgQIECAAAECBPorMNEprk5v7W8PvI0AAQIECBAgIOBqDRAgQIAAAQIECBAgQIAAAQIECBAgQIAAAQIECBAgQIAAAQIECGQrIOCabWsURoAAAQIECBAgQIAAgeIFmk9xdXpr8e00AQIECBAgQKBAAQHXApumZAIECBAgQIAAAQIECBAgQIAAAQIECBAgQIAAAQIECBAgQIBAXQQEXOvSafMkQIAAAQIECBAgQIBA/wWaT3F1emv//b2RAAECBAgQICDgag0QIECAAAECBAgQIECAAAECBAgQIECAAAECBAgQIECAAAECBAhkK1C3gOusiNg1InaIiK0j4v9ExMYRMSMi6maR7aJUGAECBAi0JZA+qPp8RPzfiPiPiPhZRNwbEXdGxIq2RnIzgXoI2A/Wo89mSYAAgToJ2A/WqdvmSoAAgfYFBFzbN/MEAQIECBAgQIAAAQIECBAgQIAAAQIECBAgQIAAAQIECBAgQIBAnwTqEOrcJSI+HBHzImLzPrl6DQECBAgQyEHgsYhYEhHXRcS/5FCQGggMSMB+cEDwXkuAAAECAxewHxx4CxRAgACBgQsIuA68BQogQIAAAQIECBAgQIAAAQIECBAgQIAAAQIECBAgQIAAAQIECBCYTGCYA64HRMQxEbG79hMgQIAAAQJxR0RcGhE3sCBQIwH7wRo121QJECBAYFoB+8FpidxAgACBoRQQcB3KtpoUAQIECBAgQIAAAQIECBAgQIAAAQIECBAgQIAAAQIECBAgQGA4BIYx4PqeiPisYOtwLFCzIECAAIGeC6RgQ/o5+U89H9mABPIRsB/MpxcqIUCAAIH8BOwH8+uJiggQIFClgIBrlbrGJkCAAAECBAgQIECAAAECBAgQIECAAAECBAgQIECAAAECBAgQ6Epg2AKuF0fEcZOJzJgxI/bcc8/YddddY9asWfHmN785Nt1005g5c2asscawUXS1LjxMgAABAoUIjIyMxMqVK+NXv/pVPPzww7FixYq48847Y/ny5fH8889PNYtLIuL4QqapTALtCNgPtqPlXgIECBAoXsB+sPgWmgABAgSqFhBwrVrY+AQIECBAgAABAgQIECBAgAABAgQIECBAgAABAgQIECBAgAABAh0LDEuqc1ZEXBURO04kMXfu3DjkkENi/vz5gqwdLxUPEiBAgEBJAinocPPNN8fixYtj6dKlk5V+T0QcFhErSpqbWglMImA/aGkQIECAAIEmAftBy4EAAQIE/ldAwNVSIECAAAECBAgQIECAAAECBAgQIECAAAECBAgQIECAAAECBAgQyFZgGAKuH4iI6yJivfHKCxYsiE9+8pOx/fbbZ9sAhREgQIAAgaoF7rvvvvjiF78Y11577USvei4iPhwR3626DuMTqFDAfrBCXEMTIECAQPkC9oPl99AMCBAg0IWAgGsXeB4lQIAAAQIECBAgQIAAAQIECBAgQIAAAQIECBAgQIAAAQIECBCoVqD0gOsBEXH9eKJtt902Lrjggpg9e3a1ekYnQIAAAQIFCSxbtixOPvnkePDBByeq+sCIuKGg6SiVwKiA/aC1QIAAAQIEWhSwH2wRym0ECBAYLgEB1+Hqp9kQIECAAAECBAgQIECAAAECBAgQIECAAAECBAgQIECAAAECBIZKoOSAazqp6zvju3HEEUfE5ZdfHmusUfLUhmqNmQwBAgQIZCQwMjISRx11VFx55ZUTVbWvk1wzapZSWhGwH2xFyT0ECBAgQKBJwH7QciBAgEDtBARca9dyEyZAgAABAgQIECBAgAABAgQIECBAgAABAgQIECBAgAABAgQIlCNQagp0VkT8KCLWa6Y+99xz45RTTilHX6UECBAgQGBAAuedd14sWrRo/Nufi4jdImLFgMryWgLtCNgPtqPlXgIECBAgME7AftCSIECAQG0EBFxr02oTJUCAAAECBAgQIECAAAECBAgQIECAAAECBAgQIECAAAECBAiUJ1BqwPUnEbFjM/ell14aRx99dHkdUDEBAgQIEBiQwJe//OU45phjxr/9noh4x4BK8loC7QjYD7aj5V4CBAgQIDCBgP2gZUGAAIFaCAi41qLNJkmAAAECBAgQIECAAAECBAgQIECAAAECBAgQIECAAAECBAgQKFOgxIDrxRFxXDO3k1vLXHyqJkCAAIHBC0xyctclEXH84KtTAYFJBewHLQ4CBAgQINAjAfvBHkEahgABAvkKCLjm2xuVESBAgAABAgQIECBAgAABAgQIECBAgAABAgQIECBAgAABAgRqL1BawPU9EfGD5q4dccQRccUVV9S+kQAIECBAgECnAkceeWRceeWV4x9/b0T8U6djeo5AhQL2gxXiGpoAAQIE6ilgP1jPvps1AQK1ERBwrU2rTZQAAQIECBAgQIAAAQIECBAgQIAAAQIECBAgQIAAAQIECBAgUJ5AaQHX2yNi91HmbbfdNh544IFYY43SplHeQlExAQIECAyvwMjISGy33Xbx4IMPNk/yjojYY3hnbWYFC9gPFtw8pRMgQIBAngL2g3n2RVUECBDokYCAa48gDUOAAAECBAgQIECAAAECBAgQIECAAAECBAgQIECAAAECBAgQINB7gZKSoQdExPXNBLfcckvMnj279ypGJECAAAECNRNYtmxZzJkzZ/ysD4yIG2pGYbp5C9gP5t0f1REgQIBAwQL2gwU3T+kECBCYWkDA1QohQIAAAQIECBAgQIAAAQIECBAgQIAAAQIECBAgQIAAAQIECBDIVqCkgOuY07oWLFgQ11xzTbawCiNAgAABAqUJLFy4MK699trmsp3iWloTh79e+8Hh77EZEiBAgMAABewHB4jv1QQIEKhOQMC1OlsjEyBAgAABAgQIECBAgAABAgQIECBAgAABAgQIECBAgAABAgQIdClQSsB1l4i4s3mu9957b2y//fZdTt/jBAgQIECAwKjAfffdFzvssMN4kF0j4l8oEchAwH4wgyYogQABAgSGW8B+cLj7a3YECNRWQMC1tq03cQIECBAgQIAAAQIECBAgQIAAAQIECBAgQIAAAQIECBAgQIBA/gKlBFwvjojjRjnnzp0bS5YsyV9XhQQIECBAoDCBefPmxdKlS5urviQiji9sGsodTgH7weHsq1kRIECAQGYC9oOZNUQ5BAgQ6F5AwLV7QyMQIECAAAECBAgQIECAAAECBAgQIECAAAECBAgQIECAAAECBAhUJFBKwPXRiNh81ODGG2+M/fbbryISwxIgQIAAgfoK3HTTTbH//vs3AzwWEVvUV8TMMxKwH8yoGUohQIAAgeEVsB8c3t6aGQECtRUQcK1t602cAAECBAgQIECAAAECBAgQIECAAAECBAgQIECAAAECBAgQIJC/QAkB11kRcf8o5YwZM2LlypWxxhollJ7/AlAhAQIECBBoFhgZGYmZM2fG888/3/zLb4+IFaQIDFDAfnCA+F5NgAABAvUSsB+sV7/NlgCBWggIuNaizSZJgAABAgQIECBAgAABAgQIECBAgAABAgQIECBAgAABAgQIEChToISU6Mci4rJR3rlz58aSJUvK1FY1AQIECBAoQGDevHmxdOnS5ko/HhFfKaB0JQ6vgP3g8PbWzAgQIEAgQwH7wQyboiQCBAh0LiDg2rmdJwkQIECAAAECBAgQIECAAAECBAgQIECAAAECBAgQIECAAAECBCoWKCHgemVEHD7qcO6558Ypp5xSMYvhCRAgQIBAfQXOO++8WLRoUTPA1yLiiPqKmHkGAvaDGTRBCQQIECBQHwH7wfr02kwJEKiFgIBrLdpskgQIECBAgAABAgQIECBAgAABAgQIECBAgAABAgQIECBAgACBMgVKCLjeHhG7j/LecsstMXv27DK1VU2AAAECBAoQWLZsWcyZM6e50jsiYo8CSlfi8ArYDw5vb82MAAECBDIUsB/MsClKIkCAQOcCAq6d23mSAAECBAgQIECAAAECBAgQIECAAAECBAgQIECAAAECBAgQIECgYoESAq6PRsTmow4///nPY8stt6yYxfAECBAgQKC+Ag899FBstdVWzQCPRcQW9RUx8wwE7AczaIISCBAgQKA+AvaD9em1mRIgUAsBAddatNkkCRAgQIAAAQIECBAgQIAAAQIECBAgQIAAAQIECBAgQIAAAQJlCpQQcF0ZEeuN8j7zzDOx/vrrl6mtagIECBAgUIDAs88+GxtssEFzpc9FxMwCSlfi8ArYDw5vb82MAAECBDIUsB/MsClKIkCAQOcCAq6d23mSAAECBAgQIECAAAECBAgQIECAAAECBAgQIECAAAECBAgQIECgYoESAq6vRsSqOl999dVYY40Syq64c4YnQIAAAQIVCYyMjMSaa67ZPHr6MOyYX6jo1YYlMJmA/aC1QYAAAQIE+ihgP9hHbK8iQIBA9QICrtUbewMBAgQIECBAgAABAgQIECBAgAABAgQIECBAgAABAgQIECBAgECHAiUkRcd8ACd9yNJFgAABAgQIVCswwZdJlLBnqBbF6IMUsB8cpL53EyBAgEAtBewHa9l2kyZAYDgFBFyHs69mRYAAAQIECBAgQIAAAQIECBAgQIAAAQIECBAgQIAAAQIECBAYCoESwioCDUOx1EyCAAECBEoSEGgoqVu1qNV+sBZtNkkCBAgQyEnAfjCnbqiFAAECXQkIuHbF52ECBAgQIECAAAECBAgQIECAAAECBAgQIECAAAECBAgQIECAAIEqBQRcq9Q1NgECBAgQKFRAoKHQxg1v2QKuw9tbMyNAgACBTAXsBzNtjLIIECDQvoCAa/tmniBAgAABAgQIECBAgAABAgQIECBAgAABAgQIECBAgAABAgQIEOiTgIBrn6C9hgABnYKv4QAAIABJREFUAgQIlCQg0FBSt2pRq4BrLdpskgQIECCQk4D9YE7dUAsBAgS6EhBw7YrPwwQIECBAgAABAgQIECBAgAABAgQIECBAgAABAgQIECBAgAABAlUKCLhWqWtsAgQIECBQqIBAQ6GNG96yBVyHt7dmRoAAAQKZCtgPZtoYZREgQKB9AQHX9s08QYAAAQIECBAgQIAAAQIECBAgQIAAAQIECBAgQIAAAQIECBAg0CcBAdc+QXsNAQIECBAoSUCgoaRu1aJWAddatNkkCRAgQCAnAfvBnLqhFgIECHQlIODaFZ+HCRAgQIAAAQIECBAgQIAAAQIECBAgQIAAAQIECBAgQIAAAQIEqhQQcK1S19gECBAgQKBQAYGGQhs3vGULuA5vb82MAAECBDIVsB/MtDHKIkCAQPsCAq7tm3mCAAECBAgQIECAAAECBAgQIECAAAECBAgQIECAAAECBAgQIECgTwICrn2C9hoCBAgQIFCSgEBDSd2qRa0CrrVos0kSIECAQE4C9oM5dUMtBAgQ6EpAwLUrPg8TIECAAAECBAgQIECAAAECBAgQIECAAAECBAgQIECAAAECBAhUKSDgWqWusQkQIECAQKECAg2FNm54yxZwHd7emhkBAgQIZCpgP5hpY5RFgACB9gUEXNs38wQBAgQIECBAgAABAgQIECBAgAABAgQIECBAgAABAgQIECBAgECfBARc+wTtNQQIECBAoCQBgYaSulWLWgVca9FmkyRAgACBnATsB3PqhloIECDQlYCAa1d8HiZAgAABAgQIECBAgAABAgQIECBAgAABAgQIECBAgAABAgQIEKhSQMC1Sl1jEyBAgACBQgUEGgpt3PCWLeA6vL01MwIECBDIVMB+MNPGKIsAAQLtCwi4tm/mCQIECBAgQIAAAQIECBAgQIAAAQIECBAgQIAAAQIECBAgQIAAgT4JCLj2CdprCBAgQIBASQICDSV1qxa1CrjWos0mSYAAAQI5CdgP5tQNtRAgQKArAQHXrvg8TIAAAQIECBAgQIAAAQIECBAgQIAAAQIECBAgQIAAAQIECBAgUKWAgGuVusYmQIAAAQKFCgg0FNq44S1bwHV4e2tmBAgQIJCpgP1gpo1RFgECBNoXEHBt38wTBAgQIECAAAECBAgQIECAAAECBAgQIECAAAECBAgQIECAAAECfRIQcO0TtNcQIECAAIGSBAQaSupWLWoVcK1Fm02SAAECBHISsB/MqRtqIUCAQFcCAq5d8XmYAAECBAgQIECAAAECBAgQIECAAAECBAgQIECAAAECBAgQIECgSgEB1yp1jU2AAAECBAoVEGgotHHDW7aA6/D21swIECBAIFMB+8FMG6MsAgQItC8g4Nq+mScIECBAgAABAgQIECBAgAABAgQIECBAgAABAgQIECBAgAABAgT6JCDg2idoryFAgAABAiUJCDSU1K1a1CrgWos2myQBAgQI5CRgP5hTN9RCgACBrgQEXLvi8zABAgQIECBAgAABAgQIECBAgAABAgQIECBAgAABAgQIECBAgECVAgKuVeoamwABAgQIFCog0FBo44a3bAHX4e2tmREgQIBApgL2g5k2RlkECBBoX0DAtX0zTxAgQIAAAQIECBAgQIAAAQIECBAgQIAAAQIECBAgQIAAAQIECPRJQMC1T9BeQ4AAAQIEShIQaCipW7WoVcC1Fm02SQIECBDIScB+MKduqIUAAQJdCQi4dsXnYQIECBAgQIAAAQIECBAgQIAAAQIECBAgQIAAAQIECBAgQIAAgSoFBFyr1DU2AQIECBAoVECgodDGDW/ZAq7D21szI0CAAIFMBewHM22MsggQINC+gIBr+2aeIECAAAECBAgQIECAAAECBAgQIECAAAECBAgQIECAAAECBAgQ6JOAgGufoL2GAAECBAiUJCDQUFK3alGrgGst2mySBAgQIJCTgP1gTt1QCwECBLoSEHDtis/DBAgQIECAAAECBAgQIECAAAECBAgQIECAAAECBAgQIECAAAECVQoIuFapa2wCBAgQIFCogEBDoY0b3rIFXIe3t2ZGgAABApkK2A9m2hhlESBAoH0BAdf2zTxBgAABAgQIECBAgAABAgQIECBAgAABAgQIECBAgAABAgQIECDQJwEB1z5Bew0BAgQIEChJQKChpG7VolYB11q02SQJECBAICcB+8GcuqEWAgQIdCUg4NoVn4cJECBAgAABAgQIECBAgAABAgQIECBAgAABAgQIECBAgAABAgSqFBBwrVLX2AQIECBAoFABgYZCGze8ZQu4Dm9vzYwAAQIEMhWwH8y0McoiQIBA+wICru2beYIAAQIECBAgQIAAAQIECBAgQIAAAQIECBAgQIAAAQIECBAgQKBPAgKufYL2GgIECBAgUJKAQENJ3apFrQKutWizSRIgQIBATgL2gzl1Qy0ECBDoSkDAtSs+DxMgQIAAAQIECBAgQIAAAQIECBAgQIAAAQIECBAgQIAAAQIECFQpIOBapa6xCRAgQIBAoQICDYU2bnjLFnAd3t6aGQECBAhkKmA/mGljlEWAAIH2BQRc2zfzBAECBAgQIECAAAECBAgQIECAAAECBAgQIECAAAECBAgQIECAQJ8EBFz7BO01BAgQIECgJAGBhpK6VYtaBVxr0WaTJECAAIGcBOwHc+qGWggQINCVgIBrV3weJkCAAAECBAgQIECAAAECBAgQIECAAAECBAgQIECAAAECBAgQqFJAwLVKXWMTIECAAIFCBQQaCm3c8JYt4Dq8vTUzAgQIEMhUwH4w08YoiwABAu0LCLi2b+YJAgQIECBAgAABAgQIECBAgAABAgQIECBAgAABAgQIECBAgACBPgkIuPYJ2msIECBAoHcCL7/8coyMjMQ666zTu0EjIo37wgsvxMyZM2OCD/T39F25DybQkHuHalefgGvtWm7CBAgQIDBoAfvBQXfA+wkQINAzAQHXnlEaiAABAgQIECBAgAABAgQIECBAgAABAgQIECBAgAABAgQIECBAoNcCAq69FjUeAQJFCaxcuTKuvvrqePrpp1fVveGGG8bBBx/cCDm68hJ48cUXY/ny5XHmmWfG/Pnz46STToq11167Z0U+8MADsd9++8VLL70Us2bNip122inmzJkT22+/fc/eUcpAAg2ldKo2dQq41qbVJkqAAAECuQjYD+bSCXUQIECgawEB164JDUCAAAECBAgQIECAAAECBAgQIECAAAECBAgQIECAAAECBAgQIFCVgIBrVbLGJUCgCIH//u//joULF8Y//uM/rqp3n332iWuuuSZe//rXZzeHz33uc3H66aevquuss86K0047Lbs6e11QOq319ttvj3POOWdVrzbffPNGn3bbbbeevW7p0qUxb968MeN973vfi7322qtn7yhlIIGGUjpVmzoFXGvTahMlQIAAgVwE7Adz6YQ6CBAg0LWAgGvXhAYgQIAAAQIECBAgQIAAAQIECBAgQIAAAQIECBAgQIAAAQIECBCoSkDAtSpZ4xIgUISAgGvv25ROP3322WfjhRdeiEceeSSeeeaZeOKJJ+Kggw7q6lTcFDRNp6umsUev/fffPy6//PLYaKONup5ICtGeffbZYwLD6RTX66+/Prbeeuuuxy9tAIGG0jo29PUKuA59i02QAAECBHITsB/MrSPqIUCAQMcCAq4d03mQAAECBAgQIECAAAECBAgQIECAAAECBAgQIECAAAECBAgQIECgagEB16qFjU+AQNYCAq6Tt2flypXx4osvNm4YDau+8sor8dxzz8W//du/RfrfyW/FihWNex577LH42c9+NuGAO+64Y1x33XXxp3/6px2vh1TLqaeeGhdeeOGYMRYvXtw4hXeCD+C39a6nn346Dj/88LjppptWPXfIIYfEl7/85Vh//fXbGmsYbhZoGIYuDtUcBFyHqp0mQ4AAAQIlCNgPltAlNRIgQKAlAQHXlpjcRIAAAQIECBAgQIAAAQIECBAgQIAAAQIECBAgQIAAAQIECBAgMAgBAddBqHsnAQLZCAxzwDWddJrCp//1X/8VP//5z8eYp1NW77333nj++edX/fpUAdVeNOyHP/xh7LHHHl0NlYK16STY0VBtGmy33XaLq6++OrbYYouuxk7h3AMPPHDM2BdddFGccMIJXY1b6sMCDaV2bmjrFnAd2taaGAECBAjkKmA/mGtn1EWAAIG2BQRc2ybzAAECBAgQIECAAAECBAgQIECAAAECBAgQIECAAAECBAgQIECAQL8EBFz7Je09BAhkKTDMAdcUbF2wYEEsX748C/uvfvWrcdRRR3VVy8jISFxyySXxiU98Ysw4X/jCF+JTn/pUrLXWWh2P/81vfjPmz5+/6vl0austt9zSCNDW8RJoqGPXs56zgGvW7VEcAQIECAyjgP3gMHbVnAgQqKmAgGtNG2/aBAgQIECAAAECBAgQIECAAAECBAgQIECAAAECBAgQIECAAIESBARcS+iSGrMWePXVV+M///M/40c/+lHjP+mEyXS65G9+85tVdW+99dax+eabx6xZs2KXXXaJHXbYIf74j/841lxzzaznVofihjng+tvf/jZOOumkuOyyy/rWyte97nWNdb7OOuvEG97whnjLW97SCJ1us8028Sd/8ieN/+72evzxx+OQQw6JW2+9ddVQadzrrrsutttuu46GTyfaLlq0KL70pS+ten727NmxePHi2HjjjTsas/SHBBpK7+DQ1S/gOnQtNSECBKoWSF8M8uSTT8b9998fd911V/zkJz+JtPdN/7v52nnnnWPTTTeNd77znfGOd7yj8d8bbbRR1eUZvwAB+8ECmqREAgQItCYg4Nqak7sIECBAgAABAgQIECBAgAABAgQIECBAgAABAgQIECBAgAABAgQGICDgOgD0OrzymmuuiYMPPnjMVM8666w47bTTspl++sD32WefPaamdk6YTB8O/8Y3vhFXXHFF/PSnP217Xm9729viyCOPjAMOOCD+8A//sO3nRx+YyLqTwUaDiTNmzIi3v/3tseOOO9YiiDvMAde0DlJg88QTT2x5SaQg9pZbbtkIX7/wwguNQMSzzz7beH6nnXaKU089NdLJpim0+qY3vSle+9rXNu5Nv7b22muvek/685X+U1WIe6J1/+lPfzrOPPPMRri23euJJ56IhQsXxm233bbq0fT31RlnnNHVqbDt1pHT/QINOXVDLREh4Dqky2Cin8NVTzWdJp5+PqafYRNdP/vZz+LAAw9sfGFJv66p9smt1HP11Vc3fo5Vdf3yl7+Mj3zkI5OeCj+daaqr170e3bPMnDmzEchMXyCT9rCbbLJJTPAzbFqaXtc37QubbkhfDnL99ddH+lKcXly//vWv44Ybboi0Lu6+++6Ohnzve98bf/mXfxkf+MAHYoMNNuhoDA+VL2A/WH4PzYAAAQL/KyDgaikQIECAAAECBAgQIECAAAECBAgQIECAAAECBAgQIECAAAECBAhkKyDgmm1ryi6shIDrU089FYcddlh861vfamCnUN9NN9007QmQKfSXgrCf//znx5zS2mnHUrD0r/7qrxph1/XWW6/tYXoVcJ3sxSmI+7GPfawRmhjGD7cPe8D1sccei0ceeWRVe9OH1NNaX3fddRu/NlE4dfTm8YGaffbZJ9J6e/3rXz/lOn355Zcbf0Z+8YtfxOc+97lG+LXXV/rzm8I0N954YyMMcsoppzTC4p38GUq1ff/734+99957VZmp5vR3Qwp31PUSaKhr57Odt4Brtq3prrBBhAqnC2O2EijtbtarP91twHW6OXVb7w9+8IP4i7/4i1VfejF+vFbe369e77777nH88cc3gpmj+51W5t+v+iaqpVcB10cffTQuvPDC+PrXvz5pr1qxaL4n7bOOPfbYOPTQQzveZ7X7TvfnI2A/mE8vVEKAAIEuBQRcuwT0OAECBAgQIECAAAECBAgQIECAAAECBAgQIECAAAECBAgQIECAQHUCAq7V2dZ65BICrvfcc0/su+++kU6kStd+++0XX/va12LDDTectHePP/54nHDCCY1QXa+vFK679NJLG+HDdq6qA66jtaQPt59++ukxf/78tsIC7cxlEPcOKszQ6UlrKTCa+jB6tXMyclq/J510UuOEsxT8mC700UnANYVb06l4qc508msKw6T/n05Z6/W1fPnyxunJKajeTfj6pZdeikWLFjXqHL1mz54dixcvjo033rjXZRcznkBDMa2qstC3R8T9Vb6gjbEFXNvAKunWQfwcni6MWWLAtVcByYnWziuvvBLpVPNzzjln0qU1nWl6sN+9TgHXtB9Jp7q2cvW7vuaauu1fr7+AZyKv5HnBBRfEW97yllY43TMkAvaDQ9JI0yBAgECEgKtVQIAAAQIECBAgQIAAAQIECBAgQIAAAQIECBAgQIAAAQIECBAgkK2AgGu2rSm7sBICrpdffnl89KMfXQWdPgB/6qmnxgQf4m3c8+STTzZOjFyyZEllzdlpp53ib//2b2ObbbZp+R39CriOFnTIIYfE+eefH5tuumnLNeZ846DCDP0OuD700ENxzDHHxPe+971GOz7+8Y83Qh/pBOHJrnYDrilckdbGZz/72TFD7rnnnvF3f/d3sdlmm034qpUrV8aLL77Yt2UyY8aMeO1rX7vqfemE24MOOijuvvvuVb+WTj9LYfbJ/j7oW7EDfJFAwwDx83l1+sP8rog4MyJuG3BZAq4DbkBVrx/Ez+HpwpglBlxTfzrdW0zX2yeeeCIWLlwYt902+V8D05mmdwyi1+kLNtJppu96V/qrbOprEPWNVtRNwPWxxx5r7FnSyfOtXGnvl963zjrrNG7/3e9+FytWrIjf/OY30z6evvDmiiuuiD322GPae90wHAL2g8PRR7MgQIBACLhaBAQIECBAgAABAgQIECBAgAABAgQIECBAgAABAgQIECBAgAABAhkLCLhm3JySS8s94JqCeOmD4CnkOnql4N9ee+01Iftzzz0Xn/rUp+Kyyy6b8Pff9ra3xf777x/vec97YquttmqcAvua17xm1b3phMinnnqq8eHxpUuXxje+8Y1JP0Q+b968Rl2bbLJJS0ug3wHXVFSnp822NKE+3zSoMMNkIZRXX301nn766Uj/PdF10UUXxRe+8IVVv/WZz3wmTjzxxNVuXXvttRunmqYPpf/2t79tPJMCrc3XdKerthNwTae1poD43/zN34x5RwpCfPWrX20ESyYLi44/lbbqJTDe/qqrrorDDz98zGt33nnnrk6FHT+HdOrZscceW/XUejq+QENPOUsd7Pcj4tGISEebp2TbIIOuAq6lrqJp6h7Ez+HpwpilBlynm1enS+j73/9+Y+831dXKuwfR61Rz+uKY6667Lrbbbrsp5zCo+lJRnQZcx3+ByUQTTP9OOfjgg+N973tfvPnNbx7zJR/N96f953333Rc33XTTlP9W6eQLeTpde54bvID94OB7oAICBAj0SMAJrj2CNAwBAgQIECBAgAABAgQIECBAgAABAgQIECBAgAABAgQIECBAgEDvBQRce29qxIjIPeCaTjpasGBB3HnnnY1+7brrrnHttddGOuVpoiud2ppOLk0hvuYr3f/5z3++EW5dd911W+59+gD9JZdcEl/60pdWGzMNksKIKVC71lprTTvmRNadfEg+naKZgr8PP/xw3HXXXfHNb34z7rjjjknf324Qd9qJDOiGQYUZJgu49qqe8UGTdELqxRdf3Fivzet4t912awSq3/rWt67WgVYDrr/61a8a63Xx4sVjxphq7OYbBxlwTcHzww47rOVTzzpdpmeddVacdtppnT4+kOcEGgbCnuNL0ymuZzQVNqigq4BrjqujBzVN9nNvkH9vThZwreqE1OkYWw3cdrL/m+7d6UtaFi1a1NizTnV1E3DttNejXwryP//zP40vkElfWPHTn/50wjLTXj3tdzbaaKNJpzHZWmxlbtM5VvH7Tz75ZKTa0r9TJrr22WefOPnkkxtfMpK++KSd65e//GVj35i+3Gf8v3/SOOlLUpLnH/zBH7QzrHsLFLAfLLBpSiZAgMDEAgKuVgYBAgQIECBAgAABAgQIECBAgAABAgQIECBAgAABAgQIECBAgEC2AgKu2bam7MJyD7iOP4lqqg+uTxaAS+HWr3/9640PjXdyjYyMxPXXXx9HH330aqe5ppOmbrzxxglDh+Pf1auA6/hxU2jg3nvvjTPPPDO++93vTjjFj3/843H++efHeuut1wlBFs9MFGZIJ1Ol00jXX3/9ymp805veNGGguqqAa5rIyy+/3DhNNZ362hxWSIGYr3zlK7HLLruMmW8rAdd//dd/bYQrfvSjH415NgVJUhhms802m9ZwkAHXH/zgB42QxkThjWkLb+OGTsM7bbyi57cKNPSctNQBm09xbZ5Dv4OuAq6lrqBp6hZwnb6xkwVc/+iP/ihSELH5+trXvtb44oZeXeO/FGaycVsJgVbd6/SzPH1JzLnnnjthmTfffHN86EMfmpSmpIDrc8891/hykRRAHX+l/esZZ5wRaZ/+2te+tuOlkP6tkr4MKP1bZcWKFauN89d//ddx3HHHxQT7hY7f6cH8BOwH8+uJiggQINChgIBrh3AeI0CAAAECBAgQIECAAAECBAgQIECAAAECBAgQIECAAAECBAgQqF5AwLV641q+IeeAa/qw9tlnnz3mNMUU+ksfzJ/oSsG9OXPmjAnApQ+Op2cOOuigrj7UnWpJJ7l+4hOfWO3VF154YZxwwgnTjl9VwHW0oOnCAunUzoULF05bZ65/ECYKM6QTr5Lr61//+r6XXWXANU0mBZfTacUp9NAc6nz3u9/dOIH1jW9846o5Txdwffzxx+PQQw+N5cuXj3FKJ72lEG2rAeFBBVzTqbYpHJL+DFZ9CbhWLWz8igXGn+La/Lp+BV0FXCtu8qCGrzr02Mm8SjnB9ZRTTlnthM30c/nSSy/t2ZePfPOb34z58+evYkxfApKCtd/+9rfH0OYQcE0FpZ/t6ctZzjnnnNVaP51NKQHX9O+HtE895JBDVptj+gKeiy66qPHlHb0Knt5zzz2NkOvdd9895n1pLXzjG9+I9KUtruEVEHAd3t6aGQECtRMQcK1dy02YAAECBAgQIECAAAECBAgQIECAAAECBAgQIECAAAECBAgQIFCOgIBrOb0qqtKcA65PP/10HH744XHTTTc1TNOH9L/zne/EjjvuOKFxOoXyxBNPHPN76UPjV111VWy00UZd9+XXv/51HHHEEbF06dIxY+23336RTuHacMMNp3xH1QHX9PKpTonabbfd4uqrr44tttiia4tBDFC3gGsyHh9y3XvvvRthmC233HJMC6YLuKabH3zwwcafpxR6SIHWFB4/8sgjY9111225nStXrmwEUia6UkgjncY2er33ve9thMu7+bM3Y8aMxolmP/7xj+ODH/zgmNPv3ve+98Uee+zRcu2/+93vYtmyZWNOsE1/JmbPnh3rrLPOqnG23XbbeP/739/yuDncKNCQQxeyqWGyU1ybC6w66Crgms1y6G0hAq7Te04WuE3h0yuuuKLxc2j02mabbeLGG2+Mt771rdMPPM0dE30RRDqxc7311lstQJpLwDVNKX0BRwp/3nrrrWNmmPY5af+/3XbbTTjzUgKuk62HXn0Bz3icFKhNQdaPfvSjq5143+sTg7tetAbouYD9YM9JDUiAAIFBCQi4DkreewkQIECAAAECBAgQIECAAAECBAgQIECAAAECBAgQIECAAAECBKYVEHCdlsgNnQjkHHB94IEHIoVHH3roocbUUhAtnVy58cYbrzbVl156KdJplCnk2nydccYZkf7Tq5ORLr/88saHxpuvt73tbXHDDTfEW97ylilb0I+AayrgySefbJxyu2TJktXqafW02U7WUtXP5BZwnW6+40877fRk0NGwQgpWp/5tttlmq726lYBreiid7JX+nJx00kmRTr/t1Z+LNPb4+fbqdN3JTm9tJaDTDPXCCy80TlpOf4ZHr3Q6bjL9vd/7venamfXvCzRk3Z5BFDfVKa7N9VQVdBVwHUTX+/BOAdfpkScLNP7zP/9zI8R52mmnjRmkV6HDRx55JA466KAxJ3emfeCKFSvi9NNPH/POVn5+9qvXaY+T9u5pXzL+uu666+LAAw+cEL2EgOsrr7wS559/fnzmM59ZbQ7p19LptWuvvfb0i6rNO5555pk49thj4+///u/HPNnLL/1psyS390nAfrBP0F5DgACB6gUEXKs39gYCBAgQIECAAAECBAgQIECAAAECBAgQIECAAAECBAgQIECAAIEOBQRcO4Tz2NQCOQdcx9f26U9/uhGiW2uttVab1EThtXRTp6HCydRSQHDfffcdc5JkujcFF9JpkFNd/Qq4php+8pOfNMLBjz322JiS9txzz8YH3tNpuKVdwxpwTQGUyy67bMp2pNNHX3755cZpphNdaf3ff//9q07ret3rXhezZs0aczLp6HMp+LDBBhu03P50KutkpyY3D1JVwPX222+PD3/4w6v9mWsloNNc31NPPdU4Je4f/uEfVv1yr/9+aBm1xzcKNPQYtPzhWjnFtXmWvQ66CriWv4YmnEG/Qo/t8E0WKE0n1i9cuLCdoXpy71QB1/SCOXPmjDlZ89BDD22czJ5OWu3mSifEzp8/f9UQu+66a1x77bWNPV/OAddU8F133RXphPpnn312DMFUP6NLCLhOFDpOE/zzP//zxhf2TPSFJd2sgeZnv/e97zX+HdBsmvb+3/72t+PP/uzPevUa42QmYD+YWUOUQ4AAgc4FBFw7t/MkAQIECBAgQIAAAQIECBAgQIAAAQIECBAgQIAAAQIECBAgQIBAxQICrhUD13X4XAOuE53ImoKAc+fOnbBVkwVc04mN5557brzmNa/pSYtTYHTBggXx6qt2w5v5AAAgAElEQVSvNkKCM2bMiB122CE++MEPRjrJdaqrnwHXdGpUOhkqhQ7HXzfffHN86EMf6olHPwcZ1oDrROuin67TvauV8HYaY3zAtd0A6kR1THYKWbq33RNiJ1o/F110UeNU19IvgYbSO1hJ/a2e4tr88l4FXQVcK2np4AcVcJ2+B1MFXLfeeuvGFy0sW7Zs1UDbbLNN3HjjjfHWt751+sEnuWOiPfDol8KkL6nIPeA6mVnpAderrroqDj/88NW61qtTe6daML/85S/jIx/5SCxfvnzVbTvttFPjBOH3v//9Ha81D+YtYD+Yd39UR4AAgTYEBFzbwHIrAQIECBAgQIAAAQIECBAgQIAAAQIECBAgQIAAAQIECBAgQIBAfwUEXCvyniwY2enJT5ON12pIbHSaIyMj8eSTT8Ztt90Wd9xxR/z0pz8dc0Lj5ptvHltuuWVstdVWjaBXOo1nk002iQk+2DqlXCsB13Ry5N133904+fDWW29tnLSUrnRK5Dvf+c7GyaWzZ8+O7bffPtZee+2edGo0SHrnnXc2xkunUV5//fWRwgGTXeMDdum+3XffvXGC1Rvf+Mae1NXNIP0MuKY6H3jggcbpTQ899NCYsnsd+u3GpJ1nBVzb0erdva3+3VVFwDWF2lMYaPypbml27373uyP9mXrDG97Q0mR/8YtfNE6CTacwj16d/j3f0gv7eJNAQx+xy3lVu6e4Ns+s26CrgGs566StSgVcp+eaKuCaTlU9++yzGyHD5qvbwONE70wneO61116rfflEem8rX0DRz14PY8A1nRp/2GGHxbe+9a0xvd5zzz0bp+qm01SrvNK/Iy+44IJ49NFHG4HWnXfeufHvtnb/nVhljcbuvYD9YO9NjUiAAIEBCQi4DgjeawkQIECAAAECBAgQIECAAAECBAgQIECAAAECBAgQIECAAAECBKYXEHCd3qijO3ILuKaTQVOoM50sOP5D0dNN8AMf+ECceOKJ8a53vSvWXHPN6W5v/P5UAdf04egUaP3sZz/bCNlOd6UTTNOJUel00HXXXXe626f8/e9///ux9957r7rn0EMPjUsvvTTWW2+9SZ9bunRpzJs3b7XfTye4nnTSST0L33Y6sX4HXFMo8Oijj47FixePKbndYGCn8+31cwKuvRZtbbxBBVwff/zxRrg1/R000dVK6L35uX//93+PAw44oPFlAaPXD3/4w9hjjz1ag8j4LoGGjJsz2NI6OcW1ueJOg64CroPte2Vv72fosdVJTBaOHNQXGEwVcE1fCPPjH/84PvjBD0Y6YXP0amWPO5XH+P1lc4hyoi9/EXBtdXV1fl/6Mo199913TJ/TaKkfp556qqBp57SenELAftDyIECAwNAICLgOTStNhAABAgQIECBAgMD/Y+8+oCQty7xx3zJkEBYQBNklSBYEAdEFVFCyCEh2iLoEEQYMRIk7HgUEAUEYiStJ0hAcwsIiKGAiCCzBxT8jCgYE4cCigoIy8z/3+2213dVVXW91VXVXVV/vOZz9zvTzPuF63qp++rN+dRMgQIAAAQIECBAgQIAAAQIECBAgQIAAAQL9JyDg2qE97aaA66uvvhoZxjzzzDNrViwsS/Bv//ZvRYWoJZdcsuEt9QKuGVQ999xz4+ijj256Lhm0zapBq666asPxazXIYG11haucS34gf6TrV7/6VUyePLmoNlt9HXbYYXHEEUfE4osvPqo5teOmsQ645pzPOOOMIvQ8+HrrW98aWdkrqzn10tWvAddm9qASOs/XeFY5ziurOefr9Zvf/GY88sgjxb9lVedPfepTkdV6KyGanXfeuXgell566WaGLN22nRVcs2p0vhdWV7mrnkzZ8G3e96Mf/Sg+8IEPDHSR1dNuuummWHfddUuvsVsbCjR0686M+7xaqeI6ePLNBl0FXMd96zszAQHXxq6NAq61KnuuttpqMX369Fh99dUbD1DVIv92mDJlSlx88cUDP8nfnSeccEJMmjSpJyq43nPPPcWX81RfI5396z2LZcK7TSOP4obzzjsvDjjggGHn71tvvTUy6Owi0AkB58FOqOqTAAEC4yIg4Dou7AYlQIAAAQIECBAgQIAAAQIECBAgQIAAAQIECBAgQIAAAQIECBAoIyDgWkZpFG26JeCaH1DPAOa0adNGsYrht2Ql0/xw9dvf/vYR+6sVujz22GNjwQUXjKOOOmrUc3n/+98f55xzzqjCY6+88krsu+++ce211xbjlw2iZfjvrLPOis997nM1551BwH322Sd22mmnWGWVVUpXuR01QtWN4xFwra6EW5lSpyqbvfHGG00Hosv6ZigkwwJ33nnnwC2bbLJJEcReZJFFynbTcrsMCM8999wN+6kOfH7pS19qGNgcqdN8vm+77bb4zGc+MxBuzbnk+jOkueuuuw4JuF5yySVF4GXw6zhDFfkaWWeddRrOv9kG7Qy4ZmXVvffee2CdOZcM6GZAffB75FVXXVWsu8xV/frbYIMN4oorrigCwr1+CTT0+g52dP6tVnEdPLmyQVcB145u6fh1LuDa2L5RwDV/l+eXTRx66KFDOrvwwguLM2qz189+9rPi9+MTTzxR3JrnghtuuCHyfJRXt1dwrfWlNhWD/DKWzTbbrCZJNwdc//rXvxb7W/033cYbbxx5FnnHO97R7DZrT6CUgPNgKSaNCBAg0AsCAq69sEvmSIAAAQIECBAgQIAAAQIECBAgQIAAAQIECBAgQIAAAQIECBCYoAICrh3a+G4IuOaHu/MDz3vuueewVeYH1fND6uuvv35R2WmBBRYo2mTY78EHH4w77rijZsXSbJPVV6dOnRpzzjlnXb1aocslllgi0uVPf/rTwH2LLrpobL311rHlllsWH8z+29/+Fg8//HDcfPPN8YMf/KBm/xlyveyyy2KllVZqavceffTRIoQ6c+bM4r4cM/t529ve1rCf559/vqj0OmPGjBHbZsB1hx12iM033zzWXnvtWHjhhRv23WqD8Qi4/vznP49ddtklHnvssSHTbzVsWc+iukpmq2bdeH/ZqqHtDLjme0QGVrIab6Vya9pkldMMUTz11FPDAq75vM0777zDgvMZ6Pzyl79cBGLmmWeethDn/PK9Jv+rXKOtovbcc88VAfdbbrlloK8MuWeYNQM8gyuinXjiiUX12jLXSSedVLwnVq58P8v3lbEMR5eZ52jaCDSMRm3C3NOuKq6DwRoFXQVc+/TxEnBtvLGNAq7Zw/333x8f//jHByqs57998pOfjLPPPnvgnN94pP/X4qKLLip+Z1au6jNztwdc8/f65MmTB76go7KORl9C0c0B13pzy30688wzY/755y+7vdoRaErAebApLo0JECDQzQICrt28O+ZGgAABAgQIECBAgAABAgQIECBAgAABAgQIECBAgAABAgQIEJjgAgKuHXoAuiHg+vTTT8cee+wRGQ4cfB144IGR1VQz3FXvmjVrVlHR8vDDDx/24fDVVlstpk+fXgRj6121QpeD22bANueRIbqsnlh95fjf+973iuDYAw88MOznU6ZMiVNOOSXmm2++0jtYPacMsOUH9CdNmlSqj/yw/Kc+9am6wd9anWTINUPEW2yxRbz3ve+NJZdcsu0VXscj4Prss8/G7rvvHnfdlXmkf1y5p6eddloRgGznJeD6D81GAdcMhb7wwgtFuHqkoOnrr78e559/fhxzzDFDQue5h/naytB7daAmn+N83hZbbLHiniOPPDK++c1vDtnqvfbaqwikLrfcci0/ArXeRzO8k9Vmy1S7rUwgw/hzzTVXfPaznx3y+q2E9f/zP/8zsjp15Sr7HNeqpvb5z3++CAg3M7+WoTrUgUBDh2D7p9t2VnEdrFIv6Crg2j/PzpCVCLg23tgyAdf8kpqs1ppfXFG5ypzZq0d/9dVXI8/ZWa29cuXZI88Lld8L3Rxwfemll4oq8xdccMEw2OOOOy5OOOGEumf/bg641nsGOvXlMo2fSi0mioDz4ETZaeskQGACCAi4ToBNtkQCBAgQIECAAAECBAgQIECAAAECBAgQIECAAAECBAgQIECAQK8KCLh2aOe6IeB64403Dglt5VL322+/OOOMM0pXcsoKnVkB9pFHHhkidfrpp0cGuepdIwVcs2rrN77xjfjEJz7RMOz5u9/9rhgnA7WDrwzIXnvttUWl1DLXG2+8UXzYPddeubIa67bbblvm9oE2WeUy5zM4PNBMB1nhNSvnfvSjH42sItWOKo/jEXAd6wCAgOs/nrJ6Ade///3v8ZOf/KR4xl977bWBIGqt5zPDHxnymDZt2pAfZ3D0q1/9auTrK6+RAq7583ohknyN5+skq63WCrCXfc3Uex8te3+l3VprrRVXX311ZBXXvffeu6hW++EPf7iotLr00kvHvffeW7yXVKpLl63CmkHi3Xbbrah4XbkavTc2O/fxbC/QMJ76PTF2J6q4Dl54ddBVwLUnHovmJ1nvTNF8TyPf0UwF8HphwnbPqWw4sUzANb/gIs8A+eUxg68LL7ywCL6WvR599NHYaaedYubMmcUt+YU43/nOd+J973vfQBfdGHDN9T/88MNFgPXmm28ettysNJ9/O+QXztS7xupZrB7/8ssvL744ZqSr3ln4kksuifxyEReBTgk4D3ZKVr8ECBAYcwEB1zEnNyABAgQIECBAgAABAgQIECBAgAABAgQIECBAgAABAgQIECBAgEBZAQHXslJNtuuGgGutD5/ffvvtsdlmm5VeTb0Py++7775x5plnxvzzz1+zr3oB1wzOnXvuuTF58uSBKlCNJpOhtBzvlltuGdL0k5/8ZJx99tmlwrrVFUcrgbcMnDZ7ZWWrrHz55S9/uQj4tXJ97GMfKz7QnoHXhRZaaFRdjUfA9ZVXXin2JIMCg6+ywcBmFyrg+g+x6td1BlnWWWed+PrXvz5Q7XjdddeNq666KlZcccUh1JXwR1YvzveCwVd1uDV/1ijgmm3y9XDiiScW/1VfGXTNqqn5Wl1mmWWa3fZod8B15ZVXjiuvvLII32a4tRKQ/8UvflEE7h988MFiju9+97vjmmuuiVVXXXXEOVeHgLJxs++xTaOM4Q01Ag1jOLqhCAwIVIKu3x9sku9nrv4QGKtQYb8HXPNpuP/++yMrnf/+978feDiaOS/nTeedd14ccMABA/dvv/32cdFFFw35UpZuCLjOmjUr8jyafyf89Kc/LX5v1wq2VhaS1em/8IUv1K3emu3G6lmsfuWWCbjec889sdFGGw170Ze5tz/eKaxivAScB8dL3rgECBDouEAv/G8CHUcwAAECBAgQIECAAAECBAgQIECAAAECBAgQIECAAAECBAgQIECAQHcI9MKHWXqyYtd4B1zrjX/33XfHhz70oaaevgxxZShgySWXLIJ0K6ywQrzzne+MtddeO+aZZ56afdULuDYTLhjccYbGsppUpcJi/qxWRal6C8uA5FZbbTVwf1alPeeccwYqVTYF8n+N80PwGZbLsGtWum3lyqpSGQTcf//9SwV2B481HgHXes/XFltsMWLl0NEaZQXewXs/2n66+b4Mf88999wNp1grVFJ900orrVSEj9dcc82BH40UzD766KMj/1tggQWGdFUm4Jo3ZPXYfA4zOFIr9J1ryzB3hmw23HDD0s94uwKuWS35iiuuiHyd5Vzz/SDnMeeccxbrrRXYLlPhubpKdtlgbMNN7pIGAg1dshGmUVNAwLV/HoyxChU2cwbtxQqu9X6frbbaajF9+vRYffXVGz40edY66KCDii+BqFynnXZa8cUQg38ntDvg2nBiLTbIkG4GdxtVlR+rZ7F6OWVCqvX+tvrhD39YnGlcBDol4DzYKVn9EiBAYNwFeuF/Exh3JBMgQIAAAQIECBAgQIAAAQIECBAgQIAAAQIECBAgQIAAAQIECBAYG4Fe+DCLgGtE3UqG9T7U/Oabb8Zxxx0XJ5100pAnKUNsU6dOHQh2deoxq/Uh7GYCqdXzevnll2OfffaJG264YciPTj/99OJD942uM844owjfVa6y9zXqN3+egbknn3yyqBp1/fXXx3333Vfmtppt8gPqWYkzK3CW/TDxRAi4jhq0z258/fXX49hjj42vfe1rDVdWqSQ6UtXWDJ5+5StfKYLVtcLqZQOuOZkcJyugfu5znysCpPWurOqalX4zsJ7P+2KLLVa37WuvvVYEvy+88MKG6x2pQaPgda33ywzvHHPMMXVfh7XuyTXlXBdeeOGW5tstN5d9D+qW+ZrHxBIQcO2f/R6rUOFECLjmU1F95s1/y99NeY5udOXv8W222WagAmye3W+66abiXDr46qWA63bbbVd8qc3SSy/daPldXcG1EwHXdr72BG0bPl4928B5sGe3zsQJECDQSKAX/jeBRmvwcwIECBAgQIAAAQIECBAgQIAAAQIECBAgQIAAAQIECBAgQIAAgT4R6IUPswi4jiLgms9nVio64IADhjyqGWg7/vjj4zOf+UzpKoqjedZrfQi71fBXrQ/sl6nEWl2NKg1uvfXWjlU7yjDuAw88EHfddVfcdttt8fDDDzdFmFUmM4Cb1abKfKB4PAKu9YKHjYKETUGMUePcryOOOCJ+/etfD4z4vve9rwg3zjvvvGM0i5GH+cMf/hDXXHNNqWrB+dxk6Hv99deP3/72t/GlL32pqOZaXQF3lVVWKcLUuWf1nrNmAq6VFYxUKXbwKjPcmhXLlltuubqLrxW8GE2VszLP5aWXXhp77733wFwavV+9+OKLke8/+RqvXI1CsV3xMDUxiTLvP010pymB0QrcHRH/HhHfH9yBgOtoObvvvnaG7EZa3UQJuFaHVNMkK6ifffbZDc/+1Wfter8LeyHgmuf9Aw88sDjj5ZdrlLnG6lmsnstozjaVPloJlrZzva3Mo8zeaDN+As6D42dvZAIECHRYoBf+N4EOE+ieAAECBAgQIECAAAECBAgQIECAAAECBAgQIECAAAECBAgQIECgWwR64cMsAq6jDLjW+oB75cHLEOXkyZOLcNvaa6/d9oqDtUKXrYa/7rnnnthoo42GvHY22GCDuOKKKyLXU+969NFHi2qRM2fOLJpsvPHGkfN7xzveMSavw1deeSUef/zxIgh3yy23lAq85nouueSSYeutNeHxCLjW+0B8mcDxmKA3MUittTQTgmliqKaaZmXgrAZ8/vnnF5WLqwOqgzvLEEc+41ml+F3velcRbJ02bVpccMEF8dJLLw0bN0OwWQX2ne9854hz+uUvfxlf/OIX43//93+Ldssss0yccsopscgiizRcy9NPPx0nnHBCZHC0+sr5XnbZZZFV1Ua6RhtwzcrVWa26cpUJuFa/X6600kpFMHjNNdesOcX7778/Pv7xjw9UuctGlaq5DXF6pEGNQEMvnBl6RLcvpvlPEfGriMj/24mrEmy96/8678nzYCdg+q3PemeK/IKG4447blyWW/0FD5VJlAkidmLC9eZTK1SY58599923+B1WuVZbbbWYPn16rL766nWnV+u+c889N/JMVH11c8A1w6x5Hj3kkENi+eWXL/VlMZX11XsWu+FceOONN9Y8N1111VWx6667juqxE3AdFduEu8l5cMJtuQUTIECAAAECBAgQIECAAAECBAgQIECAAAECBAgQIECAAAECBAgQIECAAIExF+iFsEpPBhr+8pe/FFUUs4rq4Gu0H4yv199I1XJef/31ogrlaaed1vDByuDoJptsUgRe3/3ud8d8883X8J6RGtQKXbbyAewcq9aH+5daaqm46aabYt111607neq55L6cfPLJMffcc7e0xtHcnBXnnn/++fjud79bBFjvvPPOut2UqXCZN3dTwLUbAgDN7ku3BVxzPldeeWWpaq251gxxZAgoQ9G///3vI8Od+WzVCsRm6OPYY48tKju3+hov4zxr1qx46KGH4sQTTyxCupVrypQpRVC20RxGG3CtDt6UCV4/++yzsfvuuxeVlyvXhRdeGPvss8+wpebrOKvcHXrooQM/KxO2L2PWTW0EGrppN7pyLllV9YQOzKw62FoZoifPgx3w6bsuBVwbb2kzAdfsrboSa/5bvd9pldGrv7hhpC966JaAa35Jz+KLLx5rrbVWvOc97ym+tGeFFVYY9Rm/mwOuP/rRj+IDH/jAsIdltH9bZkcCro1fe1pErZB4L/z/Idk6AgQIECBAgAABAgQIECBAgAABAgQIECBAgAABAgQIECBAgAABAgQIECBAoIcEeuHDiT0ZaOiGgGs+h7/4xS/ik5/8ZOSHosteWV0xw5XbbrttfPSjH41/+Zd/iTnmmKPs7UW7WqHLkcK4ZTp/4YUXYrfddos77rhjSPOR+n3jjTfiqKOOKj7oX7muu+662GGHHcoM2dE2lfDf1KlT4+abb645VgYDjzjiiJg0aVLduYxHwLVe0CKrfWboYaT5dhR1FJ13W8C1XoCh3tIGV7h79dVXi+clq7dWX0sssUTxs5HC4KPgK3VLPuu/+c1v4nvf+148+eST8R//8R+R1eQaXbWeszJBjurgTZngda33inzvPPvss2OBBRYYMtWXX365CL4ODu1mpbgM7c4zzzyNltUzPxdw7ZmtGo+JdqJ6a71ga2V9PXkeHI/N6bUxBVwb71izAddHH320qOw+c+bMgc7r/U7LBrW+uGGk9u0OuI5ntd7B+t0ccK21pzn3/Fshz9+juQRcR6M28e5xHpx4e27FBAgQIECAAAECBAgQIECAAAECBAgQIECAAAECBAgQIECAAAECBAgQIEBgrAUEXDsk3i0B11zeM888U1STHRzGambZq6yySuyxxx7Ff1klssaHXId114mAa70PYY8UcK2uypgVnq6++urINXXLlZV2Tz/99Dj66KOHTalMVcjxCLjee++9sfnmmw+rEprryGetl66RAq5PP/10HHbYYbHLLrvE9ttvHwsttFDHl1YvxJIDZ3XleeedNx544IGBeVSHQqpDrvmszz///PHwww93fO4jDVCZ51//+tciBFrmfaSWxd133x0f+tCHRlzLaAKu2eH1118fO+6440Df9arXZeXlfB4GV8ntluB8OzdZoKGdmn3XVzurtzYKtlbwBFz77jH6fwsScG28sc0GXPP300EHHRSXXXbZQOf5xRLTp0+P1VdffdiAtb64YaSKrwKujfes3S1qVZrPMQ488MA47bTTivPhWFz1voil1S8yGou5G2N0As6Do3NzFwECBAgQIECAAAECBAgQIECAAAECBAgQIECAAAECBAgQIECAAAECBAgQIFBeQMC1vFVTLbsp4JoTzxBlhrdOOumkeOyxx5paS6VxVnb9xCc+ERlUW3LJJUfso1sCrvkh7K222mogiLbnnnvGOeecE7mWbrpyf4455pjiA+rV1+233x6bbbZZ3emOR8A1Q8L5LFRfM2bMKCr/9tJVL+B6/PHHx+c+97kiDJJXhrsPPvjgoiLyYost1rEl1prPBz/4wTjyyCNj0003LaqE5twqV62qZ88//3x85jOfiZVXXjkOPfTQOPfcc4fc07HJj9DxaKqz1QpSNwpQvPnmm3HccccV73WVq0wF12xbK0CUr8kMbVc+3J+v1ayEe9ZZZw30//73vz+uvPLKWH755ceDtmNjCjR0jLbXO25X9daywdaKl4Brrz85deYv4Np4Y5sNuGaP5513XhxwwAFDOq8XWq0+L48Uhs0OBVwb71m7W9QKLecYW265ZRFkftvb3tbuIWv2J+A6JsxdNYjzYFdth8kQIECAAAECBAgQIECAAAECBAgQIECAAAECBAgQIECAAAECBAgQIECAAIG+FBBw7dC2dlvAtbLMv//97/HEE0/ENddcUwT38gPzzV4Z5vrWt74V+eH3ele3BFzPOOOM+MIXvjAwzWYqjGa4LqtF/vrXv45f/OIXkXu6yCKLxMUXX1z833ZfP/vZz2LnnXcu9mfw1WjOYx1wrRUgzPnWq3bZbqd291crWJMh1qWXXjq+8pWvDBtu0UUXjc9+9rNF0HWZZZZp93QiK5xmKHXatGkxefLkIlSbr7k55pijGKs6VFIvOPq3v/0t5pxzziKYWSuI0vaJN+hwNAHX6hBFVrDN965VV1217mi13ntPOOGEyP8aVY2tFV7NUPGll14aSy21VDHmo48+WoS7B79OM1Cb/U+aNGmsWTs6nkBDR3l7ufNWq7c2G2ytWAm49vJTM8LcBVwbb+xoAq75+2qnnXaKmTNnDgyQZ5ezzz47FlhggYF/mz17dnHeyd9llavRF0MIuDbes3a3qLVPOUaeT2666aZYd9112z1kzf4EXMeEuasGcR7squ0wGQIECBAgQIAAAQIECBAgQIAAAQIECBAgQIAAAQIECBAgQIAAAQIECBAg0JcCAq4d2tZ2B1xfe+21IlSXlZcGX42qGY60vFmzZsVvfvObuOeee4oPRt95553x0ksvlRLZbrvtispQb3/722u270TA9dlnn43dd9897rrrrlIG1ZWOsmrrrbfeGhtuuGGpNX73u9+NzTfffEjb/PD4VVddFSuuuGKpPpppVK8yU6Ng4FgHXF988cXISri33XbbkOVliCKfz4UXXriZZY9723rBmkYTy+dp7733Lqp7ZuXORuHJRv0N/nmGODPMmUHO6n7LBlwH91d9z/nnnx877LBDwym9/PLLRfW3fG/Ia5NNNimqwZYJeGfF6P33339gjEbPca3JVD/bZV5/td57mxk7573jjjsOmc51111XeOUXBGSQ9cQTTxz4eQZLvvOd78T73ve+hp691kCgodd2bEzm20r11tEGWysLE3Adky0e+0EEXBubjybgWutcWasya61z3eWXX16cuetdAq6N96wTLWr9bZLj5NksQ8ljcQm4joVyd43hPNhd+2E2BAgQIECAAAECBAgQIECAAAECBAgQIECAAAECBAgQIECAAAECBAgQIHOXhIsAACAASURBVECgHwUEXDu0q+0OuNb78H8rAdfqpWd467e//W38+Mc/LsKLt9xyy4iB1wwz7rPPPjUFa4UuZ8yYEdtuu+2oxX/+85/HLrvsEo899thAH2uttVZcffXVscoqqwzrtzoMsPHGG0fO6x3veEepOWQF1wy4ZkBg8HX77bfHZpttVqqPZhrVe2YahfPGOuCaYcftt99+mEuGHY455pi2Bj2b8Rtt21qvrQwJZHA1KxVfcMEFI74OMuia4d5jjz227UHXWmtqR8C1UXClMm61zRZbbFG8hhZbbLGG3NXPZaPnuFaH1RWYy4zfasD197//fey1115xxx13DEwpn/eLLroonnrqqWKvn3nmmYGf1aqG1xCnRxoINPTIRo3tNEdTvbXVYGtlhQKuY7vXYzaagGtj6tEEXLPX/N217777Dhmg+vxefa7LqvFXXnllcaapdwm4Nt6zTrSodUbJcSrnlDJfQNLqvARcWxXsvfudB3tvz8yYAAECBAgQIECAAAECBAgQIECAAAECBAgQIECAAAECBAgQIECAAAECBAj0moCAa4d2rN0B12arl7ZjWW+88UZkyPPUU0+Nm2++eViXI1XsrBW6PP3004vQ4GivWlWLNt1007jiiiti8cUXH9btjTfeGFlptnLl2CeffHLMPffcpaaQIbbddtutCPwOvo477riiiuOkSZNK9VO2US8EXF9//fU44ogj4qyzzhqyrF6uYlkv4Jrhyvnmmy8yTHD22WcX1bFGqnBcCboefvjhNSuvln0OGrWbKAHXN998M/K1dtJJJw2QZPC4si/1nLLqbFYYzoB+5WrmvWf27NnFGIceeuiQIbJi9UMPPVRUrq5cuec33HBDUdm2Hy+Bhn7c1ZbW1Gz11nYFWyuTFnBtafu692YB18Z7M9qA689+9rPYeeed44knnqj5uzR/106dOjXybFG5DjnkkDjllFNinnnmqTsxAdfGe9aJFnlG+cpXvlKcjwZfeR657LLLhvzd04nxs08B107Jdm+/zoPduzdmRoAAAQIECBAgQIAAAQIECBAgQIAAAQIECBAgQIAAAQIECBAgQIAAAQIE+kVAwLVDO1kvrHjJJZcU1QGbvR588MHYZpttirDd4KudFVzrzenVV18tQo3Tpk0b0mTdddeNq666KlZcccVht9YKuJYJp9WbQ70PdNcLrdYKx5WtWlmZQ709HKlqbLP7Orj9iy++WATzsnru4CuNd91117pdj2UF13vuuSc+8YlPDHsOx7JyVCvGte5tFHCt3NMtQdeJEnDNyskHHXRQEdioXGWqwNbaz2Zf+7UCQbWenX6u3prrFWho97tNz/dXtnpru4OtFTgB155/hGovQMC18caONuCaZ/gpU6bExRdfPDDI4HNsrYqg1113Xeywww4jTkrAtfGedapFvTPK1ltvHVmdd8kll+zU0EW/Aq4d5e3Kzp0Hu3JbTIoAAQIECBAgQIAAAQIECBAgQIAAAQIECBAgQIAAAQIECBAgQIAAAQIECPSVgIBrh7Yzq58eddRRRSXAwVeZgFatKV100UWx7777DvtRvYDrK6+8Ek8++WQ8+uijkR+K/+lPfxqbbbZZMacaH1JtqJAfZt5qq60iQ2eVa6SgZ63Q5fvf//648sorY/nll284XnWDWh/Azzb1gmvV7VdaaaW49tprY80112xq7FrryA4yLJDVrbLCZ7uuGTNmFAHXwcZl5j1WAdcXXnghMqScFSurrzJhiHY5tbufsgHXyrjNBl2PPfbY4pkfzeuu1lonSsC1VgXlRmHv9GpHwLVWRbvqvciqxTmfD33oQ+1+JLumP4GGrtmKbphImeqtnQq2VtYv4NoNT0IH5iDg2hh1tAHX7LnW3xCV8/Odd94Z+SUllbNn2bO6gGvjPetUi7///e9xwgknxIknnjhsiJNPPrmoQD/nnHN2angB147Jdm/HzoPduzdmRoAAAQIECBAgQIAAAQIECBAgQIAAAQIECBAgQIAAAQIECBAgQIAAAQIE+kVAwLWDO1nrw98ZYDznnHPirW99a+mRX3755dhnn31qBgvrBVxrhR5bqbKZQdmddtopZs6cOTDvZgOueePXv/71OOSQQ5oK+2X11qxItP/++w8xG2n86kBuzj37WHjhhUu7Z8N6wdrcv+OOOy6ygmw7PkT+3HPPFQHmW265Zcj8ylSIHIuA6+uvvx6nn356HH300cP8tt1227jgggtiiSWWaMq2Wxo3G3CtzPvXv/51fOMb34jzzjtvSCi5el35rOy9995F4GC55ZZredkTJeB67733xuabbz5gm4HSm266KbJy9EjXL37xi6LKcFa9rlxlgrHVfdYLE1Xa5Wth6tSpbXn9t/xQdKgDgYYOwfZmtyNVb+10sLUiJuDam89Ow1kLuDYkKr6sZtddd41HHnlkSON6fwcMblSr4md+Ycmpp55a/JfnisqV59oMSc4999wjTkrAtfGedbLFE088EZMnTx72POSZ89xzzy1+1q4vVqlehwqundzZ7uzbebA798WsCBAgQIAAAQIECBAgQIAAAQIECBAgQIAAAQIECBAgQIAAAQIECBAgQIBAPwkIuHZwNy+99NIi2Db4arbqX1bpOe2004rKq7Wueh9srxVIzQ89n3/++UX4q9mrVvWnrbfeOi677LJYZJFFhnVXr/LpsssuG5dccklstNFGpafw0EMPxR577BH5Ye7B10gBs6yc+4UvfGGgeX4Q/5hjjmn6w971wrWVjg877LA44ogjYvHFFy+9nuqGv/vd74qg7PTp04f8KPcrfbfbbrsR++50wDWremWVqAw8VF85x6yMm0HEXr1GG3CtrPfpp58uXqP5XA+uvlvtseiii8YBBxwQn/vc51p6XtoRcF177bVLzeFvf/tbEZ546aWXiuXkGjJYPtdcczXc7qz4+/DDDw+0a7Z6dfX758Ybbxz5rL/jHe8YcexaIaAyAaDqTvO1f9ZZZxX7VX1tuOGGRfXodgSWG0KOYwOBhnHE766h61VvHatga0VDwLW7nou2zUbAtTFlKwHXV199NaZMmRIXX3zxwEBZqTXPLv/+7/8ed9xxx8C/z5gxI/KLSxpdAq6NhDr78zyj5Jkovzip1nkzv4Al/96bY4452jqR3/zmN3HkkUfGlVdeOazf0Zy12jo5nXVMwHmwY7Q6JkCAAAECBAgQIECAAAECBAgQIECAAAECBAgQIECAAAECBAgQIECAAAECBP5PQMC1g49CVhDcZpttiiqgg68MLGYV16WXXnrE0bNqZgZSM5hZLzhX78PEtT7MnoPlB9pz7EZVEAdPLIOln/rUp+K+++4bMt/8YHwGM2tVCKoXcK3MIauprrHGGg310/Cggw4aNvZqq60WWZVxzTXXHNZHWuU9GQ6tXLfffntsttlmDcer1eCPf/xjHHzwwZGBu1rXKqusUnzYe8cdd4yFFlqo9Bh/+ctf4rrrrosvf/nLRWWu6mu//faLDOousMACI/bZqYBrhqu///3vF8/fAw88UHMOGXrNyqTtqGJbGq7NDVsNuOZ0Mmjw85//vAgB13tOKtPOkOixxx5bVCRutLe1ltqOgGubCUt110zANd/7MjieAdPKdeCBBxZhnHnnnXfE8XIfdtlll3jssccG2o0mdDFSeKTsa7MUTBc3Emjo4s0Z26lVV28d62BrZbUCrmO772M2moBrY+pWAq7Ze62zYlZxveKKKwb+xij7RRLZn4Br4z3rdIv8Wy/PStOmTRs2VH4BTZ6b8ozeypfwVDrOsTIgncHZWn+zZLvRnLU6baT/9gg4D7bHUS8ECBAgQIAAAQIECBAgQIAAAQIECBAgQIAAAQIECBAgQIAAAQIECBAgQIBAfQEB1w4+HS+//HLss88+ccMNNwwbZb311iuqYn7kIx8ZVl0ng4U/+clP4pRTTombb7554N6s/lodlh3pw8QZ6txpp52GhWOziurxxx8fu+6664gBu1mzZsWdd94Zhx9+eFHFcfCVVRyvvvrqyHBnrWukgGu2z/tyDhkKnWeeeYZ1UQl/ZhDwmWeeGfbzDK/uvvvuNcO11SGADTbYoPgAf657tFe9kO/g/jK4uPPOO8dHP/rRWGeddeKf/umfYsEFFxxo8sYbb0Q+E2mZ+3rjjTfWXFvekEHkb33rW5FB3kZXOwKuGebLIG+Ggx9//PG455574vrrr6/7IfacU35wPp/R0YQ0G61pLH/ejoBrZb75msmKw1OnTh3y2q21nqwwnO8BtZ7/kdY/EQKuv/rVr2Ly5MlDgu3nnntuZBin0fWjH/0oPvCBDwxp1mzoIl8PWZ0sK+7W+3KB3Lvcw2b3r9H8u+nnAg3dtBvjNpfB1VvHK9haWbyA67g9Bp0dWMC1sW+rAdd69w8e+Ytf/GIRXJ00aVLDCQm4NiQakwbPP/988SU806dPrzneaL+EJzvLs1D2n39nZLC11t9jgwdt9qw1JkAGaYuA82BbGHVCgAABAgQIECBAgAABAgQIECBAgAABAgQIECBAgAABAgQIECBAgAABAgQIjCAg4Nrhx2PGjBmx55571g1J5QePN9lkk1hmmWWKmWSQ8q677hr2IeKs+pqBzqxMOPga6cPEWQUxq29m1cNaVwYyt9566/jXf/3XInBa+UD7s88+G//93/9dBDBrVenJqkAZNssAWq3qrTlWrdBljnXLLbcMmUqOu8MOO8SGG25YBCWzQlAG1EYKVx599NGR/9ULVua806tyZZXZrKw599xzt7TbGfzcd999h1WTbanTGjdnePib3/xmrL/++qW6bhQmLtVJk43ymc7nqh1VoZocuu3N2xlwrUyuUfXbD3/4w0WF4UZVnGstth0B1z322KNUBeUMml9zzTXF+1JeGbjO96D55puv4T7k6+Xyyy8faNdMBdeLLrqoeK1VrpVWWimuvfbamhWbqydSHXBtFMavvj8DHfmlBBlebRTm6IcKxiNtpEBDw8d8IjTI6q0bR0T+37vGecECruO8AZ0aXsC1sWyrAdf8fZ7n4fPOO6/mYHm2z999+TdJmWuiBVzLmLSjTbNnlhzzhRdeKCq15rmy3pV/8+XfbfnFRzlGfglPrb/h8st4nnrqqeJv0euuu674oqNGV36B0Je//OXiS376+Us/Gjn088+dB/t5d62NAAECBAgQIECAAAECBAgQIECAAAECBAgQIECAAAECBAgQIECAAAECBAh0h4CAa4f3IQObRxxxREybNm3UI1Wqeb700ktNVyZsVNlnNJMqE+qqFbq87bbbitBsKxaNwq1vvvlmHHfccXHSSScNLC1DdhkObseVgbcMCNSqytuO/jfffPM488wzY9VVVy3d3VgHXI866qgiYJxhiH64OhFwrbjk6//iiy8uKl9VwuJZiTmfyazePJqrHQHXsq+JapstttiiCK8vtthiDade/VyWDbjWqnydgepzzjmn1DNXPW4zYZEMt2Zl6oMOOijy/bbM1c+VXAUayjwBfd/mPRHx312ySgHXLtmIdk9DwLWxaKsB1xxhpPPipptuGpdeemnkGaXMJeBaRqn5Ns2cWQb3ntXm8++zPG/Wqzw/uH2e4d/znvcMfGHJrFmzYubMmQ2/2KN6RXvttVdMnTo1lltuueYX646eEXAe7JmtMlECBAgQIECAAAECBAgQIECAAAECBAgQIECAAAECBAgQIECAAAECBAgQINCzAgKuY7B1+UHjDEHlB4+bvQYHHqsrE2ZfI1VwrYyVQa0MfbYSLM2+svrP6aefXoRF55xzzhGXUutD9DnXNddcs6gqmx/AbubKsTMgl1UdR6oO9OKLLxYVczNMm1czlR/Lzicr42ZVo5xPrQq3ZfsZ3C7Xd+yxx8b+++9ftzJtvX7HKuC63nrrFc9xBjPnmGOO0SyzK+/pZMC1suCsrpUVb/M1mM9/Vtpq9Bqqh9XvAdfbb7+9qDA2OKBx4YUXxj777FPq+cnqdAcccMBA23XXXTeuuuqqWHHFFUe8P6vuXnLJJUWAvTockhWmszrZ17/+9ciq3NVXo+B9qYl3YSOBhi7clIk9JQHXPt1/AdfGG9uOgGu9PnL0/DvhhBNOiEmTJjWeTEQIuJZiarrRaAOuOVCGVL/3ve8VX0LzwAMPND12Mzd87GMfiyOPPDI22GCDvvqboBmDidTWeXAi7ba1EiBAgAABAgQIECBAgAABAgQIECBAgAABAgQIECBAgAABAgQIECBAgACB8REQcB0j98qHjjMU+YMf/KDhqLUCj6MNuOZgOf7dd99dBFRvvvnmhuMPbpBzycDYlClTSld2qhdwzaBYMwHRrDCUYbfjjz++VHWgBx98MLbZZpv4/e9/Xywh781w3MILL9zUmss0zuqcN910U1ERq1nTSv+rrLJKEWrdY489Yoklligz7LA2nQy4pv8mm2wSn/70p+PDH/7wiOHiUU2+C24ai4BrLjOrgz755JOx+OKLF2Hx0V79HHDN6q35rE2fPn2AJytYX3nllbH88ss3JHvjjTciKwyfccYZA23LVJ39y1/+UgSQTznllGHh1koF7dVWW60ItGfQNt+Lq6/JkyfHV7/61fiXf/mXhvPslQYCDb2yUxNmngKufbrVAq6NN7YdAdc8fx9xxBFx1llnDRkwz3q33npr5Bm97CXgWlaquXatBFwrI+XfJ9dee21xrnnssceam8AIrfM52X777Yu/CfNs1E9fdtM2pD7tyHmwTzfWsggQIECAAAECBAgQIECAAAECBAgQIECAAAECBAgQIECAAAECBAgQIECAQBcJCLiO8WZk0DQ/pP5f//Vf8f3vfz8eeeSReOaZZ4pZrL322pEfbM5Q5gc/+MFYaKGFhsyulYBrpaMM2T3//PNx//33F9VfH3744Zg5c+bAHLJdhi6z2mF+eDmrda6zzjox33zzNSU1UsC10tEf//jHIuybH8L+yU9+MlANNcdPi0033TS23nrrePvb3x41Plhbcz7V1RvzA/hZMbPs/U0tclDjV155JR5//PHC9dFHH43f/va3w1wz1Jj7m0G5NP3ABz4QK6ywwqgreVaGb1fANd2XXXbZYu9XX331Yv/f9a53Nb33ozUcr/vGKuDarvX1a8A135vyWc4KzIOvZqrKPfHEE5FB03xfrVxZ9fnMM8+M+eefv+YWPPfcc0Xg57LLLhv288Hh1soPc4xPfepTcd999w1rn6/vU089tQiF90PwQ6ChXa9a/bRJQMC1TZDd1o2Aa+MdaUfANUe5/vrrY8cddxwy4JZbbln8Dnzb297WeCL/10LAtTRVUw3bEXCtDJhf3pF/Z1188cXFF/FUV6cvO7E80+yyyy7x8Y9/fNRfxlN2LO26U8B5sDv3xawIECBAgAABAgQIECBAgAABAgQIECBAgAABAgQIECBAgAABAgQIECBAgEA/CQi49tNuTvC15Ae5P//5z0eGXCvX7bffHpttttkEl7H8kQQEXOvrVNuUqYZa6a06eJ3VqzOsWu+qFRxdaqml4jvf+U68733vi6zOmv8tuOCCNbv45S9/GYccckjccsstQ34+Usj9oYceKu6pVZE1K9lddNFFReC/+hop5JoVzg488MA49NBDi2q9vXwJNPTy7vXl3AVc+3JbLYoAgU4L5Pnpf/7nf+LBBx+MPPs8+eSTw76IJ7/kZqWVVop//ud/jvXWW6/4Mp53v/vdscACC3R6evrvcgHnwS7fINMjQIAAAQIECBAgQIAAAQIECBAgQIAAAQIECBAgQIAAAQIECBAgQIAAAQJ9ICDg2gebaAkECIxeoJcCrln1+OCDD45LL710YMGNgqPZsLrS2h577BFrrLFGQ7QMjV9zzTWRgc68svpwVvEqU9E5Kxpffvnlpeb56quvFlVUp02bNmROGRL9yle+EvPMM09R4XnXXXctqrNmiPQ973nPwDzS5d577x22nmx3ww03FBVVB1+vv/56XHHFFXHYYYfFSy+9NOy+rBx9zjnnFBWN611Z+XrKlCmRIfpaVwZjjz322KJSXhmvhpsxDg0EGsYB3ZAjCQi4ej4IECBAgMAYCzgPjjG44QgQIECAAAECBAgQIECAAAECBAgQIECAAAECBAgQIECAAAECBAgQIECAwAQUEHCdgJtuyQQI/EOg2wKuf/jDH+KHP/xhLLroojHXXHPFiiuuGHPOOWe8/PLLRQD0jDPOGLJ9J554Ynzxi18ccUurA67jsf/1grh///vf47TTToujjjpqyLQyTHvVVVfFmmuuWfz7K6+8Evvuu29ce+21pae/1157xTe+8Y1YaKGFBu75zW9+UwRPB4eEB3e43377xcknn1z4N7qee+65Iph72WWX1W2aVdAOP/zw+NjHPtZzQVeBhkZPgJ+PsYCA6xiDG44AAQIECDgPegYIECBAgAABAgQIECBAgAABAgQIECBAgAABAgQIECBAgAABAgQIECBAgACBTgsIuHZaWP8ECHS1QLcFXDPIuueee8Ytt9xSym3GjBmx7bbbjti2WwOus2fPjiuvvDIOOOCA+NOf/jRkDaecckp84QtfiEmTJhX//uabb8Zxxx0XJ510UimXrKD67W9/O9Zdd92ifQZpp0+fHlOnTi2qwVZfWe01w6pZNbaZiqtZ5TYDujnf6jUMHmPTTTeNiy++OJZeeulS8++GRgIN3bAL5jBIQMDV40CAAAECBMZYwHlwjMENR4AAAQIECBAgQIAAAQIECBAgQIAAAQIECBAgQIAAAQIECBAgQIAAAQIEJqCAgOsE3HRLJkDgHwLdFnDNwOTnP//5OO+88xpu04YbbhiXX355LLfcciO27daAa0767rvvjr333jueeeaZgTVst912xfrf/va3D1lXVl3Nto2udDnrrLNinXXWKZo+++yzRZXbelVbl1122Tj11FNjxx13jDnmmKNR98N+PmvWrLj++uuLyrC1wrNLLbVUsU8f+chHmu57PG8QaBhPfWPXEBBw9VgQIECAAIExFnAeHGNwwxEgQIAAAQIECBAgQIAAAQIECBAgQIAAAQIECBAgQIAAAQIECBAgQIAAgQkoIOA6ATfdkgkQ+IdAtwVcc2ZlAqlZcfTcc8+NyZMnR40Png/Z4ur+zj///Nhhhx06+hhk4HP//fcfGONLX/pSUYG1+qqu4pph00suuSQ22mijYW3vu+++OP7442vOe6655or3vve9sfHGG8f73//+IVVYX3311TjmmGPizDPPHHbv5ptvXvz7qquu2rLH008/HSeccMKwIO3JJ59cVIadc845Wx5jLDsQaBhLbWOVEBBwLYGkCQECBAgQaKeA82A7NfVFgAABAgQIECBAgAABAgQIECBAgAABAgQIECBAgAABAgQIECBAgAABAgQI1BIQcPVcECAwoQW6MeDaqFLpeuutFyeeeGJREbRMxdHqgGtWE9199907uu/f/va3Y4899hgYo17ANRu8/vrrRQA1g7dlQ7vNTj5DrkcccURMmzatuDUDwgcffHAcddRRxf+7XVeu5brrrotcb1Zz3X777YtqtIsvvni7hhizfgQaxozaQOUEBFzLOWlFgAABAgTaJuA82DZKHREgQIAAAQIECBAgQIAAAQIECBAgQIAAAQIECBAgQIAAAQIECBAgQIAAAQJ1BARcPRoECExogW4MuD7//PPxxBNPDNuXrFK68sorx2KLLVYq2FrpoNsDrjnP3/3ud3HbbbfF3nvv3bFKp+n66U9/Op599tnIqqof/vCHG1a/He2L44UXXohvfetb8cEPfjDWX3/90XYzrvcJNIwrv8GHCwi4eioIECBAgMAYCzgPjjG44QgQIECAAAECBAgQIECAAAECBAgQIECAAAECBAgQIECAAAECBAgQIECAwAQUEHCdgJtuyQQIEJioAhk8nXvuuWPhhReeqASl1y3QUJpKw7EREHAdG2ejECBAgACBAQHnQQ8D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i6KA9wAAIABJREFU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ARcPRsECBAgQIDAMAGBBg9FlwkIuHbZhpgOAQIECPS/gPNg/++xFRIgQIAAAQIECBAgQIAAAQIECBAgQIAAAQIECBAgQIAAAQIECBAgQIAAgfEWEHAd7x0wPgECBAgQ6EIBgYYu3JSJPSUB14m9/1ZPgAABAuMg4Dw4DuiGJECAAAECBAgQIECAAAECBAgQIECAAAECBAgQIECAAAECBAgQIECAAAECE0xAwHWCbbjlEiBAgACBMgICDWWUtBlDAQHXMcQ2FAECBAgQSAHnQc8B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Hoh4DorIgbmOWvWrKjxIUs7TIAAAQIECLRJYPbs2THHHHMM7i3DhUP+oU1D6YZAWQHnwbJS2hEgQIAAgTYIOA+2AVEXBAgQIECAAAECBAgQIECAAAECBAgQIECAAAECBAgQIECAAAECBAgQIECAQEOBXgi4/jkiFqis5I9//GO89a1vbbgwDQgQIECAAIHRCfzpT3+KhRZaaPDNr0bEgqPrzV0E2iLgPNgWRp0QIECAAIFyAs6D5Zy0IkCAAAECBAgQIECAAAECBAgQIECAAAECBAgQIECAAAECBAgQIECAAAECBFoT6IWA69MRsWxlmU8++WSstNJKra3a3QQIECBAgEBdgZkzZ8bKK688+OfPRMRyyAiMo4Dz4DjiG5oAAQIEJp6A8+DE23MrJkCAAAECBAgQIECAAAECBAgQIECAAAECBAgQIECAAAECBAgQIECAAAEC4yHQCwHXeyLigxWcW2+9NbbccsvxsDImAQIECBCYEAK33XZbbLXVVoPX+oOI+NCEWLxFdquA82C37ox5ESBAgEBfCjgP9uW2WhQBAgQIECBAgAABAgQIECBAgAABAgQIECBAgAABAgQIECBAgAABAgQIEOg6gV4IuF4QEftW5E4++eQ48sgjuw7ShAgQIECAQL8IfPWrX42jjjpq8HIujIj9+mV91tGTAs6DPbltJk2AAAECvSrgPNirO2feBAgQIECAAAECBAgQIECAAAECBAgQIECAAAECBAgQIECAAAECBAgQIECgtwR6IeD6mYiYVmHddtttY8aMGb2lbLYECBAgQKCHBLbbbru48cYbB8/4wIj4Zg8twVT7T8B5sP/21IoIECBAoIsFnAe7eHNMjQABAgQIECBAgAABAgQIECBAgAABAgQIECBAgAABAgQIECBAgAABAgQI9JFALwRc14qI/66Yzz///PHnP/853vKWXph6Hz0plkKAAAECE0Jg9uzZseCCC8Zrr702eL3viYhHJgSARXargPNgt+6MeREgQIBA3wk4D/bdlloQAQIECBAgQIAAAQIECBAgQIAAAQIECBAgQIAAAQIECBAgQIAAAQIECBDoWoFeSYk+HRHLVhSnT58eO+20U9eimhgBAgQIEOhVgWuvvTZ23nnnwdN/JiKW69X1mHdfCTgP9tV2WgwBAgQIdKuA82C37ox5ESBAgAABAgQIECBAgAABAgQIECBAgAABAgQIECBAgAABAgQIECBAgACB/hPolYDrmRFxSIV/2223jRkzZvTfblgRAQIECBAYZ4HtttsubrzxxsGzOCsiPjvO0zI8gRRwHvQcECBAgACBMRBwHhwDZEMQIECAAAECBAgQIECAAAECBAgQIECAAAECBAgQIECAAAECBAgQIECAAAEChUCvBFzXj4gfD96zhx56KNZee23bSIAAAQIECLRJ4OGHH4511lmnurcNIuInbRpCNwRaEXAebEXPvQQIECBAoISA82AJJE0IECBAgAABAgQIECBAgAABAgQIECBAgAABAgQIECBAgAABAgQIECBAgACBtgn0SsA1F3xPRHywsvLddtstvv3tb7cNQkcECBAgQGCiC+y+++5xxRVXDGb4QUR8aKK7WH9XCTgPdtV2mAwBAgQI9JuA82C/7aj1ECBAgAABAgQIECBAgAABAgQIECBAgAABAgQIECBAgAABAgQIECBAgACB7hbopYDrLhFx9WDOW2+9NbbccsvuFjY7AgQIECDQAwK33XZbbLXVVtUz3TUirumB6ZvixBFwHpw4e22lBAgQIDDGAs6DYwxuOAIECBAgQIAAAQIECBAgQIAAAQIECBAgQIAAAQIECBAgQIAAAQIECBAgQCB6KeCa2zWkatcaa6wRjz76aLzlLb22DE8eAQIECBDoHoHZs2fHmmuuGY8//vjgSane2j1bZCZDBZwHPREECBAgQKDNAs6DbQbVHQECBAgQIECAAAECBAgQIECAAAECBAgQIECAAAECBAgQIECAAAECBAgQIFBKoNeSoR+JiDsHr2y//faL888/v9RiNSJAgAABAgSGC+y///5xwQUXVP9gk4j4Hi8CXSjgPNiFm2JKBAgQINDbAs6Dvb1/Zk+AAAECBAgQIECAAAECBAgQIECAAAECBAgQIECAAAECBAgQIECAAAECBHpVoNcCrul8ZkQcMhj85JNPjiOPPLJX98C8CRAgQIDAuAl89atfjaOOOqp6/LMi4rPjNikDE2gs4DzY2EgLAgQIECBQSsB5sBSTRgQIECBAgAABAgQIECBAgAABAgQIECBAgAABAgQIECBAgAABAgQIECBAgEAHBHox4JoMP42IdQd7nH322XHQQQd1gEiXBAgQIECgPwXOOeecmDJlSvXiHoyI9/bniq2qzwScB/tsQy2HAAECBMZewHlw7M2NSIAAAQIECBAgQIAAAQIECBAgQIAAAQIECBAgQIAAAQIECBAgQIAAAQIECPxDoFcDrmtFxI8iYoHBm6mSq0ebAAECBAiUE6hTqevViNgwIh4p14tWBMZVwHlwXPkNToAAAQK9LuA82Os7aP4ECBAgQIAAAQIECBAgQIAAAQIECBAgQIAAAQIECBAgQIAAAQIECBAgQKD3BXo14JryH4uIm6q3YL/99ovzzjsv3vKWXl5a7z9YVkCAAAEC3Skwe/bs+PSnPx0XXHBBrQluExE3d+fMzYpATQHnQQ8GAQIECBBoUsB5sEkwzQkQIECAAAECBAgQIECAAAECBAgQIECAAAECBAgQIECAAAECBAgQIECAAIGOCfR6CnSXiLi6WmeNNdaIU089NbbccsuOwemYAAECBAj0msBtt90Whx9+eDz++OO1pr5rRFzTa2syXwIR4TzoMSBAgAABAiUFnAdLQmlGgAABAgQIECBAgAABAgQIECBAgAABAgQIECBAgAABAgQIECBAgAABAgQIjIlArwdcEykrd10VEQtUi+22225x2GGHxdprrz0mmAYhQIAAAQLdKPDwww/H1772tbjiiitqTe/ViPiEyq3duHPm1ISA82ATWJoSIECAwMQTcB6ceHtuxQQIECBAgAABAgQIECBAgAABAgQIECBAgAABAgQIECBAgAABAgQIECBAoBcE+iHgms5rRcRFEbFuLfRtt9029txzz9hxxx3jLW/plyX3wuNljgQIECAwXgKzZ8+O6667Li677LK48cYb603jwYjYJyIeGa95GpdAGwWcB9uIqSsCBAgQ6H0B58He30MrIECAAAECBAgQIECAAAECBAgQIECAAAECBAgQIECAAAECBAgQIECAAAEC/S7Qb2nPMyPikHqbNv/888emm24aG2ywQay11lqxwgorxJJLLhkLLrig4Gu/P+nWR4AAgT4VyODCn//853juuefiqaeeikceeSR+/OMfxx133BGvvfbaSKs+KyI+26csljWxBZwHJ/b+Wz0BAgQmnIDz4ITbcgsmQIAAAQIECBAgQIAAAQIECBAgQIAAAQIECBAgQIAAAQIECBAgQIAAAQJ9I9BvAdfcmI9ExL9HxAf7ZpcshAABAgQItE/gB//3e/J77etSTwS6TsB5sOu2xIQIECBAoIsEnAe7aDNMhQABAgQIECBAgAABAgQIECBAgAABAgQIECBAgAABAgQIECBAgAABAgQITGSBfgy4VvZzl4iYIug6kR9vaydAgACBQQIZZDg7Iq6hQmACCTgPTqDNtlQCBAgQaCjgPNiQSAMCBAgQIECAAAECBAgQIECAAAECBAgQIECAAAECBAgQIECAAAECBAgQIEBgLAX6OeBacVw/Ij4REdtFxLJjiWssAgQIECAwzgLPRMSMiLgqIn4yznMxPIHxFHAeHE99YxMgQIDAeAo4D46nvrEJECBAgAABAgQIECBAgAABAgQIECBAgAABAgQIECBAgAABAgQIECBAgACBEQUmQsB1MMBaEbFBRKwTEatExDIR8baImD8iJpqFlwYBAgQI9IfA7Ih4LSJejIhfR8T/FxEPRcSPI+KR/liiVRBoq4DzYFs5dUaAAAECXSDgPNgFm2AKBAgQIECAAAECBAgQIECAAAECBAgQIECAAAECBAgQIECAAAECBAgQIECAQPMCQp3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jDBlwNAAAgAElEQVQ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IH/n307pAEAAGAY5t/1NSynFTBSPg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FWhbw4AACAASURBV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ReN4mwAAIABJREFU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iMvTuBmqI68z/+RI2MkugomrjEUWfAZVBcMIi4jqBCVFyAsIkbuEQRVAzBLS4RF9wioiMuiSuyqUhiJIpr4oIRFQ0HDXEUHXdH/2I0kTHyP78y/U53v1Vda3fXrf7WOZ6T8Fbduvdzb3U/faueu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VotwXU7M+tlZjua2ZZm9i9mtp6ZrWlmrWYRf7RwBAIIIIBAHgVWmtnnZvahmb1hZq+Y2XNm9qSZLcpjhakTAk0WIB5scgdwegQQQACBzAWIBzMnpcAqAeInhgQCCCCAQNEEiJ+K1qO0B4FKAeJXRgQCCCCAQNEEiF+L1qOt1x7is9brc1qMAAIIFF2A+KzoPUz78i5AfJn3HqJ+CCCAAAJxBYgvWySpcxczG2JmB5nZpnFHCfsjgAACCCDgsMAyM7vXzKab2VMOt4OqI5BWgHgwrSDHI4AAAgi4KkA86GrPNb/exE/N7wNqgAACCCDQHAHip+a4c1YE0goQv6YV5HgEEEAAAVcFiF9d7bni15v4rPh9TAsRQAABBPwFiM8YGQjUR4D4sj6ulIoAAgggkH+Blokvi7xq6Q/NbLSZ7Z7/8UYNEUAAAQQQqLvA78xsipnNrPuZOAEC+REgHsxPX1ATBBBAAIHmCxAPNr8PXKgB8ZMLvUQdEUAAAQQaJUD81ChpzoNAcgHi1+R2HIkAAgggUDwB4tfi9amLLSI+c7HXqDMCCCCAQL0EiM/qJUu5rSRAfNlKvU1bEUAAAQTCBAodXxYxwXVvMzuXxNawcc3fEUAAAQRaVECBjb4nH27R9tPs1hAgHmyNfqaVCCCAAALJBIgHk7kV/Sjip6L3MO1DAAEEEEgjQPyURo9jEaiPAPFrfVwpFQEEEECgGALEr8XoR9daQXzmWo9RXwQQQACBRgoQnzVSm3MVRYD4sig9STsQQAABBOohUMj4smgJrleZ2Zig3l9zzTWtT58+1qtXL9tuu+3s3/7t32yDDTawb33rW/aNbxSNoh7XAGUigAACCORNYOXKlfaXv/zF3n33XXv11Vdt0aJF9uSTT9r8+fPt888/r1XdyWY2Nm/toT4IZCBAPJgBIkUggAACCLgjQDzoTl/luKbETznuHKqGAAIIIJC9APFT9qaUiECDBYhfGwzO6RBAAAEEmitA/Npcf84eSYD4LBITOyGAAAIIFEWA+KwoPUk7cixAfJnjzqFqCCCAAALZCxBffm1alKzO7czsJjPr7jdU+vfvbyNGjLABAwaQyJr9tUSJCCCAAAI5FFCgc9ddd9ltt91mc+fODarhQjMbaWaLctgEqoRAXAHiwbhi7I8AAgggUGgB4sFCd29WjSN+ykqSchBAAAEECiFA/FSIbqQRxRYgfi12/9I6BBBAAIGYAsSvMcHYvR4CxGf1UKVMBBBAAAFnBYjPnO06Kp4fAeLL/PQFNUEAAQQQyIFAq8WXRUhwPcDMpptZx+rxM2zYMDvttNNshx12yMHQogoIIIAAAgg0R+D555+3yy67zKZNm+ZXgc/MbIiZ/bo5teOsCGQiQDyYCSOFIIAAAggUVYB4sKg9m6pdxE+p+DgYAQQQQKDoAsRPRe9h2uegAPGrg51GlRFAAAEEGidA/No4a87UJkB8xmBAAAEEEECghgDxGcMDgdgCxJexyTgAAQQQQKCVBFohvnQ9wfWHZjajelBus802dumll1rfvn1babzSVgQQQAABBGoKzJs3z3784x/bH//4R7/9BpvZTAgRcFCAeNDBTqPKCCCAAALNESAebI57Ds9K/JTDTqFKCCCAAAL5FCB+yme/UKuWEyB+bbkup8EIIIAAAkkFiF+TynFcTAHis5hg7I4AAggg0LoCxGet2/e0PJYA8WUsLnZGAAEEEGhlgSLHly4nuOpNHb+qHpjHHHOMTZ061b7xDZeb1sqXG21HAAEEEKingJaqP+644+yGG27wO82BrORaT33KroMA8WAdUCkSAQQQQKDYAsSDxe7fCK0jfoqAxC4IIIAAAgiUCxA/MR4QaKoA8WtT+Tk5AggggICLAsSvLvaaU3UmPnOqu6gsAggggEAeBIjP8tAL1CHHAsSXOe4cqoYAAgggkE+BosaXrmaBbmdmT5hZx/LhcvHFF9tPfvKTfI4gaoUAAggggECOBC655BKbMGFCdY0+M7NdzWxRjqpKVRAIEiAeZGwggAACCCCQQoB4MAWeu4cSP7nbd9QcAQQQQCAHAsRPOegEqtBqAsSvrdbjtBcBBBBAIFMB4tdMOSnsawHiM0YCAggggAACKQSIz1LgcWhRBYgvi9qztAsBBBBAoCECRYsvXU1wfdbMupf3+JQpU+zEE09syCDgJAgggAACCBRB4JprrrHRo0dXN2Whme1UhPbRhsILEA91YCD8AAAgAElEQVQWvotpIAIIIIBAvQWIB+stnLvyiZ9y1yVUCAEEEEDANQHiJ9d6jPo6LkD86ngHUn0EEEAAgeYLEL82vw8KVgPis4J1KM1BAAEEEGi8APFZ4805Y64FiC9z3T1UDgEEEEDABYEixZcuJrheZWZjygcKK7e6cNlQRwQQQACBPAoEvLljspmNzWN9qRMC/xAgHmQoIIAAAgggkJEA8WBGkPkvhvgp/31EDRFAAAEEHBEgfnKko6im6wLEr673IPVHAAEEEMiNAPFrbrrC9YoQn7neg9QfAQQQQCA3AsRnuekKKtJcAeLL5vpzdgQQQACBAgkUJb50LcF1bzN7qHwcHXPMMXb99dcXaGjRFAQQQAABBBorcOyxx9oNN9xQfdLeZvZwY2vC2RCIJEA8GImJnRBAAAEEEIguQDwY3crRPYmfHO04qo0AAgggkF8B4qf89g01K4QA8WshupFGIIAAAgjkSYD4NU+94WRdiM+c7DYqjQACCCCQZwHiszz3DnVrgADxZQOQOQUCCCCAQGsJFCG+dC3B9XEz2700zLbZZht78cUX7RvfcK0ZrXWh0FoEEEAAgXwLrFy50rp162Z//OMfyyv6OzPbI981p3YtKkA82KIdT7MRQAABBOonQDxYP9uclEz8lJOOoBoIIIAAAsURIH4qTl/SklwKEL/msluoFAIIIICAywLEry73Xi7qTnyWi26gEggggAACRRIgPitSb9KWBALElwnQOAQBBBBAAIFaAkWIL13KDP2hmc0o75D777/f+vbtyyhFAAEEEEAAgZQC8+bNs379+lWXMtjMZqYsmsMRyFKAeDBLTcpCAAEEEECgTIB4sLDDgfipsF1LwxBAAAEEmi1A/NTsHuD8BRUgfi1ox9IsBBBAAIHmCxC/Nr8PHK0B8ZmjHUe1EUAAAQTyL0B8lv8+ooZ1ESC+rAsrhSKAAAIIIGDmenzpUoJrxds6hg0bZnfccQdjEAEEEEAAAQQyEhg+fLhNmzatvDRWcc3IlmIyEyAezIySghBAAAEEEGgvQDxYyFFB/FTIbqVRCCCAAAJ5ESB+yktPUI8CCRC/FqgzaQoCCCCAQP4EiF/z1ycO1Ij4zIFOoooIIIAAAu4KEJ+523fUPLEA8WViOg5EAAEEEEAgXMDl+NKVBNddzOzJ8q547rnnbIcddgjvHfZAAAEEEEAAgUgCzz//vO24447V+/Yys6ciFcBOCNRXgHiwvr6UjgACCCCAgBEPFm4QED8VrktpEAIIIIBA3gSIn/LWI9THcQHiV8c7kOojgAACCORfgPg1/32UsxoSn+WsQ6gOAggggEDxBIjPitentKimAPElAwQBBBBAAIE6C7gcX7qS4HqVmY0p9WP//v3t3nvvrXO3UjwCCCCAAAKtJ3DQQQfZ3Llzyxs+2czGtp4ELc6hAPFgDjuFKiGAAAIIFE+AeLBQfUr8VKjupDEIIIAAAnkVIH7Ka89QLwcFiF8d7DSqjAACCCDgngDxq3t91sQaE581EZ9TI4AAAgi0jgDxWev0NS014ksGAQIIIIAAAg0QcDW+dCXB9XUz27TUj7NmzbKBAwc2oFs5BQIIIIAAAq0lMHv2bBs0aFB5o5eZ2WatpUBrcypAPJjTjqFaCCCAAALFEiAeLFR/Ej8VqjtpDAIIIIBAXgWIn/LaM9TLQQHiVwc7jSojgAACCLgnQPzqXp81scbEZ03E59QIIIAAAq0jQHzWOn1NS434kkGAAAIIIIBAAwRcjS9dSHDdzsxeKPXhmmuuaX/5y1/sG99woeoNGHmcAgEEEEAAgQwFVq5cad/61rfs888/Ly91ezNblOFpKAqBuALEg3HF2B8BBBBAAIGEAsSDCeHydxjxU/76hBohgAACCBRUgPipoB1LsxotQPzaaHHOhwACCCDQsgLEry3b9XEbTnwWV4z9EUAAAQQQSChAfJYQjsNcEyC+dK3HqC8CCCCAgLMCrsaXLmSJ/sjMri2NjP79+9u9997r7ECh4ggggAACCORdwGdZ+hPM7D/zXm/qV2gB4sFCdy+NQwABBBDImwDxYN56JFF9iJ8SsXEQAggggAACyQSIn5K5cRQCZQLErwwHBBBAAAEEGihA/NpAbHdPRXzmbt9RcwQQQAABBwWIzxzsNKocV4D4Mq4Y+yOAAAIIIJBCwMX40oUE1xvMbFSpXy6++GL7yU9+kqKbOBQBBBBAAAEEaglccsklNmHChPJdbjSzY1BDoIkCxINNxOfUCCCAAAKtJ0A8WIg+J34qRDfSCAQQQAABVwSIn1zpKeqZYwHi1xx3DlVDAAEEECieAPFr8fq0Di0iPqsDKkUigAACCCAQJEB8xthoAQHiyxboZJqIAAIIIJAfARfjSxcSXB83s91L3Xz//fdb375989Pr1AQBBBBAAIGCCcybN8/69etX3qrfmdkeBWsmzXFLgHjQrf6itggggAACjgsQDzregV9Xn/ipEN1IIxBAAAEEXBEgfnKlp6hnjgWIX3PcOVQNAQQQQKB4AsSvxevTOrSI+KwOqBSJAAIIIIBAkADxGWOjBQSIL1ugk2kiAggggEB+BFyML11IcH3dzDYtdfOf/vQn69KlS356nZoggAACCCBQMIGlS5faFltsUd6qZWa2WcGaSXPcEiAedKu/qC0CCCCAgOMCxIOOd+DX1Sd+KkQ30ggEEEAAAVcEiJ9c6SnqmWMB4tccdw5VQwABBBAongDxa/H6tA4tIj6rAypFIoAAAgggECRAfMbYaAEB4ssW6GSaiAACCCCQHwEX40sXElz/YmYdS928fPly+/a3v52fXqcmCCCAAAIIFEzg008/tbXWWqu8VZ+Z2bcK1kya45YA8aBb/UVtEUAAAQQcFyAedLwDv65+y8VPX331lb355pv2xBNP2AsvvGDPP/+8abJ22TK9r+frbcstt7TOnTvbTjvtZL169bLu3bvbuuuua9/4hgtTpIUYlzQCAQQQKKwA8VNhu5aGNU6g5eLXxtFyJgQQQAABBNoLEL8yKiIIEJ9FQGIXBBBAAAEEshIgPstKknJyLEB8mePOoWoIIIAAAsUTcDG+dOHpra/MrK2eeliNh86Kd/HQIgQQQACB/AisXLnSVllllfIKrTSzin/IT22pSYsIEA+2SEfTTAQQQACBfAgQD+ajH1LWol389Itf/MJGjRrVrtgrrrjCTjnllJSni3b43XffbQMGDKjYWS+yu+eee6x3797RCqna6/3337eZM2fa9ddfby+99FLsMnTeo48+2g466CDr2LHtHXuxyykd8Ne//tXznDp1akUZxx13nF155ZW2xhprJC476MCf/exn9tOf/rTiz/vtt5/dcccd1qlTp9Tne+yxx+yII45oSxa+7bbbbPjw4bmZo/2f//kfrz6//e1vK9r6+9//3nbdddfU7Y9SQFC/N7IOUerJPrUFXnnlFRs8eLAtWrSobcftttvOZsyY4SXIF3nLw3Xkui/xk+s9SP1zIMD8Xw46gSoggAACCLSOAPFr6/R1ipYSn6XA41AEEEAAAQTiChCfxRVjfwcFiC8d7DSqjAACCCDgroCL8aULCa5KqmnbhMyGAAIIIIAAAvUV8HmZhAsxQ31RKL2ZAsSDzdTn3AgggAACLSlAPOh8t7eLn1577TUbOnSoLViwoKJxhxxyiN100022zjrr1LXRX3zxhY0fP94mT56cyfk/+OADL4lUSaMfffRR6roreU1JokrA7dChQ+Lyipbg+vrrr9thhx3mrYyrbdCgQZ57vcdLnA7IQ2IeCa5xeqxx+3722Wdeovfee+/trd4ctpHg2txE8bD+ceHvxE8u9BJ1zLEA83857hyqhgACCCBQTAHi12L2a4atIj7LEJOiEEAAAQQQiCJAfBZFiX0cFiC+dLjzqDoCCCCAgJsCrsWXLiSrENC4eS1QawQQQAABhwVcC2gcpqbq0QSIB6M5sRcCCCCAAAKZCRAPZkbZrILaxU9BCaYbbrihzZkzx3r06FHXui5evNhLjlyyZEnFeW688UYbOXJk5HPr5XcPP/ywjRs3rmKVxcgFhOx4wAEHmFZE3X777RMVWaQEV7VFSclTpkzxLDRWpk+fbnvssUcim3odRIJrvWTdLferr77yPifOOOMMW7FiReQVWElwJcE17agnfkoryPEtLsD8X4sPAJqPAAIIINB4AeLXxps7dkbiM8c6jOoigAACCLgvQHzmfh/SgpoCxJcMEAQQQAABBBos4Fp8SYJrgwcIp0MAAQQQQMAFAdcCGhdMqWMqASa4UvFxMAIIIIAAAvEFiAfjm+XsCN/46aGHHjKt2Prpp59WVFcJnWeeeab59HtmzdIqsaNGjaoob+utt7ZZs2ZZ165dI51HSbrXX3+9V9fqNvgVoFVZN91007Y/LVu2zJTAFratu+66dvXVV9uQIUNslVVWCdu94u9FSnBVMuuxxx7bZq2k4okTJ6Za4TYWZsSdSXCNCNUiu7355pt21lln2a233uq1eLvttiPBNULf5+E6ilDN3O9C/JT7LqKC+RZg/i/f/UPtEEAAAQQKKED8WsBOzbZJxGfZelIaAggggAACoQLEZ6FE7OC2APGl2/1H7RFAAAEEHBRwLb4kwdXBQUaVEUAAAQQQqLeAawFNvT0ov+kCTHA1vQuoAAIIIIBAqwkQDzrf477x08cff+ytlnrPPfdUNLBPnz5eMphW6KzH9sknn3jJrbNnz64ofsyYMTZp0qRICZNKHNW+5557bmAVlcyq9imJd4sttrDVV1+93b5azfGFF16wuXPn2u23325KevXbvv3tb9uFF15oxx9/vK222mqRWYqS4Lp06VIbMWKELViwwGu7kpGV8NqtW7fIFo3aMQ+JeUH9/vvf/9523XXXRlG0/Hn0Gadxe99997VZkOAabVjk4TqKVtN870X8lO/+oXa5F2D+L/ddRAURQAABBIomQPxatB7NvD3EZ5mTUiACCCCAAAK1BYjPGCEFFyC+LHgH0zwEEEAAgfwJuBZfkuCavzFEjRBAAAEEEGi6gGsBTdPBqEC9BZjgqrcw5SOAAAIIIFAlQDzo/JDwjZ9WrlxpV155pWklzvJNyZxKeu3du3ddGv7MM8/YwQcfbO+8805b+XHO+eWXX9rll19uEyZM8K2fVmrVio0DBgywNdZYI3Ibli9fblpZ9oILLrCPPvqo3XGq43XXXWdDhw6NvLptERJctVKuVsmVeWlTsu/48eNt1VVXjezbqB3zkJhHgmujerv2efzGAgmu0fomD9dRtJrmey/ip3z3D7XLvQDzf7nvIiqIAAIIIFA0AeLXovVo5u0hPsuclAIRQAABBBCoLUB8xggpuADxZcE7mOYhgAACCORPwLX4kgTX/I0haoQAAggggEDTBVwLaJoORgXqLcAEV72FKR8BBBBAAIEqAeJB54dEYPy0ePFiGzRokC1ZsqSikaeffrr97Gc/yzyBUUm1EydOtLPPPrvifFFXjdXxd955p7eS6qefftquY44++miv/A022CBxp7388ss2duxYe+CBB9qVoVVhb7nlFttzzz0jlV+EBNeHH37YDjvssLaEZK1AqtVuN9tss0gGrbgTCa756PW0Ca75aAW1cFmA+Mnl3qPuORBg/i8HnUAVEEAAAQRaS4D4tbX6O0Fric8SoHEIAggggAACaQSIz9LocawDAsSXDnQSVUQAAQQQKJaAa/ElCa7FGn+0BgEEEEAAgUwEXAtoMmk0heRZgAmuPPcOdUMAAQQQKKQA8aDz3RoYPwUl4vXq1cumTZtmSujMctOqrYcffrjNnz+/olitDnrKKaeEroz64osv2pAhQ9ol5Kqwc88911tVNM6qrUFt0wquWiH2hhtuaLdLnARP1xNcP/74YzvuuONs1qxZbQ4///nPbcyYMaF9leW4ca0sElzz0WMkuOajH1q5FsRPrdz7tD0DAeb/MkCkCAQQQAABBOIIEL/G0WrJfYnPWrLbaTQCCCCAQDMFiM+aqc+5GyBAfNkAZE6BAAIIIIBAuYBr8SUJroxfBBBAAAEEEGgn4FpAQxcWXoAJrsJ3MQ1EAAEEEMibAPFg3nokdn1qxk933323DRgwoF2hd911lx166KGxT1brgAcffND23Xffil223nprL4Gya9euNc+1fPlyO+mkk+zWW29tt9/FF19s48aNs9VWWy2z+r733ntecue9997brswzzjjDzjvvvNDzuZ7gWj02dt55Z28F3c033zwz5yIWRIJrPnqVBNd89EMr14L4qZV7n7ZnIMD8XwaIFIEAAggggEAcAeLXOFotuS/xWUt2O41GAAEEEGimAPFZM/U5dwMEiC8bgMwpEEAAAQQQKBdwLb4kwZXxiwACCCCAAALtBFwLaOjCwgswwVX4LqaBCCCAAAJ5EyAezFuPxK5PzfgpaFVVrdI5adIk69ChQ+wT+h3wxRdfeCusTp48ueLPSiK98sorQ1deVaLpiBEj7NNPP604/phjjvGO79ixYyb1LC9kyZIldtRRR9mCBQsqytbKtrNnz7addtqp5jldTnDV6q0jR460e+65p62NZ599tp1zzjm26qqrZm5dpAJJcM1Hb5Lgmo9+aOVaED+1cu/T9gwEmP/LAJEiEEAAAQQQiCNA/BpHqyX3JT5ryW6n0QgggAACzRQgPmumPudugADxZQOQOQUCCCCAAALlAq7FlyS4Mn4RQAABBBBAoJ2AawENXVh4ASa4Ct/FNBABBBBAIG8CxIN565HY9akZP61cudImTpxoSl4s37bbbjubMWOGbbnllrFP6HfAa6+9ZkOHDm2XLBplpdjPPvvMRo8ebTfffHNF0Vr9dfr06datW7dM6lhdiGzuuOMOL7G2etOKsXKrlQDscoJr9eqtG264oc2ZM8d69OhRF+siFUqCaz56kwTXfPRDK9eC+KmVe5+2ZyDA/F8GiBSBAAIIIIBAHAHi1zhaLbkv8VlLdjuNRgABBBBopgDxWTP1OXcDBIgvG4DMKRBAAAEEECgXcC2+JMGV8YsAAggggAAC7QRcC2jowsILMMFV+C6mgQgggAACeRMgHsxbj8SuT2j89Mwzz9jBBx9sWs21fLvxxhu9VTyz2G666SYbNWpURVF9+vSxW2+91ZQ8WWsLql8jVhT1W8lUdVVy7axZs6xr166BVXc1wVVt1sq6al9pU5LvNddcY9/+9rezGA6FLoME13x0Lwmu+eiHVq4F8VMr9z5tz0AgNH7N4BwUgQACCCCAAAJlAsSvDIcQAeIzhggCCCCAAAINFiA+azA4p2u0APFlo8U5HwIIIIBAywu4Fl+S4NryQxYABBBAAAEE2gu4FtDQh4UXYIKr8F1MAxFAAAEE8iZAPJi3Holdn9D4KWiF1COPPNKmTJliHTt2jH3S8gOCyr/88svtlFNOMZ8x1nZ40AqzjVxR1C85VxUMSwB2NcH1oYceskMOOcQ+/fTTtn4Ia6t2VIL04YcfbvPnz68YL7fffrsNHz481RjyS3Leeeed7c4777TNN9+8rWy/pEb98fe//73tuuuuseugPlywYIE98MADXhkvvPBCm0vPnj1txx13tIMOOsh23313W2ONNbzy65HgumLFCu/cjz76qD311FO2ZMkSe+WVV7zzKel4++23t2233dZ+8IMfeHVZa621Yrc17ICvvvrK3nzzTa9/ZfHyyy/b008/3XbYDjvs4K343KtXL+vdu7dtscUWttpqq4UVm9nfg/o+ygn8xqh8Bw8ebIsWLWorImxla786nH/++e1WyF6+fLn97ne/s9mzZ3vlP//88945Nt10U9M5+vbtawcccIB973vfq/n5qD5RPX/1q1/Zww8/bH/4wx/so48+8srS+NSKy7qWda2UxmcUj6TX0c9+9jP76U9/2naK/fbbz1sFu1OnTm3/pjq//vrrNnfuXHvkkUe89i9btsz7u8aPxtFee+3ljeWw9kdpS2kffZf893//t/3mN7/xriO5RXWvblfYOCidk/gpTg+xLwLtBELjV8wQQAABBBBAIFsB4tdsPQtYGvFZATuVJiGAAAII5FuA+Czf/UPtUgsQX6YmpAAEEEAAAQTiCbgWX5LgGq9/2RsBBBBAAIGWEHAtoGmJTmntRjLB1dr9T+sRQAABBJogQDzYBPRsTxkpfvJL4uzSpYuXgNWtW7dUNVq4cKEdeOCBFSvERk1Q/fDDD02rh86bN6+iDo1cUfS1116zoUOHeomO5VtYArCLCa5KpJwwYYJdeeWVbU2NOg6CkpHDnMIGV1C5fiv4Jk3Mq66DkrKvv/56u+qqq9qS72rVU4mJY8eOtWOPPdZWWWUVL3F76tSpFYckSbKNWw+dcN111/WumZNPPtk222yzMN7Qv3/xxRdeUusll1ziJWVG3ZRwO27cOBs4cGDqJPko53QhwVWfCTfffLM3rkoJykFtU+LyCSecYOPHj/f6tHpTkug555zjrYIdtn3/+9+3Cy+80Pbee29vfIZtSa+jWgmuuo6VUHrBBRfYPffcE1YF7+9Kzj3rrLO8pNdaL0KoVZjO++KLL3rjVwnxYZvcNWaVqFu6fkhwDVPj7wjURSBS/FqXM1MoAggggAACLSrA/F+Ldnz0ZhOfRbdiTwQQQAABBDIRID7LhJFC8itAfJnfvqFmCCCAAAIFFXAtviTBtaADkWYhgAACCCCQRsC1gCZNWznWCQEmuJzoJiqJAAIIIFAkAeJB53szUvwUlMR5xRVXeMl6STclFylZUolu5VvUpEe/5FiVk7ZecdoTlKjavXt3mz59unXu3Nm3OBcTXP3GQZxkYr+VVqMmyAb1id/KsEpCU5KcVgot35Im5pWX8dxzz9mYMWPsiSeeiDNMvH333Xdfu+iii7zk2DQJrrputLqlko21KmeSTUmRl112mQ0bNsw6dOiQpAhv1VglEv/6179OdLwOUnLlz3/+c9tll10SJylGOXneE1y1Sqk+S6Mmd5bavP/++9s111zjre6qTSug3nXXXfbjH/84UvJ1qRxdM+pL1SFsZd2k11FQguvaa69t1113nZ1xxhkVK0NH6VfVW8m5xx9/fGi9q8tTcrauxTPPPDP2ebWarMatVqFVUm75yrSs4Bql59gHgdQCkeLX1GehAAQQQAABBBBoE2D+j8EQIkB8xhBBAAEEEECgwQLEZw0G53SNFiC+bLQ450MAAQQQaHkB1+JLElxbfsgCgAACCCCAQHsB1wIa+rDwAkxwFb6LaSACCCCAQN4EiAfz1iOx6xMpfvr73/9u5513nilBqXzTCnpa3XWdddaJfWIdELQCqxK0Dj300NAyZ8yYYUOGDGm33wMPPGD77LNP6PFZ7aBkRSVYVW+PPfaY7bHHHr6ncTHB9e6777YBAwZUtCdOMrFWHB09erS3SmX5FqeMaswHH3zQSxyNMi6TJuapbCWVaqXgH/3oR7ESB6vrq4Te1Vdf3RYvXlzxp6gruH755ZeJkwH9BqJWlp04cWKsVVRloUTMU089NZVFqT5KttUYGD58eOwkxajXcJ4TXPUZputCn1tJtsMPP9yuvvpqU7KnViHVZ9Gnn34auygdf9ttt9lBBx1U89ik15Ffgustt9zifR4oWTvNpmRTJZ5HXclVn0VKbNVquUk3jVslF//pT3/yVsstbSS4JhXlOARiCUSKX2OVyM4IIIAAAgggUFOA+T8GSIgA8RlDBAEEEEAAgQYLEJ81GJzTNVqA+LLR4pwPAQQQQKDlBVyLL0lwbfkhCwACCCCAAALtBVwLaOjDwgswwVX4LqaBCCCAAAJ5EyAezFuPxK5P5PjpoYceMiW0lidObbjhhjZnzhzr0aNH7BPrAL8yd955Zy9Ja/PNNw8tszphSgdsu+22NnPmTNtqq61Cj89qB63mudtuu7UrTqsSHnfccb6ncS3BdcWKFV4SmlbcLd/iJhMrIXrUqFEVZSRNlA6qU1DCbNLEPFVWycpHHHGEb0KnEgO1Wmzfvn1NKztqe/XVV73xrdVNoyQbRklwVXKr/DXu/cos1WPvvfe2f//3f7dVV13VPv74Y9NKx3PnzrWXXnrJdyyecMIJNmnSpEhJrkpuVWL5iSeeaB999JFvebqGZaHVWTt27Gj/+7//a88//7yXwCkTv0111/UydOjQyEmKca5frWz6ySefeCucapOLEkHL66PPDo3Pf/3Xf60oes0117Q11lij4t9eeeUVGzx4sC1atKjt38MSG/3Gn+w/+OADmzVrVkX5Gkda1bb0ObZkyRJ79NFHAxOK9VKATp06tRujSsLU2Nx+++298fDGG294bVb9/bY+ffrYrbfeavpsD9qSXkfVn9c61w9+8AMvObR6PPfs2dN23313r016wYJWC1a9g8bc1ltv7a2Y3a1bt9Bhoevo8ssvD0yq1Wq4qpdekqCXNygZVislK8F9wYIFFeVr33/+53+ONQ5KBRA/hXYVOyBQSyBy/AojAggggAACCGQjQPyajWOBSyE+K3Dn0jQEEEAAgXwKEJ/ls1+oVWYCxJeZUVIQAggggAAC0QRciy9JcI3Wr+yFAAIIIIBASwm4FtC0VOe0ZmOZ4GrNfqfVCCCAAAJNFCAebCJ+NqeOHD8pIWzkyJHeyo3lm5KWtBJe1JXzSscqaenss8+2iy66qKI8/ZsSnpSMVWsLShBV0tS0adNs/fXXz0YoQil+yW46TO3Qf342riW4vv32294Km0qyK23du3f3kso6d+4cQenrXV577TUvibE8USxporRfWUp0U7Jg165d29UpaWLeu+++6yXl3nfffe3KVFsuvPBC22yzzXwN3nnnHW910ssuu6ymUZQE13vvvddGjBjRLhlQyaGnnXaat7ps0LhXYufDDz9sZ5xxhpesV71FXQHz2WeftYEDB/omWh5wwAHeeN9xxx1tlVVWaXcOJceqz7QatJIoqzclC2pFzz333NmfGBcAACAASURBVDPyeEq6o99YCEtQLT9XVgmu1fWX4fjx473k1tVWW63iz0q0/M///E87//zz240BjXclfC9dutQ7RgmyZ511lrficnVyrhI8NRZ0nvIE3dLJNM769+8fSJv0OvJ7IUH5SZSMe8opp3jfM34JtvrMVCKv2rVs2bJ29Yv63RF0Hen8KvvYY4/1TfaW2yOPPOJ93/ldQ6UKRR1HxE9Jr16OQ8ATiBy/4oUAAggggAAC2QgQv2bjWOBSiM8K3Lk0DQEEEEAgnwLEZ/nsF2qVmQDxZWaUFIQAAggggEA0AdfiSxJco/UreyGAAAIIINBSAq4FNC3VOa3ZWCa4WrPfaTUCCCCAQBMFiAebiJ/NqWPFT1OnTvVWPSzfoqz451fVtImOWo1RSYezZ8+uKH7//fe32267zVt5r1GbVmAcNmyYzZ8/v+KUWr1VK25WJ5hpJ9cSXLVKbb9+/SoS65ToeOONN9raa68dmTpo1dUkidJ33HGHHXbYYZHNkyTmKSlz8uTJdvLJJ7dr47nnnuslCfr1b/nOSoxT4qaS94JWcw1LcH399de9tqofyjclMmrlUyWFRkky1wqYWon3hhtuqCgnygqYy5cvt5NOOsk3OTWqhU76xRdf2PXXX+8lClZ76PrVmNpggw0ij6kkO+YxwVX9ogRkJSwHbRpLF198sfdygKBt3333tSlTpliXLl1q0gStSnz66ad7qwQHvWQgyXWkitRKcNWqv1dffbXttNNOoeP4ySef9D77tapt+bbXXnuZPhM22mijwHa/9dZbXpK4ElXLNyWlKnlYicVhm8rQtVy96m7pOBJcwwT5OwKZCMSKXzM5I4UggAACCCDQ4gLM/7X4AAhvPvFZuBF7IIAAAgggkKkA8VmmnBSWPwHiy/z1CTVCAAEEECi4gGvxJQmuBR+QNA8BBBBAAIEkAq4FNEnayDFOCTDB5VR3UVkEEEAAgSIIEA8634ux4qfFixfboEGDKhKLlIylVV179+4dC+Puu+/2Vhcs3+IkTAYlWdVKKo1VwRg7B9VFSVhXXXWVrbnmmu1Kcy3B1S+5OSwRLojwoYceskMOOaQiuTFuorRWsxw9erTdfPPNFafRCo+HHnqo76mTJOa98cYbdvjhh5uSAcu3E044wSZNmuS70qPfyZWYePnll3vJpX5brQRXJdkqUXrcuHEVhyZd8VRJrrpOqpPDVf7EiROtQ4cOvnUMWvlSCZc6tnrF0VqXUC0PJb/q2omSsBvjMq3YNW8JrhpjSvBca621Qpvk9zlcOkjJlXfeeacpYTls0yraWk1XiadxPoeTXEcqPyjBNUpydXn9dD0oCVorrZZv+i564IEHrGfPnoFNv+mmm7yxVb4luY7ee+897xrSNVG9keAaNvL4OwKZCMSKXzM5I4UggAACCCDQ4gLM/7X4AAhvPvFZuBF7IIAAAgggkKkA8VmmnBSWPwHiy/z1CTVCAAEEECi4gGvxJQmuBR+QNA8BBBBAAIEkAq4FNEnayDFOCTDB5VR3UVkEEEAAgSIIEA8634ux4ietvKgVK7WiZfkWN9ExKDlRSUsjR46MhJqnBNfPP//cxo4d6yVdlW/77beft6Jgp06d2rXJpQRXJcJpxciLLrqooh1aOVRJXnG3jz/+2OtnJUaXtriJ0i+++KIpIXrp0qVtZYQlySZJzPNLxFZCnlZv7Nq1a6ymq93y8lv5sVaC6zvvvOMl2VavEKwE21NPPTVwpc1alXv22Wc9v2XLlrXtVqtdQddsmhVXg1aEDevHWOgBO+cpwXXDDTe0OXPmWI8ePSI1Tavennjiid5K1dWbkqi1umjU5OAHH3zQtOJr1M8t7ZfkOtJxQQmuceussl555RUbPHiwLVq0qKLu06dP9/7db/P73CnVS4nncRK0ddzjjz9uQ4YMMV2f5RsJrpGGMTshkFYgVvya9mQcjwACCCCAAALm9xvDhWfI6LrGCRCfNc6aMyGAAAIIIOAJcH+WgVBwAeLLgncwzUMAAQQQyJ+Aa/GlC5OTBDT5G+fUCAEEEECg4AKuBTQF7w6aZ0Y8yChAAAEEEECgwQLEgw0Gz/50seMnv4SoXr162bRp00wr4UXZ/FYg3Hnnnb2VBzfffPMoRdif//xnL7lo4cKFFfs3YwXXoGTVoiS4BiXUafXC/v37R+qv8p2CViRVYp5WA1199dVDy9SKpkruLN+UhHvOOecEJnzGTcxbsWKFt+KqzlW+xU3oLj/WL2FWf6+V4Dp37lw76KCDKuoQ93qpBg0as0FJ5kGrhtZaMTe0E83MbzXfuMnOUc5TvU+eElzjrFxdaodfsqgSZX/1q19Z9+7dI5P4JYqHJWjGvY5q1blLly7eSsLdunWLXGftGPSZdPvtt9vw4cN9y3rmmWfs4IMPrkhITZqsrhMEvfAhzK9UOeKnWF3OzghUC8SOXyFEAAEEEEAAgXQCxK/p/FrgaOKzFuhkmogAAgggkC8B4rN89Qe1yVyA+DJzUgpEAAEEEECgtoBr8SUJroxoBBBAAAEEEGgn4FpAQxcWXoAJrsJ3MQ1EAAEEEMibAPFg3nokdn1ix09Bq0lGTXQLSm6MmzRIgmvsvvZdQbFWEm7pDB988IENGzas3QqitZIyw2qXJsnZbyXGKKtgxk3Me/vtt71kuUcffbSiOQ888IDts88+YU30/btWTJXlk08+WfH3IMug1XPjJAMHVXTq1Kl2/PHHV/z5hBNOMK2o+U//9E8V/z5jxgwvobx8i5vY7lePoFU1L7zwQtNnQr22PCW4JmmrX4J3lGu52tNvJdSwBM2411HpnH5JuUmSe1VeUIJ2rQRXP7O0L0Twe+FDmF/Jg/ipXlc35baIQOz4tUVcaCYCCCCAAAJ1EyB+rRttUQomPitKT9IOBBBAAAFnBIjPnOkqKppMgPgymRtHIYAAAgggkFjAtfiSBNfEXc2BCCCAAAIIFFfAtYCmuD1By/4hwAQXQwEBBBBAAIEGCxAPNhg8+9PFjp+CElTHjBljkyZNsg4dOtSspV9CW5IVG4OSrNImLCUhDqrLiBEj7JprrjG1r3oLStCqZ/39EsyiJMX5JcFtu+22NnPmTNtqq62SkNlnn31mo0ePtptvvrni+CiJ0k888YT169fPW8WxtEVJlIubmKfVgQ888MCKFR+jJq8FoXz++ec2duxY00qp5VtQgusnn3xio0aN8la5LN+uu+4601hJs8lxt912qyiiT58+3mrM66+/fsW/+42dLMaqPk/OO+8877/yLYuya9nkKcG1VlJmUBvuuOMOO+yww1KbNTvBNU2itt+YDLL829/+ZuPGjbNrr7020+vI70ULUT8jiJ/SfHpxLAIWO37FDAEEEEAAAQTSCRC/pvNrgaOJz1qgk2kiAggggEC+BIjP8tUf1CZzAeLLzEkpEAEEEEAAgdoCrsWXJLgyohFAAAEEEECgnYBrAQ1dWHgBJrgK38U0EAEEEEAgbwLEg3nrkdj1SRQ/pUn8e+ihh+yQQw6pSE7U/7/ppptsnXXWidwAFxJcayXpuZTgmqa/a3Xo3XffbQMGDKjYJSyxUSuaKhlSyW3lmxJGR44cWXP8xE1wnTt3rh100EEVZUZJCA4bxH6JeUEJrkErvp5zzjm21157hZ2q5t/feustz3Lp0qVt+/kl5wWN1SQrj/pVyC9ZMwvnWo3PU4JrkpWQ/cziroItn2YnuJ5//vl29tlnJxrHcRJcg679NKsxq9J+CegkuCbqTg5CIK5Aovg17knYHwEEEEAAAQT+T4D5P0ZDiADxGUMEAQQQQACBBgsQnzUYnNM1WoD4stHinA8BBBBAoOUFXIsvSXBt+SELAAIIIIAAAu0FXAto6MPCCzDBVfgupoEIIIAAAnkTIB7MW4/Erk+i+Clo9c2wJMOg5MQkq1EGrYRZ78Q4P2G/JDHtpyRE/edznZhLCa5+K3326tXLW+lz0003jT3oSgf4JW9uvfXWNmvWLOvatatvue+8844dfvjhNn/+/La/R00oi5vg6pdEqNVUr7rqKltzzTUTt/vWW2+1I444ouL4oCTHoLGV+OQhB2q1YSX99ezZs23PoFVkk6w86nf6eo2vWk0tYoJrkmTRZie4JvnsL/VrnARXv5VW/cZ63OvK73M86ucR8VNcbfZHoEIgUfyKIQIIIIAAAggkFyB+TW7XIkcSn7VIR9NMBBBAAIH8CBCf5acvqEldBIgv68JKoQgggAACCAQLuBZfkuDKaEYAAQQQQACBdgKuBTR0YeEFmOAqfBfTQAQQQACBvAkQD+atR2LXJ3H85Lf65pFHHmlTpkyxjh07+lYkSUJjUItWrlzprT6p/8q37t272/Tp061z586xMZIe8PTTT9u+++5bsSqtyqqVvPW3v/3Nxo0bZ9dee23Faffff3+77bbbYq1mG7XefglhURKC/RIQoxwXVq8kq7H6rao6ZswYmzRpknXo0KHmKeMmuF500UV2xhlnVJQZtsJsWJv1d7/E2aAE16CxFeU8SfeprkuQm66zwYMHJz1N23F+4ytqkmDSk+clwXXbbbe1mTNn2lZbbRWrKX5jyMUE1zRJ0nESXJMk8kbpkBUrVtiECRPsyiuvbNs96tglfooizD4IBAokjl8xRQABBBBAAIFkAsSvydxa6CjisxbqbJqKAAIIIJAPAeKzfPQDtaibAPFl3WgpGAEEEEAAAX8B1+JLElwZyQgggAACCCDQTsC1gIYuLLwAE1yF72IaiAACCCCQNwHiwbz1SOz6JI6f/JJVu3TpYrNnz7Zu3br5VsQvKTZqcqJfgX4rYWpVvvvvv9923XXX2BhJD/Crh8rSSpj77LNPYLFJE06T1NMvEUvlRElUrVeCq87/zDPP2MEHH2xambW0DRw40LQa8Nprr13R1C+++MLGjx9vkydPrvj3MOfSznETXP36p9EJrn72Sfo/zjFRE1yDknLjnEv7tnKCa9RkyGpTElzN8pDgqn6prkfUPiV+ivtJwf4IVAgkjl9xRAABBBBAAIFkAsSvydxa6CjisxbqbJqKAAIIIJAPAeKzfPQDtaibAPFl3WgpGAEEEEAAAX8B1+JLElwZyQgggAACCCDQTsC1gIYuLLwAE1yF72IaiAACCCCQNwHiwbz1SOz6JI6fglbfvOKKK+yUU05pV5G//vWv3r9PnTq17W9KRr3nnnusd+/esSuuAxYuXGgHHnhgRXKk/r3WyqmJTlTjoKDE0ShJTo1McPXzV7OiJGzWM8H1448/tpEjR3rjoLRtuOGGNmfOHOvRo0eFvN8qjH369DElGOuYsC1ugmseVnDNc4IrK7gOtkWLFrUNu7BrPu2qseXjmwTXfCS46nvw7LPPNn1WlLawcVDaj/gp7BObvyNQUyBx/IorAggggAACCCQTIH5N5tZCRxGftVBn01QEEEAAgXwIEJ/lox+oRd0EiC/rRkvBCCCAAAII+Au4Fl+S4MpIRgABBBBAAIF2Aq4FNHRh4QWY4Cp8F9NABBBAAIG8CRAP5q1HYtcnVfzkt/rmIYccYjfddJOts846FZVZvHixDRo0yJYsWdL273GSE/1a9uGHH9qIESNs3rx5FX/Wv11zzTWmBNp6b2+//bYNHz7cHn300dh1ULLv8ccfX3Fc9+7dTYmDnTt3zrTqn3zyiY0aNcpbYbd8S5rgmmU9NV5Ut/Lt8ssv9xKiyz9jou4XBBc3wdUviVD1vOqqq2zNNddM3D9+5Qathvryyy/bD3/4Q3vppZfazhc1gS5xBasODBo7t99+uzf2026PP/647bnnnhXF6LNh2rRptv7666ct3vf4tMmmfsnWYf2S9pzlDSHBNX2Cq74ftPpzz549E48xvxcHhI2D0smInxKzcyACEkgVv0KIAAIIIIAAAvEFiF/jm7XYEcRnLdbhNBcBBBBAoPkCxGfN7wNqUFcB4su68lI4Aq0p8OCDD9o3v/lN23bbbW3dddeteA4ha5GVK1fa8uXL7csvv6woepVVVvGeYVlttdWyPiXlIZBawLX4kgTX1F1OAQgggAACCBRPwLWApng9QIuqBJjgYkgggAACCCDQYAHiwQaDZ3+6VPFTnNU3/ZI5/ZIY4zRRNwauvPJKGzduXMVhQSuAxik76r533323DRgwoN3uUVaRnTFjhg0ZMqTi2C5dunhJqN26dYtahUj7BSXinn/++d4KhLW2F1980QYOHGhLly5t2y1qEleUyvklP/ft29duu+02W2+99bwiPvvsMxs9erTdfPPNbUXG7ee4Ca66ybXvvvtWNGG//fYzJRd26tQpStN899GYPfXUUyv+FpTg6pdImUViXpzKB63+e+GFF9rpp58epyjffbUC7xFHHFHxt/3339/r/+pE+dQn+0cBaZNNSXAdbr/97W8jjeHSTn4rVqdJko5T3gcffGDDhg2z+fPnV9RZCa777LNP4mHll/wd9bOR+CkxOwciIIFU8SuECCCAAAIIIBBfgPg1vlmLHUF81mIdTnMRQAABBJovQHzW/D6gBnUVIL6sKy+FI9B6Ap9++qmdeOKJ3v1nbZtuuqldfPHF7Z7VyErmscce8+5/L1u2rKJI3d+cMGGCUwmufvdkg55tyMqPcpoj4Fp8SYJrc8YJZ0UAAQQQQCDXAq4FNLnGpHJZCDDBlYUiZSCAAAIIIBBDgHgwBlY+d00dP/mtqqlJ7jPPPLPtrZd+ibBbb721zZo1y7p27ZpKxm8VWRWopNeJEydahw4dUpVf62C1Syugqh3lW9S2PfHEE7bbbru1O0XapCu/Oi9cuNAOPPBAe+eddyr+fMstt9jhhx9e08gvmS/LRNwvvvjCxo8fb5MnT26rh5I477nnHuvdu7f3b371P/LII23KlCnWsWPHSH0cN8HVL7FXb3SdOXOmbbXVVpHOWb3TihUrvJtWSnIt34JuAgXVOU1iYJKK+924irL6b9i5/v73v3sJ1hdddFHFrlmUXevcJLh+rZNVoq7KCruRGSchNWzc6O9xyvv8889t7NixduONN1YUHeVFBLXqopvSSpx98skn23YjwTVK77EPAqkFUsevqWtAAQgggAACCLSYAPN/Ldbh8ZtLfBbfjCMQQAABBBBIJUB8loqPg/MvQHyZ/z6ihgg4JVB9T08v0v7Vr35l3bt3z7wd7777ro0aNcruu+++dmVPmjTJexH2qquumvl561UgCa71ks1fua7FlyS45m8MUSMEEEAAAQSaLuBaQNN0MCpQbwEmuOotTPkIIIAAAghUCRAPOj8kUsdPr732mg0dOtQWLFjQhtGnTx/Tqoy6MaDNLwk1bnJikHTQ6pI69/Tp022PPfaoWyep/GOPPdb0xs/ybcyYMaabE2HJtX/+85+9t4IqebN8q04QzqIBWnX0sMMOa1eU3h4aZhQ3MTRJff1WS1Xi4znnnGOrrLKK70q9cZM847YjaNXHu+66yw499NAkzbQPP/zQRowYYfPmzas4Pig5MCghNuoYq1VJrT58wQUX2EYbbWTbb7+9bb755rbllluaEvSUYFy++a023KtXL5s2bZr3htukW5BHVqvDBtWLBNevZVolwVVtVRL1GWecUTEk0iZS6yUF/fr1q/gOIME16acBxyEQSyB1/BrrbOyMAAIIIIAAAm0vMCujcOEZMnqucQLEZ42z5kwIIIAAAgh4AtyfZSAUXID4suAdTPMQaLTA008/bfvuu2/bPb2+fft6q7mut956mVbls88+817sfe211/qWq/vqegH5nnvumel561kYCa711M1X2a7Fly5MThLQ5GuMUxsEEEAAgRYQcC2gaYEuafUmEg+2+gig/QgggAACDRcgHmw4edYnTB0/ha2+uXLlSm8lVSUrlm9pkgSrER5//HEvUbR6ddKDDjrIpk6dat/97nezdrMlS5bYUUcdVZHYq5PopsTs2bNtp512Cj2nEmNPPPFE7+ZJ+XbIIYeYVsZdZ511QsuIskNQEnDUBMWgeirBd/DgwVGqELqP+k4ryc6fP79t39KNJb3BdOTIkd6KrqVt5513tjvvvNNLyoy6xU1wDVpdNE1y9kMPPWTq3+qk6FqrX/olJ0ddJTjIRjfXRo8ebTfffHOksbd48WIbNGiQN+7Lt7hJxtX1CfKoxyrG5ecmwfVrjVZKcPUba1GTUf2uI30+nHfeed5KsuVb1DKJn6J+crMfAr4CqeNXXBFAAAEEEEAgngDxazyvFtyb+KwFO50mI4AAAgg0V4D4rLn+nL3uAsSXdSfmBAi0loCeGTn++OPbGn3KKafYxRdfbKuvvnpmEF9++aVdfvnlNmHChJpl7r///nbjjTfaBhtskNm561kQCa711M1X2a7FlyS45mv8UBsEEEAAAQRyIeBaQJMLNCpRTwEmuOqpS9kIIIAAAgj4CBAPOj8sMomf/BKHSqtvfvzxx+1WrKxe4TWtopJszzzzTO+GQfV2wgkneKupduzYMe1p2o5/7733TCv/3Xvvve3K1AqBSnpabbXVIp3vyiuvtFNPPbViX62eqaRXJehmsT377LM2cOBAW7ZsWUVxUVcvDEr0vOKKK0w3f7LYlAgti3HjxrUVJ4f777/fvvnNb9rBBx9ckcB8+umne4llSn6NusVNcFW5fmNbqwMrsXPvvfeOempvv6BEY/2tVoJrUHJp3LFWXlklkGpMVCfa6hpSn1Z/tgclxKa5Abd8+XI76aSTvNWey7esPx/8OokE169VWinB1S+JXgZBYz7s4vaz0zEkuIbJ8XcEMhHIJH7NpCYUggACCCCAQIsIMP/XIh2dvJnEZ8ntOBIBBBBAAIFEAsRnidg4yB0B4kt3+oqaIpB7gRUrVnhJp3oWobSlfYlzdaP1rINezq0k2vL773ppt17yredVyp/VqMczLPXqCBJc6yWbv3Jdiy9JcM3fGKJGCCCAAAIINF3AtYCm6WBUoN4CTHDVW5jyW0pAbxZ79dVXvYSL5557zluxa9GiRfbRRx+1Oeywww7eSnW77LKL7brrrrbNNtvY2muv3VJOzWjsV199ZW+++aY98cQT9sILL9jzzz9vS5curZgM23LLLa1z587eCoJaoa979+627rrrtktYqXf9y+uq+vqNI9VV40gJARpLO+64o22yySa2yiqr1Lt6lJ+BAPFgBojNLSKT+OnDDz9sl8RaWn1TSUD9+vWrmMjXJLgSUn3GT2KNoBVVVaASAfVfFkmu+h7UDZAbbrihXV31XaibIZtttlnkdjzzzDPtkjd1sG52/PKXvzSt1JlmU2KiEhb96htnFV0lIR5xxBEVVcn6zaZ+Fkqi1VaeBKzEV63m2rt371g0SRJclaCtROBZs2ZVnCvu6sBBN7VKhdZKcA1K4JbDddddZ0OHDo11LQUlaIetCquE7hEjRrRLij3//PNt/Pjx1qFDh8j9UesNtkkTDiOf3MxIcP1aq5USXHUN6m3Ixx57bMVQUQx6yy232J577hl5COlzVWP+2muvbXcMCa6RGdkRgTQCmcSvaSrAsQgg8LVA+dyh4lnNI2qeqvwhrp49e3q/jzQ3pfh9iy22iPwyoCydXZpLy7LdlIVAVgLM/2UlWdhyiM8K27U0zGUB4h+Xey9fdXcp7s+XXH1rQ3xWX19Kb7oA8WXTuyC8AlGeBSp/pmyvvfay7bffPtMVM8NryR5JBXQvTPN8es7rqaee8p5H07NppU33qdWfG2+8sTfv9/3vf9+23XbbTJ7HSFrnoOOqn2Xp0qWLzZ4927p165bZqR577DHvWYryJNbSPcg99tjDJk+ebCeffHLF+bSCrF7+HfXF6VEqq2RePQPyxhtvtO2u5zgPO+ww+9a3vhWliHb7ZJ3g+u6779r06dNNz0CUtn/5l3+xAQMG8PmQqIeyO8i1+JIE1xh9X+tt/DGK8XYtPeirB5H1YLIeStZDEuuss07conz3T/IQSyYndrgQvw9qPcillUnY6iegIGm33Xar3wlqlBx1RZOmVC5nJ+UzJWcd0oDquBbQNICEUzRXoNATXFo5S6uBKRap3vSwef/+/euu77eylk5a62H4O+64w/uRXL5Ffeg3KAkhSUM1abb++uvbRhtt5E2qKIEu64kVv7YmqWuSY7KKR9XHmmzRqnE33XRTu5XewuqmCSw9rKb46T/+4z9iJTqElZ3m71nHko0YT37tff/9923mzJl2/fXX20svvRSbRH1z9NFHeysCZpHkVasCun71drqkddX1qQSEH/7wh/ad73wncluz/D0e+aQBO9ZKVkpbdp6OJx7MU28kqksm8VPQ6pv33Xef/eEPf6hYlVOrX86ZM8d69OiRqMK1DtJEuD47qlel1DFKzNObMTfYYIPE53355Zdt7NixptUvqzd9B+pGyL777hur/KCVMVWIVse85pprvJcAJNn0mag2n3vuue0Oj7tK5sKFC+3AAw+sWEVV9VPMkNU8pZ+F5kK16fyl7ZBDDvHilLjnTZLgqnMGrXY6aNAg702vunFXa9P1MW/ePPvRj34UGFuFfWe8+OKLNmTIEO9FEeWbxsall17q3fCJ8mKIWgnapVWXg1bFDVpxVfXRGFPC3xprrBE6VHWzSvGBktyrr9UkSeKhJ/TZIWgs6OajbjKGbUnmv9Im1ZbXye93R5LfA1m1Q3ULG8N+c+pp3o6cpLy33nrL+y545JFHKrpYLxTQZ23p86ZW/+tz6sILL/T+89ui/tYlfgq7yvg7ArW/Wsv/qu/ZZm5+n0fNqE9pdXm9DX7+/PkVVdADRtOmTUscU8Zpj14OMnLkSO9lJOXbkUceaVOmTMl8LiLLucM47dS+UT7zg1b81pyZ4uiwODJunbR/ve9j65rT7yK9QOfuu++OPXeo+FVjRA986cGlem95nEvLag5Zz49oHK655preA4WKZbJ+aVzWc6px+jvK/fl61U/jVA87rrfeeqZ5YPnqnkLc36Bx2pv3fYlfAJYN0gAAIABJREFU895DTa9fJvOLTW9FAyqg+axRo0a1O5Ne8KYXyTVi0/e35pHKt1ovkwv6rA2bByiVz/detF6N8r0XrSSzPMY/UesetF+WcX+z7vEGtS3oN5T218vaFDs3Y3Mt7m+GUbPPSXzW7B7g/HUWIL6sM3Ca4pU4pxcjaz5Sc19xNs1l6D6NYp+tttoq8gt8Fy9ebLovW32fdODAgd73ZSMWYnjttde8lw4vWLCgosl+91eznK9Q7KJnHUuLG9RzfkJJy2qfXrCs+V2/Zy5q9bd+V+g+vp7X0L23LBM344yz6n11n11jRQtHaMv6GQe/5NbqF1X7vTw36cusa1n4PTO33377mX6XderUKRFj1gmufnPmWf4eStRIDvIEXIsvSXCNMXAb8UDtAQcc4GXy683iab4AkjzEEoOikLvW+8ZgIdEyaFSWAV/c6vDFGV2Mz5ToVkXZ07WApijutCNQoPATXEErfI0ZM8ZLXoizalKScRR0g6XW+fOS4OrX3tLEihJV9JBKlKSAWm5Z3aRN0jdJHmivPs/rr79uWjFLKxjFnaTyq7Mm1fTg9957753aNolJ+TGNiCVL40krzOktb1muSvjBBx/Y1KlTvSSa8hV0k7roRUo//elPvYcYsv7c0O9hTXZecMEFmdRVE9xnnXWWNwEaJSm3Eb/Ho7pHfcAjanl53Y94MK89E7lemcVPfjeWtGrqn/70Jy/xs7TV6+F2la83ieuzUnM3ft9l+vzTZ4o+/6Ik4pXqrBsOSsgL+mzTd4BuXulBtCTzdPqeGj58uO/D4Uk+s/Xwid6ges4559ivf/3rdoNB9dUD9XrhQdTt7bff9ur46KOPth1Sj7ebRomnkq7wmTTBNWgFVUGExTtKCtXYUaxWK74K+84IWn2y1BlKnj3ttNNs8803941BdEPyueee85JK/RK0oyZZPPvss94NwPK3z5bqoPlqjTk9VO8XV6sNuvmrl/boxnf1pnEpKyXy1nv75JNPvAdKyz+bdE59Pul3lV6MU2tLMv9FguvPvPizfGt0gqvOHbQSsZIYVL/Bgwf7xpxhn6uldkVJdtK+xE/1vsopv+ACmcWvWTjlKcF12LBhXiyst75Xb3pr+6GHHppFk2uWETR3Wa/zZ/mge1ycKJ/5QQmuOpd+KykuSvL7oVZd63UfW9+Fehjskksu8V5olnaLO98T93x5nkuL8psnbnvL99dL4/T7QL/f1lprrTRFeat05PkF1I2un37zaO5Xz+ikvZeQqmOacDDxaxPQ3TplruKzPNMFPRSf9GVucduqOS69oEyrB5Vvtc6flwTXoLa20vdeWH/nOf4Jq3vY3+sd92f9zEBYe8r/rmusX79+vnPHjfpsKK+Pa3F/HOui7Ut8VrQepT1VAsSXORwSWT5Tpu/eE044wZvHDLsnJ4qgOLaeL9au7gK/F8UEnb/e8xWKETS3GHRPNsnw0Wqtet7B79mCJOVpDkVzn0rQzfL5uSR1mTFjRsX959NPP917niTopc9xzvH44497z7OVJ3sHJa4qQfuoo46qSJLOOsmVBNc4vce+1QKuxZckuMYYw418oDbtF0CSh3FiUBRy13rdGCwkVoaNqnfAV6uqJLhG70g+U6JbFWVP1wKaorjnrB3bm9kLOalT4Se4ghJM9dYrPVikB9rruT300EPem7bKH86v9VZf1SXPCa7lVlrhQhMrm222WWLCej+cVKtiaRJclQykVUE1+eWXrJAY5B8HylYJQZtssknaohIf38hYsjQRq4cE9LBemk03ER9++GFvUnfRokVpivI9Vr8n9ftGCd5ZbFoVS8lds2bNyqK4ijK0IqJWe1EyVa2tkb/HwxoZlqwUdrwrfyceTNRThYyfol5/9Xq4vdQTYUmu2k8PPmmF+R/84Ae2xRZb2Oqrr96uI9WeV1991Xs7aa1VzdMmt+rEqrOSNidMmBA4oEp11mrcnTt39h5ULl1/Sl5Uwp6+x5966imTseK2oE1JXLpBFedh+r///e/eMRdddFFFsUoW69+/f6ILwe+goAf9SvtuvfXW3vdM165dY58zaYKrTvTee+95bxNWe/02xeN622vPnj3tm9/8pikhWN8Dv/nNbyLFV1G+M8JWjlS9ND70nambhaqHjtEqylpBtvqNwqV2KLFPLzjRQ9phm2IT3QQ88cQTA19kIYu+fft6yb96OcX//u//egnXSqwNGpdZXEdhdS//+4oVK7zrTUlA1VtpJSz5adMN9upk8CTzXyS45iPBNezzVteDvhuUyKE3YkcZv+VjKEqyk/YnfopzxbJvTgQKGb9mYZunBFclszXz5XiKFzW3JpPyrU+fPt7LLfTAV9ZbvR90r1XfKJ/5tRJcFf/oZRuK3bLc6nEfWzGlVpa79NJLM3kpXnl71f6rrrrKW7Uji82FubRGzSEneVlSdR80ck61+txR7s83q376jaBrLe3cbxZjvlFlEL82SjrWeYjPYnHlY+dmP5gftPJVrVUi857gWurZVvjeCxrFLsQ/aa/ARsb9WTwzELW9Qb+hSseHPYcR9TxR93Mp7o/apiLvR3xW5N5tWtuIL5tGn+8TK4adNm2a96LdLF7IX95aza9dc8011qtXr9AkSL8EU5WV9MXIcdT1HTl69Gi7+eabKw4LerF3o+Yr1CdK1kwzP6HnDKZPn24nnXRS5v2rWEYLYxx//PGxnkuI0zelfXXvV89IaIXh6k1JqLpnX9r0nMg222wTehotGKEXM2+wwQbt9lUMrpVb1bbqlYwvvvhi7zk/v2cx/FZ7Vf/pOtBLeNMmA5PgGtqt7FBDwLX4kgTXGMM56gN9MYqsuau+ACZOnOi9ASDu6jtJHsbJqt6ullOPG4OuWjSy3o0K+PzaFOUGWiMt8nwuPlPy3Dv1qZtrAU19FFq+1HPNTE9Cn2dm/7ecU3NYCp/gKlYlWGi1oeotzeo3Ubor6UNqriS4ykAPM+tBLa3qluQN7I16OMmvv5ImuCpZWZNJmlyJsilZovT2PE1yLV26NFLShm4sa1VPJU6knYyJUs/qfZoRSyoRQquufve7301SZe8NhFrFTCutRVlRV8Yaw6VNSU7Vk2h+FdFE2dVXX+1NyiUZ96UywxJ/EiFUHaSEmV/+8pem5KagrdG/x2u1K0qyUhYuzS6DeDBRDxQ2fgq6sVRSatRLOZTApO9lrawS5UZb+feb6hrnM1QPeiuZIE6yqN+o0Y0xvRzh2muvTTSooh6kB3G1QmWUVbGry5w7d267RL8s33Cq8wUl0pbqkmYF4DQJrqVxocTO++67Lyp3u/10Dey6665egkD5FvU7I0qSa5zKKXb4xS9+YVrBNWqMpht2SvzW9ZXFy1EaeXOz3Cbod1W1n1+cnWT+iwTXfCS4qn+z+LxV7D1mzBgvXi9/EU2UZCfVgfgpzicV++ZEoLDxa1rfvCW4Bj1sFfXzKY3HO++8Y3oYfP78+RXF6CUpWuU9izfiV9evkQ+6V587immtBFeVpxjstttus4033jgNfcWxWd/HVrynl5kp/gvbql8Uojkarf4QNq+l71V9p+6xxx5hp6j5d1fm0ho9hzxixAjvN6Dfw3hh4M2YUy3VKcr9+WbWb9CgQd6catK53zD7vP2d+DVvPeLVh/gsl90SXim/lwnrKH2H635Q1PmZ8DO138NvLiTsZXKuJLiWWlvk7z2/Pncl/kkyXsuPaXTcn/aZgajtDXvZo8rR/JNiubjPBEetQ2k/l+L+uG0r6v7EZ0Xt2aa2i/iyqfz5PLnus2tuL8r9a93v08v111hjDa8xeoGo7p+E3auPmtwXNPeol+5qfm299darG2LcF8U0cr4izfyE7vlqQRUlaYbN36XBrZXwmabc8mPr8axY0PxvrXvlegZT99CDYrcgc10/ejHzEUcckeq5ExJcsxpRrVmOa/ElCa4xxmk9PiSjnF4rLum/OA+oJXkYJ0pdirxP1jcGi2yVZdsaGfBV1zvKDbQs2+pyWXymuNx7yeruWkCTrJUcFSLwz2b2upmt/Y8E12YmurZEgmvQjY40D/tHGeW6qTFs2DB78sknK3YPexOaSwmualiaB+wb/XBSeUckSXDVJKJWrrrhhhsCh4BWixs5cqSXzPK9733PdxKltDKYVp3QxFfQ5KRuBiqZQ6sA1/MGvV9jmhVL6sFOPeikVfbibPpNqZuV556rewj+mzzVN/IMWn1Qb6jTg4RKSFISfFASSppxr9qFJQloHGlSde+99/bquvbaa1eslqh6aoVqTW6rrrXGUVjicLN+j/v1UtRkpThjI4/7Eg8m6pXCxk9BN5ZKSvV8uL26J3RzYOHChXbyySebvgey3rQKtlaoUnJsVt9r+jzVDR6tYFSPm0hJ5g7L3fziwXrcNAx60E91SbMCcNoEV50/zo3c6jGnxFa9/ELfzXozbPkW5ztDCdxaxVbjL8rLLILGftqV3NUOXdO//vWvE19eWuX15z//ue2yyy6ZXUdRKxP15Rx+84JJ5r9IcM1PgqvGiGJG/ZZVzB3381bX8uTJk737MHqbMgmuUa869nNcoLDxa9p+yVuCq9oT9NKZWitzpXXQ8X4vQ9GqrXPmzLEePXpkcYp2ZTT6QffyCmSR4KryFKMrrkv7wpxS3bK8j71kyRI76qijbMGCBb79pwcQhw4dagMHDvR+F2m+p3rTC/LeffddL2bUGPzDH/7gW1baJFeX5tKaMYeslXKnTJliXbp0iXUtNmtOVZWMcn8+qH49e/aMPR9bgon6AK721+otiidLD+/GwnVsZ+b/ctlhxGe57JbwSuleiO7tVL88op6r3qtWn3zyifcCZd3LK9/CkudcS3BV24r6vVc9ulyKf8KvjNp7NCPuT3vvNEqbq3+76ZyKK95///22w8OS0KOcJ2wfl+L+sLa00t+Jz1qptxvWVuLLhlG7caKw+2j63tK9Rr0IWr/DNU9U/dmk+/W6t/rggw96q5/+9re/DZxjClvBUmUpAVArY5ZvjVjxXOdV0mL5VuvF3o2eT0n6gmu/1URLbSz1r/pY93HVv3r2rdTH6o/ly5fb22+/bY8++qj3nNfvfvc73/5VWVoUQ/OIWT1X4Rcb6yV9uhef1eY3/6v79Lfccov3QsDq+4t6xk8vNA+bJ9J8qVZFVr8lLSOojSS4ZtX7rVmOa/ElCa4xxmnQA7VRJuHLT6MPME0w6eG2P/7xj95S1voCqPVm/LhvOUjyME4MikLumuWNwUIC1alRQQFfvVerq1NzClssnymF7drAhrkW0LReDzWsxcrAOqfsbFrJtRmJri2R4Ko3serHsB6oLd/qfXPD7+G4KOesR4Jr3GROTS5oQuD//b//5yUUaMJMSQFBiZhJJ1aCHk6Kk7DQqKs2LCFRyQYTJ070VpKI84CdEpuUlKO39/k9KK6kTE30aCXXRm5pb8BX11UJmWrfq6++6k066W2AQeNJSRt6QCDqJJ3Gqx62V/Kx36YH/s466yxvpeGwSbHy4zWxqLdzX3DBBb51TTrudY57773X9Fbs6j5Xf+t8Sm6N82Zh3ajWZ5wmif3Gkd54p8/BrFd/8futt99++3mrQHbq1KmRQ9apcxEPJu6uQsZPQSu+S6neD7cH9YS+83TDTC8cSJMMWCpfSftatfTQQw+N9dkWdaRoPvDhhx/2HnQPevg7alml/fS9rs9OvWggzWrdfv1bj34NetCvV69e3vdu+YrlcSyySHDV+dRHmqe95JJLAm/EltdLN/z05lvdcNX/9osZk8SLH3zwgfeiEq12FWcl1SzHsH6bKFlBFnHG6+67724nnXSSd+M7TjwTp7+j7Lt06VLvhnStJF2/WCDJ/BcJrvlKcNX40M33559/3ltVMEqituJl3WzWtbz++ut73ykkuEa50tinQAKFjF+b1T9p5svC6tyMl+MFzVfW+4V8QfFd3HvyYaZJ/x62gqvK1feLEk2UiJHFltV9bNVdyTd+LwsqfSeOHTvW+50XddM4UTx/2mmn+c5N6SUSuu+72WabRS3S28+1ubSsrv+//OUv3ks7ND/59NNPe8ntQQ8SyinspXF+6Hm/P5/1nG+5gZ7TUayo31t6Rsdvy/r6jTXwG7wz838NBo9+OuKz6Fa52bNZD+Y/88wzdvDBB5vu45W2KMkAaT9r+d6rz9BzLf5JqxAU9+f1mYEo7dV9C70sQ/cuStv+++9vu+22m3f/oXwLe+F4lPMF7eNS3J+mnUU8lvisiL2aizYRX+aiG5pfCSW36j6enq3z2/Syf91b2XzzzSM/C6X7q/fff793j8Xvnr3u/2qObKeddgoE8ItptXM9X7IddN+61jnTxtAlgPK5n8cff9ybN3vppZd8ffTcmpKNoz6bpnZpDtWvj5WIqmcL4szRqX91v1vPOPjNJ0Z5WWCakV+PxRCq66zn1+SiXK3qLWpya+k4xfNK+pVX9XNxWuhCz8sleSaCBNc0o4hjXYsvSXCNMWazSnD1O6XK1koFekjY7ws+zUPJMZrY0rtmdWOwpRETND7vN9ASNIlDECiEgGsBTSHQ89mI8re4ldew0YmuLZHgKuCgVa30w1eTD1lvQfFtlIfU0ty4zOpmlZ9HWLJfkkRMVxJca9301O8JTVIquVL/O8mmm/Na6ffEE0+sWM2oVJbeYvfLX/7SlCDdqC2rycOg+r788sumh/oeeOCBdrvUemtf9c6y0wNTSoLxS+w8+uijvcTjDTbYIDFdrbomGfdBk7lJyipvlCxmzJjhjaPq5OEoyfVJgEhwTaJmfhPkLswhJWtstkcVNn4KurGkiXgl2q+zzjrZSkYsTd/9SmBSvFTrod+g4pSIp8SmvfbaqyEJeYq/VF+9ZVSxX5JNSYT6TtGDzFppMIvNr3/r8YCN35tw096czCrBteSoG3Wan9XLUx555BEv7iklmmoFK930UnKkEou/853vtPFnleBaKrC0YrvejvvUU095ddCD2KVNddELMpQg3Lt3b2819TgvMIkybmShZFHVQf/Jxa8Oun606u8mm2ySKtk6Sp2i7qNEC90UVrKF+rC83irD74ZrksRGElzzl+Bafi2/+eabNm/ePG/8agyU7r0oplU8r6SjAw88sOJa9hsHUV+Ownxa1CuU/XImUNj4tRnOaebLwuob9NIZrdyoh8S6desWVkTsvwclctZ71dgiJLgKWy+Y00NoG2+8cWz76gOyuI+th+21CoFeplK9KTbSihqKLaM+MFddhmLWH/3oR77zhnrIUXNfUV+U5uJcWr2uf8Xkzz33nLcicNDLO+Ku6JH3+/P1nvPV2A17AFcv9tPv9mbNdaT+0IhYAPFrRKjG70Z81njzTM64ePFi78WgWjWxfFNSm77Ls365p74v9f2qubXyLcqqsWk/a/ney2TIVBTiYvyTVsG1ZwaitHfhwoXeXFN50rk+A/TZoBeqaa61tEW5VqOcs3ofl+L+JO0r+jHEZ0Xv4aa1j/iyafT5ObGeKVMCX3XsqBrqnsmll17qvZA/6UuV9R2nlzz4PV8V9hvb7wURqpfuPyru3GijjTKHVDzcr1+/ime4wl4UkzaGDmqE2i9/zf1Ub3HjBb+FTlRm3Lmj6nrUSo5Oe6+/VueWVpTV+C1tmie/6KKLTAtTlLZ77rnH9AxFlE1jXH2t++r/9V//5b20T8eXb/q7FqnQM4NR5zNLx9dKctW9feWK6aXrca41Elyj9Cz7BAm4Fl+68HBibhIa6pngWhpQtR5K1o0lPRTdyAfGW+lSz+LGYCt5ZdXWvN9Ay6qdlIOAawKuBTSu+TpW3+q3uJVXv1GJrrmJB+vddx9++KG3WqIewC3fBg4caHpwbO211860CkE3WvXiFf2QrrWluXFZz5tVqnNYIqbekirPqMmEriS4apJQY6U6gVKTLkomOeKIIzJJelByhZIT77vvvnZDJGxSMtMBbOa9HU5vvK3ekqyWFlS3N954w5T0rQSX6i3qA50vvviiDRkypN1DDSov7tveahkqYVRJzH4PKsZdLSNoMlcJZHqrX9KHHUvXqFZyPfnkk9s1px7JVCS4JrvyiAeTuf3jKOKnVHzJDtb3v26sKFFT3wOlpMTyF8kpIVA3wPSGWD24rRVQm/Wwquqrz2098PLss896q2S+++673go95ZtucuimouYF9Z2nuiuGiXPDI4qo343DuDfMopyHfRBAAIG8C/j9xtBvSCUohX1nED/lvXepXw0B4teMhkea+bIoVfD7ra7jrrjiCi9xMetNL7IZNWpURbFxXviVtD5FSXBV+/W2fj2clvZFJGnvY+v3R9BcjPpUc1zbbLNN0i5rO+6xxx7z5iBLL4gp/SHsAcHqE7s4l1bv67/WahLyi7OiR97vzzdizrc05mqNWa1AoznVIm/Er7nuXeKzXHePf+WCnivUPKRewJVkpZ5aDEqg0ypb8+fPr9gtyn2WtJ+1fO9lP0BdjH/SKrj2zEBYe4NWcp4+fbrpRZvVK7uqvCjPZYSdt/zvrsX9cdrWKvsSn7VKTzelncSXTWHPz0nvvfde75nE6mfKFKP+4he/8F7UluY5ILVUL3o56qijbMGCBe0aHvZ8VdCzeap3//79M4UMepFg2Iu908bQtRqhe/Xjx4+3a6+9tt1uUeOFoN8jemm2XuL13e9+N5Xj66+/bocddli7lVwbMV9cXvFPPvnEm7PWSx+1Jfm9VevFZ1k8Z6nyFQNqMZLqxR9UZ/2O05xx1NV0SXBNNXRb/mDX4ksSXGMM2UYkuIZ9wcd9u2mM5rX8rmlvDLY8YEKAvN9AS9gsDkPAeQHXAhrnwfPdgKC3uJXXut6Jri2T4Bp002PDDTe0OXPmWI8ePTIdLZq80Opf5VvURIY0Ny7rfbOq1J6gh1P0d73Fa8yYMZEm51xIcH3rrbe8icjqJExNumSRkFg98GpNSl5//fXeRFLaic8og72ek4fl5w9KHpa5VreotSquVhbUhNWtt97arkl6O6J+46V9yLG8YCV3acVnTfJWb3EeqvRbYS9sMjdKn5X2ef/99+2YY46xuXPnVhxWj4R+Elzj9Mz/7Us8mMztH0cRP6Xi4+BmCVTf2Iz7EHqz6s15EUAAgSwFHnzwQW9l1/JN8bXi4zXWWKPmqYifsuwJymqwAPFrRuBp5suiVOHjjz+2kSNHtnujfJa/10v10MNuesGZkubKt3q+kb90niIluCqm1sNW1d8tUfq7fJ+097GDVuPVQ4y33HKL7bnnnnGr5Lt/rQfq9QK5KVOmWMeOHWuey9W5tHpf/0Kr9bBjnJfb5f3+fKPmfGVaa8xeeOGFphXXirwRv+a6d4nPct09wZULWjEp6kPpcZrt9/tVi2bMmjXLunbtWrOotJ+1fO/F6anwfV2Nf8JbVnsP154ZCGuvX9J5+TXp9wKhqDFy2LlLf3cp7o/aplbbj/is1Xq8oe0lvmwod75OFvR8Tj2eKQtKpA17HvG1117zXrZfnRyrZ/smTZoUexXNWj3w9ttv2/Dhw+3RR/XI6/9tYUm4aWPosFER9D2uFxvq+bLVV1+9ZhF64dywYcPsySefrNgvy98ijUxEDmqsXgyjZ8u0arC2qPfwSuV98MEH3pi67LLLwrok9d91jeneoq7B6m3dddf1FrE4+uijrVOnTjXPRYJr6q5o6QJciy9JcI0xXBuV4KoqBT2MX6/khhgMhd017Y3BwsLUuWF5v4FW5+ZTPAK5FXAtoMktZHEqVustbuWtrFeia8skuAozaFXVKG/bjTPkgh6IU0x05plnhiYnprlx2aibVXo45c477/SSeKvfQBfn7WF5T3Ct9RCO+lOTIVkmUJbGWdBvljgPU8UZs3771nvysHTOoOule/fu3hvXOnfuHNiUoMlbJXfqIfmwh/qSGAUlIOuhRT1UqdX/am0rVqzwxo3qV76dc845pv+ySl72S7LfdtttbebMmbbVVlslabrvMSS4JqMkHkzmVnYU8VNqQgpotIDf9109bho2ul2cDwEEiiugm/1jx471VlbVKt16gHeTTTbxVqBLutK134teoiY3ED8Vd6y1SMuIXzPo6DTzZVFP7/dQdD3uHz/zzDN28MEHmx7SLm16IKcRKxq6muCqFQw0D1Q9D6kVMJQovPHGG0ft5nb7pbmPHbQqhU5SjxfVBT00GXWcujiXJstGXP86T62X20W9h5D3+/ONmvMtXWhBD5DqJY5XXfX/2XsX8C2K8n18/mogWvDFc1ZKiYAaeDbEAyiKKCqekKNgiYog4iFN8UCaIGmCgicUE8EQEEXxjJCoROIRD6XfzK9aeUrToPRXZva/7qn9tO++M7uzM7v77ux7z3VxWZ93duaZ+5ndffaZ536eq8UGG2xgfe+W/ULar2XXkKB9VnoV1Quoq6qatY/t73//u6zwhArt4WYa3O36rOV7L9vN6av944qCbzEDSetVkc7DyZJVcSDbbrutPLvt1q1b0vCJv/tm9ycuqEk70D5rUsUXt2zal8VhXaqZVP5ECJgmSb7pgnRcG1wfR7TUvcfSxPeZyqhKSrPjjjuK+fPni86dO2uHcbWhk+TT2fj9+vWTvkWchcW1Z599Vhx22GE1/tysY7B05OCs48ni1gk9DRo0qKULCn/gOyipoarqz3/+c7nvn3766bru2AMgziLBY1btoIMOEhdccIGAbxfFNVQNRFeQmEePHi3wv1WNBNesNNKc4/hmX5LgmmKfFklwjQtSLyIzbgpYKtPV5WCwMiA0YCFlP0BrACSckgiUAgHfDJpSgFZtIUyyuIURyJro2lQEV53N2bdvX+ms2GSTTTLZbaogNdMgIwjgcnBZ1GEV5ITzB4RdBPdEW1LmtaB/2QmuusPyLILn4jbb559/LjPEqRw7aSrkumzovJ2HYdkuu+wy6eSKthUrVgiQelUNVRVOPfVUMWvWrJqfka0XxNgsDitV8+J7EvsWh6bRhoqxEyfG5NYSAAAgAElEQVROjM1uqHsOXXLJJZk68lTOVcgbh6nNfiHB1QY1oSIy++BDsltsPlfRfsoHV46aMwLRYCrTqg85i8XhiQARIAJKBFRkhB49eoi5c+cKJHdJ23SEHDwbDz/88MTh6E9LhIgdyo0A7dcM9OPiLzOdXkfEMk1aZzIP/Aog/MOHEG55VIpVyeMrwRVBSosXL5ZVSm38MXG6cTnH1iVUzFOfuup1SfvUV18adFfE/R/skWeeeUYG3KEyR7glVUMJ+pb9fL5Iny8w0VWsRhAi9JpURcPkuVrWPrRfy6qZFrlon5VeRfUCwo7CGUz07MwkYD7NcnUVrkyrM7k+a/neS6Ot+L4+2z+uKPgWMxC3Xh0hZcqUKZKwgKY7fzVNUpKEt092f9Jamvl32mfNrP1C1k77shCYyzWJLqYsD+JosHJVTCJ+S0rGAhv14IMPrksed9ttt8mKq1k03TvbJCGNqw1tIr8qCaupf0IlX9bfIbqCCUm6NVm7SR8QofGthRg+NMS63nvvvQIFKuLa73//e0k0nT17trIb/KTA/g9/+IPYe++9TUQx6hPoDtV3EWM5ffr0uv2NgUBuRVVZXZEMElyN4GYnDQK+2Zc+BCeWhtBQJMEV+6sRRkUz39kuB4PNjJvr2st+gOa6Pl5PBHxFwDeDxlecPZPbNItbeFlZEV1LYw8WpTNVABAqJCxatEj07t3bWQxd1rPjjz9eBmCZVJR0Obgs8rAKYLke5pSd4KoLGDMl8LpsKN0BumkwlcvcuLYI52Ego80+0Dlti0hapKs6a0JU0n374gAWDjc43rJoCMIbMmSIQJa8tm3bymoIu+yyi6wQgyyCWTUSXO2QpD1oh1vkKtpPmcDIQYpEAO8PHEDdcccdLdMW8d4qco2ciwgQgeoggGcWkrrcf//9NYsyDegNX4QgZHxDnXTSSTVjpQnyoP1Unb3VxCuh/eqofBd/menUuiCsLH0xujPqInxNwMFXgisSdm222Wby3bRq1aoalcK3i+SF/fv3N1V1TT+Xc+wZM2aIUaNG1c1r8740FV61h4ABSJkIFmvXrp1yKF99aVhMEfd/AFpcdS4TvZb9fL5Iny8w1flCTQNITe+LMvaj/VpGrdTJRPvMCzXVCql7n2VpS6mqcKWxB12ftXzvZbcxfbZ/XFHwLWYgbr2qRESq6qyqc/00926cDD7Z/a57p8rX0z6rsnZLszbal6VRRTGCqCqMY+asEiyoVqFL4HHooYdKgl+HDh2Ui9fFOaWJZ0xCVRVDaBqT6WpDJ8mm8y+Z+idU8pkSQE1kC/rAt3f11VcL2DrrrLOO6Nixo9hjjz3EscceK9q0aZNmqNR9P/zwQ+l7feihh+S1QcEYVLd96aWXxJ///Gf59/XXX1/svPPOLcUf3n//fRkDgYS24Qbdn3322eLMM8+U8bIo1KAqfpFa0P9csNVWW0niKuRDbNyDDz4ok0rCdgwaimqAxK27L9CPBFdbDfA6IOCbfUmCa4p9WzTBFaLpPjyTMoarPpptsjDgYYqsBUuXLpVVdF599VXx5JNPtqCGUuzIhI7MB7169RK77757Ygl0FeTRQzmVrGvXrhUPP/yweOCBB8QLL7wgnn/+eTkU5t9hhx1Ez549BYyfTp06ifXWWy+FZv/d1eVgUDUZDC2UMEcGVfwXwduBzEF/vDwh/5577imrPiGY2/TlrnJW2ug4KrsuK3NexmyZD9BUjjRV1SpkJIHDEXsT98nq1atbMmx0795d6vWQQw4R++yzjwzcz6rhmYQDcmSExn2J++Kjjz6Sw2NeGIzIKoIgrPC+Uj0fkqpx2TxTyo4fcMKHFO7P5cuXy//i4yXIdrzRRhsJ3FPAsk+fPnU4ZqXHso7jm0FTVhwrJlfaLG7h5bsSXZuO4KoLIsuKXKAb3yT4JVCsy8Fl0YdV0exdwRpMnTg2xMai7n/dN0qaIGwXWXXBVKbOP5e5cW0RzsO4PY/fdNVGdVm601RKdsVH9c2AMU2CKFTfR7BnUQ3r61//uqtohV5Pgqsd3LQH7XCLXEX7KRMYOUjRCMDPgMBzVLFBy8LfVPQaOB8RIALNgYDuW69fv37ihhtuMLZbYbvjMPyUU06pq4SGg+yLL77Y6MyB9lNz7LuKr5L2q6OCXfxlaaZetmyZPP8J7DVcm6UvRjV+Ub4mrMVngivOe+fNmycTJoT1g3WZBCvp9oHtOfaaNWvEyJEjxcKFC2uGdql4brJX8Y6eNGmSeP311+X5KObbZpttYpOm+e5LK+r+D/B/8cUX5Xfba6+9VqMSkwR1ZT6fL9rni/lIcK3ZQj7EkJk8hqrUh/aZh9rUBfRnFZivGz9NXJfr+Rrfe9lsTN/tH1cUfIsZiFuv6kxWdc+/8847sgId4tTCLU2chkoOn+x+131T9evpX6y6hkuxPtqXpVBDMULoqm2axsu5SDlr1iwZUx/4hbbffnsjfoTqnWqSyN9UVtX48LPi7yAhxjVXG9pERlQYHTFiRE1XnHkhcV6SfKo4fwx03XXXyeR3ineMiUil6gMC6mGHHSaLCKKdd955kv+DvQ6fGHhXaCpScJTkCg4UvqFQNRhE3aLaBx98IOeFXsBTuPXWWyUHKq6R4FqUdqo5j2/2pQ/OydIQGhpBcNUdTAQP5HXXXVd5J9mQ0cIDIfsvSK0//vGPxRNPPGF8t+LwFC96ZDLo1q2b8cswjuAKWfARDwJeOGOBTigYQxdddJHYf//9U71wbA8Gw3KAELxy5Uoxbdo0GRATPbhMAhJkVxx4nnjiiWLTTTeN7a6rlmUSrB43sIrwkqVxGJ27zAdoSQRN7E1kVkOpe2T+SGowRGAknn766Yn6jRsLzmoY/8hkY3JPoPoVnhlHHXWUzEZSFoJro/ADtjAQr7rqKhnoFpCCk/SX5v5MGsuH330zaHzAtCIy2mRxCy/dluhaGnuwKD3qSINIKIIDwy233NJJlMWLF9dVC0gbpOZycFn0YRXA0mWkw7sAGbriWpkJrjrnVNL3gtMGilzcyMzCRTgPg+Wm3QfRrHHBOMgkd+2118rA07yb7pvBJIhC9ZyAvKjgimxyNkmF8l6vbnwSXO2Qpz1oh5viKtpPmUHJgYpCAN/r559/vjxYCRqC08855xyh80UWJRvnIQJEgAhEEVCRsNAHyTgnTpwo9ttvv1jbFd+n8Kmjb9Sfj+/kW265RcA/btJoP5mgxD4eIED71UFJLv6yNNPqktdl4Q/SBb6ddtppMts8zpnybr4TXFX2dIAZfCp456TF0fYc24UEmbeeo+P77ksr6v4PcIPdMmbMGBngGG4mZwhlPp/HWor0+WI+nBsPGTJExseEGwjEsBN1FYeLvkfymI/2ax6o5jIm7bNcYM13UFXgvKqao40U0aBujJE2uarrs5bvPRvN1V/ju/3jioJvMQO69eqqzaESF8is4aaLAzE5u43D2ye733XfVP162mdV13Bp1kf7sjSqyFcQXWKFMn/vqiqsAiWT+L4kNHUJIUwTxbja0Eny6ZK6mvp8detLe9aVJGcjf48WDgwKBkY5Xrqqt6+88ooYPHiwLOwHH+0WW2zRkOUg0Q2K5r388svSXkyKwSDBtSFqqsykvtmXJLim2HqNILjqXjZJ2RhcCK5w4J977rnipz/9aQp0arsiWHvs2LFyHJPAbR3BFSRPVCpDloK07Xvf+16ql4/twWAgFyrdXnDBBQLZM1wbskKAfIcXrC5jhs6QcXV4qAKCXMeMw6PMB2hxBFfcJziEjh4amugelU+uv/56Wbk3bUMV5XHjxsmqrWnb6NGjZaYSyD5w4EBZ8TVoRVdwbRR+n3/+ubjjjjtk1QUTcrAK40ZlbUmrb9f+vhk0ruvl9cYIuGRxC0+SlujadARXgKUjDQYf5sZai3REgBXICUjIEW5pq8O6HFw24rAKFboRpIJkJOGG9yMcVeuvv74W0rTERlvd2FynIyG67pM0sugOX5O+WdLMoeubt/MwmBeOJdgP+BduccEIqgADXDtlyhSZNa6IpvuGhaMO1UQ6duyoFUNHjsUF3//+9+VzJCkpTxFrNJmDBFcTlOr70B60w01xFe2nzKDkQEUiEBzuBL4DVnEtEn3ORQSIQBoEYPPCNr3mmmuUl8GXd/jhh4uddtqpJVnUP/7xD4HAvxUrVgj4w1WJKnGugYAJHHSbZrWm/ZRGc+xbYgRovzoox8VflmZa+CmmTp0qz6nCLYuqnCp/QJbVYU3W6TvBFWt88803xbBhwyRRL9yAJc4W+/fvbwJFSx/bc+z58+eLQYMG1c2lCrZPJVAOnX33pRV1/4ehx3MAicejewznyN27d9dqqczn8xC6KJ9vAJAuYYppAGkOt0NhQ9J+LQxq14lon7ki2IDrdWcsrmdEOjswbVyX67OW771sNpXv9o8rCr7FDOjWq4rriEsuruqflqQelcUnu99131T9etpnVddwadZH+7I0qshXkCeffFL06dOn7gwEfiYkOzY9+8hXytrRdXGNWZByVe/gNAXAXG3oJBxd/bK6bwXMi7P+K664QvTu3TtV8bgkmYv8PRoDF45fMCW4AiMQv2F7FVm11RUnElxdEWzu632zL0lwTbFfG0Fw1ZEYk4LKbAmu0fLbKeBRdgVhANl8N9xww9ihVARXZLMDydaG3BpMhqB6VEdC5cWkZnswiHHhcEKG1FWrViVNY/w7ZE4qO646bMFL995775XZJdI2XVZmVNBF9c88WpkP0HQEV1TZRaU3EEdsG/S7cOFCsdtuuxkP8fjjj8sKv7bETEw0YMAAgfsSVWQbRXBtFH6ofIuKM/jn2hCAACIYyCk+VS9Ls27fDJo0a2NfZwRcs7iFBTAlujYlwRXPrVNPPVVW7Q4312oJKjvR5sDE5eCyEYdVuoz2uoxdYczLTHBFJfnx48fX7JGsMkCbPi103yyoIr9gwQLRpUsX06FS98vbeRgIpCPxxlVE0B0kIsDswAMPTL1W2wui2euCcR577DGx7777aoeFUw9EeNiNqgZ79oQTThBwIoM0UGbHHwmudruH9qAdbpqraD9lCicHKwIBvAdgA6HyeNBgcyDZQ1W/g4vAlXMQASKQDwJZn2tstNFGYvr06ZIQlMbOpf2Uj345akMQoP1qCbuLvyztlLpqBq5neqo1HHnkkQLntu3bt08rplX/KhBcsXCcI8KejiZS2GuvvQQIph06dDDGx+YcW5ewzeUs2Vhgi46++9KKvP8DeB955BEZqBptSQTmMp/PYy1F+Xwx19q1a2XidlUS8yKTSFrcMplcQvs1ExiLGoT2WVFIZzSPrkqjq12lO69KawO6Pmv53stmo/hu/7ii4FvMgGq9uns9LlGGruBN2oTkgTy+2f2u+6bq19M+q7qGS7U+2pelUkc+wuBbd8SIEXWDl/17V8eNuPvuu8Uee+xhBRbel6jYifdtuKWJw3S1oeMER/GmyZMn18mHmH/EfZn6ZXVJ94K5Dz30UHHiiScKxLu1bdvWCstGXRQlAIeT/JgSXBslO+b961//Kn3CsAXR2rVrJxMkfvnLX04UiwTXRIjYIQYB3+xLElxTbOdGEFwhns7AQHZxHICpmg3BVfdyxPgI6ABZdOeddxbf/va3xZe+9CU5LbIYrF69WqBylI50d+ONN4qRI0fGZvqIHsohKB8B8XfddVfN8vbZZx8ZRI1AbLxYoROU57799tvFokWLlJnWkQEXL/fNN988Vts2B4MY8O2335aHk48++mjd+CDBQUeQG6TkgOgL5wbwQjaQ5cuXC1QUU7Ukw+Tjjz+WeGDt4YYqZCDepc2uosr+kUW25zjgy3yApnKkIQvu3/72tzriNe4RYAXjuVWrVnIv4h4FcUDXhg8fLgOlTIxEVE757ne/qyVRI6sKDE/cNyhV//rrr8u577//fvHRRx/ViID7+L333hPvvvtuy9+LquDaKPxAEkPGoauvvlqpjuAZ17NnT7HNNtu0PN+ef/55WfFVd4/igwIZ0qsY3OubQZPidc6u7ghklcUtLEkS0bUpCa4ACIFjsKPCLS7bp4l6VWPaHKa6HFw24rBKd7CTlDgGmJaV4Kr7PjnggAPE3LlzC62uqcMobzJnns7D4H5SEXyC32Bzwx6A/Rdtqu+LIki/UTl0GKEaFZK2xDVTogAIrkiIg4A62JpwwpWpkeBqpw3ag3a4aa6i/ZQpnBysKATwLY2qiEHyOZtkXUXJynmIABEgAvCBIjDBJWEmUNx9993FVVddJfbcc8/U/nXaT9yHFUKA9qulMl38ZWmnzCM5nm5M23PHtGsK+leF4IqKEzibAn7RhrMlBNW1bt3aCCabc2yd7zAuYZuRMDl18t2XVuT9H6jg1VdfFccee6x46aWXarSSdO5b5vN5LKQIny/mQXwM7s9zzz23blfDx444HRDCq9xov3qlXdpnXqnr38LmEZivGtPm7Nj1Wcv3XjYb0nf7xxUF32IGVOtFPNmQIUPEypUrW35GvChiORHLp2tZxoH4Zve77puqX0/7rOoaLtX6aF+WSh35CKOyNYoummCzMsS2I75+6dKlNZe7+Ch1Y6ZJFONqQ+uwAN8AhZsQfxZuJoXSomMixg2cmlGjRik5NUF/2CuwVfr27StQHOTrX/966ePgwVUCJyho4bi3tATX1157rY6jZLpX4c9FgtwtttjC9BLZL2r7mhRlCSbQ2XupBGhAZ8QlTp06VbRp06YBs3PKAAHf7EsSXFPs3UYRXHWZN+fNmycGDhyoXIENwfWZZ56R1XfCRC68wM4++2wxbty4WBIeDuhAArvgggvqiGAmzn+VERV9SV966aWy+qTqoA8vZBDRkP0KQfTRhvFxMBFHQrM5GMShx4QJE5QVIVGlEoeWW221Vewuw76CgYT1RUnCSQ4PXTl5G5IKhFQ5IG2zg5neWmU+QNM50sJrQ8AT7hGQS1UvYBjFU6ZMET/5yU/qIEnSb3ABiMx4yeMeizbMi+opIBKoCM2YH6ROBHZFM0SHx0o66LR5ppQFv7jqY/gA+P73vy/Jw7pK03i+4R4FRqp7dM6cOTVGs+neL3s/3wyasuNZQfmyzOIWhkdHdG1agqsq+QQAS8rArttzuiqmM2fOlEkz0jSXg8tGHFZhbapKlngfw37s3r27dvllJbjqcAQpGu//DTbYII1KnfrqbLpbb71VOh3zank5D8PyPvvss2LMmDF1iUbibLkykY9VdhzWh+8Y/EtKipOUaEWlW9imIATAGbfbbrtJp16ayldZ7xcSXO0QpT1oh1vMVbSfMoeUAxaBQPQ9kCZZVxHycQ4iQASIQBiBL774QgYUwh8bTQqZhBSS0YBshDMSnZ8waQzaT0kI8XfPEKD9aqEwF3+ZxXQyCOfoo4+uudQkmZturhdffFE+BxHgE7TttttOnk/tsMMONiJaXVMVgisWr6uaAL9SmvMlm3NsHY7QMfzBZUpQVgVfWtH3P/YXkpEPHTpUJtQOt9GjR0vi5vrrr6+8B8t8Pg+Bi/D5xp3hQwbcn8A2yXdq9ZAr0UW0X0ukDDNRaJ+Z4VSaXrqiBXivI54s7TMGxRQQw3XZZZfVrNEmrsv1Wcv3nvs2q4L944qCbzEDqvWqvslM4jZ157c2cRs+2f2ue6YZrqd91gxaLtUaaV+WSh3ZCqOzNfIuepXFKnTcCJAx8b2+ySabpJ5GxcUx4beEJ3K1oYOxPvvsMxnPD7/hAw88IAugRIswwXcIAufgwYNTfzfEJfTSARcU+QLpFUXdtt9++1KREqPfQkhIdu+994pdd91VLiktwVWnS5ONZet/J8HVBF32yQMB3+xLElxT7IJGEVxtDhhsyGhgyKO6YriZEEOD/jAokCkOgW7hypD4PamcfRzBFS+C66+/XgZIJzVdhSGTChM2B4O/+tWvJOkWwX7hBhxBWE2TceC5556TpcajYyU5NlUywLB58MEHtRV+VTiqsjLbjJOko+jvLkZC2rmC/qbGRRJB88QTT5TZlTfddNNYUWAsgmAKoni0gZQNHaPqqqrhvoLzCoTpaBs/frzAv6SAKwR2gRA/duzYumquwZiNILgWgR/WpyLv4++orgyik2lQBj4gQG5BVdxw22+//eRH09e+9jXbLVnK63wzaEoJYrWFyiOLWxixKNG1aQmuuoPK448/XlxzzTWJ74DoNkT1+COOOKLGVrPJ6otxXQ4uG3VYZUtU1V2X521ukqVLlREWMiUFMOUht221AFdZsnIequSIS3KB/vgOgC3Rvn37usvXrFkjqy8vXLiw5rd+/fpJu0F1jSsWuus/+OADmTk4mtkwTZY07DVUq01LEghkQoVXOEEPOeQQAWd5keuHDCS42u0u2oN2uMVcRfspc0g5YFEIPPbYY2LEiBHyYA2+ohtvvFFmJWUjAkSACJQVAfhUcVYAsscTTzwhfe4vvPBCjW8USY46dOggUMUO/7bZZhvn7NS0n8q6IyiXJQK0Xy2Ac/GXWUynJbfZBEXrAsdOO+00cfnllxtXGrVZR/SapPO5LOZQjWGaVFAXjL5ixQrl2SzOyY877ri6RLQ4p8KceB8lNZtzbB35MY1PKEmurH6vgi+t6Psf2NuSwct8Po91Ze3zxfNt7dq10hZcvXq19HHivBf/X9XgX8dzL+kMPqv938hxaL82En2ruWmfWcHW2ItUyXfTBtIHK1AlRkZg99133y322GOPVAt1fdbyvRcPt0lcWhXsn1SbTtHZt5iB6BJUsZboY1JdDufQ55xzjpg2bVrNsCbk2KgcPtn9rnumGa6nfdYMWi7VGmlflkod2QqjK4JhEo+WrSR2o6kS8ZkWlYrOqHvvmryzw2MV5U8B5+WKK66QiQ1tiwmAtwCbHXwWnf8jTjPAGr5L7Jc+ffqITp06OZ+h2e2Ef18VtXeiZOdGE1yR3Ai23e9+9zspL77PkNQonHyOBFeXHcBrXRDwzb4kwTWFthtFcEXFoMMOO6yONIpy5CDHqVpagqtqbTZl6HVGQFJ1IB3B1aa8ui4TLrKvg4yoqgALDG0OBlWkYFuyGwgsqMQJOcIt6ZBRty/TZuhTGYM2TpMUt5TsWpTBF5bLxJGI/nEH6GkrluDQDATT2bNn10CURHIAWRxzRQkJaQ/WcHB3++23i1GjRikruRZNcC0KP90zCWSuW265RSDzeJr229/+VoBUhn0bbldddZVAkEfaDJtp5i66b5XWUjR2nC9TBAKi66PhUfFMa6aGBCJ4J4crcdtUTtAFqYG0NnnyZNGqVatUsLocXDbqsGrx4sXKqttIBDFw4EDt+stKcNUF0yW911Mp2rCza5VQw2nqurkewIcHRIY8HCa//vrr4vHHH5cBhi+99JJSNHynYF/AmadqtsFltjjEXZdVpV8c0oLQhEQ+Ns7PsIyHHnqorIAAwmvbtm3zWHbNmCS42kFMe9AOtxJcRfupBEqgCESACBABItCcCNB+ak69c9XOCFTKfnXxl9kgqTtbtEmOp6swlpTE2EbupGuqRnDFWRUCmhA0F21J59dBf5tz7Eb565L0W1VfWtH3P3C0JcaU+Xwe62qEfMG+RFLD6dOni80339xmK3t3De1X71RWlMCVss+KAk03j65oAcj2SAyapqkqRdpWZnc9X+N7L15zJnFpVTxLTLOf0de3mIHo+lSxlmniOFSV5GyIOz7Z/Wn3SDP2p33WjFpvijXTvmyAmrOKFWqA6HJKXSKJtNwIjKVLFBOuAGqyziL8FYitB5fEJCFeksyIFX3++ecFODz33XdfUvfY3xEnhyJuSIKN6q62xFtbIaLxs9HicY0muEbvNxX3hwRXW+3zOlcESHB1RbD++tJU7GoUwdUmcD0twVVlyHTt2lUsWLBAdOnSJZVW8fH9gx/8QKBKD8bAh/s3v/lN+b91VSp1BNc0FWTDQqqceknOo7QHg7rsJjZZkQPZVaQLE2ekar3IOg+H4pZbbpmoPx3hBeXt8ZLNsxVh8EXlT9oLQX+dgW+bAVHl4N11111lddWOHTsqYdbtZZBV05Izdc8wTJxEhEn7TIlzRBaJn+6wwKXajCrTtm2GzTzvLdex6TBzRZDX54lAsxFcdcFlad/TqqQJNgckgW5dDi4bdVilszuSqjOQ4Jp8R2dRJTR5lvoejbAlIQUy+CPLne77pkyH0p9++qkYN26cwHdKuNlmZcTaYIvCntIRgE11CQcoZDvppJNyrYhAgqupRmr70R60w62sVzWb/VRWPVAuIkAEiAARqDYCtJ+qrV+urlgEfLVfXfxltgg/9dRT4ogjjqhJlGyTxFiVZK9RZx9VI7hCt7oEzfDPzpkzR5mUL7wn0p5j41qbGAPbfeh6XRV8aY24/3Vnv0l+v0b4VE3P57GXGiEf5v3+978vE8xvtNFGrlvam+tpv3qjqlII6qt91mjwdEnZ8bzB+113zhSVWxfgbxuj5iPBtWrvvSrYP673l28xA+H16mIt0yQb0hW9SEvc8cnud90zzXA97bNm0DLXGCBA+zLfvVAmW8N2pa7ciGDem2++WYwcObJGjDTv7ODCIvwVSIID3gYKB7Rp08YWuprrvvjiC7Fq1SqBWFMk2gkXWbGZAIVaLrjgArHzzjsXUhRKleRxyZIl4sADD2wR35XgumLFCm2RC0wS9vupfFx5E1yBAWL0/vznP9uoTHnN3LlzxU033VTz23XXXZeamxIM8Pbbb0ty9muvvdYyZlKRv8wWw4FiESDBNfsNQoLr//6vrCj1wgsv1KAbR0hLS0bTkTURtIyXet4fTqpDuTQZraLbTucAiCMvpD0YhBMSmS1AoEN2j9WrV8vMYjNmzBDdunWzuhNUxk/SARQmipZeDyY3zaqsIs644J9m8UUYfFF5TA/QdAb+cccdJ6699lqBQ+c0TZW5LU4WnaM7rSMrLKMq0AG/F0lwLQo/rEtVZdm1MvGHH34osIaHHnqoBd4hxY8AACAASURBVFoXgliaPVRk37yf+0WuhXNVD4FmdHDBvkAV7nAzSYIR7q8KUnN5JroE7Ph2WFVWguuTTz4p+vTpU+d4Snqv5/FUaJRjtBG25KRJkyS5tXXr1looUfUdWeueffbZmj6NcNzYHvgn7ZPPP/9c/OY3v5FZ/uBUhjPUtqES7lVXXSWQ/CUPG4QEVzvN5KELO0l4VRYINKP9lAVuHIMIEAEiQASIQBoEaD+lQYt9iUA8Ar7ary7+Mts9oTvjnTJlijjjjDOMhtVVgkXFUYxR9POtigRXKEKVQBV/h18EZ9hxlRnSnmNjXJ8C3avgS2vE/W/r92uET9X0fB57t2j5cE4Cf2+PHj0Kr0Bi9JDOsVPRz/ccl8KhC0DAV/usAGgSp1BVacQzBwHFSARq0lTJ3b/zne/IhKQoOpG2keCaFrF0/U3ee1Wwf9KhUt/bt5iB8Ap0sal33nmnOOqoo4yg0ZFk097bPtn9RsA0eSfaZ02+AZps+bQv81V4o+K4slyVKzcCsugSxaR5ZwdrKtJfsfvuuwvEp+2///6Z+irAF1m5cqWYP3++uP/++8VHH31kpTLEzJ999tnSn7LhhhtajWF6UdTuUn1LVZ3gaopVmn4qf3MS0TdufJVN2og4yTQYNEtfElyz13TTE1xfffVVceyxx9ZVx8mS4IqDS5DmLrvsshoNwpF26aWXigEDBsQGcLuqXfWQPO2002RlpLjAcd28MHwnTpwo1xRuOISdPHmyaNWqVd2lNgeDruuOXm9LcNUdPJtiqCK8mF7rikGRBl8gq4kjEX11Bn6aoIAwPmmJ52+99ZYYMmSINCaDBqPwwQcfjM0UEqcTXaBDEhEmrexlwC+LoA4VlrrnJT4mkGWzKo0Os6po0vt1PCaE+KEQ4tHwSprRwaU6tExTEVuXNCFtFdiwHlwCdhp1WPX444+Lnj171t0YvlZwJcG12GCnzp07iwkTJshvo/XWWy/2AduMh9Jwgj799NNi+fLlMhEIkgGlafj2hJ2NgLKs7RASXNNo4r99s9aDnRS8ygIB2k8WoPESIkAEiAARIAJZIED7KQsUOUYTIlAp+9XFX+aie1UVgjSJ7ZDId/DgwTXJq2yqwLqsIXxtVQmu8NGef/75AsThaDvrrLPk2bbuXNzmHNunQPcq+NIacf9/+umnYty4cQLV+8ItKYF2mc/nsY4i5MM5wSGHHCKQSBTk8nXWWSerR5hX49B+9UpdRQpbKfusSOB0c7kS4XQkuLRVYMPy+Uhwrdp7rwr2j+v95VvMQHi9qljLtMR1jIdkyYcddpjAcyLc0lRn9snud90zzXA97bNm0HJTrpH2ZQPUXgWCqys3ArCrikL16tVLVuTccsstU2mmCH9FWCDwBc455xwBv2FW1VzD46Owweuvvy7jvGDb4F9awiuKRcHXuemmm6bCMk3nqK2D+DL4rsO+HFSpReVQ8C7QNtpoIwGuyJe+9KWaqVAZd+zYsXW+pyRiZ6MruKbBy7Rv1gTX9957T8ybN0/ABx60rbbaShx99NFK3papnOznjgAJru4YRkdoeoKr7oUYR0iwIaMtXrxY9O/fX6nBrl27ykBuHIbgf2f9olQ9JG+99VYxfPhw6x2lWk+/fv3EnDlzRPv27evGtTkYtBYudOGaNWvEyy+/LIPA77jjDplNN9ySDqCCviojzCSjl84ANK3+6oqBbn8nEU1c5zW5Xmfg22KjGi+ObKsirdga1uH1gsg+fvz4GgiKJLgWhZ+KIIxFL1myRBx44IEmW0DbR3VIjWrXV199tdhggw2cxi7Lxb4ZNGXBrYnk+B8hxBtCCPw3jxY4tpb/Z/DS2IN5LNZkTB1B1bSKgipIzbVau0vATqMOq3SVWJPeDbrrkpwbJrp16VOmwyqdLC6H6ybYFOE8xPfPKaecIoYOHSratm1rIpY2UUojMpPp7jc4Ga+99loBh2geLfydg6x/JoRXOCHxHagiorvISIKrHXq0B+1wi7mK9lPmkHJAIkAEiAARIALlQoD2U7n0oZCmxr8khPj/Si9xYwWk/WqBv4u/zGK6lktUvr80yfHuuusuGWgSbscff7y45pprcs/Ar1p32QPwdH4wE1/hm2++KYYNGyaDqMIN/hmcYevO6m3OsXWkibiE0C770OXaMunc1pfWiPvfVtYyn89jH+nk6969e6J/9oMPPoj1Q950002S0J93dRGX+6HIa2m/Fol2JnPRPssExuIH0RFUTQsPIMHoCSecIBYtWtQiPGwH/P/evXtbLchHgmvV3ntVsH+sNl/oIt9iBgLRdbEbKMSCZMnrrruuMTS6qnJpEhb5ZPcbA9PEHWmfNbHyG7N02peNwb2QWWFDIi4I8TrhhkRPSKTQrl27QuRwncSWG4F5dXa4zTs7zl9h4hMM4wC51q5dK1DECfyRBx54QIDzEpAzo5ihsBtIrknFGFyxBuH1D3/4g3jiiSfEvffea0x4HT16tCxol5evReeLtVlvwJWIfg8l6ZAEVxu0eU1ZEPDNvvTh8LY0hIZo+epg0+UdpGxzwGBDcIUxg7WAZBnX4CTba6+9JNn1gAMOEJ06dXJm1medBQDyqzJc7brrrjI7QMeOHeuWaHMwaPrgwUsfhgiMj7ffflugChsCvPEvSmiNjmlKcFU5NDFWElFURQKEXmfPni1w+J13s9nfecsUjK9zpCUZMjr50hJcVQehWRARVOTvIgmuReGny3J33XXXCZC6XNorr7wiYJSHm+m96jJvkdf6ZtAUiQ3nkgigquqEHLCIEluDKUpjD+awZuMhVc/vvn37ysCnTTbZJHYcVRUH00NT3cAuATtlO6xKejeR4Jq8TRtFts2S4IrvnJ122klsvPHGYvfddxe77LKL6Natm9hiiy1SZ/D34VA67+/Y8K6Bc/b9998XjzzyiCSwIuufruFbE98wqJyQVSPB1Q5J2oN2uMVcRfspc0g5IBEgAkSACBCBciFA+6lc+lBIQ4JrOhXRfk2Hl+zt4i+zmK7lks8++0yce+65YurUqTXD4HsYFUPjKsDoAqrvvPNOcdRRR7mIZX1tmfwqqkW4EFwxHhLB4rwPZ8fhFucTsTnHLjuO4bWXSVZbWRpx/9vKWubzeewLV9IVnmsIDr3iiivE008/XXcbI8n6xRdfnKn/0fqB1+ALab82WAHpp6d9lh6z0lyhil+JS4gfFlxVKTIN+U0Fguuzlu89961l+x53n7l+hEbJ4lvMQICc6nsA58wPPvigjKlN21T3UxoSe6P0l3ad7G+GAO0zM5zYKzMEaF9mBmX5BtJxXnyLc0ZyfRQfWrhwYQ3ISdwIdEaFdPgAli5d2nJtmqSAUa262tBxuwSEVxRYgi8j6jOEXXDjjTeKQYMGFbrR4HNevXq15N0gQaKOgAuhrrrqKoFY1DwqkZPgmo/a8+Bu5SMpR3VFwDf7kgTXFBpvFMHVptKUDcEVUODli6xvSaTLMGwo442McEcccYTYf//9xeabb576BRV9SJo68eLUp8IA1ZcWLFggunTpUnepzcGgav7ghY6S7b/85S8FiHBp8IyOmcaYVJFXkjIsq7Iymxx4p7h1YruW+QBN5QBCWXsYyiA7pG1pCa6qSqsgVaJa3/rrr592+pb+KsyLIrgWiV+WhBcTsOMI9CbXl62PbwZN2fCruDx5ZG/TEVsDKElw1ThdTA42dEFqSVVLk/axy8Flow6rVPaeybuprARXZKMfMmRIjSMOeiuSuBjsE917F2RGOAvzank6D11k/vTTT8W4ceNk1sNwS2Pbu8wfvlbn6EMGYfzLw7kYJ/sXX3whnnvuORlEdt999ym7Tpo0SZxzzjmpMhzHzUmCq91uoj1oh5vmKtpPmcLJwYgAESACRIAIlBMB2k/l1EtIKhJczVVE+9Ucq5qeLv4yyylbLlMRH0wS2iIp74ABA+R5ZtB69eolybpbbrmlq1hW15c9QNuV4IqKTyAe47wv2lCNYeLEiaJ169Y1P9mcYyMYbsyYMTJBYrj169dP/q19+/ZW+snjoir40hpx/+v24nnnnSewZ3TVw8p8Po/9lZXPF/cA/IyodBJtnTt3lsGX8NcW7R/N4x6yHZP2qy1yDbmO9llDYM9uUt15Lc6REKena//85z/leQqe6+F2ww03yPNA2+b6rOV7zxb5/15XBfvHFQXfYgaC9ariM12xUF1vmrDcJ7s/D5yqNibts6pptNTroX1ZavW4Cwc7EpVKEYcebj7GOdtwI7Bmlb/UpciUqw2dpFXEU82dO1cWX4qSXE38vEnju/wOAi70cOmll4qPPvqobqgseD86+YoguCYVzgInCN9laKq1Ru1aVexmtE8jYgjDGJPg6nJH+HWtb/YlCa4p9lejCK4qkhsySKD8NwwNVbMluGIsBBvjAxkvYpv2ne98RwwbNkwce+yxYrPNNjMaoiiCK4TRVeiyORgMLw4Eg5tuuklmyYjLUmEESKhTmheYSu9xpA3VnnbJTpJ2behf5gO0tITUpPWnHc91T+rkUWWGLIrg6mLEpsVv/vz5hWascVlb0t5pxO++GTSNwKiJ58wye1sSsTWAmQRXIQQqIKIKA4Kcwg3OKJDUdMEqqud+Fk4Pl4PLRhxW/e1vf5PYwSERbj169JDOoa233lp7W5eV4Ko7+GxEkJruvetKpE561ubtPEyaX/c77lc4tgLnVtCvEY7iJ598UvTp06fO+eka/GCLTXAdgjmnTJkixo8fXzeUyX2ZZn4SXNOg9d++tAftcNNcRfspUzg5GBEgAkSACBCBciJA+6mceglJRYKruYpov5pjVdPTxV9mOWXLZR9//LEkRyxatKjlbybJ8eBvPPPMM2umT/I3usqadH3VCa5Y/5tvvinP06Pn8dAZyKf9+/evgcnmzFAXyJi13yVJnya/V8GX1oj7X+f3g8/tjDPO0EJf5vN5CJ2lzzfOB4kzgeuvv1707du3aUmutF9NnlCl6UP7rDSqsBdEVYAgqWgB4s+Q7HblypUtE2+33XbijjvuEDvssIO1MK7PWr73rKFvubAK9o8rCr7FDGC9uipyrliorje9132y+/PAqWpj0j6rmkZLvR7al6VWTzbCzZgxQ4waNapmsCT+STYzZzvKG2+8IQYPHixWrVplbBOjWNm5554rYy3DLSnBTJzkrja0CSrgdaAgwDXXXFPX/c477xRHHXWUyTC59Xn55ZdlRd2wLoLJkvxRuQklhIjyYZK4Ny4FtIomuGJtiBENtw022EC0adPGCdK8CK55yeu02Ca/2Df7kgTXFBu2EQRX20B8F4IrIEHmOBA1Ue7clqyJyq7ICnv22WcLHMbFtehDMunFYqK2tNlzbQ4GIcfnn38uHYcIXret1ApSMIwOZEJGdpBwS4MFDmhg2EybNq1mDJ3RoMrK7JKdxEQv0T5lPkBLS6hMWn/a8Wz3ZJIcqnujigRXHRkpCR/b30lwtUWO13mGQFbZ20yJrQE8JLj+BwkVWTWuooKOFIvqAAhwcclM7nJw2YjDKgT5wc65//77a267Y445RlbZbNeunfZ2LCvBVXfwWfQ7SSeHSXVc12dgEc5DWxlnz54tRowYUXM5vosefPBBsddee9kOm/o6lRwYJG/ysYmgcRVLspSPBFcTbdT38c3BZbfKQq6i/VQIzJyECBABIkAEiEDjEaD91HgdJEhAgquZimi/muGk7OXiL3OYtuVSFVk1rpKjihRbdCJc1bqbgeCKdd9zzz3SXxmtyAC/0W233SY6dOjQAo/tmaFPgYy++9Iacf/rkg5ibx1++OHax0qZz+chdNY+X8S+IIYimvwSc4Hkeuutt4qePXtm8Rj2bgzar96ojPaZN6qKF1RFVk06S1ORYk2rOsZJ4/qs5Xsvm03pu/3jioJvMQNY71NPPSWOOOII8e6777ou3+h607gOn+x+o4U3cSfaZ02s/GKXTvuyWLwbNtsjjzwiE+JHW5LfoGECaybWkVXjEvurSLHgatx+++3im9/8ptUSXW1o00l19gZiPSdPnixatWplOlQu/Z555hmBeMsov6ho/kl4cVUmuKq+veA7Hjp0qJN+8yK45iWv02Kb/GLf7EsSXFNs2EYQXN955x35AEJp63BLegm4ElyDuWAU4EW5YMECsXjxYiuyKzLM4iN6880316IdfUjGETVMVabCAAHlCJTu3r173TA2B4Mgt8KRgCwfpg2HJCAd4HByjz32EF27dhUgA+PhoTJ+0hBcIYPKID3yyCNlafj27dvXiKlybrhkJzHFINyvzAdoaQmpSetPO57NnkySAb+/+OKL0rh87bXXWrqT4GqCXHyfoslE7hLHj+CbQZM3Hhy/BQHX7G1pia3BxCS4/gcJBGKceuqpYtasWTXbUud4+vDDD2WQ1EMPPdTS3zTTZ9K+dzm4bMRhler9hzXGBfkFGJSV4Ar5YKNHKzrg71mSA5P2gi5TLTLfo+LEJptskjSE9e9FOQ9tBFQR0jFOkZVTdU7eOLsFlR8ee+wx8bvf/U789re/lVnu8B2B5070e8IGl+g1qqQ76JNlZj8SXO00RXvQDjfFVbSfMoOSAxEBIkAEiAARKDcCtJ/KrR8hBAmuZiqi/WqGk7KXi7/MYdqWS1Xf2HHVOuFXOfjgg2sIlklVxLKQM2mMZiG4xiX+Ouuss8TEiRNF69atJVy2Z4YqHWM8EPqGDx+epAqn3+GbPv3008VWW20lgyl33nnn2CSDvvrSApCKvv91lbqSiFKQt8zn83HyrVixwjpx4Pvvvy9OPvlkSSyPNgS43nLLLQJnJ83WaL96o3HaZ96oKl5QPLtRPAHv9XDTnYeo4hQR97Zo0SLRu3dvJ1Rcz9f43nOCv+Vi3+0fVxR8ixnQ3cOuOMRdf8ABBwgQoZGIKK75ZPfniVcVxqZ9VgUterEG2pdeqMldSF2hsAkTJgj8cymMkSQdbNnx48cLxC0dcsghkrcRcCWSrlX9vmzZMgEuRDhRXFxRC5W9euGFF8p1r7vuujYiZJ6QSyeELg5Pxyf561//KpPlffDBB+K5556T1T5BPsW3x8CBA63WGneRziaK80NnLkRkQBJc0yNMgmt6zHy9wjf7kgTXFDutEQRX3cdnUrBvVgTXMDwgc77++uvi5z//uQykh2zRjLI6OEePHi0uv/xyseGGGyq7RB+SWRDF0mKQ9mAQlaqQyWPUqFFKHOBUBIkVBsWuu+4qOnXqJNq2bRtbEjwLgisyhOFAcunSpS1Yq7Itqwwg1+wkKW6nlq5lPkBLS0hNWn/a8VR7EvcSSNXrr79+0nTa31WYV5Hg+vjjj9dl201LGLcGuQIX+mbQVAByH5bgkr3Nltga4EKCa2iHpMnUq3LuZBWk5nJw2YjDKh1J1SQrXZkJrjpnpAlxN6sHjwt52FUG1wN41/njrlcRzNE/KVlRljLZJExSJczB98y8efNEx44dsxRPjoVvyjFjxkgydLgl2adpBCHBNQ1a/+1Le9AOt8hVtJ8ygZGDEAEiQASIABHwAwHaT6XXEwmuySqi/ZqMUWwPF3+Z49TychAmUaVw2rRpNcPdeeed4qijjqr5my4QqehEuKp1NwvBFWt/8803xbBhw+S5e7jhnBm+kiCxXdpz7GAsnW8oi8pvSXtWRdjAWTQSOA4ePLgumNBXX1qAQ9H3vw6vuODOQNYyn89Dxrx8vhgXyeWjFUYwJ+Irpk+fLuM5mqnRfvVC27TPvFCTuZCqaky6ogWq5CWmZLckiVyftXzvJSFs9rvv9o/ZKvW9fIsZ0NnW3/3ud0Xnzp1d4RAvv/yyJKdEm+p7LtrHJ7vfGaiKD0D7rOIKLsfyaF+WQw+FSKGLx9HZn1kKhW/vIUOGiJUrV7YMi/clkk+Bd9GmTZtU03388cfihBNOkMlegqbiRuA3VQGRLBLFuNrQpgv+29/+JpD87rrrrqu5RBe7pdPzpEmTZOGPPJoqtiwL7o+trK4E16SkauHvH9U6o3Yt9vnUqVNr9nm0jymfIa+KqCS42u42/67zzb4kwTXFHiua4Ko7WMRL9sEHH4zNTpmW3JkChpauyKoBwitIZKgKBgKFjvCaZBhEH5ImmUWTZFYZEnGVYdMeDMYdOKIMPA4GN9544yQxa37PgpAH4i1eijBuwi2aeUTlNC3iMDMKSJkP0NISUpOUnXY8ZGAbMWJEzbBZECJUld6SCAQ2z5S0680aP9XeypOckSS/b7/7ZtD4hq+n8tpkb3MltgZQkeAa2jRvvPGGDABatWpVy19VSSp0GdxNDkBM9qjLwWXRh1W6yremjpUyE1x1gYtFJS7R2Z7YQ0VUkS3KeWhyT0T76LDROVht5ki6RkWIxzVxVWRRwRVVNaLfdnnpU/ednWSfJq09/DsJrmnQ+m9f2oN2uEWuov2UCYwchAgQASJABIiAHwjQfiq9nkhwTVYR7ddkjGJ7uPjLHKduudw0OZ4qALoof1LSWpuJ4AoskIAP539RXwwSKSPAvUOHDtYVXHGef+6558qz43ArQtczZsyQAYvRhjWBZFgVX1qwjqLvf1VyS8gCP9j5558fW4WlzOfzWENePl/4a0HiP+mkk5SPoauuukrGeORZwSbp+Vf077Rfi0bcaj7aZ1awlfeiNIH5qncpEuIjJs31WeX6rOV7L5s95utZYjarF8K3mAHVtxYqwN9xxx1ihx12cIZFRWrHoCqCRHQyn+x+Z6AqPgDts4oruBzLo31ZDj0UJgV8QmeeeWbNfEXELakIkKZ+CxU4OrtJZR+rCjVkQep1taHTKF0V56SLc9QRYrPgG+hkVmFhGoeZBgfTviS4miL1334kuKbHzNcrfLMvSXBNsdOKJriqyAsQ1+Qla0NGSwGFsiuIA8uXL5clzZ9++um6PnCwTZ48WbRq1aruN9VD0qSaVpzMacmBaQmuN998sxg5cmSdCLNmzZKHkOuss05qSFUOQNMMDeHJVOTVcBY/laGXREJOvRjDC8p8gNZogqaK8BxH0jaEXB5iRz9YkggENs+URuOnktkkQYApjlXv55tBU3V9lGB9abO3ZUVsDZZOgmtoE+iSoEQDg1S2ZFZZfSGOy8Fl0YdVKtsIazBN7lFmgivWoSMxFhGQo0v6kuVei3sGFuk8tHkW6/YektFMnDhRtG7d2mZYo2sQJIEDTxyqhlvSQasqiyKujybMMRLCoBMJrgYgNagL7UFn4Gk/OUPIAYgAESACRIAI+IUA7afS64sE13gV0X7NYAu7+MsymF4O8e6778pKhEuXLm0ZUhVcpPIn5fXtn3ZtzUZwRQI7EBIRkBdtgQ/p8ssvFxdddFHNz0lne0FnVeJb/JZntV4VeQdzJvmlfPSlBTgXef/rkh6aBqiW+XweeObp8127dq0YO3asQCxJtG299dZi4cKFYrfddkv72PK2P+3X0quO9lnpVWQnoCreLJqgQPUuTXqPppHG9VnL914atOP7+mz/uKLgU8yALqG2CfnUFCfdmanpve+T3W+KSTP2o33WjFovdM20LwuFuxyTPfvss+Kwww6TPsNwy9MPqPNbuPIUVMkg+vbtK+bMmSM22WQTuTwdETYLP5irDW26I3SE1TgCqYoXYGpDmMoV7keC63yBisRBYwXX/+6OvCrO2uxTXvNvBHyzL0lwTbFziyS4griAg6rx48fXSWiSjc2GjJYCitiu77//vgykBkE13Pr16yeNiPbt29ddryKXmmQX1Qmiy0oVN2YagqvOeDAhH+tkhlEFcjD+hZsNwVXlVAkbhipHaFEkhOj6y3yA1miC5m9/+1sxaNAggQ+MoLkSNG0JBDbPlEbjt2bNGklCx0FkuJk8Q+MecsEHEMgiW2yxhdhll13ENttsI771rW+JnXfeOVeiSlbPaZNxfDNoTNbEPk4ImGZvy5rYGghNgmtEfaqDruOPP15cc801YsMNN5S98w5Sczm4LPKwSvfuA0am1WzLTnD94x//KE488USBQ6twyzszGr5ZpkyZIs455xyrbxanp9J/Li7KeWgrq27/Idhs3rx5Yt9997UdOvE6jI9qBNHqH0nEbp3Mee2nDz/8UCYIeuihh2rWBPkHDhyYuE6TDqzgaoJSfR/ag3a4ha6i/eQMIQcgAkSACBABIuAXArSfSq8vElzjVUT7NYMt7OIvy2B6OYRJEJcqyMw1wCwr+TFOsxFcsWZdEjnoBefrqDxhS3BVkZ4x5+GHHy5uuukmsdlmm2WpPjnWkiVLxDHHHJOZX6rMvrQAvCLvfyRJxhlyNDjVNFahzOfzwDNvny/uJ+D3yiuv1O19JAiYPn26aNu2beb3RRkHpP1aRq3UyET7rPQqshPQJEmxyVmw3ez/vsr1Wcv3ngv6tdf6eJaY1ep9ihnQVVc1jTcwxUyX2Nok1s0nu98Uj2bsR/usGbVe6JppXxYKdzkm0yVpyCsGCKvWfXeb+i10yJn4NPNMFONqQ5vuCF3sexyfBLIdfPDBdb64SZMmybi+dddd13R6o36q74E4npDRoA6dWME1PXis4JoeM1+v8M2+JME1xU4rkuCKF83QoUMFqueE23e+8x1x++23i29+85uxkqcho+Gg86OPPhK//vWvxUsvvSTwQY7/nnLKKWLw4MEpEPpv17SVSFUPSRfCpcoZmHQwm4bgCgMIQdj3339/DT4TJkwQ+Kd4ECTiqMtka0NwxWQqHQQZV1avXl2XkcXEEZK4CIsOZT5AazRBU/dh4UL+1jnckrI8p3mmBNug0fjh2YbKaNj34ebybME4OodgElnE4vZo6CW+GTQNBav6k5tkb8uL2BqgS4JrZJ8lOWNUdqtp9nbTLe1ycFnkYZWO5JfGaVZ2gqvO9sPfR48eLRPnBMRnU/2a9HvsscfEiBEj6r5Z9tprL4GKwh06dDAZxqlPUc5DFyF1AWf9+/cXM2bMEJtvvrnL8MprEZz13e9+V6xatarmd9MqBLo9s+z4TQAAIABJREFUf+qpp8r91KZNm8xkRmIkfFuFibjbbrutTFLSrVu3TOYhwdUORtqDdrj95yraT07w8WIiQASIABEgAn4iQPup9HojwVWvItqvGW1fF39ZRiLIYZIIEaoznzS+sixlVY3VjARX4KDykeDv8LWBhLpo0aIauJLO9oLOOtIzfr/xxhtlslibs23dPoDvGsmwkSg23HBWD39Pnz59YreQj740LKio+/+DDz6Q+Eb3A2QwJViU+Xwe68jb54t7Ytq0aeL0009X7kWQyhGrk+V9kfdz03Z82q+2yBVyHe2zQmBuzCRJgfm6WBfT57zJqlyftXzvmaBs3sdX+8d8heqevsQM6Oxp0zjeNDi988470g5Zvnx5zWUmsW6+2f1pcGmmvrTPmknbha+V9mXhkJdnQl0CBRRhQ1Gu9dZbLzNhYeuef/75ApyEaMvCD5VU8ENF9MwqttvVhjYFWeXbxbWIAQSu66+/ft1QuuICiBOD7Q7/YlZN5/s777zzBOKzsibTmsitI7jCHwl5UXDs1VdfFa+99postvDpp5+Kvffeu2XoFStWxGIU/v5RkcNZwfW/WmIFV5MdW2wf3+xLElxT7I+iCK5vv/22GDNmTF0FVIhqmkkhDRlN5xhzeaE/8sgjdYdTcURNVcAx1ovAeHy0p2m6SlJJH/ppCK55OFh0h5a2BFcVybdv374yyy/+nXnmmS2wZh1AnkZfZT5AazRBEzjefPPN8mA53GwdZHGVoZMOwdM8UwJZy4DfsmXLBIIyopXLbD+U8LycOXOmrIYWbVkeJqS5h/Lq65tBkxcOHFciEJe9LW9ia6ACElwVm1H1jsAz6oQTThCq53a0wqvr/nY5uMzDllKt5+WXX5bv0SjJL62d6QPBVec8wlonT54szjrrrEwdkjoCJeazfc/a7MminIc2sgXXxDlv8yAgv//++zLIDd8X0WbqnNYl9IDjD8lDzjjjjEz203vvvSfv0WjioKyfVyS42u1g2oN2uP3nKtpPTvDxYiJABIgAESACfiJA+6n0eiPBVa8i2q8ZbV8Xf1lGIshhVAlUt9tuO0k43GGHHZREvMCvmKUctmM1K8E1zoekwjLpbC98jercGL8jyO3WW28VPXv2tFVXzXWff/65DLQ799xz68YbMGCATPbWvn372Ll89KVhQUXc/8BmypQpAj6+aEtTkbfM5/NYVxE+3zh/Os7ib7nlFoHnZtUb7ddSa5j2WanV4y6cKpYlKFoQFF146KGHWiZKinlLK5Hrs5bvvbSIx/f31f5xRcGXmAEdYcQltlaHHWL7QDTC2Wa0mcSl+WT3u+6fql5P+6yqmi3FumhflkINjRFCV4ALMUA33HCDLIaWRZInxFejiNuoUaPqYrazKpagimcKbOUtttiirihSUnG0NBpxtaFN5oqzC5P8t6pYUswJ7PFb586dTUSI7QMd41sAhQzCLUuc0wgJedauXStgV8IfGSTcgzwo3vDHP/6xZriAnAr7Lkxwve6662L9QEg+AhsNjQTXeA2R4JpmBxfT1zf7kgTXFPuiCIIrsgOMGzdOLFmypE6y/fbbTxITv/a1ryVKnZaMpiKk2mZt0H1ox2WO0BFcbQ4PdJWkkgLt0xBcdeXfEUg+derU1BWN4ggCtgRX6AHOz8suu6xlv6ByG14cOJDBXgpa1gHkiRs01KHMB2hlIGiC8A5D8NFHH62B1YYMobs3MHDSIXjaZwrGLAN+usNJ2wN73b2a9WFCmnsor76+GTR54cBxhS57W1HE1kAFJLgqNqPq2RzYIshWNmzYsJqrbBKHxN0DLgeXeR9WwXmxcuVKmTTmhRdeqFvG8OHDxfTp00Xbtm2NbnMfCK5YiO5dD6cNEuXAgZhF1r233npLYhslJUIG00A1I+ANOhXhPDQQI7FLnL2PgDT8y6LK7kcffSQddjfddFOdTGmcxXFJPTDw97//fXHOOeeITTfdNHHtug6wc0GUVVXzwLcKKtxm1UhwtUOS9qAdbkLQfrJGjhcSASJABIgAEfAcAdpPpVcgCa5qFdH/l+HWdfGXZSiGHEoXSHLUUUfJ73EQDYOmCsrJWp404zUrwRUYvfnmm9KvC59XUks62wtfH+frwXk8AuS+/e1vJ00Z+3tcEKNp9dZgAt98abp7Lst7C8l84eNFMsNoS4tvmc/nsbaifL6YB8nW4e+OtlNPPVVcfvnlqeM+nG6iBlxM+7UBoJtNSfvMDCeve6kIc0HRApwBH3zwwTWkAJxzoBJWFsSDLJ61edu9zfTe89n+cb0JfYkZ0BVXQLJhJBnJuqkqz2EOk/hO3+z+rLGrwni0z6qgxVKugfZlKdVSrFDgpRxzzDF1xFPEUv/0pz8V4Ki42ppxMepJHA5TNFRF3eAXefDBByWBE/H24UQxgY29ySabmE6h7Ze3vyLOtxZOXqgTUMc3QH/4qK644grRu3dvsc4661hh8cUXX4h58+aJsWPHCsSnhVte8YKYEzyA//u//xN//vOfBYqdwIZcvXq1QOX7559/PtVaEOs/d+5c8Zvf/KaG4JpmEBJc49EiwTXNbiqmr2/2JQmuKfZFngRXZA9AdoRLL7207qEPEdOSsdKS0XQVevr16yeuvfZaOb9p0xkocVmkdARXzJlGhl/+8pfilFNOqSMymJCD0xBcVeRRyAoCKcgj+++/vylcsuS5jtSMQXr06CFfpml0EEyucrCg8iSqmIXJHiYZvowXlLJjmQ/QykDQjHM8/fCHP5TEAmQZSWq6eyO4LukQPO0zBeOWAT/Iofswg5GJ5xvuMZMPszgyT1JmnCT9lPF33wyaMmJYEZmi2duKJrYGMJLgqthQyNiF98C0adNafsWzbfbs2dKuDP/dtvp33D52ObjM87AKdu3VV18tkFkrWsEb67FJoOILwRU2KjL4Y1+oGoiPIFLCsWfTkojDcKbBkdWtWzeb4a2uydt5aCWU5iJgA1tctS/hYEXAFLIJ2ra474q0QW6QAd+ocErimaJqcAz/4Ac/EEcffbQxWRzj4Lsa3x/49oWNGW0nnniiTBqUBeE3GJsEV7tdRXvQDjchBO0na+h4IREgAkSgMQhED3xtEss1RnLOWjYEaD+VTSN18pDgqlYR7dcMt66LvyxDMeRQqso9SI4H0tbIkSPlWWHQ8qg85LKeZia4AjcEysNXpPIhhXFNOtuL6iCuYiX8yqi8ijNukzOz6Nio3Ir9f+aZZypjHWzIgr750vK6/4EtEiGD1PT0008rby2QXs866yzj5IZlPp/HAovy+QJbYIek4dEGf2rWSfhcnot5XUv7NS9kncelfeYMYfkHwJkbzkLw/A4anj1ILovnffjviEW7++67xR577JHZwlyftXzvZaaKmoF8s39cUfAhZkAVk4F19+rVS9q/W265pSsMddfrquyZPgt8s/szB9DzAWmfea7A8opP+7K8uilMsrjKoOAnIKnWsccea+xbCAsO2/bhhx8Wp59+ujIO6Mgjj5TJ9lyS6Ifne+qpp8QRRxwhECMYNMQFHXjggQJzhf8OfxeS/dn4u6LKcbWh45SNWCrEe06YMEHpW4PvAr+tu+66sXtGFy8fXISiIGeffbbYfvvtjYmu0C98zahgqoohs+HOmG582DXwk6qKcJiOEe4XFJ1DjF24gmuasUhwjUeLBNc0u6mYvr7ZlyS4ptgXWRFc4SjHgdR7770nMwcgUwQevNFsBmEHVtoS8GnJaHEkOjyIJ06cKJC1oHXr1lrEYPyg+s4FF1xQl+US2apQRWizzTZTXh9HcMUFkAEB3zhUU1Wd+uSTTwSye6gIwqaHD2kIrpAJOhs8eHDd4aIpaS6J1BwA5ZLZVefwCCshD8JLittKe0CVdZW5NDIFfctC0IxzPGEPwnDt0qWL0gCPuzfCmCQdgqd9pmDssuCHZy4Me3yARRueD6hABiIFjGxVw/U///nPJVkoiyqANnuxEdf4ZtA0AqMmmDOcva1RxNYAZhJcNRtOlcziJz/5iUAFV1QwDZqpkyPNvnY5uMzqsOqzzz6Tttjvf/97GZQHuxqY6IK/0iaNCfDwheAKefHuR7ATSL6qtvvuu0vbHglg0lRz/eCDD2SQm444vNFGG8nEEQMHDszEKWi6F/N0HprKYNoPNgWCFfDdodqjIIziWwqEUZMEJsG8SfYe7B08A+CwTaNzjB9XLSOYH7pHJr5DDjlE7LLLLuJ//ud/xJe//OUWWHCfwp6FHXXfffeJxYsXK6si4AIbAroJ/iS4mqBU34f2oBVutJ+sYONFRKCxCMAvCh8tMr1+73vfa6wwnD0TBGx0Gg4ghP2U1h+fieAcxHsEaD+VXoUkuNariPZrxtvWxV+WsSgCidAQdIRv4qAh4ScquOJcJGh47y1atEhm7y9La3aCa1zAYVhHSWd7Kn3G+XqwF0CCRsKzrbbayng7oOoszuF0SdJMElGrJvPNl5bF/Q87FjEE8B2iIsXjjz8uff2qJHEBZjbJWUhw/e+Oi6tuYrt3jW+eEnSk/VoCJdA+K6USihLqV7/6lTxfwfs5aEhUi2pCCxcubPmbSdXGtDK7nq/xvZcWcbP+vtk/ZqvS9/IhZkCVOAgryiP+IowUzpSRPCbaTOf1ye533UdVu572WdU0Wor10P9XCjWUQ4j3339f+n6QXE3VQH5E8QRdPLrqmqR4sjyKJSBOCsnUZs2a1SISqtN26tSpJk7cpOppGs242tDhuQIfEGIeH3jgAVlc7aWXXlKKs9dee8nfO3TokCgu7EnE90GPcW2fffaRfmL891vf+pYslhHElAWyoULq8uXLZREDxGPqWtrEa4mLCHXQcbdMxkA8Gzg42AcdO3YU3/72t6XPc9tttxUoGhYmuHbv3j22uAP2eVAtlgTXePRJcDXZncX28c2+JME1xf5weUimmKamK14YIGWNGjUqVTCyDRktjkQHoUAIQNDyrrvuKrbZZpsWOV9//XXx7LPPyhcsKhxGmwmRIIngGozZtWtX+UJFYD4q+kBmkDdArFXNjetMX5xpCa5xeEFvhx56qHRE7rTTTi0vvT/+8Y+yYisylUDmKKl5hx12kHoOk+iw5gULFkiDMW1TZfyLjmHq+Eg7t2l/ncFner1rPxjrcAqpSARlIWhijUnkAgQe9OnTR+y8887iS1/6koBhuWLFCu19GcUt6RDc5plSJvxgXCLDJTLtqhruWWAIEj0y0yDLDe5xGLEgYegOjvMiYbju6yyu982gyWLNHKMOAWRv6/WfKmTLG4wPCa4aBXz44YcySxWInbpmmskzrY5dDi51h1VpZUjTHzYpqpsiU1varGw6gmua+V36Jr2no2MnkVzRHw4qJMo4+OCDxde//nXlt8Zf//pX8etf/1rMnTtXvkN1CXkaRW7FOrJ0HrroyPTapINpjAP7f9iwYfLbC87XVq1a1Q2Pb1N8hyEAFRn8dN9CLuTWYFIE00Uru5iuN00/OACvv/56seeee6a5zKgvCa5GMNV1oj1ohRvtJyvYeBERaBwC4UNXZKtVVe5pnHSc2QYBW51Gq9fnceBusx5e4xcCtJ9Kry8SXOtVRPs1423r4i/LWBQ5HPwm8P3EVQKFrwy+hfbt2+chgtWYjfAdhgVNSj6sOjPD9TiXQ8BZFg2kUfiHoENdS+szDMZ57LHHxIgRI2L9SdgX3/3ud+W5Y7t27epEgG8KQXdJfkOcoyEpHuILbJpPvrRG+JBxNoCgxbQVUMp8Ph88u1RVNLK8x8L7Ma5qMvyKCApNmzjQZr834hrar41APXFO2meJEFWng2kcIgLKESuXZXM9X+N7z1wbcXFpqlF8sn/MUVD3bITdnzZmAN9KOCcNtyKSBKkI8JAhTSETn+x+171Upetpn1VJm6VZC+3L0qiiHIIkxaJDSvAfUDQIfi7EhEWfTUh0j6QsSTFLeO8iDqhv376pY/WS0DKxR0877TRZXC2uuFvSPOHfG+FPAf5I0ovqtKYNyfMQI4nkOXk3zIF/4PTk1ZI4RiCngtcEf2rgSw0qtW688cZKsaK6TPI5hfcbCa7xmibBNa87wX5c3+xLElxT6NrUsZRiyNiueLFfccUVsoLPOuusk2pYGzIaJsB1J5xwQuxhWRpBTLPdq14+IKaCXKbLFGIiB8jByGZlYpykJbhifhB7hw4dGps11URO9EGFCFRsQtU1VMYKNzgc9t13X9OhavrpHB7oVITDJUnoRhh8YZl8IbhC5iTHUxLW+H3cuHGSvAnjNdySDsFtnillIrhirUkkVxP8wn3gNJw5c6bM6lLF5ptBU0UdlGBNOwkhVpdADohAgqtGESbJLPIKUnMJ2Cv6sAqOBQRSoUpFWnIroDdxiuV5ryS9p1Vz49sFwU1w1MUFMQbXhjORffHFF+K1117TBrmF50PV0auuukrAMWSDrSturgfwrvPbXI+DaewpfKfoSMPhcRFIGA5SA5k1rmpDcC2cnLD58L3iGoCFOVEBFs7pPBoStaDqsE1SHxN5SHA1Qam+D+1BK9xoP1nBxouIQPEI4H2M5HOoaha8V21sruIl54w6BLLQKSpkDRo0SLz77rtyGiQvnDFjRqkIP9wB5UaA9lO59RP1LwkhfDgjzRtU2q8ZI+ziL8tYFDkcEnni3Dfuex7+I3zzN8Kvo1tz0b7DqBxlILhCpjjSHX63tV/hU0bCxFNOOcXI/4eYBVQ2COIVTH1TWSUz88WXVrQPGaRLBBDivD9tK/P5PNZStM83rmoyEoiiSgqSJFex0X4tpVZpn5VSLfkJhUrdiAvUtTRktjRSuj5r+d4zRzstwRUj+2L/mKOg7lm03Z82ZmDNmjWS3BquqIyVHHDAAWL27NkCdkJeLS5OGbFq+M5Lar7Z/UnraZbfaZ81i6YLXSfty0Lh9mMycB/GjBkjVq1alShwUAUThZfQwpUs4y5Om1QiUZBIB12V9XC3rBPFFO1PcSk4kdaeTIs//FETJ04UJ510khFHJ+344f749jj//PMFisghhg5FrPAPewyJ+eCzjNpORRNcUUQE/iPYj2ioFIvvvHBRi6jtmyRjgEFehFFVLF0S0ddEj3nJazI3+6gR8M2+9OHwtjSEhiIJrijzjgArk3Liqq1oQ0YLxskqeDlNsLvqIYkHfa9eveShKgLO0jTMfemll8oMdqbkYBuCK2QCCRcHgOGqq2llveiii+SLDERcVBNFsHu4ITAdONi0uH2bF+EljZxFG3xR2XwiuEL25557TiCrTFzGZhX+MCbPOeccWcUUJGrsuXBLOgS3eaaUjeCK9eJ+uOGGG+TzwYRQotvLeEZjjG984xtptrtXfX0zaLwCl8LaIFAae9BG+LyviUtmgblNDzjSyukSsFfUYRXef6NHj5bvv7RZ7MN4FH1IG9VF0ntapzsQVR988EG5fhNCZNo94PrNknY+VX/XA/gsZLAZAweKcBiffvrpqe06k/mQTRHfk3DsZRWgikAvOH+xH7PaT3DGIskPHJ5FZ/MzdRSa4F3VPrQHvdcs7SfvVcgF5InA/PnzJZExjW8kT3k4tjsCWehUFdh+4403ykC2rGwq95VyhDIjQPupzNqRsrGCa7lVVAn71cVflpd6VBWHgrlQsRxnsAgOKlMryneoW3NZCK5xpDvIbuszDNa9evVq8YMf/EAsWbIkc/XjDBpn3gg0y6L54Esryoe8++67CyT5BuHSNA4iqoMyn89D1kb4fJHwERVxVcG92M9IfONyxpDFfZDHGLRf80C1UmNWwj4ru0aQZAvnbUuXLlWKeuGFF4oJEybIRPZZNtdnLd975tqwIbjKD1gPzxLNUfl3z6LsftuYgaeeekocccQRLcnwgvUhxhQki7z9hToCfNp4T5/s/rR7qIr9aZ9VUatcUwgB2pcl2g6///3vpV/o9ttvz1wqVH6dNm2a2GWXXTIfOxjwn//8p4yLwntZ1fJISFGkPwUYouDErrvu6mRzoKopvieQnCOrlkdMmqtsjSa4mshPgutQE5jYJwcEfLMvSXBNsQnyJrjigAeETJR1R+Ual49gGzJaGAocmN13332yis4TTzyRAiUhD6pQJRKZotq2bWt0rY7gimpDaQhpCJAGERTOobQHDLYEVywQhh4MAGTsMqmQhWu6du0qibFYYxinRx55RKCCUbildUxEQdc5PFyIs0aKNehUpMGnEsc3givW8MknnwgE15mSNKMHnTZ73eaZUkaCa7AHYLTD+J8zZ04qous+++wjycEuh8YGt0Upuvhm0JQCNAqRJwJ0cMWgi/fCqaeeKmbNmlXXK6+svpjIJWAv78MqJDsZNmyYPBBGRizXVtQhrU5O12A1ZM9DAA6CylwSPATylel96HoA77o3XK/H/Yt7d/r06ZmQRvGNcd5558nvSiTPyaNB5nvvvVc+A/DNaNNwj4LUivt0s802sxki1TWs4JoKrpbOtAftcCvRVbSfSqQMilI+BFT2navNVb5VNpdEWen0xRdflOTnV155RQIIggsO90EAYiMCSQjQfkpCqOG/k+DacBXEClAJ+9XFX5aXeuKS4yGh6uWXX56bD8F2TXn7DpPkKgvBFXLiPAv+E1Xi2yzs17RnjknYBcnMRo0aJdq0aZPUPfXvZfal5elDBimjd+/eMgZiv/32c75ny3w+j03RCJ8vSETQIUiuqoZzZTwzXWJ4Um/4Ai6g/VoAyH5PUQn7rOwqiAvMR3XIu+++W+yxxx6ZL8P1Wcv3nrlKbAmuwQxltn/MUVD3zNvud4kZ0N2bed6XUZRQpGbIkCFi5cqVNT/ZyOCb3e+6t3y+nvaZz9qj7AYI0L40AKnILlknug+SSqAYE3xEebdly5YJ8CtUvI0rr7xS8kmy/I4vwp8C8iiq62bh/wnwh8/j1VdflX4PFJ+DjZG2Qbd9+/YVY8eOFXvuuadYb7310g6Ra38SXNPDywqu6THz9Qrf7EsSXFPstCwJrt27dxcbb7yx2GmnnWSZ7B49eoivf/3rmT3wbchoKihQ9QnkTbyU8Q+BPahUGg6MR1UgkFp79uwp9t13X9GtW7fU64gjuAZyrV27VjzwwANi0aJFMnNm8IIFlsjyccghhwgE25uSaqPrtSH9Rcf44x//KH7+85+Lhx9+WBoDTz75ZEuXME4gsHbq1EmJkyo7HwwDkGejxFfT7fvOO+9IIu3y5ctbLilLVuYiDL44nHwkuIadmE8//bTMrIyy8Mi4FhjquC9g4Pbr10+A3BQ2Jk3utyhmNs+UMhNcoxji3njmmWfEb3/72xpyCXBEwoG9995bIKMPKrbaZkM2vV/L0s83g6YsuFGO3BCggysBWl0yizyD1FwC9rI6rIKNBHsadjXsQQSf7bbbbmKLLbbI9Hmd5yGtyV2TRbAa5oGtumDBApko46WXXjKZuqUPsIZTEKTEqG2RaqCMO7sewGcsjvVw+NYBWRSV5tMmGMKkcHCiWnGvXr1yCR7ULWzNmjXi5ZdfFshgDDLIH/7wB4FqB2FnKJzWuDfx/YH7FHbVNttsk/qb0RpcIWTGRiQpCTdWcE1GlPZgMkYl70H7qeQKoniNRSArMmRjV8HZwwhkpVMEr4HoM378+JbhkVAIf8uDpEEtVgsB2k+l1ycJruVWUSXsVxd/WV7qQaAagspQNSHa7rzzTpkkq2wtK9+h7brKRHDFGu655x5JuosG62XlM8QcwBxJPWz8hrgeSdfgNxw8eLD01ebdyuhLy8qHDCIGYi86duwoqyvDF4t4kixt0TKfz2PvNMrni32FQE1VVRP4NufNmydjYarUaL9WSZu5rKUS9lkuyGQ8qK5KpGsxhDgxXZ+1fO+ZbwJXgmswUxntH3MU1D2zsvvziBnQVVfO876MohRHgLet7uyb3e+6x3y8nvaZj1qjzCkQoH2ZAqwiuyIRAvxPtjFL8GOgKNqIESMyKURhuvaPP/5YzgteSbjZJIMwmTNLf0oQS7X55pvLWEdUaoVPsn379iaiWPf5/PPPZWwXEmj8+te/lrwD2AdhvgsGDzgvKLAF+fDfvGWzXpQQspgeCM0oAIKWFBMW1SU4GKiaq2vh758k37FuDFZwZQVXlz3ucq1v9iUJri7a5rWZIWBDuMts8iYYSJXRK0/CSxNA6u0SdUR9HMgNHDjQ23VR8OwR8M2gyR4BjlgyBOjgKplCKI7fCEST2PzmN7+pIyUiyQOIwsi6BgcOiMQbbrih3wv3QHpkzXv//fclYRTOMyQXgi2PZCNBgxNxyy23lA5EJEoquxPRA9gpogYB2oPebw3aT96rkAvIE4GsyJB5ysix0yGQpU6jid5ckw+mWwl7+4wA7afSa48E13KriPZrufVD6ZoEAfgN33vvPZkUFv4pBLkhkfLzzz/fgkBAIEACMyQya0Qys0AY+tKaZGNymbkhQPs1N2irMjDts6pokuuoFAK0fyqlzoYtxje7v2FANWBi2mcNAJ1TFokA7csi0baYC3YGCqA9++yz0jeEAkzwE0XJj4gp69Chg4xZwj8kPmvVqpXFjLyECGSDQLMRXIcNGya+/e1vO4H3+OOPy8KD4YakzyjY6NJQKAOVgsMN/x+F+tgag4Bv9iUJro3ZJ5w1ggAJrvluCVVVt7JmZc4XCY6O7M5jxowRc+bMqQEjKfsIkWs+BHwzaJpPQ023Yjq4mk7lXDARIAJEgAg0GgHag43WgPP8tJ+cIeQAVUYgSzJklXHyaW1Z6lRVHWH48OFi+vTpom3btj7BQlkLRoD2U8GAp5+OBNf0mBV5Be3XItHmXESACBABIkAEhBC0X7kNEhCgfcYtQgSIABEgAkSgYARonxUMOKcrGgHal0UjzvmIQJMg4APBFUkEQfJcvny51EpSldlAdaozcN/USoJrYzXmm31Jgmtj9wtn/w8CJLjmtxU++eQTgYwKs2bNapnkgAMOELNnzxZf/epX85uYI2eCwMSJE8WyZctkha7SctaCAAAgAElEQVTOnTuLTp06ie23315svPHGVuOrqvnuuuuuAhVcO3bsaDUmL6omAr4ZNNXUAlcVQoAOLm4HIkAEiAARIAIFI0B7sGDAs5+O9lP2mHLECiGQJRmyQrB4vZSsdYrM1Mccc4yALw0NlcqQMK5///5e40Th80WA9lO++GYwOgmuGYCY4xC0X3MEl0MTASJABIgAEVAhQPuV+yIBAdpn3CJEgAgQASJABApGgPZZwYBzuqIRoH1ZNOKcjwg0CQJ5ElxR2RhcjgsvvFCiueOOO4r58+dLTodpwxg4yz7uuONaLsE59MyZM0W7du1ihyHB1RRl9tMh4Jt9SYIr93IpECDBNT81PPXUU+KII44Q7777bsskV155pTjjjDNUGTnzE4QjWyGgujemTJki9WfTVIaOqZFkMx+v8RcB3wwaf5Gm5IYI0MFlCBS7EQEiQASIABHICgHag1kh2bBxaD81DHpO7AMCWZMhfVhz1WXMWqeqpIEDBgwQM2bMEO3bt686nFyfJQK0nyyBK+4yElyLw9pmJtqvNqjxGiJABIgAESACDgjQfnUArzkupX3WHHrmKokAESACRKBECNA+K5EyKEoeCNC+zANVjkkEiIDIguDao0cPsXbtWvHFF19I0uk666wj/zd4OKeffrpYtWqVRFpVVAzVWceOHSv++te/ymJjW221VY1WXnjhBXHfffeJv/zlLy1/Bw9k8uTJolWrVrEaJMGVG9wVAd/sSxJcXTXO6zNBgATXTGCsG+Tzzz8XEyZMEJMmTWr5bbvtthN33HGH2GGHHfKZlKNmigCyfAwaNKhmzCOPPFLcfPPNqYPp3n77bZn949FHH60Zj4TnTFVWmcF8M2gqAzwXokOADi7uDSJABIgAESACBSNAe7BgwLOfjvZT9phyxAohkDUZskLQeLuUPHR61113iaOPProFE1RxXbRokejdu7e3OFHwfBGg/ZQvvhmMToJrBiDmOATt1xzB5dBEgAgQASJABFQI0H7lvkhAgPYZtwgRIAJEgAgQgYIRoH1WMOCcrmgEaF8WjTjnIwJNgkAWBNfdd99dnHvuuWLq1KmxqKmKin366adi3LhxsiKrabvzzjvFUUcdldj9nnvuEdddd11iv7J0+OCDD8Tzzz9fI85tt90mhg4dWhYRm04O3+xLElybbouWc8EkuGavF5Qzv/3228WoUaNqMj6cdtpp4vLLLxetW7fOflKOmDkCL774ooAx9Nprr9WMPWvWLElWRYYQk/bRRx9Jw+umm26q6Q7C87x580S3bt1MhmGfJkLAN4OmiVTTrEulg6tZNc91EwEiQASIQMMQoD3YMOizmpj2U1ZINsE4yDz6+9//XixdulSsWLFCvPrqq+LJJ59sWfnOO+8sOnfuLJC1FMS+Tp06ifXWWy81MtGDpWAA2wMN3XhYw1577VUjn21m04MOOkjg2o033rhmvKgvc8cddxRIUgacgoYMrw8//LB44IEHBLKyBgc5W2+9tUw817NnT3HooYda4xmnACS9+81vfiOWLVsmVq5cKf73f/+35iCpe/fuokuXLmLvvfcWBxxwgPjGN75h7GMKz4txBw4cKNcXNBUWpptFNZ5OB1nrVCXjW2+9JYYMGSIxDBp9q6babM5+tJ9Kr3cSXMutItqv5dYPpSMCRIAIEIEKIkD7tYJKzXZJtM+yxZOjEQEiQASIABFIRID2WSJE7OA3ArQv/dYfpScCpUUgC4Ir4gtmzJgheTdxTRfbcNlll4nx48cbYTRgwAA5V/v27Y36+9RJdYZvGw/i07rLLKtv9iUJrmXeTU0kGwmu9sr+wx/+IC/eYostZHAhAtgQfHXDDTfIl1+4nPlXv/pVcffdd4s99tjDfkJeWSgCn3zyiTj11FMFCK3hhooRo0ePlhk/oFddQ5AqgvBwjy1ZsqSuG8rbn3XWWVaBqYUCwckKR8A3g6ZwgDhh0QjQwVU04pyPCBABIkAEmh4B2oPebwHaT96rMP8F/P3vf5ek1h//+MfiiSeeMJ6wa9eu0peAhFwbbrih8XXNQnAFrsi4eskll0hiaVLbZ599xEUXXST2339/K5JpeHz4kRYuXCiuvPJK8dJLLyVN3fI7ZPjBD34gya5pkuJVneD62Wef1WXqRbK4O+64Q5KU2YhAFAHaT6XfEyS4lltFtF/LrR9KRwSIABEgAhVEgPZrBZWa7ZJon2WLJ0cjAkSACBABIpCIAO2zRIjYwW8EaF/6rT9KTwRKi0BWBFckAe/Tp08N9yZYNHgbF1xwgeRtqM7TkQx70KBBiRh973vfExMnTpS8nyo2ElzLp1Xf7EsSXMu3h5pSIhJc7dX+yCOPyJepSUNmiIsvvphkRhOwStTnF7/4hSzNDuJytMFgQvUUVNxAFdYvfelLsss777wjVq9eLRYvXqwNpuzfv78kQW+++eYlWi1FKQsCvhk0ZcGNcuSGAB1cuUHLgYkAESACRIAIqBGgPej9zqD95L0K810AfAYXXnihuO+++6wn2n333cVVV10l9txzT6F4ZtSN2wwE10033VTiet1116XG1eUw61//+pd49NFHJRnz6aefTj13cAEqyl5xxRWyuqtJqzrBFRjcdddd4uijj66BY8qUKeKMM84wgYh9mgwB2k+lVzgJruVWEe3XcuuH0hEBIkAEiEAFEaD9WkGlZrsk2mfZ4snRiAARIAJEgAgkIkD7LBEidvAbAdqXfuuP0hOB0iKQFcEVReVeeOEFWWwu3MDN2H777WMrrn744Yfi5ZdfFv/4xz/kf5FIOdw6deokdtllF/GNb3zDOel1aRVBwUqJgG/2JQmupdxGzScUCa72Oo/LFhEeFaXTUeK7Q4cO9pPxyoYggCDF22+/XZa9D1fkdREG5e2nTp0qvva1r7kMw2srjIBvBk2FVcGl/RsBOri4E4gAESACRIAIFIwA7cGCAc9+OtpP2WNaiRHhY1i0aJE488wzlYm00i5yo402EiD7ITHXeuutF3t51QmuN998s/jpT39qRW4NgOvXr5+49tprxdZbb22sChyw3XDDDQKJ7bLwG3Xu3FkSlw866KBE4nIzEFxfffVVceyxx9ZUxEX14pkzZ4p27doZ64kdmwMB2k+l1zMJruVWEe3XcuuH0hEBIkAEiEAFEaD9WkGlZrsk2mfZ4snRiAARIAJEgAgkIkD7LBEidvAbAdqXfuuP0hOB0iKAGIi1a9e2EFPXWWcdeY6L/7IRgWZHwDf7kgTXZt+xJVk/Ca72ilAFkkVHQ2DajTfeKPbdd1/7iXhlQxGA8fXwww+L008/XVuR1URAVHwdO3asrOiB/81GBHQI+GbQUJOVR4AOrsqrmAskAkSACBCBsiFAe7BsGkktD+2n1JBV/wL4FubPny/GjBkjPvroI+WCv/Od74i+ffsKVGfdcMMNZYbR559/XixZskQsW7ZMeQ38CyBYDh48OJYQ2UiCK+b+9NNPW+RHVc6TTjqpZj0giIL4G266w6+oL3PbbbcVXbt2ldU+w22fffYRJ5xwgvTJtW3bVkAOZGxFIjMQjVWE1P79+4sZM2aIzTffPHFTgtyKBGaQR0du7d27t+jTp4/YeeedBbLLfvLJJ7LK60MPPSRWrVqlnAME21tvvVX07NkzVoZGElyz1qluoWvWrBEjR44UCxcubOkCfeP/d+vWLVFH7NBcCNB+Kr2+SXAtt4pov5ZbP5SOCBABIkAEKogA7dcKKjXbJdE+yxZPjkYEiAARIAJEIBEB2meJELGD3wjQvvRbf5SeCBABIkAEPETAN/uSBFcPN1kVRSbB1V6rH3zwgRgyZIhYunSpchBUbp02bZosa87mPwJ/+tOfxKxZs8T06dNTVVpBsCmqS5x99tmiS5cuiRU4/EeKK3BFwDeDxnW9vL70CNDBVXoVUUAiQASIABGoGgK0B73XKO0n71WY/QKeeeYZ6Rt466236gY/9NBDxYQJE6T/SJXJFOTYN954Q1x88cVi9uzZddebECIbSXCNCvyzn/1MDBs2rObPl1xyibjwwguNgFf5MsMXAo9LL71UDBgwQLRu3bpuTOAJ4vB5550nycPRhvGRnCypKu4999wjjjvuOCW5dfjw4VKn3/zmN5V+oC+++EI899xzUqf33XdfnQwgO99yyy1iu+2202LSSIJr1jrVLfKf//yn3BeXXXZZTRcQgIExGxEII0D7qfT7gQTXcquI9mu59UPpiAARIAJEoIII0H6toFKzXRLts2zx5GhEgAgQASJABBIRoH2WCBE7+I0A7Uu/9UfpiQARIAJEwEMEfLMvSXD1cJNVUWQSXO21+ve//10sXrxYVg1A1QUEKSKIDkFoxx9/vOjVq5do06aN/QS8spQIfPbZZ2L16tVi+fLl4pe//KXUOwIjg4Y9gGoSqLiCPYD/tm/fvpRroVDlRMA3g6acKFKqDBGggytDMDkUESACRIAIEAETBGgPmqBU6j60n0qtnuKFW7t2rRg7dqySnPrDH/5QnHPOOUb+I/ihbrzxRnH++efXkSr79esnZs6cKbbYYgvlApuF4LrjjjuK66+/Xuy5556Jin7//ffFySefLEBUDTf4deDr22233bRjvP3225Lc+uijj9b0QZIzVHUdMWJEIkEWF6Ly66RJk8TkyZPr5jrxxBPlWKjmq2rNQHDFulWE6DPOOENi1qpVq0Q9s0PzIED7qfS6JsG13Cqi/Vpu/VA6IkAEiAARqCACtF8rqNRsl0T7LFs8ORoRIAJEgAgQgUQEaJ8lQsQOfiNA+9Jv/VF6IkAEiAAR8BAB3+xLElw93GQUmQgQASJABIhA3gj4ZtDkjQfHbzgCdHA1XAUUgAgQASJABJoNAdqD3muc9pP3Ksx2AbpKnyDonXXWWUZEyECizz//XFx55ZWywmi0gfw6cuRIZcXQZiC4mlSyjWL25ptvymqyv/jFL2p+gl4mTpyorQA7bdo0cfrpp9dcA3LrDTfcIAYPHqzUgW5XffLJJ5LkfN1119WNB6Jtnz59lJc2C8H1ySeflBiADBy0vn37ijlz5ohNNtkk25uVo3mNAO2n0quPBNdyq4j2a7n1Q+mIABEgAkSgggjQfq2gUrNdEu2zbPHkaESACBABIkAEEhGgfZYIETv4jQDtS7/1R+mJABEgAkTAQwR8sy9JcPVwk1FkIkAEiAARIAJ5I+CbQZM3Hhy/4QjQwdVwFVAAIkAEiAARaDYEaA96r3HaT96rMLsFgLx46qmnilmzZtUMmlRxNU4CXUXYAw44QFaJ/epXv1p3eTMQXH/0ox9J4u96662XSoF33XWXOProo2uuQSXY+fPni86dO9eN9e6774rhw4eLpUuX1vyWVHE1TihdRdjjjz9eXHPNNcoqrs1CcFWts2vXrmLBggWiS5cuqXTNztVGgPZT6fVLgmu5VUT7tdz6oXREgAgQASJQQQRov1ZQqdkuifZZtnhyNCJABIgAESACiQjQPkuEiB38RoD2pd/6o/REgAgQASLgIQK+2ZckuHq4ySgyESACRIAIEIG8EfDNoMkbD47fcATo4Gq4CigAESACRIAINBsCtAe91zjtJ+9VmN0CfvWrX4kBAwaIV155pWbQO++8Uxx11FHWEy1btkwceeSRNVUtUUF00aJFonfv3nXjVp3gut1224k77rhD7LDDDqkx1RFWb7vtNjF06NC68VTYg1R89913iz322CP1/MEFN998s6zAG25x62oWguuf/vQnqYeHH364BpvHHntM7LvvvtZ488LqIUD7qfQ6JcG13Cqi/Vpu/VA6IkAEiAARqCACtF8rqNRsl0T7LFs8ORoRIAJEgAgQgUQEaJ8lQsQOfiNA+9Jv/VF6IkAEiAAR8BAB3+xLElw93GQUmQgQASJABIhA3gj4ZtDkjQfHbzgCdHA1XAUUgAgQASJABJoNAdqD3muc9pP3KsxuAagCOmjQoJoBe/ToIebOnSu23npr64k+/vhjccIJJ0hCa7hNmjRJnHfeeXXjVp3getppp4nLL79ctG7dOjWm//rXv8TEiRPFhRdeWHPtGWecISZPnixatWpV8/fLLrtMjB8/vuZvxxxzjJg5c6Zo165d6vmDC9544w0xePBgsWrVqpox5s2bJwYOHFg3brMQXD/99FMxbtw4iW+46QjI1grghd4jQPup9CokwbXcKqL9Wm79UDoiQASIABGoIAK0Xyuo1GyXRPssWzw5GhEgAkSACBCBRARonyVCxA5+I0D70m/9UXoiQASIABHwEAHf7EsSXD3cZBSZCBABIkAEiEDeCPhm0OSNB8dvOAJ0cDVcBRSACBABIkAEmg0B2oPea5z2k/cqzG4BP/rRj8RFF11UM+DJJ58spk6dKtq0aWM9EUiZF198sfwXbrqxq05wvfXWW8Xw4cOt8Vy8eLHo379/zfX9+vUTc+bMEe3bt2/5uw5H6Pn8888Xiue3sUw6Iucll1xSR77FoM1CcNVhriNzGwPOjpVDgPZT6VVKgmu5VUT7tdz6oXREgAgQASJQQQRov1ZQqdkuifZZtnhyNCJABIgAESACiQjQPkuEiB38RoD2pd/6o/REgAgQASLgIQK+2ZckuHq4ySgyESACRIAIEIG8EfDNoMkbD47fcATo4Gq4CigAESACRIAINBsCtAe91zjtJ+9VmM0C8ibm/exnPxPDhg2rEfaggw4S+PvGG29c8/eqE1xXrFgh9tprL2vFPfvss+Kwww4T7777bssYu+66q0D11I4dO7b87U9/+pMYOnSoePjhh2vm0lVZTStQGkJ0sxBcgaEKFx3xNy3m7F8dBGg/lV6XJLiWW0W0X8utH0pHBIgAESACFUSA9msFlZrtkmifZYsnRyMCRIAIEAEikIgA7bNEiNjBbwRoX/qtP0pPBIgAESACHiLgm31JgquHm4wiEwEiQASIABHIGwHfDJq88eD4DUeADq6Gq4ACEAEiQASIQLMhQHvQe43TfvJehdksYM2aNWLkyJFi4cKFNQPedtttkiTp2n7xi1+Ivffeu2aYHj16iLlz54qtt9665u9VJrjuuOOOYv78+aJz587WkKrIol27dhULFiwQXbp0aRn3rbfeEkOGDBErV66smcuVYBsMpiItH3PMMWLmzJmiXbt2NXM2O8F19OjR4sorrxTrr7++td55YbUQoP1Uen2S4FpuFdF+Lbd+KB0RIAJEgAhUEAHarxVUarZLon2WLZ4cjQgQASJABIhAIgK0zxIhYge/EaB96bf+KD0RIAJEgAh4iIBv9iUJrh5uMopMBIgAESACRCBvBHwzaPLGg+M3HAE6uBquAgpABIgAESACzYYA7UHvNU77yXsVZrOAvKt9qgiuOrInCa7xOlWRRXFFlLiq6veVr3xFLFmyRHTv3t1546SpytvsBNeTTz5ZTJ06VbRp08YZdw5QDQRoP5VejyS4lltFtF/LrR9KRwSIABEgAhVEgPZrBZWa7ZJon2WLJ0cjAkSACBABIpCIAO2zRIjYwW8EaF/6rT9KTwSIABEgAh4i4Jt9SYKrh5uMIhMBIkAEiAARyBsB3wyavPHg+A1HgA6uhquAAhABIkAEiECzIUB70HuN037yXoXZLEBHcM2q2icJrv/W00EHHSRADN14442tFedCcM2igmwgOAmuahX+6Ec/EhdddFHNjyS4Wm/3yl5I+6n0qiXBtdwqov1abv1QOiJABIgAEaggArRfK6jUbJdE+yxbPDkaESACRIAIEIFEBGifJULEDn4jQPvSb/1ReiJABIgAEfAQAd/sSxJcPdxkFJkIEAEiQASIQN4I+GbQ5I0Hx284AnRwNVwFFIAIEAEiQASaDQHag95rnPaT9yrMZgGs4KrGUUXivOSSS8SFF15oBHyU7NirVy9JcN1yyy2Nrld1Mq3MatrPVhASXNXIkeBqu6Oa6zraT6XXNwmu5VYR7ddy64fSEQEiQASIQAURoP1aQaVmuyTaZ9niydGIABEgAkSACCQiQPssESJ28BsB2pd+64/SEwEiQASIgIcI+GZfkuDq4SajyESACBABIkAE8kbAN4Mmbzw4fsMRoIOr4SqgAESACBABItBsCNAe9F7jtJ+8V2E2C1izZo0YOXKkWLhwYc2At912mxg6dKjzJI8//rjo2bNnzTgHHHCAmDt3rth0001r/v7//t//E2eccYaYMWNGJrJ8+umnYty4cWLmzJk145lUp82a4JpFBVUVcVU17ltvvSWGDBkiVq5cmXrdJgqfPXu2GDFiRE1X7KGrr75abLDBBjV/N5XZZF70efXVV8Wxxx4rXnrppZZLTKvjuuo0SUYVwRX7efLkyaJVq1ZJl/P3JkGA9lPpFU2Ca7lVRPu13PqhdESACBABIlBBBGi/VlCp2S6J9lm2eHI0IkAEiAARIAKJCNA+S4SIHfxGgPal3/qj9ESACBABIuAhAr7ZlyS4erjJKDIRIAJEgAgQgbwR8M2gyRsPjt9wBOjgargKKAARIAJEgAg0GwK0B73XOO0n71WYzQJ0pNJJkyaJ8847z3kSFRmyX79+Ys6cOaJ9+/Y142dNcNVVp20EwXXbbbeVJOJu3bpZY/qLX/xC7L333jXXqyrD5lmV91//+pe4+OKL5b9wGz16tLjyyivF+uuvX/P3rAmuKgzKTHBNU/XXemPwQq8QoP1UenWR4FpuFdF+Lbd+KB0RIAJEgAhUEAHarxVUarZLon2WLZ4cjQgQASJABIhAIgK0zxIhYge/EaB96bf+KD0RIAJEgAh4iIBv9iUJrh5uMopMBIgAESACRCBvBHwzaPLGg+M3HAE6uBquAgpABIgAESACzYYA7UHvNU77yXsVZrcAVeXJk08+WUydOlW0adPGeqJ//vOf4sILLxSXXXZZzRi6sbMmuL7zzjuyCu3y5ctr5m8EwRUC3HPPPeLwww+3xlNFFj7uuOPEtddeK77yla+0jKvDEXo+//zzheL5bSzTX/7yFzFmzBhJUA43HZEza4LrI488Ivr06VMzdxkIrjrMp0yZIqsSsxGBAAHaT6XfCyS4lltFtF/LrR9KRwSIABEgAhVEgPZrBZWa7ZJon2WLJ0cjAkSACBABIpCIAO2zRIjYwW8EaF/6rT9KTwSIABEgAh4i4Jt9SYKrh5uMIhMBIkAEiAARyBsB3wyavPHg+A1HgA6uhquAAhABIkAEiECzIUB70HuN037yXoXZLWD+/Pli0KBBNQP26NFDzJ07V2y99dbWE3344YcCBMyHHnqoZgxddVgdSfDWW28Vw4cPTy3Hs88+Kw477DDx7rvv1lzbKIKrC8H0s88+E+eee64kHYebbkyQisePH1/T95hjjhEzZ84U7dq1S41lcIGKsIrf5s2bJwYOHFg3rqp/165dxYIFC0SXLl1Sy4H1n3nmmTXXlYHgqiP+3nbbbZJkzUYEAgRoP5V+L5DgWm4V0X4tt34oHREgAkSACFQQAdqvFVRqtkuifZYtnhyNCBABIkAEiEAiArTPEiFiB78RoH3pt/4oPREgAkSACHiIgG/2JQmuHm4yikwEiAARIAJEIG8EfDNo8saD4zccATq4Gq4CCkAEiAARIALNhgDtQe81TvvJexVmt4Bf/epXYsCAAeKVV16pGdSVnLds2TJx5JFHCpD/wm3JkiXiwAP/f/buP2avsr4f+KeAM7SFRCIbZJnFGGRkSG3ZxoABG/A1ZWIrWn7YDmQpBYQKwhS6X6DbYtoiTrAwSzG6IAgCwVY26sYPgVmGA2oJhqExWhMztriRQKnBIc9y7vn0+/y4nz7nvp9zn/tc13k9yf6h51zX53p9TsfHwpvr/006wFQhzqluB51O4POf/3ycf/75kx4bVsD1lFNOieIW1oMPPni60if9+g9+8IP4wAc+EE888cTuXytubb333nvj5JNPnvR8N/ti3yKIesIJJ/S8/+gL3UwPPfTQuPvuu+PII4+ctO6OHTti2bJlsXXr1nG/VqYHExd75ZVXYtWqVfHFL35x3C81IeD6X//1X50g69e//vUZn7Pv5ngxCQHzU+PbJODa7BaZX5vdH9URIECAQIYC5tcMm1rtkcxn1XpajQABAgQITCtgPpuWyANpC5gv0+6f6gkQIEAgQYHU5ksB1wQ/MiUTIECAAIFBC6Q20Azaw/pDF/AHXENvgQIIECBAoG0C5sHkO25+Sr6F1R1gquDgu9/97s6NnwcddFDPm7300kvx4Q9/uBPoHPszXcizuJH06quvHvdOcQvsjTfeGEWgs+zPiy++GCtWrOgEQCf+lAlX3nbbbfGHf/iH417tJWjb7RzFYv2Ehn/+85/Hpz/96bjyyitLWxa31ha33j7wwAPj3lm5cmXnFtg5c+aUpdz93I9//OPOjbwPP/zwuHfPO++8WL9+fdc1pwp+fu5zn4sLL7ywpxq+9a1vxXvf+95JN/I2IeDa7aba+fPnR3E78mGHHdbTOT2ct4D5qfH9FXBtdovMr83uj+oIECBAIEMB82uGTa32SOazaj2tRoAAAQIEphUwn01L5IG0BcyXafdP9QQIECCQoEBq86WAa4IfmZIJECBAgMCgBVIbaAbtYf2hC/gDrqG3QAEECBAg0DYB82DyHTc/Jd/Cag+wadOmTnhx4m2rRaizCFa+8Y1vLL3ha6+9Ftddd12sXr160jvFX7/88sujy/8P6TxbBGI/+MEPjnuv15tH97R/sfAwA65HH310fOELX4jDDz+8tOcjjzzSMSluQx37c/PNN3duqO1mOTIyEjfccEN85CMfmbRPcQNq0eu99tqrdA1FCLr4Dm666aZJ79xzzz3xvve9r+tau3btissuu6wTlB77s3jx4ti4cWP88i//cqka/uM//qMTiC2+04k/TQi4Pvroo3HiiSeOK60IiN96663xpje9qdQZPdQOAfNT4/ss4NrsFplfm90f1REgQIBAhgLm1wybWu2RzGfVelqNALTddFsAACAASURBVAECBAhMK2A+m5bIA2kLmC/T7p/qCRAgQCBBgdTmSwHXBD8yJRMgQIAAgUELpDbQDNrD+kMX8AdcQ2+BAggQIECgbQLmweQ7bn5KvoXVHmCqG1eLXT7+8Y93wo377rvvtJu++uqrUQQv/+zP/mxSWPa4447r3GB6yCGHTLnOU089Fe95z3sm3dK5ZMmSzi2uv/qrv7rHGva0/+iL/QZcizDp9ddfH7Nnz57WYaobXIsXi+BjcZZ58+ZNu87jjz8eH/rQh2L79u3jnv393//9TnhyTx5T3bha3IRb3OJahGb32WefaWsoQs+f/OQnY82aNZOePeOMM2LDhg17DHEWe11xxRWT3i3WLP76dOHpF154ofP9Feft9jOTgGsvPd0TVGFw0UUXjXvkT/7kT6L4Dvbee+9pjT3QHgHzU+N7LeDa7BaZX5vdH9URIECAQIYC5tcMm1rtkcxn1XpajQABAgQITCtgPpuWyANpC5gv0+6f6gkQIEAgQYHU5ksB1wQ/MiUTIECAAIFBC6Q20Azaw/pDF/AHXENvgQIIECBAoG0C5sHkO25+Sr6F1R/gySefjKVLl066KbTY6bTTTotrrrkmFi5c2PXmz+LG0B/84AfxiU98onML68SfIlRZBF/PPvvsPRb+4osvxooVK+Lee++d9Nxv/dZvdYKWJ5100qQailtbizDounXr4r777tv9bnH767//+7+PW6tMwHXz5s1RhGrH/hRrfe5zn+tYTHf76Z4CrsWa8+fP79RanKVbyLS4MbXw+uu//uv47//+73F1FJZF2HNifd1gp7qZt3j23HPP7fT0rW99a9dbYF9//fV4+umnOz0dazq6TxHQve2226IILu/p51vf+la8973vndSH0RqK9buFnovQdXE77Nq1a+P555/vbFGcvQha/+d//ufuLcsGXGfa06nO+LOf/axzW3ER5B37U4S5ly9fXv1vVCsmLWB+anz7BFyb3SLza7P7ozoCBAgQyFDA/JphU6s9kvmsWk+rESBAgACBaQXMZ9MSeSBtAfNl2v1TPQECBAgkKJDafCngmuBHpmQCBAgQIDBogdQGmkF7WH/oAv6Aa+gtUAABAgQItE3APJh8x81Pybew+gMUIdU777wzLrnkkkmhytHdjj766Fi0aFEUYdM5c+bE//zP/8S2bdviH//xH+PBBx/sWlQRSvyLv/iLuPzyy0vdGLqnUGaxwWGHHRYnn3xyvOUtb+ns99xzz8U3vvGNScHcIgBaBAzPPPPMcXWVCbhOdZNssdCCBQviwAMP7KxZ1FAEVd/0pjeN22O6gOvow+94xzvife97327PIuC7devWuOuuu7oGjYv3iptU//iP/7iUZRH8LYKXRT3FTazdfgrLd73rXZ1zveENb4giXPuv//qvsWXLlnjiiSe6vnPAAQd0bqE966yzuoZjx75U3Kpb3Oh73XXXTfnRnnjiifG7v/u7nQBrERgtDL75zW9Oqrk4+86dOzvB39GfsgHXmfZ0quJ/8pOfxDnnnNPxGv05/PDDOz38jd/4jep/o1oxaQHzU+PbJ+Da7BaZX5vdH9URIECAQIYC5tcMm1rtkcxn1XpajQABAgQITCtgPpuWyANpC5gv0+6f6gkQIEAgQYHU5ksB1wQ/MiUTIECAAIFBC6Q20Azaw/pDF/AHXENvgQIIECBAoG0C5sHkO25+Sr6FgzlAEXItbk+94oorpgxY9rJzEVgsbl296KKLSgUyi7WLgOWVV14ZN910Uy9bjXu2COJ+4Qtf6AR1i+Dk2J8yAdfi1tfihtMHHnhgjzUUN7EWoeAidDv2p1vAtQhnFrfMFgHefn8Ky6I3b3zjG0svUYRci5tn//RP/3TKkGvpxSKiuLn105/+dJx++unThltH1y1CyH/0R380ZWC2zP4XX3xxJ0xc7H311VfvfqVswHWmPZ2qxm7B2fPOOy/Wr1/fCYH7ITBWwPzU+O9BwLXZLTK/Nrs/qiNAgACBDAXMrxk2tdojmc+q9bQaAQIECBCYVsB8Ni2RB9IWMF+m3T/VEyBAgECCAqnNlwKuCX5kSiZAgAABAoMWSG2gGbSH9Ycu4A+4ht4CBRAgQIBA2wTMg8l33PyUfAsHe4Bvf/vbnVtX77vvvr43Km55/cxnPhPHHHNM6SDk6GbFbaNFmLMIhfb6U9xGev3118ev//qvd24B7SfgWgR9v/zlL3eCuVPdfDpaV7fAbLeA65e+9KX4vd/7vc5NtsXtnr38FAHa4tbS4rbXvfbaq5dXO88W53n44Ydj9erVndtZ+/057bTT4tprr+3Y9vrzb//2b3HZZZd1bvvt9aeouwjoFoHpibZlA64z7elUNW/YsKHznYz9ueWWW2LFihW9HtPzLRAwPzW+yQKuzW6R+bXZ/VEdAQIECGQoYH7NsKnVHsl8Vq2n1QgQIECAwLQC5rNpiTyQtoD5Mu3+qZ4AAQIEEhRIbb5MIeD6ekTsrvP111/v+V+YSvA7UjIBAgQIEBiaQPEvhU74F2qLP1zo/d+wHdoJbJyhgHkww6Y6EgECBAg0V8A82Nze9FCZ+akHrLY++uqrr3YCrmvXru0pFHn88cfHhz/84SjCkPvuu2/ffMWf8z700EPxl3/5l/HYY49Nu84BBxwQf/7nfx4XXHDB7psz+w24FpsVN59u3Lixs2ZxE+xUP0Vwdfny5eN+eaqAa/HcT3/6086NqkVgdU/rFgsWZyoCsRdeeGEceOCB0xpM90BxO+4Xv/jF+OxnPxvPP//8dI/v/vWilx/5yEfixBNPLH0Tb7fFi/1vvvnmTgB5x44d0+5fhKSLoPNJJ520+88h+g24zrSnU51n1apVHdPRn+L24CIc/da3vnXa83mgXQLmpyT6LeDa7DaZX5vdH9URIECAQGYC5tfMGjqY45jPBuNqVQIECBAg0FXAfObDaIGA+bIFTXZEAgQIEGiOQIrzZQoB150RMWe0zS+99FLnv+TuhwABAgQIEBiMQHF7zf777z928VciYu5gdrMqgVIC5sFSTB4iQIAAAQLVCJgHq3Ec8irmpyE3IKXti6Dp9773vfjGN77R+b8iGLlt27bdR1iwYEEUN4wWt5MuWrQofu3Xfq2vW0anMin2L/b8+te/3rmFdPv27bvDkcXe8+fPj6VLl0YRrJ3wv1X7vsF1bC0/+tGP4o477uiEbYvbTyeGUosAbnHb7difPQVcx/459j/8wz/EvffeG0888cTuM/3O7/xOLFy4MP7gD/6g65mq+HaK8O4zzzwTjz76aDzyyCPx3HPPjQu8FjUUt7QWt6MWff2VX/mVSv+jkkXItzhzcZtrcQNucWNw8feW4s/13/nOd3aCtIsXL46iv/vss88ebcve4DrTnnZz/853vhNnnHFGx2/0p/gWrrnmmth7772raJU1MhIwPyXRTAHXZrfJ/Nrs/qiOAAECBDITML9m1tDBHMd8NhhXqxIgQIAAga4C5jMfRgsEzJctaLIjEiBAgEBzBFKcL1MIuP4wIuaNtvm73/1uHHrooc3pukoIECBAgEBmAsW/2Pz2t7997KmKa1cOyeyYjpOWgHkwrX6plgABAgQSFzAPJt7A/yvf/JRFGx2iqQJlAq5NrV1d5QU2bNgQF1100e4XDj744PjqV78av/3bv11+EU+2RsD8lESrBVyb3Sbza7P7ozoCBAgQyEzA/JpZQwdzHPPZYFytSoAAAQIEugqYz3wYLRAwX7agyY5IgAABAs0RSHG+TCHg+mhEHD/a5vvvv79zU4AfAgQIECBAYDACW7ZsiVNPPXXs4o9FxAmD2c2qBEoJmAdLMXmIAAECBAhUI2AerMZxyKuYn4bcANvnLSDgmnd/i9O9+OKLsWLFis4NvKM/5513Xqxfvz7mzJmTP4AT9ixgfuqZbBgvCLgOQ738nubX8laeJECAAAECMxYwv86YsA0LmM/a0GVnJECAAIHGCJjPGtMKhQxOwHw5OFsrEyBAgACBSQIpzpcpBFw3RsT5o9pr1qyJq666yudHgAABAgQIDEhg7dq1sXr16rGr3xIRKwe0nWUJlBEwD5ZR8gwBAgQIEKhIwDxYEeRwlzE/Ddff7pkLCLhm3uCIePDBB+P000+Pl19+uXPY/fbbrxN2Pfnkk/M/vBP2JWB+6out7pcEXOsW720/82tvXp4mQIAAAQIzEjC/zoivLS+bz9rSaeckQIAAgUYImM8a0QZFDFbAfDlYX6sTIECAAIFxAinOlykEXD8UETeNSi9evDg2bdrk0yNAgAABAgQGJLBkyZLYvHnz2NUvjoi/HdB2liVQRsA8WEbJMwQIECBAoCIB82BFkMNdxvw0XH+7Zy4g4Jp3g1999dW48sor44Ybbth90HPPPTc++9nPxv7775/34Z2ubwHzU990db4o4Fqndu97mV97N/MGAQIECBDoW8D82jddm140n7Wp285KgAABAkMXMJ8NvQUKGLyA+XLwxnYgQIAAAQK7BVKcL1MIuM6PiG+PKs+ePTt27twZs2alULrfHQQIECBAIC2BkZGRmDt3buzatWts4e+MiO1pnUS1mQmYBzNrqOMQIECAQHMFzIPN7U2PlZmfegTzOIFeBARce9FK79lnnnkmzj777Hjuuec6xbu9Nb0e1l2x+alu8b73E3Dtm66WF82vtTDbhAABAgQIRJhffQUlBcxnJaE8RoAAAQIEZipgPpupoPcTETBfJtIoZRIgQIBA+gKpzpeppER/GBHzRj+Tu+66K5YuXZr+V+MEBAgQIECgYQJ33313nHHGGWOr2hERhzSsTOW0U8A82M6+OzUBAgQI1CxgHqwZfLDbmZ8G62v1FgsIuObb/J///OfxiU98Iooej/6sWrUq1q1bF/vuu2++B3eyGQmYn2bEV+fLAq51ave3l/m1PzdvESBAgACBngTMrz1xtf1h81nbvwDnJ0CAAIFaBMxntTDbpBkC5stm9EEVBAgQIJC5QKrzZSoB1+sj4tLRb2jx4sWxadOmzD8pxyNAgAABAvULdLmO/oaIuKz+SuxIYJKAedBHQYAAAQIEahAwD9aAXN8W5qf6rO3UMgEB13wb/p3vfKfzH/4avb318MMPjzvuuCOOPPLIfA/tZDMWMD/NmLCuBQRc65Lufx/za/923iRAgAABAqUFzK+lqTwYYT7zFRAgQIAAgRoEzGc1INuiKQLmy6Z0Qh0ECBAgkLVAqvNlKgHXYyJi69gv6Omnn44FCxZk/VE5HAECBAgQqFNg27ZtsXDhwolbHhsRj9dZh70ITCFgHvRpECBAgACBAQuYBwcMXP/y5qf6ze3YEgEB1zwb/dprr8U111wTn/zkJ3cf8DOf+UxceumlMWtWKv8oJc/eNPlU5qcmd2dSbQKuzW+X+bX5PVIhAQIECCQuYH5NvIH1l28+q9/cjgQIECDQMgHzWcsa7rjmS98AAQIECBAYsEDK82VK/1bGoxFx/Ggvly1bFrfddtuAW2t5AgQIECDQHoHly5fH7bffPvbAj0XECe0RcNIEBMyDCTRJiQQIECCQroB5MN3e7aFy81OWbXWoYQsIuA67A4PZ/8knn4ylS5fGjh07OhucfvrpsWHDhjjwwAMHs6FVsxAwPyXVRgHXNNplfk2jT6okQIAAgUQFzK+JNm64ZZvPhutvdwIECBDIXMB8lnmDHa+bgPnSd0GAAAECBAYokPJ8mVLA9cyIuHNsH++///5YtGjRAFtraQIECBAg0A6BLVu2xKmnnjrxsGdFxFfaIeCUiQiYBxNplDIJECBAID0B82B6PStZsfmpJJTHCPQiIODai1Yaz/70pz+Nyy+/vBNoLX7mzZvX+Q9sHnfccWkcQJVDETA/DYV9JpsKuM5Er753za/1WduJAAECBFomYH5tWcOrO675rDpLKxEgQIAAgXEC5jMfREsFzJctbbxjEyBAgMDgBVKfL1MKuBbdHPdf7TjiiCPimWeeiVmzUjvG4D9MOxAgQIAAgbICIyMjceSRR8azzz479hW3t5YF9FzdAubBusXtR4AAAQLZC5gHs2+x+Sn7Fjtg3QICrnWLD36/TZs2xTnnnBMvv/xyZ7Obb745zj//fP/sYfD0ye5gfkqydQKu6bTN/JpOr1RKgAABAokImF8TaVRzyzSfNbc3KiNAgACBRAXMZ4k2TtlVCZgvq5K0DgECBAgQ+IVADvNlasnQkyLiwbFf4MqVKzv/sokfAgQIECBAoD+BCy64IDZu3Djx5ZMj4qH+VvQWgYEKmAcHymtxAgQIEGijgHkw+66bn7JvsQPWLSDgWrf4YPf78Y9/3Am3Pvzww52NLr744li3bl3MmTNnsBtbPWkB81OS7RNwTadt5td0eqVSAgQIEEhEwPyaSKOaW6b5rLm9URkBAgQIJCpgPku0ccquSsB8WZWkdQgQIECAwC8EcpgvUwu4FvTXR8SlY7/CNWvWxFVXXeXDJECAAAECBHoUWLt2baxevXriWzdExGU9LuVxAnUKmAfr1LYXAQIECGQtYB7Mur1jD2d+ak2rHZQAAQIEBi1gfhq08MDWF3AdGO1AFja/DoTVogQIECDQRgHzaxu7PpAzm88GwmpRAgQIEGijgPmsjV135i4C5kufBQECBAgQqEggl/kyxYBr0cInI+Kosb1cv359XHLJJRW11zIECBAgQCB/gRtvvDFWrVo18aBPRcRv5n96J8xAwDyYQRMdgQABAgSGK2AeHK7/EHY3Pw0B3ZYECBAgkJeA+Snpfgq4ptc+82t6PVMxAQIECDRMwPzasIakX475LP0eOgEBAgQIDFnAfDbkBti+aQLmy6Z1RD0ECBAgkJxATvNlqgHX+RHxzYiYM/brcZNrcr+XFEyAAAECQxKY4r/U8UpEHBcR24dUlm0J9CJgHuxFy7MECBAgQGCCgHmwlZ+E+amVbXdoAgQIEKhKwPxUleTQ1hFwHRp93xubX/um8yIBAgQIEIgwv/oKBiBgPhsAqiUJECBAoD0C5rP29NpJSwuYL0tTeZAAAQIECEwWyG2+TDXgWnTmtIj42sQWrVy5MjZs2BCzZqV8NL/1CBAgQIDAYARGRkbiwgsvjI0bN3bb4D0Rcd9gdrYqgYEImAcHwmpRAgQIEMhZwDyYc3dLnc38VIrJQwQIECBA4P8LmJ+y+RoEXNNspfk1zb6pmgABAgSGKGB+HSJ+O7Y2n7Wjz05JgAABAhUKmM8qxLRUjgLmyxy76kwECBAgMFCBXOfL1FOgZ0bEnRM7f8QRR8S1114bixYtGuhHYXECBAgQIJCSwJYtW+JjH/tYPPvss93KPisivpLSedRK4BcC5kGfAgECBAgQKClgHiwJlf9j5qf8e+yEBAgQIFCRgPmpIshmLCPg2ow+9FOF+bUfNe8QIECAQCsFzK+tbPswDm0+G4a6PQkQIEAgSQHzWZJtU3T9AubL+s3tSIAAAQKJCuQ8X6YecC0+qeK/3HFHRMyZ+H0tW7YsPvrRj8aCBQsS/fSUTYAAAQIEZi6wbdu2+NSnPhW33357t8VeiYiz3dw6c2crDFXAPDhUfpsTIECAQNMFzINN79BQ6jM/DYXdpgQIECCQioD5KZVO9VSngGtPXI172PzauJYoiAABAgSaJGB+bVI3WlOL+aw1rXZQAgQIEOhHwHzWj5p3Wi5gvmz5B+D4BAgQILBngTbMlzkEXIsuzo+Iz0fEUd1aunjx4jjnnHPi/e9/f8yalcuR/fYlQIAAAQJTCxRXz99zzz1x6623xubNm6d68KmIWBER21kSyEDAPJhBEx2BAAECBKoTMA9WZ5nxSuanjJvraAQIECDQu4D5qXezxN4QcE2sYV3KNb+m30MnIECAAIEKBcyvFWJaql8B81m/ct4jQIAAgSwFzGdZttWh6hUwX9brbTcCBAgQaLhA2+bL3NKe10fEpVN9Y7Nnz45TTjkljj322Jg/f3687W1vi4MOOijmzp0r+Nrw35jKI0CAAIHuAsXgsnPnznjhhRfi+9//fmzfvj22bt0aDzzwQOzatWtPbDdExGVcCWQoYB7MsKmORIAAAQJTC5gHfR0VCJifKkC0BAECBAikI2B+SqdXFVcq4Fox6BCXM78OEd/WBAgQIFC/gPm1fnM79ixgPuuZzAsECBAgkLKA+Szl7qk9EQHzZSKNUiYBAgQIVCNgvvw/x9wCrsWZToqIj0fE8dV8KlYhQIAAAQJZCTz2i79PPpTVqRyGwHgB86AvggABAgQITC1gHvR1dBMwP/kuCBAgQICA+Sn3b0DANa8Om1/z6qfTECBAgEC1Av78r1pPq5UTMJ+Vc/IUAQIECLRTwHzWzr479cwEzJcz8/M2AQIECOQtkOV8mWPAdfQzPDMiVgm65v270ukIECBAoLRAMcisj4ivlH7DgwTSFzAPpt9DJyBAgACB6gTMg9VZ5ryS+Snn7jobAQIECPQqYH7qVazZzwu4Nrs//VZnfu1XznsECBAgkKOA+TXHrqZ3JvNZej1TMQECBAgMTsB8NjhbK7dHwHzZnl47KQECBAhML5D1fJlzwHW0tcdExNkRsSQi5k3fb08QIECAAIFsBHZExKaIuCMiHs/mVA5CoHcB82DvZt4gQIAAgTwEzIN59HEYpzA/DUPdngQIECDQBAHzUxO6MJgaBFwH49qUVc2vTemEOggQIECgbgHza93i9isrYD4rK+U5AgQIEMhNwHyWW0edpykC5sumdEIdBAgQIFC3QGvmyzYEXMd+PPMj4tiIWBgRh0XEWyLizRExOyLaZlH3byr7ESBAgMBgBIp/MWtXRPwkIn4UEc9HxNMRsTUitg9mS6sSSFrAPJh0+xRPgAABAl0EzIM+i0ELmJ8GLWx9AgQIEKhbwPxUt3gz9hNwbUYf6qjC/FqHsj0IECBAoE4B82ud2vYahID5bBCq1iRAgACBYQqYz4apb28CEeZLXwEBAgQI5CZgvhTqzO2bdh4CBAgQIECAAAECBAgQIECAAAECBAgQIECAAAECBCYICLj6JAgQIECAAAECBAgQIECAAAECBAgQIECAAAECBAgQINBAAbeWNrApSiJAgAABAgQIECBAgAABAgQIECBAgAABAgQIECBAoDIBAdfKKC1EgAABAgQIECBAgAABAgQIECBAgAABAgQIECBAgACB6gQEXKuztBIBAgQIECBAgAABAgQIECBAgAABAgQIECBAgAABAs0TEHBtXk9URIAAAQIECBAgQIAAAQIECBAgQIAAAQIECBAgQIAAgRBw9R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KUPdiQAAIABJREFU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oOEC8yPi2IhYGBGHRcRbIuLNETHb5W8N75zyCBAgQGAqgeKfY+6KiJ9ExI8i4vmIeDoitkbE9rawCbi2pdPOSYAAAQIECBAgQIAAAQIECBAgQIAAAQIECBAgQKCdAgKu7ey7UxMgQIAAAQIECBAgQIAAAQIECBAgkL7AMRFxdkQsiYh56R/HCQgQIECAQGmBHRGxKSLuiIjHS7+V4IMCrgk2TckECBAgQIAAAQIECBAgQIAAAQIECBAgQIAAAQIECJQWEHAtTeVBAgQIECBAgAABAgQIECBAgAABAgQINELgzIhYFRHHN6IaRRAgQIAAgeEKPBYR6yPiK8MtYzC7C7gOxtWqBAgQIECAAAECBAgQIECAAAECBAgQIECAAAECBAg0Q0DAtRl9UAUBAgQIECBAgAABAgQIECBAgAABAgSmEzgpIj4u2Dodk18nQIAAgZYKFEHX4u+TD+V0fgHXnLrpLAQIECBAgAABAgQIECBAgAABAgQIECBAgAABAgQITBQQcPVNECBAgAABAgQIECBAgAABAgQIECBAoPkC10fEpVOVOXv27DjllFPi2GOPjfnz58fb3va2OOigg2Lu3Lkxa5ZoTPPbq0ICBAgQmPQPMUdGYufOnfHCCy/E97///di+fXts3bo1Hnjggdi1a9eewG6IiMtyEfV38Vw66RwECBAgQIAAAQIECBAgQIAAAQIECBAgQIAAAQIECHQTEHD1XRAgQIAAAQIECBAgQIAAAQIECBAgQKC5AvMj4vMRcVS3EhcvXhznnHNOvP/97xdkbW4PVUaAAAECFQqMjIzEPffcE7feemts3rx5qpWfiogVEbG9wq2HspSA61DYbUqAAAECBAgQIECAAAECBAgQIECAAAECBAgQIECAQE0CAq41QduGAAECBAgQIECAAAECBAgQIECAAAECPQqcFhF3RMScie8tW7YsPvrRj8aCBQt6XNLjBAgQIEAgH4Ft27bFpz71qbj99tu7HeqViDg7Iu5L+cQCril3T+0ECBAgQIAAAQIECBAgQIAAAQIECBAgQIAAAQIECEwnIOA6nZBfJ0CAAAECBAgQIECAAAECBAgQIECAQP0CZ0bEnRO3PeKII+Laa6+NRYsW1V+RHQkQIECAQEMFtmzZEh/72Mfi2Wef7VbhWRHxlYaWPm1ZAq7TEnmAAAECBAgQIECAAAECBAgQIECAAAECBAgQIECAAIGEBQRcE26e0gkQIECAAAECBAgQIEBPmnzcAAAgAElEQVSAAAECBAgQyFKguLn1axNPtnLlytiwYUPMmiXqkmXXHYoAAQIEZiQwMjISF154YWzcuLHbOu9J9SZXf9ef0WfhZQIECBAgQIAAAQIECBAgQIAAAQIECBAgQIAAAQIEGi4g4NrwBimPAAECBAgQIECAAAECBAgQIECAAIFWCcyPiG9GxJyxp16zZk1cddVVrYJwWAIECBAg0I/A2rVrY/Xq1RNffSUijouI7f2sOcx3BFyHqW9vAgQIECBAgAABAgQIECBAgAABAgQIECBAgAABAgQGLSDgOmhh6xMgQIAAAQIECBAgQIAAAQIECBAgQKC8wJMRcdTYx9evXx+XXHJJ+RU8SYAAAQIEWi5w4403xqpVqyYqPBURv5kajYBrah1TLwECBAgQIECAAAECBAgQIECAAAECBAgQIECAAAECvQgIuPai5VkCBAgQIECAAAECBAgQIECAAAECBAgMTuD6iLh07PJubh0ctpUJECBAIG+BKW5yvSEiLkvp5AKuKXVLrQQIECBAgAABAgQIECBAgAABAgQIECBAgAABAgQI9Cog4NqrmOcJECBAgAABAgQIECBAgAABAgQIECBQvcBJEfHg2GVXrlwZN998c/U7WZEAAQIECLRE4IILLoiNGzdOPO3JEfFQKgQCrql0Sp0ECBAgQIAAAQIECBAgQIAAAQIECBAgQIAAAQIECPQjIODaj5p3CBAgQIAAAQIECBAgQIAAAQIECBAgUK3AoxFx/OiSRxxxRDzzzDMxa5ZYS7XMViNAgACBNgmMjIzEkUceGc8+++zYYz8WESek4mASSKVT6iRAgAABAgQIECBAgAABAgQIECBAgAABAgQIECBAoB8BAdd+1LxDgAABAgQIECBAgAABAgQIECBAgACB6gTOjIg7xy53//33x6JFi6rbwUoECBAgQKClAlu2bIlTTz114unPioivpEAi4JpCl9RIgAABAgQIECBAgAABAgQIECBAgAABAgQIECBAgEC/AgKu/cp5jwABAgQIECBAgAABAgQIECBAgAABAtUIjLu9ddmyZXHbbbdVs7JVCBAgQIAAgVi+fHncfvvtYyWSucVVwNUHTIAAAQIECBAgQIAAAQIECBAgQIAAAQIECBAgQIBAzgICrjl319kIECBAgAABAgQIECBAgAABAgQIEGi6wDERsXVskU8//XQsWLCg6XWrjwABAgQIJCOwbdu2WLhw4cR6j42Ix5t+CAHXpndIfQQIECBAgAABAgQIECBAgAABAgQIECBAgAABAgQIzERAwHUmet4lQIAAAQIECBAgQIAAAQIECBAgQIDAzASuj4hLR5dYvHhxbNq0aWYrepsAAQIECBCYJLBkyZLYvHnz2L9+Q0Rc1nQqAdemd0h9BAgQIECAAAECBAgQIECAAAECBAgQIECAAAECBAjMREDAdSZ63iVAgAABAgQIECBAgAABAgQIECBAgMDMBH4YEfNGl7jrrrti6dKlM1vR2wQIECBAgMAkgbvvvjvOOOOMsX99R0Qc0nQqAdemd0h9BAgQIECAAAECBAgQIECAAAECBAgQIECAAAECBAjMREDAdSZ63iVAgAABAgQIECBAgAABAgQIECBAgED/AvMj4tujr8+ePTt27twZs2aJsvRP6k0CBAgQINBdYGRkJObOnRu7du0a+8A7I2J7k81MBU3ujtoIECBAgAABAgQIECBAgAABAgQIECBAgAABAgQIEJipgIDrTAW9T4AAAQIECBAgQIAAAQIECBAgQIAAgf4EPhQRN42+unjx4ti0aVN/K3mLAAECBAgQmFZgyZIlsXnz5rHPXRwRfzvti0N8QMB1iPi2JkCAAAECBAgQIECAAAECBAgQIECAAAECBAgQIEBg4AICrgMntgEBAgQIECBAgAABAgQIECBAgAABAgS6CmyMiPNHf2XNmjVx1VVXoSJAgAABAgQGJLB27dpYvXr12NVviYiVA9qukmUFXCthtAgBAgQIECBAgAABAgQIECBAgAABAgQIECBAgAABAg0VEHBtaGOURYAAAQIECBAgQIAAAQIECBAgQIBA9gKPRsTxo6e8//77Y9GiRdkf2gEJECBAgMCwBLZs2RKnnnrq2O0fi4gThlVPmX0FXMsoeYYAAQIECBAgQIAAAQIECBAgQIAAAQIECBAgQIAAgVQFBFxT7Zy6CRAgQIAAAQIECBAgQIAAAQIECBBIXeCHETFv9BDf/e5349BDD039TOonQIAAAQKNFfje974Xb3/728fWtyMiDmlswREh4Nrk7qiNAAECBAgQIECAAAECBAgQIECAAAECBAgQIECAAIGZCgi4zlTQ+wQIECBAgAABAgQIECBAgAABAgQIEOhPYGdEzBl99aWXXor99tuvv5W8RYAAAQIECEwr8PLLL8f+++8/9rlXImLutC8O8QEB1yHi25oAAQIECBAgQIAAAQIECBAgQIAAAQIECBAgQIAAgYELCLgOnNgGBAgQIECAAAECBAgQIECAAAECBAgQ6Crw+tiL2V5//fWYNUuMxbdCgAABAgQGJTAyMhJ77bXX2OWLf1Y67i8Mau9+1zUZ9CvnPQIECBAgQIAAAQIECBAgQIAAAQIECBAgQIAAAQIEUhAQcE2hS2okQIAAAQIECBAgQIAAAQIECBAgQCBHgXF/PluEbvwQIECAAAECgxXo8h+TaHSGtNHFDbZVVidAgAABAgQIECBAgAABAgQIECBAgAABAgQIECBAoAUCAq4taLIjEiBAgAABAgQIECBAgAABAgQIECDQSAEB10a2RVEECBAgkLOAgGvO3XU2AgQIECBAgAABAgQIECBAgAABAgQIECBAgAABAgRSExBwTa1j6iVAgAABAgQIECBAgAABAgQIECBAIBcBAddcOukcBAgQIJCMgIBrMq1SKAECBAgQIECAAAECBAgQIECAAAECBAgQIECAAAECLRAQcG1Bkx2RAAECBAgQIECAAAECBAgQIECAAIFGCgi4NrItiiJAgACBnAUEXHPurrMRIECAAAECBAgQIECAAAECBAgQIECAAAECBAgQIJCagIBrah1TLwECBAgQIECAAAECBAgQIECAAAECuQgIuObSSecgQIAAgWQEBFyTaZVCCRAgQIAAAQIECBAgQIAAAQIECBAgQIAAAQIECBBogYCAawua7IgECBAgQIAAAQIECBAgQIAAAQIECDRSQMC1kW1RFAECBAjkLCDgmnN3nY0AAQIECBAgQIAAAQIECBAgQIAAAQIECBAgQIAAgdQEBFxT65h6CRAgQIAAAQIECBAgQIAAAQIECBDIRUDANZdOOgcBAgQIJCMg4JpMqxRKgAABAgQIECBAgAABAgQIECBAgAABAgQIECBAgEALBARcW9BkRyRAgAABAgQIECBAgAABAgQIECBAoJECAq6NbIuiCBAgQCBnAQHXnLvrbAQIECBAgAABAgQIECBAgAABAgQIECBAgAABAgQIpCYg4Jpax9RLgAABAgQIECBAgAABAgQIECBAgEAuAgKuuXTSOQgQIEAgGQEB12RapVACBAgQIECAAAECBAgQIECAAAECBAgQIECAAAECBFogIODagiY7IgECBAgQIECAAAECBAgQIECAAAECjRQQcG1kWxRFgAABAjkLCLjm3F1nI0CAAAECBAgQIECAAAECBAgQIECAAAECBAgQIEAgNQEB19Q6pl4CBAgQIECAAAECBAgQIECAAAECBHIREHDNpZPOQYAAAQLJCAi4JtMqhRIgQIAAAQIECBAgQIAAAQIECBAgQIAAAQIECBAg0AIBAdcWNNkRCRAgQIAAAQIECBAgQIAAAQIECBBopICAayPboigCBAgQyFlAwDXn7jobAQIECBAgQIAAAQIECBAgQIAAAQIECBAgQIAAAQKpCQi4ptYx9RIgQIAAAQIECBAgQIAAAQIECBAgkIuAgGsunXQOAgQIEEhGQMA1mVYplAABAgQIECBAgAABAgQIECBAgAABAgQIECBAgACBFggIuLagyY5IgAABAgQIECBAgAABAgQIECBAgEAjBQRcG9kWRREgQIBAzgICrjl319kIECBAgAABAgQIECBAgAABAgQIECBAgAABAgQIEEhNQMA1tY6plwABAgQIECBAgAABAgQIECBAgACBXAQEXHPppHMQIECAQDICAq7JtEqhBAgQIECAAAECBAgQIECAAAECBAgQIECAAAECBAi0QEDAtQVNdkQCBAgQIECAAAECBAgQIECAAAECBBopIODayLYoigABAgRyFhBwzbm7zkaAAAECBAgQIECAAAECBAgQIECAAAECBAgQIECAQGoCAq6pdUy9BAgQIECAAAECBAgQIECAAAECBAjkIiDgmksnnYMAAQIEkhEQcE2mVQolQIAAAQIECBAgQIAAAQIECBAgQIAAAQIECBAgQKAFAgKuLWiyIxIgQIAAAQIECBAgQIAAAQIECBAg0EgBAddGtkVRBAgQIJCzgIBrzt11NgIECBAgQIAAAQIECBAgQIAAAQIECBAgQIAAAQIEUhMQcE2tY+olQIAAAQIECBAgQIAAAQIECBAgQCAXAQHXXDrpHAQIECCQjICAazKtUigBAgQIECBAgAABAgQIECBAgAABAgQIECBAgAABAi0QEHBtQZMdkQABAgQIECBAgAABAgQIECBAgACBRgoIuDayLYoiQIAAgZwFBFxz7q6zESBAgAABAgQIECBAgAABAgQIECBAgAABAgQIECCQmoCAa2odUy8BAgQIECBAgAABAgQIECBAgAABArkICLjm0knnIECAAIFkBARck2mVQgkQIECAAAECBAgQIECAAAECBAgQIECAAAECBAgQaIGAgGsLmuyIBAgQIECAAAECBAgQIECAAAECBAg0UkDAtZFtURQBAgQI5Cwg4Jpzd52NAAECBAgQIECAAAECBAgQIECAAAECBAgQIECAAIHUBARcU+uYegkQIECAAAECBAgQIECAAAECBAgQyEVAwDWXTjoHAQIECCQjIOCaTKsUSoAAAQIECBAgQIAAAQIECBAgQIAAAQIECBAgQIBACwQEXFvQZEckQIAAAQIECBAgQIAAAQIECBAgQKCRAgKujWyLoggQIEAgZwEB15y762wECBAgQIAAAQIECBAgQIAAAQIECBAgQIAAAQIECKQmIOCaWsfUS4AAAQIECBAgQIAAAQIECBAgQIBALgICrrl00jkIECBAIBkBAddkWqVQAgQIECBAgAABAgQIECBAgAABAgQIECBAgAABAgRaICDg2oImOyIBAgQIECBAgAABAgQIECBAgAABAo0UEHBtZFsURYAAAQI5Cwi45txdZyNAgAABAgQIECBAgAABAgQIECBAgAABAgQIECBAIDUBAdfUOqZeAgQIECBAgAABAgQIECBAgAABAgRyERBwzaWTzkGAAAECyQgIuCbTKoUSIECAAAECBAgQIECAAAECBAgQIECAAAECBAgQINACAQHXFjTZEQkQIECAAAECBAgQIECAAAECBAgQaKSAgGsj26IoAgQIEMhZQMA15+46GwECBAgQIECAAAECBAgQIECAAAECBAgQIECAAAECqQkIuKbWMfUSIECAAAECBAgQIECAAAECBAgQIJCLgIBrLp10DgIzEPinf/qneMMb3hDveMc74oADDogu4bsZrD7+1ZGRkXjppZfitddeG/cLe+21V+y3336xzz77VLaXhQg0VUDAtamdURcBAgQIECBAgAABAgQIECBAgAABAgQIECBAgAABAm0UEHBtY9edmQABAgQIECBAgAABAgQIECBAgACBJggIuDahC2ogMESBl19+OS655JK49dZbO1XMmzcv1qxZE2efffZAqnrkkUfigx/8YOzYsWPc+n/1V38Vq1evTirgWtR89dVXjzvHP//zP8dxxx03EDuL5iMg4JpPL52EAAECBAgQIECAAAECBAgQIECAAAECBAgQIECAAIH0BQRc0++hExAgQIAAAQIECBAgQIAAAQIECBAgkKaAgGuafVM1gcoEiqDpsmXLYuvWrZ01Dz744Pja174WRx11VGV7jC70wgsvxPnnnx9///d/P2ntdevWxRVXXBF777135fsOakEB10HJ5r+ugGv+PXZCAgQIECBAgAABAgQIECBAgAABAgQIECBAgAABAgTSERBwTadXKiVAgAABAgQIECBAgAABAgQIECBAIC8BAde8+uk0BHoW+Jd/+Zd417veFcVNrsXPokWLOre5vvnNb+55rT298Morr8SVV14ZN910U9fHiptj/+7v/i5OPPHESvcd5GICroPUzXttAde8++t0BAgQIECAAAECBAgQIECAAAECBAgQIECAAAECBAikJSDgmla/VEuAAAECBAgQIECAAAECBAgQIECAQD4CAq759NJJCPQlsGHDhrjooot2v3v55ZfHmjVr4pd+6Zf6Wq/bS6+99lpcd911sXr16j2u+e53vztuueWWOOiggyrbe5ALCbgOUjfvtQVc8+6v0xEgQIAAAQIECBAgQIAAAQIECBAgQIAAAQIECBAgkJaAgGta/VItAQIECBAgQIAAAQIECBAgQIAAAQL5CAi45tNLJyHQs8DPfvazTuj0b/7mb3a/+6UvfSmWL1/e81pTvTAyMhJf/vKXOyHa0Vtii2ePPvroOPfcc2PdunWxY8eO3a9ffPHFnb82Z86cymoY1EICroOSzX9dAdf8e+yEBAgQIECAAAECBAgQIECAAAEC/8ve/QBrWZb5A78EkxCJQdpZ3dn1z6ixhMoam5Za7QQrWP4DJETANDDcQstMRJFY1kyslF0ifhK4iQhKCKi5iSUtmVpYphguGZVpm7qKkSI2uuL5zf324/zOezh/3vec57zned/388w0K+fcz31f9+d6dnSG+c5FgAABAgQIECBAgED1CAi4Vk+vVEqAAAECBAgQIECAAAECBAgQIECAQG0JCLjWVj9r5jZp4uevf/3reOSRR+LBBx+MX/3qV4UQ5JNPPtl4x/333z+GDBkSBx98cLz3ve8tBCaPOuqoTCeP1gxoKxfZtm1bTJo0KdatW1dYccQRR8Ttt98eRx99dGZX/8EPfhAf//jHi0KsqWdLly6ND37wgzF//vz47Gc/W3RemiB7ySWXxN57751ZHSnMu3r16njmmWca9+zXr19MnDgx9ttvvw6dk3XA9fnnn4/bbrstXn/99cZ6DjrooBgzZozvukMdyu9LAq757Y3KCBAgQIAAAQIECBAgQIAAAQIECBAgQIAAAQIECBCoPwEB1/rruRsTIECAAAECBAgQIECAAAECBAgQIJAPAQHXfPShrCpuvPHGmDJlyh7vXH/99XHxxReXtVdHF69Zs6YQumv69O3bN9auXRvDhg3r0LZvvfVW/Nd//Vf8+7//e6T9m071LHXDFHo9/fTTY/LkyYXAa5YByfZq2L59e+HcZND8WbJkSeF3eXsef/zxOPPMM2Pr1q2F0j760Y/GsmXLon///pmU2lK4NX0nN9xwQ4wfPz5SyG/nzp0xffr0WLhwYeOZzddkUcyf/vSnwv9/LFq0qHG7ESNGxPLly2PAgAEdOiLrgGsKcI8bNy42bdrUWM/UqVMLE3Z79+7doRq9lE8BAdd89kVVBAgQIECAAAECBAgQIECAAAECBAgQIECAAAECBAjUp4CAa3323a0JECBAgAABAgQIECBAgAABAgQIEOh+AQHX7u9B2RU89dRThXDgxo0bi94dNWpUpPBrVuHE1gpL0yVTIDFN3mz6dPT8FGxNQchrr7027r333rI9WnshhRcvu+yy+NCHPhQ9evTIbN/WNkqTZk8++eTYsWPHHks6atPVRa9cuTLOOuusxmMuv/zySKHNnj17dvro+++/Pz75yU8WTd1tLbi6ZcuWOO+884q+6axDrgKunW6pDTIUEHDNENNWBAgQIECAAAECBAgQIECAAAECBAgQIECAAAECBAgQ6KSAgGsnAb1OgAABAgQIECBAgAABAgQIECBAgACBDgoIuHYQrjtfay1geuCBB8Ydd9wRxx57bJeW98QTT8TYsWMjhRKbPh2ZUvq73/0urrzyyrj55pu7pOYUkrzwwgtjxowZkf65q55du3bFnDlzCuHQlp7OTrftTN1vvPFGrF69Op555pk9tkkh1O985zuNP584cWIceeSR7R7Xq1evQjD2gAMO2GNtQ0NDIbB8wQUXFIVb08K5c+fGJZdc0uJk3ZamvaaJvF//+tcLU01bCAS2W2fTBQKuZXFZ3MUCAq5dDGx7AgQIECBAgAABAgQIECBAgAABAgQIECBAgAABAgQIlCEg4FoGlqUECBAgQIAAAQIECBAgQIAAAQIECBDIUEDANUPMSm61fv36SFNBm08LTQHLmTNndjoM2NZd0pTYKVOmFC0ZNGhQrFq1KgYPHlwSQwpBpmmtn/3sZ/cIQba2wcCBA+Pggw9u/PUrr7wSP/7xj0s6LwVyv/a1r8Vf/uVflrS+3EWtTdVtus9FF10UX/7ylyOFQyv5tBTs7Oz5Q4YMiTT9NfWk6ZP6unbt2vjc5z4XTz/9dNHvvvSlLxV+3tr907u33nprIRjb9LtO4eB58+bFxz/+8RaDsaXeRcC1VCnrKiEg4FoJZWcQIECAAAECBAgQIECAAAECBAgQIECAAAECBAgQIECgNAEB19KcrCJAgAABAgQIECBAgAABAgQIECBAgEDWAgKuWYtWaL/t27fH5MmTC2HCps/w4cML01DTNNeueF5++eVCuPX2228v2r6c8GZbIcimm55yyikxfvz4+OAHP1iYFLr33nvvcaW33nornn/++diwYUMhHHn33Xe3eu1PfepThYBpnz59MqdZs2ZNjBkzpnHfFMrs3bt3vPDCC40/KzcEnFWRlQq4vvnmm7F06dK4+OKL9whe//M//3NMnz69YNLWk/q5YsWKSL1qHt4udY/W9hdwzeqLsk8WAgKuWSjagwABAgQIECBAgAABAgQIECBAgAABAgQIECBAgAABAtkICLhm42gXAgQIECBAgAABAgQIECBAgAABAgQIlCsg4FquWE7Wp5Bommp5ySWXFFWUgpUp9Dps2LAuqfThhx+OM844I5577rnG/cs98wc/+EFhGmfzCZ9pw7RX+l0KSR566KFlTaJN4cif/exnMWfOnFaDringmqaI9uzZMzOfnTt3xrRp0+Kmm25q3POjH/1onHjiiXH55ZcXnXPdddcV7tZCuC2zeppvVImAawqjpgmtc+fO3eMe5QZTU1D2hhtuiCuuuGKPkGuaWpy++6aTfEuFE3AtVcq6SggIuFZC2RkECBAgQIAAAQIECBAgQIAAAQIECBAgQIAAAQIECBAoTUDAtTQnqwgQIECAAAECBAgQIECAAAECBAgQIJC1gIBr1qIV3O+JJ56IsWPHxpYtW4pOTaHKq666KtMQZzoghWqvvvrqmDVrVtF55UyNTbWed955sXHjxj2khgwZEikA+uEPf7hTAdDXX389vvGNb8TMmTP3CEimYGSaPvv3f//3mXXqkUceiVNPPbUo9Jt6kHozbty42Lp1a+NZ5VhlVWDq2yuvvBIpOLr72bVrV1xzzTXxr//6r40/S8HoD3zgAyUd26NHj0IYOU3V/c1vfhOf//zn95gmnH5/5ZVXxmc+85no1atXSfvuXtRWyHXgwIHxxS9+MUaPHh2pjlIfAddSpayrhICAayWUnUGAAAECBAgQIECAAAECBAgQIECAAAECBAgQIECAAIHSBARcS3OyigABAgQIECBAgAABAgQIECBAgAABAlkLCLhmLVrB/VqbzHn88cfHihUrOjTlsq3y09TWc845J+67776iZaVOJU2TTtP00sWLF+9xzEknnRQLFiyII444IhPBFJBcunRp4bw0XbTpc9FFF0Wa5Fpu6LKlwlqbpHvbbbfFKaecssdk17TH6tWrC+HM7nxefvnlmDJlSiHsm56OfDNpYu4999xTmCL85JNPFl0nhVvTpNU0jTeFYDvypP2T44UXXhh/+MMf9tgifYtpWu8hhxxS0vYCriUxWVQhAQHXCkE7hgABAgQIECBAgAABAgQIECBAgAABAgQIECBAgAABAiUICLiWgGQJAQIECBAgQIAAAQIECBAgQIAAAQIEukBAwLULUCu55Zo1a2LMmDF7HNkVIcrvfe97kYKoTZ9BgwbFqlWrYvDgwe1ee/ny5TFx4sQ91h133HHxzW9+M9JeWT4pUDt9+vRYuHBhh2tur56WQr9NTW688cZCkLTpc+655xbCvH369Glv+y77/eOPPx5nnnlm43TZqVOnFgKpvXv3LunMF198sRAS/upXv1rS+s4sSmHZVNcLL7ywxzb7779/zJgxIz7xiU/EgAED2jxGwLUzXfBu1gICrlmL2o8AAQIECBAgQIAAAQIECBAgQIAAAQIECBAgQIAAAQIdFxBw7bidNwkQIECAAAECBAgQIECAAAECBAgQINAZAQHXzujl4N3WpqpmOaU0XfP1118vhEXnz59fdOtSg5EpnHj++efHXXfdVfR+Ci+mKaLNg7NZ0aYg51lnnRVbtmwp2rLUqbPt1dFS6HfSpEnx9a9/PdLdnnjiiRg7dmzR+WlKbbrz0Ucf3d72Xfb7lStXFlx2PzfccEOkXrb3pKmq3//+9+OKK66In/zkJ3ssHzJkSCE4O2vWrPa2Kvn3I0aMiCuvvDKuuuqq+O53v9vieynomqb1fupTn4r0zy09Aq4lk1tYAQEB1wogO4IAAQIECBAgQIAAAQIECBAgQIAAAQIECBAgQIAAAQIlCgi4lghlGQECBAgQIECAAAECBAgQIECAAAECBDIWEHDNGLTS2zU0NMTVV1+9R6AwBQ1TiHHgwIGZlPTUU0/F+PHjY+PGjUX7lToptrVJsykoOWfOnNh7770zqbP5JlQX2PkAACAASURBVG+++WbMnj07vvSlLxX9atSoUZGmq/bv37/D57YW+r3++usLYcv0tBSqTD/PKmDbkeJ37dpV+F6uueaawusHHnhgfPvb346hQ4e2ud3vfve7QtD05ptvbnFdMk1TYP/7v/87TjzxxI6U1uI7KeCapv/us88+MXfu3Pja174WO3bs2GNtCremqbKtTcYVcM2sJTbKQEDANQNEWxAgQIAAAQIECBAgQIAAAQIECBAgQIAAAQIECBAgQCAjAQHXjCBtQ4AAAQIECBAgQIAAAQIECBAgQIAAgTIFBFzLBMvj8ocffjjOOOOMSNNcmz5LliyJyZMnZ1JyCoNOmTKlaK/hw4cXwo4pINnWs3Pnzpg2bVrcdNNNRcsGDRoUq1atisGDB2dSY2ubrF+/PlL4cncoMk1W/chHPlIISx5yyCEdPvvJJ5+McePGxaZNmxr3aGk6a0vh3lLtOlxcGy9u27Yt0pTZdevWFVaNHDkyli1bVgj7/vznP48//vGPhZ+//e1vj2OOOSZ69epV+PP//M//FKa83nnnnUW7J89LL700Pve5zxXCpY888khhwmtWz0EHHVQIrqb60gTZe+65Jy655JJI/rufE044IW655ZY2+yngmlVH7JOFgIBrFor2IECAAAECBAgQIECAAAECBAgQIECAAAECBAgQIECAQDYCAq7ZONqFAAECBAgQIECAAAECBAgQIECAAAEC5QoIuJYrlsP1rQVIzz333FiwYEGrEy1LvUpr+5c6hbS1AG6aIpqmq/bs2bPUUjq0LgU6UyDy8MMPjzQN9KijjorevXt3aK+mL7UU+m3J/Nlnn40JEybEhg0bis4sdfptpwtttkEKoJ566qmNgejLL788rrrqqnjjjTcKk2cXLVpUeGP35NQBAwY07tA85JomBKfv4OSTT44ePXpkXWqr+7344ouFcxcuXBj7779/LF26ND70oQ+1eb6Aa8Xa46ASBARcS0CyhAABAgQIECBAgAABAgQIECBAgAABAgQIECBAgAABAhUSEHCtELRjCBAgQIAAAQIECBAgQIAAAQIECBAg0ExAwLVGPomWwpYtTRPtyHWbByLTHmlq6x133BHHHntsu1vOmzevMN2z6ZOmfqZJnGnyZjU+27dvL0zHXbt2bVH5aYpoCrM2fXbt2hVz5swphEibPlkFkMv1SwHWCy64oPG1NJH1tNNOi+YB0JYCrumlLVu2xPjx42Po0KFx9dVXxwEHHFBuCZmsb2hoiEcffTQ2b95cMG8vKC3gmgm7TTISEHDNCNI2BAgQIECAAAECBAgQIECAAAECBAgQIECAAAECBAgQyEBAwDUDRFsQIECAAAECBAgQIECAAAECBAgQIECgAwICrh1Ay+MrTz31VCF0uHHjxqLyrr/++sJUzo4+KUSYAqppAmrTp9Rw5o4dO+LTn/50LFu2rOj9kSNHFn72zne+s6Oldet7LU2lPe644+LWW2+NQw89dI/aWlpfTkg4q8s2D3kOGTIkVq5cGWkSa6kB1/RNpKm0qf5KTm3trIGAa2cFvZ+lgIBrlpr2IkCAAAECBAgQIECAAAECBAgQIECAAAECBAgQIECAQOcEBFw75+dtAgQIECBAgAABAgQIECBAgAABAgQIdFRAwLWjcjl7r7UpoaNGjYo03bV///4dqnjbtm0xadKkWLduXdH7q1evjtGjR7e7569+9as466yzIk2BbfpcfvnlhYmm7U3dbPeAbljQmnVbd3r55ZdjypQpcfvttxdVPGvWrJg9e3bFHJoHoZsGlUsNuHYDeeORr776aqQpuckzPf369YuJEyfGfvvt125ZAq7tEllQQQEB1wpiO4oAAQIECBAgQIAAAQIECBAgQIAAAQIECBAgQIAAAQLtCAi4+kQIECBAgAABAgQIECBAgAABAgQIECDQPQICrt3j3iWnrl+/PlKgNU1N3f10dkpoS3u2Nam0+cUefPDBOPHEE/e479KlS+Occ87pEoeu3vTpp5+Os88+Ox566KHGo/r27Rtr166NYcOGtXp8ChqnkGvTpxzLLO511113xemnn9641Q033BBTp04t/LncgOvWrVtjzZo1HSqrV69eheDzAQccUNb7L730UkyYMCHuvffewnsjRoyI5cuXx4ABA9rdp6WAa7sv5WBB6k+aoty7d+8cVKOErAQEXLOStA8BAgQIECBAgAABAgQIECBAgAABAgQIECBAgAABAgQ6LyDg2nlDOxAgQIAAAQIECBAgQIAAAQIECBAgQKAjAgKuHVHL6Tvbt2+PyZMnF4KWTZ80KXXmzJnRQqCqzZukSaVpwug111xTtK6cqaMpfJgmbDZ/HnjggTjhhBNyKtl2WSnUOWbMmKJFpUzKffLJJ2PcuHGxadOmoneXLFlS6FtXP837mcLP3/72t2Po0KGFo8sNuLYWXi7lHkOGDImVK1fGwIEDS1neuEbAtSwui3MsIOCa4+YojQABAgQIECBAgAABAgQIECBAgAABAgQIECBAgACBuhMQcK27lrswAQIECBAgQIAAAQIECBAgQIAAAQI5ERBwzUkjsipj0aJFccEFFxRtN3z48Lj55psjBRrLeZ566qkYP358bNy4sfG1cifCpnDtF77whaJjjzrqqPjWt74Vf/u3f1tOOblYu3Pnzpg2bVrcdNNNRfVcd911cfHFF7cZIn799ddj+vTpMX/+/KJ3SwnHZnH5Z599tjD9dMOGDYXtRo4cGcuWLYt3vvOdhT93d8A1BbSTzzPPPFOo59hjjy0Es9/+9rc3Xl/ANYsvwR55EBBwzUMX1ECAAAECBAgQIECAAAECBAgQIECAAAECBAgQIECAAIE/Cwi4+hIIECBAgAABAgQIECBAgAABAgQIECDQPQICrt3j3mWnPvHEEzF27NjYsmVL4xl9+/YtTHUdNmxYWee2NKn0zDPPjDRxtF+/fu3u1dDQEHPmzCn8r+nT0emd7R5YgQWPP/54JIOtW7c2njZo0KBYtWpVDB48uN0Kvve978VJJ51UtK6j/Wn3sGYL1q9fHylMu2PHjsJvmk/27e6Aa/Pw6tSpU2PevHnRu3fvxpsIuJbbdevzKiDgmtfOqIsAAQIECBAgQIAAAQIECBAgQIAAAQIECBAgQIAAgXoUEHCtx667MwECBAgQIECAAAECBAgQIECAAAECeRAQcM1DFzKsobUpoZdffnkh0NizZ8+STmttUmkKt06ePLmkPZoHJne/NGLEiFi+fHkMGDCgpH3ysigFdlPg8pJLLikq6dxzz40FCxZEnz592i31ueeei3POOSfuu+++orWzZs2K2bNnl9yfdg9qtmDXrl2FoHH6BnY/3/3ud+Mf//EfG//c2YDrAw88ECeccEKrpaWeT5w4sfD7lkLOXR1wTQY///nP449//GO5fK2uX7FiRSxevLjo9wsXLowUeu7I8/vf/77Qp6YB6paCvh3Z2zv5EhBwzVc/VEOAAAECBAgQIECAAAECBAgQIECAAAECBAgQIECAQH0LCLjWd//dngABAgQIECBAgAABAgQIECBAgACB7hMQcO0++y47uaUpoccff3ykMN7BBx9c0rktTYI97rjj4tZbb41DDz20pD26KuD64IMPxoknnlhSDW0tKjdo21o4dfXq1TF69OiS6mktJFuubUmHNVnUvPaWvodaD7iWa1bK+hQY/sIXvlC0tL2gb1v7PvnkkzFu3LjYtGlT4zIB11I6UX1rBFyrr2cqJkCAAAECBAgQIECAAAECBAgQIECAAAECBAgQIECgdgUEXGu3t25GgAABAgQIECBAgAABAgQIECBAgEC+BQRc892fDlXX2SBmayHMcqfA1lrAdf369TFq1KjYsWNHY1/KDQ6nFx955JE49dRTI/Wp6VPOdNxyP4zmwckUdD7iiCOiR48ejVu99dZbhcmhTz/9dOFn+++/f2HS6tve9rai40455ZS48MILo3nQuL1gZ3dPcC3XrJT1WQdcn3/++bjtttsiTWLe/Rx00EExZsyY2GeffUopyZoqERBwrZJGKZMAAQIECBAgQIAAAQIECBAgQIAAAQIECBAgQIAAgboQEHCtiza7JAECBAgQIECAAAECBAgQIECAAAECORQQcM1hUzpbUmsB1Ysuuii+/OUvR69evdo8Yvv27TF58uRYu3Zt47q+ffsW/jxs2LCSy3vjjTdixowZMW/evKJ3hg4dWgjxHX744SXv1XRhd0xwTYHD6dOnx/z584tqnjVrVsyePTt69uxZ8l127twZ06ZNi5tuuqnonRSevfHGG6N///4l71XqwpYmg5b6bvN1//Iv/xLp3gKuEVkHXDvaE+9Vn4CAa/X1TMUECBAgQIAAAQIECBAgQIAAAQIECBAgQIAAAQIECNSugIBr7fbWzQgQIECAAAECBAgQIECAAAECBAgQyLeAgGu++9Ph6lqaEpqmca5cuTIGDhzY5r4tTSrtaPiypQBgqXW0VmR3BFxbCoim0O8999wTJ5xwQtl9ajrNdPfLHQkRl3qwgGupUuWtE3Atz8vq/y8g4OprIECAAAECBAgQIECAAAECBAgQIECAAAECBAgQIECAQH4EBFzz0wuVECBAgAABAgQIECBAgAABAgQIECBQXwICrjXa79amhC5ZsqQwnbW1Z9euXTFnzpzCZMqmzw033BBTp04tW2vRokVxwQUXFL2Xgpzf/e53433ve1/Z+6UXuiPgmiarTpkypUP1lvNSqVN2y9kzra1EwHXhwoUxaNCgVkvbsGFD4dtKT0sh55deeikmTJgQ9957b2FN+t7S9N/evXs37tl8zYgRIyKFhQcMGFAuSSbrBVwzYazLTQRc67LtLk2AAAECBAgQIECAAAECBAgQIECAAAECBAgQIECAQE4FBFxz2hhlESBAgAABAgQIECBAgAABAgQIECBQ8wICrjXc4jVr1sSYMWOKbnjuuefGggULok+fPi3e/Omnn46zzz47Hnroocbfp9DiqlWrYvDgwWVrfe9734uTTjppj/duu+22GDduXNn7dfSFloKIpYYjX3755UK49fbbb+/o8SW/1xnrkg9pZeGf/vSnuPjiiyOFktPTnk9ngsaVDrimu7322mtFN993332LwrMd8euqgGtX1duRO3qnawQEXLvG1a4ECBAgQIAAAQIECBAgQIAAAQIECBAgQIAAAQIECBDoiICAa0fUvEOAAAECBAgQIECAAAECBAgQIECAAIHOCwi4dt4wtzu0FFY94ogjCkHNo48+usW6WwrFdmaq6OOPPx5nnnlmbN26tei8FAycOXNmtBDy6hLPzgRcH3744TjjjDPiueee65Lamm963XXXFYKmlbLZfX4tB1zTlNeJEycWUd9yyy2FibGdeboq4NpV9Xbmrt7NVkDANVtPuxEgQIAAAQIECBAgQIAAAQIECBAgQIAAAQIECBAgQKAzAgKundHzLgECBAgQIECAAAECBAgQIECAAAECBDouIODacbvcv7lr166YM2dOpBBe0+f6668vBCibP80Djun3ffv2jbVr18awYcM6dN9t27bFpEmTYt26dUXvp9DrkiVLol+/fh3at9yXOhpwbc2w3PPLWT98+PC4+eab48ADDyzntU6vFXAtn1DAtXwzb/xZQMDVl0CAAAECBAgQIECAAAECBAgQIECAAAECBAgQIECAAIH8CAi45qcXKiFAgAABAgQIECBAgAABAgQIECBAoL4EBFxrvN8tTR8dNWpU3HjjjdG/f/+i2z/xxBMxduzY2LJlS+PPOxu2TAHRWbNmxTXXXFN0VnuTZLNuS0cDrs8++2xhyueGDRuKSjrvvPNi4MCBnS5z8+bNkSaJNn9Wr14do0eP7vT+5WzQ2YDrAw88ECeccEKrRzadSjpkyJBYuXJlkeFLL71UsL733nsLe0ydOjXmzZsXvXv3btyz+ZoRI0ZE2nfAgAFtXrWrJqIKuJbzhVnbVEDA1fdAgAABAgQIECBAgAABAgQIECBAgAABAgQIECBAgACB/AgIuOanFyohQIAAAQIECBAgQIAAAQIECBAgQKC+BARca7zf27dvj8mTJxemsO5+0mTQO+64I4499tii2y9atCguuOCCop9dd911hWmvLYSxSpZbv359pFDtjh07Mt+71CI6GnBds2ZNjBkzpuiYQYMGxapVq2Lw4MGlHt/qupZCxWlxS+HOTh/WzgYCruULC7iWb+aNPwsIuPoSCBAgQIAAAQIECBAgQIAAAQIECBAgQIAAAQIECBAgkB8BAdf89EIlBAgQIECAAAECBAgQIECAAAECBAjUl4CAax30O01rnTJlStFNUzBv5syZjSGrloKwWQU5t23bFpMmTYp169YV1ZCmfabppYccckiXd6EjAdedO3fGtGnT4qabbiqqL8vwafNQ6e6DsrIvB1bAtRytP68VcC3fzBt/FhBw9SUQIECAAAECBAgQIECAAAECBAgQIECAAAECBAgQIEAgPwICrvnphUoIECBAgAABAgQIECBAgAABAgQIEKgvAQHXOuj3U089FePHj4+NGzc23nb48OFx8803R5rmmp6HH344zjjjjHjuueca15x77rmxYMGC6NOnT6eVWgrZpk1TQHDGjBmx9957d/qMtjboSMC1temqq1evjtGjR2dWb0tTYtPmWUzPLadIAddytP68VsC1fDNv/FlAwNWXQIAAAQIECBAgQIAAAQIECBAgQIAAAQIECBAgQIAAgfwICLjmpxcqIUCAAAECBAgQIECAAAECBAgQIECgvgQEXOug36+//npMnz495s+f33jbvn37xtq1a2PYsGHR0NAQV199dcyaNatII8sg5+9///vCFNf//M//LDrj4IMPjqVLl8aHPvShLu1EuQHXZDJv3ry45JJLiuo67rjj4tZbb41DDz00s3qfffbZmDBhQmzYsKFoz+Yh5MwObGWj1gKu6VtJE35/9atfxS9+8YvYunVrjBs3Ll577bU48cQTG3d74IEHIk3lbe1Zvnx5TJw4sfDrIUOGxMqVK2PgwIGNy1966aWCw7333lv4WUuTcpuvGTFiRKR9BwwY0CZP07N3L0zTg9N5nXkEXDujV9/vCrjWd//dngABAgQIECBAgAABAgQIECBAgAABAgQIECBAgACBfAkIuOarH6ohQIAAAQIECBAgQIAAAQIECBAgQKB+BARc66TX69evj1GjRsWOHTsab5wCrbNnzy6EF1P4dN26dY2/yzpcmQKjKWSYzmn+pNDoN7/5zRg0aFCXdaPcgOu2bdv2MEnFXXTRRfHlL385evXqlVmtu3btijlz5hSmgTZ/sgwZt1Zw6s0rr7wSKTyapumuWrWqsDQFW3v37h0vvPBC0au7w6nJqGnAdeHChW32MAV40z3TI+Da9ufTVYHczD5aG3VaQMC104Q2IECAAAECBAgQIECAAAECBAgQIECAAAECBAgQIECAQGYCAq6ZUdqIAAECBAgQIECAAAECBAgQIECAAAECZQkIuJbFVb2LWwpsjhw5MpYtWxZPPvlknHzyyUXh1xS2nDlzZrQQwuowws6dO+Piiy+OxYsX77FHmvy5aNGiGDx4cIf3b+nFFN78/ve/X5jEumnTpqIlbU3/bCkQnF6+884747TTTsu0xrTZgw8+uEcP0s/PPffcWLBgQfTp06fDZ7711luFEPNvfvOb+OMf/xibN28uhFkfe+yxSNNjH3300bL2TuHnFStWxC9/+cuigGs5mwi4tq0l4FrO11SdawVcq7NvqiZAgAABAgQIECBAgAABAgQIECBAgAABAgQIECBAoDYFBFxrs69uRYAAAQIECBAgQIAAAQIECBAgQIBA/gUEXPPfo0wqTEHPefPmFYKeu580ofM//uM/4ic/+UnRzw888MC444474thjj83k7KabbNmyJc4777zYuHHjHnsPHDgwvvCFL8SYMWMymZD629/+Nq677rpYunRpUXh398GtBVxff/31mD59esyfP7+oxn/4h38oTKH9q7/6q8xdUgB18uTJsXbt2qK9s+jF7gm9qddZPLvdfvGLXwi4XnVV4Ztt+jzwwAORAtudeQRcO6NXHe8KuFZHn1RJgAABAgQIECBAgAABAgQIECBAgAABAgQIECBAgEB9CAi41kef3ZIAAQIECBAgQIAAAQIECBAgQIAAgfwJCLjmryddVtETTzwRY8eOjRQy3f1cccUVhUmct99+e+PPspga2tYl7r///vjkJz9ZmBzb0nPKKacUAqbvf//7Y++99y7L48033yzcL4V505127NjR6vutBVyfeuqpGD9+/B4h3FmzZsXs2bOjZ8+eZdVU6uJU8+c+97k9lnf23D/96U+FyblpQm65z/777x9p2uqgQYPi8MMPjyOPPDIOOuigOOKII+JHP/pRUcD1fe97X7zjHe9o9YgXX3yxcVqsCa5td0LAtdwvtfrWC7hWX89UTIAAAQIECBAgQIAAAQIECBAgQIAAAQIECBAgQIBA7QoIuNZub92MAAECBAgQIECAAAECBAgQIECAAIF8Cwi45rs/mVZXatBx9erVMXr06EzPbr5ZCkf+0z/9U2zatKnVc4466qiYOHFifOQjH4nDDjssevfu3eLal19+OTZv3hzr1q2LVatWtRqcbfrySSedFNdcc00cc8wx0TxoduONN8aUKVOKzkrTbtN01WHDhnWZS0sB5HTYcccdF7feemsceuihHT77qhYmjTbdLIVTk3Gaevvggw8WftVaAHj3e2ndiSee2LhNe5NLm4Y2BVzbbqWAa4c/9ap5UcC1alqlUAIECBAgQIAAAQIECBAgQIAAAQIECBAgQIAAAQIE6kBAwLUOmuyKBAgQIECAAAECBAgQIECAAAECBAjkUkDANZdt6bqi1qxZE2PGjGn1gCzClKVW/4tf/CIuvfTSuPvuu0t65eCDDy5MDu3Ro0dhfQrsPvbYY21OaW2+cZpIeuWVVxYmyPbp02ePc1NYNoVbm060TYuGDx8eN998cxx44IEl1dqRRW0FkJcsWRKTJ0/uyLaFd1JgcubMmTF48OBCqPfd73534X/JtF+/fgXT5udXOuD66quvxi233BKpB+lJk2LTt7rPPvs03vull16KCRMmxL333lv4WXs17n6xqwKjLQWH2wv6ltLErqq3lLOtqYyAgGtlnJ1CgAABAgQIECBAgAABAgQIECBAgAABAgQIECBAgACBUgQEXEtRsoYAAQIECBAgQIAAAQIECBAgQIAAAQLZCwi4Zm+a6x2fe+65OOecc+K+++5rsc5Zs2bF7Nmzo2fPnhW5x86dO+Mb3/hGfPGLX4w//OEPXXZmmsA6derUuPDCCwvBydaehx9+OM4444xITk2fFGRMAdEWQmmZ1txaAHnUqFGRJsv2798/0/OabtbdAddSLibgOqEUJmuqQEDAtQqapEQCBAgQIECAAAECBAgQIECAAAECBAgQIECAAAECBOpGQMC1blrtogQIECBAgAABAgQIECBAgAABAgQI5ExAwDVnDenqcnbt2hVz5syJFNhs/qTppHfccUcce+yxXV3GHvs/88wzsXDhwli8eHGmQdc0oTRNPv34xz/eZrA1FdSaTSVdnn766Tj77LPjoYceKjKqRA0CruV/9ia4lm/mjT8LCLj6EggQIECAAAECBAgQIECAAAECBAgQIECAAAECBAgQIJAfAQHX/PRCJQQIECBAgAABAgQIECBAgAABAgQI1JeAgGt99btw29amlFZiSmh73C+88EIhZHvLLbfED3/4w/aWt/j7/fffPz760Y/GxIkT4wMf+ED07t27pH1am25bSZe2AshdPV1XwLWkz6RokYBr+Wbe+LOAgKsvgQABAgQIECBAgAABAgQIECBAgAABAgQIECBAgAABAvkREHDNTy9UQoAAAQIECBAgQIAAAQIECBAgQIBAfQkIuNZXv6vqttu3b49NmzbFI488Ej/96U/j97//fTz22GOxY8eOxnscc8wx8Rd/8RcxZMiQ+Lu/+7sYOnRoHHbYYbH33ntX1V3zUGy9BVxTAPrII4/sFP39998f3/nOd4r2mDZtWvz1X/91p/bdvHlzIeTd9El/njBhQqf29XJ+BARc89MLlRAgQIAAAQIECBAgQIAAAQIECBAgQIAAAQIECBAgQEDA1TdAgAABAgQIECBAgAABAgQIECBAgACB7hEQcO0ed6cSyJ1ANQRcn3322ULIc8OGDQW/ESNGxPLly2PAgAFteqY1KdBazY+AazV3b8/aBVxrq59uQ4AAAQIECBAgQIAAAQIECBAgQIAAAQIECBAgQIBAdQsIuFZ3/1RPgAABAgQIECBAgAABAgQIECBAgED1Cgi4Vm/vVE4gU4GuDLg2NDTE1VdfHbNmzSrUnCburly5MgYOHFjyHdIeKag6adKkxnfOPPPMWLJkSfTr16/NfQRcS2a2sEICAq4VgnYMAQIECBAgQIAAAQIECBAgQIAAAQIECBAgQIAAAQIEShAQcC0ByRICBAgQIECAAAECBAgQIECAAAECBAh0gYCAaxeg2pJANQpkEXA9/vjj45VXXom33nqrEDrt0aNH4Z8ffvjh+OxnPxsbN24s0AwdOjRuu+22OPzwwxup0nTWCy+8MF599dXCzw866KAixk2bNsXdd98dO3bsaPz5xRdfHHPnzo199tmnTXIB12r8Imu7ZgHX2u6v2xEgQIAAAQIECBAgQIAAAQIECBAgQIAAAQIECBAgUF0CAq7V1S/VEiBAgAABAgQIECBAgAABAgQIECBQOwICrrXTSzch0CmBLAKu733ve2PGjBkxb968NmtpafLqa6+9Fp/5zGcKE1lLfVavXh2jR49ud/mdd94ZCxcubHddXha8+OKL8eijjxaVc8stt8SECRPyUqI6Oikg4NpJQK8TIECAAAECBAgQIECAAAECBAgQIECAAAECBAgQebxAyQAAIABJREFUIEAgQwEB1wwxbUWAAAECBAgQIECAAAECBAgQIECAAIEyBARcy8CylEAtC2QRcD3hhBNi0aJFccEFF7RJ1VpY85prrokrrriiJOaxY8cWzurfv39J66tpUUsTZwVcq6mD7dcq4Nq+kRUECBAgQIAAAQIECBAgQIAAAQIECBAgQIAAAQIECBColICAa6WknUOAAAECBAgQIECAAAECBAgQIECAAIFiAQFXXwQBAgWBrAKuP/7xj+Okk06KHTt27CHbt2/fuPLKKwuTWnv16rXH71euXBlnnXVWux35xCc+EVdffXUccMAB7a6txgUCrtXYtfJqFnAtz8tqAgQIECBAgAABAgQIECBAgAABAgQIECBAgAABAgQIdKWAgGtX6tqbAAECBAgQIECAAAECBAgQIECAAAECrQsIuPo6CBAoCGQVcE3B1k2bNsWbb75ZJPu2t70t3v3ud7c5cXXbtm2xefPm+N///d/C/33jjTeK9njXu94V73nPe+Jv/uZvokePHjpHoGoFBFyrtnUKJ0CAAAECBAgQIECAAAECBAgQIECAAAECBAgQIECgBgUEXGuwqa5EgAABAgQIECBAgAABAgQIECBAgEBVCAi4VkWbFEmg6wUaGhrilVdeaQympgBpv379BEm7nt4J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fgrYjYa3cJb731VrQQuuneCp1OgAABAgRqSKChoSF69OjR9Ebp70qLfpC36zb+h0LeClMPAQIECBAgQIAAAQIECBAgQIAAAQIECBAgQIAAAQIEMhAQcM0A0RYECBAgQIAAAQIECBAgQIAAAQIECBDogMCrEdFn93uvvPJK9O3btwPbeIUAAQIECBAoRWDHjh3xjne8o+nSnRGxXynvdtcaAdfukncuAQIECBAgQIAAAQIECBAgQIAAAQIECBAgQIAAAQKVEBBwrYSyMwgQIECAAAECBAgQIECAAAECBAgQILCnwG8j4uDdP/7lL38ZRxxxBCcCBAgQIECgiwS2bt0a73rXu5ru/nREHNJFx2WyrYBrJow2IUCAAAECBAgQIECAAAECBAgQIECAAAECBAgQIEAgpwICrjltjLIIECBAgAABAgQIECBAgAABAgQIEKh5gfsj4gO7b3nPPffEyJEja/7SLkiAAAECBLpLYN26dXHyySc3Pf6HEfHB7qqnlHMFXEtRsoYAAQIECBAgQIAAAQIECBAgQIAAAQIECBAgQIAAgWoVEHCt1s6pmwABAgQIECBAgAABAgQIECBAgACBahdYHBFTdl9i7ty5cdlll1X7ndRPgAABAgRyK3DttdfGjBkzmta3JCLOz23BESHgmufuqI0AAQIECBAgQIAAAQIECBAgQIAAAQIECBAgQIAAgc4KCLh2VtD7BAgQIECAAAECBAgQIECAAAECBAgQ6JjAP0XEwt2vnnbaaXHnnXd2bCdvESBAgAABAu0KnH766XHXXXc1XfepiPg/7b7YjQsEXLsR39EECBAgQIAAAQIECBAgQIAAAQIECBAgQIAAAQIECHS5gIBrlxM7gAABAgQIECBAgAABAgQIECBAgAABAi0KDImIx3b/Zt99941XX3019tpLlMX3QoAAAQIEshZoaGiI/fbbL1577bWmW/9dRGzK+qws9/NfBVlq2osAAQIECBAgQIAAAQIECBAgQIAAAQIECBAgQIAAgbwJCLjmrSPqIUCAAAECBAgQIECAAAECBAgQIECgngR+GxEH777wqlWr4swzz6yn+7srAQIECBCoiMDtt98eY8eObXrW0xFxSEUO78QhAq6dwPMqAQIECBAgQIAAAQIECBAgQIAAAQIECBAgQIAAAQK5FxBwzX2LFEiAAAECBAgQIECAAAECBAgQIECAQA0L/FtEXLT7fqeddlrceeedNXxdVyNAgAABAt0jcPrpp8ddd93V9PD5EfGZ7qmm9FMFXEu3spIAAQIECBAgQIAAAQIECBAgQIAAAQIECBAgQIAAgeoTEHCtvp6pmAABAgQIECBAgAABAgQIECBAgACB2hF4f0Q81PQ6P/vZz+KYY46pnRu6CQECBAgQ6GaBRx99NN7znvc0r+L4iPhRN5fW7vECru0SWUCAAAECBAgQIECAAAECBAgQIECAAAECBAgQIECAQBULCLhWcfOUToAAAQIECBAgQIAAAQIECBAgQIBATQjcHxEf2H2Ts88+O5YvX14TF3MJAgQIECCQB4EJEybEihUrmpbyw4j4YB5qa68GAdf2hPyeAAECBAgQIECAAAECBAgQIECAAAECBAgQIECAAIFqFhBwrebuqZ0AAQIECBAgQIAAAQIECBAgQIAAgVoQ+FhErGx6kXvuuSdGjhxZC3dzBwIECBAg0K0C69ati5NPPrl5DeMi4lvdWliJhwu4lghlGQECBAgQIECAAAECBAgQIECAAAECBAgQIECAAAECVSkg4FqVbVM0AQIECBAgQIAAAQIECBAgQIAAAQI1JlA0xfXII4+Mxx9/PPbaS6ylxvrsOgQIECBQQYGGhoY4+uijY/PmzU1PrZrpralo/yVQwQ/GUQQIECBAgAABAgQIECBAgAABAgQIECBAgAABAgQIVFxAwLXi5A4kQIAAAQIECBAgQIAAAQIECBAgQIDAHgIfjoj1TX96/vnnxze+8Q1UBAgQIECAQAcFPvnJT8bixYubvz0sIr7fwS0r/pqAa8XJHUiAAAECBAgQIECAAAECBAgQIECAAAECBAgQIECAQAUFBFwriO0oAgQIECBAgAABAgQIECBAgAABAgQItCHwbxFxUdPfz507Ny677DJoBAgQIECAQJkC1157bcyYMaP5W/Mj4jNlbtWtywVcu5Xf4QQIECBAgAABAgQIECBAgAABAgQIECBAgAABAgQIdLGAgGsXA9ueAAECBAgQIECAAAECBAgQIECAAAECZQj8NCKGNl2/YMGC+PSnP13GFpYSIECAAIH6Fvj6178e06ZNa47wSET8fbXJCLhWW8fUS4AAAQIECBAgQIAAAQIECBAgQIAAAQIECBAgQIBAOQICruVoWUuAAAECBAgQIECAAAECBAgQIECAAIGuFRgSEQ9GRJ+mx5jk2rXodidAgACB2hFoZXLrzog4ISI2VdtNBVyrrWPqJUCAAAECBAgQIECAAAECBAgQIECAAAECBAgQIECgHAEB13K0rCVAgAABAgQIECBAgAABAgQIECBAgEDXC5wSEd9ufsz5558fixYtir32EnXp+hY4gQABAgSqTaChoSGmTp0aixcvbqn0UyPi7mq7U6rXv/WrsWtqJkCAAAECBAgQIECAAAECBAgQIECAAAECBAgQIECgVAEB11KlrCNAgAABAgQIECBAgAABAgQIECBAgEDlBD4WESubH3fkkUfGV77ylRg5cmTlKnESAQIECBDIucC6devi0ksvjc2bN7dU6biI+FbOr9BqeQKu1do5dRMgQIAAAQIECBAgQIAAAQIECBAgQIAAAQIECBAgUIqAgGspStYQIECAAAECBAgQIECAAAECBAgQIECg8gJpkuttEdGn+dFnn312fP7zn49jjjmm8lU5kQABAgQI5ETg0Ucfja9+9auxYsWKliraGRFnVevk1t0XEnDNycemDAIECBAgQIAAAQIECBAgQIAAAQIECBAgQIAAAQIEukRAwLVLWG1KgAABAgQIECBAgAABAgQIECBAgACBTASGRMSNETG0pd1OO+20mDRpUowZMyb22ksEJhNxmxAgQIBArgUaGhpi9erVsWzZsrjrrrtaq/WRiJgcEZtyfZkSivNv9xKQLCFAgAABAgQIECBAgAABAgQIECBAgAABAgQIECBAoGoFBFyrtnUKJ0CAAAECBAgQIECAAAECBAgQIECgjgT+LSIuau2+++67bwwfPjyOP/74GDJkSBx22GFxwAEHxH777Sf4WkcfiasSIECglgRSkPXVV1+N559/Pn7961/Hpk2b4qGHHor77rsvXnvttbauOj8iPlMrFgKutdJJ9yBAgAABAgQIECBAgAABAgQIECBAgAABAgQIECBAoCUBAVffBQECBAgQIECAAAECBAgQIECAAAECBKpD4MMR8c8R8YHqKFeVBAgQIECgogI//H//nvx+RU/t4sMEXLsY2PYECBAgQIAAAQIECBAgQIAAAQIECBAgQIAAAQIECHSrgIBrt/I7nAABAgQIECBAgAABAgQIECBAgAABAmULfCwipgm6lu3mBQIECBCoTYEUbF0QEd+qxesJuNZiV92JAAECBAgQIECAAAECBAgQIECAAAECBAgQIECAAIHdAgKuvgUCBAgQIECAAAECBAgQIECAAAECBAhUp8D7I+KsiDg9Ig6uziuomgABAgQIdEjg6Yi4MyJui4gfdWiHKnlJwLVKGqVMAgQIECBAgAABAgQIECBAgAABAgQIECBAgAABAgQ6JCDg2iE2LxEgQIAAAQIECBAgQIAAAQIECBAgQCBXAkMi4viIeE9EDIyIgyLinRGxb0TIxuSqVYohQIAAgRIF0t9jvhYR2yLimYh4MiJ+FhEPRcSmEveo+mX+JV71LXQBAgQIECBAgAABAgQIECBAgAABAgQIECBAgAABAgTaEBBw9XkQIECAAAECBAgQIECAAAECBAgQIECAAAECBAgQIEAghwICrjlsipIIECBAgAABAgQIECBAgAABAgQIECBAgAABAgQIEMhMQMA1M0obESBAgAABAgQIECBAgAABAgQIECBAgAABAgQIECBAIDsBAdfsLO1EgAABAgQIECBAgAABAgQIECBAgAABAgQIECBAgED+BARc89cTFREgQIAAAQIECBAgQIAAAQIECBAgQIAAAQIECBAgQCAEXH0E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C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b777/YECBAgQIAAAQIECBAgQIAAAQIECBAgQIAAAQIECORUQMA1p41RFgECBAgQIECAAAECBAgQIECAAAECBAgQIECAAAECmQgIuGbCaBMCBAgQIECAAAECBAgQIECAAAECBAgQIECAAAECBAhkKyDgmq2n3QgQIECAAAECBAgQIECAAAECBAgQIECAAAECBAgQyJeAgGu++qEaAgQIECBAgAABAgQIECBAgAABAgQIECBAgAABAgQIFAQEXH0I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Bcb/3jAAAgAElEQVS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X76PyQijo+I90TEwIg4KCLeGRH7RoS/G6+f78BNCRAgUEsC6b9jXouIbRHxTEQ8GRE/i4iHImJTLV3UXQgQIECAAAECBAgQIECAAAECBAgQqE8Bf4lXn313awIECBAgQIAAAQIECBAgQIAAAQIECBAgQIAAAQL1IiDgWtudfn9EnBURp0fEwbV9VbcjQIAAAQJFAk9HxJ0RcVtE/IgNAQIECBAgQIAAAQIECBAgQIAAAQIEqlFAwLUau6ZmAgQIECBAgAABAgQIECBAgAABAgQIECBAgAABAgRKFRBwLVWqutZ9LCKmRcQHqqts1RIgQIAAgS4R+GFELIiIb3XJ7jYlQIAAAQIECBAgQIAAAQIECBAgQIBAFwkIuHYRrG0JECBAgAABAgQIECBAgAABAgQIECBAgAABAgQIEMiFgIBrLtqQWREfjoh/FmzNzNNGBAgQIFBbAinomv49+f3aupbbECBAgAABAgQIECBAgAABAgQIECBQqwICrrXaWfciQIAAAQIECBAgQIAAAQIECBAgQIAAAQIECBAgQCAJCLjWznfwbxFxUWvX2XfffWP48OFx/PHHx5AhQ+Kwww6LAw44IPbbb7/Yay9/NV47n4GbECBAoH4EGhoa4tVXX43nn38+fv3rX8emTZvioYceivvuuy9ee+21tiDmR8Rn6kfKTQkQIECAAAECBAgQIECAAAECBAgQqFYBf4tXrZ1TNwECBAgQIECAAAECBAgQIECAAAECBAgQIECAAAECpQgIuJailO81QyLixogY2lKZp512WkyaNCnGjBkjyJrvPqqOAAECBDISSMHX1atXx7Jly+Kuu+5qbddHImJyRGzK6FjbECBAgAABAgQIECBAgAABAgQIECBAIHMBAdfMSW1IgAABAgQIECBAgAABAgQIECBAgAABAgQIECBAgECOBARcc9SMDpRySkTcFhF9mr979tlnx+c///k45phjOrCtVwgQIECAQG0IPProo/HVr341VqxY0dKFdkbEWRFxd23c1i0IECBAgAABAgQIECBAgAABAgQIEKg1AQHXWuuo+xAgQIAAAQIECBAgQIAAAQIECBAgQIAAAQIECBAg0FRAwLV6v4ePRcTK5uUfeeSR8ZWvfCVGjhxZvTdTOQECBAgQyFhg3bp1cemll8bmzZtb2nlcRHwr4yNtR4AAAQIECBAgQIAAAQIECBAgQIAAgU4LCLh2mtAGBAgQIECAAAECBAgQIECAAAECBAgQIECAAAECBAjkWEDANcfNaaO0NLn1281/f/7558eiRYtir738VXd1tlXVBAgQINCVAg0NDTF16tRYvHhxS8ecapJrV+rbmwABAgQIECBAgAABAgQIECBAgACBjgj4W7+OqHmHAAECBAgQIECAAAECBAgQIECAAAECBAgQIECAAIFqERBwrZZO/f86h0TEgxHRp2npc+fOjcsuu6z6bqNiAgQIECBQYYFrr702ZsyY0fzUnRFxQkRsqnA5jiNAgAABAgQIECBAgAABAgQIECBAgECrAgKuPg4CBAgQIECAAAECBAgQIECAAAECBAgQIECAAAECBGpZQMC1+rr70/i/7N0NtJVlmTfwSygNlUixWdiaEVtFLMtEpbIBy5mBBKcJQjA/EGzyA18xDS3DjIgaR7KM0ZRXEtckX8qIETgFfvWqIYXzlmK0bGImw2bESRsN/Bgd4bzr2c457z7n7HP2c/bn8+zz22u1jHPu57qv+3c9h2l1+s8dMbq47euvvz5mz56dv5PomAABAgQINEnghhtuiAsvvLDr7j+NiPc1qSXbEiBAgAABAgQIECBAgAABAgQIECBAoJuAgKuXggABAgQIECBAgAABAgQIECBAgAABAgQIECBAgACBVhYQcM3XdK+NiIuKW3Zza74GqFsCBAgQyI5ADze5XhcRF2enS50QIECAAAECBAgQIECAAAECBAgQINCfBQRc+/P0nZ0AAQIECBAgQIAAAQIECBAgQIAAAQIECBAgQIBA6wsIuOZnxn8REfcVt3vuuefGt7/97fycQKcECBAgQCBjAuedd17cdNNNXbsaFxE/zFir2iFAgAABAgQIECBAgAABAgQIECBAoB8KCLj2w6E7MgECBAgQIECAAAECBAgQIECAAAECBAgQIECAAIF+JCDgmp9hPxgRH2pv98gjj4zHHnss9tnHr7XzM0KdEiBAgEDWBNra2uKoo46Kbdu2Fbf2o4j4cNZ61Q8BAgQIECBAgAABAgQIECBAgAABAv1PwG8C+9/MnZgAAQIECBAgQIAAAQIECBAgQIAAAQIECBAgQIBAfxIQcM3HtD8REauLW92wYUNMnDgxH93rkgABAgQIZFhg48aNcdJJJ3Xt8NSI+IcMt601AgQIECBAgAABAgQIECBAgAABAgT6gYCAaz8YsiMSIECAAAECBAgQIECAAAECBAgQIECAAAECBAgQ6McCAq75GH6n21vPOOOMWLlyZT461yUBAgQIEMiBwPTp02PVqlXFnbrFNQdz0yIBAgQIECBAgAABAgQIECBAgACBVhcQcG31CTsfAQIECBAgQIAAAQIECBAgQIAAAQIECBAgQIAAgf4tIOCa/fn/aURsLm7zZz/7WRxzzDHZ71yHBAgQIEAgJwKPPPJIHHvssV27HRMRP87JEbRJgAABAgQIECBAgAABAgQIECBAgEALCgi4tuBQHYkAAQIECBAgQIAAAQIECBAgQIAAAQIECBAgQIAAgQ4BAdfsvwzXRsRF7W1OmjQp1q1bl/2udUiAAAECBHImMHny5Fi/fn1x19dFxMU5O4Z2CRAgQIAAAQIECBAgQIAAAQIECBBoIQEB1xYapqMQIECAAAECBAgQIECAAAECBAgQIECAAAECBAgQINBNQMA1+y/FbyJieHubt99+e0ybNi37XeuQAAECBAjkTGDNmjVxyimnFHe9IyIOz9kxtEuAAAECBAgQIECAAAECBAgQIECAQAsJCLi20DAdhQABAgQIECBAgAABAgQIECBAgAABAgQIECBAgACBbgICrtl+KUZFxKPtLe6///7xwgsvxD77+FV2tsemOwIECBDIo0BbW1sceOCB8dJLLxW3f3REbM3jefRMgAABAgQIECBAgAABAgQIECBAgED+BfxWMP8zdAICBAgQIECAAAECBAgQIECAAAECBAgQIECAAAECBHoWEHDN9tvxvyJicXuLkyZNinXr1mW7Y90RIECAAIEcC0yePDnWr19ffIILIuJ/5/hIWidAgAABAgQIECBAgAABAgQIECBAIMcCAq45Hp7WCRAgQIAAAQIECBAgQIAAAQIECBAgQIAAAQIECBAoKyDgWpaoqQtuiohz2jtYuHBhfP7zn29qQzYnQIAAAQKtLPC1r30t5s6dW3zEpRFxbiuf2dkIECBAgAABAgQIECBAgAABAgQIEMiugIBrdmejMwIECBAgQIAAAQIECBAgQIAAAQIECBAgQIAAAQIEqhcQcK3esJ4VHoyID7VvsGHDhpg4cWI991ObAAECBAj0a4GNGzfGSSedVGzwo4j4cL9GcXgCBAgQIECAAAECBAgQIECAAAECBJomIODaNHobEyBAgAABAgQIECBAgAABAgQIECBAgAABAgQIECDQAAEB1wYgV7HFbyJiePvzv/rVr2LEiBFVlPMoAQIECBAg0JvA9u3b413velfxkh0RcTg1AgQIECBAgAABAgQIECBAgAABAgQINENAwLUZ6vYkQIAAAQIECBAgQIAAAQIECBAgQIAAAQIECBAgQKBRAgKujZKubJ8XIuKA9kd37doVgwcPrqySpwgQIECAAIGyArt37443v/nNxetejIgDyz5oAQECBAgQIECAAAECBAgQIECAAAECBOogIOBaB1QlCRAgQIAAAQIECBAgQIAAAQIECBAgQIAAAQIECBDIjICAa2ZGUbKRvRHR8XvrvXv3xj77+DV2tkemOwIECBDIs0BbW1sMGDCg+AjJf1bq9IU8n0/vBAgQIECAAAECBAgQIECAAAECBAjkS8BvBvM1L90SIECAAAECBAgQIECAAAECBAgQIECAAAECBAgQINA3AQHXvnk1enWn+SShGx8CBAgQIECgvgIl/p9J+N+Q1ZdcdQIECBAgQIAAAQIECBAgQIAAAQIEehDwX056NQgQIECAAAECBAgQIECAAAECBAgQIECAAAECBAgQaGUBAddsT1fANdvz0R0BAgQItKCAgGsLDtWRCBAgQIAAAQIECBAgQIAAAQIECORUQMA1p4PTNgECBAgQIECAAAECBAgQIECAAAECBAgQIECAAAECqQQEXFMxNW2RgGvT6G1MgAABAv1VQMC1v07euQkQIECAAAECBAgQIECAAAECBAhkT0DANXsz0REBAgQIECBAgAABAgQIECBAgAABAgQIECBAgAABArUTEHCtnWU9Kgm41kNVTQIECBAg0IuAgKvXgwABAgQIECBAgAABAgQIECBAgACBrAgIuGZlEvogQIAAAQIECBAgQIAAAQIECBAgQIAAAQIECBAgQKAeAgKu9VCtXU0B19pZqkSAAAECBFIJCLimYrKIAAECBAgQIECAAAECBAgQIECAAIEGCAi4NgDZFgQIECBAgAABAgQIECBAgAABAgQIECBAgAABAgQINE1AwLVp9Kk2FnBNxWQRAQIECBConYCAa+0sVSJAgAABAgQIECBAgAABAgQIECBAoDoBAdfq/DxNgAABAgQIECBAgAABAgQIECBAgAABAgQIECBAgEC2BQRcczSftrau48p287ojQIAAAQJ5FBBwzePU9EyAAAECBAgQIECAAAECBAgQIECgNQUEXFtzrk5FgAABAgQIECBAgAABAgQIECBAgAABAgQIECBAgMDrAgKu2X4T3OCa7fnojgABAgRaUEDAtQWH6kgECBAgQIAAAQIECBAgQIAAAQIEciog4JrTwWmbAAECBAgQIECAAAECBAgQIECAAAECBAgQIECAAIFUAgKuqZiatkjAtWn0NiZAgACB/iog4NpfJ+/cBAgQIECAAAECBAgQIECAAAECBLInIOCavZnoiAABAgQIECBAgAABAgQIECBAgAABAgQIECBAgACB2gkIuNbOsh6VBFzroaomAQIECBDoRUDA1etBgAABAgQIECBAgAABAgQIECBAgEBWBARcszIJfRAgQIAAAQIECBAgQIAAAQIECBAgQIAAAQIECBAgUA8BAdd6qNaupoBr7SxVIkCAAAECqQQEXFMxWUSAAAECBAgQIECAAAECBAgQIECAQAMEBFwbgGwLAgQIECBAgAABAgQIECBAgAABAgQIECBAgAABAgSaJiDg2jT6VBsLuKZisogAAQIECNROQMC1dpYqESBAgAABAgQIECBAgAABAgQIECBQnYCAa3V+niZAgAABAgQIECBAgAABAgQIECBAgAABAgQIECBAINsCAq45mk9bW9dxZbt53REgQIAAgTwKCLjmcWp6JkCAAAECBAgQIECAAAECBAgQINCaAgKurTlXpyJAgAABAgQIECBAgAABAgQIECBAgAABAgQIECBA4HUBAddsvwlucM32fHRHgAABAi0oIODagkN1JAIECBAgQIAAAQIECBAgQIAAAQI5FRBwzengtE2AAAECBAgQIECAAAECBAgQIECAAAECBAgQIECAQCoBAddUTE1bJODaNHobEyBAgEB/FRBw7a+Td24CBAgQIECAAAECBAgQIECAAAEC2RMQcM3eTHREgAABAgQIECBAgAABAgQIECBAgAABAgQIECBAgEDtBARca2dZj0oCrvVQVZMAAQIECPQiIODq9SBAgAABAgQIECBAgAABAgQIECBAICsCAq5ZmYQ+CBAgQIAAAQIECBAgQIAAAQIECBAgQIAAAQIECBCoh4CAaz1Ua1dTwLV2lioRIECAAIFUAgKuqZgsIkCAAAECBAgQIECAAAECBAgQIECgAQICrg1AtgUBAgQIECBAgAABAgQIECBAgAABAgQIECBAgAABAk0TEHBtGn2qjQVcUzFZRIAAAQIEaicg4Fo7S5UIECBAgAABAgQIECBAgAABAgQIEKhOQMC1Oj9PEyBAgAABAgQIECBAgAABAgQIECBAgAABAgQIECCQbQEB1xzNp62t67iy3bzuCBAgQIBAHgUEXPM4NT0TIECAAAECBAgQIECAAAECBAgQaE0BAdfWnKtTESBAgAABAgQIECBAgAABAgQIECBAgAABAgQIECDwuoCAa7bfBDe4Zns+uiNAgACBFhQQcG3BoToSAQIECBAgQIAAAQIECBAgQIAAgZwKCLjmdHDaJkCAAAECBAgQIECAAAECBAgQIECAAAECBAgQIEAglYCAayqmpi0ScG0avY0JECBAoL8KCLj218k7NwECBAgQIECAAAECBAgQIECAAIHsCQi4Zm8mOiJAgAABAgQIECBAgAABAgQIECBAgAABAgQIECBAoHYCAq61s6xHJQHXeqiqSYAAAQIEehEQcPV6ECBAgAABAgQIECBAgAABAgQIECCQFQEB16xMQh8ECBAgQIAAAQIECBAgQIAAAQIECBAgQIAAAQIECNRDQMC1Hqq1qyngWjtLlQgQIECAQCoBAddUTBYRIECAAAECBAgQIECAAAECBAgQINAAAQHXBiDbggABAgQIECBAgAABAgQIECBAgAABAgQIECBAgACBpgkIuDaNPtXGAq6pmCwiQIAAAQK1ExBwrZ2lSgQIECBAgAABAgQIECBAgAABAgQIVCcg4Fqdn6cJECBAgAABAgQIECBAgAABAgQIECBAgAABAgQIEMi2gIBrjubT1tZ1XNluXncECBAgQCCPAgKueZyangkQIECAAAECBAgQIECAAAECBAi0poCAa2vO1akIECBAgAABAgQIECBAgAABAgQIECBAgAABAgQIEHhdQMA122+CG1yzPR/dESBAgEALCgi4tuBQHYkAAQIECBAgQIAAAQIECBAgQIBATgUEXHM6OG0TIECAAAECBAgQIECAAAECBAgQIECAAAECBAgQIJBKQMA1FVPTFgm4No3exgQIECDQXwUEXPvr5J2bAAECBAgQIECAAAECBAgQIECAQPYEBFyzNxMdESBAgAABAgQIECBAgAABAgQIECBAgAABAgQIECBQOwEB19pZ1qOSgGs9VNUkQIAAAQK9CAi4ej0IECBAgAABAgQIECBAgAABAgQIEMiKgIBrViahDwIECBAgQIAAAQIECBAgQIAAAQIECBAgQIAAAQIE6iEg4FoP1drVFHCtnaVKBPqlwD333BNvfOMb473vfW8cfPDBUSK4VzOXtra22LVrV7z22mudag4YMCAGDx4cb3jDG2q2l0IE6ikg4FpPXbUJECBAgAABAgQIECBAgAABAgQIEOiLgIBrX7SsJUCAAAECBAgQIECAAAECBAgQIECAAAECBAgQIEAgbwICrtmemIBrtuejOwKZFti9e3fMnj07li9fXuhz+PDhsXDhwjjttNPq0vcDDzwQZ511VuzYsaNT/a9+9asxd+7cXAVck56/9KUvdTrHpk2bYuzYsXWxUzRbAgKu2ZqHbggQIECAAAECBAgQIECAAAECBAj0ZwEB1/48fWcnQIAAAQIECBAgQIAAAQIECBAgQIAAAQIECBAg0PoCAq7ZnrGAa7bnozsCmRZIgqZnnHFGbN68udDnoYceGnfeeWeMHj265n0//fTTcc4558T3v//9brWvvvrquOSSS2LgwIE137deBQVc6yWbj7oCrvmYky4JECBAgAABAgQIECBAgAABAgQI9AcBAdf+MGVnJECAAAECBAgQIECAAAECBAgQIECAAAECBAgQINB/BQRcsz17Addsz0d3BDIt8JOf/CROPPHESG5yTT4TJ04s3OZ6yCGH1LTvF198MS677LJYvHhxybrJzbG33HJLnHDCCTXdt57FBFzrqZv92gKu2Z+RDgkQIECAAAECBAgQIECAAAECBAj0FwEB1/4yaeckQIAAAQIECBAgQIAAAQIECBAgQIAAAQIECBAg0D8FBFyzPXcB12zPR3cEMi2wZMmSOP/88zt6nDNnTixcuDD23XffmvX92muvxTXXXBNz587tteZHP/rRWLp0aQwbNqxme9ezkIBrPXWzX1vANfsz0iEBAgQIECBAgAABAgQIECBAgACB/iIg4NpfJu2cBAgQIECAAAECBAgQIECAAAECBAgQIECAAAECBPqngIBrtucu4Jrt+eiOQGYFXn311ULodNGiRR09rlixIqZPn16zntva2uLWW28thGjbb4lNih933HExc+bMuPrqq2PHjh0d+11wwQWFrx1wwAE166FehQRc6yWbj7oCrvmYky4JECBAgAABAgQIECBAgAABAgQI9AcBAdf+MGVnJECAAAECBAgQIECAAAECBAgQIECAAAECBAgQINB/BQRcsz17Addsz0d3BDIr8Oyzz8aMGTNi48aNhR5HjBgRa9asiaOOOqpmPT/wwANx1llndQqxDh8+PG655Zb48Ic/HNddd1185jOf6bRfcoPspZdeGm94wxtq1kcS5r3jjjviySef7Kg5ZMiQOPPMM+PAAw+saJ9aB1yffvrpuO222+KVV17p6Oewww6LqVOn1vRG3YoO66FuAgKuXgoCBAgQIECAAAECBAgQIECAAAECBLIiIOCalUnogwABAgQIECBAgAABAgQIECBAgAABAgQIECBAgACBeggIuNZDtXY1BVxrZ1lVpX/+53+OU089NbZu3dqpTq1vxGwvXs1+v//97wu3dN51111VnTl5+Jhjjom3vvWt8ba3vS3e//73x7HHHhvvfe97a3oDZ6kgYXHjEydOjOXLl8chhxxS9Xl6KnDzzf8QxSIAACAASURBVDfHOeec02P9TZs2xdixY8vuv3LlykKosvgzatSoWL16dYwcObLs87Vc8Nhjj8W0adNi+/bthbIf/ehHC44HHXRQTbYpFW4dPHhw3HjjjXH66adHEhB88cUX47LLLovFixd37Nl1TS2aefnll2POnDmxZMmSjnITJkyIZB5Dhw6taItaB1xL/UzPmjWrcMPuoEGDKurRQ/UTEHCtn63KBAgQIECAAAECBAgQIECAAAECBAj0TUDAtW9eVhMgQIAAAQIECBAgQIAAAQIECBAgQIAAAQIECBAgkC8BAddsz0vANSPzqSZwWskRqtmvlgHXUr0nAcUpU6bExRdfHEcffXQMGDCgkiN2PFMu4Jrst2HDhlQB00oaSUKYF154YXznO9/p8fE8BlyTUO1pp53WcabLL788EuuBAwdWwtTpmQcffDDOO++8SN7T9k9PwdXHH388/vqv/zq2bNlSdm2ljQm4VirnuZ4EBFy9GwQIECBAgAABAgQIECBAgAABAgQIZEVAwDUrk9AHAQIECBAgQIAAAQIECBAgQIAAAQIECBAgQIAAAQL1EBBw7a56dEQ8Wg/sCmoKuFaAVo9HqgmcVtJPNfvVO+BafJ6ZM2fGggUL4vDDD6/kmIVnygVc29dcccUVhVtBa/3petNpqfpZDbi++uqrcccdd8STTz7Zre0khPqDH/yg4+vJzbJHHnlkWb799tuvEIwdNmxYt7VtbW2R3Nx6/vnndwq3JgsXLlwYl156abzhDW/o9lyp214PPvjguOGGGwo3I1c7VwHXsmO1oI8CAq59BLOcAAECBAgQIECAAAECBAgQIECAAIG6CdT+NyN1a1VhAgQIECBAgAABAgQIECBAgAABAgQIECBAgAABAgQI9FlAwLU72Zcj4oSIWBAR9/dZtLYPCLjW1rPiatUETivZtJr9GhlwTc42fPjw+PrXvx5Tp06t6DbXNAHXiRMnxvLly+OQQw6phLPXZ5YsWVIIbPb2yWrAtVSws1qgUaNGRXL768iRIzuVSsKta9eujUsuuSR27NjR6Xt/+7d/W/h6Eo4t9UmevfXWWwvOu3fv7liS3Pq6aNGiOOuss0oGY9OeRcA1rZR1aQUEXNNKWUeAAAECBAgQIECAAAECBAgQIECAQL0FBFzrLaw+AQIECBAgQIAAAQIECBAgQIAAAQIECBAgQIAAAQLNFBBw7a7/loj4TUQM+Z+AazODrgKuzfzpKNq7msBpJUeoZr9GB1yT8yVBxSTkmAQYS93g2ZtBmoBrUn/Dhg0xduzYSjh7fCYJW86ePbsQnu3t098Drq+99lrccsstMWfOnE4B1cTsy1/+clx22WUxaNCgXg337t0bq1atigsuuKDiGj1tIOBa0x8LxSJK3Srsf0PmzSBAgAABAgQIECBAgAABAgQIECBAoCkC/svJprDblAABAgQIECBAgAABAgQIECBAgAABAgQIECBAgACBBgkIuJaGTm5xnV/0reQm12YEXQVcG/SDUG6bagKn5WqX+n41+/UUcP3KV74S8+bNS91OEmpMAqDPP/98PProo3HXXXfF7bffHv/5n/9ZskYSQr3xxhvj9NNPLxUO63HfNAHX5OFk3RVXXNGn2uUO+9Of/jQ+9rGPxc6dO3td2p8Drsk7kISXFy5c2M0obbi1/cHknUrekS984QvdQq5Tpkwp3Oaa3Ajc14+Aa1/FrC8n4AbXckK+T4AAAQIECBAgQIAAAQIECBAgQIBAowQEXBslbR8CBAgQIECAAAECBAgQIECAAAECBAgQIECAAAECBJohIOBaWr34FtfiFY0Ougq4NuOnosSe1QROKzlCNfvVKuBaqu9du3bFzTffHH/zN39TMuiahBOTmz5POOGE1McuFXD9oz/6o0hCi0m4sv0zfvz4WLZsWRx66KGpa5dbmAQqL7nkknLLIqsB17a2tkhmkgRH2z979uyJq666Kv7u7/6u42tr166ND33oQ2XPmSwYMGBA4Ube5CbeX//61/HZz342kueLP8n3v/jFL8bFF18c++23X6q67Yt6C7mOHDmy8G6dfPLJhT7SfgRc00pZl1ZAwDWtlHUECBAgQIAAAQIECBAgQIAAAQIECNRbQMC13sLqEyBAgAABAgQIECBAgAABAgQIECBAgAABAgQIECDQTAEB1571u97iWryyUUFXAddm/nQU7V1N4LSSI1SzXz0DrslZklDl5s2bY/bs2bF169Zux/voRz8aS5cujWHDhqU6eqmA67Rp0wqhze9973sdNZJQZRK0HDduXKq65RY999xzcfbZZ3cKb37iE5+Ixx9/PH7+8593ejyrAddSZ/zDH/4Q55xzTqxZs6bw7TFjxsSqVav6dDPq3r17Y8OGDXHppZdG8i4Wf5I5JMHgs846qxCCreST1L/tttvi05/+dMmg9MyZM2PBggVx+OGHpyov4JqKyaI+CAi49gHLUgIECBAgQIAAAQIECBAgQIAAAQIE6iog4FpXXsUJECBAgAABAgQIECBAgAABAgQIECBAgAABAgQIEGiygIBrzwPo6RbX4ifqHXQVcG3yD0j79tUETis5QjX71Tvg2n6eBx54oBBy3LFjR7cjJreHXnTRRVEiJNZtbamA66xZs+LYY4+N5J/Fn3nz5sX8+fNj4MCBlbB2eubhhx+Oj3/847Fz587C15ObYa+88sq49tpruwV38xRwfeyxxyIJCG/fvr1wrsQwCaQOGjQoldkzzzwTV199dXzjG99Itb6aRUlYNunrd7/7XbcyBx98cMydOzc+9alPxdChQ3vdRsC1mil4tpSAgKv3ggABAgQIECBAgAABAgQIECBAgACBrAgIuGZlEvogQIAAAQIECBAgQIAAAQIECBAgQIAAAQIECBAgQKAeAgKuvav2dotr8ZP1CroKuNbjra+gZjWB0wq2K9yaeeqpp3YLWq5YsSKmT5/ea8lGBVyTm1xvvfXWOP/882P37t2dejruuOMK33v7299e9vg9BVyTup/85Cc7GYwfPz6WLVtWCKNW80l6T0KfyQ2l7Z8kFPrZz362EAjtejNtngKuq1evjtNOO63jXDfeeGO3oHApu+RW1R/+8IfxhS98If7pn/6p25JRo0YVgrNJyLhWnwkTJsQXv/jFSN6Bu+++u2TZJOg6Z86cuOCCCyL596U+Aq61mog67QICrt4FAgQIECBAgAABAgQIECBAgAABAgSyIiDgmpVJ6IMAAQIECBAgQIAAAQIECBAgQIAAAQIECBAgQIAAgXoICLj2rprmFtfiCrUOugq41uOtr6BmNYHTCrbLRcA1Odcrr7wSV1xxRVxzzTXdjrl06dI4++yzyx6/p4BrcptqUnvJkiUdNZIbP9euXRvjxo0rW7e3Bc8991yht6RW++eb3/xm/OVf/mXJYHFeAq579uwpBFCvuuqqwrGSIPCdd94Zo0eP7tXrt7/9bSFomoSHS32mTJlSCAT/27/9Wxx//PFV2Rc/nARcV65cGfvuu28sXLgwvvWtb3ULSyfrk3BrcqvsAQccUHJvAdeajUSh/xEQcPUqECBAgAABAgQIECBAgAABAgQIECCQFQEB16xMQh8ECBAgQIAAAQIECBAgQIAAAQIECBAgQIAAAQIECNRDQMC1vGraW1yLK9Uq6CrgWn4+DVkh4Noz8y9+8Ys45ZRT4vHHH++0KAlF3nzzzXHQQQf1OqOeAq5JoPK73/1unHnmmZ2eTwKc8+fPj4EDB1Y8+4ceeihOOumkjjDliBEjYs2aNbHffvvlOuD67LPPxowZM2Ljxo0Fm4kTJ8by5csLM/j5z38ezz//fOHrb3rTm+KYY44pnDf5/Md//Efhltd169Z1Mk0CxZ/73OfikksuKYRLf/rTnxZueK3V57DDDisEV5P+khtkN2zYULhVN/l5a/+MHTs2kpuLDz/88B63FXCt1UTUaRcQcPUuECBAgAABAgQIECBAgAABAgQIECCQFQEB16xMQh8ECBAgQIAAAQIECBAgQIAAAQIECBAgQIAAAQIECNRDQMC1vGpfb3Etrlht0FXAtfx8GrJCwLVn5q63hravTHt7aG8B1yeffLJb4HT8+PGFm0aT+pV82traIrkdNgnKtn+SUOgNN9wQTz31VK4DrkkA9WMf+1js3LmzcLTLL788Et9XX3015syZ03EbbvvNqUOHDu0w6BpyHTlyZOFm3iQIPGDAgEqoK3rmmWeeKey7ePHiOPjgg+OWW26JE044oddaAq4VUXuoFwEBV68HAQIECBAgQIAAAQIECBAgQIAAAQJZERBwzcok9EGAAAECBAgQIECAAAECBAgQIECAAAECBAgQIECAQD0EBFzTqVZyi2tx5UqDrgKu6eZT91UCrr0T33PPPXHiiSd2W3TjjTcWbgbt7dNbwDUJVl522WVx3XXXdZRIbhVdu3ZtjBs3rqK5d73lNCmydOnSOPvssws3h5566qmxdevWTrU3bdoUyU2i5T4rV67sduPsqFGjYvXq1ZEERuv9WbJkSZx//vkd2yQ3sk6aNCm6BkBLBVyTh5JbeE8//fQYPXp0IQQ8bNiwerdcsn4SQn7kkUdi27ZtMX369LK39Qq4NmVMLb2pgGtLj9fhCBAgQIAAAQIECBAgQIAAAQIECORKQMA1V+PSLAECBAgQIECAAAECBAgQIECAAAECBAgQIECAAAECfRQQcE0HVs0trsU79DXoKuCabj51XyXg2jvxjh074owzzojNmzd3WnjBBRcUbuN805ve1GOB3gKugwYNiu9+97sxderUTs8nt6/Onz+/bPCx1Kb33XdfTJkyJXbv3l349hFHHBG33357vOc978l1wLVryLM4WJs24JoES5NbbJPbcRt5a2u1P8ACrtUKer6rgICrd4IAAQIECBAgQIAAAQIECBAgQIAAgawICLhmZRL6IECAAAECBAgQIECAAAECBAgQIECAAAECBAgQIECgHgICrulVq73FtXintEFXAdf086nrSgHX3nmTsOjs2bNj+fLlnRb2dFNo8aJyAdcnnniicKvoli1bOh4bP358LFu2rBDE7Mtnz549sWDBgkj2bP988pOfjOuvvz4OOOCAXAdcuzoVnyttwLUvlrVe+8ILL8SKFSviD3/4Q6H0kCFDCrfhHnjggWW3EnAtS2RBHwUEXPsIZjkBAgQIECBAgAABAgQIECBAgAABAnUTEHCtG63CBAgQIECAAAECBAgQIECAAAECBAgQIECAAAECBAhkQEDANf0QanWLa/GO5YKuAq7p51PXlQKuvfMmN38mwdHkX8Wf4ltEe6pQLuD6yiuvxGWXXRbXXXddR4nBgwfH2rVrY9y4cX2a+86dO2PmzJlx7733djyXhCqnT59e+HNPc960aVOMHTu27F4rV64shDL7alC2cIoF69evj8mTJ3esvPHGG2PWrFmFP/c14Lp9+/bCzbmVfPbbb7847bTTYtiwYX16/Pe//31hDnfddVfhuTTh6PYNSgVc+7R5kxYn81m0aFEkNxX7ZEtAwDVb89ANAQIECBAgQIAAAQIECBAgQIAAgf4sIODan6fv7AQIECBAgAABAgQIECBAgAABAgQIECBAgAABAgRaX0DAtW8zruUtrsU79xR0FXDt23zqtlrAtTztkiVL4vzzz++0MAmi3n333fHBD36wxwLlAq7Jg0nYcurUqZ1qzJs3L+bPnx8DBw4s39z/rLjvvvtiypQpkdw4m3y6BnDzGnBNbqZNPK666qrCuZKbbe+8884YPXp04c99Dbg+9NBDcfzxx6d2LV6YJtRcqrCAa0XcHqqTgIBrnWCVJUCAAAECBAgQIECAAAECBAgQIECgzwICrn0m8wABAgQIECBAgAABAgQIECBAgAABAgQIECBAgAABAjkSEHDt27DqcYtrcQddg64Crn2bT91W9xR8rNuGPRQuvm20p727BgXb133lK18phCDr9Sl1e2myV7nbT9MEXJ944ok4/fTTY8uWLR3tjx8/PpYtW1YIc6b5dA2BJs9cdNFFcfXVV0dy62jyyWvA9amnnircfnr//clfIRETJ06M5cuXxyGHHFL4c7MDrs8991zhFt4nn3yy0M8HPvCBuOKKK+JNb3pTx+gEXNO8xdY0SkDAtVHS9iFAgAABAgQIECBAgAABAgQIECBAoJyAgGs5Id8nQIAAAQIECBAgQIAAAQIECBAgQIAAAQIECBAgQCDPAl0Drnk+Syv13h50/T/Fh2prM65mDVnAtbz8+vXrY/Lkyd0W3nbbbXHqqaf2WCBNwPWVV14pBCSvu+66jjrJ7bBr166NcePGlW8uIrqGQJOH7rjjjjj55JM7ns9rwLXrzbSJaRIgbQ/pNTvg2jW8OmvWrFi0aFEMGjSow17ANdVrbFGDBARcGwRtGwIECBAgQIAAAQIECBAgQIAAAQIEygoIuJYlsoAAAQIECBAgQIAAAQIECBAgQIAAAQIECBAgQIAAgRwLSEzmaHgCrs0bloBrefuHHnoojj/++G4Ly906mybgmhQtFaBNbqSdP39+DBw4sGyD99xzT5x44okd64477ri49dZb4+1vf3vH1/IYcE1upl2wYEEkju2fu+++Oz7ykY90/LnagGu5W3iLb+8dNWpUrF69OkaOHNmxf70DronBz3/+83j++efLvgdpF6xatSpuuummTssXL14cRxxxRNoSndb9+7//e2FO27dv7/h6qaBvRcU9VHMBAdeakypIgAABAgQIECBAgAABAgQIECBAgECFAgKuFcJ5jAABAgQIECBAgAABAgQIECBAgAABAgQIECBAgACBXAgIuOZiTK83KeDavGEJuJa3r3fAdceOHXHGGWfE5s2bO5oZP358LFu2LA499NBeG3z11Vdj7ty5hVtD2z9z5syJhQsXxr777tvxtTwGXHfu3BkzZ86Me++9t3COMWPGRBLOHD58eMe5Wj3gWv7t7PuKUsHrckHf3nYp9W4JuPZ9Lo16QsC1UdL2IUCAAAECBAgQIECAAAECBAgQIECgnICAazkh3ydAgAABAgQIECBAgAABAgQIECBAgAABAgQIECBAIM8CAq7ZnN4DEfHliPg/xe0JuDZvWAKu5e0ffPDBOOGEE7otrNUNrqVCqoMHD461a9fGuHHjem2wVDh23bp1MWnSpE7P5THg2rXnJNg6YsSIGDBgQMfZ9u7dW7g5NHFIPgcffHAkN62+8Y1v7HT+v/qrv4pPf/rT0TWsXC7Y2ewbXMu/nX1fUeuA69NPPx233XZbvPLKKx3NHHbYYTF16tROIeu+d+qJeggIuNZDVU0CBAgQIECAAAECBAgQIECAAAECBCoREHCtRM0zBAgQIECAAAECBAgQIECAAAECBAgQIECAAAECBAjkRaBrwNXvSHuf3Fsi4omISP5Zj097sPX+/yneaT4CrvUgT1ezp+BjufBmuurdV1Wz3+9///uYPn163HXXXZ0Kf+UrX4l58+ZV2lLZ54pDjsWL77777vjIRz7S4/OlgoQ93Wy5fv36mDx5cqdayZnmz58fAwcO7HGPrs/92Z/9WST9vu1tb+v0TCsEXMsOqpcF7e+IgGtErQOu1czFs40XEHBtvLkdCRAgQIAAAQIECBAgQIAAAQIECBAoLeCXt94MAgQIECBAgAABAgQIECBAgAABAgQIECBAgAABAgRaWUDAtW/TTW5Vnd+3R1Kt7hpsbX9IwDUVX/0XVRM4raS7avbLWsC13O2ffQm4lrqJdfz48bFs2bI49NBDS1InN2Zedtllcd1113V8//LLLy8EGLuGYgVcXw9BC7gKuFby91YrPSPg2krTdBYCBAgQIECAAAECBAgQIECAAAEC+RYQcM33/HRPgAABAgQIECBAgAABAgQIECBAgAABAgQIECBAgEDvAgKu6d+Qetze2lOwtb0rAdf086nrymoCp5U0Vs1+zQq4lgqqjhgxItasWRNHHXVUjwx9Cbju2bOnEMC86qqrOuoNHjw41q5dG+PGjSu5xxNPPBGnn356bNmypfD93tYLuJYOuC5evDiOOOKIHmd4//33x4IFCwrfHzVqVKxevTpGjhzZsb7rO1nqht6uayZMmFC4ZXfo0KGV/AhV/YwbXKsmzHUBAddcj0/zBAgQIECAAAECBAgQIECAAAECBFpKQMC1pcbpMAQIECBAgAABAgQIECBAgAABAgQIECBAgAABAgQIdBEQcE3/StTy9tZywdb2rgRc08+nriurCZxW0lg1+zUj4Ppf//Vfcemll0YShCz+jBkzJlatWhXDhw/vkaEvAdekyD333BMnnnhip3pJ6HX+/PndbmRNFn33u9+NqVOndqzv7cbXPAZc07xfL7/8csyZMyeWLFlSWF4uPNr1Btc0e7SvaXTANTnbSy+91KnF/fffPwYNGtSXtrutrVfAtV79VnVYD3cTEHD1UhAgQIAAAQIECBAgQIAAAQIECBAgkBUBAdesTEIfBAgQIECAAAECBAgQIECAAAECBAgQIECAAAECBAjUQ0DANZ1qrW5vTRtsbe9KwDXdfOq+qprAaSXNVbNfMwKuzz33XMyYMSO+//3vdzrutGnTYunSpTFkyJAeGfoacH3qqadi+vTpkdwa2v7pKbTaNdiZrO8tDCvg+rpongKuyS2vZ555Zqf3a8WKFYV3pJpPvQKu9eq3mrN6truAgKu3ggABAgQIECBAgAABAgQIECBAgACBrAgIuGZlEvogQIAAAQIECBAgQIAAAQIECBAgQIAAAQIECBAgQKAeAgKu6VSrvb21r8HW9q4EXNPNp+6rqgmcVtJcNfs1I+D62GOPRRJm3b59e6fjXn755ZEEBQcOHNgjQ18Drnv27CmEVK+66qqOmoMHD461a9fGuHHjOu3T1TFZt2HDhhg7dmzJfgRcX2cRcI3Ce/ulL32p03uyadOmHt+dtD/nAq5ppZq7TsC1uf52J0CAAAECBAgQIECAAAECBAgQIEDg/wsIuHobCBAgQIAAAQIECBAgQIAAAQIECBAgQIAAAQIECBBoZQEB1/LTreb21kqDre1dCbiWn09DVlQTOK2kwWr2a0bAtVRoLzn3unXrYtKkSb0S9DXgmhS755574sQTT+xUt9TNrF37mjhxYixfvjwOOeSQkj0JuL7O0jXgWi7YWew8atSoWL16dYwcObLDuOs7OWvWrFi0aFEMGjSoxzUTJkyIpO7QoUN7fX/qFRgVcK3kb67WeUbAtXVm6SQECBAgQIAAAQIECBAgQIAAAQIE8i4g4Jr3CeqfAAECBAgQIECAAAECBAgQIECAAAECBAgQIECAAIHeBARcy78fldzeWm2wtb0rAdfy82nIimoCp5U0WM1+jQ64vvjii3HhhRfGd77znU5HLRV0LGVRScB1586dMXPmzLj33ns7So4fPz6WLVsWhx56aOFrpfq65pprYs6cOVEivFZ4RsD1dU4BVze4VvL3Vis9I+DaStN0FgIECBAgQIAAAQIECBAgQIAAAQL5FhBwzff8dE+AAAECBAgQIECAAAECBAgQIECAAAECBAgQIECAQO8CAq69+/T19tZaBVvbuxJwzchPcDWB00qOUM1+jQ64Pvzww/Hxj388ktBp8eeiiy6Kq6++Ovbbb79eCSoJuO7ZsycWLFgQybPtn8GDB8eGDRti7NixhS/94he/iFNOOSUef/zxwp+T4Ov3vve9+MAHPtBjPwKur9MIuAq4VvL3Vis9I+DaStN0FgIECBAgQIAAAQIECBAgQIAAAQL5FhBwzff8dE+AAAECBAgQIECAAAECBAgQIECAAAECBAgQIECAQO8CAq69+6S9vbXWwdb2rgRcM/ITXE3gtJIjVLNfIwOuL7/8cuFG1CVLlnQ75h133BEnn3xy2eNXEnBNit53330xZcqU2L17d8ceSa0rrriicEPrzTffHOecc07H95K1ydcOOuigHnsScH2dRsBVwLXsD26LLxBwbfEBOx4BAgQIECBAgAABAgQIECBAgACBHAkIuOZoWFolQIAAAQIECBAgQIAAAQIECBAgQIAAAQIECBAgQKDPAgKuPZOlub21XsHW9q4EXPv8StfngWoCp5V0VM1+jQy43nbbbXHeeed1Cpkm500TJm13qTTgmtwYO3PmzLj33ns7iCdOnBjLly+PQYMGxYUXXhjf+c53Or53zTXXFMK4JYJrHWv6W8A1ufX2ueeei3/5l3+JX/7yl7F9+/Y49dRT46WXXorjjz++w2XTpk0dN+OWep9XrlwZZ555ZuFbo0aNitWrV8fIkSM7lnZ9J2fNmhWLFi0qzKn903XNhAkTIqk7dOjQXn+EivduX7hixYqYPn16JT96Hc+Uei/LOaTZsF79ptnbmvQCAq7prawkQIAAAQIECBAgQIAAAQIECBAgQKC+AgKu9fVVnQABAgQIECBAgAABAgQIECBAgAABAgQIECBAgACB5goIuPbs39vtrfUOtrZ3JeDa3J+Pjt2rCZxWcoRq9mtUwHXbtm2FG1K3bNnS7Yh9CRhWGnDds2dPLFiwIJLn2z9JYHPDhg3xlre8JU455ZR4/PHHC9869NBD484774zRo0f3Oo5WC7i2tbXFrl27Inkn5s6dG7fffnvh/IlTEi793e9+18mjPZz67LPPdgq4Ll68OI444oge7e6///7CLJKPgGvvP/ECrpX8jdj4ZwRcG29uRwIECBAgQIAAAQIECBAgQIAAAQIESgsIuHozCBAgQIAAAQIECBAgQIAAAQIECBAgQIAAAQIECBBoZQEB19LT7en21kYFW9u7EnDNyE9fNYHTSo5QzX71DrgmocnNmzfH7NmzY+vWrd2Ol9yq+q1vfSve/OY3pzp6pQHXpPh9991XuC129+7dHXslN7UOGTKkEL5t/0ybNi2WLl1a+Hpvn7wFXPfu3Vu4gfXXv/51PP/885GEjpP5P/roo/HUU0/Fbxd4DQAAIABJREFUI488kmoG7YvGjx8fq1atil/96ledAq59KSLg2ruWgGtf3qbmrRVwbZ69nQkQIECAAAECBAgQIECAAAECBAgQ6Cwg4OqNIECAAAECBAgQIECAAAECBAgQIECAAAECBAgQIECglQUEXEtPt+vtrY0OtrZ3JeCakZ++agKnlRyhmv3qGXDduXNnXHvttZHc6FkcKm0/43HHHRd///d/3+ttn109qgm4JjeNzpgxIzZu3NhR9s///M8LN5SuX7++42s33nhjzJo1q+wo8hZwTcKtyfm///3vlz1bmgUTJkyIJID5y1/+UsD1q1+NL33pS53YNm3aFGPHjk1D2eMaAdeq+Br2sIBrw6htRIAAAQIECBAgQIAAAQIECBAgQIBAGQEBV68IAQIECBAgQIAAAQIECBAgQIAAAQIECBAgQIAAAQKtLCDg2n26xbe3NivY2t6VgGtGfvqqCZxWcoRq9qtVwPXVV18thFh/+9vfxpYtWwoh0uTG1FLB1uSMw4cPj1tuuSVOOOGEPh25moBrcpvslVdeGfPmzetxzxEjRsSaNWviqKOOKttX3gKuL7/8csyZMyeWLFlS9mxdFxx88MGR3LZ6xBFHxDvf+c448sgj47DDDovE68c//nGngOsHP/jBXm/kfeaZZzpui3WDa++jEHDt86valAcEXJvCblMCBAgQIECAAAECBAgQIECAAAECBEoICLh6LQgQIECAAAECBAgQIECAAAECBAgQIECAAAECBAgQaGUBAdfu001ub/2ziEj+eX+Thy/g2uQBtG9fTeC0kiNUs19PAddK+kj7TBJu/eY3vxlTpkyJEsGwXstUE3BNCj/00ENx0kkn9Ri8/eQnPxnXX399HHDAAWWPk7eAa3KgUn7FB03Cqe94xzviN7/5TcEq+bTf1Dp06NCSJsm6448/vuN75W4uLQ5tCrj2/poJuJb9MczEAgHXTIxBEwQIECBAgAABAgQIECBAgAABAgQIRISAq9eAAAECBAgQIECAAAECBAgQIECAAAECBAgQIECAAIFWFhBw7T7doyPi0YwMXcA1I4OoJnBayRGq2a/RAdck0HjDDTfEmDFj+hxuTWyqDbg+++yzMWPGjMINs6U+S5cujbPPPjvVGPIYcE0Ck1dccUW85z3viWOOOSbe/e53F/6VhI6HDBkSAwYMiK43vTY64PrCCy/EihUr4g9/+ENhDslNsVOnTo199923Yy5d39tyPbY/WK/AaKn3slzQN81LVq9+0+xtTXoBAdf0VlYSIECAAAECBAgQIECAAAECBAgQIFBfAQHX+vqqToAAAQIECBAgQIAAAQIECBAgQIAAAQIECBAgQIBAcwUEXJvrX253AddyQg36fjWB00parGa/RgVcBw8eHBdccEFceuml8da3vrWSYxaeqTbg2tbWFldeeWXMmzevWw9HHHFE3H777YXwZ5pPHgOuac7V7IBrmh4FXKenYbKmQQICrg2Ctg0BAgQIECBAgAABAgQIECBAgAABAmUFBFzLEllAgAABAgQIECBAgAABAgQIECBAgAABAgQIECBAgECOBQRcsz08AdeMzKeawGklR6hmv3oHXEeOHBlnnnlmzJw5s3ATZ7WfagOuyf4PP/xwfPzjH4+dO3d2amfWrFmxaNGiGDRoUKo2BVxfZ3rooYfi+OOP7zArd3Np8a2kyY2+q1evjuQ96ctHwFXAtS/vS73XCrjWW1h9AgQIECBAgAABAgQIECBAgAABAgTSCgi4ppWyjgABAgQIECBAgAABAgQIECBAgAABAgQIECBAgACBPAoIuGZ7agKuGZlPNYHTSo5QzX61CrgmN7QeffTRMXTo0Dj22GMjCS6+733vi2HDhsWAAQMqOVbJZ2oRcH3uuefi7LPPjrVr13baY8WKFTF9evrgoIDr63wCrqVvFi4X9E3zQ1EcBm5f39f3NM0+1lQnIOBanZ+nCRAgQIAAAQIECBAgQIAAAQIECBConYCAa+0sVSJAgAABAgQIECBAgAABAgQIECBAgAABAgQIECBAIHsCAq7Zm0lxRwKu2Z6P7gjkQuDll1+OOXPmxJIlSwr9TpgwIZKgZRJeLvXJe8A1uWH4yCOPrGo2Dz74YPzgBz/oVOPCCy+MP/7jP66q7rZt2yIJtBZ/BFyrIq3LwwKudWFVlAABAgQIECBAgAABAgQIECBAgACBCgQEXCtA8wgBAgQIECBAgAABAgQIECBAgAABAgQIECBAgAABArkREHDN9qgEXLM9H90RyIVAHgKuTz31VOG23fvvv79gWi6E2w5f6kbUXAylqEkB1+xNTMA1ezPREQECBAgQIECAAAECBAgQIECAAIH+KiDg2l8n79wECBAgQIAAAQIECBAgQIAAAQIECBAgQIAAAQIE+oeAgGu25yzgmu356I5ALgTqGXBta2uLK6+8MubNm1ewGDVqVKxevTpGjhyZ2iapkQRVZ8yY0fHMtGnTYunSpTFkyJBe6wi4pma2sA8CAq59wLKUAAECBAgQIECAAAECBAgQIECAAIG6Cgi41pVXcQIECBAgQIAAAQIECBAgQIAAAQIECBAgQIAAAQIEmiwg4NrkAZTZXsA12/PRHYFcCNQi4DpmzJjYtWtX7N27txA6HTBgQOHfP/zww/GZz3wmtmzZUrAYPXp03HbbbfHOd76zwya5nfXTn/50vPDCC4WvH3bYYZ3ctm7dGv/4j/8Yu3fv7vj6nDlzYuHChbHvvvv2aizgmotXMHdNCrjmbmQaJkCAAAECBAgQIECAAAECBAgQINCyAgKuLTtaByNAgAABAgQIECBAgAABAgQIECBAgAABAgQIECBAICIEXLP9Ggi4Zns+uiOQC4FaBFzf//73x9y5c2PRokW9nrnUzasvvfRSXHzxxYUbWdN+7rjjjjj55JPLLl+3bl0sXry47LqsLHjmmWfikUce6dTOihUrYvr06VlpUR8RIeDqNSBAgAABAgQIECBAgAABAgQIECBAICsCAq5ZmYQ+CBAgQIAAAQIECBAgQIAAAQIECBAgQIAAAQIECBCoh4CAaz1Ua1dTwLV2lioR6LcCtQi4jh07NpYsWRLnn39+r449hTWvuuqq+MIXvpBqBqecckphr4MOOijV+jwtKnXjrIBr9iYo4Jq9meiIAAECBAgQIECAAAECBAgQIECAQH8VEHDtr5N3bgIECBAgQIAAAQIECBAgQIAAAQIECBAgQIAAAQL9Q0DANdtzFnDN9nx0RyAXArUKuP7kJz+JE088MXbv3t3t3IMHD44vfvGLhZta99tvv27fX716dZx22mllvT71qU/FlVdeGcOGDSu7No8LBFzzMTUB13zMSZcECBAgQIAAAQIECBAgQIAAAQIE+oOAgGt/mLIzEiBAgAABAgQIECBAgAABAgQIECBAgAABAgQIEOi/AgKu2Z69gGu256M7ArkQqFXANQm2bt26NV577bVO537jG98Y7373u3u9cfXZZ5+Nbdu2xX//938X/vnqq692qvGud70rjj322PiTP/mTGDBgQC5cNdm6AgKurTtbJyNAgAABAgQIECBAgAABAgQIECCQNwEB17xNTL8ECBAgQIAAAQIECBAgQIAAAQIECBAgQIAAAQIECPRFQMC1L1qNXyvg2nhzOxJoOYG2trbYtWtXRzA1CZAOGTJEkLTlJu1AtRIQcK2VpDoECBAgQIAAAQIECBAgQIAAAQIECFQrIOBaraDnCRAgQIAAAQIECBAgQIAAAQIECBAgQIAAAQIECBDIsoCAa5anEyHgmu356I4AAQIEWlBAwLUFh+pIBAgQIECAAAECBAgQIECAAAECBHIqIOCa08FpmwABAgQIECBAgAABAgQIECBAgAABAgQIECBAgACBVAICrqmYmrZIwLVp9DYmQIAAgf4qIODaXyfv3AQIECBAgAABAgQIECBAgAABAgSyJyDgmr2Z6IgAAQIECBAgQIAAAQIECBAgQIAAAQIECBAgQIAAgdoJCLjWzrIelQRc66GqJgECBAgQ6EVAwNXrQYAAAQIECBAgQIAAAQIECBAgQIBAVgQEXLMyCX0QIECAAAECBAgQIECAAAECBAgQIECAAAECBAgQIFAPAQHXeqjWrqaAa+0sVSJAgAABAqkEBFxTMVlEgAABAgQIECBAgAABAgQIECBAgEADBARcG4BsCwIECBAgQIAAAQIECBAgQIAAAQIECBAgQIAAAQIEmiYg4No0+lQbC7imYrKIAAECBAjUTkDAtXaWKhEgQIAAAQIECBAgQIAAAQIECBAgUJ2AgGt1fp4mQIAAAQIECBAgQIAAAQIECBAgQIAAAQIECBAgQCDbAgKuOZpPW1vXcWW7ed0RIECAAIE8Cgi45nFqeiZAgAABAgQIECBAgAABAgQIECDQmgICrq05V6ciQIAAAQIECBAgQIAAAQIECBAgQIAAAQIECBAgQOB1AQHXbL8JbnDN9nx0R4AAAQItKCDg2oJDdSQCBAgQIECAAAECBAgQIECAAAECORUQcM3p4LRNgAABAgQIECBAgAABAgQIECBAgAABAgQIECBAgEAqAQHXVExNWyTg2jR6GxMgQIBAfxUQcO2vk3duAgQIECBAgAABAgQIECBAgAABAtkTEHDN3kx0RIAAAQIECBAgQIAAAQIECBAgQIAAAQIECBAgQIBA7QQEXGtnWY9KAq71UFWTAAECBAj0IiDg6vUgQIAAAQIECBAgQIAAAQIECBAgQCArAgKuWZmEPggQIECAAAECBAgQIECAAAECBAgQIECAAAECBAgQqIeAgGs9VGtXU8C1dpYqESBAgACBVAICrqmYLCJAgAABAgQIECBAgAABAgQIECBAoAECAq4NQLYFAQIECBAgQIAAAQIECBAgQIAAAQIECBAgQIAAAQJNExBwbRp9qo0FXFMxWUSAAAECBGonIOBaO0uVCBAgQIAAAQIECBAgQIAAAQIECBCoTkDAtTo/TxMgQIAAAQIECBAgQIAAAQIECBAgQIAAAQIECBAgkG0BAdcczaetreu4st287ggQIECAQB4FBFzzODU9EyBAgAABAgQIECBAgAABAgQIEGhNAQHX1pyrUxEgQIAAAQIECBAgQIAAAQIECBAgQIAAAQIECBAg8LqAgGu23wQ3uGZ7ProjQIAAgRYUEHBtwaE6EgECBAgQIECAAAECBAgQIECAAIGcCgi45nRw2iZAgAABAgQIECBAgAABAgQIECBAgAABAgQIECBAIJWAgGsqpqYtEnBtGr2NCRAgQKC/Cgi49tfJOzcBAgQIECBAgAABAgQIECBAgACB7AkIuGZvJjoiQIAAAQIECBAgQIAAAQIECBAgQIAAAQIECBAgQKB2AgKutbOsRyUB13qoqkmAAAECBHoREHD1ehAgQIAAAQIECBAgQIAAAQIECBAgkBUBAdesTEIfBAgQIECAAAECBAgQIECAAAECBAgQIECAAAECBAjUQ0DAtR6qtasp4Fo7S5UIECBAgEAqAQHXVEwWESBAgAABAgQIECBAgAABAgQIECDQAAEB1wYg24IAAQIECBAgQIAAAQIECBAgQIAAAQIECBAgQIAAgaYJCLg2jT7VxgKuqZgsIkCAAAECtRMQcK2dpUoECBAgQIAAAQIECBAgQIAAAQIECFQnIOBanZ+nCRAgQIAAAQIECBAgQIAAAQIECBAgQIAAAQIECBDItoCAa47m09bWdVzZbl53BAgQIEAgjwICrnmcmp4JECBAgAABAgQIECBAgAABAgQItKaAgGtrztWpCBAgQIAAAQIECBAgQIAAAQIECBAgQIAAAQIECBB4XUDANdtvghtcsz0f3REgQIBACwoIuLbgUB2JAAECBAgQIECAAAECBAgQIECAQE4FBFxzOjhtEyBAgAABAgQIECBAgAABAgQIECBAgAABAgQIECCQSkDANRVT0xYJuDaN3sYECBAg0F8FBFz76+SdmwABAgQIECBAgAABAgQIECBAgED2BARcszcTHREgQIAAAQIECBAgQIAAAQIECBAgQIAAAQIECBAgUDsBAdfaWdajkoBrPVTVJECAAAECvQgIuHo9CBAgQIAAAQIECBAgQIAAAQIECBDIioCAa1YmoQ8CBAgQIECAAAECBAgQIECAAAECBAgQIECAAAECBOohIOBaD9Xa1RRwrZ2lSgQIECBAIJWAgGsqJosIECBAgAABAgQIECBAgAABAgQIEGiAgIBrA5BtQYAAAQIECBAgQIAAAQIECBAgQIAAAQIECBAgQIBA0wQEXJtGn2pjAddUTBYRIECAAIHaCQi41s5SJQIECBAgQIAAAQIECBAgQIAAAQIEqhMQcK3Oz9MECBAgQIAAAQIECBAgQIAAAQIECBAgQIAAAQIECGRbQMA1R/Npa+s6rmw3rzsCBAgQIJBHAQHXPE5NzwQIECBAgAABAgQIECBAgAABAgRaU0DAtTXn6lQECBAgQIAAAQIECBAgQIAAAQIECBAgQIAAAQIECLwuIOCa7TfBDa7Zno/uCBAgQKAFBQRcW3CojkSAAAECBAgQIECAAAECBAgQIEAgpwICrjkdnLYJECBAgAABAgQIECBAgAABAgQIECBAgAABAgQIEEglIOCaiqlpi/ZGRMfvrffu3RslQjdNa87GBAgQIECg1QSS29IHDBhQfKzkPyt1+kKrndl5CBAgQIAAAQIECBAgQIAAAQIECBDIroCAa3ZnozMCBAgQIECAAAECBAgQIECAAAECBAgQIECAAAECBKoXEHCt3rCeFV6IiAPaN9i1a1cMHjy4nvupTYAAAQIE+rXA7t27481vfnOxwYsRcWC/RnF4AgQIECBAgAABAgQIECBAgAABAgSaJiDg2jR6GxMgQIAAAQIECBAgQIAAAQIECBAgQIAAAQIECBAg0AABAdcGIFexxW8iYnj787/61a9ixIgRVZTzKAECBAgQINCbwPbt2+Nd73pX8ZIdEXE4NQIECBAgQIAAAQIECBAgQIAAAQIECDRDQMC1Ger2JECAAAECBAgQIECAAAECBAgQIECAAAECBAgQIECgUQICro2SrmyfByPiQ+2PbtiwISZOnFhZJU8RIECAAAECZQU2btwYJ510UvG6H0XEh8s+aAEBAgQIECBAgAABAgQIECBAgAABAgTqICDgWgdUJQkQIECAAAECBAgQIECAAAECBAgQIECAAAECBAgQyIyAgGtmRlGykZsi4pz27yxcuDA+//nPZ7tj3REgQIAAgRwLfO1rX4u5c+cWn2BpRJyb4yNpnQABAgQIECBAgAABAgQIECBAgACBHAsIuOZ4eFonQIAAAQIECBAgQIAAAQIECBAgQIAAAQIECBAgQKCsgIBrWaKmLvhfEbG4vYNJkybFunXrmtqQzQkQIECAQCsLTJ48OdavX198xAsi4n+38pmdjQABAgQIECBAgAABAgQIECBAgACB7AoIuGZ3NjojQIAAAQIECBAgQIAAAQIECBAgQIAAAQIECBAgQKB6AQHX6g3rWWFURDzavsH+++8fL7zwQuyzj19l1xNdbQIECBDonwJtbW1x4IEHxksvvVQMcHREbO2fIk5NgAABAgQIECBAgAABAgQIECBAgECzBfxWsNkTsD8BAgQIECBAgAABAgQIECBAgAABAgQIECBAgAABAvUUEHCtp25tav8mIoa3l7r99ttj2rRptamsCgECBAgQINAhsGbNmjjllFOKRXZExOGICBAgQIAAAQIECBAgQIAAAQIECBAg0CwBAddmyduXAAECBAgQIECAAAECBAgQIECAAAECBAgQIECAAIFGCAi4NkK5uj2ujYiL2ktMmjQp1q1bV11FTxMgQIAAAQLdBCZPnhzr168v/vp1EXExKgIECBAgQIAAAQIECBAgQIAAAQIECDRLQMC1WfL2JUCAAAECBAgQIECAAAECBAgQIECAAAECBAgQIECgEQICro1Qrm6PP42IzcUlfvazn8UxxxxTXVVPEyBAgAABAh0CjzzySBx77LFdRcZExI8xESBAgAABAgQIECBAgAABAgQIECBAoFkCAq7NkrcvAQIECBAgQIAAAQIECBAgQIAAAQIECBAgQIAAAQKNEBBwbYRy9Xs8GBEfai9zxhlnxMqVK6uvqgIBAgQIECBQEJg+fXqsWrWqWONHEfFhPAQIECBAgAABAgQIECBAgAABAgQIEGimgIBrM/XtTYAAAQIECBAgQIAAAQIECBAgQIAAAQIECBAgQIBAvQUEXOstXJv6n4iI1cWlNmzYEBMnTqxNdVUIECBAgEA/Fti4cWOcdNJJXQVOjYh/6Mcsjk6AAAECBAgQIECAAAECBAgQIECAQAYEBFwzMAQtECBAgAABAgQIECBAgAABAgQIECBAgAABAgQIECBQNwEB17rR1rxwp1tcjzzyyHjsscdin338Wrvm0goSIECAQL8RaGtri6OOOiq2bdtWfGa3t/abN8BBCRAgQIAAAQIECBAgQIAAAQIECGRbwG8Csz0f3REgQIAAAQIECBAgQIAAAQIECBAgQIAAAQIECBAgUJ2AgGt1fo18+i8i4r7iDc8999z49re/3cge7EWAAAECBFpK4Lzzzoubbrqp65nGRcQPW+qgDkOAAAECBAgQIECAAAECBAgQIECAQC4FBFxzOTZNEyBAgAABAgQIECBAgAABAgQIECBAgAABAgQIECCQUkDANSVURpZdGxEXFfeycOHC+PznP5+R9rRBgAABAgTyI/C1r30t5s6d27Xh6yLi4vycQqcECBAgQIAAAQIECBAgQIAAAQIECLSygIBrK0/X2QgQIECAAAECBAgQIECAAAECBAgQIECAAAECBAgQEHDN3zvwfyNidHHb119/fcyePTt/J9ExAQIECBBoksANN9wQF154YdfdfxoR72tSS7YlQIAAAQIECBAgQIAAAQIECBAgQIBANwEBVy8FAQIECBAgQIAAAQIECBAgQIAAAQIECBAgQIAAAQKtLCDgmr/pjoqIhyLigOLW3eSav0HqmAABAgSaI9DDza0vRsTYiNjanK7sSoAAAQIECBAgQIAAAQIECBAgQIAAge4CAq7eCgIECBAgQIAAAQIECBAgQIAAAQIECBAgQIAAAQIEWllAwDWf0/2riLiza+vnnntuLFmyJPbZx6+68zlWXRMgQIBAPQXa2tpi1qxZcdNNN5Xa5mMR8Y/13F9tAgQIECBAgAABAgQIECBAgAABAgQI9FXAb/36KmY9AQIECBAgQIAAAQIECBAgQIAAAQIECBAgQIAAAQJ5EhBwzdO0Ovf6iYhY3bX9I488Mr7+9a/HxIkT83synRMgQIAAgRoLbNy4MT73uc/Ftm3bSlU+NSL+ocZbKkeAAAECBAgQIECAAAECBAgQIECAAIGqBQRcqyZUgAABAgQIECBAgAABAgQIECBAgAABAgQIECBAgACBDAsIuGZ4OClaS25yvS0iDui69owzzojPfvazccwxx6QoYwkBAgQIEGhNgUceeSS+8Y1vxKpVq0od8MWIOM3Nra05e6ciQIAAAQIECBAgQIAAAQIECBAg0AoCAq6tMEVnIECAAAECBAgQIECAAAECBAgQIECAAAECBAgQIECgJwEB1/y/G6Mi4uaIGF3qKJMmTYoZM2bE1KlTY599/Ao8/+N2AgIECBAoJ9DW1hZ33HFHLF++PNavX9/T8p9GxNkRsbVcPd8nQIAAAQIECBAgQIAAAQIECBAgQIBAswT8dq9Z8vYlQIAAAQIECBAgQIAAAQIECBAgQIAAAQIECBAgQKARAgKujVBuzB7XRsRFPW21//77x/jx42PMmDExatSoeMc73hHDhg2LAw88UPC1MfOxCwECBAjUWCAJsr7wwgvx9NNPx7/+67/G1q1bY/PmzXHvvffGSy+91Ntu10XExTVuRzkCBAgQIECAAAECBAgQIECAAAECBAjUXEDAteakChIgQIAAAQIECBAgQIAAAQIECBAgQIAAAQIECBAgkCEBAdcMDaMGrfxFRHw5Ij5Ug1pKECBAgACBVhP40f/838kfttrBnIcAAQIECBAgQIAAAQIECBAgQIAAgdYUEHBtzbk6FQECBAgQIECAAAECBAgQIECAAAECBAgQIECAAAECrwsIuLbmm/CJiLhQ0LU1h+tUBAgQINBngSTYen1E/EOfn/QAAQIECBAgQIAAAQIECBAgQIAAAQIEmigg4NpEfFsTIECAAAECBAgQIECAAAECBAgQIECAAAECBAgQIFB3AQHXuhM3dYM/jYjTImJyRAxvaic2J0CAAAECjRXYERHrIuK2iPhxY7e2GwECBAgQIECAAAECBAgQIECAAAECBGojIOBaG0dVCBAgQIAAAQIECBAgQIAAAQIECBAgQIAAAQIECBDIpoCAazbnUo+uRkXEmIg4NiJGRsRhEXFIROwfEX43Xg9xNQkQIECg3gLJf455KSKejYgnI+KfI+JnEbE5IrbWe3P1CRAgQIAAAQIECBAgQIAAAQIECBAgUG8Bv8Srt7D6BAgQIECAAAECBAgQIECAAAECBAgQIECAAAECBAg0U0DAtZn69iZAgAABAgQIECBAgAABAgQIECBAgAABAgQIECBAgEAPAgKuXg0CBAgQIECAAAECBAgQIECAAAECBAgQIECAAAECBFpZQMC1lafrbAQIECBAgAABAgQIECBAgAABAgQIECBAgAABAgQI5FZAwDW3o9M4AQIECBAgQIAAAQIECBAgQIAAAQIECBAgQIAAAQIpBARcUyBZQoAAAQIECBAgQIAAAQIECBAgQIAAAQIECBAgQIAAgUYLCLg2Wtx+BAgQIECAAAECBAgQIECAAAECBAgQIECAAAECBAg0UkDAtZHa9iJAgAABAgQIECBAgAABAgQIECBAgAABAgQIECBAgEBKAQHXlFCWESBAgAABAgQIECBoi5DaAAAgAElEQVRAgAABAgQIECBAgAABAgQIECCQSwEB11yOTdMECBAgQIAAAQIECBAgQIAAAQIECBAgQIAAAQIECLS6gIBrq0/Y+QgQIECAAAECBAgQIECAAAECBAgQIECAAAECBAj0bwEB1/49f6cnQIAAAQIECBAgQIAAAQIECBAgQIAAAQIECBAgQCCjAgKuGR2MtggQIECAAAECBAgQIECAAAECBAgQIECAAAECBAgQqImAgGtNGBUhQIAAAQIECBAgQIAAAQIECBAgQIAAAQIECBAgQIBAbQUEXGvrqRoBAgQIECBAgAABAgQIECBAgAABAgQIECBAgAABAtkSEHDN1jx0Q4AAAQIECBAgQIAAAQIECBAgQIAAAQIECBAgQIAAgYKAgKsXgQABAgQIECBAgAABAgQIECBAgAABAgQIECBAgACBVhYQcG3l6TobAQIECBAgQIAAAQIECBAgQIAAAQIECBAgQIAAAQK5FRBwze3oNE6AAAECBAgQIECAAAECBAgQIECAAAECBAgQIECAQAoBAdcUSJYQIECAAAECBAgQIECAAAECBAgQIECAAAECBAgQIECg0QICro0Wtx8BAgQIECBAgAABAgQIECBAgAABAgQIECBAgAABAo0UEHBtpLa9CBAgQIAAAQIECBAgQIAAAQIECBAgQIAAAQIECBAgkFJAwDUllGUECBAgQIAAAQIECBAgQIAAAQIECBAgQIAAAQIECORSQMA1l2PTNAECBAgQIECAAAECBAgQIECAAAECBAgQIECAAAECrS4g4NrqE3Y+AgQIECBAgAABAgQIECBAgAABAgQIECBAgAABAv1bQMC1f8/f6QkQIECAAAECBAgQIECAAAECBAgQIECAAAECBAgQyKiAgGtGB6MtAgQIECBAgAABAgQIECBAgAABAgQIECBAgAABAgRqIiDgWhNGRQgQIECAAAECBAgQIECAAAECBAgQIECAAAECBAgQIFBbAQHX2nqqRoAAAQIECBAgQIAAAQIECBAgQIAAAQIECBAgQIBAtgQEXLM1D90QIECAAAECBAgQIECAAAECBAgQIECAAAECBAgQIECgICDg6kUgQIAAAQIECBAgQIAAAQIECBAgQIAAAQIECBAgQKCVBQRcW3m6zkaAAAECBAgQIECAAAECBAgQIECAAAECBAgQIECAQG4FBFxzOzqNEyBAgAABAgQIECBAgAABAgQIECBAgAABAgQIECCQQkDANQWSJQQIECBAgAABAgQIECBAgAABAgQI/D/27h/mz6u6A/gxQwbjZOrAFJBQ6GLFTehCKhhoBkdp7cH8U6JMrYnaRLCAnLFjIrIEhVaJ2wlh8XewWxQPFClEDQwlqSMvDUKCTgydwPGYF/lXXL0xDrkJ970+5zyfjs2T5znn871Sr/ry5Ue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xeQoAAAQIECBAgQIAAAQIECBAgQIAAAQIECBAgQIAAgbkCCq5zPb2NAAECBAgQIECAAAECBAgQIECAAAECBAgQIECAAIFcAgquufIwDQECBAgQIECAAAECBAgQIECAAAECBAgQIECAAAECBHYCCq4OAgECBAgQIECAAAECBAgQIECAAAECBAgQIECAAAECnQUUXDunazcCBAgQIECAAAECBAgQIECAAAECBAgQIECAAAECBMoKKLiWjc7gBAgQIECAAAECBAgQIECAAAECBAgQIECAAAECBAgMCCi4DiB5hAABAgQIECBAgAABAgQIECBAgAABAgQIECBAgAABAqsFFFxXi/seAQIECBAgQIAAAQIECBAgQIAAAQIECBAgQIAAAQIrBRRcV2r7FgECBAgQIECAAAECBAgQIECAAAECBAgQIECAAAECBAYFFFwHoTxGgAABAgQIECBAgAABAgQIECBAgAABAgQIECBAgEBJAQXXkrEZmgABAgQIECBAgAABAgQIECBAgAABAgQIECBAgACB7gIKrt0Tth8BAgQIECBAgAABAgQIECBAgAABAgQIECBAgACBbQsouG47f9sTIECAAAECBAgQIECAAAECBAgQIECAAAECBAgQIJBUQME1aTDGIkCAAAECBAgQIECAAAECBAgQIECAAAECBAgQIEBgioCC6xRGLyFAgAABAgQIECBAgAABAgQIECBAgAABAgQIECBAgMBcAQXXuZ7eRoAAAQIECBAgQIAAAQIECBAgQIAAAQIECBAgQIBALgEF11x5mIYAAQIECBAgQIAAAQIECBAgQIAAAQIECBAgQIAAAQI7AQVXB4EAAQIECBAgQIAAAQIECBAgQIAAAQIECBAgQIAAgc4CCq6d07UbAQIECBAgQIAAAQIECBAgQIAAAQIECBAgQIAAAQJlBRRcy0ZncAIECBAgQIAAAQIECBAgQIAAAQIECBAgQIAAAQIEBgQUXAeQPEKAAAECBAgQIECAAAECBAgQIECAAAECBAgQIECAAIHVAgquq8V9jwABAgQIECBAgAABAgQIECBAgAABAgQIECBAgACBlQIKriu1fYsAAQIECBAgQIAAAQIECBAgQIAAAQIECBAgQIAAAQKDAgqug1AeI0CAAAECBAgQIECAAAECBAgQIECAAAECBAgQIECgpICCa8nYDE2AAAECBAgQIECAAAECBAgQIECAAAECBAgQIECAQHcBBdfuCduPAAECBAgQIECAAAECBAgQIECAAAECBAgQIECAwLYFFFy3nb/tCRAgQIAAAQIECBAgQIAAAQIECBAgQIAAAQIECBBIKqDgmjQYYxEgQIAAAQIECBAgQIAAAQIECBAgQIAAAQIECBAgMEVAwXUKo5cQIECAAAECBAgQIECAAAECBAgQIECAAAECBAgQIEBgroCC61xPbyNAgAABAgQIECBAgAABAgQIECBAgAABAgQIECBAIJeAgmuuPExDgAABAgQIECBAgAABAgQIECBAgAABAgQIECBAgACBnYCCq4NAgAABAgQIECBAgAABAgQIECBAgAABAgQIECBAgEBnAQXXzunajQABAgQIECBAgAABAgQIECBAgAABAgQIECBAgACBsgIKrmWjMzgBAgQIECBAgAABAgQIECBAgAABAgQIECBAgAABAgMCCq4DSB4hQIAAAQIECBAgQIAAAQIECBAgQIAAAQIECBAgQIDAagEF19XivkeAAAECBAgQIECAAAECBAgQIECAAAECBAgQIECAwEoBBdeV2r5FgAABAgQIECBAgAABAgQIECBAgAABAgQIECBAgACBQQEF10EojxEgQIAAAQIECBAgQIAAAQIECBAgQIAAAQIECBAgUFJAwbVkbIYmQIAAAQIECBAgQIAAAQIECBAgQIAAAQIECBAgQKC7gIJr94TtR4AAAQIECBAgQIAAAQIECBAgQIAAAQIECBAgQGDbAgqu287f9gQIECBAgAABAgQIECBAgAABAgQIECBAgAABAgQIJBVQcE0ajLEIECBAgAABAgQIECBAgAABAgQIECBAgAABAgQIEJgioOA6hdFLCBAgQIAAAQIECBAgQIAAAQIECBAgQIAAAQIECBAgMFdAwXWup7cRIECAAAECBAgQIECAAAECBAgQIECAAAECBAgQIJBLQME1Vx6mIUCAAAECBAgQIECAAAECBAgQIECAAAECBAgQIECAwE5AwdVBIECAAAECBAgQIECAAAECBAgQIECAAAECBAgQIECgs4CCa+d07UaAAAECBAgQIECAAAECBAgQIECAAAECBAgQIECAQFkBBdey0RmcAAECBAgQIECAAAECBAgQIECAAAECBAgQIECAAIEBAQXXASSPECBAgAABAgQIECBAgAABAgQIECBAgAABAgQIECBAYLWAgutqcd8jQIAAAQIECBAgQIAAAQIECBAgQIAAAQIECBAgQGClgILrSm3fIkCAAAECBAgQIECAAAECBAgQIECAAAECBAgQIECAwKCAgusglMcIECBAgAABAgQIECBAgAABAgQIECBAgAABAgQIECgpoOBaMjZDEyBAgAABAgQIECBAgAABAgQIECBAgAABAgQIECDQXUDBtXvC9iNAgAABAgQIECBAgAABAgQIECBAgAABAgQIECCwbQEF123nb3sCBAgQIECAAAECBAgQIECAAAECBAgQIECAAAECBJIKKLgmDcZYBAgQIECAAAECBAgQIECAAAECBAgQIECAAAECBAhMEVBwncLoJQQIECBAgAABAgQIECBAgAABAgQIECBAgAABAgQIEJgroOA619PbCBAgQIAAAQIECBAgQIAAAQIECBAgQIAAAQIECBDIJaDgmisP0xAgQIAAAQIECBAgQIAAAQIECBAgQIAAAQIECBAgQGAnoODqIBAgQIAAAQIECBAgQIAAAQIECBAgQIAAAQIECBAg0FlAwbVzunYjQIAAAQIECBAgQIAAAQIECBAgQIAAAQIECBAgQKCsgIJr2egMToAAAQIECBAgQIAAAQIECBAgQIAAAQIECBAgQIDAgICC6wCSRwgQIECAAAECBAgQIECAAAECBAgQIECAAAECBAgQILBaQMF1tbjvESBAgAABAgQIECBAgAABAgQIECBAgAABAgQIECCwUkDBdaW2bxEgQIAAAQIECBAgQIAAAQIECBAgQIAAAQIECBAgQGBQQMF1EMpjBAgQIECAAAECBAgQIECAAAECBAgQIECAAAECBAiUFFBwLRmboQkQIECAAAECBAgQIECAAAECBAgQIECAAAECBAgQ6C6g4No9YfsRIECAAAECBAgQIECAAAECBAgQIECAAAECBAgQ2LaAguu287c9AQIECBAgQIAAAQIECBAgQIAAAQIECBAgQIAAAQJJBRRckwZjLAIECBAgQIAAAQIECBAgQIAAAQIECBAgQIAAAQIEpggouE5h9BICBAgQIECAAAECBAgQIECAAAECBAgQIECAAAECBAjMFVBwnevpbQQIECBAgAABAgQIECBAgAABAgQIECBAgAABAgQI5BJQcM2Vh2kIECBAgAABAgQIECBAgAABAgQIECBAgAABAgQIECCwE1BwdRAIECBAgAABAgQIECBAgAABAgQIECBAgAABAgQIEOgsoODaOV27ESBAgAABAgQIECBAgAABAgQIECBAgAABAgQIECBQVkDBtWx0BidAgAABAgQIECBAgAABAgQIECBAgAABAgQIECBAYEBAwXUAySMECBAgQIAAAQIECBAgQIAAAQIECBAgQIAAAQIECBBYLaDgulrc9wgQIECAAAECBAgQIECAAAECBAgQIECAAAECBAgQWCmg4LpS27cIECBAgAABAgQIECBAgAABAgQIECBAgAABAgQIECAwKKDgOgjlMQIECBAgQIAAAQIECBAgQIAAAQIECBAgQIAAAQIESgoouJaMzdAECBAgQIAAAQIECBAgQIAAAQIECBAgQIAAAQIECHQXUHDtnrD9CBAgQIAAAQIECBAgQIAAAQIECBAgQIAAAQIECGxbQMF12/nbngABAgQIECBAgAABAgQIECBAgAABAgQIECBAgACBpAIKrkmDMRYBAgQIECBAgAABAgQIECBAgAABAgQIECBAgAABAlMEFFynMHoJAQIECBAgQIAAAQIECBAgQIAAAQIECBAgQIAAAQIE5goouM719DYCBAgQIECAAAECBAgQIECAAAECBAgQIECAAAECBHIJKLjmysM0BAgQIECAAAECBAgQIECAAAECBAgQIECAAAECBAgQ2AkouDoIBAgQIECAAAECBAgQIECAAAECBAgQIECAAAECBAh0FlBw7Zyu3QgQIECAAAECBAgQIECAAAECBAgQIECAAAECBAgQKCug4Fo2OoMTIECAAAECBAgQIECAAAECBAgQIECAAAECBAgQIDAgoOA6gOQRAgQIECBAgAABAgQIECBAgAABAgQIECBAgAABAgQIrBZQcF0t7nsECBAgQIAAAQIECBAgQIAAAQIECBAgQIAAAQIECKwUUHBdqe1bBAgQIECAAAECBAgQIECAAAECBAgQIECAAAECBAgQGBRQcB2E8hgBAgQIECBAgAABAgQIECBAgAABAgQIECBAgAABAiUFFFxLxmZoAgQIECBAgAABAgQIECBAgAABAgQIECBAgAABAgS6Cyi4dk/YfgQIECBAgAABAgQIECBAgAABAgQIECBAgAABAgS2LaDguu38bU+AAAECBAgQIECAAAECBAgQIECAAAECBAgQIECAQFIBBdekwRiLAAECBAgQIECAAAECBAgQIECAAAECBAgQIECAAIEpAgquUxi9hAABAgQIECBAgAABAgQIECBAgAABAgQIECBAgAABAnMFFFznenobAQIECBAgQIAAAQIECBAgQIAAAQIECBAgQIAAAQK5BBRcc+VhGgIECBAgQIAAAQIECBAgQIAAAQIECBAgQIAAAQIECOwEFFwdBAIECBAgQIAAAQIECBAgQIAAAQIECBAgQIAAAQIEOgsouHZO124ECBAgQIAAAQIECBAgQIAAAQIECBAgQIAAAQIECJQVUHAtG53BCRAgQIAAAQIECBAgQIAAAQIECBAgQIAAAQIECBAYEFBwHUDyCAECBAgQIECAAAECBAgQIECAAAECBAgQIECAAAECBFYLKLiuFvc9AgQIECBAgAABAgQIECBAgAABAgQIECBAgAABAgRWCii4rtT2LQIECBAgQIAAAQIECBAgQIAAAQIECBAgQIAAAQIECAwKKLgOQnmMAAECBAgQIECAAAECBAgQIECAAAECBAgQIECAAIGSAgquJWMzNAECBAgQIECAAAECBAgQIECAAAECBAgQIECAAAEC3QUUXLsnbD8CBAgQIECAAAECBAgQIECAAAECBAgQIECAAAEC2xZQcN12/rYnQIAAAQIECBAgQIAAAQIECBAgQIAAAQIECBAgQCCpgIJr0mCMRYAAAQIECBAgQIAAAQIECBAgQIAAAQIECBAgQIDAFAEF1ymMXkKAAAECBAgQIECAAAECBAgQIECAAAECBAgQIECAAIG5Agqucz29jQABAgQIECBAgAABAgQIECBAgAABAgQIECBAgACBXAIKrrnyMA0BAgQIECBAgAABAgQIECBAgAABAgQIECBAgAABAgR2AgquDgIBAgQIECBAgAABAgQIECBAgAABAgQIECBAgAABAp0FFFw7p2s3AgQIECBAgAABAgQIECBAgAABAgQIECBAgAABAgTKCii4lo3O4AQIECBAgAABAgQIECBAgAABAgQIECBAgAABAgQIDAgouA4geYQAAQIECBAgQIAAAQIECBAgQIAAAQIECBAgQIAAAQKrBRRcV4v7HgECBAgQIECAAAECBAgQIECAAAECBAgQIECAAAECKwUUXFdq+xYBAgQIECBAgAABAgQIECBAgAABAgQIECBAgAABAgQGBRRcB6E8RoAAAQIECBAgQIAAAQIECBAgQIAAAQIECBAgQIBASQEF15KxGZoAAQIECBAgQIAAAQIECBAgQIAAAQIECBAgQIAAge4CCq7dE7YfAQIECBAgQIAAAQIECBAgQIAAAQIECBAgQIAAgW0LKLhuO3/bEyBAgAABAgQIECBAgAABAgQIECBAgAABAgQIECCQVEDBNWkwxiJAgAABAgQIECBAgAABAgQIECBAgAABAgQIECBAYIqAgusURi8hQIAAAQIECBAgQIAAAQIECBAgQIAAAQIECBAgQIDAXAEF17me3kaAAAECBAgQIECAAAECBAgQIECAAAECBAgQIECAQC4BBddceZiGAAECBAgQIECAAAECBAgQIECAAAECBH7QVHQAACAASURBVAgQIECAAAECOwEFVweBAAECBAgQIECAAAECBAgQIECAAAECBAgQIECAAIHOAgqundO1GwECBAgQIECAAAECBAgQIECAAAECBAgQIECAAAECZQUUXMtGZ3ACBAgQIECAAAECBAgQIECAAAECBAgQIECAAAECBAYEFFwHkDxCgAABAgQIECBAgAABAgQIECBAgAABAgQIECBAgACB1QIKrqvFfY8AAQIECBAgQIAAAQIECBAgQIAAAQIECBAgQIAAgZUCCq4rtX2LAAECBAgQIECAAAECBAgQIECAAAECBAgQIECAAAECgwIKroNQHiNAgAABAgQIECBAgAABAgQIECBAgAABAgQIECBAoKSAgmvJ2AxNgAABAgQIECBAgAABAgQIECBAgAABAgQIECBAgEB3AQXX7gnbjwABAgQIECBAgAABAgQIECBAgAABAgQIECBAgMC2BRRct52/7QkQIECAAAECBAgQIECAAAECBAgQIECAAAECBAgQSCqg4Jo0GGMRIECAAAECBAgQIECAAAECBAgQIECAAAECBAgQIDBFQMF1CqOXECBAgAABAgQIECBAgAABAgQIECBAgAABAgQIECBAYK6AgutcT28jQIAAAQIECBAgQIAAAQIECBAgQIAAAQIECBAgQCCXgIJrrjxMQ4AAAQIECBAgQIAAAQIECBAgQIAAAQIECBAgQIAAgZ2AgquDQIAAAQIECBAgQIAAAQIECBAgQIAAAQIECBAgQIBAZwEF187p2o0AAQIECBAgQIAAAQIECBAgQIAAAQIECBAgQIAAgbICCq5lozM4AQIECBAgQIAAAQIECBAgQIAAAQIECBAgQIAAAQIDAgquA0geIUCAAAECBAgQIECAAAECBAgQIECAAAECBAgQIECAwGoBBdfV4r5HgAABAgQIECBAgAABAgQIECBAgAABAgQIECBAgMBKAQXXldq+RYAAAQIECBAgQIAAAQIECBAgQIAAAQIECBAgQIAAgUEBBddBKI8RIECAAAECBAgQIECAAAECBAgQIECAAAECBAgQIFBSQMG1ZGyGJkCAAAECBAgQIECAAAECBAgQIECAAAECBAgQIECgu4CCa/eE7UeAAAECBAgQIECAAAECBAgQIECAAAECBAgQIEBg2wIKrtvO3/YECBAgQIAAAQIECBAgQIAAAQIECBAgQIAAAQIECCQVUHBNGoyxCBAgQIAAAQIECBAgQIAAAQIECBAgQIAAAQIECBCYIqDgOoXRSwgQIECAAAECBAgQIECAAAECBAgQIECAAAECBAgQIDBXQMF1rqe3ESBAgAABAgQIECBAgAABAgQIECBAgAABAgQIECCQS0DBNVcepiFAgAABAgQIECBAgAABAgQIECBAgAABAgQIECBAgMBOQMHVQSBAgAABAgQIECBAgAABAgQIECBAgAABAgQIECBAoLOAgmvndO1GgAABAgQIECBAgAABAgQIECBAgAABAgQIECBAgEBZAQXXstEZnAABAgQIECBAgAABAgQIECBAgAABAgQIECBAgACBAQEF1wEkjxAgQIAAAQIECBAgQIAAAQIECBAgQIAAAQIECBAgQGC1gILranHfI0CAAAECBAgQIECAAAECBAgQIECAAAECBAgQIEBgpYCC60pt3yJAgAABAgQIECBAgAABAgQIECBAgAABAgQIECBAgMCggILrIJTHCBAgQIAAAQIECBAgQIAAAQIECBAgQIAAAQIECBAoKaDgWjI2QxMgQIAAAQIECBAgQIAAAQIECBAgQIAAAQIECBAg0F1AwbV7wvYjQIAAAQIECBAgQIAAAQIECBAgQIAAAQIECBAgsG0BBddt5297AgQIECBAgAABAgQIECBAgAABAgQIECBAgAABAgSSCii4Jg3GWAQIECBAgAABAgQIECBAgAABAgQIECBAgAABAgQITBFQcJ3C6CUECBAgQIAAAQIECBAgQIAAAQIECBAgQIAAAQIECBCYK6DgOtfT2wgQIECAAAECBAgQIECAAAECBAgQIECAAAECBAgQyCWg4JorD9MQIECAAAECBAgQIECAAAECBAgQIECAAAECBAgQIEBgJ6Dg6iAQIECAAAECBAgQIECAAAECBAgQIECAAAECBAgQINBZQMG1c7p2I0CAAAECBAgQIECAAAECBAgQIECAAAECBAgQIECgrICCa9noDE6AAAECBAgQIECAAAECBAgQIECAAAECBAgQIECAwICAgusAkkcIECBAgAABAgQIECBAgAABAgQIECBAgAABAgQIECCwWkDBdbW47xEgQIAAAQIECBAgQIAAAQIECBAgQIAAAQIECBAgsFJAwXWltm8RIECAAAECBAgQIECAAAECBAgQIECAAAECBAgQIEBgUEDBdRDKYwQIECBAgAABAgQIECBAgAABAgQIECBAgAABAgQIlBRQcC0Zm6EJECBAgAABAgQIECBAgAABAgQIECBAgAABAgQIEOguoODaPWH7ESBAgAABAgQIECBAgAABAgQIECBAgAABAgQIENi2gILrtvO3PQECBAgQIECAAAECBAgQIECAAAECBAgQIECAAAECSQUUXJMGYywCBAgQIECAAAECBAgQIECAAAECBAgQIECAAAECBKYIKLhOYfQSAgQIECBAgAABAgQIECBAgAABAgQIECBAgAABAgQIzBVQcJ3r6W0ECBAgQIAAAQIECBAgQIAAAQIECBAgQIAAAQIECOQSUHDNlYdpCBAgQIAAAQIECBAgQIAAAQIECBAgQIAAAQIECBAgsBNQcHUQCBAgQIAAAQIECBAgQIAAAQIECBAgQIAAAQIECBDoLKDg2jlduxEgQIAAAQIECBAgQIAAAQIECBAgQIAAAQIECBAgUFZAwbVsdAYnQIAAAQIECBAgQIAAAQIECBAgQIAAAQIECBAgQGBAQMF1AMkjBAgQIECAAAECBAgQIECAAAECBAgQIECAAAECBAgQWC2g4Lpa3PcIECBAgAABAgQIECBAgAABAgQIECBAgAABAgQIEFgpoOC6Utu3CBAgQIAAAQIECBAgQIAAAQIECBAgQIAAAQIECBAgMCig4DoI5TECBAgQIECAAAECBAgQIECAAAECBAgQIECAAAECBEoKKLiWjM3QBAgQIECAAAECBAgQIECAAAECBAgQIECAAAECBAh0F1Bw7Z6w/QgQIECAAAECBAgQIECAAAECBAgQIECAAAECBAhsW0DBddv5254AAQIECBAgQIAAAQIECBAgQIAAAQIECBAgQIAAgaQCCq5JgzEWAQIECBAgQIAAAQIECBAgQIAAAQIECBAgQIAAAQJTBBRcpzB6CQECBAgQIECAAAECBAgQIECAAAECBAgQIECAAAECBOYKKLjO9fQ2AgQIECBAgAABAgQIECBAgAABAgQIECBAgAABAgRyCSi45srDNAQIECBAgAABAgQIECBAgAABAgQIECBAgAABAgQIENgJKLg6CAQIECBAgAABAgQIECBAgAABAgQIECBAgAABAgQIdBZQcO2crt0IECBAgAABAgQIECBAgAABAgQIECBAgAABAgQIECgroOBaNjqDEyBAgAABAgQIECBAgAABAgQIECBAgAABAgQIECAwIKDgOoDkEQIECBAgQIAAAQIECBAgQIAAAQIECBAgQIAAAQIECKwWUHBdLe57BAgQIECAAAECBAgQIECAAAECBAgQIECAAAECBAisFFBwXantWwQIECBAgAABAgQIECBAgAABAgQIECBAgAABAgQIEBgUUHAdhPIYAQIECBAgQIAAAQIECBAgQIAAAQIECBAgQIAAAQIlBRRcS8ZmaAIECBAgQIAAAQIECBAgQIAAAQIECBAgQIAAAQIEugsouHZP2H4ECBAgQIAAAQIECBAgQIAAAQIECBAgQIAAAQIEti2g4Lrt/G1PgAABAgQIECBAgAABAgQIECBAgAABAgQIECBAgEBSAQXXpMEYiwABAgQIECBAgAABAgQIECBAgAABAgQIECBAgACBKQIKrlMYvYQAAQIECBAgQIAAAQIECBAgQIAAAQIECBAgQIAAAQJzBRRc53p6GwECBAgQIECAAAECBAgQIECAAAECBAgQIECAAAECuQQUXHPlYRoCBAgQIECAAAECBAgQIECAAAECBAgQIECAAAECBAjsBBRcHQQCBAgQIECAAAECBAgQIECAAAECBAgQIECAAAECBDoLKLh2TtduBAgQIECAAAECBAgQIECAAAECBAgQIECAAAECBAiUFVBwLRudwQkQIECAAAECBAgQIECAAAECBAgQIECAAAECBAgQGBBQcB1A8ggBAgQIECBAgAABAgQIECBAgAABAgQIECBAgAABAgRWCyi4rhb3PQIECBAgQIAAAQIECBAgQIAAAQIECBAgQIAAAQIEVgoouK7U9i0CBAgQIECAAAECBAgQIECAAAECBAgQIECAAAECBAgMCii4DkJ5jAABAgQIECBAgAABAgQIECBAgAABAgQIECBAgACBkgIKriVjMzQBAgQIECBAgAABAgQIECBAgAABAgQIECBAgAABAt0FFFy7J2w/AgQIECBAgAABAgQIECBAgAABAgQIECBAgAABAtsWUHDddv62J0CAAAECBAgQIECAAAECBAgQIECAAAECBAgQIEAgqYCCa9JgjEWAAAECBAgQIECAAAECBAgQIECAAAECBAgQIECAwBQBBdcpjF5CgAABAgQIECBAgAABAgQIECBAgAABAgQIECBAgACBuQIKrnM9vY0AAQIECBAgQIAAAQIECBAgQIAAAQIECBAgQIAAgVwCCq658jANAQIECBAgQIAAAQIECBAgQIAAAQIECBAgQIAAAQIEdgIKrg4CAQIECBAgQIAAAQIECBAgQIAAAQIECBAgQIAAAQKdBRRcO6drNwIECBAgQIAAAQIECBAgQIAAAQIECBAgQIAAAQIEygoouJaNzuAECBAgQIAAAQIECBAgQIAAAQIECBAgQIAAAQIECAwIKLgOIHmEAAECBAgQIECAAAECBAgQIECAAAECBAgQIECAAAECqwUUXFeL+x4BAgQIECBAgAABAgQIECBAgAABAgQIECBAgAABAisFFFxXavsWAQIECBAgQIAAAQIECBAgQIAAAQIECBAgQIAAAQIEBgUUXAehPEaAAAECBAgQIECAAAECBAgQIECAAAECBAgQIECAQEkBBdeSsRmaAAECBAgQIECAAAECBAgQIECAAAECBAgQIECAAIHuAgqu3RO2HwECBAgQIECAAAECBAgQIECAAAECBAgQIECAAIFtCyi4bjt/2xMgQIAAAQIECBAgQIAAAQIECBAgQIAAAQIECBAgkFRAwTVpMMYiQIAAAQIECBAgQIAAAQIECBAgQIAAAQIECBAgQGCKgILrFEYvIUCAAAECBAgQIECAAAECBAgQIECAAAECBAgQIECAwFwBBde5nt5GgAABAgQIECBAgAABAgQIECBAgAABAgQIECBAgEAuAQXXXHmYhgABAgQIECBAgAABAgQIECBAgAABAgQIECBAgAABAjsBBVcHgQABAgQIECBAgAABAgQIECBAgAABAgQIECBAgACBzgIKrp3TtRsBAgQIECBAgAABAgQIECBAgAABAgQIECBAgAABAmUFFFzLRmdwAgQIECBAgAABAgQIECBAgAABAgQIECBAgAABAgQGBBRcB5A8QoAAAQIECBAgQIAAAQIECBAgQIAAAQIECBAgQIAAgdUCCq6rxX2PAAECBAgQIECAAAECBAgQIECAAAECBAgQIECAAIGVAgquK7V9iwABAgQIECBAgAABAgQIECBAgAABAgQIECBAgAABAoMCCq6DUB4jQIAAAQIECBAgQIAAAQIECBAgQIAAAQIECBAgQKCkgIJrydgMTYAAAQIECBAgQIAAAQIECBAgQIAAAQIECBAgQIBAdwEF1+4J248AAQIECBAgQIAAAQIECBAgQIAAAQIECBAgQIDAtgUUXLedv+0JECBAgAABAgQIECBAgAABAgQIECBAgAABAgQIEEgqoOCaNBhjESBAgAABAgQIECBAgAABAgQIECBAgAABAgQIECAwRUDBdQqjlxAgQIAAAQIECBAgQIAAAQIECBAgQIAAAQIECBAgQGCugILrXE9vI0CAAAECBAgQIECAAAECBAgQIECAAAECBAgQIEAgl4CCa648TEOAAAECBAgQIECAAAECBAgQIECAAAECBAgQIECAAIGdgIKrg0CAAAECBAgQIECAAAECBAgQIECAAAECBAgQIECAQGcBBdfO6dqNAAECBAgQIECAAAECBAgQIECAAAECBAgQIECAAIGyAgquZaMzOAECBAgQIECAAAECBAgQIECAAAECBAgQIECAAAECAwIKrgNIHiFAgAABAgQIECBAgAABAgQIECBAgAABAgQIECBAgMBqAQXX1eK+R4AAAQIECBAgQIAAAQIECBAgQIAAAQIECBAgQIDASgEF15XavkWAAAECBAgQIECAAAECBAgQIECAAAECBAgQIECAAIFBAQXXQSiPESBAgAABAgQIECBAgAABAgQIECBAgAABAgQIECBQUkDBtWRshiZAgAABAgQIECBAgAABAgQIECBAgAABAgQIECBAoLuAgmv3hO1HgAABAgQIECBAgAABAgQIECBAgAABAgQIECBAYNsCCq7bzt/2BAgQIECAAAECBAgQIECAAAECBAgQIECAAAECBAgkFVBwTRqMsQgQIECAAAECBAgQIECAAAECBAgQIECAAAECBAgQmCKg4DqF0UsIECBAgAABAgQIECBAgAABAgQIECBAgAABAgQIECAwV0DBda6ntxEgQIAAAQIECBAgQIAAAQIECBAgQIAAAQIECBAgkEtAwTVXHqYhQIAAAQIECBAgQIAAAQIECBAgQIAAAQIECBAgQIDATkDB1UEgQIAAAQIECBAgQIAAAQIECBAgQIAAAQIECBAgQKCzgIJr53TtRoAAAQIECBAgQIAAAQIECBAgQIAAAQIECBAgQIBAWQEF17LRGZwAAQIECBAgQIAAAQIECBAgQIAAAQIECBAgQIAAgQEBBdcBJI8QIECAAAECBAgQIECAAAECBAgQIEC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wlXnIsIu6LiHsj4k8j4s6I+JOIOBwR/jZeIkJDEiBAgMANAtfuMVcj4n8j4n8i4r8j4pWIeDkiLtEiQCDc/xwCAgQIEOgm4P7XLVH7ECBAgAABAgQIvKOAP+K9I5EHCBAgQIAAAQIECBAgQIAAAQIECBAgQIAAAQIECBAoLKDgWji8gdE/FhGfi4iTEfHBgec9QoAAAQIEugj8MiLOR8Q3I+LHXZayB4EBAfe/ASSPECBAgEBLAfe/lrFaigABAgQIECBAQMHVGSBAgAABAgQIECBAgAABAgQIECBAgAABAgQIECBAoLOAgmvPdD8TEY9HxMd7rmcrAgQIECDwrgReiohnI+Lb7+rf8jCBWgLuf7XyMi0BAgQIHKyA+9/B+no7AQIECBAgQIDAQgEF14XYPkWAAAECBAgQIECAAAECBAgQIECAAAECBAgQIECAwHIBBdfl5Af6wU9GxD8oth6osZcTIECAQF2Ba0WHa/938od1VzA5gd8TcP9zKAgQIECAwNsLuP85HQQIECBAgAABAuUFFFzLR2gBAgQIECBAgAABAgQIECBAgAABAgQIECBAgAABAgT+gICCa5/j8UxEfOHt1jl8+HDcf//9cd9998WxY8fiwx/+cHzgAx+II0eOxKFD/jTe5xjYhAABoi/32AAAIABJREFUAtsR2NvbiytXrsSvfvWr+PnPfx6XLl2Kl19+OX7wgx/E1atX/xDEVyPii9uRsmljAfe/xuFajQABAgR+X8D9z6kgQIAAAQIECBDYooC/4m0xdTsTIECAAAECBAgQIECAAAECBAgQIECAAAECBAgQ2I6Agmv9rI9FxL9ExEdvtsqJEyfikUceiVOnTimy1s/aBgQIECAwIHCt+PC9730vvv71r8eFCxfe7t/4aUT8TURcGnilRwhkE3D/y5aIeQgQIEDglgq4/91Sfh8nQIAAAQIECBA4YAEF1wMG9noCBAgQIECAAAECBAgQIECAAAECBAgQIECAAAECBG6pgILrLeX/oz/+VxHxzYh4/41veuihh+JLX/pS3HPPPX/0R7yAAAECBAhUFXj11Vfj6aefjnPnzt1shTci4nMR8W9V9zP3JgXc/zYZu6UJECBAYFTA/W9UynMECBAgQIAAAQJVBBRcqyRlTgIECBAgQIAAAQIECBAgQIAAAQIECBAgQIAAAQIE3ouAgut7Ucvx73wmIr514yhHjx6Nr3zlK3H8+PEcU5qCAAECBAgkELh48WJ8+ctfjsuXL99sms9GxLcTjGkEAu8k4P73TkL+OQECBAgQ+J2A+5+jQIAAAQIECBAg0EVAwbVLkvYgQIAAAQIECBAgQIAAAQIECBAgQIAAAQIECBAgQOBmAgquNc/FtV/u+tcbRz99+nQ899xzceiQP3XXjNXUBAgQIHCQAnt7e/Hoo4/G2bNnb/aZv/ZLrgep790TBNz/JiB6BQECBAhsS8D9b1t525YAAQIECBAg0FXAX/26JmsvAgQIECBAgAABAgQIECBAgAABAgQIECBAgAABAgSuCSi41jsHxyLiPyLi/ftHf/LJJ+PMmTP1tjExAQIECBBYLPDUU0/FE088ceNX34iIv4iIS4vH8TkCIwLufyNKniFAgAABAm8j4P7naBAgQIAAAQIECFQWUHCtnJ7ZCRAgQIAAAQIECBAgQIAAAQIECBAgQIAAAQIECBB4JwEF13cSyvfP/zMiPrp/rGeffTYee+yxfJOaiAABAgQIJBX42te+Fo8//viN0/00Iv486cjG2raA+9+287c9AQIECEwQcP+bgOgVBAgQIECAAAECt0RAwfWWsPsoAQIECBAgQIAAAQIECBAgQIAAAQIECBAgQIAAAQKLBBRcF0FP+swzEfGF/e/yy62TZL2GAAECBDYn8Da/5PXViPji5jAsnFnA/S9zOmYjQIAAgVIC7n+l4jIsAQIECBAgQIDA7wQUXB0FAgQIECBAgAABAgQIECBAgAABAgQIECBAgAABAgQ6Cyi41kn3kxHx7/vHPX36dDz//PN1NjApAQIECBBIJvD5z38+zp49e+NUfxkRP0w2qnG2KeD+t83cbU2AAAECByjg/neAuF5NgAABAgQIECBwIAIKrgfC6qUECBAgQIAAAQIECBAgQIAAAQIECBAgQIAAAQIECCQRUHBNEsTAGD+KiI9ff+7o0aPx2muvxaFD/qw9YOcRAgQIECBwU4G9vb24++674/Lly/v/+UsR8QlkBBIIuP8lCMEIBAgQINBLwP2vV562IUCAAAECBAhsQcBfAreQsh0JECBAgAABAgQIECBAgAABAgQIECBAgAABAgQIbFdAwbVG9p+JiG/tH/WFF16I48eP15jelAQIECBAILHAxYsX44EHHrhxws9GxLcTj220/gLuf/0ztiEBAgQI3CIB979bBO+zBAgQIECAAAEC70lAwfU9sfmXCBAgQIAAAQIECBAgQIAAAQIECBAgQIAAAQIECBAoIqDgWiOot/x610MPPRTf+MY3akxuSgIECBAgUEDg4YcfjnPnzu2f1K+4Fsit+Yjuf80Dth4BAgQI3FoB979b6+/rBAgQIECAAAEC4wIKruNWniRAgAABAgQIECBAgAABAgQIECBAgAABAgQIECBAoJ6Agmv+zD4WES/vH/OVV16Je+65J//kJiRAgAABAkUEXn311bj33ntvnPa+iPhxkRWM2UvA/a9XnrYhQIAAgYQC7n8JQzESAQIECBAgQIDATQUUXB0MAgQIECBAgAABAgQIECBAgAABAgQIECBAgAABAgQ6Cyi45k/3mYj4wvUxT5w4EefPn88/tQkJECBAgEAxgZMnT8aFCxf2T/3ViPhisTWM20PA/a9HjrYgQIAAgeQC7n/JAzIeAQIECBAgQIDATkDB1UEgQIAAAQIECBAgQIAAAQIECBAgQIAAAQIECBAgQKCzgIJr/nR/EREfvD7md77znfjUpz6Vf2oTEiBAgACBYgLf/e5349Of/vT+qX8ZER8qtoZxewi4//XI0RYECBAgkFzA/S95QMYjQIAAAQIECBDYCSi4OggECBAgQIAAAQIECBAgQIAAAQIECBAgQIAAAQIECHQWUHDNne6xiPiv6yMePnw4rly5EocO+VN27thMR4AAAQIVBfb29uLIkSNx9erV/eP/WURcqriPmcsKuP+Vjc7gBAgQIFBNwP2vWmLmJUCAAAECBAhsU8BfBbeZu60JECBAgAABAgQIECBAgAABAgQIECBAgAABAgQIbEVAwTV30n8XEf94fcQTJ07E+fPnc09sOgIECBAgUFjg5MmTceHChf0b/H1E/FPhlYxeT8D9r15mJiZAgACBwgLuf4XDMzoBAgQIECBAYCMCCq4bCdqaBAgQIECAAAECBAgQIECAAAECBAgQIECAAAECBDYqoOCaO/izEfG310d88skn48yZM7knNh0BAgQIECgs8NRTT8UTTzyxf4N/jojThVcyej0B9796mZmYAAECBAoLuP8VDs/oBAgQIECAAIGNCCi4biRoaxIgQIAAAQIECBAgQIAAAQIECBAgQIAAAQIECBDYqICCa+7gfxQRH78+4gsvvBDHjx/PPbHpCBAgQIBAYYGLFy/GAw88sH+DlyLiE4VXMno9Afe/epmZmAABAgQKC7j/FQ7P6AQIECBAgACBjQgouG4kaGsSIECAAAECBAgQIECAAAECBAgQIECAAAECBAgQ2KiAgmvu4H8RER+8PuLrr78ed911V+6JTUeAAAECBAoL/OxnP4uPfOQj+zf4ZUR8qPBKRq8n4P5XLzMTEyBAgEBhAfe/wuEZnQABAgQIECCwEQEF140EbU0CBAgQIECAAAECBAgQIECAAAECBAgQIECAAAECGxVQcM0d/JWIeP/1EX/961/H7bffnnti0xEgQIAAgcICv/nNb+KOO+7Yv8EbEXGk8EpGryfg/lcvMxMTIECAQGEB97/C4RmdAAECBAgQILARAQXXjQRtTQIECBAgQIAAAQIECBAgQIAAAQIECBAgQIAAAQIbFVBwzR38mxHx/3+3fvPNN+PQIX/Gzh2Z6QgQIECgssDe3l68733v27/CtbvSW/4XlfczewkB978SMRmSAAECBLoIuP91SdIeBAgQIECAAIG+Av4y2DdbmxEgQIAAAQIECBAgQIAAAQIECBAgQIAAAQIECBAgEKHgmvsUvCWfa/+hS/9DgAABAgQIHKzATf7LJPxnyA6W3NvfKuD+50QQIECAAIHFAu5/i8F9jgABAgQIECBA4F0J+H9OvisuDxMgQIAAAQIECBAgQIAAAQIECBAgQIAAAQIECBAgUExAwTV3YA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EeAAAECDQUUHBqGWmsl979aeZmWAAECBBoIuP81CNEKBAgQIECAAIHGAgqujcO1GgECBAgQIECAAAECBAgQIECAAAECBAgQIECAAAECfsE1+RlQcEgekPEIECBAoJ+AgkO/TItt5P5XLDDjEiBAgEB9Afe/+hnagAABAgQIECDQWUDBtXO6diNAgAABAgQIECBAgAABAgQIECBAgAABAgQIECBAwC+45j4DCg658zEdAQIECDQUUHBoGGqtldz/auVlWgIECBBoIOD+1yBEKxAgQIAAAQIEGgsouDYO12oECBAgQIAAAQIECBAgQIAAAQIECBAgQIAAAQIECPgF1+RnQMEheUDGI0CAAIF+AgoO/TIttpH7X7HAjEuAAAEC9QXc/+pnaAMCBAgQIECAQGcBBdfO6dqNAAECBAgQIECAAAECBAgQIECAAAECBAgQIECAAAG/4Jr7DCg45M7HdAQIECDQUEDBoWGotVZy/6uVl2kJECBAoIGA+1+DEK1AgAABAgQIEGgsoODaOFyrESBAgAABAgQIECBAgAABAgQIECBAgAABAgQIECDgF1yTnwEFh+QBGY8AAQIE+gkoOPTLtNhG7n/FAjMuAQIECNQXcP+rn6ENCBAgQIAAAQKdBRRcO6drNwIECBAgQIAAAQIECBAgQIAAAQIECBAgQIAAAQIE/IJr7jOg4JA7H9MRIECAQEMBBYeGodZayf2vVl6mJUCAAIEGAu5/DUK0AgECBAgQIECgsYCCa+NwrUaAAAECBAgQIECAAAECBAgQIECAAAECBAgQIECAgF9wTX4GFBySB2Q8AgQIEOgnoODQL9NiG7n/FQvMuAQIECBQX8D9r36GNiBAgAABAgQIdBZQcO2crt0IECBAgAABAgQIECBAgAABAgQIECBAgAABAgQIEPALrrnPgIJD7nxMR4AAAQINBRQcGoZaayX3v1p5mZYAAQIEGgi4/zUI0QoECBAgQIAAgcYCCq6Nw7UaAQIECBAgQIAAAQIECBAgQIAAAQIECBAgQIAAAQJ+wTX5GVBwSB6Q8QgQIECgn4CCQ79Mi23k/lcsMOMSIECAQH0B97/6GdqAAAECBAgQINBZQMG1c7p2I0CAAAECBAgQIECAAAECBAgQIECAAAECBAgQIEDAL7jmPgMKDrnzMR0BAgQINBRQcGgYaq2V3P9q5WVaAgQIEGgg4P7XIEQrECBAgAABAgQaCyi4Ng7XagQIECBAgAABAgQIECBAgAABAgQIECBAgAABAgQI+AXX5GdAwSF5QMYjQIAAgX4CCg79Mi22kftfscCMS4AAAQL1Bdz/6mdoAwIECBAgQIBAZwEF187p2o0AAQIECBAgQIAAAQIECBAgQIAAAQIECBAgQIAAAb/gmvsMKDjkzsd0BAgQINBQQMGhYai1VnL/q5WXaQkQIECggYD7X4MQrUCAAAECBAgQaCyg4No4XKsRIECAAAECBAgQIECAAAECBAgQIECAAAECBAgQIOAXXJOfAQWH5AEZjwABAgT6CSg49Mu02Ebuf8UCMy4BAgQI1Bdw/6ufoQ0IECBAgAABAp0FFFw7p2s3AgQIECBAgAABAgQIECBAgAABAgQIECBAgAABAgT8gmvuM6DgkDsf0xEgQIBAQwEFh4ah1lrJ/a9WXqYlQIAAgQYC7n8NQrQCAQIECBAgQKCxgIJr43CtRoAAAQIECBAgQIAAAQIECBAgQIAAAQIECBAgQICAX3BNfgYUHJIHZDwCBAgQ6Ceg4NAv02Ibuf8VC8y4BAgQIFBfwP2vfoY2IECAAAECBAh0FlBw7Zyu3QgQIECAAAECBAgQIECAAAECBAgQIECAAAECBAgQ8Auuuc+AgkPufExHgAABAg0FFBwahlprJfe/WnmZlgABAgQaCLj/NQjRCgQIECBAgACBxgIKro3DtRoBAgQIECBAgAABAgQIECBAgAABAgQIECBAgAABAn7BNfkZUHBIHpDxCBAgQKCfgIJDv0yLbeT+Vyww4xIgQIBAfQH3v/oZ2oAAAQIECBAg0FlAwbVzunYjQIAAAQIECBAgQIAAAQIECBAgQIAAAQIECBAgQMAvuOY+Aw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Fdc4Cc/+Um8+OKLZbe4884749SpU3HbbbeV3cHgBDIKKDhkTGVTM7n/bSpuyxIgQCCfwPe///24fPlyvsEGJzp69Gg8+OCDg0//32Puf++Ky8MECPyWvXuBtquq78X/k+SCMUL/AXlKGxwXLkYKQXlZaHlIBCyY8AjPECKaQAQEA0h5FIHcAiEaAgg0IXAVgglIABMBuchbpQVBIdIbMVWJrSDihWEiUByQ/Mdct+f0nJN9cvbaa++1H+ezxsig18w1H5+59j7z3Ozv/hEgQIAAAQIlCwi4lgxuOAIECBAgQIAAAQIECBAgQIAAAQIECBAgQIAAAQIEShUQcC2VO/dgAg65ydxAoHqBb37zm3H88cdXf0OLtTz55JNj9uzZMWzYsBabmekQaG8BAYf23r8OmL3zXwdsoiWUI/DLX/4yfv3rX/cabNttt42tt966nAkYpeMFfv7zn8dLL73Ua52jRo2KzTffvKPX/j//5/+ML3/5y227xunTp8eFF16Ya/7Of7m4NCZAgAABAgQIEChZQMC1ZHDDESBAgAABAgQIECBAgAABAgQIECBAgAABAgQIECBQqoCAa6ncuQcTcMhN5gYC1QsIuFZvpSWBwSQg4DCYdrsl1+r815LbYlKtJrBs2bI48cQT48knn+ye2imnnBIzZ86M4cOHt9p0zadNBV555ZVIXyqzePHi7hWMGzcu5s6d29EhVwHXbLtlCNr0dWvaBAgQIECAAIFOFHA47cRdtSYCBAgQIECAAAECBAgQIECAAAECBAgQIECAAAECBLoEBFxb+1kQcGjt/TG7NhcQcG3zDTR9Ag0SEHBtEKxuqxVw/usj9frrr8dzzz0XTz31VPzTP/1T/N//+3/j2WefjVWrVnW3/OhHPxpbbbVV7LzzzrH77rtnf1KFxQqv52r3QbsWFhisocO0Jen18KMf/SieeOKJePrpp+Nf//Vf44UXXujerZEjR8Z2220X6TWxzz77xJ577hkjRoxo4d1s/akNxjC1gGv2XMoQtP7L0wwJECBAgAABAoNGwOF00Gy1hRIgQIAAAQIECBAgQIAAAQIECBAgQIAAAQIECBAYlAICrq297QIOrb0/ZtfmAn0Droceemh8/vOfj/XXX78lV/boo4/GJZdc0j23VE1q9uzZMWzYsJacr0kRaFcBAdd23bmOmXeu818Ke06YMCH+9//+33UF2HDDDbOw6EYbbZT99yMf+Ujstdde8ed//uex3nrr1XWsSp2tXLky7rnnnvhf/+t/xUMPPVTTeHvssUccf/zxcdRRR8Vmm21WUx9dN/3whz+Mv/7rvy7UR9fNXWHcXXfdNQsf7rbbbgKIOWTfeOONOOecc+L666/vviuFOm+++eYs0FntVSnAd+CBB0Y6H26yySbVdlNKu7TmVEG01tfDIYccEqeeemrst99+scEGG9Q853p9OczGG28co0ePjve9733Z+8suu+wSH/vYx0p7f6kF4IEHHojx48f3CtbPmDEjzjrrrBg6dGgtXbb0PX1fH1OmTInjjjuuZee8YMGCmDdvXvf8pk+fHhdeeGGu+Tr/5eLSmAABAgQIECBAoGQBAdeSwQ1HgAABAgQIECBAgAABAgQIECBAgAABAgQIECBAgECpAgKupXLnHixXwCF3724gMMgF+n5Iv9UDo+0230H+eFl+GwsIOLTx5nXG1HOd/xoVcO2Pcscdd8y+DOKEE06I4cOH11381Vdfjblz52Zf4PDaa6/Vpf8Upps2bVqkn/ObbrppTX3WM+BaaQKHHXZYnH/++VnIr4wAcU0ILXDTmjVrYuHChTF16tReQcMbbrghJk+enKtibzsEXFOw9Rvf+EZ87Wtf61WltdatSEHX9GUpKWRdS3XjegVcB3p/SaH9FK5vpeudd96JWbNmxbnnnts9rfRFAIsWLYoDDjiglaZal7n0fX3UEhity0Sq7KQe83X+qxJbMwIECBAgQIAAgaYICLg2hd2gBAgQIECAAAECBAgQIECAAAECBAgQIECAAAECBAiUJCDgujb0zhHxbEn+Aw2TK+AwUGf+ngCB3gLtFhhtt/l63gi0q4CAQ7vuXKF5t+35r+yAa5dyquZ6zTXXZIHMelwpPHbHHXdk4bsXXnihHl2u1UeqlHrVVVfFX/3VX+UO9zU64No12bPPPjvOO++8SKFc19oCy5Yti2OPPTaee+657r9MYesUAM0biGzlgGsK8j7zzDPxxS9+MdKzV88rhTIvvfTSOOmkk3JXc210wLVrndtvv318+ctfjiOOOCL3HOtp1bevV155JQvKp2q6Pd8Lb7311thmm20aOXTpfdcjMFrmpOsxX+e/MnfMWAQIECBAgAABAnkFBFzzimlPgAABAgQIECBAgAABAgQIECBAgAABAgQIECBAgEA7CQi4rr1bF0fEPhFxSUQ82uTNFHBt8gYYvrMF2i0w2m7z7eynx+o6WUDAoZN3t9+1te35r1kB1ySZQmipcubee+9d6KFJlVovvPDCuP7666vqJwX0dt555xg2bFjWfvXq1bF8+fJYsWLFgPen4Oh1110XRx99dK6Qa1kB17SAI488Mgtsbr755gOuZzA1SNVMUyXeefPmdS975MiRWQXNXXfdNTdFqwZcU9g7nfnOPPPMqqoYp2qsPSsTp9dBNSHxM844Iwu65qnEXFbAtWszJ06cGDNnzowtttgi9/426oaHH344jj/++Hj55Ze7h0jVl1M4f+jQoY0atvR+6xEYLXPS9Ziv81+ZO2YsAgQIECBAgACBvAICrnnFtCdAgAABAgQIECBAgAABAgQIECBAgAABAgQIECBAoJ0EBFzX3q3/LyJejIg/+8+AazODrgKu7fRqMte2E2i3wGi7zbftHggTJvCfAgIOg/JRaNvzX38B1xQ+TeG/Wq9qQ3J77LFHzJ8/P7bbbruahnr11VfjrLPOyvro70rrSIGysWPHxkc+8pF4//vfX7HpW2+9FT/96U9jyZIlkSoq9hd4Tf3dfPPNsc8+6TttqrvKDLimGZ1yyilZsC9P+LC6lbRvq1Q1MwUeV61a1b2Iyy67LM4555wYMmRI7oW1YsA1hVtnzZoV5557br/r+Zu/+Zusiu2nPvWp2HrrrSuGKtNrIVWATWfH9KenWc+O84Zcyw64prkecMABce2119b8HpP7wRjghrfffjsuuOCCbJ+6ri233DJuu+22wmH/es+1SH/1CIwWGT/vvfWYr/NfXnXtCRAgQIAAAQIEyhQQcC1T21gECBAgQIAAAQIECBAgQIAAAQIECBAgQIAAAQIECJQtIOBaWTxV8bqox1+lSq7NCLoKuJb9ijDeoBJot8Bou813UD1MFttRAgIOHbWdeRbTlue//gKu06dPz6qiFrn+9Kc/xc9//vO466674uqrr+63mmSt1QtTRc4UTuyvcutuu+0WX/rSl+KQQw7prtZa7XpWrlwZN910U/zDP/xDxXnnDeb2F3D9wQ9+EHvttVe104o//vGPkcKHv/jFL+Lxxx/PgrgplFvpSqHfCRMm5Ko0W/VE2qzh7373u5gyZUoWXu66knvy22abbWpaTasFXFO4dfbs2ZHmVSmQml4PqeLqfvvtl6tS6C9/+cs4++yz4+67767odNVVV8Xpp59e1XNWKeA6evTouP3227OKztVePV8H//zP/5y9x3z/+9/v9/Zx48bF3LlzW6aq8dKlS+OYY46JZcuWdc/5hBNOyCovb7TRRtUytHS7egRGy1xgPeYg6nAMAAAgAElEQVTr/FfmjhmLAAECBAgQIEAgr4CAa14x7QkQIECAAAECBAgQIECAAAECBAgQIECAAAECBAgQaCcBAdfKu9WzilfPFmUHXQVc2+nVZK5tJ9D3Q/opKHHQQQfFf/tv/60l1/L8889nQY6u6+STT86CEMOGDWvJ+ZoUgXYVEHBo150rPO+2PP81MuDaU3RdIblUEXXRokWx6667Vr0JA1WqTIG88847LzbeeOOq+6zU8Gc/+1mkKpUPPPDAWn+dKsemwOAGG2ww4Bj1Crj2HSiFfL/yla/EJZek79LpfY0ZMyZuueWWSNUhB/uVwsqTJ0/uxZAnmFnJr9UCrg8//HBWqfjll19ea7qpomsKkm+44YY1PQrpOUvVbtOfvlee12+9Aq5957B69er48Y9/nL0O7rnnnoprbKWqxu+++2421/QMdV1pb1IoPYVxO+Hq+/r427/925auUJu+MOC+++7rpq/lSx6c/zrhybUGAgQIECBAgEDnCgi4du7eWhkBAgQIECBAgAABAgQIECBAgAABAgQIECBAgAABAhECrv0/BX2rePVsWVbQVcDVq5RAAwUqfUi/gcPVvWsB17qT6pBAJiDgMKgfhLY7/5UVcE1PxSuvvBLpZ8/ixYvXekhSGOqCCy6oqgpkurm/MF8KiaUQ3tSpU3NVqVzXU7tixYo49dRT49577+3VLAVHv/3tb8fuu+8+4EPfqIBrGnhdlWzvvPPOOPzwwwecXyc3SIHPVB3zwQcf7F5m0eqtqaNWCri++OKLWbg1PWd9r/R6OPPMM6sKYq/rOVjXc/aZz3wmrr322hg+fPg6H6VGBVy7Bk2Va9N6Z8yYUXEerVTV+F/+5V/iyCOP7NgqrpVeH+30PiPg2k67Za4ECBAgQIAAAQLVCAi4VqOkDQECBAgQIECAAAECBAgQIECAAAECBAgQIECAAAEC7Sog4Nr/zvVXxavnHY0Ougq4tusry7zbQkDAtS22ySQJlC4g4Fo6eSsN2HbnvzIDrmmjnn766Rg/fnyk0GjP6+CDD86qF44YMWLA/fzd734XU6ZMiSVLlqzVNgXbUmXVoUOHDthPngaPPfZYTJo0aa15X3jhhXHRRRfFkCFD1tldIwOuaeAXXnghjj766Hjuued6zWPatGlZ2G/99dfPs9yOanvXXXfFEUcc0WtNs2bNimRT4f266rW3SsA1VQOdOXNmVqG171XvqqX9BWlTsPzuu++O/ffff51+jQ64psHXFcStR7C56gdkgIapCnV67+hZFbdax3rNoZH9CLhmujIEjXzI9E2AAAECBAgQIJBLwOE0F5fGBAgQIECAAAECBAgQIECAAAECBAgQIECAAAECBAi0mYCA67o3bF1VvHre2aigq4Brm72gTLe9BARc22u/zJZAWQICrmVJt+w4bXX+Kzvg+tZbb2XBwrlz5/bawB133DG+9a1vxYc//OEBN7a/n7+pSufXvva12GijjQbsI2+DSmG01Mcee+wRCxcujA996EPr7LLRAde33347zjnnnLjmmmt6zSNPcDivSTu0T2HH0047Lb7xjW90T3fUqFFxxx13xA477FBoCa0ScK1UCTQtbL/99stC4x/84AcLrbPvzf29/k4//fQsaLvBBhv0O14ZAdc0+LqqRdcj3Fwv0KeeeioOPfTQSFWGu65qHOs1fiP7EXDNdGUIGvmQ6ZsAAQIECBAgQCCXgMNpLi6NCRAgQIAAAQIECBAgQIAAAQIECBAgQIAAAQIECBBoMwEB13VvWDVVvHr2UO+gq4Brm72gTLe9BPp+SD99QP3zn/981VXSVq9eHXfeeWf8/ve/zyrRFak29+abb2ahnhRm2H333StCPvroo3HJJZd0/93JJ58cs2fPjmHDhrUXvNkSaHEBAdcW36DGT6+tzn9lB1wTfwq3Tp06da2d+MEPfhCpwuK6rtdffz0+97nPZdUie14ptHjbbbfFTjvt1LAdXrp0aRxzzDGxbNmyXmOkn+WHH374OsdtdMA1DZ5+pp955pm95nHggQdGOq9ssskmDXNp5Y4rBQjrdf5phYBrqt6aznZpLn2vap7LWvauv9fg6NGj4/bbb4/tt9++327LCrimCfRXLXrMmDFxyy23xJZbblnL8ut6TyXLahzrOokGddb39ZF+1znuuOOqHi2F9m+66abYYostBnx/HajTV199Na6++ur4zGc+E9tuu23F5gsWLIh58+Z1/9306dMjVejOczn/5dHSlgABAgQIECBAoGwBAdeyxY1HgAABAgQIECBAgAABAgQIECBAgAABAgQIECBAgECZAgKuA2tXW8WrZ0/1CroKuA68P1oQqFmg74f08wQm0getL7744rj++utjww03zEIpkyZNqjnk+vjjj2ehmz/+8Y9ZP2eddVZss802vdZWZL41I7mRwCAUEHAYhJu+9pLb5vzXjIBrfxUgqwm4PvTQQ3HYYYfFqlWreqmnINJFF10UQ4YMadgDWKkaaArzpcqp6WfvusYuI+BayXUwB1zXrFkTl1566VohtXoFP1sh4PrSSy/FhAkTIn2JSc8rvUZSOHDEiBENeT2kvidPntyr7/RaSNVRU9Xg/q4yA67NCP/Wgl0p8H/jjTdmQf52vvq+PvIERn/5y1/G2WefnX2RwciRI+Mf//Ef46CDDooK56uqiLqeu4033jirIJ5+Z9t000173Vtkvl0dOf9VtR0aESBAgAABAgQINElAwLVJ8IYlQIAAAQIECBAgQIAAAQIECBAgQIAAAQIECBAgQKAUAQHXgZnzVvHq2WPRoKuA68D7owWBmgVqDYymcGsKBSxZsqR77BRynTNnThx77LG5P7y9cuXK+MIXvpBVo+q60ge4v/rVr8YJJ5zQHbh56623IlV67bpSxdiNNtoo93g1g7mRwCAREHAYJBu97mW2zfmvnQKuqaJfCpNec801vfRT9dY77rgjdthhh4Y/fKlK7H333Rd/+7d/G3vvvXdWXXC99dYbcNwyAq7pHJCCtj2vFDacP39+w4KOAy68iQ1+//vfx8SJE+P+++/vnsUee+wRCxcujA996EOFZ9YKAdd0lhw3btxaa7nyyiuzIF+jrn/5l3+Jc889N3bZZZfYc889s/+ms+dAAcQyA65p7anq8vjx42P58uW9KJLNjBkzYv31128UUdX9PvPMM/HpT386Xn755e578nxpTtUDldyw1sDoz3/+8zj++OPjRz/6UfeMU8j15ptvjn322Sf3Kn7zm99k7wOPPPJI970pjH3VVVdlodmuK31JUPoZ03VtsMEG8f73vz/XeM5/ubg0JkCAAAECBAgQKFlAwLVkcMMRIECAAAECBAgQIECAAAECBAgQIECAAAECBAgQIFCqgIBrddy1VPHq2XOtQVcB1+r2RysCNQnUGnBNgz322GNZCGXFihXdY9f64e3FixdnH9zuWc0uBVpS9acUvHERIFCugIBDud4tPFpbnP/KDrimqpqXXHJJ9qfnteWWW8Z3vvOdLCjX35V+Zh533HHxxBNP9GrSDmGwRgdcU7XKVMX28ssv72Vz3nnnRQqaNbKybau+BhsdHGx2wLW/Pa/mtdSsPSs74JrOxqeeemoW8u557bvvvpHmstVWWzWLonvcP/zhD9kX3yxatKj7f0uh4QULFmTVS9v1qjXgmn5GpBD61KlTe/1uk8LpX//61yN9oUG1V+orfSHCF7/4xV63TJkyJWbPnh3Dhw+vtquq2jn/VcWkEQECBAgQIECAQJMEBFybBG9YAgQIECBAgAABAgQIECBAgAABAgQIECBAgAABAgRKERBwrY65SBWvniPkDboKuFa3P1oRqEmgSMC1Xh/e/t3vfhfpQ9o9q8HWGpStCcFNBAisJSDg4KH4T4G2OP+VHXBNVQpTdfEHH3yw14NSTeDse9/7XhxwwAFrPWC33nprTJgwoaUfvEYHXH/1q19lVeCffPLJbodUHf7uu++O/fffv6VtGjW5uXPnZiG5ntecOXMiBaLrcTU74Pr6669nX3By77339lpOqkqZAp0f+MAH6rHMuvZRdsA1TT4FGc8888xe60ivjQceeCA+/vGP13V9tXTWX+g/ze+Tn/xkLV22xD21BlzT5N95552YNWtWViW455WqFafX9eabb17VGl944YU4+uij47nnnutuX0tQtqrBIipVMJYhqBZPOwIECBAgQIAAgYYLOJw2nNgABAgQIECAAAECBAgQIECAAAECBAgQIECAAAECBAg0UUDAtXr8olW8eo5UbdBVwLX6/dGSQG6BIgHXNNjbb78dF1xwQfYB7p5XtR/eTh+IT1VaTzrppF73z5gxI84666wYOnRo7jW5gQCB4gICrsUNO6iHlj//lRlw7e/nVtrvadOmRfr5tf766/e7/ak66fnnn9/r77fbbrus8uFOO+3U0o9NIwOuKQyW7FIF157XkUcemYXBRowY0dI2jZjcn/70pywcl8KNXVcKNX73u9+Nvfbaqy5DNjvg+rOf/SyOOuqo+OlPf9prPdW8luoCUEMnzQi4tkMwPn1RTTr/97yuvPLK7H2xXa8iAde05hTgTmH0O+64oxfBKaecEjNnzhyw+mp6X7zooovisssu6/UekELu6csAKpzVClM7/xUm1AEBAgQIECBAgEADBQRcG4irawIECBAgQIAAAQIECBAgQIAAAQIECBAgQIAAAQIEmi4g4Fr9FtSrilfPEQcKugq4Vr8/WhLILVA04JoGfOWVV7IPby9evLjX+CnE86UvfSmGDBnS77wqVSUazGGW3BvoBgINEhBwaBBse3bb8ue/MgOujz32WEyaNClWrFjRazerqTT61ltvZWGvFNjseY0ZMyYWLFgQm266aUs/IY0KuK5atSoLcKWAa89rsFdzf/XVV+O4447rVSl4zz33zJ6VZFOPq9kB1/6eqXpWqa2HU88+mhFw7S8IPH369LVC4fVeb7X9LV26NMaPHx/Lly/vviX9fpAC2sOGDau2m5ZqVzTgmhazbNmyOPHEE9eqTJ1+DqSQ6rquxx9/PI455phIVcO7rvQFQJdeemlssMEGDbFy/msIq04JECBAgAABAgTqJCDgWidI3RAgQIAAAQIECBAgQIAAAQIECBAgQIAAAQIECBAg0JICAq75tqWeVbx6jtxf0FXANd/+aE0gl0A9Aq5pwKeffjr7UHsK/Gy88caRPnA/efLkdX74ulL119GjR8fChQtj1KhRudahMQEC9RUQcKivZwf01tLnvzICrimceuedd8bf//3frxVuTfs7ZcqULMg1fPjwfre7v3m2SwisXgHXVJk0hVpffPHFuO++++Kmm26qGBhuZJXCdnhNVgo1Tpw4Ma677rpIgep6XM0OuFYKi6Z1pS9NGTt2bD2WWPc+mhFwfemll2LChAnx6KPpV+b/ulIl0FmzZsV73/veuq8zb4eVAtntEt7vb631CLh2Pc/ptZve97bffvv4h3/4hzj88MNjvfXW65e5UvXXgw8+OG688cbYYost8m5P1e2d/6qm0pAAAQIECBAgQKAJAgKuTUA3JAECBAgQIECAAAECBAgQIECAAAECBAgQIECAAAECpQkIuOajbkQVr54z6Bt0FXDNtz9aE8glUK+A65o1a7IPXKfQRfqTKoxV+IB0r7k98MADWSg2fdg7XSmsMdjDLLk2T2MCDRSo8Pr9RET8WQOH7MSu/xAR6Q3utxHx722+wJY+/zUi4JoCrStXrsyq7z300ENxxx13RKo6XunaY4894utf//qAX85QqWp56u+iiy7K/gz0c7PZz1B/Add6zytVJ/3KV74SRxxxxDoDYPUet9X6S9Ub99lnn17TOu+88yKF7oYMGVKX6TY74JqqWE6dOnWttfzgBz+Ivfbaqy5rrHcnzQi4tkM4/s0334wzzjgj+32g60pfXHP77bdnoc52vOoVcH3nnXey9/j0hUBXX311fPjDH14nR9fvVSeddFJ3u7IqWgu4tuOTas4ECBAgQIAAgcEjIOA6ePbaSgkQIECAAAECBAgQIECAAAECBAgQIECAAAECBAgMRoG+AdfBaNCKa+4Kuj7Sc3Lpw54uAgTqJ9BfwDWNMG3atEjBg1a+UqXYCy+8sJWnaG4E2lKg1YN2bYlq0tUI1HT+6y/8Vc2ARduk4NYNN9wQe++994BdVarImW5ql59lZQRcTzjhhLjkkktim222GdCz0xtUClJeeeWV2fmsXlezA66Vxt9xxx3jW9/61oAhwHoZ5O2nGQHXP/zhDzF58uRYtGhRr+mmip7z58+PESNG5F1G3du/++672Zn88ssv79V3K4eVB0LoL+DazJ85A82559/feuutWeXfPJeAax4tbQkQIECAAAECBMoWEHAtW9x4BAgQIECAAAECBAgQIECAAAECBAgQIECAAAECBAiUKSAxWaZ2wbEEXAsCup1AHwEBV48EAQKVBARcPRetJDDQ+a9ZYaMDDjggrrjiith5552r4uovIFpLCKmqAevcqIyA6/777x8nn3xyHHLIITFs2LA6r6C9uktBwfPPP7/XpOv9rLRiwLXVq342I+CaKkpX+uKZAw88MNJ8Ntlkk5Z4uCs9s4sXL46xY8e2xPzyTkLANROTIcj74GhPgAABAgQIECDQMAGH04bR6pgAAQIECBAgQIAAAQIECBAgQIAAAQIECBAgQIAAgRYQEHBtgU2odgoDBRyq7Uc7AgT+n4CAqyeBAIFKAgKunotWEhjo/Fd2wDVVmDzrrLNi/PjxMXz48KqpGhFw7S/4VvWkejQcKDxZRsC1azq77bZbXHbZZfGJT3wi1ltvvVqW0/b3VAqf1rsapoBr/sdEwLV/s0o2A72v5N+B8u4QcM2sZQjKe+SMRIAAAQIECBAgMICAw6lHhAABAgQIECBAgAABAgQIECBAgAABAgQIECBAgACBThYQcG3N3X0sIi6OiEd6Tm+ggENrLsWsCLSugIBr6+6NmRFopoCAazP1B/XYNZ3/ygi4br/99pGqJR555JGx++67x/rrr597owRc85FtuOGGcc4552Rh4sFWzbW/4LKAa75nqBGtmxFwffPNN+OMM86IG2+8sdeSWq2CayWbOXPmZFWZ2/EScM12TYagHR9ecyZAgAABAgQIdKiAw2mHbqxlESBAgAABAgQIECBAgAABAgQIECBAgAABAgQIECBAoAaB/y8ifhUR6b+NuLqCDY/+Z+e9AsgCro0g1+dgFuj7QfTp06fHhRdeWDVJpQBGLZWa+vsAedUT0ZAAgboKVAi4friuA3RmZ29ExBYRcWpEfKbPEv88Iv69jZfd0ue//gKuKZQ6cuTIdbKnn2PPPvtsrFq1qmK7z372s5F+Rm255ZZRNPj9zDPPxKc//el4+eWXe42VKpWed955NT0erVDBNW/oMp3nV65cmZk///zzcd9998WSJUtixYoVFQ1mzJiRhVyHDh1ak1E73lRpX7fbbrtYtGhR7LTTTnVbUrMruF5++eVx/vnn91pPeq195zvfiV122aVu66xnR80IuPb3Hjdx4sS47rrrIoXBW+F6/PHHY5999uk1lby/W7TCOrrm0Pf1kfd3nEr7lvf9sl6/a1XrWuHnnAxBtXjaESBAgAABAgQINFzA4bThxAYgQIAAAQIECBAgQIAAAQIECBAgQIAAAQIECBAgQIBA2wikqqoXNWC2fYOtXUMIuDYAW5cEugQEXD0LBAhUEhBwKPRcbB0R/9anh3YPuLb0+a+/8Fe1wap33nknnnvuuZg1a1YsXLhwrc3fbbfdIoVQP/GJT8R6661X88PxwgsvxNFHH52N1fOqdp6VBm7HgGuldaTA69VXXx1f+cpX1gobp/DeDTfcEMccc0zN9u12Y6V9HT16dNx+++2Rgtv1upodcK0UFk1ryxsCrJdHNf20UsA1VUadPXt2y1Q4rlSlusj7WzX70cg2Aq6ZrgxBIx8yfRMgQIAAAQIECOQScDjNxaUxAQIECBAgQIAAAQIECBAgQIAAAQIECBAgQIAAAQIEOlagEdW7+gu2diEKuHbs42RhrSBQtHJqvaoKFZ1HK1iaA4FOEhBwLbSb74uIVM2159XOAdeWP/8VDbh2bdTq1avjzjvvjC996UtrVRNNIctzzjknqyQ6bNiwmh6Ql156KSZMmBCPPvpor/tPOeWULFz73ve+N3e/nRJwTQtP/gsWLIjk0bei7pgxY+KWW27JKukOhmuwBFy/973vxQEHHLDWlt52221ZGLwVr2YEXPsLx6fKz+kMPWTIkJag6qSAaz1+x1HBtSUeS5MgQIAAAQIECBDoIAEB1w7aTEshQIAAAQIECBAgQIAAAQIECBAgQIAAAQIECBAgQIBAAYF6Vu8aKNjaNU0B1wIb5lYCAwn0DZZeeeWVMW3atIFu6/77enz4O3Um4Fo1uYYEShEQcC3E3GkB15Y//9Ur4Jp2fc2aNfHII4/EZz/72bVCrunvL7744izoWkvINYU2Tz311Jg/f36vB+zggw/O/rcRI0YUevCqvbm/sNytt96aBXD7uyqF11LbelbbTOeK5HvttdeuNY0UPj788MOrXWZbtxssAdelS5fG+PHjY/ny5b32K+95tMzNbkbA9Z//+Z+zIHDf4HerOXV6wHXx4sUxduzYqh83AdeqqTQkQIAAAQIECBAgUJWAgGtVTBoRIECAAAECBAgQIECAAAECBAgQIECAAAECBAgQIECgowXqVb2r2mBrF6aAa0c/VhbXTIF33303Lrzwwrj88su7pzFQuKXvfAVcm7mDxibQOAEB10K2nRRwbYvzXz0DrmnnU8h14cKFMXXq1LUCZenvZ8yYkVVyHTp0aK4HpdLP3dTB6NGj4/bbb4/tt98+V3+1Nm7lgGta01NPPRWHHnpovPzyy72WmL6AI9mvv/76tS69be6rdL7acccd41vf+lZ8+MMfrts6+n7BSOr4wAMPjBTi3GSTTeo2Tn8d9VfVuJX3uhkB1/T+cMwxx6zFmDdw2egNXbJkSYwbN67XMNOnT89+32i3q9IXEuQN8wu4ttuumy8BAgQIECBAgECrCwi4tvoOmR8BAgQIECBAgAABAgQIECBAgAABAgQIECBAgAABAgQaL1C0elfeYGvXigRcG7+3RhikApXCE7fddlscffTRVYv84Q9/iMmTJ8eiRYu678kbkk03quBaNbmGBEoREHAtxNxJAde2OP/VO+Cadv+dd96JWbNmxbnnnrvWw7DhhhvGnDlz4thjj40Kr5V1PjyVwnHphjKDaq0ecK10tkhGZQYvC70D1OHmSme01G3egN1AU2l2wLW/dY4ZMyYWLFgQm2666UBLKPT36dx71113xf777589X1tvvfWAwfWyA679BeO322677Py90047FTKo582VbG6++eY44YQT6jlMKX31/bmS3vcfeOCB+PjHP171+CtWrIjjjjsunnjiie578r6G6/VlQtVO2vmvWintCBAgQIAAAQIEmiEg4NoMdWMSIECAAAECBAgQIECAAAECBAgQIECAAAECBAgQIECgdQSKVO+qNdjatXoB19Z5DsykwwRef/31mDhxYtx7773dK8v7oetKoaL04e9PfvKTubQEXHNxaUyg4QICDoWIOyXg2jbnv0YEXNMT8Oqrr8bJJ58cd99991oPxKhRoyKF4/KGy5YuXRrjx4+P5cuX9+rzvPPOy77sYciQIYUevmpubvWA63/8x39kFXKvv/76XsvZZZddMvNtt922mmW2dZv+Qo15z2kDITQ74JrmN3fu3Kxacs9ryy23jG9/+9ux++67D7SEmv/+T3/6UxZgnz17dncfG2+8cVY9+KKLLoq/+Iu/qNh32QHX3//+99l5/f777+81n/Q+cuONN8af/dmf1WxQ7xtvueWWmDRpUq9ua/nim3rPq5b+/vVf/zWrmvvMM89kt9dSabvve20toWQB11p2zz0ECBAgQIAAAQKdKiDg2qk7a10ECBAgQIAAAQIECBAgQIAAAQIECBAgQIAAAQIECBCoTqCW6l1Fg61dMxNwrW6PtCKQW+Cll16KCRMmxKOPPprdm8IE3/nOdyIFSKq9UvgnVSZ68MEHu2+pJXwh4FqtuHYEyhEQcC3k3CkB17Y5/zUq4JqeghRITSGnZcuWrfVQHHnkkVk4b8SIEVU/MG+88Uacdtpp8Y1vfKPXPXvssUcsXLgwPvShD1XdV60NWz3gmtZVKXhZS8CsVqNWuK+SQb3Dgq0QcE0Bwk9/+tPx8ssv92JPFZSnTZuWu0pytXvX9xzcdd9BBx0U8+fPjw984AMVuyo74PrQQw/FYYcdFqtWreo1n7R3F1xwQcN8qnXs2a7S8/TYY4/F3nvvXUt3Tb2n75cR7LnnnllV4ZEjR1Y9r5/97Gdx1FFHxU9/+tPsnlrewwRcq+bWkAABAgQIECBAYBAICLgOgk22RAIECBAgQIAAAQIECBAgQIAAAQIECBAgQIAAAQIECPQjkLd6V72CrV3TEXD1aBJokEDfD103aJjSuj3wwAMjhQ422WST0sY0EIFOFRBwLbSznRBwbavzXyMDrmvWrMmqJJ500kkVH4qrrroqTj/99Fwhs0oBudR5LX3V8qS2esC1vwqutYTDavFplXsqPSdz5szJqgrX62qFgOsf/vCHmDx5cixatKjXssaMGROpImj6ApZGXHfddVccccQRa3V94YUXZhVc+6umXGbA9e23345zzjknrrnmml7zLKPCbV7zShVxa/nynLzjNqr9448/Hvvss0+jui+93/S+kaoVDxs2bJ1jO/+VvjUGJECAAAECBAgQyCEg4JoDS1MCBAgQIECAAAECBAgQIECAAAECBAgQIECAAAECBAh0mEC11bvqHWztYhRw7bAHynJaR6DTPrgt4No6z5aZtL+AgEOhPeyEgGtbnf8aGXBNT8LKlSvjC1/4Qha263uNGvPbfAIAACAASURBVDUqbrvttthpp52qfmhSpcoTTjihV/XzdHMKcKYqrqnPRl6tHnDtL/A42H7Of+9734sDDjig16Nw3nnnZdVt+wtf5n1uWiHgmuZ80003ZSHXvle9K9Z29d/fa7qa4GiZAdd0Vk8VpPtWt00VXZNZnurReZ+NvO0rvW532WWX7P1x2223zdtd09un9/tJkyY1fR71moCAa70k9UOAAAECBAgQINBMAQHXZuobmwABAgQIECBAgAABAgQIECBAgAABAgQIECBAgAABAs0TqKZ6V6OCrV2rFnBt3v4bucMF5s6dG1OnTu2YVQ624EvHbJyFtKSAgGuhbWn3gGvbnf8aHXBNT8PTTz8d48ePjxUrVqz1cEyZMiWrjDd8+PCqHpx1VYU95ZRTYubMmVX3VdWAfRq1esD1qaeeikMPPXStUF+ymTVrVrz3ve+tZdltd8/SpUuzZ2758uXdc584cWJcd911seGGG9ZlPa0ScP3Vr34Vxx57bDz55JO91rXffvvF/Pnz44Mf/GBd1tvVyeLFiyNZrlq1qle/KXj+ta99LTbaaKN+xysr4Prqq69m1XrvvvvuteZy5513xuGHH15Xk6KdpffG4447Lp544onurg4++OBs/1opiFvNOt99991IlXwvv/zyapq3RRsB17bYJpMkQIAAAQIECBAYQEDA1SNCgAABAgQIECBAgAABAgQIECBAgAABAgQIECBAgACBwSmwrupdjQ62dokLuA7OZ8+qGyzwpz/9Kc4999wskNMpl4Brp+ykdbSCgIBroV1o94Br253/ygi4plDqNddcE1/84hfXejhS2HDOnDlZQK/Ca6fiw/Tb3/42q1h57733rvX3M2bMiLPOOiuGDh1a6EHs7+ZWDri+/fbbccEFF2RB1r7XjTfeGJ/73OcaYtKKnaaAYwoMPvjgg93T23fffSMFLLfaaqu6TLlVAq7p9ZXOpOm573vVO/S9bNmyOPHEE9cK06bXcQpjjhs3bp22ZQRc0+vgyiuvjPPPP3+tuYwdOzbmzZsXm222WV2egXp18swzz8SnP/3pXsH0adOmRXo/W3/99es1TCn99FdFupTBGzSIgGuDYHVLgAABAgQIECBQqoCAa6ncBiNAgAABAgQIECBAgAABAgQIECBAgAABAgQIECBAgEBLCPRXvausYGsXgoBrSzwOJtFpApVCE+mD9OmD6NVelUKyKaxz9dVXx/vel/Jd1V99AxbTp0/PKie5CBBojoCAayH3dg64tuX5r4yAa3oi1lVRcY899sjCcdttt13VD8/DDz8cxx9//FqVSlPQ7u///u/jjDPOiA022KDq/qpp+Nprr2VVCb/61a+u1fzWW2+NCRMm9NvND3/4w/jrv/7rtf7+Bz/4Qey1117VDL/ONinkuHDhwqy6fN/KmqNGjYo77rgjdthhh8LjtEsHb731VnYumzt3bveU07PxwAMPxMc//vG6LKNVAq5pMb/5zW+yqqqPPPLIWmu77LLL4swzzyz8enjllVeyqqipgmvfq5rqremeRgdc07Of1puCoX2vtP+LFi2KAw44oC77X89OKrmk4H/ybrfrZz/7WRx11FHx05/+tHvq6ZlJ4eJqr0oh2YsuuijSn2q/CCGNVel9YKD36mrnWKmd818RPfcSIECAAAECBAg0WkDAtdHC+idAgAABAgQIECBAgAABAgQIECBAgAABAgQIECBAgEDrCfSt3lV2sLVLRMC19Z4NM+oAgUpVllJg4pOf/GTVq3vppZeyIMyjjz7afU8tH9xONwu4Vs2uIYFSBAQcCjG3c8C1Lc9/ZQVc01PRXyg1/V2qPnnppZdWHcJ75513skqlqaJ6pSsF7i655JLYZpttCj2Q6eZUEfKee+6JK664In70ox9V7G+g0FQjA64pxHXTTTdl4a8Uwu17pS+9SH83ZMiQwhbt1EGqapqCnT2veoYGWyngmtaYQoQp5No34Jz+7uyzz47zzjsvNt5445q2cMWKFVlg+O67717r/pEjR2bB1WqC2o0KuKb3gxTuTRWM+3uNNrq6c02wEVHpS29SGPe73/1uVaa1jtuo+5YsWdKrkm/64oIULN5pp52qHnLp0qUxfvz4WL58efc9N998c6T39TyXgGseLW0JECBAgAABAgQ6XUDAtdN32PoIECBAgAABAgQIECBAgAABAgQIECBAgAABAgQIECDQW6Bn9a5mBVu7ZiTg6ukk0ACBVA0sVUjrunbZZZe47bbbYtttt616tIceeigOO+ywXiGEvNWNugYTcK2aXUMCpQgIuBZibteAa9ue/8oMuKYQWgpapgqLfa9aqiu+8cYbWaAtVT+vdKUwXwrATpo0KTbbbLPcD+brr78eKayVgrQ9qxFW6qjMgGuq1rpy5cr4t3/7t7jvvvsijd3f/FLoMP19PYK+uQGbfEMKFX/qU5/qddZKFTFT8HXYsGGFZ9dqAdeBQt+77bZb9vobM2ZM1UHyFO6+8847Y/r06fHCCy9UNLvhhhti8uTJVVXWrEfAtev5T0He559/Ph5//PG46667+p1fmvQpp5wSM2fOjOHDhxfe93p38Pvf/z4LJt9///3dXe+7775ZaHirrbaq93AN7e/dd9+NFKhPla67roMPPjir0D1ixIiqx06B/fRMdV1bbrllfOc734n0O1eeS8A1j5a2BAgQIECAAAECnS4g4NrpO2x9BAgQIECAAAECBAgQIECAAAECBAgQIECAAAECBAgQ6C2QqnftGxHpv/9VmrE5SgKuzXE3agcLpA/Tn3rqqdkHtbuu9KH06667LlI4p5orhQXOOeecuOaaa7qbjx49Om6//fbYfvvtq+miVxsB19xkbiDQUAEB10K87RpwbdvzX5kB1/RkvPjii3H88cdHCh/2vVIQ6sYbb4wtttii6ocohVxTYLZSaLark/Tz+ZBDDskqp+++++6xySabxHrrrbfWGCkg+O///u/x/e9/PwvMpS+jqFQNs+eNqe8vf/nL8fnPf36d4bn+KrhWvdAaGqaAb/oCjjwV5msYpmVvefnll7OKjw8++GD3HPfcc89YsGBBpKqjRa9KAdeifVa6P88ZMb0e0hnz+uuv73cqO+64Y3zuc5/LqmxuvfXWMXTo0F5tV69eHb/97W+z53/evHnZ66G/6+KLL87GqzYwXCng2giznn2mc3oKqW+66aaNHqqm/isFsVO13FRxdv3116+pz2bd9NJLL2Xvs48++l//3yCpcnB6rVRbQTp9sUB6PntWCz7ooIOy370+8IEP5FqagGsuLo0JECBAgAABAgQ6XEDAtcM32PIIECBAgAABAgQIECBAgAABAgQIECBAgAABAgQIECDQR2DniHi2RVQEXFtkI0yjcwSeeuqpOPTQQyOFJrquOXPmRKoIVu1VqY/TTz89qyy1wQYbVNtNdzsB19xkbiDQUAEB10K87RpwbdvzX9kB1/R0pIrlKXRWKTyafqalqqt9Q3freqrSF0ekYGwKmr722mtVPYAf//jHY6ONNupuu2LFinVWgKzUaQrNXnLJJfHRj350wOqVZQdcU7g1ffnG0UcfPeDcqgJrw0apmmTan/RM9bxSRdLDDz+88IpaMeCaFpVeA+k1lMKp1Vw9XwspEPjss88OGOxO/Z5//vnZnzxVUcsOuCaHNMdqv4SmGq96tknVaC+99NKs6mnPK71Hjh07tp5DldJX+mKAI444otdYDzzwQK6QfaU+UkA5hX4rnK/WuS4B11K23SAECBAgQIAAAQJtIiDg2iYbZZoECBAgQIAAAQIECBAgQIAAAQIECBAgQIAAAQIECBDoQAEB1w7cVEtqnkCloMSoUaPijjvuiB122KGqiaXKWukD2j1DB+lD96lK0f77719VH30bCbjWxOYmAg0TEHAtRNuuAddCi67zzbnOf80IuKbQUar6eO2116619FRZM4Xg9tprr1wsKSj2k5/8JC666KK45557ct2bt/Fuu+2WjTNmzJiqv5iizIBrsrvqqqtil112yR0Iy2vR6u1TFdLDDjusV2CzyJeK9FxvqwZc0xzTayxVcU0B34GqEOfdwxSevvLKK7NKnXmC6GmcsgKu6TWaqjp/4hOfqFitOe+aG9W+UpXhfffdN3PaaqutGjVsQ/pNv+Ocdtpp8Y1vfKO7//Qeecstt8SWW25Z1ZipcvDkyZPj3nvv7W6f93etngMJuFbFrhEBAgQIECBAgMAgERBwHSQbbZkECBAgQIAAAQIECBAgQIAAAQIECBAgQIAAAQIECBBoQYFcAYcWnL8pEWgpgV/96ldx7LHHxpNPPtk9r8985jNZQKea6lUpfLNw4cKYOnVqr7BBCl7cdNNNMWLEiJrWK+BaE5ubCDRMQMC1EK2AayG+7OZc579mBFzTJJctW5b9TH3uuefWWvGRRx4Zc+fOrennYqrm+uCDD8YVV1wR3//+94tr9ughVWw99dRTY7/99qs62Np1exkB1yLzqytUC3X2+uuvx+c+97nsi0S6riKBuZ5La+WAa/ZG0IDQd3rG0rp33jkVrc5/NTLgmr4wJn1ZzMknn1zTazT/aorfUSmAnaq5pgD9kCFDig9QYg9PPfVUHHrooZFCu11XnrW88847kSq1pqq7Pa8igXQB1xIfAEMRIECAAAECBAi0vICAa8tvkQkSIECAAAECBAgQIECAAAECBAgQIECAAAECBAgQIECgYwVyBRw6VsHCCNRBIIUEZs+eHWeddVav3u688844/PDDqxohhXlOPPHEXgHZ9GH8+fPnx7hx46rqo1IjAdea6dxIoCECAq6FWAVcC/FlN+c6/zUr4Jp+rt54441x0kknVVzxDTfckFXyq/B6qkoohaXSF1KkL5ZIf1577bWq7uvbaI899sh+zh911FGRqsvWOp96BlxTBc3Ro0fH5ptvHrvuumtWqTX9v2v9ooyaYNropvQlIulZ6nmlIN20adNq3s/UV6sHXLvWu3r16uy1MGfOnCzom7eiazqrpi9jSV/Qkl4P6623Xs27X6+A6/bbb5+9HrfddtvYYYcdsnl95CMfiWHDhtU8t7JvTGH8VMn6mmuu6R46VTr99re/HbvvvnvZ0yk0Xj3W8thjj8WkSZNixYoV3XNJe7xo0aLsfa6WS8C1FjX3ECBAgAABAgQIdKqAgGun7qx1ESBAgAABAgQIECBAgAABAgQIECBAgAABAgQIECBAoPUFcgUcWn85ZkigeQKVKs2NHTs25s2bF5ttttmAE3vllVeyilKLFy/u1faUU06JmTNnVlUBtr9BBFwH5NeAQKkCAq6FuAVcC/FlNzv/9TFMYddf/OIX8cwzz8Szzz6bVY1NIaoXXnihu6XQaPEHr1V7+M1vfhMTJ06MRx55pHuKqQpv+oKRD37wg6067YbMKwX+/s//+T9Z4PVHP/pR9jpIr4eeAfAUHk3B0RQq3HPPPWO33XYTnm7AblSqeJp+V0hfqNNOQd1E8/DDD8fxxx/fq3prnrVU+hKg1O+MGTOyLxcaOnRoTTsg4FoTm5sIECBAgAABAgQ6VEDAtUM31rIIECBAgAABAgQIECBAgAABAgQIECBAgAABAgQIECDQBgICDm2wSabY+gJvvPFGVmHp+uuv7zXZW2+9NSZMmDDgAl599dXsw9kpSNHzStWmvv71r8eoUaMG7GNdDQRcC/G5mUDdBQRcC5EKuBbiy252/ituqIcOEkjVglOVzC9+8Yu9VlW0SnAHEVlKyQKp4ukFF1wQqZJw15Wqt952222x9957lzybYsNV+hKfPGtZvnx5nHbaafHAAw/0msi4ceNi7ty5WaXqWi8B11rl3EeAAAECBAgQINCJAgKunbir1kSAAAECBAgQIECAAAECBAgQIECAAAECBAgQIECAAIH2EBBwaI99MssWFkihiIULF8bUqVNj1apV3TOttnprf+HWDTfcMObMmRPHHntsVAjD5RIRcM3FpTGBhgsIuBYiFnAtxJfd7PxX3FAPHSagimuHbWibL+fpp5+O8ePHZxV0u648FU9bZfmpOnYK6Z577rm9plTtWvoLt44cOTJuvvnm2GeffQotVcC1EJ+bCRAgQIAAAQIEOkxAwLXDNtRyCBAgQIAAAQIECBAgQIAAAQIECBAgQIAAAQIECBAg0EYCAg5ttFmm2poCjz32WEyaNKnXB9BTODVVY02VhdZ1pQ+tT5s2Le6+++61ms2YMSOr6jp06NDCCxdwLUyoAwJ1FRBwLcQp4FqIL7vZ+a+4oR46UCBVxzzppJN6fWHJzJkz48wzz4whQ4Z04IotqRUF3njjjez3g3nz5nVPLwU6Fy1aFLvuumsrTrninPr7EqBq1/LjH/84Tj/99PjhD3/Yq/96fgmQgGvbPE4mSoAAAQIECBAgUIKAgGsJyIYgQIAAAQIECBAgQIAAAQIECBAgQIAAAQIECBAgQIAAgYoCAg4eDAIFBZYtWxYnnnhiPPnkk909TZkyJWbPnh3Dhw/vt/dnn302PvvZz8ZPfvKTtdpcfPHFcc4558SwYcMKzu7/3S7gWhdGnRCom4CAayFKAddCfNnNzn/FDfXQgQIrV66ML3zhC3HLLbd0r27UqFGRgq877bRTB67YklpRYPHixTFx4sSOCFpX+iKg9HtJqui6ri/xuf/++2Pq1Km9vkAo7VUKt6bfsdKXC9XjS4AEXFvxFWBOBAgQIECAAAECzRIQcG2WvHEJECBAgAABAgQIECBAgAABAgQIECBAgAABAgQIECBAQMDBM0CgDgI9P7xdbRDinXfeiZtvvjmr0LRq1aruWZx//vmR/qwrHJt3ygKuecW0J9BYAQHXQr4CroX4spud/4ob6qFDBZYuXRrHHHNMpC8w6bpOOOGE+NrXvhYbbbRRh67aslpF4MUXX4zjjz++V9XScePGxdy5c2PzzTdvlWlWPY++VVz322+/mD9/fnzwgx9cZx8peJqqJ6cv/em6Urj1sssuy4Kv9Qi3pn4FXKveSg0JECBAgAABAgQGgYCA6yDYZEskQIAAAQIECBAgQIAAAQIECBAgQIAAAQIECBAgQIBAiwoIOLToxphWewmkD2/feOONcdJJJ8UNN9wQkydPjgoBtrUWtXr16liwYEGccsop2d+lqq1nnXVW3Sq3dg0o4Npez5PZdr6AgGuhPRZwLcSX3ez8V9xQDx0q0DeQ17XMPOe7DqWxrAYLvP3223HBBRfErFmzukcaOXJk9oU4++yzT4NHb1z36Ut9LrrooiwkvmjRojjggAOqGix5XHnlldkX/2y88cbZ/z1hwoS6hVvTJARcq9oKjQgQIECAAAECBAaJgIDrINloyyRAgAABAgQIECBAgAABAgQIECBAgAABAgQIECBAgEALCgg4tOCmmFJ7CrzxxhuxcOHCOPbYY3NVX00f+p49e3Zsttlmdf/Qdpdk+kD5Pffc0w17yCGHxBe+8IX2hDZrAh0gIOBaaBMFXAvxZTc7/xU31EMHC6QzXfrSkeuvv757lSlo+M1vfjP22muvDl65pTVLoL9g9VVXXRWnn356VV+c06y5VzPuK6+8Evfff3/u33XSazFVcd1///3jwAMPrLvDf/zHf8Sll14aTz31VPcy0hcPpaq5jbic/xqhqk8CBAgQIECAAIF6CQi41ktSPwQIECBAgAABAgQIECBAgAABAgQIECBAgAABAgQIECCQV0DAIa+Y9gQIECBAoKCAgEMhQAHXQnzZzc5/xQ310OECKZB38sknx+LFi7tXmkJvc+fOjc0337zDV295ZQs89thjMWnSpFixYkX30CloOXPmzFxfnFP2vI2XT8D5L5+X1gQIECBAgAABAuUKCLiW6200AgQIECBAgAABAgQIECBAgAABAgQIECBAgAABAgQIEPgvAQEHTwMBAgQIEChZQMChELiAayG+7Gbnv+KGehgEAsuWLYsTTzwxnnzyye7VCh0Ogo0veYm/+c1v4tRTTxWmLtm9GcM5/zVD3ZgECBAgQIAAAQLVCgi4ViulHQECBAgQIECAAAECBAgQIECAAAECBAgQIECAAAECBAjUW0DAod6i+iNAgAABAgMICDgUekQEXAvxZTc7/xU31MMgEfjlL38Zv/71r3utdtttt42tt956kAhYZiMFVq9eHc8//3y89tprvYYZNWqUSsGNhG9S385/TYI3LAECBAgQIECAQFUCAq5VMWlEgAABAgQIECBAgAABAgQIECBAgAABAgQIECBAgAABAg0QEHBoAKouCRAgQIDAugQEHAo9Hw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7x9grwAAIABJREFUroX4spud/4ob6oEAAQIECOQScP7LxaUxAQIECBAgQIBAyQICriWDG44AAQIECBAgQIAAAQIECBAgQIAAAQIECBAgQIAAAQIEugVWR0T3v1uvXr06KnzoEhcBAgQIECBQJ4E1a9bEeuut17O3FDbs9T/UaahO7UbAtfjOOv8VN9QDAQIECBCoWsD5r2oqDQkQIECAAAECBJokIODaJHjDEiBAgAABAgQIECBAgAABAgQIECBAgAABAgQIECBAgED8MSKGdzmsXLkyNtxwQywECBAgQIBAgwRWrVoVG220Uc/e34iI9zdouE7sVsC1+K46/xU31AMBAgQIEKhawPmvaioNCRAgQIAAAQIEmiQg4NokeMMSIECAAAECBAgQIECAAAECBAgQIECAAAECBAgQIECAQLwYESO7HH7+85/Hdttth4UAAQIECBBokMDy5cvjf/yP/9Gz9xURsU2DhuvEbgVci++q819xQz0QIECAAIGqBZz/qqbSkAABAgQIECBAoEkCAq5NgjcsAQIECBAgQIAAAQIECBAgQIAAAQIECBAgQIAAAQIECMTjEfE3XQ7f/e5346CDDsJCgAABAgQINEjg/vvvj0996lM9e/9+ROzdoOE6sVsB1+K76vxX3FAPBAgQIECgagHnv6qpNCRAgAABAgQIEGiSgIBrk+ANS4AAAQIECBAgQIAAAQIECBAgQIAAAQIECBAgQIAAAQIxLyImdznMmDEj/u7v/g4LAQIECBAg0CCBK664Is4999yevd8YEVMaNFwndivgWnxXnf+KG+qBAAECBAhULeD8VzWVhgQIECBAgAABAk0SEHBtErxhCRAgQIAAAQIECBAgQIAAAQIECBAgQIAAAQIECBAgQCA+HxHXdzmMHTs2Fi9ejIUAAQIECBBokMC4ceNiyZIlPXs/JSL+sUHDdWK3Aq7Fd9X5r7ihHggQIECAQNUCzn9VU2lIgAABAgQIECDQJAEB1ybBG5YAAQIECBAgQIAAAQIECBAgQIAAAQIECBAgQIAAAQIEYnREPNvl8L73vS/++Mc/xnve45+yPRsECBAgQKDeAmvWrIn3v//98eabb/bseueIeK7eY3VwfwKuxTfX+a+4oR4IECBAgEBVAs5/VTFpRIAAAQIECBAg0GQB/yrY5A0wPAECBAgQIECAAAECBAgQIECAAAECBAgQIECAAAECBAa5wIsRMbLL4I477ojx48cPchLLJ0CAAAEC9RdYtGhRHHnkkT07XhER29R/pI7uUcC1Ptvr/FcfR70QIECAAIF1Cjj/eUAIECBAgAABAgTaQUDAtR12yRwJECBAgAABAgQIECBAgAABAgQIECBAgAABAgQIECDQuQJXR8TpXcsbO3ZsLF68uHNXa2UECBAgQKBJAuPGjYslS5b0HP2aiDijSdNp12EFXOuzc85/9XHUCwECBAgQWKeA858HhAABAgQIECBAoB0EBFzbYZfMkQABAgQIECBAgAABAgQIECBAgAABAgQIECBAgAABAp0r8FcR8UTP5f34xz+Oj370o527YisjQIAAAQIlC/zkJz+Jj33sY31H3TMi/qnkqbT7cAKu9dlB57/6OOqFAAECBAj0K+D85+EgQIAAAQIECBBoFwEB13bZKfMkQIAAAQIECBAgQIAAAQIECBAgQIAAAQIECBAgQIBA5wo8HhF/07W84447Lr75zW927mqtjAABAgQIlCwwYcKEWLBgQc9Rvx8Re5c8jU4YTsC1frvo/Fc/Sz0RIECAAIG1BJz/PBQECBAgQIAAAQLtIiDg2i47ZZ4ECBAgQIAAAQIECBAgQIAAAQIECBAgQIAAAQIECBDoXIGjIuL2nsv77ne/GwcddFDnrtjKCBAgQIBASQL3339/fOpTn+o72tER8a2SptBJwwi41m83nf/qZ6knAgQIECDQS8D5zwNBgAABAgQIECDQTgICru20W+ZKgAABAgQIECBAgAABAgQIECBAgAABAgQIECBAgACBzhXoVcXrL//yL2Pp0qXxnvf4Z+3O3XIrI0CAAIFGC6xZsyZ22mmneP7553sOpXpr7fACrrXbVbrT+a++nnojQIAAAQLh/OchIECAAAECBAgQaDcB/xLYbjtmvgQIECBAgAABAgQIECBAgAABAgQIECBAgAABAgQIEOhMgU9ExEM9lzZlypS44YYbOnO1VkWAAAECBEoQOOmkk2LevHl9R9o/Ih4uYfhOHELAtb676vxXX0+9ESBAgACBcP7zEBAgQIAAAQIECLSbgIBru+2Y+RIgQIAAAQIECBAgQIAAAQIECBAgQIAAAQIECBAgQKBzBa6OiNN7Lm/GjBnxd3/3d527YisjQIAAAQINErjiiivi3HPP7dv7NRFxRoOGHAzdCrjWf5ed/+pvqkcCBAgQGKQCzn+DdOMtmwABAgQIECDQ5gICrm2+gaZPgAABAgQIECBAgAABAgQIECBAgAABAgQIECBAgACBDhN4OiJ26bmma6+9Nk499dQOW6blECBAgACBxglcd911cdppp/Ud4JmI2LVxow6KngVcG7PNzn+NcdUrAQIECAwiAee/QbTZlkqAAAECBAgQ6DABAdcO21DLIUCAAAECBAgQIECAAAECBAgQIECAAAECBAgQIECAQJsLjI6IH0bE8J7rUMm1zXfV9AkQIECgNIF+Kne9ERF7RcRzpU2kMwcScG3Mvjr/NcZVrwQIECAwSASc/wbJRlsmAQIECBAgQKBDBQRcO3RjLYsAAQIECBAgQIAAAQIECBAgQIAAAQIECBAgQIAAAQJtLHBIRHyn7/ynTJkSc+fOjfe8xz91t/HemjoBAgQINEhgzZo1cfLJJ8e8efMqjfDpiLinQUMPpm4FXBu3285/jbPVMwECBAh0qIDzX4durGURIECAAAECBAaZgH/1G2QbbrkECBAgQIAAAQIECBAgQIAAAQIECBAgQIAAAQIECBBoE4GjIuL2vnP9y7/8y/jKV74SBx10UJsswzQJECBAgEDjBe6///740pe+FM8//3ylwY6OiG81fhaDYgQB18Zus/NfY331ToAAAQIdJOD810GbaSkECBAgQIAAgUEuIOA6yB8AyydAgAABAgQIECBAgAABAgQIECBAgAABAgQIECBAgEALC6RKXrdFxPC+czzuuOPi7LPPjo9+9KMtPH1TI0CAAAECjRX4yU9+El/96ldjwYIFlQZ6IyKOUbm1rnsg4FpXzoqdOf813tgIBAgQINDGAs5/bbx5pk6AAAECBAgQIFBRQMDVg0GAAAECBAgQIECAAAECBAgQIECAAAECBAgQIECAAAECrSwwOiJuiohdKk1y7NixMXHixDjiiCPiPe/xT+CtvJHmRoAAAQL1EVizZk3ceeedMX/+/FiyZEl/nT4TEZ+LiOfqM6pe/lNAwLWcR8H5rxxnoxAgQIBAmwg4/7XJRpkmAQIECBAgQIBATQL+da8mNjcRIECAAAECBAgQIECAAAECBAgQIECAAAECBAgQIECAQMkCV0fE6f2N+b73vS/GjBkTe+65Z4wePTr++3//77HFFlvE+9//fsHXkjfKcAQIECBQH4EUZPjjH/8Yv/3tb+MXv/hFPPfcc/HEE0/Egw8+GG+++ea6BrkmIs6ozyz00kdAwLXcR8L5r1xvoxEgQIBAkwWc/5q8AYYnQIAAAQIECBBoioCAa1PYDUqAAAECBAgQIECAAAECBAgQIECAAAECBAgQIECAAAECNQh8IiIujoi/qeFetxAgQIAAgU4X+P5//px8uNMX2sT1CbiWj+/8V765EQkQIECgfQSc/9pnr8yUAAECBAgQIECgHwEBV48GAQIECBAgQIAAAQIECBAgQIAAAQIECBAgQIAAAQIECLSbwFERcZqga7ttm/kSIECAQIMEUrDh2oj4VoP61+1/CQi4Nu9pcP5rnr2RCRAgQKD1BJz/Wm9PzIgAAQIECBAgQKBGAQHXGuHcRoAAAQIECBAgQIAAAQIECBAgQIAAAQIECBAgQIAAAQJNF/iriDgmIsZFxMimz8YECBAgQIBAeQIrImJxRNwWEf9U3rCDfiQB1+Y/As5/zd8DMyBAgACB5gg4/zXH3agECBAgQIAAAQINFhBwbTCw7gkQIECAAAECBAgQIECAAAECBAgQIECAAAECBAgQIECgFIHREbFnRHwsIraPiL+IiA9ERAqi+LfxUrbAIAQIECBQZ4E1EfFmRPw+In4dES9ExI8j4omIeK7OY+muOgEB1+qcymrl/FeWtHEIECBAoCwB57+ypI1DgAABAgQIECDQMgL+Ea9ltsJECBAgQIAAAQIECBAgQIAAAQIECBAgQIAAAQIECBAgQIAAAQIECBAgQKCFBQRcW3hzTI0AAQIECBAgQIAAAQIECBAgQKD9BARc22/PzJgAAQIECBAgQIAAAQIECBAgQIAAAQIECBAgQIAAAQIECBAgQIAAAQIEyhcQcC3f3IgECBAgQIAAAQIECBAgQIAAAQIdLCDg2sGba2kECBAgQIAAAQIECBAgQIAAAQIECBAgQIAAAQIECBAgQIAAAQIECBAgUDcBAde6UeqIAAECBAgQIECAAAECBAgQIECAQISAq6eAAAECBAgQIECAAAECBAgQIECAAAECBAgQIECAAAECBAgQIECAAAECBAgMLCDgOrCRFgQIECBAgAABAgQIECBAgAABAgSqFhBwrZpKQwIECBAgQIAAAQIECBAgQIAAAQIECBAgQIAAAQIECBAgQIAAAQIECBAYxAICroN48y2dAAECBAgQIECAAAECBAgQIECg/gICrvU31SMBAgQIECBAgAABAgQIECBAgAABAgQIECBAgAABAgQIECBAgAABAgQIdJ6AgGvn7akVESBAgAABAgQIECBAgAABAgQINFFAwLWJ+IYmQIAAAQIECBAgQIAAAQIECBAgQIAAAQIECBAgQIAAAQIECBAgQIAAgbYREHBtm60yUQIECBAgQIAAAQIECBAgQIAAgXYQEHBth10yRwIECBAgQIAAAQIECBAgQIAAAQIECBAgQIAAAQIECBAgQIAAAQIECBBotoCAa7N3wPgECBAgQIAAAQIECBAgQIAAAQIdJSDg2lHbaTEECBAgQIAAAQIECBAgQIAAAQIECBAgQIAAAQIECBAgQIAAAQIECBAg0CABAdcGweqWAAECBAgQIECAAAECBAgQIEBgcAoIuA7OfbdqAgQIECBAgAABAgQIECBAgAABAgQIECBAgAABAgQIECBAgAABAgQIEMgnIOCaz0trAgQIECBAgAABAgQIECBAgAABAusUEHD1gBAgQIAAAQIECBAgQIAAAQIECBAgQIAAAQIECBAgQIAAAQIECBAgQIAAgYEFBFwHNtKCAAECBAgQIECAAAECBAgQIECAQNUCAq5VU2lIgAABAgQIECBAgAABAgQIECBAgAABAgQIECBAgAABAgQIECBAgAABAoNYQMB1EG++pRMgQIAAAQIECBAgQIAAAQIECNRfQMC1/qZ6JECAAAECBAgQIECAAAECBAgQIECAAAECBAgQIECAAAECBAgQIECAAIHOExBw7bw9tSICBAgQIECAAAECBAgQIECAAIEmCgi4NhHf0AQIECBAgAABAgQIECBAgAABAgQIECBAgAABAgQIECBAgAABAgQIECDQNgICrm2zVSZKgAABAgQIECBAgAABAgQIECDQDgICru2wS+ZIgAABAgQIECBAgAABAgQIECBAgAABAgQIECBAgAABAgQIECBAgAABAs0WEHBt9g4YnwABAgQIECBAgAABAgQIECBAoKMEBFw7ajsthgABAgQIECBAgAABAgQIECBAgAABAgQIECBAgAABAgQIECBAgAABAgQaJCDg2iBY3RIgQIAAAQIECBAgQIAAAQIECAxOAQHXwbnvVk2AAAECBAgQIECAAAECBAgQIECAAAECBAgQIECAAAECBAgQIECAAAEC+QQEXPN5aU2AAAECBAgQIECAAAECBAgQIEBgnQICrh4QAgQIECBAgAABAgQIECBAgAABAgQIECBAgAABAgQIECBAgAABAgQIECAwsICA68BGWhAgQIAAAQIECBAgQIAAAQIECBCoWkDAtWoqDQkQIECAAAECBAgQIECAAAECBAgQIECAAAECBAgQIECAAAECBAgQIEBgEAsIuA7izbd0AgQIECBAgAABAgQIECBAgACB+gsIuNbfVI8ECBAgQIAAAQIECBAgQIAAAQIECBAgQIAAAQIECBAgQIAAAQIECBAg0HkCAq6dt6dWRIAAAQIECBAgQIAAAQIECBAg0EQBAdcm4huaAAECBAgQIECAAAECBAgQIECAAAECBAgQIECAAAECBAgQIECAAAECBNpGQMC1bbbKRAkQIECAAAECBAgQIECAAAECBNpBQMC1HXbJHAkQIECAAAECBAgQIECAAAECBAgQIECAAAECBAgQIECAAAECBAgQIECg2QICrs3eAeMTIECAAAECBAgQIECAAAECBAh0lICAa0dtp8UQIECAAAECBAgQIECAAAECBAgQIECAAAECBAgQIECAAAECBAgQIECAQIMEBFwbBKtbAgQIECBAgAABAgQIECBAgACBwSkg4Do4992qCRAgQIAAAQIECBAgQIAAAQIECBAgQIAAAQIECBAgQIAAAQIECBAgQCCfgIBrPi+tCRAgQIAAAQIECBAgQIAAAQIECKxTQMDVA0KAAAECBAgQIECAAAECBAgQIECAAAECBAgQIECAAAECBAgQIECAAAECBAYWEHAd2EgLAgQIECBAgAABAgQIECBAgAABAlULCLhWTaUhAQIECBAgQIAAAQIECBAgQIAAAQIECBAgQIAAAQIECBAgQIAAAQIECAxiAQHXQbz5lk6AAAECBAgQIECAAAECBAgQIFB/AQHX+pvqkQABAgQIECBAgAABAgQIECBAgAABAgQIECBAgAABAgQIECBAgAABAgQ6T0DAtfP21IoIECBAgAABAgQIECBAgAABAgSaKCDg2kR8QxMgQIAAAQIECBAgQIAAAQIECBAgQIAAAQIECBAgQIAAAQIECBAgQIBA2wgIuLbNVpkoAQIECBAgQIAAAQIECBAgQIBAOwgIuLbDLpkjAQIECBAgQIAAAQIECBAgQIAAAQIECBAgQIAAAQIECBAgQIAAAQIECDRbQMC12TtgfAIECBAgQIAAAQIECBAgQIAAgY4SEHDtqO20GAIECBAgQIAAAQIECBAgQIAAAQIECBAgQIAAAQIECBAgQIAAAQIECBBokICAa4NgdUuAAAECBAgQIECAAAECBAgQIDA4BQRcB+e+WzUBAgQIECBAgAABAgQIECBAgAABAgQIECBAgAABAgQIECBAgAABAgQI5BMQcM3npTUBAgQIECBAgAABAgQIECBAgACBdQoIuHpACBAgQIAAAQIECBAgQIAAAQIECBAgQIAAAQIECBAgQIAAAQIECBAgQIDAwAICrgMbaUGAAAECBAgQIECAAAECBAgQIECgagEB16qpNCRAgAABAgQIECBAgAABAgQIECBAgAABAgQIECBAgAABAgQIECBAgACBQSwg4DqIN9/SCRAgQIAAgf+fvbsBtqo874Z/KbwyCX6E5InGJC3a1CA1eiImUiGJaTB+JCoCEqOI4qDiGwlKSBE11CB+EFOkMkgk6viBioiIEB2tH4k+lbTYGB+NDmlsS2mrxk4rNYgtvsp5Z+2357xnH/Zhf6x99l5r79+acTJl3+u6r/t3LdOO4783AQIECBAgQIAAAQL1FxBwrb+pigQIECBAgAABAgQIECBAgAABAgQIECBAgAABAgQIECBAgAABAgQIECDQegICrq03UyciQIAAAQIECBAgQIAAAQIECBBoooCAaxPxbU2AAAECBAgQIECAAAECBAgQIECAAAECBAgQIECAAAECBAgQIECAAAECuREQcM3NqDRKgAABAgQIECBAgAABAgQIECCQBwEB1zxMSY8ECBAgQIAAAQIECBAgQIAAAQIECBAgQIAAAQIECBAgQIAAAQIECBAg0GwBAddmT8D+BAgQIECAAAECBAgQIECAAAECLSUg4NpS43QYAgQIECBAgAABAgQIECBAgAABAgQIECBAgAABAgQIECBAgAABAgQIEOgnAQHXfoJVlgABAgQIECBAgAABAgQIECBAoD0FBFzbc+5OTYAAAQIECBAgQIAAAQIECBAgQIAAAQIECBAgQIAAAQIECBAgQIAAAQLVCQi4VudlNQECBAgQIECAAAECBAgQIECAAIFdCgi4+kAIECBAgAABAgQIECBAgAABAgQIECBAgAABAgQIECBAgAABAgQIECBAgEB5AQHX8kZWECBAgAABAgQIECBAgAABAgQIEKhYQMC1YioLCRAgQIAAAQIECBAgQIAAAQIECBAgQIAAAQIECBAgQIAAAQIECBAgQKCNBQRc23j4jk6AAAECBAgQIECAAAECBAgQIFB/AQHX+puqSIAAAQIECBAgQIAAAQIECBAgQIAAAQIECBAgQIAAAQIECBAgQIAAAQKtJyDg2nozdSICBAgQIECAAAECBAgQIECAAIEmCgi4NhHf1gQIECBAgAABAgQIECBAgAABAgQIECBAgAABAgQIECBAgAABAgQIECCQGwEB19yMSqMECBAgQIAAAQIECBAgQIAAAQJ5EBBwzcOU9EiAAAECBAgQIECAAAECBAgQIECAAAECBAgQIECAAAECBAgQIECAAAECzRYQcG32BOxPgAABAgQIECBAgAABAgQIECDQUgICri01TochQIAAAQIECBAgQIAAAQIECBAgQIAAAQIECBAgQIAAAQIECBAgQIAAgX4SEHDtJ1hlCRAgQIAAAQIECBAgQIAAAQIE2lNAwLU95+7UBAgQIECAAAECBAgQIECAAAECBAgQIECAAAECBAgQIECAAAECBAgQIFCdgIBrdV5WEyBAgAABAgQIECBAgAABAgQIENilgICrD4QAAQIECBAgQIAAAQIECBAgQIAAAQIECBAgQIAAAQIECBAgQIAAAQIECJQXEHAtb2QFAQIECBAgQIAAAQIECBAgQIAAgYoFBFwrprKQAAECBAgQIECAAAECBAgQIECAAAECBAgQIECAAAECBAgQIECAAAECBNpYQMC1jYfv6AQIECBAgAABAgQIECBAgAABAvUXEHCtv6mKBAgQIECAAAECBAgQIECAAAECBAgQIECAAAECBAgQIECAAAECBAgQINB6AgKurTdTJyJAgAABAgQIECBAgAABAgQIEGiigIBrE/FtTYAAAQIECBAgQIAAAQIECBAgQIAAAQIECBAgQIAAAQIECBAgQIAAAQK5ERBwzc2oNEqAAAECBAgQIECAAAECBAgQIJAHAQHXPExJjwQIECBAgAABAgQIECBAgAABAgQIECBAgAABAgQIECBAgAABAgQIECDQbAEB12ZPwP4ECBAgQIAAAQIECBAgQIAAAQItJSDg2lLjdBgCBAgQIECAAAECBAgQIECAAAECBAgQIECAAAECBAgQIECAAAECBAgQ6CcBAdd+glWWAAECBAgQIECAAAECBAgQIECgPQUEXNtz7k5NgAABAgQIECBAgAABAgQIECBAgAABAgQIECBAgAABAgQIECBAgAABAtUJCLhW52U1AQIECBAgQIAAAQIECBAgQIAAgV0KCLj6QAgQIECAAAECBAgQIECAAAECBAgQIECAAAECBAgQIECAAAECBAgQIECAQHkBAdfyRlYQIECAAAECBAgQIECAAAECBAgQqFhAwLViKgsJECBAgAABAgQIECBAgAABAgQIECBAgAABAgQIECBAgAABAgQIECBAoI0FBFzbePiOToAAAQIECBAgQIAAAQIECBAgUH8BAdf6m6pIgAABAgQIECBAgAABAgQIECBAgAABAgQIECBAgAABAgQIECBAgAABAq0nIODaejN1IgIECBAgQIAAAQIECBAgQIAAgSYKCLg2Ed/WBAgQIECAAAECBAgQIECAAAECBAgQIECAAAECBAgQIECAAAECBAgQIJAbAQHX3IxKowQIECBAgAABAgQIECBAgAABAnkQEHDNw5T0SIAAAQIECBAgQIAAAQIECBAgQIAAAQIECBAgQIAAAQIECBAgQIAAAQLNFhBwbfYE7E+AAAECBAgQIECAAAECBAgQINBSAgKuLTVOhyFAgAABAgQIECBAgAABAgQIECBAgAABAgQIECBAgAABAgQIECBAgACBfhIQcO0nWGUJECBAgAABAgQIECBAgAABAgTaU0DAtT3n7tQECBAgQIAAAQIECBAgQIAAAQIECBAgQIAAAQIECBAgQIAAAQIECBAgUJ2AgGt1XlYTIECAAAECBAgQIECAAAECBAgQ2KWAgKsPhAABAgQIECBAgAABAgQIECBAgAABAgQIECBAgAABAgQIECBAgAABAgQIlBcQcC1vZAUBAgQIECBAgAABAgQIECBAgACBigUEXCumspAAAQIECBAgQIAAAQIECBAgQIAAAQIECBAgQIAAAQIECBAgQIAAAQIE2lhAwLWNh+/oBAgQIECAAAECBAgQIECAAAEC9RcQcK2/qYoECBAgQIAAAQIECBAgQIAAAQIECBAgQIAAAQIECBAgQIAAAQIECBAg0HoCAq6tN1MnIkCAAAECBAgQIECAAAECBAgQaKKAgGsT8W1NgAABAgQIECBAgAABAgQIECBAgAABAgQIECBAgAABAgQIECBAgAABArkREHDNzag0SoAAAQIECBAgQIAAAQIECBAgkAcBAdc8TEmPBAgQIECAAAECBAgQIECAAAECBAgQIECAAAECBAgQIECAAAECBAgQINBsAQHXZk/A/gQIECBAgAABAgQIECBAgAABAi0lIODaUuN0GAIECBAgQIB+n4DSAAAgAElEQVQAAQIECBAgQIAAAQIECBAgQIAAAQIECBAgQIAAAQIECBDoJwEB136CVZYAAQIECBAgQIAAAQIECBAgQKA9BQRc23PuTk2AAAECBAgQIECAAAECBAgQIECAAAECBAgQIECAAAECBAgQIECAAAEC1QkIuFbnZTUBAgQIECBAgAABAgQIECBAgACBXQoIuPpACBAgQIAAAQIECBAgQIAAAQIECBAgQIAAAQIECBAgQIAAAQIECBAgQIBAeQEB1/JGVhAgQIAAAQIECBAgQIAAAQIECBCoWEDAtWIqCwkQIECAAAECBAgQIECAAAECBAgQIECAAAECBAgQIECAAAECBAgQIECgjQUEXNt4+I5OgAABAgQIECBAgAABAgQIECBQfwEB1/qbqkiAAAECBAgQIECAAAECBAgQIECAAAECBAgQIECAAAECBAgQIECAAAECrScg4Np6M3UiAgQIECBAgAABAgQIECBAgACBJgoIuDYR39YECBAgQIAAAQIECBAgQIAAAQIECBAgQIAAAQIECBAgQIAAAQIECBAgkBsBAdfcjEqjBAgQIECAAAECBAgQIECAAAECeRAQcM3DlPRIgAABAgQIECBAgAABAgQIECBAgAABAgQIECBAgAABAgQIECBAgAABAs0WEHBt9gTsT4AAAQIECBAgQIAAAQIECBAg0FICAq4tNU6HIUCAAAECBAgQIECAAAECBAgQIECAAAECBAgQIECAAAECBAgQIECAAIF+EhBw7SdYZQkQIECAAAECBAgQIECAAAECBNpTQMC1Pefu1AQIECBAgAABAgQIECBAgAABAgQIECBAgAABAgQIECBAgAABAgQIECBQnYCAa3VeVhMgQIAAAQIECBAgQIAAAQIECBDYpYCAqw+EAAECBAgQIECAAAECBAgQIECAAAECBAgQIECAAAECBAgQIECAAAECBAiUFxBwLW9kBQECBAgQIECAAAECBAgQIECAAIGKBQRcK6aykAABAgQIECBAgAABAgQIECBAgAABAgQIECBAgAABAgQIECBAgAABAgTaWEDAtY2H7+gECBAgQIAAAQIECBAgQIAAAQL1FxBwrb+pigQIECBAgAABAgQIECBAgAABAgQIECBAgAABAgQIECBAgAABAgQIECDQegICrq03UyciQIAAAQIECBAgQIAAAQIECBBoooCAaxPxbU2AAAECBAgQIECAAAECBAgQIECAAAECBAgQIECAAAECBAgQIECAAAECuREQcM3WqDoiYlREjIiIYRHx+xHxvyIimZN/NzJbs9INAQIECFQm0BkR70TEv0fEP0fE30XELyPi5xHxQmUlrCJAgAABAgQIECCQLwH/ECdf89ItAQIECBAgQIAAAQIECBAgQIAAAQIECBAgQIAAAQIECBAgQIAAAQIECDRHQMC1Oe49dz0qIr4ZEWMjYmjz29EBAQIECBBomMDmiFgbEfdGxF83bFcbESBAgAABAgQIEOhnAQHXfgZWngABAgQIECBAgAABAgQIECBAgAABAgQIECBAgAABAgQIECBAgAABAgRaQkDAtXlj/EZETI+ILzavBTsTIECAAIHMCPxVRCyJiPsy05FGCBAgQIAAAQIECNQoIOBaI5zXCBAgQIAAAQIECBAgQIAAAQIECBAgQIAAAQIECBAgQIAAAQIECBAgQKCtBARcGz/ur0TE9wVbGw9vRwIECBDIhUASdE3+9+RPc9GtJgkQIECAAAECBAiUEBBw9VkQIECAAAECBAgQIECAAAECBAgQIECAAAECBAgQIECAAAECBAgQIECAAIHyAgKu5Y3queKGiJjRV8EPfvCDccwxx8SoUaOio6MjPvWpT8XHPvax2HPPPWO33fyrkfUchFoECBAg0BiBzs7OePvtt+O3v/1t/MM//EO88MIL8fOf/zyeeOKJeOedd3bVxOKIuKgxXdqFAAECBAgQIECAQH0F/FOc+nqqRoAAAQIECBAgQIAAAQIECBAgQIAAAQIECBAgQIAAAQIECBAgQIAAAQKtKSDg2pi5dkTErRFxRKntTj755Jg8eXJMmDBBkLUx87ALAQIECDRZIAm+rl69OpYvXx7r1q3rq5vnImJqRLzQ5HZtT4AAAQIECBAgQKAqAQHXqrgsJkCAAAECBAgQIECAAAECBAgQIECAAAECBAgQIECAAAECBAgQIECAAIE2FRBw7f/BnxgR90bE4N5bnXHGGfHd7343Dj/88P7vwg4ECBAgQCCjAs8//3z8+Z//edxzzz2lOtwWEd+MiIcy2r62CBAgQIAAAQIECOwkIODqoyBAgAABAgQIECBAgAABAgQIECBAgAABAgQIECBAgAABAgQIECBAgAABAuUFBFzLG6VZ8Y2IWNm7wGc+85n44Q9/GMcff3ya2t4lQIAAAQItJfDoo4/Gn/7pn8ZLL71U6lynRcR9LXVghyFAgAABAgQIEGhZAQHXlh2tgxEgQIAAAQIECBAgQIAAAQIECBAgQIAAAQIECBAgQIAAAQIECBAgQIBAHQUEXOuI2atUcnPrT3qXP++882LZsmWx227+Vcf+o1eZAAECBPIq0NnZGdOmTYubb7651BFOcpNrXierbwIECBAgQIBAewn4pz7tNW+nJUCAAAECBAgQIECAAAECBAgQIECAAAECBAgQIECAAAECBAgQIECAAIHaBARca3Mr91ZHRKyPiME9Fy5YsCAuueSScu/6nQABAgQItL3AD37wg5gzZ05vh20RMToiXmh7IAAECBAgQIAAAQKZFhBwzfR4NEeAAAECBAgQIECAAAECBAgQIECAAAECBAgQIECAAAECBAgQIECAAAECGREQcO2fQfwiIo7oWXrJkiVx4YUX9s9uqhIgQIAAgRYUuPHGG2P69Om9T/ZcRHyuBY/rSAQIECBAgAABAi0kIODaQsN0FAIECBAgQIAAAQIECBAgQIAAAQIECBAgQIAAAQIECBAgQIAAAQIECBDoNwEB1/rT3hARM3qWdXNr/ZFVJECAAIH2EOjjJtfFEXFRewg4JQECBAgQIECAQB4FBFzzODU9EyBAgAABAgQIECBAgAABAgQIECBAgAABAgQIECBAgAABAgQIECBAgECjBQRc6yv+lYh4smfJ8847L3784x/XdxfVCBAgQIBAGwmcf/75cfPNN/c+8ZiI+GkbMTgqAQIECBAgQIBAjgQEXHM0LK0SIECAAAECBAgQIECAAAECBAgQIECAAAECBAgQIECAAAECBAgQIECAQNMEBFzrS/+/I+KLXSU/85nPxIsvvhi77eZfa6wvs2oECBAg0E4CnZ2dcdhhh8VLL73U89h/FRFfaicHZyVAgAABAgQIEMiPgH8SlJ9Z6ZQAAQIECBAgQIAAAQIECBAgQIAAAQIECBAgQIAAAQIECBAgQIAAAQIEmicg4Fo/+29ExMqe5R555JE4/vjj67eDSgQIECBAoE0FHn300TjhhBN6n/60iLivTUkcmwABAgQIECBAIMMCAq4ZHo7WCBAgQIAAAQIECBAgQIAAAQIECBAgQIAAAQIECBAgQIAAAQIECBAgQCAzAgKu9RtF0e2tZ5xxRtx99931q64SAQIECBBoc4FJkybFPffc01PBLa5t/k04PgECBAgQIEAgqwICrlmdjL4IECBAgAABAgQIECBAgAABAgQIECBAgAABAgQIECBAgAABAgQIECBAIEsCAq71mcZREfHznqV++ctfxuGHH16f6qoQIECAAAEC8fzzz8eIESN6S4yKiL/GQ4AAAQIECBAgQCBLAgKuWZqGXggQIECAAAECBAgQIECAAAECBAgQIECAAAECBAgQIECAAAECBAgQIEAgqwICrvWZzA0RMaOr1Mknnxxr166tT2VVCBAgQIAAgW6BsWPHxrp163qKLI6IixARIECAAAECBAgQyJKAgGuWpqEXAgQIECBAgAABAgQIECBAgAABAgQIECBAgAABAgQIECBAgAABAgQIEMiqgIBrfSbzTxExtKvUqlWr4tRTT61PZVUIECBAgACBboH7778/Jk6c2FNkc0QcgIgAAQIECBAgQIBAlgQEXLM0Db0QIECAAAECBAgQIECAAAECBAgQIECAAAECBAgQIECAAAECBAgQIECAQFYFBFzTT6YjIv5PV5kPfvCD8fbbb8duu/lXGdPTqkCAAAECBIoFOjs7Y88994x33nmn5w+fjYgXWBEgQIAAAQIECBDIioB/KpSVSeiDAAECBAgQIECAAAECBAgQIECAAAECBAgQIECAAAECBAgQIECAAAECBLIsIOCafjr/d0Qs7Spz8sknx9q1a9NXVYEAAQIECBAoKTB27NhYt25dz9++FRE/wkWAAAECBAgQIEAgKwICrlmZhD4IECBAgAABAgQIECBAgAABAgQIECBAgAABAgQIECBAgAABAgQIECBAIMsCAq7pp3NzRJzbVWbBggVxySWXpK+qAgECBAgQIFBS4Ac/+EHMmTOn52+3RMR5uAgQIECAAAECBAhkRUDANSuT0AcBAgQIECBAgAABAgQIECBAgAABAgQIECBAgAABAgQIECBAgAABAgQIZFlAwDX9dP53RHyxq8wjjzwSxx9/fPqqKhAgQIAAAQIlBR599NE44YQTev72VxHxJVwECBAgQIAAAQIEsiIg4JqVSeiDAAECBAgQIECAAAECBAgQIECAAAECBAgQIECAAAECBAgQIECAAAECBLIsIOCafjr/FBFDu8r85je/iYMOOih9VRUIECBAgACBkgKvvPJKfPrTn+752+aIOAAXAQIECBAgQIAAgawICLhmZRL6IECAAAECBAgQIECAAAECBAgQIECAAAECBAgQIECAAAECBAgQIECAAIEsCwi4pp/O2xExuKvM7373u9hrr73SV1WBAAECBAgQKCmwdevW2HvvvXv+ti0i9sRFgAABAgQIECBAICsCAq5ZmYQ+CBAgQIAAAQIECBAgQIAAAQIECBAgQIAAAQIECBAgQIAAAQIECBAgQCDLAgKu6aezIyK6/73FHTt2xG67+dcY07OqQIAAAQIESgt0dnbG7rvv3vPHzogo+gN2BAgQIECAAAECBJop4J8MNVPf3gQIECBAgAABAgQIECBAgAABAgQIECBAgAABAgQIECBAgAABAgQIECCQFwEB1/STSkI13U8SuvEQIECAAAEC/StQ4v+ZhAxB/5KrToAAAQIECBAgUIWA/+O0CixLCRAgQIAAAQIECBAgQIAAAQIECBAgQIAAAQIECBAgQIAAAQIECBAgQKBtBQRc049e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BAgwTefvvtuOuuu+Ktt95q0I7132b8+PFx0EEH1b+wirkSEHDN1bg0S4AAAQIECBBoOwEB17YbuQMTIECAAAECBAgQIECAAAECBAgQIECAAAECBAgQIECAAAECBAgQIECAQA0CAq41oPV6RcA1vaEKBAg0SOA//uM/YtKkSfGXf/mXDdqx/ts888wzMXr06PoXVjFXAgKuuRqXZgkQIECAAAECbScg4Np2I3dgAgQIECBAgAABAgQIECBAgAABAgQIECBAgAABAgQIECBAgAABAgQIEKhBQMC1BrRerwi4pjdUgQCBBgkIuDYI2jb9LiDg2u/ENiBAgAABAgQIEEghIOCaAs+rBAgQIECAAAECBAgQIECAAAECBAgQIECAAAECBAgQIECAAAECBAgQINA2AgKu6Uct4JreUAUCmRbYsWNH/Mu//EusX7++8NfGjRvjhRdeiDfffLO772HDhsXQoUOjo6MjjjrqqBgxYkT83u/9Xuy+++6ZOpuAa6bGoZkUAgKuKfC8SoAAAQIECBAg0O8CAq79TmwDAgQIECBAgAABAgQIECBAgAABAgQIECBAgAABAgQIECBAgAABAgQIEGgBAQHX9EMUcE1vmOsKf/d3fxennXZaIfDY87nrrrti0qRJdTnb66+/HmeddVY88cQTRfVGjRoV99xzTyFY2d/Pli1bYurUqbFmzZqiraZMmRJLliyJwYMHd//5f/3Xf8XMmTNj2bJlqdvqCo5++MMfjs997nNxxBFHFEKkQ4YMSV27XIEkDLpixYr48Y9/HL/61a/KLd/p90MPPTTOP//8+MY3vhH77rtv1e/3xwulAq5Lly6N4cOH98d2qWtu3bo1rr766tiwYUN3rWeeeSZGjx6durYC+RYQcM33/HRPgAABAgQIEGh1AQHXVp+w8xEgQIAAAQIECBAgQIAAAQIECBAgQIAAAQIECBAgQIAAAQIECBAgQIBAPQQEXNMrCrimN8x1hUYEXDs7O2PRokUxa9asnaxWr14d48eP73fDZ599Nk455ZRIwrY9n1L71zPg2tfBTjzxxLj44ovj6KOPjoEDB9b1/En/N910U1x11VVFt7TWukkSzv3e975XCLv2DALXWi/Ne6UCrlkOjOat3zSz8W51AgKu1XlZTYAAAQIECBAg0FgBAdfGetuNAAECBAgQIECAAAECBAgQIECAAAECBAgQIECAAAECBAgQIECAAAECBPIpIOCafm4CrukNc12hEQHXBKivgOmMGTPiuuuui0GDBvWb4/vvvx/z5s2L+fPnF+1xzDHHxJ133hn7779/0Z83IuDatWESdE16O/zww6NE4K1qk1dffbVw++yqVauqfrfcC8cee2zhttuDDjqo3NJ++z1vgdG89dtvg1N4JwEBVx8FAQIECBAgQIBAlgUEXLM8Hb0RIECAAAECBAgQIECAAAECBAgQIECAAAECBAgQIECAAAECBAgQIECAQFYEBFzTT0LANb1hris0KuC6bdu2mD59etx+++1FXh0dHbFy5coYNmxYvzkmt7aeddZZ8cQTTxTtMXfu3LjiiitiwIABRX/eyIBrsvFee+0VV199deGG1DRB3zfeeCOmTZsWa9eu7TfLkSNHxm233RbDhw/vtz12VThvgdG89duUobbppgKubTp4xyZAgAABAgQI5ERAwDUng9ImAQIECBAgQIAAAQIECBAgQIAAAQIECBAgQIAAAQIECBAgQIAAAQIECDRVQMA1Pb+Aa3rDXFdoVMA1QXrggQdiwoQJO3ndcsstMXXq1H5zXLduXYwdO7aofnJr64MPPhhHHnnkTvs2OuDa1cBll10WyV+DBw+u2iIJEM+ePTuWLl1a8t1DDz00Jk6cGF/5ylfi05/+dOyzzz6xxx57dK999913Y8uWLfHCCy9E4rVixYp48803S9ZKLJctWxb77bdf1X2mfSFvgdG89Zt2Pt6vXEDAtXIrKwkQIECAAAECBBovIODaeHM7EiBAgAABAgQIECBAgAABAgQIECBAgAABAgQIECBAgAABAgQIECBAgED+BARc089MwDW9Ya4rNDLgumnTpjj99NNjw4YNRWZTpkyJJUuW1BTsLIe/ffv2QvBz8eLFFe/ZV8A1uR110aJF8YEPfKDctoXfd+zYEW+99VYk4dOXXnopnn766UJwdPPmzX2+v2DBgpg1a1YMHDiwoj26FiW3tk6ePDm2bt1a9N7QoUPjqquuKoRbq7kdNglmJmbJeXvXTDa45pprCq69b7+tqukaFuctMJq3fmsYiVdqFBBwrRHOawQIECBAgP7RD5IAACAASURBVAABAg0REHBtCLNNCBAgQIAAAQIECBAgQIAAAQIECBAgQIAAAQIECBAgQIAAAQIECBAgQCDnAgKu6Qco4JreMNcVGhlwff/992PevHkxf/78IrODDjoo7r///jjssMPqbtnX+XZ1a2y9Aq6lDpPUXr16dSF0mvTW+9lrr73ipptuKgSBSwTgSvokN68mN+CuWbOm6Pck3HrHHXfE0UcfXZNrZ2dnrFy5Mi688MKdbnMdPnx4rFq1Kg455JCaatf6UqnA6PTp0+OTn/xkrSX79b1k3vfdd19s3Lixe59nnnkmRo8e3a/7Kp59AQHX7M9IhwQIECBAgACBdhYQcG3n6Ts7AQIECBAgQIAAAQIECBAgQIAAAQIECBAgQIAAAQIECBAgQIAAAQIECFQqIOBaqVTf6wRc0xvmukIjA64J1Pr16+OEE07Y6VbQ66+/PmbOnFl3y1tvvTXOPffcorojR44s3KR64IEHltyvPwOuXRv++te/josuuigee+yxnXro6Ogo9JeESCt5SpnWEpQttVcSck1ucr344ot3+nnhwoWFmVUaxK3kLOXWlAq4lnsna78LuGZtIs3pR8C1Oe52JUCAAAECBAgQqExAwLUyJ6sIECBAgAABAgQIECBAgAABAgQIECBAgAABAgQIECBAgAABAgQIECBAoL0FBFzTz1/ANb1hris0OuDa122j48aNiySMOmTIkLp5bt26tXD76PLly4tqzp07N6644ooYMGBAyb0aEXBNNk5u9TznnHNiw4YNO/Uxa9asuPrqq2PQoEFlPRYtWhTf+c53itbV0/Pf/u3f4rzzzot169YV7XHqqadGchPuPvvsU7bHei0QcK2XpDrNFhBwbfYE7E+AAAECBAgQILArAQFX3wcBAgQIECBAgAABAgQIECBAgAABAgQIECBAgAABAgQIECBAgAABAgQIECgvIOBa3qjcCgHXckIt/nujA64JZ6lbVffff/948MEH48gjj6yb+LPPPhunnHJKvP766901k5tNH3nkkRg9enSf+zQq4Jo08PTTT8fZZ58dmzdvLuqnUo9333035syZE0nIteeTBHiTv+p1u+qyZcviggsuKNrj0EMPjfvuuy8OPvjgus2sXCEB13JCfs+LgIBrXialTwIECBAgQIBAewoIuLbn3J2aAAECBAgQIECAAAECBAgQIECAAAECBAgQIECAAAECBAgQIECAAAECBKoTEHCtzqvUagHX9Ia5rtCMgGtfe86fPz8uv/zyuoQyOzs7C6HP5CbUnk8lN5s2MuCa9Ll48eK4+OKLd/qOyt00m7zQV69XXnllJO/X63nuuefipJNOKgoLJ7WfeeaZXYaF67V/V51SAdelS5fG8OHDK97q1VdfLXwbya20w4YNq/i9UguTEHUSUv7Wt74VgwcP3mlJcotwchNvz1t6G22W6oBe7jcBAdd+o1WYAAECBAgQIECgDgICrnVAVIIAAQIECBAgQIAAAQIECBAgQIAAAQIECBAgQIAAAQIECBAgQIAAAQIEWl5AwDX9iAVc0xvmukIzAq7bt2+P2bNnF4KdPZ9jjjkm7rzzzkhuL037JLe2nnXWWfHEE08Ulbrlllti6tSpuyzfyIBr0khfvY4cOTJWrFgRBx54YJ/99tXrzJkzY8GCBbHHHnukpSy8n9wwe8YZZ8SOHTti7733jg9+8IMxYsSIwg25yU2ujXpKBVwrDYwmvSe39yah5+S7//rXvx433nhjDB06tKb2e9p//vOfj0suuSROPPHEGDRoUHe9NP3W1JSXciMg4JqbUWmUAAECBAgQINCWAgKubTl2hyZAgAABAgQIECBAgAABAgQIECBAgAABAgQIECBAgAABAgQIECBAgACBKgUEXKsEK7FcwDW9Ya4rNCPgmoA9+eSTkdymmtxw2fXstddesWbNmhgzZkxq01L1KwmMJhs3OuCa7Lls2bK44IILdjr32rVr4+STT96lR3Lz7Z/92Z8VrfniF78Y99xzT3zyk59MbZmlAmkCo0lYeNq0aUXf3NixYwv2++23X9XHfOyxx+LUU08tqpcEfm+44Yb4/d///UK9JFT71ltvFf6z53der+Bx1U17ITMCAq6ZGYVGCBAgQIAAAQIESggIuPosCBAgQIAAAQIECBAgQIAAAQIECBAgQIAAAQIECBAgQIAAAQIECBAgQIBAeQEB1/JG5VYIuJYTavHfmxVw7evW0ksvvTSSwOaAAQNqln/33Xdjzpw5sWjRoqIaM2bMiOuuu67ohs1SmzQj4Priiy8WwpKvvPJKUUuVeKxbty6SoGbvJ7nBNbmtdODAgTVbZu3FNAHXbdu2FW4OXrp0adGxvvWtbxW+i8GDB1d83C1bthTCsqtWrSp6Z/ny5TFp0qQoEV6suLaF7SEg4Noec3ZKAgQIECBAgEBeBQRc8zo5fRMgQIAAAQIECBAgQIAAAQIECBAgQIAAAQIECBAgQIAAAQIECBAgQIBAIwUEXNNrC7imN8x1hWYFXDs7OwsB1CSA2fMZNWpU4ebRoUOH1uy6adOmOP3002PDhg3dNaq5HbYZAdfkls9zzz037r///qJzf/3rX48kNDlkyJA+PUqdt2vxd7/73UKo86Mf/WjNnll6MU3ANTnHG2+8UQimJjfj9nyqDQPffffdceaZZxbVqCUomyVbvTRWQMC1sd52I0CAAAECBAgQqE5AwLU6L6sJECBAgAABAgQIECBAgAABAgQIECBAgAABAgQIECBAgAABAgQIECBAoD0FBFzTz13ANb1hris0K+CaoL388ssxceLE2LhxY5Hh6tWrY/z48TW7lgofjhs3Lm699dZdBkW7NmxGwPX999+PuXPnxrXXXlt07o6Ojli5cmUMGzasT48kLLx48eK4+OKLS65JwsJTp04t3BCb1Nl9991rtm32i2kDrkn/v/jFLwoWmzdv7j5OEoC+6aabCsHocrevvvrqqzF58uT42c9+1v3+yJEj47bbbovhw4c3m8j+OREQcM3JoLRJgAABAgQIEGhTAQHXNh28YxMgQIAAAQIECBAgQIAAAQIECBAgQIAAAQIECBAgQIAAAQIECBAgQIBAVQICrlVxlVws4JreMNcVmhlw3bZtW0yfPj1uv/32IsMZM2bEddddF4MGDaratq+aCxcujJkzZ5YNLyYbNiPgmux75513xtlnn73TmZ955pkYPXr0Li36upm090tJwDUJDx977LFx+OGHxz777FO1cTNfqEfANQkEr1ixIi644ILYunVr93E+//nPx1133RWf/vSn+zxiEkROvs3LLruse00Sjk1u2R07dmwzaeydMwEB15wNTLsECBAgQIAAgTYTEHBts4E7LgECBAgQIECAAAECBAgQIECAAAECBAgQIECAAAECBAgQIECAAAECBAjUJCDgWhNb0UsCrukNc12hmQHXBO6BBx6ICRMmFBlWcmtpX+gvvvhi4XbOV155pXtJcqvmqlWr4pBDDqloVs0KuD7++OOF4Gnv5957743TTjutbO/JTbjnnHNObNiwoezargVJyPWoo46K4447Lj73uc/Fxz72sUzf8FqPgGty9u3bt8fll18eSfA5eU488cT44Q9/GAcffPAu7Urd/jp//vyYM2dODBw4sGJ3CwkIuPoGCBAgQIAAAQIEsiwg4Jrl6eiNAAECBAgQIECAAAECBAgQIECAAAECBAgQIECAAAECBAgQIECAAAECBLIiIOCafhICrukNc12h2QHX1157LSZNmhRPPfVUkeMtt9wSU6dOrco2uZlz0aJFMWvWrKL3qr0RtlkB1/Xr18cXvvCFnc6c3CqaGFXybN68uXBT7Zo1aypZvtOa5IbXMWPGxNe+9rUYNWpUDBkypKY6/fVSvQKuSX+vvvpqTJ48OUaOHFm4kTW5iXVXz+9+97v49re/Xbhpt+tJbm1dtmxZ7Lfffv11ZHVbVEDAtUUH61gECBAgQIAAgRYREHBtkUE6BgECBAgQIECAAAECBAgQIECAAAECBAgQIECAAAECBAgQIECAAAECBAj0q4CAa3peAdf0hrmu0OyA6/vvvx/z5s2L5BbMns+UKVNiyZIlMXjw4Ip9t2zZUgjF9g53rl27Nk4++eSK6zQr4Prcc8/FSSedFK+//npRr9dcc01ceumlFfe/bdu2+PGPfxxXXXVVvPnmmxW/V2phcrNpEq5NAq977713qlr1eHlXAde+AsL12LdeNdLcTlyvHtTJhoCAazbmoAsCBAgQIECAAIHSAgKuvgwCBAgQIECAAAECBAgQIECAAAECBAgQIECAAAECBAgQIECAAAECBAgQIFBeQMC1vFG5FQKu5YRa/PdmB1wT3meffTZOOeWUomDnQQcdFPfff38cdthhFU/gySefjHHjxsXWrVu73znmmGMKN27uv//+FddpVsC1r1lceeWVMXfu3Ir771qYhEFXrFhRCLv+6le/qvr9ni8MHTo0Lrroojj//POrCh2n2rTEywKu9RZVr1kCAq7NkrcvAQIECBAgQIBAJQICrpUoWUOAAAECBAgQIECAAAECBAgQIECAAAECBAgQIECAAAECBAgQIECAAAEC7S4g4Jr+CxBwTW+Y6wpZCLgmgdQLL7wwli9fXmR5/fXXx8yZMyvy7esm2IULFxZqlAiT9Vm3VQKuXQd877334je/+U089NBD8cADD8SGDRsqMi21aPTo0fEXf/EXccQRR1RlWvOGvV4UcK2XpDrNFhBwbfYE7E+AAAECBAgQILArAQFX3wcBAgQIECBAgAABAgQIECBAgAABAgQIECBAgAABAgQIECBAgAABAgQIECgvIOBa3qjcCgHXckIt/nsWAq4J8a233hrnnntukXZyG2vy50OGDCk7hU2bNsXpp59eFN6s5RbYZKNmBVx//etfxze+8Y2dblut9QbXvtC2bNkSf/u3fxtPPfVUPProo/H888+X9e25ILnNNQkfJ/OpJjhc1SZ9LBZwrYeiGlkQEHDNwhT0QIAAAQIECBAg0JeAgKtvgwABAgQIECBAgAABAgQIECBAgAABAgQIECBAgAABAgQIECBAgAABAgQIlBcQcC1vVG6FgGs5oRb/PSsB11IB1f333z8efPDBOPLII8tOIbmZdMKECUXrpkyZEkuWLInBgweXfb/ngmYFXNevXx9f+MIXdur1pptuimnTplV1hmoWv/XWW/HSSy8Vwq4PP/xwRYHXJOR6xx13xNFHH13NVqnX9g64dnR0xMqVK2PYsGEV1+7tfNxxx8Xdd98dH/nIRyqu0fvvm1r6qHgzC1tSQMC1JcfqUAQIECBAgACBlhEQcG2ZUToIAQIECBAgQIAAAQIECBAgQIAAAQIECBAgQIAAAQIECBAgQIAAAQIECPSjgIBrelwB1/SGua6QlYDru+++G3PmzIlFixYVec6fPz8uv/zyXd4Uum3btpg+fXrcfvvtRe+uXr06xo8fX/V8shZwveuuu2LSpElVn6OWFzo7O+ONN96Ixx9/vBBgffLJJ/ssM3r06Eh6O+CAA2rZqqZ3BFxrYvNSBgUEXDM4FC0RIECAAAECBAh0Cwi4+hgIECBAgAABAgQIECBAgAABAgQIECBAgAABAgQIECBAgAABAgQIECBAgEB5AQHX8kblVgi4lhNq8d+zEnBNmJMw5bhx42Lr1q3d6sccc0zceeedkdzm2tfz8ssvx8SJE2Pjxo3dS7785S8XbuX8+Mc/XvUEmxVwTfo988wzd+r3sccei69+9atVnyPtCzt27Ihf/vKXMW/evHjooYdKlrvmmmti9uzZMWDAgLTbVfR+PW5OdYNrRdQW9bOAgGs/AytPgAABAgQIECCQSkDANRWflwkQIECAAAECBAgQIECAAAECBAgQIECAAAECBAgQIECAAAECBAgQIECgTQQEXNMPWsA1vWGuK2Qp4Lply5aYOnVqrFmzptt0r732KvzPY8aM6dM5ufX1O9/5TtHvc+fOjSuuuKKm4GWzAq7XXnttXHbZZUXnSIK9P/nJT+KII45o2ne2ffv2uP7663fqLWlo1KhRcc8998TQoUMb0l/v77WW/QVcGzIqm5QREHD1iRAgQIAAAQIECGRZQMA1y9PRGwECBAgQIECAAAECBAgQIECAAAECBAgQIECAAAECBAgQIECAAAECBAhkRUDANf0kBFzTG+a6QpYCrglkqbDqpZdeGvPnzy8ZVi0Vik1CoQ8++GAceeSRNc2mGQHX//7v/45Zs2bF0qVLi3quJcBZ06HLvJSEXC+//PJYuHDhTisbecPsiy++GKeeemq88sorhT6OO+64wk29H/nIRyo+toBrxVQW9qOAgGs/4ipNgAABAgQIECCQWkDANTWhAgQIECBAgAABAgQIECBAgAABAgQIECBAgAABAgQIECBAgAABAgQIECDQBgICrumHLOCa3jDXFbIWcH355Zdj4sSJsXHjxm7XXYU8k7DiCSecEFu3bu1eP2XKlFiyZEkMHjy4ptk0I+D62muvxaRJk+Kpp54q6nny5Mlx4403RnKTbe/nb/7mb+Lpp5+Of/7nf46///u/j6TvIUOGxO233174z3o/pWaT7JHc7jpz5sx6b1eyXu9w6te//vVYvnx5Veddt25djB07trt+LSHZ3n/fdHR0xMqVK2PYsGENcbBJ/gUEXPM/QycgQIAAAQIECLSygIBrK0/X2QgQIECAAAECBAgQIECAAAECBAgQIECAAAECBAgQIECAAAECBAgQIECgXgICruklBVzTG+a6QtYCrslNobNnz47FixcXua5evTrGjx9f9Gfvv/9+zJs3r3C7a8/nlltuialTp9Y8l2YEXEsFdZMD7Co8+vjjj8exxx5bdM4jjjgi7r333vjDP/zDms/f14tJiPjCCy8sBEp7PldeeWXMnTu37vuVKpiESL/5zW92/zRt2rTCrb8f+MAHKt4/ufH1zDPP7F6/qxBxX0UFXCvmtrAPAQFXnwYBAgQIECBAgECWBQRcszwdvREgQIAAAQIECBAgQIAAAQIECBAgQIAAAQIECBAgQIAAAQIECBAgQIBAVgQEXNNPQsA1vWGuK2Qt4JpgPvDAAzFhwoQi1xkzZsR1110XgwYN6v7zUreejhw5MlasWBEHHnhgzXNpdMC1r6BucmvrI488EqNHjy55luQG1yTg2vP22mThY489Fl/96ldrPn9fL/bl0siA67Jly+KCCy7objG5OXbBggWxxx57VHzeO++8M84+++zu9bWEZAVcK+a2sA8BAVefBgECBAgQIECAQJYFBFyzPB29ESBAgAABAgQIECBAgAABAgQIECBAgAABAgQIECBAgAABAgQIECBAgEBWBARc009CwDW9Ya4rZDHg+vrrr8dZZ50VTzzxRLdtR0dHJLd3Dhs2rPvPSgVhk5tEr7jiihgwYEDNc2l0wHXTpk1x+umnx4YNG4p6HjduXNx6660xZMiQkmfZvHlznHHGGfHzn/+86Pd6GJTasNkB187OzsKNvclfrfLcddddMWnSpFY5jnNUISDgWgWWpQQIECBAgAABAg0XEHBtOLkNCRAgQIAAAQIECBAgQIAAAQIECBAgQIAAAQIECBAgQIAAAQIECBAgQCCHAgKu6Ycm4JreMNcVshhwTYKMixYtilmzZhXZ3nLLLTF16tTCn23fvj1mz54dixcv7l6T3Hi6Zs2aGDNmTKqZNDLgmtzemtxMe9lll+3U88KFCyO5obREEK6wtq8+S4WBU4H8z8v//u//HpMnT45HH320qNy9994bp512Wj222GWNd955Jy666KJIvoNWeQRcW2WS1Z9DwLV6M28QIECAAAECBAg0TkDAtXHWdiJAgAABAgQIECBAgAABAgQIECBAgAABAgQIECBAgAABAgQIECBAgACB/AoIuKafnYBresNcV8hiwDUBffbZZ+OUU06J5DbXrmfKlCmxZMmSGDx4cJTqu9yNp5UOqpEB1/Xr1xdu8ExuY+35jBw5MlasWBEHHnjgLtu+++6748wzz9xpzfTp0wvB2Q984AOVHrvsurVr1xYCrlu3bu1ee9BBB8X9998fhx12WNn30y547bXXClZPPfVU2lKZeV/ANTOjaHgjAq4NJ7chAQIECBAgQIBAFQICrlVgWUqAAAECBAgQIECAAAECBAgQIECAAAECBAgQIECAAAECBAgQIECAAAECbSsg4Jp+9AKu6Q1zXSGrAddt27ZFEtK8/fbbu32HDx8eq1atikMOOSRKBTt73vCaZiiNCri++uqrceGFF0YSHO39XHPNNYUbagcMGLDLoyQB4LPOOiueeOKJonXJbbZz584t3AA7cODANByFd3/729/GueeeGw8//HBRrZ6h49SblCnw3HPPxUknnVQUeu7vPfu7voBrfwtnt76Aa3ZnozMCBAgQIECAAIEIAVdfAQECBAgQIECAAAECBAgQIECAAAECBAgQIECAAAECBAgQIECAAAECBAgQKC8g4FreqNwKAddyQi3+e1YDrgl7qRBrEggcP358Ibi5bNmy7ul0dHTEypUrY9iwYakn1oiA669//eu46KKL4rHHHtup3z/5kz+J5cuXxyc+8YmyZ+ns7Iwk2Hv++eeXXPvd7363EJT96Ec/WrZWXwuSIG7inYSLez5JiDbpc+zYsTXXrubFO++8M84+++zuV0aNGhX33HNPDB06tOIypUKyTz/9dHzpS1+quEaysPffN/X8/qpqxOLcCgi45nZ0GidAgAABAgQItIWAgGtbjNkhCRAgQIAAAQIECBAgQIAAAQIECBAgQIAAAQIECBAgQIAAAQIECBAgQCClgIBrSsCIEHBNb5jrClkOuG7atClOP/302LBhQ7fxtGnTCje7JreJ9vzzGTNmxHXXXReDBg1KPY/+DLj+7ne/i1tvvTWuuuqqePPNN3fqNQlr3nHHHXH00UdXfI6k5re//e1IAqClniT0e8kll8SECRNi7733rrhu4rB69epCr8l30vs577zzYtGiRTF48OCKa9a68N133405c+YU9ut6Jk+eHDfeeGMkQdtKnyQUfcEFF3QvP/TQQ+O+++6Lgw8+uNIShXUCrlVxWVxCQMDVZ0GAAAECBAgQIJBlAQHXLE9HbwQIECBAgAABAgQIECBAgAABAgQIECBAgAABAgQIECBAgAABAgQIECCQFQEB1/STEHBNb5jrClkOuL7//vsxb968mD9/frdxcmtncoNrcjNp15MEHNesWRNjxoypyyzqFXB97733YuvWrfHb3/42nn/++Xj00Ufj4YcfLhlsTRpPznHTTTcVQr0lwm+7PNvGjRvjnHPOKQr99n7hwx/+cEycODG+9rWvxYgRI+JDH/pQ7Lnnnt3LkhDpli1b4oUXXoiHHnoo1q1bF5s3by6578iRI+O2226L4cOH18W8XJHXXnstJk2aFE899VT30muuuSYuvfTScq92/75t27ZCOPr222/v/rNTTz21cAPuPvvsU3GdZKGAa1VcFpcQEHD1WRAgQIAAAQIECGRZQMA1y9PRGwECBAgQIECAAAECBAgQIECAAAECBAgQIECAAAECBAgQIECAAAECBAhkRUDANf0kBFzTG+a6Ql8B1/441JVXXhlz586tqvT69evjhBNOKARF+3rGjRtXuBV1yJAhVdXua3FfAde6FO+jSBJuTQKbye2iAwcOrGmrl156aaebbWsqVOaljo6O+NGPfhRHHXVUf5QvWfPxxx+PY489tui3xx57LL761a9W3MOzzz4bp5xySrz++uvd7yTh6csvv7zqQLGAa8XsFvYhIODq0yBAgAABAgQIEMiygIBrlqejNwIECBAgQIAAAQIECBAgQIAAAQIECBAgQIAAAQIECBAgQIAAAQIECBDIioCAa/pJCLimN8x1hawHXJMbRadOnVq4obWvZ+HChTFz5syqQ4p91Wt0wHXo0KHxwx/+MCZMmBC77757qu8puXE1sdiVV5oNkpDpDTfcEAcffHCaMlW9u3379pg9e3YsXry4+70vf/nLcffdd8fHP/7ximqVqrH//vvHgw8+GEceeWRFNXouEnCtmswLvQQEXH0SBAgQIECAAAECWRYQcM3ydPRGgAABAgQIECBAgAABAgQIECBAgAABAgQIECBAgAABAgQIECBAgAABAlkREHBNPwkB1/SGua6Q9YBrgpvcznruueeWdB4+fHisWrUqDjnkkLrNoZEB17POOivmzZsXBxxwQN36T8Kcq1evjuTG3GS+9Xg+/OEPx/e+9704//zzY/DgwfUoWXGNl19+OSZOnBgbN27sfie5CfiKK66IAQMGVFTnpz/9aZx55plFt7dOmTIllixZUtN5BFwrYrdoFwICrj4PAgQIECBAgACBLAsIuGZ5OnojQIAAAQIECBAgQIAAAQIECBAgQIAAAQIECBAgQIAAAQIECBAgQIAAgawICLimn4SAa3rDXFfIQ8C1VMCxC33GjBlx3XXXxaBBg+o2h/4OuCY3to4fPz7OO++8wk2oJYJudTnLtm3b4ic/+UnhptOHHnqopprDhg0rhFqTcOi+++5bU400L3V2dsaiRYti1qxZ3WX22muvwg21Y8aMqaj0G2+8EdOmTYu1a9cWrU9CwMkcankEXGtR805PAQFX3wMBAgQIECBAgECWBQRcszwdvREgQIAAAQIECBAgQIAAAQIECBAgQIAAAQIECBAgQIAAAQIECBAgQIBAVgTyGnD9bET8n4wgCrhmZBDNaiMPAdfkRtLZs2fH4sWLd2JKE1Lsy7yeAdc//uM/jo985CPx2c9+Nv7oj/4oRo0aFZ/85Cdj4MCBDR35W2+9FS+99FI8++yz8eKLL8a//uu/xiuvvBKbN2/u7iO5pbWjoyOSW3FHjBgRX/jCF+JTn/pUw3vtCbNp06Y4/fTTY8OGDd1/PG7cuMKtvkOGDClrTVJA+AAAIABJREFU+N5778XChQtjzpw5RWuTG2GXLVtWUY1Smwi4lqW3oIyAgKtPhAABAgQIECBAIMsCAq5Zno7eCBAgQIAAAQIECBAgQIAAAQIECBAgQIAAAQIECBAgQIAAAQIECBAgQCArAnkNuH4/Io6OiHkR8VSTMQVcmzwA2xMgUFogCacuWLAg5s6dW7TgrrvuikmTJpVlS25/XbFiRVxwwQWxdevW7vXJDbp33HFHHH108l/DtT0CrrW5eev/FxBw9TUQIECAAAECBAhkWUDANcvT0RsBAgQIECBAgAABAgQIECBAgAABAgQIECBAgAABAgQIECBAgAABAgQIZEUgrwHXD0XEP0XEPv8TcG1m0FXANStfsz4IECgSePrpp+Pss88uumX25JNPjptvvjn23XffXWol4dY1a9bEd77znaL3k5eS0OysWbNS3Uwr4OpjTSsg4JpW0PsECBAgQIAAAQL9KSDg2p+6ahMgQIAAAQIECBAgQIAAAQIECBAgQIAAAQIECBAgQIAAAQIECBAgQIBAqwjkNeCa+Ce3uF7RYxDJTa7NCLoKuLbK3w3OQaCFBN54442YNm1arF27tuhUldzeuqtw69ixY2PZsmWx3377pdIScE3F5+WIEHD1GRAgQIAAAQIECGRZQMA1y9PRGwECBAgQIECAAAECBAgQIECAAAECBAgQIECAAAECBAgQIECAAAECBAhkRSDPAdeet7j29Gx00FXANStfsz4IECgIbNu2LWbPnh1Lly4tEpk4cWIhnDpkyJA+pd577724++67Cze3vvnmm0XrRo4cGbfddlsMHz48tbSAa2rCti8g4Nr2nwAAAgQIECBAgECmBQRcMz0ezREgQIAAAQIECBAgQIAAAQIECBAgQIAAAQIECBAgQIAAAQIECBAgQIBARgTyHHBNCHvf4tqTtVFBVwHXjHzM2iBA4P8TSEKqCxcujDlz5nST7L///pHc3vqVr3ylT6bt27fHggUL4vvfT/6rtfhJwq033nhjHHHEEXVhFnCtC2NbFxFwbevxOzwBAgQIECBAIPMCAq6ZH5EGCRAgQIAAAQIECBAgQIAAAQIECBAgQIAAAQIECBAgQIAAAQIECBAgQCADAnkPuPZ1i2tP2v4Ougq4ZuBD1gIBAsUCvW9xveyyy2LevHkxcODAXVJt3rw5Lrzwwnj44Ye713V0dMSPfvSjOOqoo+rGLOBaN8q2LSTg2rajd3ACBAgQIECAQC4EBFxzMSZNEiBAgAABAgQIECBAgAABAgQIECBAgAABAgQIECBAgAABAgQIECBAgECTBfIecE34dnWLa0/e/gq6Crg2+SO2PQECpQVeffXVmDx5cuHH5cuXxyc+8YmKqJL3kpDr2rVrY/To0bF48eIYMWJERe9WukjAtVIp6/oSEHD1bRAgQIAAAQIECGRZQMA1y9PRGwECBAgQIECAAAECBAgQIECAAAECBAgQIECAAAECBAgQIECAAAECBAhkRaAVAq6V3OLa07veQVcB16x8zfogQGAngfXr18eOHTvii1/8YlU6GzdujOuvvz6+973vxdChQ6t6t5LF//iP/xiXXnpp/Od//mdh+Yc+9KG49tpr4w/+4A8qed0aAiHg6iMgQIAAAQIECBDIsoCAa5anozcCBAgQIECAAAECBAgQIECAAAECBAgQIECAAAECBAgQIECAAAECBAgQyIpAKwRcE8tKb3Ht6V6voKuAa1a+Zn0QIECAQNsICLi2zagdlAABAgQIECCQSwEB11yOTdMECBAgQIAAAQIECBAgQIAAAQIECBAgQIAAAQIECBAgQIAAAQIECBAg0GCBVgm4VnuLa0/mtEFXAdcGf7S2I0CAAAECAq6+AQIECBAgQIAAgSwLCLhmeTp6I0CAAAECBAgQIECAAAECBAgQIECAAAECBAgQIECAAAECBAgQIECAAIGsCLRKwDXxrOUW155zqDXoKuCala9ZHwQIECDQNgICrm0zagclQIAAAQIECORSQMA1l2PTNAECBAgQIECAAAECBAgQIECAAAECBAgQIECAAAECBAgQIECAAAECBAg0WKCVAq5pbnHtyV5t0FXAtcEfre0IECBAgICAq2+AAAECBAgQIEAgywICrlmejt4IECBAgAABAgQIECBAgAABAgQIECBAgAABAgQIECBAgAABAgQIECBAICsCrRRwTUzT3uLacy6VBl0FXLPyNeuDAAECBNpGQMC1bUbtoAQIECBAgACBXAoIuOZybJomQIAAAQIECBAgQIAAAQIECBAgQIAAAQIECBAgQIAAAQIECBAgQIAAgQYLlAq4Do6IdxrcR722q9ctrj37KRd0FXCt1/TUIUCAAAECFQoIuFYIZRkBAgQIECBAgEBTBARcm8JuUwIECBAgQIAAAQIECBAgQIAAAQIECBAgQIAAAQIECBAgQIAAAQIECBDImUCpgOvuEVEU2szZmep5i2vPo/cVdBVwzdkHol0CBAgQyL+AgGv+Z+gEBAgQIECAAIFWFhBwbeXpOhsBAgQIECBAgAABAgQIECBAgAABAgQIECBAgAABAgQIECBAgAABAgQI1EugVMD1hoj4UUR8vF6bNLjOnhGxIiKSm2j74+kddBVw7Q9lNQkQIECAwC4EBFx9HgQIECBAgAABAlkWEHDN8nT0RoAAAQIECBAgQIAAAQIECBAgQIAAAQIECBAgQIAAAQIECBAgQIAAAQJZESgVcE16eyci9shKkzX0kYRO/68a3qvmla6g6896vtTZmefLb6s5vrUECBAgQKB5AgKuzbO3MwECBAgQIECAQHkBAdfyRlYQIECAAAECBAgQIECAAAECBAgQIECAAAECBAgQIECAAAECBAgQIECAAIG+Aq5kahQQcK0RzmsECBAgQKAKAQHXKrAsJUCAAAECBAgQaLiAgGvDyW1IgAABAgQIECBAgAABAgQIECBAgAABAgQIECBAgAABAgQIECBAgAABAjkUGBgR/08O+85sywKumR2NxggQIECghQQEXFtomI5CgAABAgQIEGhBAQHXFhyqIxEgQIAAAQIECBAgQIAAAQIECBAgQIAAAQIECBAgQIAAAQIECBAgQIBAvwh09qr6i37ZpbFF/1dEHNDPWz4dEd+PiJ/13EfAtZ/VlSdAgAABAhEh4OozIECAAAECBAgQyLKAgGuWp6M3AgQIECBAgAABAgQIECBAgAABAgQIECBAgAABAgQIECBAgAABAgQIEMiSQO+A6+9lqbkaetk7Iv46IpL/7I+nK9j61P8UL/ITcO0PcjUJECBAgECxgICrL4IAAQIECBAgQCDLAgKuWZ6O3ggQIECAAAECBAgQIECAAAECBAgQIECAAAECBAgQIECAAAECBAgQIEAgSwK9A655/3fwkltVr+gH4N7B1q4tBFz7AVtJAgQIECCwKwEBV98HAQIECBAgQIBAlgXy/g/XsmyrNwIECBAgQIAAAQIECBAgQIAAAQIECBAgQIAAAQIECBAgQIAAAQIECBBoLYFWCrh+KCI2RUTyn/V6+gq2dtUXcK2XtDoECBAgQKBCAQHXCqEsI0CAAAECBAgQaIqAgGtT2G1KgAABAgQIECBAgAABAgQIECBAgAABAgQIECBAgAABAgQIECBAgAABAjkUaKWAaz1vby0XbO0atYBrDj96LRMgQIBAvgUEXPM9P90TIECAAAECBFpdQMC11SfsfAQIECBAgAABAgQIECBAgAABAgQIECBAgAABAgQIECBAgAABAgQIECBQL4FWCbjW6/bWSoOtXf4CrvX6EtUhQIAAAQIVCgi4VghlGQECBAgQIECAQFMEBFybwm5TAgQIECBAgAABAgQIECBAgAABAgQIECBAgAABAgQIECBAgAABAgQIEMihQKsEXNPe3lptsLVr1AKuOfzotUyAAAEC+RYQcM33/HRPgAABAgQIEGh1AQHXVp+w8xEgQIAAAQIECBAgQIAAAQIECBAgQIAAAQIECBAgQIAAAQIECBAgQIBAvQRaIeCa5vbWWoOtXf4CrvX6EtUhQIAAAQIVCgi4VghlGQECBAgQIECAQFMEBFybwm5TAgQIECBAgAABAgQIECBAgAABAgQIECBAgAABAgQIECBAgAABAgQIEMihQCsEXGu5vTVtsLVr1AKuOfzotUyAAAEC+RYQcM33/HRPgAABAgQIEGh1AQHXVp+w8xEgQIAAAQIECBAgQIAAAQIECBAgQIAAAQIECBAgQIAAAQIECBAgQIBAvQTyHnCt9vbWegVbu/wFXOv1JapDgAABAgQqFBBwrRDKMgIECBAgQIAAgaYICLg2hd2mBAgQIECAAAECBAgQIECAAAECBAgQIECAAAECBAgQIECAAAECBAgQIJBDgbwHXCu9vbXewdauUQu45vCj1zIBAgQI5FtAwDXf89M9AQIECBAgQKDVBQRcW33CzkeAAAECBAgQIECAAAECBAgQIECAAAECBAgQIECAAAECBAgQIECAAAEC9RLIc8C1kttb+yvY2uUv4FqvL1EdAgQIECBQoYCAa4VQlhEgQIAAAQIECDRFQMC1Kew2JUCAAIH/l737j/Wqvg8//sJ2GrjgMrtk+keLTWsJgXkVtppCf9jWtpBOwAkqMCgLIDipjlkrxmBVtolWJbprK4KpU0QRnAXbwJx21l/dTNFCMWpZM9kfxVU7V34tLtH7zfl8v/d+773eH5/PPZ977vnxuMmyfOG83+d9Hq9DZgjP7yFAgAABAgQIECBAgAABAgQIECBAgAABAgQIECBAgAABAgQIECigQJED1/6+3jrUYWvHqAWuBXzpHZkAAQIEii0gcC32/JyeAAECBAgQIFB2AYFr2Sfs+QgQIECAAAECBAgQIECAAAECBAgQIECAAAECBAgQIECAAAECBAgQIECgWQJFDVz7+nprVmFrh7/AtVlvon0IECBAgECdAgLXOqFcRoAAAQIECBAgMCwCAtdhYXdTAgQIECBAgAABAgQIECBAgAABAgQIECBAgAABAgQIECBAgAABAgQIECigQFED155fb806bO0YtcC1gC+9IxMgQIBAsQUErsWen9MTIECAAAECBMouIHAt+4Q9HwECBAgQIECAAAECBAgQIECAAAECBAgQIECAAAECBAgQIECAAAECBAg0S6CIgWvXr7cOV9ja4f9eRHT+u8X33nsveolumjUr+xAgQIAAgcoLtLe3x3HHHdfVIflvmW6/UHkkAAQIECBAgAABAsMqIHAdVn43J0CAAAECBAgQIECAAAECBAgQIECAAAECBAgQIECAAAECBAgQIECAAIECCRQxcE2+3np2RCT/+6lhtj4SES0dZzh06FCMGTNmmI/k9gQIECBAoLwChw8fjhNPPLHrAx6NiNHlfWJPRoAAAQIECBAgUDQBgWvRJua8BAgQIECAAAECBAgQIECAAAECBAgQIECAAAECBAgQIECAAAECBAgQIDBcAkUMXM+IiJ8NF1iP+74eEWM7fu0Xv/hFnHbaaTk5mmMQIECAAIHyCezfvz8+8YlPdH2wAxFxavme1BMRIECAAAECBAgUVUDgWtTJOTcBAgQIECBAgAABAgQIECBAgAABAgQIECBAgAABAgQIECBAgAABAgQIZC1QxMA1a6P+7vd0RHym44KdO3fGtGnT8nQ+ZyFAgAABAqUS2LVrV0yfPr3rMz0TEZ8t1UN6GAIECBAgQIAAgUILCFwLPT6HJ0CAAAECBAgQIECAAAECBAgQIECAAAECBAgQIECAAAECBAgQIECAAIEMBQSu6bA3RMSSji3Wrl0bV111VbodrSZAgAABAgT6FLjpppti1apVXX9/Y0QsRUaAAAECBAgQIEAgLwIC17xMwjkIECBAgAABAgQIECBAgAABAgQIECBAgAABAgQIECBAgAABAgQIECBAIO8CAtd0E7okIr7TscWMGTNi+/bt6Xa0mgABAgQIEOhTYObMmbFjx46uv/8XEfFdZAQIECBAgAABAgTyIiBwzcsknIMAAQIECBAgQIAAAQIECBAgQIAAAQIECBAgQIAAAQIECBAgQIAAAQIE8i4gcE03odaI+FnHFqNGjYojR47EiBH+KWM6VqsJECBAgMD7Bdrb22P06NFx7Nixrr95RkTs4UWAAAECBAgQIEAgLwL+Vigvk3AOAgQIECBAgAABAgQIECBAgAABAgQIECBAgAABAgQIECBAgAABAgQIEMi7gMA1/YRej4ixHdts3bo1Zs+enX5XOxAgQIAAAQLdBLZt2xZz5szp+msHIuJUTAQIECBAgAABAgTyJCBwzdM0nIUAAQIECBAgQIAAAQIECBAgQIAAAQIECBAgQIAAAQIECBAgQIAAAQIE8iwgcE0/ndsj4rKObWbMmBHbt29Pv6sdCBAgQIAAgW4CM2fOjB07dnT9tTsi4nJMBAgQIECAAAECBPIkIHDN0zSchQABAgQIECBAgAABAgQIECBAgAABAgQIECBAgAABAgQIECBAgAABAgTyLCBwTT+dT0XE8123efHFF+PMM89Mv7MdCBAgQIAAgZrASy+9FJMmTeqpMSUifoKIAAECBAgQIECAQJ4EBK55moazECBAgAABAgQIECBAgAABAgQIECBAgAABAgQIECBAgAABAgQIECBAgECeBQSuzZnO0xHxmY6t5s2bFw888EBzdrYLAQIECBAgEPPnz4/Nmzd3lXgmIj6LhgABAgQIECBAgEDeBASueZuI8xAgQIAAAQIECBAgQIAAAQIECBAgQIAAAQIECBAgQIAAAQIECBAgQIBAXgUErs2ZzAURsaXrVjt37oxp06Y1Z3e7ECBAgACBCgvs2rUrpk+f3lPgwoh4uMIsHp0AAQIECBAgQCCnAgLXnA7GsQgQIECAAAECBAgQIECAAAECBAgQIECAAAECBAgQIECAAAECBAgQIEAgdwIC1+aNpNtXXCdOnBh79+6NESP8s8bmEduJAAECBKom0N7eHqeffnrs27ev66P7emvVXgTPS4AAAQIECBAokIC/CSrQsByVAAECBAgQIECAAAECBAgQIECAAAECBAgQIECAAAECBAgQIECAAAECBIZVQODaPP4vRMSTXbdbunRp3H333c27g50IECBAgEDFBC6++OLYsGFDz6f+YkT8qGIUHpcAAQIECBAgQKAgAgLXggzKMQkQIECAAAECBAgQIECAAAECBAgQIECAAAECBAgQIECAAAECBAgQIEBg2AUErs0dwe0RcVnXLdeuXRtXXXVVc+9iNwIECBAgUAGBm266KVatWtXzSe+IiMsr8PgekQABAgQIECBAoKACAteCDs6xCRAgQIAAAQIECBAgQIAAAQIECBAgQIAAAQIECBAgQIAAAQIECBAgQCBzAYFr88l/GhGTu27b1tYWl156afPvZEcCBAgQIFBSgTvvvDNWrFjR8+l2R8QflfSRPRYBAgQIECBAgEBJBASuJRmkxyBAgAABAgQIECBAgAABAgQIECBAgAABAgQIECBAgAABAgQIECBAgACBIRcQuDafuDUinouIlq5b+5Jr86HtSIAAAQLlFOjjy61HI2JqROwp51N7KgIECBAgQIAAgbIICFzLMknPQYAAAQIECBAgQIAAAQIECBAgQIAAAQIECBAgQIAAAQIECBAgQIAAAQJDLSBwHRrhP4mIx3puvXTp0li/fn2MGOGfOg4Nu10JECBAoMgC7e3tsWzZstiwYUNvj3FuRPygyM/n7AQIECBAgAABAtUQ8Lc+1ZizpyRAgAABAgQIECBAgAABAgQIECBAgAABAgQIECBAgAABAgQIECBAgACB9AIC1/SGfe1wQURs6fmbEydOjG9/+9sxbdq0obuznQkQIECAQMEEdu3aFVdeeWXs27evt5NfGBEPF+yRHJcAAQIECBAgQKCiAgLXig7eYxMgQIAAAQIECBAgQIAAAQIECBAgQIAAAQIECBAgQIAAAQIECBAgQIBAwwIC14bJGlqQfMn1oYho6blq3rx58Y1vfCPOPPPMhjZ0MQECBAgQKJPASy+9FLfcckts3ry5t8c6GhEX+XJrmSbuWQgQIECAAAEC5RcQuJZ/xp6QAAECBAgQIECAAAECBAgQIECAAAECBAgQIECAAAECBAgQIECAAAECBJojIHBtjmN/u7RGxD0RMbm3i2bMmBELFiyI888/P0aM8E8gh34c7kCAAAECwy3Q3t4ejzzySNx///2xY8eOvo6zOyIWR8Se4T6v+xMgQIAAAQIECBBoRMDf7jSi5VoCBAgQIECAAAECBAgQIECAAAECBAgQIECAAAECBAgQIECAAAECBAgQqLKAwDW76d8eEZf1dbtRo0bFOeecE1OmTInW1tb42Mc+FieffHKMHj1a+JrdjNyJAAECBJookISsR44ciTfeeCN++ctfxp49e+L555+PJ554Io4dO9bfne6IiMubeBRbESBAgAABAgQIEMhMQOCaGbUbESBAgAABAgQIECBAgAABAgQIECBAgAABAgQIECBAgAABAgQIECBAgEDBBQSu2Q7wCxFxXUR8JtvbuhsBAgQIECiEwDP/7/9O/qgQp3VIAgQIECBAgAABAr0ICFy9FgQIECBAgAABAgQIECBAgAABAgQIECBAgAABAgQIECBAgAABAgQIECBAoD4BgWt9Ts2+6oKIWCF0bTar/QgQIECgoAJJ2NoWEQ8X9PyOTYAAAQIECBAgQKBTQODqZSBAgAABAgQIECBAgAABAgQIECBAgAABAgQIECBAgAABAgQIECBAgAABAvUJCFzrcxqqqz4VERdFxMyIGDtUN7EvAQIECBDIocCBiNgeEQ9FxE9yeD5HIkCAAAECBAgQIDAoAYHroNgsIkCAAAECBAgQIECAAAECBAgQIECAAAECBAgQIECAAAECBAgQIECAAIEKCghc8zP01oiYEhGTImJcRHwkIn4/IkZFhH8bmZ85OQkBAgQI1C+Q/HfGsYh4KyL+IyJei4gXI+L5iNhT/zauJECAAAECBAgQIFAcAX+JU5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DqRSBAgAABAgQIECBAgAABAgQIECDQJAGBa5MgbUOAAAECBAgQIECAAAECBAgQIECAAAECBAgQIECAAAECBAgQIECAAAECpRcQuJZ+xB6QAAECBAgQIECAAAECBAgQIEAgKwGBa1bS7kOAAAECBAgQIECAAAECBAgQIECAAAECBAgQIECAAAECBAgQIECAAAECRRcQuBZ9gs5PgAABAgQIECBAgAABAgQIECCQGwGBa25G4SAECBAgQIAAAQIECBAgQIAAAQIECBAgQIAAAQIECBAgQIAAAQIECBAgkHMBgWvOB+R4BAgQIECAAAECBAgQIECAAAECxREQuBZnVk5KgAABAgQIECBAgAABAgQIECBAgAABAgQIECBAgAABAgQIECBAgAABAsMrIHAdXn93J0CAAAECBAgQIECAAAECBAgQKJGAwLVEw/QoBAgQIECAAAECBAgQIECAAAECBAgQIECAAAECBAgQIECAAAECBAgQIDCkAgLXIeW1OQECBAgQIECAAAECBAgQIECAQJUEBK5VmrZnJUCAAAECBAgQIECAAAECBAgQIECAAAECBAgQIECAAAECBAgQIECAAIE0AgLXNHrWEiBAgAABAgQIECBAgAABAgQIEOgiIHD1OhAgQIAAAQIDGJ/JAAAgAElEQVQECBAgQIAAAQIECBAgQIAAAQIECBAgQIAAAQIECBAgQIAAgfoEBK71ObmKAAECBAgQIECAAAECBAgQIECAwIACAtcBiVxAgAABAgQIECBAgAABAgQIECBAgAABAgQIECBAgAABAgQIECBAgAABAgRqAgJXLwIBAgQIECBAgAABAgQIECBAgACBJgkIXJsEaRsCBAgQIECAAAECBAgQIECAAAECBAgQIECAAAECBAgQIECAAAECBAgQKL2AwLX0I/aABAgQIECAAAECBAgQIECAAAECWQkIXLOSdh8CBAgQIECAAAECBAgQIECAAAECBAgQIECAAAECBAgQIECAAAECBAgQKLqAwLXoE3R+AgQIECBAgAABAgQIECBAgACB3AgIXHMzCgchQIAAAQIECBAgQIAAAQIECBAgQIAAAQIECBAgQIAAAQIECBAgQIAAgZwLCFxzPiDHI0CAAAECBAgQIECAAAECBAgQKI6AwLU4s3JSAgQIECBAgAABAgQIECBAgAABAgQIECBAgAABAgQIECBAgAABAgQIEBheAYHr8Pq7OwECBAgQIECAAAECBAgQIECAQIkEBK4lGqZHIUCAAAECBAgQIECAAAECBAgQIECAAAECBAgQIECAAAECBAgQIECAAIEhFRC4DimvzQkQIECAAAECBAgQIECAAAECBKokIHCt0rQ9KwECBAgQIECAAAECBAgQIECAAAECBAgQIECAAAECBAgQIECAAAECBAikERC4ptGzlgABAgQIECBAgAABAgQIECBAgEAXAYGr14EAAQIECBAgQIAAAQIECBAgQIAAAQIECBAgQIAAAQIECBAgQIAAAQIECNQnIHCtz8lVBAgQIECAAAECBAgQIECAAAECBAYUELgOSOQCAgQIECBAgAABAgQIECBAgAABAgQIECBAgAABAgQIECBAgAABAgQIECBQExC4ehEIECBAgAABAgQIECBAgAABAgQINElA4NokSNsQIECAAAECBAgQIECAAAECBAgQIECAAAECBAgQIECAAAECBAgQIECAQOkFBK6lH7EHJECAAAECBAgQIECAAAECBAgQyEpA4JqVtPsQIECAAAECBAgQIECAAAECBAgQIECAAAECBAgQIECAAAECBAgQIECAQNEFBK5Fn6DzEyBAgAABAgQIECBAgAABAgQI5EZA4JqbUTgIAQIECBAgQIAAAQIECBAgQIAAAQIECBAgQIAAAQIECBAgQIAAAQIECORcQOCa8wE5HgECBAgQIECAAAECBAgQIECAQHEEBK7FmZWTEiBAgAABAgQIECBAgAABAgQIECBAgAABAgQIECBAgAABAgQIECBAgMDwCghch9ff3QkQIECAAAECBAgQIECAAAECBEokIHAt0TA9CgECBAgQIECAAAECBAgQIECAAAECBAgQIECAAAECBAgQIECAAAECBAgMqYDAdUh5bU6AAAECBAgQIECAAAECBAgQIFAlAYFrlabtWQkQIECAAAECBAgQIECAAAECBAgQIECAAAECBAgQIECAAAECBAgQIEAgjYDANY2etQQIECBAgAABAgQIECBAgAABAgS6CAhcvQ4ECBAgQIAAAQIECBAgQIAAAQIECBAgQIAAAQIECBAgQIAAAQIECBAgQKA+AYFrfU6uIkCAAAECBAgQIECAAAECBAgQIDCggMB1QCIXECBAgAABAgQIECBAgAABAgQIECBAgAABAgQIECBAgAABAgQIECBAgACBmoDA1YtAgAABAgQIECBAgAABAgQIECBAoEkCAtcmQdqGAAECBAgQIECAAAECBAgQIECAAAECBAgQIECAAAECBAgQIECAAAECBEovIHAt/Yg9IAECBAgQIECAAAECBAgQIECAQFYCAtespN2HAAECBAgQIECAAAECBAgQIECAAAECBAgQIECAAAECBAgQIECAAAECBIouIHAt+gSdnwABAgQIECBAgAABAgQIECBAIDcCAtfcjMJBCBAgQIAAAQIECBAgQIAAAQIECBAgQIAAAQIECBAgQIAAAQIECBAgQCDnAgLXnA/I8QgQIECAAAECBAgQIECAAAECBIojIHAtzqyclAABAgQIECBAgAABAgQIECBAgAABAgQIECBAgAABAgQIECBAgAABAgSGV0DgOrz+7k6AAAECBAgQIECAAAECBAgQIFAiAYFriYbpUQgQIECAAAECBAgQIECAAAECBAgQIECAAAECBAgQIECAAAECBAgQIEBgSAUErkPKa3MCBAgQIECAAAECBAgQIECAAIEqCQhcqzRtz0qAAAECBAgQIECAAAECBAgQIECAAAECBAgQIECAAAECBAgQIECAAAECaQQErmn0rCVAgAABAgQIECBAgAABAgQIECDQRUDg6nUgQIAAAQIECBAgQIAAAQIECBAgQIAAAQIECBAgQIAAAQIECBAgQIAAAQL1CQhc63NyFQECBAgQIECAAAECBAgQIECAAIEBBQSuAxK5gAABAgQIECBAgAABAgQIECBAgAABAgQIECBAgAABAgQIECBAgAABAgQI1AQErl4EAgQIECBAgAABAgQIECBAgAABAk0SELg2CdI2BAgQIECAAAECBAgQIECAAAECBAgQIECAAAECBAgQIECAAAECBAgQIFB6AYFr6UfsAQkQIECAAAECBAgQIECAAAECBLISELhmJe0+BAgQIECAAAECBAgQIECAAAECBAgQIECAAAECBAgQIECAAAECBAgQIFB0AYFr0Sfo/AQIECBAgAABAgQIECBAgAABArkRELjmZhQOQoAAAQIECBAgQIAAAQIECBAgQIAAAQIECBAgQIAAAQIECBAgQIAAAQI5FxC45nxAjkeAAAECBAgQIECAAAECBAgQIFAcAYFrcWblpAQIECBAgAABAgQIECBAgAABAgQIECBAgAABAgQIECBAgAABAgQIECAwvAIC1+H1d3cCBAgQIECAAAECBAgQIECAAIESCQhcSzRMj0KAAAECBAgQIECAAAECBAgQIECAAAECBAgQIECAAAECBAgQIECAAAECQyogcB1SXpsTIECAAAECBAgQIECAAAECBAhUSUDgWqVpe1YCBAgQIECAAAECBAgQIECAAAECBAgQIECAAAECBAgQIECAAAECBAgQSCMgcE2jZy0BAgQIECBAgAABAgQIECBAgACBLgICV68DAQIECBAgQIAAAQIECBAgQIAAAQIECBAgQIAAAQIECBAgQIAAAQIECBCoT0DgWp+TqwgQIECAAAECBAgQIECAAAECBAgMKCBwHZDIBQQIECBAgAABAgQIECBAgAABAgQIECBAgAABAgQIECBAgAABAgQIECBAoCYgcPUiECBAgAABAgQIECBAgAABAgQIEGiSgMC1SZC2IUCAAAECBAgQIECAAAECBAgQIECAAAECBAgQIECAAAECBAgQIECAAIHSCwhcSz9iD0iAAAECBAgQIECAAAECBAgQIJCVgMA1K2n3IUCAAAECBAgQIECAAAECBAgQIECAAAECBAgQIECAAAECBAgQIECAAIGiCwhciz5B5ydAgAABAgQIECBAgAABAgQIEMiNgMA1N6NwEAIECBAgQIAAAQIECBAgQIAAAQIECBAgQIAAAQIECBAgQIAAAQIECBDIuYDANecDcjwCBAgQIECAAAECBAgQIECAAIHiCAhcizMrJyVAgAABAgQIECBAgAABAgQIECBAgAABAgQIECBAgAABAgQIECBAgACB4RUQuA6vv7sTIECAAAECBAgQIECAAAECBAiUSEDgWqJhehQCBAgQIECAAAECBAgQIECAAAECBAgQIECAAAECBAgQIECAAAECBAgQGFIBgeuQ8tqcAAECBAgQIECAAAECBAgQIECgSgIC1ypN27MSIECAAAECBAgQIECAAAECBAgQIECAAAECBAgQIECAAAECBAgQIECAQBoBgWsaPWsJECBAgAABAgQIECBAgAABAgQIdBEQuHodCBAgQIAAAQIECBAgQIAAAQIECBAgQIAAAQIECBAgQIAAAQIECBAgQIBAfQIC1/qcXEWAAAECBAgQIECAAAECBAgQIEBgQAGB64BELiBAgAABAgQIECBAgAABAgQIECBAgAABAgQIECBAgAABAgQIECBAgAABAjUBgasXgQABAgQIECBAgAABAgQIECBAgECTBASuTYK0DQECBAgQIECAAAECBAgQIECAAAECBAgQIECAAAECBAgQIECAAAECBAiUXkDgWvoRe0ACBAgQIECAAAECBAgQIECAAIGsBASuWUm7DwECBAgQIECAAAECBAgQIECAAAECBAgQIECAAAECBAgQIECAAAECBAgUXUDgWvQJOj8BAgQIECBAgAABAgQIECBAgEBuBASuuRmFgxAgQIAAAQIECBAgQIAAAQIECBAgQIAAAQIECBAgQIAAAQIECBAgQIBAzgUErjkfkOMRIECAAAECBAgQIECAAAECBAgUR0DgWp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CanxehNSKmRMSkiBgXER+JiN+PiFER4d9G5mdOTkKAAAEC9Qsk/51xLCLeioj/iIjXIuLFiHg+IvbUv40rCRAgQIAAAQIECBRHwF/iFGdWTkqAAAECBAgQIECAAAECBAgQIECAAAECBAgQIECAAAECBAgQIECAAAECwysgcB1e/09FxEURMTMixg7vUdydAAECBAhkKnAgIrZHxEMR8ZNM7+xmBAgQIECAAAECBIZQQOA6hLi2JkCAAAECBAgQIECAAAECBAgQIECAAAECBAgQIECAAAECBAgQIECAAIFSCQhch2ecF0TEioj4zPDc3l0JECBAgECuBJ6JiLaIeDhXp3IYAgQIECBAgAABAoMQELgOAs0SAgQIECBAgAABAgQIECBAgAABAgQIECBAgAABAgQIECBAgAABAgQIEKikgMA127F/ISKuE7Zmi+5uBAgQIFAYgSR0Tf7v5I8Kc2IHJUCAAAECBAgQINBDQODqlSBAgAABAgQIECBAgAABAgQIECBAgAABAgQIECBAgAABAgQIECBAgAABAvUJCFzrc2rGVbdHxGV9bTRq1Kg455xzYsqUKdHa2hof+9jH4uSTT47Ro0fHiBH+aWQzBmAPAgQIEMhWoL29PY4cORJvvPFG/PKXv4w9e/bE888/H0888UQcO3asv8PcERGXZ3tadyNAgAABAgQIECDQHAF/i9McR7sQIECAAAECBAgQIECAAAECBAgQIECAAAECBAgQIECAAAECBAgQIECAQPkFBK5DP+PWiLgnIib3dqsZM2bEggUL4vzzzxeyDv0s3IEAAQIEciCQhK+PPPJI3H///bFjx46+TrQ7IhZHxJ4cHNkRCBAgQIAAAQIECNQtIHCtm8qFBAgQIECAAAECBAgQIECAAAECBAgQIECAAAECBAgQIECAAAECBAgQIFBxAYHr0L4AfxIRD0VES8/bzJs3L77xjW/EmWeeObQnsDsBAgQIEMixwEsvvRS33HJLbN68ubdTHo2IiyLiBzl+BEcjQIAAAQIECBAg0E1A4OqFIECAAAECBAgQIECAAAECBAgQIECAAAECBAgQIECAAAECBAgQIECAAAEC9QkIXOtzGsxVF0TElp4LJ06cGN/+9rdj2rRpg9nTGgIECBAgUEqBXbt2xZVXXhn79u3r7fkujIiHS/ngHooAAQIECBAgQKB0AgLX0o3UAxEgQIAAAQIECBAgQIAAAQIECBAgQIAAAQIECBAgQIAAAQIECBAgQIDAEAkIXIcGNvly62M9t166dGmsX78+RozwTx2Hht2uBAgQIFBkgfb29li2bFls2LCht8c415dcizxdZydAgAABAgQIVEfA3/pUZ9aelAABAgQIECBAgAABAgQIECBAgAABAgQIECBAgAABAgQIECBAgAABAgTSCQhc0/n1tro1Ip6LiJauv7l27dq46qqrmn83OxIgQIAAgZIJ3HTTTbFq1aqeT3U0IqZGxJ6SPa7HIUCAAAECBAgQKJmAwLVkA/U4BAgQIECAAAECBAgQIECAAAECBAgQIECAAAECBAgQIECAAAECBAgQIDBkAgLX5tP+NCImd922ra0tLr300ubfyY4ECBAgQKCkAnfeeWesWLGi59Ptjog/KukjeywCBAgQIECAAIGSCAhcSzJIj0GAAAECBAgQIECAAAECBAgQIECAAAECBAgQIECAAAECBAgQIECAAAECQy4gcG0u8e0RcVnXLX25tbnAdiNAgACB6gj08SXXOyLi8uooeFICBAgQIECAAIGiCQhcizYx5yVAgAABAgQIECBAgAABAgQIECBAgAABAgQIECBAgAABAgQIECBAgACB4RIQuDZP/gsR8WTX7ZYuXRp333138+5gJwIECBAgUDGBiy++ODZs2NDzqb8YET+qGIXHJUCAAAECBAgQKIiAwLUgg3JMAgQIECBAgAABAgQIECBAgAABAgQIECBAgAABAgQIECBAgAABAgQIEBh2AYFr80bwdER8pmO7iRMnxt69e2PECP+ssXnEdiJAgACBqgm0t7fH6aefHvv27ev66M9ExGerZuF5CRAgQIAAAQIEiiHgb4KKMSenJECAAAECBAgQIECAAAECBAgQIECAAAECBAgQIECAAAECBAgQIECAAIHhFxC4NmcGF0TElq5b7dy5M6ZNm9ac3e1CgAABAgQqLLBr166YPn16T4ELI+LhCrN4dAIECBAgQIAAgZwKCFxzOhjHIkCAAAECBAgQIECAAAECBAgQIECAAAECBAgQIECAAAECBAgQIECAAIHcCQhcmzOSbl9vnTdvXjzwwAPN2dkuBAgQIECAQMyfPz82b97cVcJXXL0XBAgQIECAAAECuRQQuOZyLA5FgAABAgQIECBAgAABAgQIECBAgAABAgQIECBAgAABAgQIECBAgAABAjkUELimH8qnIuL5rtu8+OKLceaZZ6bf2Q4ECBAgQIBATeCll16KSZMm9dSYEhE/QUSAAAECBAgQIEAgTwIC1zxNw1kIECBAgAABAgQIECBAgAABAgQIECBAgAABAgQIECBAgAABAgQIECBAIM8CAtf007k9Ii7r2GbGjBmxffv29LvagQABAgQIEOgmMHPmzNixY0fXX7sjIi7HRIAAAQIECBAgQCBPAgLXPE3DWQgQIECAAAECBAgQIECAAAECBAgQIECAAAECBAgQIECAAAECBAgQIEAgzwIC1/TTeT0ixnZss3Xr1pg9e3b6Xe1AgAABAgQIdBPYtm1bzJkzp+uvHYiIUzERIECAAAECBAgQyJOAwDVP03AWAgQIECBAgAABAgQIECBAgAABAgQIECBAgAABAgQIECBAgAABAgQIEMizgMA13XRaI+JnHVuMGjUqjhw5EiNG+KeM6VitJkCAAAEC7xdob2+P0aNHx7Fjx7r+5hkRsYcXAQIECBAgQIAAgbwI+FuhvEzCOQgQIECAAAECBAgQIECAAAECBAgQIECAAAECBAgQIECAAAECBAgQIEAg7wIC13QTuiQivtOxxYwZM2L79u3pdrSaAAECBAgQ6FNg5syZsWPHjq6//xcR8V1kBAgQIECAAAECBPIiIHDNyyScgwABAgQIECBAgAABAgQIECBAgAABAgQIECBAgAABAgQIECBAgAABAgTyLiBwTTehDRGxpGOLtWvXxlVXXZVuR6sJECBAgACBPgVuuummWLVqVdff3xgRS5ERIECAAAECBAgQyIuAwDUvk3AOAgQIECBAgAABAgQIECBAgAABAgQIECBAgAABAgQIECBAgAABAgQIEMi7gMA13YSejojPdGyxc+fOmDZtWrodrSZAgAABAgT6FNi1a1dMnz696+8/ExGfRUaAAAECBAgQIEAgLwIC17xMwjkIECBAgAABAgQIECBAgAABAgQIECBAgAABAgQIECBAgAABAgQIECBAIO8CAtd0E3o9IsZ2bPGLX/wiTjvttHQ7Wk2AAAECBAj0KbB///74xCc+0fX3D0TEqcgIECBAgAABAgQI5EVA4JqXSTgHAQIECBAgQIAAAQIECBAgQIAAAQIECBAgQIAAAQIECBAgQIAAAQIECORdQOCabkJHIqKlY4tDhw7FmDFj0u1oNQECBAgQINCnwOHDh+PEE0/s+vtHI2I0MgIECBAgQIAAAQJ5ERC45mUSzkGAAAECBAgQIECAAAECBAgQIECAAAECBAgQIECAAAECBAgQIECAAAECeRcQuKab0HsR0fnvFt97770YMcI/Y0xHajUBAgQIEOhboL29PY477riuFyT/LdPtF/gRIECAAAECBAgQGE4BfzM0nPruTYAAAQIECBAgQIAAAQIECBAgQIAAAQIECBAgQIAAAQIECBAgQIAAAQJFEhC4pptWN78kuvFDgAABAgQIDK1AL/+fSWgIhpbc7gQIECBAgAABAg0I+I/TBrBcSoAAAQIECBAgQIAAAQIECBAgQIAAAQIECBAgQIAAAQIECBAgQIAAAQKVFhC4phu/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IECBBoWEDg2jCZBQQIECBAgAABAhkKCFwzxHYrAgQIECBAgAABAgQIECBAgAABAgQIECBAgAABAgQIECBAgAABAgQIECi0gMA13fgErun8rCZAgAABAg0LCFwbJrOAAAECBAgQIEAgQwGBa4bYbkWAAAECBAgQIECAAAECBAgQIECAAAECBAgQIECAAAECBAgQIECAAAEChRYQuKYbn8A1nZ/VBAgQIECgYQGBa8NkFhAgQIAAAQIECGQoIHDNENutCBAgQIAAAQIECBAgQIAAAQIECBAgQIAAAQIECBAgQIAAAQIECBAgQKDQAgLXdOMTuKbzs5oAAQIECDQsIHBtmMwCAgQIECBAgACBDAUErhliuxUBAgQIECBAgAABAgQIECBAgAABAgQIECBAgAABAgQIECBAgAABAgQIFFpA4JpufALXdH5WEyBAgACBhgUErg2TWUCAAAECBAgQIJChgMA1Q2y3IkCAAAECBAgQIECAAAECBDKLX8YAACAASURBVAgQIECAAAECBAgQIECAAAECBAgQIECAAIFCCwhc041P4JrOz2oCBAgQINCwgMC1YTILCBAgQIAAAQIEMhQQuGaI7VYECBAgQIAAAQIECBAgQIAAAQIECBAgQIAAAQIECBAgQIAAAQIECBAgUGgBgWu68Qlc0/lZTYAAAQIEGhYQuDZMZgEBAgQIECBAgECGAgLXDLHdigABAgQIECBAgAABAgQIECBAgAABAgQIECBAgAABAgQIECBAgAABAgQKLSBwTTc+gWs6P6sJECBAgEDDAgLXhsksIECAAAECBAgQyFBA4JohtlsRIECAAAECBAgQIECAAAECBAgQIECAAAECBAgQIECAAAECBAgQIECAQKEFBK7pxidwTednNQECBAgQaFhA4NowmQUECBAgQIAAAQIZCghcM8R2KwIECBAgQIAAAQIECBAgQIAAAQIECBAgQIAAAQIECBAgQIAAAQIECBAotIDANd34BK7p/KwmQIAAAQINCwhcGyazgAABAgQIECBAIEMBgWuG2G5FgAABAgQIECBAgAABAgQIECBAgAABAgQIECBAgAABAgQIECBAgAABAoUWELimG5/ANZ2f1QQIECBAoGEBgWvDZBYQIECAAAECBAhkKCBwzRDbrQgQIECAAAECBAgQIECAAAECBAgQIECAAAECBAgQIECAAAECBAgQIECg0AIC13TjE7im87OaAAECBAg0LCBwbZjMAgIECBAgQIAAgQwFBK4ZYrsVAQIECBAgQIAAAQIECBAgQIAAAQIECBAgQIAAAQIECBAgQIAAAQIECBRaQOCabnwC13R+VhMgQIAAgYYFBK4Nk1lAgAABAgQIECCQoYDANUNstyJAgAABAgQIECBAgAABAgQIECBAgAABAgQIECBAgAABAgQIECBAgACBQgsIXNONT+Cazs9qAgQIECDQsIDAtWEyCwgQIECAAAECBDIUELhmiO1WBAgQIECAAAECBAgQIECAAAECBAgQIECAAAECBAgQIECAAAECBAgQIFBoAYFruvEJXNP5WU2AAAECBBoWELg2TGYBAQIECBAgQIBAhgIC1wyx3YoAAQIECBAgQIAAAQIECBAgQIAAAQIECBAgQIAAAQIECBAgQIAAAQIECi0gcE03PoFrOj+rCRAgQIBAwwIC14bJLCBAgAABAgQIEMhQQOCaIbZbESBAgAABAgQIECBAgAABAgQIECBAgAABAgQIECBAgAABAgQIECBAgEChBQSu6cYncE3nZzUBAgQIEGhYQODaMJkFBAgQIECAAAECGQoIXDPEdisCBAgQIECAAAECBAgQIECAAAECBAgQIECAAAECBAgQIECAAAECBAgQKLSAwDXd+ASu6fysJkCAAAECDQsIXBsms4AAAQIECBAgQCBDAYFrhthuRYAAAQIECBAgQIAAAQIECBAgQIAAAQIECBAgQIAAAQIECBAgQIAAAQKFFhC4phuf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KDEPiXf/mX+PGPfzyIlflY8pGPfCTOP//8OP744/NxIKconIDAtXAjc2ACBAgQIECAQKUEBK6VGreHJUCAAAECBAgQIECAAAECBAgQIECAAAECBAgQIECAAAECBAgQIECAAIEUAgLXFHgRIXBN52c1AQKDEHjggQfiz/7szwaxMh9Lli1bFuvWrYuRI0fm40BOUTgBgWvhRubABAgQIECAAIFKCQhcKzVuD0uAAAECBAgQIECAAAECBAgQIECAAAECBAgQIECAAAECBAgQIECAAAECKQQErinwBK7p8KwmQGBwAgLXwblZVR4BgWt5ZulJCBAgQIAAAQJlFBC4lnGqnokAAQIECBAgQIAAAQIECBAgQIAAAQIECBAgQIAAAQIECBAgQIAAAQIEhkJA4JpO1Rdc0/lZTYDAIAQEroNAs6RUAgLXUo3TwxAgQIAAAQIESicgcC3dSD0QAQIECBAgQIAAAQIECBAgQIAAAQIECBAgQIAAAQIECBAgQIAAAQIECAyRgMA1HazANZ1fpVcPFCm2trbGli1bYty4cUPm9OSTT8Z5550Xhw8f7vUemzZtivnz5w94/+eeey4+/elPv++6Z599NqZOndrv+v/5n/+JlStXxvr16we8Tz0XnHTSSZHYjRo1Ks4444yYPHlyTJo0KT784Q/HcccdV88W77umrzMuW7Ys1q1bFyNHjhzUvoNd1PPdmTVrVlxyySVx/PHHD3bLIV331FNPxfXXX995j+FyG9KHtHmmAgLXTLndjAABAgQIECBAoEEBgWuDYC4nQIAAAQIECBAgQIAAAQIECBAgQIAAAQIECBAgQIAAAQIECBAgQIAAgcoKCFzTjV7gms6v0qsHClwTnHoD08FAvvvuu7XocM2aNX0ur/f+eQpc+3qYP/zDP6xFoAsXLoyWlpaGyPIeuOY9GO35ruf9vA29HC4eFgGB67CwuykBAgQIECBAgECdAgLXOqFcRoAAAQIECBAgQIAAAQIECBAgQIAAAQIECBAgQIAAAQIECBAgQIAAAQKVFxC4pnsFBK7p/Cq9up7AdShDwF/96le1r7MmX9fs66dMgWvHM/7xH/9xrF27Nj7/+c9HL5FcrxQC13R/VAWu6fysfr+AwNVbQYAAAQIECBAgkGcBgWuep+NsBAgQIECAAAECBAgQIECAAAECBAgQIECAAAECBAgQIECAAAECBAgQIJAnAYFrumkIXNP5VXp1PYFra2trbNmyJcaNG9d0q3/6p3+KL3/5y/3uW8bANXngMWPGxF133RVz586tK3IVuKZ7/QSu6fysfr+AwNVbQYAAAQIECBAgkGcBgWuep+NsBAgQIECAAAECBAgQIECAAAECBAgQIECAAAECBAgQIECAAAECBAgQIJAnAYFrumkIXNP5VXp1PYFrAlRvZNoI5rvvvhurV6+OG2+8sd9l9d77ueeei09/+tPv2+vZZ5+NqVOn9nuPvuLRRp5nMNcmkeu2bdsGjHyTvQWugxH+/2sErun8rH6/gMDVW0GAAAECBAgQIJBnAYFrnqfjbAQIECBAgAABAgQIECBAgAABAgQIECBAgAABAgQIECBAgAABAgQIECCQJwGBa7ppCFzT+VV6db2B67Jly2LdunUxcuTIpnkdOHAg5s2bF88//3y/ew5n4DrY525vb49Dhw7F4cOH45//+Z9jw4YN8cwzz/T6nEl8mzzjqaee2q+DwDXdqydwTedn9fsFBK7eCgIECBAgQIAAgTwLCFzzPB1nI0CAAAECBAgQIECAAAECBAgQIECAAAECBAgQIECAAAECBAgQIECAAIE8CQhc001D4JrOr9Krewtck6+KJiHrr3/9606b8ePHx9atW2PChAlN89qxY0fMnDlzwP2KGLj2fKh33nkn7r777rjmmmtq0WvPn1tvvTVWrlwZvQRznZfmPXBNQt1p06bF7/zO7ww40+G4YN++fbWQuONnsPHycJzdPfMpIHDN51ycigABAgQIECBA4P8KCFy9CQQIECBAgAABAgQIECBAgAABAgQIECBAgAABAgQIECBAgAABAgQIECBAoD4BgWt9Tn1dJXBN51fp1b0FrmeffXZ89KMfje9973vdbDZu3BiLFy9uilcSfH7zm9+MO+64o3O/WbNmxcGDB+Nf//Vfu92jDIFr8kDvvfde7Uuuy5cvf5/hOeecE/fdd1+ccsopffrmPXBtyouR4SYC1wyxS3orgWtJB+uxCBAgQIAAAQIlERC4lmSQHoMAAQIECBAgQIAAAQIECBAgQIAAAQIECBAgQIAAAQIECBAgQIAAAQIEhlxA4JqOWOCazq/Sq3sLXL/yla9EEv997Wtf6/a10UWLFkVbW1u0tLSkNvv3f//3mDt3breY9bvf/W58//vfj3/8x3/stn9ZAtfkoQ4dOhRf//rXazFrz5/HH388vvSlL/VpK3BN/dp120Dg2lzPKu4mcK3i1D0zAQIECBAgQKA4AgLX4szKSQkQIECAAAECBAgQIECAAAECBAgQIECAAAECBAgQIECAAAECBAgQIEBgeAUErun8Ba7p/Cq9uq/A9fbbb4+//Mu/jF27dnX6jB8/PrZu3RoTJkxIbfYP//APcf7553fuM2XKlNrXXK+55ppSB67JA/d89g6Ev/3bv42rr766T1uBa+rXrtsGAtfmelZxN4FrFafumQkQIECAAAECxREQuBZnVk5KgAABAgQIECBAgAABAgQIECBAgAABAgQIECBAgAABAgQIECBAgAABAsMrIHBN5y9wTedX6dV9Ba7JV1PvuuuuWL16dTefjRs3xuLFi1OZvfPOO/HNb36zFrR2/KxcuTKuvPLK+PM///PSB67/9m//FhdddFHs3r27m+NAwWXeA9dZs2bFJZdcEscff3xd78d7770XjzzySLz11luxdOnS+OAHP1jXut4uOnbsWPzd3/1dfP7zn49PfvKTve7z1FNPxfXXX9/5ewN5D/owFlZGQOBamVF7UAIECBAgQIBAIQUEroUcm0MTIECAAAECBAgQIECAAAECBAgQIECAAAECBAgQIECAAAECBAgQIECAwDAICFzToQtc0/lVenVfgWvy66+++mpMnz49Dh8+3Gm0aNGiaGtri5aWlkG7vfbaa3HhhRfGnj17Ovd4/PHHY9KkSTF//vzSB66/+c1ven3OgYLLvAeuA52/6wvz5ptvxnXXXRff+c53YsyYMbFu3br42te+NujI9emnn65Fw0eOHKntc8UVV8Spp57a7R3t+a43ct5Bv+wWllpA4Frq8Xo4AgQIECBAgEDhBQSuhR+hByBAgAABAgQIECBAgAABAgQIECBAgAABAgQIECBAgAABAgQIECBAgACBjAQErumgBa7p/Cq9ur/Atb29PRYsWBC7du3qNBo/fnxs3bo1JkyYMGi3nvc8++yzI/m1E044QeC6bl2MHDmyV9uyBK5J3LpkyZLYsWNH53MmkWvyxeC5c+dGL9Fgv+/aoUOH4utf/3rcd999ndeddNJJccstt8TChQvjAx/4QO3XE7/kS68dP8kXY0888cSG7zfoF9/C0gkIXEs3Ug9EgAABAgQIECiVgMC1VOP0MAQIECBAgAABAgQIECBAgAABAgQIECBAgAABAgQIECBAgAABAgQIECAwhAIC13S4Atd0fpVe3V/gmkSCyZc1k69hdv3ZuHFjLF68eFBuvUWaq1evjm9961vx3//93wLXCgSuyYvz4x//uPal1QMHDnS+R2PHjo2///u/j8997nMNvVvbt2+vhdhdvzT81a9+NZL39OSTT25oLxcTaERA4NqIlmsJECBAgAABAgSyFhC4Zi3ufgQIECBAgAABAgQIECBAgAABAgQIECBAgAABAgQIECBAgAABAgQIECBQVAGBa7rJCVzT+VV6dX+B64c+9KF44YUXYtasWXHw4MFOp0WLFkVbW1u0tLQ0bPfyyy/HnDlz4pVXXqmtTb7c+eijj8YXv/jF+M1vflOJwPXVV1+NCy64IH7+859387v66qtjzZo1nV8c7Ylbli+4Js+VfB34wQcfjOXLl3cLU88666z43ve+F8mXguv5+fWvfx1Lly7t9jXYwYay9dzPNQS6CghcvQ8ECBAgQIAAAQJ5FhC45nk6zkaAAAECBAgQIECAAAECBAgQIECAAAECBAgQIECAAAECBAgQIECAAAECeRIQuKabhsA1nV+lVw8UuL799tu1r7UmEWrHTxIfbt26NSZMmNCw3T333BNLlizpXHfOOefEfffdF6ecckplAtfezBOQu+66K5YtW9anaZkC1+Qh33nnnbjmmmvi1ltv7fbMM2fOjPXr18cf/MEf9Pt+JZFs8pXWiy++uNt1a9eurX11+IMf/GDD76cFBBoRELg2ouVaAgQIECBAgACBrAUErlmLux8BAgQIECBAgAABAgQIECBAgAABAgQIECBAgAABAgQIECBAgAABAgQIFFVA4JpucgLXdH6VXj1Q4JpEhOvWrasFg11/krAwCV8b+Tl69GisWLEi7r333s5lyRdLk8gxCcWq8AXXN954oxb4/vCHP+xGlwS+jz32WEyePLlP0rIFrsmD/ud//mct6t2+fXu3577xxhvjyiuv7PNrtsnFr732Wlx44YWxZ8+ezrXJ14GTOPb3fu/3Gnk1XUtgUAIC10GxWUSAAAECBAgQIJCRgMA1I2i3IUCAAAECBAgQIECAAAECBAgQIECAAAECBAgQIECAAAECBAgQIECAAIHCCwhc041Q4JrOr9KrBwpcE5wXXnghZs2aFQcPHuy0WrRoUbS1tUVLS0vdfi+//HIkAeIrr7xSWzNmzJjYuXNnTJ06tfb/LnvgmgSqN998c1x33XXvM6vHs4yBawLx05/+NGbPnh0HDhyIk046KW644YZaBHzCCSf0+W719vXX1tbWePDBByP5wrAfAlkICFyzUHYPAgQIECBAgACBwQoIXAcrZx0BAgQIECBAgAABAgQIECBAgAABAgQIECBAgAABAgQIECBAgAABAgQIVE1A4Jpu4gLXdH6VXl1P4Pr222/Xvtb66KOPdlolEeHWrVtjwoQJdfslX9Zcvnx55/XnnXde3HPPPZ1f2yxz4Pr666/Ht771rbjvvvve55WEvvfff3/MnDmzX8uyBq7JV4KTLwLfeeedtf+ZMmVK7Yu+/f08/vjjtSj28OHDtcsSw7vuuivmzp074Nq6X1gXEhhAQODqFSFAgAABAgQIEMizgMA1z9NxNgIECBAgQIAAAQIECBAgQIAAAQIECBAgQIAAAQIECBAgQIAAAQIECBDIk4DANd00BK7p/Cq9up7ANQkQ161bF1dccUU3qyRKTMLXen6SEPHSSy+thZwdP7feemusXLmyM0gsS+CaeB06dCj+67/+K372s5/VQuAf/OAHnTFmT68VK1bUvuw6cuTIfimLErgmD5HMNQma8/yTfCl29erVeT6is+VcQOCa8wE5HgECBAgQIECg4gIC14q/AB6fAAECBAgQIECAAAECBAgQIECAAAECBAgQIECAAAECBAgQIECAAAECBOoWELjWTdXrhQLXdH6VXl1P4JoA7d69O84999w4ePBgp9eiRYuira0tWlpaBjTcu3dv7Yub+/fvr117yimnxPe///345Cc/2bk2j4HrgA+W8oKzzjqrFv2edtppA+4kcB2QqKELBK4Ncbm4FwGBq9eCAAECBAgQIEAgzwIC1zxPx9kIECBAgAABAgQIECBAgAABAgQIECBAgAABAgQIECBAgAABAgQIECBAIE8CAtd00xC4pvOr9Op6A9ff/va3sWTJkti2bVun1/jx42tfJ50wYcKAhskXYP/qr/6q87okdk2+APu7v/u7nb9WtcA1iVsTg4kTJw7ol1wgcK2Lqe6LBK51U7mwDwGBq1eDAAECBAgQIEAgzwIC1zxPx9kIECBAgAABAgQIECBAgAABAgQIECBAgAABAgQIECBAgAABAgQIECBAIE8CAtd00xC4pvOr9Op6A9cEqWekmvxaEmguXry4X8Pe4tjbbrstVq5c2W1dlQLXhQsXxl//9V/Hhz/84brfP4Fr3VR1XShwrYvJRf0ICFy9HgQIECBAgAABAnkWELjmeTrORoAAAQIECBAgQIAAAQIECBAgQIAAAQIECBAgQIAAAQIECBAgQIAAAQJ5EhC4ppuGwDWdX6VXNxK47t69O84999w4ePBgp9miRYuira0tWlpa+nTsue60006rfQn29NNP77am7IHrmDFj4rzzzovLL788zjjjjDjuuOMaevfyHrg2Goz29jybNm2K+fPnN+SyZs2auPbaazvXNHqOhm7mYgJdBASuXgcCBAgQIECAAIE8Cwhc8zwdZyNAgAABAgQIECBAgAABAgQIECBAgAABAgQIECBAgAABAgQIECBAgACBPAkIXNNNQ+Cazq/SqxsJXHv7Euv48eNj69atMWHChF4d29vba19+veKKKzp/f8GCBXHnnXdGEnx2/SlT4Dpu3LgYO3ZsfPzjH49JkybF5MmTI/m1kSNHDvp9E7j2TidwHfQrZWFKAYFrSkDLCRAgQIAAAQIEhlRA4DqkvDYnQIAAAQIECBAgQIAAAQIECBAgQIAAAQIECBAgQIAAAQIECBAgQIAAgRIJCFzTDVPgms6v0qsbCVwTqPXr18fy5cu7mW3cuDEWL17cq+Pbb79d+71HH3208/f7uj6PgeuyZctqgW6aMLVZL1jeAte0YakvuDbrzbDPcAkIXIdL3n0JECBAgAABAgTqERC41qPkGgIECBAgQIAAAQIECBAgQIAAAQIECBAgQIAAAQIECBAgQIAAAQIECBAgECFwTfcWCFzT+VV6daOB6969e2P27Nmxf//+TrdFixZFW1tbtLS0vM/yhRdeiFmzZsXBgwdrv9ffF18Frv2/inkPXG+77bZYuXJl3X+eBK51U7kwpwIC15wOxrEIECBAgAABAgRqAgJXLwIBAgQIECBAgAABAgQIECBAgAABAgQIECBAgAABAgQIECBAgAABAgQIEKhPQOBan1NfVwlc0/lVenWjgevhw4fj0ksvjfvvv7/Tra9otb29Pf7mb/4mVq9e3XltfzGswLX/VzFPgeu7775bm+uNN97YeehNmzbF/Pnz6/7zJHCtm8qFORUQuOZ0MI5FgAABAgQIECBQExC4ehEIECBAgAABAgQIECBAgAABAgQIECBAgAABAgQIECBAgAABAgQIECBAgEB9AgLX+pz6ukrgms6v0qsbDVwTrPXr18fy5cu7uW3cuDEWL17c7dfeeuutWLBgQezatavz1/uLIAWu/b+KeQpcezvLQw89FBdeeGHdf55++9vfxpIlS2Lbtm11vR99bbxmzZq49tprO3/7hhtu6BZV130gFxJoUEDg2iCYywkQIECAAAECBDIVELhmyu1mBAgQIECAAAECBAgQIECAAAECBAgQIECAAAECBAgQIECAAAECBAgQIFBgAYFruuEJXNP5VXr1YALXvXv3xuzZs2P//v2ddr19mfW5556L6dOnR/LV1+SntbU1tmzZEuPGjevVXODa/6uYp8D17bffrsXLP/zhDzsP/eyzz8bUqVPr/vPU27wff/zx+NKXvlT3HsmFAteGuFzcRAGBaxMxbUWAAAECBAgQINB0AYFr00ltSIAAAQIECBAgQIAAAQIECBAgQIAAAQIECBAgQIAAAQIECBAgQIAAAQIlFRC4phuswDWdX6VXDyZwPXr0aKxYsSLuvffeTrvx48fH1q1bY8KECbVfe/fdd+P666+vxYcdP5dddlncfPPNccIJJ/RqLnDt/1XMU+D6q1/9KubPnx9PPfVU7dCnnHJKPPbYYzF58uS6/zy9+eabMW/evHjiiSc61zQaySYLBa51k7uwyQIC1yaD2o4AAQIECBAgQKCpAgLXpnLajAABAgQIECBAgAABAgQIECBAgAABAgQIECBAgAABAgQIECBAgAABAgRKLCBwTTdcgWs6v0qvHkzgmoDdc889sWTJkm52mzZtqkWPyc/Bgwdj4cKF3eLFRx55JP70T/+0T2+Ba/+vYp4C11dffTUuuOCC+PnPf16KPz9f+cpXIvmz8KEPfagUz+MhshEQuGbj7C4ECBAgQIAAAQKDExC4Ds7NKgIECBAgQIAAAQIECBAgQIAAAQIECBAgQIAAAQIECBAgQIAAAQIECBConoDANd3MBa7p/Cq9erCB68svvxxz5syJV155pdNv2bJlsW7duhg5cmQ8+eSTcd5558Xhw4drv3/WWWfFgw8+GB/96Ef79Ba49v8q5ilwffrpp+Nzn/tcaf7sCFxLM8pMH0Tgmim3mxEgQIAAAQIECDQoIHBtEMzlBAgQIECAAAECBAgQIECAAAECBAgQIECAAAECBAgQIECAAAECBAgQIFBZAYFrutELXNP5VXr1YAPXo0ePxooVK+Lee+/t9GttbY0tW7bExz/+8bj++utjzZo1nb932WWXxc033xwnnHBCn94C1/5fxTwFruvXr4/ly5eX5s+OwLU0o8z0QQSumXK7GQECBAgQIECAQIMCAtcGwVxOgAABAgQIECBAgAABAgQIECBAgAABAgQIECBAgAABAgQIECBAgAABApUVELimG73ANZ1fpVcPNnBN0O65555YsmRJN79NmzbFF77whVi4cGE88cQTnb+3ffv2mDFjRr/WAtf+X8W8BK7/+7//G6tWrap9rbcsPwLXskwy2+cQuGbr7W4ECBAgQIAAAQKNCQhcG/NyNQECBAgQIECAAAEC2/KcyAAAIABJREFUBAgQIECAAAECBAgQIECAAAECBAgQIECAAAECBAhUV0Dgmm72Atd0fpVenSZwffnll2POnDnxyiuvdBomX2r98pe/HHPnzo3Dhw/Xfn3KlCmxefPmGDt2bL/WAtf+X8W8BK5vvvlmzJs3r1vAfNttt8XKlSvr/rPUWySbxNK33357jBo1qu59kguTLwVfe+21nWtuuOGGWL16dUN7uJjAYAQEroNRs4YAAQIECBAgQCArAYFrVtLuQ4AAAQIECBAgQIAAAQIECBAgQIAAAQIECBAgQIAAAQIECBAgQIAAAQJFFxC4ppugwDWdX6VXpwlcewsuzzrrrFrI+vDDD3e6Xn311bUI8QMf+EC/1gLX/l/FvASuu3fvjnPPPff/tHe3IXaWZx7A/6lCaV66LYjUL9tCXyRUTNUFqUu7S7UQwZ2pfbMapLVrTDZai9hGaSnRb9EWQtPoqqOUNm0StSKTFQylttqyFsvWOCKILcW6H2pL91MnCQhtznJCz3AyzsuZOc85z9svEALxee77un7XfQgM5++d119/fa7gH//4x/n4xz8+8GfpD3/4Q7Zs2ZKnn3567p1du3al+3uB0OCS6wq4DszuwYIFBFwLBrUcAQIECBAgQIBAoQICroVyWowAAQIECBAgQIAAAQIECBAgQIAAAQIECBAgQIAAAQIECBAgQIAAAQIEGiwg4DrccAVch/Nr9dvDBFy7cAu9Px900PCjgOvSR7EqAdf7778/27dvnyv2oosuyqFDh/K+971v4M/SU089lSuvvHLult/ui9PT05mYmBh4jd6DAq4rJvNCQQICrgVBWoYAAQIECBAgQGAkAgKuI2G1KAECBAgQIECAAAECBAgQIECAAAECBAgQIECAAAECBAgQIECAAAECBAg0UEDAdbihCrgO59fqt4cNuL7yyiu56qqrMjMzs6DjZZddlu9///s555xzlnUWcF2aqAoB19nZ2dx4443Zv3//XLHXXntt7rnnnmzYsGHZGXcfeOONN7Jz587s3bt37vlNmzbl4YcfzrnnnjvQGv0PCbiumMwLBQkIuBYEaRkCBAgQIECAAIGRCAi4joTVogQIECBAgAABAgQIECBAgAABAgQIECBAgAABAgQIECBAgAABAgQIECDQQAEB1+GGKuA6nF+r3x424LpY6LKH+o1vfCO7du3KGWecsayzgOvSRFUIuP7qV7/KJz7xibz++utzxd53333Ztm3bsvPtPbDQGjfffHPuvvvuvPWtbx14nd6DAq4rJvNCQQICrgVBWoYAAQIECBAgQGAkAgKuI2G1KAECBAgQIECAAAECBAgQIECAAAECBAgQIECAAAECBAgQIECAAAECBAg0UEDAdbihCrgO59fqt4cNuHbxFlqj+/fdGz0ff/zxXHrppQMZC7guzVR2wPVvf/tb7rzzznQDpb1fGzduzKOPPpoPfvCDA834+PHjueWWWzI1NTX3/ErPyfyNBFwHovfQCAQEXEeAakkCBAgQIECAAIHCBARcC6O0EAECBAgQIECAAAECBAgQIECAAAECBAgQIECAAAECBAgQIECAAAECBAg0XEDAdbgBC7gO59fqt4sIuL766qu5+uqr89xzz51muXnz5uzfvz9nnXXWQMYCrkszlR1wXWjOX/jCF7Jv376sW7du2Rl3Op0cPHgw27dvz+zs7NzzV155ZR566KG8853vXHaNhR4QcF0Vm5cKEBBwLQDREgQIECBAgAABAiMTEHAdGa2FCRAgQIAAAQIECBAgQIAAAQIECBAgQIAAAQIECBAgQIAAAQIECBAgQKBhAnUMuH4oyQsVmYOAa0UGUccyigi4vvHGG9m5c2f27t17GkE3ePj1r389C4TAFqQScF36BJUZcO2GU/fs2ZNbb731tCIfe+yxfPKTnxzo6L/88su57rrrTgtCd29v7YagJycnB1pjoYcEXFdN58UhBQRchwT0OgECBAgQIECAwEgFBFxHymtxAgQIECBAgAABAgQIECBAgAABAgQIECBAgAABAgQIECBAgAABAgQIEGiQQB0Drnck+ZckdyZ5uuRZCLiWPADbE2i6QDec2r2ld2ZmZq7ViYmJTE1N5eyzz162/T/96U/Ztm1bpqenT3t2x44dufvuuwe6AXaxTQRcl+X3wIgEBFxHBGtZAgQIECBAgACBQgQEXAthtAgBAgQIECBAgAABAgQIECBAgAABAgQIECBAgAABAgQIECBAgAABAgQItECgjgHXdyT5fZJ/+HvAtcygq4BrCz4kWiRQlsDx48dP3dB77733nlbCD37wg2zZsmXZsv785z+fuvm1e1Nr/6+LL7443/3ud7Nx48Zl11jqAQHXofi8PISAgOsQeF4lQIAAAQIECBAYuYCA68iJbUCAAAECBAgQIECAAAECBAgQIECAAAECBAgQIECAAAECBAgQIECAAAECDRGoY8C1S9+9xXVX3wy6N7mWEXQVcG3IB0EbBKom0Ol0cvDgwWzfvj2zs7Nz5Q16e+ti4dYNGzbkvvvuO3Ur7AIhwRUxCLiuiMvDBQoIuBaIaSkCBAgQIECAAIHCBQRcCye1IAECBAgQIECAAAECBAgQIECAAAECBAgQIECAAAECBAgQIECAAAECBAg0VKCuAdf+W1z7RzPuoKuAa0M/GNoiULbAM888k89//vN57bXX5krphlO7t7FOTk4uWV73nVtuuSWPP/74m57bvXv3qVtdzzzzzKFbFHAdmtACqxQQcF0lnNcIECBAgAABAgTGIiDgOhZmmxAgQIAAAQIECBAgQIAAAQIECBAgQIAAAQIECBAgQIAAAQIECBAgQIBAAwTqGnDt0s+/xbV/HOMKugq4NuBDoAUCVRR4+eWXc9111+W5556bK2/r1q3Zs2dP1q1bt2jJL7zwQr74xS/m6NGjb3rmjjvuyM6dO/O2t72tkJYFXAthtMgqBARcV4HmFQIECBAgQIAAgbEJCLiOjdpGBAgQIECAAAECBAgQIECAAAECBAgQIECAAAECBAgQIECAAAECBAgQIFBzgToHXBe7xbV/JKMOugq41vwDoHwCVRbov8V148aNOXToUM4///wlS/7rX/+a733ve6ducJ2dnZ179mtf+1q6v5cKx67UQsB1pWKeL0pAwLUoSesQIECAAAECBAiMQkDAdRSq1iRAgAABAgQIECBAgAABAgQIECBAgAABAgQIECBAgAABAgQIECBAgACBJgrUOeDancdSt7j2z2tUQVcB1yZ+KvREoCICnU4nDz74YG644YY88MADuf7667NAsO9N1Z48eTIHDhzIjh07Tv237q2tt956a2E3t/Y2FHCtyEFpYRkCri0cupYJECBAgAABAjUSEHCt0bCUSoAAAQIECBAgQIAAAQIECBAgQIAAAQIECBAgQIAAAQIECBAgQIAAAQKlCtQ94DrILa79wEUHXQVcSz2+NifQfIHjx4/n4MGDufrqq1d0+2r3Jtc9e/bk7LPPzpYtW3LmmWcWjvWd73wnTzzxxNy6V1xxRb70pS8Vvo8FCcwXEHB1JggQIECAAAECBKosIOBa5emojQABAgQIECBAgAABAgQIECBAgAABAgQIECBAgAABAgQIECBAgAABAgSqJFD3gGvXctBbXPvdiwq6CrhW6TSrhQABAgRaISDg2ooxa5IAAQIECBAgUFsBAdfajk7hBAgQIECAAAECBAgQIECAAAECBAgQIECAAAECBAgQIECAAAECBAgQIDBmgSYEXFd6i2s/8bBBVwHXMR9Y2xEgQIAAAQFXZ4AAAQIECBAgQKDKAgKuVZ6O2ggQIECAAAECBAgQIECAAAECBAgQIECAAAECBAgQIECAAAECBAgQIECgSgJNCLh2PVdzi2v/HFYbdBVwrdJpVgsBAgQItEJAwLUVY9YkAQIECBAgQKC2AgKutR2dwgkQIECAAAECBAgQIECAAAECBAgQIECAAAECBAgQIECAAAECBAgQIEBgzAJNCbgOc4trP/lKg64CrmM+sLYjQIAAAQICrs4AAQIECBAgQIBAlQUEXKs8HbURIECAAAECBAgQIECAAAECBAgQIECAAAECBAgQIECAAAECBAgQIECAQJUEmhJw7ZoOe4tr/1wGDboKuFbpNKuFAAECBFohIODaijFrkgABAgQIECBQWwEB19qOTuEECBAgQIAAAQIECBAgQIAAAQIECBAgQIAAAQIECBAgQIAAAQIECBAgMGaBJgVci7rFtX8EywVdBVzHfGBtR4AAAQIEBFydAQIECBAgQIAAgSoLCLhWeTpqI0CAAAECBAgQIECAAAECBAgQIECAAAECBAgQIECAAAECBAgQIECAAIEqCTQp4Np1LfIW1/45LRZ0FXCt0mlWCwECBAi0QkDAtRVj1iQBAgQIECBAoLYCAq61HZ3CCRAgQIAAAQIECBAgQIAAAQIECBAgQIAAAQIECBAgQIAAAQIECBAgQGDMAk0LuI7iFtf+kcwPugq4jvnA2o4AAQIECAi4OgMECBAgQIAAAQJVFhBwrfJ01EaAAAECBAgQIECAAAECBAgQIECAAAECBAgQIECAAAECBAgQIECAAAECVRKYH3CtUm1VrqUXdP1Zf5GdDs4qD01tBAgQINAMAQHXZsxRFwQIECBAgACBpgoIuDZ1svoiQIAAAQIECBAgQIAAAQIECBAgQIAAAQIECBAgQIAAAQIECBAgQIAAgaIFJDILFBVwLRDTUgQIECBAYBEBAVdHgwABAgQIECBAoMoCAq5Vno7aCBAgQIAAAQIECBAgQIAAAQIECBAgQIAAAQIECBAgQIAAAQIECBAgQKBKAgKuBU5DwLVATEsRIECAAIFFBARcHQ0CBAgQIECAAIEqCwi4Vnk6aiNAgAABAgQIECBAgAABAgQIECBAgAABAgQIECBAgAABAgQIECBAgACBKgkIuK5uGs8kuSPJz/pfF3BdHaa3CBAgQIDASgQEXFei5VkCBAgQIECAAIFxCwi4jlvcfgQIECBAgAABAgQIECBAgAABAgQIECBAgAABAgQIECBAgAABAgQIECBAoBoC70jyapLun6P41Qu2Pv33xU8LCAu4joLcmgQIECBA4HQBAVcnggABAgQIECBAoMoCAq5Vno7aCBAgQIAAAQIECBAgQIAAAQIECBAgQIAAAQIECBAgQIAAAQIECBAgQIDA6AS6t6ruGsHy84OtvS0EXEeAbUkCBAgQILCUgICr80GAAAECBAgQIFBlAQHXKk9HbQQIECBAgAABAgQIECBAgAABAgQIECBAgAABAgQIECBAgAABAgQIECBAYDQCo7i9dbFga68DAdfRzNKqBAgQIEBgUQEBV4eDAAECBAgQIECgygICrlWejtoIECBAgAABAgQIECBAgAABAgQIECBAgAABAgQIECBAgAABAgQIECBAgMBoBIq8vXW5YGuvAwHX0czSqgQIECBAYFEBAVeHgwABAgQIECBAoMoCAq5Vno7aCBAgQIAAAQIECBAgQIAAAQIECBAgQIAAAQIECBAgQIAAAQIECBAgQIBA8QJF3d46aLC114GAa/GztCIBAgQIEFhSQMDVASFAgAABAgQIEKiygIBrlaejNgIECBAgQIAAAQIECBAgQIAAAQIECBAgQIAAAQIECBAgQIAAAQIECBAgULzAsLe3rjTY2utAwLX4WVqRAAECBAgsKSDg6oAQIECAAAECBAhUWUDAtcrTURsBAgQIECBAgAABAgQIECBAgAABAgQIECBAgAABAgQIECBAgAABAgQIEChWYJjbW1cbbO11IOBa7CytRoAAAQIElhUQcF2WyAMECBAgQIAAAQIlCgi4lohvawIECBAgQIAAAQIECBAgQIAAAQIECBAgQIAAAQIECBAgQIAAAQIECBAgMGaB1dzeOmywtdeigOuYh207AgQIECAg4OoMECBAgAABAgQIVFlAwLXK01EbAQIECBAgQIAAAQIECBAgQIAAAQIECBAgQIAAAQIECBAgQIAAAQIECBAoTmClt7cWFWztdSDgWtwsrUSAAAECBAYSEHAdiMlDBAgQIECAAAECJQkIuJYEb1sCBAgQIECAAAECBAgQIECAAAECBAgQIECAAAECBAgQIECAAAECBAgQIDBmgUFvby062NprU8B1zAO3HQECBAgQEHB1BggQIECAAAECBKosIOBa5emojQABAgQIECBAgAABAgQIECBAgAABAgQIECBAgAABAgQIECBAgAABAgQIFCMwyO2towq29joQcC1mllYhQIAAAQIDCwi4DkzlQQIECBAgQIAAgRIEBFxLQLclAQIECBAgQIAAAQIECBAgQIAAAQIECBAgQIAAAQIECBAgQIAAAQIECBAYs8BSt7eOOtjaa1XAdcxDtx0BAgQIEBBwdQYIECBAgAABAgSqLCDgWuXpqI0AAQIECBAgQIAAAQIECBAgQIAAAQIECBAgQIAAAQIECBAgQIAAAQIECAwvsNjtreMKtvY6EHAdfpZWIECAAAECKxIQcF0Rl4cJECBAgAABAgTGLCDgOmZw2xEgQIAAAQIECBAgQIAAAQIECBAgQIAAAQIECBAgQIAAAQIECBAgQIAAgTELzL+9ddzB1l67Aq5jHrztCBAgQICAgKszQIAAAQIECBAgUGUBAdcqT0dtBAgQIECAAAECBAgQIECAAAECBAgQIECAAAECBAgQIECAAAECBAgQIEBgOIH+21vLCrb2OjiZZO57iydPnswCoZvhuvU2AQIECBAgMCfQ6XTylre8pV+k+z+bOO0vcBEgQIAAAQIECBAoU0DAtUx9exMgQIAAAQIECBAgQIAAAQIECBAgQIAAAQIECBAgQIAAAQIECBAgQIAAgdEKdG9v/dck3T+fHu1Wy65+LMm63lN/+ctfsmHDhmVf8gABAgQIECCwOoHZ2dm8/e1v73/5eJL1q1vNWwQIECBAgAABAgSKFxBwLd7UigQIECBAgAABAgQIECBAgAABAgQIECBAgAABAgQIECBAgAABAgQIECBAoCoCH0ryQkWK+X2Sd/dq+c1vfpP3v//9FSlNGQQIECBAoHkCv/3tb/OBD3ygv7HXkryneZ3qiAABAgQIECBAoK4CAq51nZy6CRAgQIAAAQIECBAgQIAAAQIECBAgQIAAAQIECBAgQIAAAQIECBAgQIBAvQR+nuQjvZKffPLJbN68uV4dqJYAAQIECNRI4MiRI7n88sv7K/5Fko/WqAWlEiBAgAABAgQINFxAwLXhA9YeAQIECBAgQIAAAQIECBAgQIAAAQIECBAgQIAAAQIECBAgQIAAAQIECBCoiMBUkut7tezevTu33XZbRUpTBgECBAgQaJ7AXXfdldtvv72/sQeTbG1epzoiQIAAAQIECBCoq4CAa10np24CBAgQIECAAAECBAgQIECAAAECBAgQIECAAAECBAgQIECAAAECBAgQIFAvgf9Icm+v5ImJiUxPT9erA9USIECAAIEaCUxOTubw4cP9Fe9I8p81akGpBAgQIECAAAECDRcQcG34gLVHgAABAgQIECBAgAABAgQIECBAgAABAgQIECBAgAABAgQIECBAgAABAgQqIrApyQu9WtauXZtjx45lzRpfZazIfJRBgAABAg0S6HQ6Wb9+fU6cONHf1YeSzDSoTa0QIECAAAECBAjUXMBPhWo+QOUTIECAAAECBAgQIECAAAECBAgQIECAAAECBAgQIECAAAECBAgQIECAAIEaCfw+ybt79T766KP59Kc/XaPylUqAAAECBOoh8KMf/Sif+cxn+ot9Lcl76lG9KgkQIECAAAECBNoiIODalknrkwABAgQIECBAgAABAgQIECBAgAABAgQIECBAgAABAgQIECBAgAABAgQIlC/w7SQ398qYmJjI9PR0+VWpgAABAgQINExgcnIyhw8f7u9qb5IvN6xN7RAgQIAAAQIECNRcQMC15gNUPgECBAgQIECAAAECBAgQIECAAAECBAgQIECAAAECBAgQIECAAAECBAgQqJHAh5M821/v888/nwsuuKBGLSiVAAECBAhUW+Do0aO58MIL5xd5SZJfVrty1REgQIAAAQIECLRNQMC1bRPXLwECBAgQIECAAAECBAgQIECAAAECBAgQIECAAAECBAgQIECAAAECBAgQKFfg50k+0ivhmmuuyQ9/+MNyK7I7AQIECBBokMCWLVty4MCB/o5+keSjDWpRKwQIECBAgAABAg0REHBtyCC1QYAAAQIECBAgQIAAAQIECBAgQIAAAQIECBAgQIAAAQIECBAgQIAAAQIEaiLw2SQP99f65JNPZvPmzTUpX5kECBAgQKC6AkeOHMnll18+v8CrkjxS3apVRoAAAQIECBAg0FYBAde2Tl7fBAgQIECAAAECBAgQIECAAAECBAgQIECAAAECBAgQIECAAAECBAgQIECgPIHTbnE977zz8uKLL2bNGl9rLG8kdiZAgACBugt0Op2cf/75eemll/pbcXtr3QerfgIECBAgQIBAgwX8JKjBw9UaAQIECBAgQIAAAQIECBAgQIAAAQIECBAgQIAAAQIECBAgQIAAAQIECBCoqMDHkjzVX9vWrVvzwAMPVLRcZREgQIAAgeoL3HDDDZmamppf6KVJflr96lVIgAABAgQIECDQRgEB1zZOXc8ECBAgQIAAAQIECBAgQIAAAQIECBAgQIAAAQIECBAgQIAAAQIECBAgQKB8gW8nubm/jN27d+e2224rvzIVECBAgACBmgncdddduf322+dXvTfJl2vWinIJECBAgAABAgRaJCDg2qJha5UAAQIECBAgQIAAAQIECBAgQIAAAQIECBAgQIAAAQIECBAgQIAAAQIECFRM4H+SXNRf0759+3LjjTdWrEzlECBAgACB6grcc889uemmm+YX+Osk/1TdqlVGgAABAgQIECBAIBFwdQoIECBAgAABAgQIECBAgAABAgQIECBAgAABAgQIECBAgAABAgQIECBAgACBsgQ2JfnvJOv6C3CTa1njsC8BAgQI1E1gkZtbjyf55yQzdetHvQQIECBAgAABAu0SEHBt17x1S4AAAQIECBAgQIAAAQIECBAgQIAAAQIECBAgQIAAAQIECBAgQIAAAQIEqiZwRZL/ml/U1q1bc//992fNGl91rNrA1EOAAAEC5Qt0Op1s27YtU1NTCxXzb0meKL9KFRAgQIAAAQIECBBYWsBPfZwQAgQIECBAgAABAgQIECBAgAABAgQIECBAgAABAgQIECBAgAABAgQIECBAoGyBzyZ5eH4R5513Xr75zW9m8+bNZddnfwIECBAgUBmBI0eO5Ktf/WpeeumlhWq6KskjlSlWIQQIECBAgAABAgSWEBBwdTwIECBAgAABAgQIECBAgAABAgQIECBAgAABAgQIECBAgAABAgQIECBAgACBKgh0b3I9lGTd/GKuueaafOUrX8kFF1xQhTrVQIAAAQIEShE4evRovvWtb+XAgQML7X88yefc3FrKaGxKgAABAgQIECCwSgEB11XCeY0AAQIECBAgQIAAAQIECBAgQIAAAQIECBAgQIAAAQIECBAgQIAAAQIECBAoXGBTkoeSXLTQyhMTE7n22mvzqU99KmvW+Apk4foWJECAAIHKCXQ6nTz22GPZv39/Dh8+vFh9v07y70lmKteAgggQIECAAAECBAgsIeCnO44HAQIECBAgQIAAAQIECBAgQIAAAQIECBAgQIAAAQIECBAgQIAAAQIECBAgUDWBbye5ebGi1q5dm8suuyyXXHJJNm3alPe+971517velfXr1wu+Vm2S6iFAgACBgQS6QdZjx47lj3/8Y373u99lZmYmzz77bH7yk5/kxIkTS62xN8mXB9rEQwQIECBAgAABAgQqJiDgWrGBKIcAAQIECBAgQIAAAQIECBAgQIAAAQIECBAgQIAAAQIECBAgQIAAAQIECBA4JfCxJHck+QgPAgQIECBA4E0Cv/j7v5M/ZUOAAAECBAgQIECgrgICrnWdnLoJECBAgAABAgQIECBAgAABAgQIECBAgAABAgQIECBAgAABAgQIECBAgEA7BD6b5CZB13YMW5cECBAgsKxAN9i6L8kjyz7pAQIECBAgQIAAAQIVFxBwrfiAlEeAAAECBAgQIECAAAECBAgQIECAAAECBAgQIECAAAECBAgQIECAAAECBAicEvhwks8lmUzybiYECBAgQKBFAq8lmU5yKMkvW9S3VgkQIECAAAECBBouIODa8AFrjwABAgQIECBAgAABAgQIECBAgAABAgQIECBAgAABAgQIECBAgAABAgQINFBgU5JLklyY5Nwk/5jkrCRrk/huZAMHriUCBAi0QKCT5ESS/0vyv0leSfJ8kmeTzLSgfy0SIECAAAECBAi0UMAPcVo4dC0TIECAAAECBAgQIECAAAECBAgQIECAAAECBAgQIECAAAECBAgQIECAAAECBAgQIECAAAECBAgQIECAAAECBMoUEHAtU9/eBAgQIECAAAECBAgQIECAAAECBAgQIECAAAECBAgQIECAAAECBAgQIECAAAECBAgQIECAAAECBAgQIECAAIEWCgi4tnDoWiZAgAABAgQIECBAgAABAgQIECBAgAABAgQIECBAgAABAgQIECBAgAABAgQIECBAgAABAgQIECBAgAABAgQIlCkg4Fqmvr0JECBAgAABAgQIECBAgAABAgQIECBAgAABAgQIECBAgAABAgQIECBAgAABAgQIECBAgAABAgQIECBAgAABAi0UEHBt4dC1TIAAAQIECBAgQIAAAQIECBAgQIAAAQIECBAgQIAAAQIECBAgQIAAAQIECBAgQIAAAQIECBAgQIAAAQIECBAoU0DAtUx9exMgQIAAAQIECBAgQIAAAQIECBAgQIAAAQIECBAgQIAAAQIECBAgQIAAAQIECBDoYA3vAAAJZ0lEQVQgQIAAAQIECBAgQIAAAQIEWigg4NrCoWuZAAECBAgQIECAAAECBAgQIECAAAECBAgQIECAAAECBAgQIECAAAECBAgQIECAAAECBAgQIECAAAECBAgQIFCmgIBrmfr2JkCAAAECBAgQIECAAAECBAgQIECAAAECBAgQIECAAAECBAgQIECAAAECBAgQIECAAAECBAgQIECAAAECBAi0UEDAtYVD1zIBAgQIECBAgAABAgQIECBAgAABAgQIECBAgAABAgQIECBAgAABAgQIECBAgAABAgQIECBAgAABAgQIECBAoEwBAdcy9e1NgAABAgQIECBAgAABAgQIECBAgAABAgQIECBAgAABAgQIECBAgAABAgQIECBAgAABAgQIECBAgAABAgQIEGihgIBrC4euZQIECBAgQIAAAQIECBAgQIAAAQIECBAgQIAAAQIECBAgQIAAAQIECBAgQIAAAQIECBAgQIAAAQIECBAgQIBAmQICrmXq25sAAQIECBAgQIAAAQIECBAgQIAAAQIECBAgQIAAAQIECBAgQIAAAQIECBAgQIAAAQIECBAgQIAAAQIECBAg0EIBAdcWDl3LBAgQIECAAAECBAgQIECAAAECBAgQIECAAAECBAgQIECAAAECBAgQIECAAAECBAgQIECAAAECBAgQIECAAIEyBQRcy9S3NwECBAgQIECAAAECBAgQIECAAAECBAgQIECAAAECBAgQIECAAAECBAgQIECAAAECBAgQIECAAAECBAgQIECghQICri0cupYJECBAgAABAgQIECBAgAABAgQIECBAgAABAgQIECBAgAABAgQIECBAgAABAgQIECBAgAABAgQIECBAgAABAmUKCLiWqW9vAgQIECBAgAABAgQIECBAgAABAgQIECBAgAABAgQIECBAgAABAgQIECBAgAABAgQIECBAgAABAgQIECBAgEALBQRcWzh0LRMgQIAAAQIECBAgQIAAAQIECBAgQIAAAQIECBAgQIAAAQIECBAgQIAAAQIECBAgQIAAAQIECBAgQIAAAQIEyhQQcC1T394ECBAgQIAAAQIECBAgQIAAAQIECBAgQIAAAQIECBAgQIAAAQIECBAgQIAAAQIECBAgQIAAAQIECBAgQIAAgRYKCLi2cOhaJkCAAAECBAgQIECAAAECBAgQIECAAAECBAgQIECAAAECBAgQIECAAAECBAgQIECAAAECBAgQIECAAAECBAiUKSDgWqa+vQkQIECAAAECBAgQIECAAAECBAgQIECAAAECBAgQIECAAAECBAgQIECAAAECBAgQIECAAAECBAgQIECAAAECLRQQcG3h0LVMgAABAgQIECBAgAABAgQIECBAgAABAgQIECBAgAABAgQIECBAgAABAgQIECBAgAABAgQIECBAgAABAgQIEChTQMC1TH17EyBAgAABAgQIECBAgAABAgQIECBAgAABAgQIECBAgAABAgQIECBAgAABAgQIECBAgAABAgQIECBAgAABAgRaKCDg2sKha5kAAQIECBAgQIAAAQIECBAgQIAAAQIECBAgQIAAAQIECBAgQIAAAQIECBAgQIAAAQIECBAgQIAAAQIECBAgUKaAgGuZ+vYmQIAAAQIECBAgQIAAAQIECBAgQIAAAQIECBAgQIAAAQIECBAgQIAAAQIECBAgQIAAAQIECBAgQIAAAQIECLRQQMC1hUPXMgECBAgQIECAAAECBAgQIECAAAECBAgQIECAAAECBAgQIECAAAECBAgQIECAAAECBAgQIECAAAECBAgQIECgTAEB1zL17U2AAAECBAgQIECAAAECBAgQIECAAAECBAgQIECAAAECBAgQIECAAAECBAgQIECAAAECBAgQIECAAAECBAgQaKGAgGsLh65lAgQIECBAgAABAgQIECBAgAABAgQIECBAgAABAgQIECBAgAABAgQIECBAgAABAgQIECBAgAABAgQIECBAgECZAgKuZerbmwABAgQIECBAgAABAgQIECBAgAABAgQIECBAgAABAgQIECBAgAABAgQIECBAgAABAgQIECBAgAABAgQIECDQQgEB1xYOXcsECBAgQIAAAQIECBAgQIAAAQIECBAgQIAAAQIECBAgQIAAAQIECBAgQIAAAQIECBAgQIAAAQIECBAgQIAAgTIFBFzL1Lc3AQIECBAgQIAAAQIECBAgQIAAAQIECBAgQIAAAQIECBAgQIAAAQIECBAgQIAAAQIECBAgQIAAAQIECBAgQKCFAgKuLRy6lgkQIECAAAECBAgQIECAAAECBAgQIECAAAECBAgQIECAAAECBAgQIECAAAECBAgQIECAAAECBAgQIECAAAECZQoIuJapb28CBAgQIECAAAECBAgQIECAAAECBAgQIECAAAECBAgQIECAAAECBAgQIECAAAECBAgQIECAAAECBAgQIECAQAsFBFxbOHQtEyBAgAABAgQIECBAgAABAgQIECBAgAABAgQIECBAgAABAgQIECBAgAABAgQIECBAgAABAgQIECBAgAABAgTKFBBwLVPf3gQIECBAgAABAgQIECBAgAABAgQIECBAgAABAgQIECBAgAABAgQIECBAgAABAgQIECBAgAABAgQIECBAgACBFgoIuLZw6FomQIAAAQIECBAgQIAAAQIECBAgQIAAAQIECBAgQIAAAQIECBAgQIAAAQIECBAgQIAAAQIECBAgQIAAAQIECJQpIOBapr69CRAgQIAAAQIECBAgQIAAAQIECBAgQIAAAQIECBAgQIAAAQIECBAgQIAAAQIECBAgQIAAAQIECBAgQIAAAQItFBBwbeHQtUyAAAECBAgQIECAAAECBAgQIECAAAECBAgQIECAAAECBAgQIECAAAECBAgQIECAAAECBAgQIECAAAECBAgQKFNAwLVMfXsTIECAAAECBAgQIECAAAECBAgQIECAAAECBAgQIECAAAECBAgQIECAAAECBAgQIECAAAECBAgQIECAAAECBFooIODawqFrmQABAgQIECBAgAABAgQIECBAgAABAgQIECBAgAABAgQIECBAgAABAgQIECBAgAABAgQIECBAgAABAgQIECBQpoCAa5n69iZAgAABAgQIECBAgAABAgQIECBAgAABAgQIECBAgAABAgQIECBAgAABAgQIECBAgAABAgQIECBAgAABAgQItFDg/wH2p3kAlEEEhgAAAABJRU5ErkJggg=="/>
          <p:cNvSpPr>
            <a:spLocks noChangeAspect="1" noChangeArrowheads="1"/>
          </p:cNvSpPr>
          <p:nvPr/>
        </p:nvSpPr>
        <p:spPr bwMode="auto">
          <a:xfrm>
            <a:off x="155575" y="-3246438"/>
            <a:ext cx="8972550" cy="67722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50" name="AutoShape 2" descr="data:image/png;base64,iVBORw0KGgoAAAANSUhEUgAADrgAAAscCAYAAACCzwrDAAAAAXNSR0IArs4c6QAANeF0RVh0bXhmaWxlACUzQ214R3JhcGhNb2RlbCUzRSUzQ3Jvb3QlM0UlM0NteENlbGwlMjBpZCUzRCUyMjAlMjIlMkYlM0UlM0NteENlbGwlMjBpZCUzRCUyMjElMjIlMjBwYXJlbnQlM0QlMjIwJTIyJTJGJTNFJTNDbXhDZWxsJTIwaWQlM0QlMjIyJTIyJTIwc3R5bGUlM0QlMjJlZGdlU3R5bGUlM0RvcnRob2dvbmFsRWRnZVN0eWxlJTNCcm91bmRlZCUzRDAlM0JvcnRob2dvbmFsTG9vcCUzRDElM0JqZXR0eVNpemUlM0RhdXRvJTNCaHRtbCUzRDElM0JleGl0WCUzRDElM0JleGl0WSUzRDAuNSUzQmV4aXREeCUzRDAlM0JleGl0RHklM0QwJTNCZW50cnlYJTNEMC41JTNCZW50cnlZJTNEMCUzQmVudHJ5RHglM0QwJTNCZW50cnlEeSUzRDAlM0Jmb250U2l6ZSUzRDE1JTNCJTIyJTIwZWRnZSUzRCUyMjElMjIlMjBzb3VyY2UlM0QlMjIzJTIyJTIwdGFyZ2V0JTNEJTIyOSUyMiUyMHBhcmVudCUzRCUyMjElMjIlM0UlM0NteEdlb21ldHJ5JTIwcmVsYXRpdmUlM0QlMjIxJTIyJTIwYXMlM0QlMjJnZW9tZXRyeSUyMiUyRiUzRSUzQyUyRm14Q2VsbCUzRSUzQ214Q2VsbCUyMGlkJTNEJTIyMyUyMiUyMHZhbHVlJTNEJTIyYWlyY2FzdCUyRm1pcmFjYXN0JTIyJTIwc3R5bGUlM0QlMjJyb3VuZGVkJTNEMSUzQndoaXRlU3BhY2UlM0R3cmFwJTNCaHRtbCUzRDElM0Jmb250U2l6ZSUzRDE1JTNCZ2xhc3MlM0QwJTNCc3Ryb2tlV2lkdGglM0QxJTNCc2hhZG93JTNEMCUzQiUyMiUyMHZlcnRleCUzRCUyMjElMjIlMjBwYXJlbnQlM0QlMjIxJTIyJTNFJTNDbXhHZW9tZXRyeSUyMHglM0QlMjI0MCUyMiUyMHklM0QlMjIxMzAlMjIlMjB3aWR0aCUzRCUyMjEyMCUyMiUyMGhlaWdodCUzRCUyMjQwJTIyJTIwYXMlM0QlMjJnZW9tZXRyeSUyMiUyRiUzRSUzQyUyRm14Q2VsbCUzRSUzQ214Q2VsbCUyMGlkJTNEJTIyN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1JTIyJTIwdGFyZ2V0JTNEJTIyOSUyMiUyMHBhcmVudCUzRCUyMjElMjIlM0UlM0NteEdlb21ldHJ5JTIwcmVsYXRpdmUlM0QlMjIxJTIyJTIwYXMlM0QlMjJnZW9tZXRyeSUyMiUyRiUzRSUzQyUyRm14Q2VsbCUzRSUzQ214Q2VsbCUyMGlkJTNEJTIyNS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IxJTIyJTNFJTNDbXhHZW9tZXRyeSUyMHglM0QlMjI0MCUyMiUyMHklM0QlMjIxOTAlMjIlMjB3aWR0aCUzRCUyMjEyMCUyMiUyMGhlaWdodCUzRCUyMjQwJTIyJTIwYXMlM0QlMjJnZW9tZXRyeSUyMiUyRiUzRSUzQyUyRm14Q2VsbCUzRSUzQ214Q2VsbCUyMGlkJTNEJTIyNiUyMiUyMHZhbHVlJTNEJTIyJTIyJTIwc3R5bGUlM0QlMjJlZGdlU3R5bGUlM0RvcnRob2dvbmFsRWRnZVN0eWxlJTNCcm91bmRlZCUzRDAlM0JvcnRob2dvbmFsTG9vcCUzRDElM0JqZXR0eVNpemUlM0RhdXRvJTNCaHRtbCUzRDElM0Jmb250U2l6ZSUzRDE1JTNCJTIyJTIwZWRnZSUzRCUyMjElMjIlMjBzb3VyY2UlM0QlMjI3JTIyJTIwdGFyZ2V0JTNEJTIyMTMlMjIlMjBwYXJlbnQlM0QlMjIxJTIyJTNFJTNDbXhHZW9tZXRyeSUyMHJlbGF0aXZlJTNEJTIyMSUyMiUyMGFzJTNEJTIyZ2VvbWV0cnklMjIlMkYlM0UlM0MlMkZteENlbGwlM0UlM0NteENlbGwlMjBpZCUzRCUyMjc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IxJTIyJTNFJTNDbXhHZW9tZXRyeSUyMHglM0QlMjI0MCUyMiUyMHklM0QlMjIzMDUlMjIlMjB3aWR0aCUzRCUyMjEyMCUyMiUyMGhlaWdodCUzRCUyMjQwJTIyJTIwYXMlM0QlMjJnZW9tZXRyeSUyMiUyRiUzRSUzQyUyRm14Q2VsbCUzRSUzQ214Q2VsbCUyMGlkJTNEJTIyOCUyMiUyMHZhbHVlJTNEJTIyJTIyJTIwc3R5bGUlM0QlMjJlZGdlU3R5bGUlM0RvcnRob2dvbmFsRWRnZVN0eWxlJTNCcm91bmRlZCUzRDAlM0JvcnRob2dvbmFsTG9vcCUzRDElM0JqZXR0eVNpemUlM0RhdXRvJTNCaHRtbCUzRDElM0Jmb250U2l6ZSUzRDE1JTNCJTIyJTIwZWRnZSUzRCUyMjElMjIlMjBzb3VyY2UlM0QlMjI5JTIyJTIwdGFyZ2V0JTNEJTIyMTUlMjIlMjBwYXJlbnQlM0QlMjIxJTIyJTNFJTNDbXhHZW9tZXRyeSUyMHJlbGF0aXZlJTNEJTIyMSUyMiUyMGFzJTNEJTIyZ2VvbWV0cnklMjIlMkYlM0UlM0MlMkZteENlbGwlM0UlM0NteENlbGwlMjBpZCUzRCUyMjk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IxJTIyJTNFJTNDbXhHZW9tZXRyeSUyMHglM0QlMjIzNTQlMjIlMjB5JTNEJTIyMTkwJTIyJTIwd2lkdGglM0QlMjIxMjAlMjIlMjBoZWlnaHQlM0QlMjI0MCUyMiUyMGFzJTNEJTIyZ2VvbWV0cnklMjIlMkYlM0UlM0MlMkZteENlbGwlM0UlM0NteENlbGwlMjBpZCUzRCUyMjEwJTIyJTIwc3R5bGUlM0QlMjJlZGdlU3R5bGUlM0RvcnRob2dvbmFsRWRnZVN0eWxlJTNCcm91bmRlZCUzRDAlM0JvcnRob2dvbmFsTG9vcCUzRDElM0JqZXR0eVNpemUlM0RhdXRvJTNCaHRtbCUzRDElM0Jmb250U2l6ZSUzRDE1JTNCJTIyJTIwZWRnZSUzRCUyMjElMjIlMjBzb3VyY2UlM0QlMjIxMSUyMiUyMHRhcmdldCUzRCUyMjEzJTIyJTIwcGFyZW50JTNEJTIyMSUyMiUzRSUzQ214R2VvbWV0cnklMjByZWxhdGl2ZSUzRCUyMjElMjIlMjBhcyUzRCUyMmdlb21ldHJ5JTIyJTJGJTNFJTNDJTJGbXhDZWxsJTNFJTNDbXhDZWxsJTIwaWQlM0QlMjIxMSUyMiUyMHZhbHVlJTNEJTIyRExOQSUyMiUyMHN0eWxlJTNEJTIycm91bmRlZCUzRDElM0J3aGl0ZVNwYWNlJTNEd3JhcCUzQmh0bWwlM0QxJTNCZm9udFNpemUlM0QxNSUzQmdsYXNzJTNEMCUzQnN0cm9rZVdpZHRoJTNEMSUzQnNoYWRvdyUzRDAlM0IlMjIlMjB2ZXJ0ZXglM0QlMjIxJTIyJTIwcGFyZW50JTNEJTIyMSUyMiUzRSUzQ214R2VvbWV0cnklMjB4JTNEJTIyNDAlMjIlMjB5JTNEJTIyMjQ5JTIyJTIwd2lkdGglM0QlMjIxMjAlMjIlMjBoZWlnaHQlM0QlMjI0MCUyMiUyMGFzJTNEJTIyZ2VvbWV0cnklMjIlMkYlM0UlM0MlMkZteENlbGwlM0UlM0NteENlbGwlMjBpZCUzRCUyMjEy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NvdXJjZSUzRCUyMjEzJTIyJTIwdGFyZ2V0JTNEJTIyOSUyMiUyMHBhcmVudCUzRCUyMjElMjIlM0UlM0NteEdlb21ldHJ5JTIwcmVsYXRpdmUlM0QlMjIxJTIyJTIwYXMlM0QlMjJnZW9tZXRyeSUyMiUyRiUzRSUzQyUyRm14Q2VsbCUzRSUzQ214Q2VsbCUyMGlkJTNEJTIyMTMlMjIlMjB2YWx1ZSUzRCUyMkZGTVBFRyUyMiUyMHN0eWxlJTNEJTIycm91bmRlZCUzRDElM0J3aGl0ZVNwYWNlJTNEd3JhcCUzQmh0bWwlM0QxJTNCZm9udFNpemUlM0QxNSUzQmdsYXNzJTNEMCUzQnN0cm9rZVdpZHRoJTNEMSUzQnNoYWRvdyUzRDAlM0IlMjIlMjB2ZXJ0ZXglM0QlMjIxJTIyJTIwcGFyZW50JTNEJTIyMSUyMiUzRSUzQ214R2VvbWV0cnklMjB4JTNEJTIyMjAxJTIyJTIweSUzRCUyMjMwNSUyMiUyMHdpZHRoJTNEJTIyMTIwJTIyJTIwaGVpZ2h0JTNEJTIyNDAlMjIlMjBhcyUzRCUyMmdlb21ldHJ5JTIyJTJGJTNFJTNDJTJGbXhDZWxsJTNFJTNDbXhDZWxsJTIwaWQlM0QlMjIxNCUyMiUyMHZhbHVlJTNEJTIyJTIyJTIwc3R5bGUlM0QlMjJlZGdlU3R5bGUlM0RvcnRob2dvbmFsRWRnZVN0eWxlJTNCcm91bmRlZCUzRDAlM0JvcnRob2dvbmFsTG9vcCUzRDElM0JqZXR0eVNpemUlM0RhdXRvJTNCaHRtbCUzRDElM0Jmb250U2l6ZSUzRDE1JTNCJTIyJTIwZWRnZSUzRCUyMjElMjIlMjBzb3VyY2UlM0QlMjIxNSUyMiUyMHRhcmdldCUzRCUyMjE3JTIyJTIwcGFyZW50JTNEJTIyMSUyMiUzRSUzQ214R2VvbWV0cnklMjByZWxhdGl2ZSUzRCUyMjElMjIlMjBhcyUzRCUyMmdlb21ldHJ5JTIyJTJGJTNFJTNDJTJGbXhDZWxsJTNFJTNDbXhDZWxsJTIwaWQlM0QlMjIxNSUyMiUyMHZhbHVlJTNEJTIyREV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OCUyMiUyMHklM0QlMjIxOTAlMjIlMjB3aWR0aCUzRCUyMjEyMCUyMiUyMGhlaWdodCUzRCUyMjQwJTIyJTIwYXMlM0QlMjJnZW9tZXRyeSUyMiUyRiUzRSUzQyUyRm14Q2VsbCUzRSUzQ214Q2VsbCUyMGlkJTNEJTIyMTYlMjIlMjB2YWx1ZSUzRCUyMiUyMiUyMHN0eWxlJTNEJTIyZWRnZVN0eWxlJTNEb3J0aG9nb25hbEVkZ2VTdHlsZSUzQnJvdW5kZWQlM0QwJTNCb3J0aG9nb25hbExvb3AlM0QxJTNCamV0dHlTaXplJTNEYXV0byUzQmh0bWwlM0QxJTNCZm9udFNpemUlM0QxNSUzQiUyMiUyMGVkZ2UlM0QlMjIxJTIyJTIwc291cmNlJTNEJTIyMTclMjIlMjB0YXJnZXQlM0QlMjIxOCUyMiUyMHBhcmVudCUzRCUyMjElMjIlM0UlM0NteEdlb21ldHJ5JTIwcmVsYXRpdmUlM0QlMjIxJTIyJTIwYXMlM0QlMjJnZW9tZXRyeSUyMiUyRiUzRSUzQyUyRm14Q2VsbCUzRSUzQ214Q2VsbCUyMGlkJTNEJTIyMTclMjIlMjB2YWx1ZSUzRCUyMkZyYW1lJTIwQnVmJTIyJTIwc3R5bGUlM0QlMjJyb3VuZGVkJTNEMSUzQndoaXRlU3BhY2UlM0R3cmFwJTNCaHRtbCUzRDElM0Jmb250U2l6ZSUzRDE1JTNCZ2xhc3MlM0QwJTNCc3Ryb2tlV2lkdGglM0QxJTNCc2hhZG93JTNEMCUzQiUyMiUyMHZlcnRleCUzRCUyMjElMjIlMjBwYXJlbnQlM0QlMjIxJTIyJTNFJTNDbXhHZW9tZXRyeSUyMHglM0QlMjI2NzglMjIlMjB5JTNEJTIyMTkwJTIyJTIwd2lkdGglM0QlMjIxMjAlMjIlMjBoZWlnaHQlM0QlMjI0MCUyMiUyMGFzJTNEJTIyZ2VvbWV0cnklMjIlMkYlM0UlM0MlMkZteENlbGwlM0UlM0NteENlbGwlMjBpZCUzRCUyMjE4JTIyJTIwdmFsdWUlM0QlMjJEaXNwbGF5JTIwRW5naW5lJTI2YW1wJTNCbmJzcCUzQiUyMiUyMHN0eWxlJTNEJTIycm91bmRlZCUzRDElM0J3aGl0ZVNwYWNlJTNEd3JhcCUzQmh0bWwlM0QxJTNCZm9udFNpemUlM0QxNSUzQmdsYXNzJTNEMCUzQnN0cm9rZVdpZHRoJTNEMSUzQnNoYWRvdyUzRDAlM0IlMjIlMjB2ZXJ0ZXglM0QlMjIxJTIyJTIwcGFyZW50JTNEJTIyMSUyMiUzRSUzQ214R2VvbWV0cnklMjB4JTNEJTIyODI3JTIyJTIweSUzRCUyMjE5MCUyMiUyMHdpZHRoJTNEJTIyMTIwJTIyJTIwaGVpZ2h0JTNEJTIyNDAlMjIlMjBhcyUzRCUyMmdlb21ldHJ5JTIyJTJGJTNFJTNDJTJGbXhDZWxsJTNFJTNDbXhDZWxsJTIwaWQlM0QlMjIxOSUyMiUyMHZhbHVlJTNEJTIyJTIyJTIwc3R5bGUlM0QlMjJlZGdlU3R5bGUlM0RvcnRob2dvbmFsRWRnZVN0eWxlJTNCcm91bmRlZCUzRDAlM0JvcnRob2dvbmFsTG9vcCUzRDElM0JqZXR0eVNpemUlM0RhdXRvJTNCaHRtbCUzRDElM0Jmb250U2l6ZSUzRDE1JTNCJTIyJTIwZWRnZSUzRCUyMjElMjIlMjBzb3VyY2UlM0QlMjIyMiUyMiUyMHRhcmdldCUzRCUyMjI0JTIyJTIwcGFyZW50JTNEJTIyMSUyMiUzRSUzQ214R2VvbWV0cnklMjByZWxhdGl2ZSUzRCUyMjElMjIlMjBhcyUzRCUyMmdlb21ldHJ5JTIyJTJGJTNFJTNDJTJGbXhDZWxsJTNFJTNDbXhDZWxsJTIwaWQlM0QlMjIyM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I5JTIyJTIwcGFyZW50JTNEJTIyMSUyMiUzRSUzQ214R2VvbWV0cnklMjByZWxhdGl2ZSUzRCUyMjElMjIlMjBhcyUzRCUyMmdlb21ldHJ5JTIyJTJGJTNFJTNDJTJGbXhDZWxsJTNFJTNDbXhDZWxsJTIwaWQlM0QlMjIyMS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MzJTIyJTIwcGFyZW50JTNEJTIyMSUyMiUzRSUzQ214R2VvbWV0cnklMjByZWxhdGl2ZSUzRCUyMjElMjIlMjBhcyUzRCUyMmdlb21ldHJ5JTIyJTJGJTNFJTNDJTJGbXhDZWxsJTNFJTNDbXhDZWxsJTIwaWQlM0QlMjIyMiUyMiUyMHZhbHVlJTNEJTIyVk9VKHZpZGVvJTIwdGltaW5nJTIwb3V0cG91dCklMjIlMjBzdHlsZSUzRCUyMnJvdW5kZWQlM0QxJTNCd2hpdGVTcGFjZSUzRHdyYXAlM0JodG1sJTNEMSUzQmZvbnRTaXplJTNEMTUlM0JnbGFzcyUzRDAlM0JzdHJva2VXaWR0aCUzRDElM0JzaGFkb3clM0QwJTNCJTIyJTIwdmVydGV4JTNEJTIyMSUyMiUyMHBhcmVudCUzRCUyMjElMjIlM0UlM0NteEdlb21ldHJ5JTIweCUzRCUyMjM0OSUyMiUyMHklM0QlMjI0NDAlMjIlMjB3aWR0aCUzRCUyMjEyMCUyMiUyMGhlaWdodCUzRCUyMjQwJTIyJTIwYXMlM0QlMjJnZW9tZXRyeSUyMiUyRiUzRSUzQyUyRm14Q2VsbCUzRSUzQ214Q2VsbCUyMGlkJTNEJTIyMjMlMjIlMjB2YWx1ZSUzRCUyMiUyMiUyMHN0eWxlJTNEJTIyZWRnZVN0eWxlJTNEb3J0aG9nb25hbEVkZ2VTdHlsZSUzQnJvdW5kZWQlM0QwJTNCb3J0aG9nb25hbExvb3AlM0QxJTNCamV0dHlTaXplJTNEYXV0byUzQmh0bWwlM0QxJTNCZm9udFNpemUlM0QxNSUzQiUyMiUyMGVkZ2UlM0QlMjIxJTIyJTIwc291cmNlJTNEJTIyMjQlMjIlMjB0YXJnZXQlM0QlMjIyNiUyMiUyMHBhcmVudCUzRCUyMjElMjIlM0UlM0NteEdlb21ldHJ5JTIwcmVsYXRpdmUlM0QlMjIxJTIyJTIwYXMlM0QlMjJnZW9tZXRyeSUyMiUyRiUzRSUzQyUyRm14Q2VsbCUzRSUzQ214Q2VsbCUyMGlkJTNEJTIyMjQlMjIlMjB2YWx1ZSUzRCUyMlRWJTIwRU5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MSUyMiUyMHklM0QlMjI0NDAlMjIlMjB3aWR0aCUzRCUyMjEyMCUyMiUyMGhlaWdodCUzRCUyMjQwJTIyJTIwYXMlM0QlMjJnZW9tZXRyeSUyMiUyRiUzRSUzQyUyRm14Q2VsbCUzRSUzQ214Q2VsbCUyMGlkJTNEJTIyMjUlMjIlMjB2YWx1ZSUzRCUyMiUyMiUyMHN0eWxlJTNEJTIyZWRnZVN0eWxlJTNEb3J0aG9nb25hbEVkZ2VTdHlsZSUzQnJvdW5kZWQlM0QwJTNCb3J0aG9nb25hbExvb3AlM0QxJTNCamV0dHlTaXplJTNEYXV0byUzQmh0bWwlM0QxJTNCZm9udFNpemUlM0QxNSUzQiUyMiUyMGVkZ2UlM0QlMjIxJTIyJTIwc291cmNlJTNEJTIyMjYlMjIlMjB0YXJnZXQlM0QlMjIyNyUyMiUyMHBhcmVudCUzRCUyMjElMjIlM0UlM0NteEdlb21ldHJ5JTIwcmVsYXRpdmUlM0QlMjIxJTIyJTIwYXMlM0QlMjJnZW9tZXRyeSUyMiUyRiUzRSUzQyUyRm14Q2VsbCUzRSUzQ214Q2VsbCUyMGlkJTNEJTIyMjYlMjIlMjB2YWx1ZSUzRCUyMlZJREVPJTIwREFDJTIyJTIwc3R5bGUlM0QlMjJyb3VuZGVkJTNEMSUzQndoaXRlU3BhY2UlM0R3cmFwJTNCaHRtbCUzRDElM0Jmb250U2l6ZSUzRDE1JTNCZ2xhc3MlM0QwJTNCc3Ryb2tlV2lkdGglM0QxJTNCc2hhZG93JTNEMCUzQiUyMiUyMHZlcnRleCUzRCUyMjElMjIlMjBwYXJlbnQlM0QlMjIxJTIyJTNFJTNDbXhHZW9tZXRyeSUyMHglM0QlMjI2NzUlMjIlMjB5JTNEJTIyNDQwJTIyJTIwd2lkdGglM0QlMjIxMjAlMjIlMjBoZWlnaHQlM0QlMjI0MCUyMiUyMGFzJTNEJTIyZ2VvbWV0cnklMjIlMkYlM0UlM0MlMkZteENlbGwlM0UlM0NteENlbGwlMjBpZCUzRCUyMjI3JTIyJTIwdmFsdWUlM0QlMjJDVkJTJTIwJUU4JUJFJTkzJUU1JTg3JUJBJTIyJTIwc3R5bGUlM0QlMjJyb3VuZGVkJTNEMSUzQndoaXRlU3BhY2UlM0R3cmFwJTNCaHRtbCUzRDElM0Jmb250U2l6ZSUzRDE1JTNCZ2xhc3MlM0QwJTNCc3Ryb2tlV2lkdGglM0QxJTNCc2hhZG93JTNEMCUzQiUyMiUyMHZlcnRleCUzRCUyMjElMjIlMjBwYXJlbnQlM0QlMjIxJTIyJTNFJTNDbXhHZW9tZXRyeSUyMHglM0QlMjI4NDElMjIlMjB5JTNEJTIyNDQwJTIyJTIwd2lkdGglM0QlMjIxMjAlMjIlMjBoZWlnaHQlM0QlMjI0MCUyMiUyMGFzJTNEJTIyZ2VvbWV0cnklMjIlMkYlM0UlM0MlMkZteENlbGwlM0UlM0NteENlbGwlMjBpZCUzRCUyMjI4JTIyJTIwdmFsdWUlM0QlMjJWR0ElMjAlRTglQkUlOTMlRTUlODclQkElMjIlMjBzdHlsZSUzRCUyMnJvdW5kZWQlM0QxJTNCd2hpdGVTcGFjZSUzRHdyYXAlM0JodG1sJTNEMSUzQmZvbnRTaXplJTNEMTUlM0JnbGFzcyUzRDAlM0JzdHJva2VXaWR0aCUzRDElM0JzaGFkb3clM0QwJTNCJTIyJTIwdmVydGV4JTNEJTIyMSUyMiUyMHBhcmVudCUzRCUyMjElMjIlM0UlM0NteEdlb21ldHJ5JTIweCUzRCUyMjg0MSUyMiUyMHklM0QlMjI1MTAlMjIlMjB3aWR0aCUzRCUyMjEyMCUyMiUyMGhlaWdodCUzRCUyMjQwJTIyJTIwYXMlM0QlMjJnZW9tZXRyeSUyMiUyRiUzRSUzQyUyRm14Q2VsbCUzRSUzQ214Q2VsbCUyMGlkJTNEJTIyMjklMjIlMjB2YWx1ZSUzRCUyMkhETUklMjAlRTglQkUlOTMlRTUlODclQkElMjIlMjBzdHlsZSUzRCUyMnJvdW5kZWQlM0QxJTNCd2hpdGVTcGFjZSUzRHdyYXAlM0JodG1sJTNEMSUzQmZvbnRTaXplJTNEMTUlM0JnbGFzcyUzRDAlM0JzdHJva2VXaWR0aCUzRDElM0JzaGFkb3clM0QwJTNCJTIyJTIwdmVydGV4JTNEJTIyMSUyMiUyMHBhcmVudCUzRCUyMjElMjIlM0UlM0NteEdlb21ldHJ5JTIweCUzRCUyMjUyMSUyMiUyMHklM0QlMjI1NjUlMjIlMjB3aWR0aCUzRCUyMjEyMCUyMiUyMGhlaWdodCUzRCUyMjQwJTIyJTIwYXMlM0QlMjJnZW9tZXRyeSUyMiUyRiUzRSUzQyUyRm14Q2VsbCUzRSUzQ214Q2VsbCUyMGlkJTNEJTIyMzAlMjIlMjB2YWx1ZSUzRCUyMiUyMiUyMHN0eWxlJTNEJTIyZWRnZVN0eWxlJTNEb3J0aG9nb25hbEVkZ2VTdHlsZSUzQnJvdW5kZWQlM0QwJTNCb3J0aG9nb25hbExvb3AlM0QxJTNCamV0dHlTaXplJTNEYXV0byUzQmh0bWwlM0QxJTNCZm9udFNpemUlM0QxNSUzQiUyMiUyMGVkZ2UlM0QlMjIxJTIyJTIwc291cmNlJTNEJTIyMzMlMjIlMjB0YXJnZXQlM0QlMjIzNCUyMiUyMHBhcmVudCUzRCUyMjElMjIlM0UlM0NteEdlb21ldHJ5JTIwcmVsYXRpdmUlM0QlMjIxJTIyJTIwYXMlM0QlMjJnZW9tZXRyeSUyMiUyRiUzRSUzQyUyRm14Q2VsbCUzRSUzQ214Q2VsbCUyMGlkJTNEJTIyMzE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NvdXJjZSUzRCUyMjMzJTIyJTIwdGFyZ2V0JTNEJTIyMzUlMjIlMjBwYXJlbnQlM0QlMjIxJTIyJTNFJTNDbXhHZW9tZXRyeSUyMHJlbGF0aXZlJTNEJTIyMSUyMiUyMGFzJTNEJTIyZ2VvbWV0cnklMjIlMkYlM0UlM0MlMkZteENlbGwlM0UlM0NteENlbGwlMjBpZCUzRCUyMjMyJTIyJTIwc3R5bGUlM0QlMjJlZGdlU3R5bGUlM0RvcnRob2dvbmFsRWRnZVN0eWxlJTNCcm91bmRlZCUzRDAlM0JvcnRob2dvbmFsTG9vcCUzRDElM0JqZXR0eVNpemUlM0RhdXRvJTNCaHRtbCUzRDElM0JlbnRyeVglM0QwJTNCZW50cnlZJTNEMC43NSUzQmVudHJ5RHglM0QwJTNCZW50cnlEeSUzRDAlM0Jmb250U2l6ZSUzRDE1JTNCJTIyJTIwZWRnZSUzRCUyMjElMjIlMjBzb3VyY2UlM0QlMjIzMyUyMiUyMHRhcmdldCUzRCUyMjM2JTIyJTIwcGFyZW50JTNEJTIyMSUyMiUzRSUzQ214R2VvbWV0cnklMjByZWxhdGl2ZSUzRCUyMjElMjIlMjBhcyUzRCUyMmdlb21ldHJ5JTIyJTJGJTNFJTNDJTJGbXhDZWxsJTNFJTNDbXhDZWxsJTIwaWQlM0QlMjIzMyUyMiUyMHZhbHVlJTNEJTIyJUU1JUIxJThGJTIyJTIwc3R5bGUlM0QlMjJyb3VuZGVkJTNEMSUzQndoaXRlU3BhY2UlM0R3cmFwJTNCaHRtbCUzRDElM0Jmb250U2l6ZSUzRDE1JTNCZ2xhc3MlM0QwJTNCc3Ryb2tlV2lkdGglM0QxJTNCc2hhZG93JTNEMCUzQiUyMiUyMHZlcnRleCUzRCUyMjElMjIlMjBwYXJlbnQlM0QlMjIxJTIyJTNFJTNDbXhHZW9tZXRyeSUyMHglM0QlMjI1MjElMjIlMjB5JTNEJTIyNjYwJTIyJTIwd2lkdGglM0QlMjIxMjAlMjIlMjBoZWlnaHQlM0QlMjI0MCUyMiUyMGFzJTNEJTIyZ2VvbWV0cnklMjIlMkYlM0UlM0MlMkZteENlbGwlM0UlM0NteENlbGwlMjBpZCUzRCUyMjM0JTIyJTIwdmFsdWUlM0QlMjJSR0IlMjAlRUYlQkMlODhMQ0QlMjAlRUYlQkMlODk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2NjAlMjIlMjB3aWR0aCUzRCUyMjEyMCUyMiUyMGhlaWdodCUzRCUyMjQwJTIyJTIwYXMlM0QlMjJnZW9tZXRyeSUyMiUyRiUzRSUzQyUyRm14Q2VsbCUzRSUzQ214Q2VsbCUyMGlkJTNEJTIyMzUlMjIlMjB2YWx1ZSUzRCUyMkxWRFM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MjAlMjIlMjB3aWR0aCUzRCUyMjEyMCUyMiUyMGhlaWdodCUzRCUyMjQwJTIyJTIwYXMlM0QlMjJnZW9tZXRyeSUyMiUyRiUzRSUzQyUyRm14Q2VsbCUzRSUzQ214Q2VsbCUyMGlkJTNEJTIyMzYlMjIlMjB2YWx1ZSUzRCUyMk1JUEk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ODAlMjIlMjB3aWR0aCUzRCUyMjEyMCUyMiUyMGhlaWdodCUzRCUyMjQwJTIyJTIwYXMlM0QlMjJnZW9tZXRyeSUyMiUyRiUzRSUzQyUyRm14Q2VsbCUzRSUzQ214Q2VsbCUyMGlkJTNEJTIyMzclMjIlMjB2YWx1ZSUzRCUyMiUyMiUyMHN0eWxlJTNEJTIyZWRnZVN0eWxlJTNEb3J0aG9nb25hbEVkZ2VTdHlsZSUzQnJvdW5kZWQlM0QwJTNCb3J0aG9nb25hbExvb3AlM0QxJTNCamV0dHlTaXplJTNEYXV0byUzQmh0bWwlM0QxJTNCJTIyJTIwZWRnZSUzRCUyMjElMjIlMjBzb3VyY2UlM0QlMjIzOCUyMiUyMHRhcmdldCUzRCUyMjIyJTIyJTIwcGFyZW50JTNEJTIyMSUyMiUzRSUzQ214R2VvbWV0cnklMjByZWxhdGl2ZSUzRCUyMjElMjIlMjBhcyUzRCUyMmdlb21ldHJ5JTIyJTJGJTNFJTNDJTJGbXhDZWxsJTNFJTNDbXhDZWxsJTIwaWQlM0QlMjIzOCUyMiUyMHZhbHVlJTNEJTIyVklERU8lMjBQT1NUJTIyJTIwc3R5bGUlM0QlMjJyb3VuZGVkJTNEMSUzQndoaXRlU3BhY2UlM0R3cmFwJTNCaHRtbCUzRDElM0Jmb250U2l6ZSUzRDE1JTNCZ2xhc3MlM0QwJTNCc3Ryb2tlV2lkdGglM0QxJTNCc2hhZG93JTNEMCUzQiUyMiUyMHZlcnRleCUzRCUyMjElMjIlMjBwYXJlbnQlM0QlMjIxJTIyJTNFJTNDbXhHZW9tZXRyeSUyMHglM0QlMjIyMDElMjIlMjB5JTNEJTIyNDQwJTIyJTIwd2lkdGglM0QlMjIxMjAlMjIlMjBoZWlnaHQlM0QlMjI0MCUyMiUyMGFzJTNEJTIyZ2VvbWV0cnklMjIlMkYlM0UlM0MlMkZteENlbGwlM0UlM0NteENlbGwlMjBpZCUzRCUyMjM5JTIyJTIwdmFsdWUlM0QlMjIlMjIlMjBzdHlsZSUzRCUyMmVkZ2VTdHlsZSUzRG9ydGhvZ29uYWxFZGdlU3R5bGUlM0Jyb3VuZGVkJTNEMCUzQm9ydGhvZ29uYWxMb29wJTNEMSUzQmpldHR5U2l6ZSUzRGF1dG8lM0JodG1sJTNEMSUzQiUyMiUyMGVkZ2UlM0QlMjIxJTIyJTIwc291cmNlJTNEJTIyNDAlMjIlMjB0YXJnZXQlM0QlMjIzOCUyMiUyMHBhcmVudCUzRCUyMjElMjIlM0UlM0NteEdlb21ldHJ5JTIwcmVsYXRpdmUlM0QlMjIxJTIyJTIwYXMlM0QlMjJnZW9tZXRyeSUyMiUyRiUzRSUzQyUyRm14Q2VsbCUzRSUzQ214Q2VsbCUyMGlkJTNEJTIyNDAlMjIlMjB2YWx1ZSUzRCUyMkRpc3BsYXklMjBFbmdpbmUlMjZhbXAlM0JuYnNwJTNCJTIyJTIwc3R5bGUlM0QlMjJyb3VuZGVkJTNEMSUzQndoaXRlU3BhY2UlM0R3cmFwJTNCaHRtbCUzRDElM0Jmb250U2l6ZSUzRDE1JTNCZ2xhc3MlM0QwJTNCc3Ryb2tlV2lkdGglM0QxJTNCc2hhZG93JTNEMCUzQiUyMiUyMHZlcnRleCUzRCUyMjElMjIlMjBwYXJlbnQlM0QlMjIxJTIyJTNFJTNDbXhHZW9tZXRyeSUyMHglM0QlMjI0MCUyMiUyMHklM0QlMjI0NDAlMjIlMjB3aWR0aCUzRCUyMjEyMCUyMiUyMGhlaWdodCUzRCUyMjQwJTIyJTIwYXMlM0QlMjJnZW9tZXRyeSUyMiUyRiUzRSUzQyUyRm14Q2VsbCUzRSUzQyUyRnJvb3QlM0UlM0MlMkZteEdyYXBoTW9kZWwlM0WbyWYxAAAgAElEQVR4XuzdCZiWZb0/8J9omJp2SEu0TuZxy5OipKYHTckFMRNccAPRFjUT09zSVNyOC1ZqVhhonVQERTADNXEHJdJccLcyS6rjcvTopUaUKfyv3/M/M9fM8M7M+868M/O+M5/7urgs5n7u5XPfzyPn5NffCqERIECAAAECBAgQIECAAAECBAgQIECAAAECBAgQIECAAAECBAgQIECAAAECBAgQIECAAAECBAgQIECAAAECBAgQ6EaBFbpxLlMRIECAAAECBAgQIECAAAECBAgQIECAAAECBAgQIECAAAECBAgQIECAAAECBAgQIECAAAECBAgQIECAAAECBAgQCAFXl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QEXN0BAgQIECBAgAABAgQIECBAgAABAgQIECBAgAABAgQIECBAgAABAgQIECBAgAABAgQIECBAgAABAgQIECBAgACBbhUQcO1WbpMRIECAAAECBAgQIECAAAECBAgQIECAAAECBAgQIECAAAECBAgQIECAAAECBAgQIECAAAECBAgQIECAAAECBAgIuLoDBAgQIECAAAECBAgQIECAAAECBAgQIECAAAECBAgQIECAAAECBAgQIECAAAECBAgQIECAAAECBAgQIECAAAEC3Sog4Nqt3CYjQIAAAQIECBAgQIAAAQIECBAgQIAAAQIECBAgQIAAAQIECBAgQIAAAQIECBAgQIAAAQIECBAgQIAAAQIECBAQcHUHCBAgQIAAAQIECBAgQIAAAQIECBAgQIAAAQIECBAgQIAAAQIECBAgQIAAAQIECBAgQIAAAQIECBAgQIAAAQIEulVAwLVbuU1GgAABAgQIECBAgAABAgQIECBAgAABAgQIECBAgAABAgQIECBAgAABAgQIECBAgAABAgQIECBAgAABAgQIECAg4OoOECBAgAABAgQIECBAgAABAgQIECBAgAABAgQIECBAgAABAgQIECBAgAABAgQIECBAgAABAgQIECBAgAABAgQIdKuAgGu3cpuMAAECBAgQIECAAAECBAgQIECAAAECBAgQIECAAAECBAgQIECAAAECBAgQIECAAAECBAgQIECAAAECBAgQIEBAwNUdIECAAAECBAgQIECAAAECBAgQIECAAAECBAgQIECAAAECBAgQIECAAAECBAgQIECAAAECBAgQIECAAAECBAgQ6FYBAddu5TYZAQIECBAgQIAAAQIECBAgQIAAAQIECBAgQIAAAQIECBAgQIAAAQIECBAgQIAAAQIECBAgQIAAAQIECBAgQICAgKs7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9LWA6xYRMSQiPh0Rm0TExyNirYhYNSL6moXbT4AAAQK9Q2BZRPwtIl6LiD9FxG8j4tGIWBARj/eOLdoFAQIECBAgQIAAAQIECBAgQIAAAQIECBAgQIAAAQIECBAgQIAAAQIECBAgQIAAAQIECBAgQIBAbxPoC6HO/4iIgyJiZESs19sO0H4IECBAgEAbAosiYlZEXB8RvyJFgAABAgQIECBAgAABAgQIECBAgAABAgQIECBAgAABAgQIECBAgAABAgQIECBAgAABAgQIECBAoFYEenPA9YCIOCYiPlsr2NZBgAABAgR6UOD+iPhhRNzQg2swNQECBAgQIECAAAECBAgQIECAAAECBAgQIECAAAECBAgQIECAAAECBAgQIECAAAECBAgQIECAAIFCoDcGXHeOiLMFW91wAgQIECBQUiCDrvn3yXv4ECBAgAABAgQIECBAgAABAgQIECBAgAABAgQIECBAgAABAgQIECBAgAABAgQIECBAgAABAgQIEOgpgd4WcL0sIo5tDXPVVVeNXXfdNYYMGRJbbLFFbLDBBjFw4MD4wAc+ECus0NsoeupKmZcAAQIEulNg2bJl8de//jVefvnleP755+Pxxx+PBQsWxF133RV/+9vf2lrK9yPiuO5cq7kIECBAgAABAgQIECBAgAABAgQIECBAgAABAgQIECBAgAABAgQIECBAgAABAgQIECBAgAABAgQINAj0llTnFhHxk4jYqtTRjhgxIsaOHRv77befIKu7T4AAAQJ9QiCDrzfeeGNMmTIlZs+e3dqeH4mIr0TE430CxSYJECBAgAABAgQIECBAgAABAgQIECBAgAABAgQIECBAgAABAgQIECBAgAABAgQIECBAgAABAgRqRqA3BFy/EBHXR8RqLVVHjx4dJ510UgwePLhmwC2EAAECBAh0t8DChQvju9/9bkybNq3U1Isj4qCIuKW712U+AgQIECBAgAABAgQIECBAgAABAgQIECBAgAABAgQIECBAgAABAgQIECBAgAABAgQIECBAgACBvitQ7wHXAyJiesvj22yzzeI73/lODB8+vO+erJ0TIECAAIEWAnPmzImTTz45nnrqqVI2B0bEDdAIECBAgAABAgQIECBAgAABAgQIECBAgAABAgQIECBAgAABAgQIECBAgAABAgQIECBAgAABAgQIdIdAPQdcs3LrzS2RjjjiiJg8eXKssEI9b607jt4cBAgQINAXBZYtWxZf/epX48orryy1/b1Ucu2Lt8KeCRAgQIAAAQIECBAgQIAAAQIECBAgQIAAAQIECBAgQIAAAQIECBAgQIAAAQIECBAgQIAAAQLdL1CvKdAtIuKXEbFaU7IJEybEKaec0v2KZiRAgAABAnUmcNFFF8Wpp57actWLI2L7iHi8zrZjuQQIECBAgAABAgQIECBAgAABAgQIECBAgAABAgQIECBAgAABAgQIECBAgAABAgQIECBAgAABAnUmUK8B14cjYqum1j/84Q9j3LhxdcZvuQQIECBAoOcEJk6cGMccc0zLBTwSEVv33KrMTIAAAQIECBAgQIAAAQIECBAgQIAAAQIECBAgQIAAAQIECBAgQIAAAQIECBAgQIAAAQIECBAg0BcE6jHgellEHNv0cFRu7QtX1R4JECBAoCsEWqnk+v2IOK4r5jMmAQIECBAgQIAAAQIECBAgQIAAAQIECBAgQIAAAQIECBAgQIAAAQIECBAgQIAAAQIECBAgQIAAgRSot4DrzhFxd9OjO+KII+KKK65wmgQIECBAgEAHBY488si48sorWz69S0Tc08EhPUaAAAECBAgQIECAAAECBAgQIECAAAECBAgQIECAAAECBAgQIECAAAECBAgQIECAAAECBAgQIECgTYF6C7jeFxGfbdjRZpttFk888USssEK9bcOtJECAAAECtSOwbNmyGDRoUDz11FNNF3V/ROxYO6u0EgIECBAgQIAAAQIECBAgQIAAAQIECBAgQIAAAQIECBAgQIAAAQIECBAgQIAAAQIECBAgQIAAgd4kUE/J0AMiYnpT/Ntuuy2GDx/em87DXggQIECAQI8IzJkzJ/bYY4+Wcx8YETf0yIJMSoAAAQIECBAgQIAAAQIECBAgQIAAAQIECBAgQIAAAQIECBAgQIAAAQIECBAgQIAAAQIECBAg0KsF6ing2qx66+jRo2Pq1Km9+nBsjgABAgQIdKfAmDFjYtq0aU2nVMW1Ow/AXAQIECBAgAABAgQIECBAgAABAgQIECBAgAABAgQIECBAgAABAgQIECBAgAABAgQIECBAgACBPiRQLwHX/4iIBU3P5dFHH43Bgwf3oaOyVQIECBAg0LUCCxcujE9/+tMtJxkSEb/q2pmNToAAAQIECBAgQIAAAQIECBAgQIAAAQIECBAgQIAAAQIECBAgQIAAAQIECBAgQIAAAQIECBAg0NcE6iXgellEHNtwOCNGjIhZs2b1tbOyXwIECBAg0OUCI0eOjNmzZzed5/sRcVyXT2wCAgQIECBAgAABAgQIECBAgAABAgQIECBAgAABAgQIECBAgAABAgQIECBAgAABAgQIECBAgACBPiVQLwHXFyJivYaTmTFjRowaNapPHZTNEiBAgACB7hCYOXNm7L///k2nWhQRn+iOuc1BgAABAgQIECBAgAABAgQIECBAgAABAgQIECBAgAABAgQIECBAgAABAgQIECBAgAABAgQIECDQdwTqIeC6RUQ81nAkq666avz1r3+NFVaoh6X3nYtkpwQIECDQOwSWLVsWH/jAB+Jvf/tb0w1tGRGP944d2gUBAgQIECBAgAABAgQIECBAgAABAgQIECBAgAABAgQIECBAgAABAgQIECBAgAABAgQIECBAgEAtCNRDSvRrEXF5A9aIESNi1qxZtWBnDQQIECBAoFcKjBw5MmbPnt10b0dHxI965WZtigABAgQIECBAgAABAgQIECBAgAABAgQIECBAgAABAgQIECBAgAABAgQIECBAgAABAgQIECBAoEcE6iHgemVEHN6gM2HChDjllFN6BMukBAgQIECgLwhcdNFFceqppzbd6o8j4oi+sHd7JECAAAECBAgQIECAAAECBAgQIECAAAECBAgQIECAAAECBAgQIECAAAECBAgQIECAAAECBAgQ6B6Begi43hcRn23guO2222L48OHdo2MWAgQIECDQBwXmzJkTe+yxR9Od3x8RO/ZBClsmQIAAAQIECBAgQIAAAQIECBAgQIAAAQIECBAgQIAAAQIECBAgQIAAAQIECBAgQIAAAQIECBDoIoF6CLi+EBHrNez/d7/7XWy00UZdxGFYAgQIECBA4LnnnouNN964KcSiiPgEGQIECBAgQIAAAQIECBAgQIAAAQIECBAgQIAAAQIECBAgQIAAAQIECBAgQIAAAQIECBAgQIAAAQLVEqiHgOtfI2K1hg2/9dZbsfrqq1dr/8YhQIAAAQIEWgi8/fbbscYaazT93cUR8QFQBAgQIECAAAECBAgQIECAAAECBAgQIECAAAECBAgQIECAAAECBAgQIECAAAECBAgQIECAAAECBKolUA8B16UR0bjOpUuXxgor1MOyq3VExiFAgAABAt0rsGzZsujXr1/TSZdFRLPf6N4VmY0AAQIECBAgQIAAAQIECBAgQIAAAQIECBAgQIAAAQIECBAgQIAAAQIECBAgQIAAAQIECBAgQKC3CdRDUjRDNY0tQzcaAQIECBAg0LUCJf5lEvXwZ4auRTE6AQIECBAgQIAAAQIECBAgQIAAAQIECBAgQIAAAQIECBAgQIAAAQIECBAgQIAAAQIECBAgQIBA1QTqIawi4Fq14zYQAQIECBAoT0DAtTwnvQgQIECAAAECBAgQIECAAAECBAgQIECAAAECBAgQIECAAAECBAgQIECAAAECBAgQIECAAAECBDomIODaMTdPESBAgACBXi0g4Nqrj9fmCBAgQIAAAQIECBAgQIAAAQIECBAgQIAAAQIECBAgQIAAAQIECBAgQIAAAQIECBAgQIAAAQI9LiDg2uNHYAEECBAgQKD2BARca+9MrIgAAQIECBAgQIAAAQIECBAgQIAAAQIECBAgQIAAAQIECBAgQIAAAQIECBAgQIAAAQIECBAg0JsEBFx702naCwECBAgQqJKAgGuVIA1DgAABAgQIECBAgAABAgQIECBAgAABAgQIECBAgAABAgQIECBAgAABAgQIECBAgAABAgQIECBQUkDA1cUgQIAAAQIElhMQcHUpCBAgQIAAAQIECBAgQIAAAQIECBAgQIAAAQIECBAgQIAAAQIECBAgQIAAAQIECBAgQIAAAQIEulJAwLUrdY1NgAABAgTqVEDAtU4PzrIJECBAgAABAgQIECBAgAABAgQIECBAgAABAgQIECBAgAABAgQIECBAgAABAgQIECBAgAABAnUiIOBaJwdlmQQIECBAoDsFBFy7U9tcBAgQIECAAAECBAgQIECAAAECBAgQIECAAAECBAgQIECAAAECBAgQIECAAAECBAgQIECAAIG+JyDg2vfO3I4JECBAgEC7AgKu7RLpQIAAAQIECBAgQIAAAQIECBAgQIAAAQIECBAgQIAAAQIECBAgQIAAAQIECBAgQIAAAQIECBAg0AkBAddO4HmUAAECBAj0VgEB1956svZFgAABAgQIECBAgAABAgQIECBAgAABAgQIECBAgAABAgQIECBAgAABAgQIECBAgAABAgQIEKgNAQHX2jgHqyBAgAABAjUlIOBaU8dhMQQIECBAgAABAgQIECBAgAABAgQIECBAgAABAgQIECBAgAABAgQIECBAgAABAgQIECBAgACBXicg4NrrjtSGCBAgQIBA5wUEXDtvaAQCBAgQIECAAAECBAgQIECAAAECBAgQIECAAAECBAgQIECAAAECBAgQIECAAAECBAgQIECAAIHWBQRc3Q4CBAgQIEBgOQEBV5eCAAECBAgQIECAAAECBAgQIECAAAECBAgQIECAAAECBAgQIECAAAECBAgQIECAAAECBAgQIECgKwUEXLtS19gECBAgQKBOBQRc6/TgLJsAAQIECBAgQIAAAQIECBAgQIAAAQIECBAgQIAAAQIECBAgQIAAAQIECBAgQIAAAQIECBAgUCcCAq51clCWSYAAAQIEulNAwLU7tc1FgAABAgQIECBAgAABAgQIECBAgAABAgQIECBAgAABAgQIECBAgAABAgQIECBAgAABAgQIEOh7AgKufe/M7ZgAAQIECLQrIODaLpEOBAgQIECAAAECBAgQIECAAAECBAgQIECAAAECBAgQIECAAAECBAgQIECAAAECBAgQIECAAAECnRAQcO0EnkcJECBAgEBvFRBw7a0na18ECBAgQIAAAQIECBAgQIAAAQIECBAgQIAAAQIECBAgQIAAAQIECBAgQIAAAQIECBAgQIAAgdoQEHCtjXOwCgIECBAgUFMCAq41dRwWQ4AAAQIECBAgQIAAAQIECBAgQIAAAQIECBAgQIAAAQIECBAgQIAAAQIECBAgQIAAAQIECBDodQICrr3uSG2IAAECBAh0XkDAtfOGRiBAgAABAgQIECBAgAABAgQIECBAgAABAgQIECBAgAABAgQIECBAgAABAgQIECBAgAABAgQIEGhdQMDV7SBAgAABAgSWExBwdSkIECBAgAABAgQIECBAgAABAgQIECBAgAABAgQIECBAgAABAgQIECBAgAABAgQIECBAgAABAgS6UkDAtSt1jU2AAAECBOpUQMC1Tg/OsgkQIECAAAECBAgQIECAAAECBAgQIECAAAECBAgQIECAAAECBAgQIECAAAECBAgQIECAAAECdSIg4FonB2WZBAgQIECgOwUEXLtT21wECBAgQIAAAQIECBAgQIAAAQIECBAgQIAAAQIECBAgQIAAAQIECBAgQIAAAQIECBAgQIAAgb4nIODa987cjgkQIECAQLsCAq7tEulAgAABAgQIECBAgAABAgQIECBAgAABAgQIECBAgAABAgQIECBAgAABAgQIECBAgAABAgQIECDQCQEB107geZQAAQIECPRWAQHX3nqy9kWAAAECBAgQIECAAAECBAgQIECAAAECBAgQIECAAAECBAgQIECAAAECBAgQIECAAAECBAgQqA0BAdfaOAerIECAAAECNSUg4FpTx2ExBAgQIECAAAECBAgQIECAAAECBAgQIECAAAECBAgQIECAAAECBAgQIECAAAECBAgQIECAAIFeJyDg2uuO1IYIECBAgEDnBQRcO29oBAIECBAgQIAAAQIECBAgQIAAAQIECBAgQIAAAQIECBAgQIAAAQIECBAgQIAAAQIECBAgQIAAgdYFBFzdDgIECBAgQGA5AQFXl4IAAQIECBAgQIAAAQIECBAgQIAAAQIECBAgQIAAAQIECBAgQIAAAQIECBAgQIAAAQIECBAgQKArBQRcu1LX2AQIECBAoE4FBFzr9OAsmwABAgQIECBAgAABAgQIECBAgAABAgQIECBAgAABAgQIECBAgAABAgQIECBAgAABAgQIECBQJwICrnVyUJZJgAABAgS6U0DAtTu1zUWAAAECBAgQIECAAAECBAgQIECAAAECBAgQIECAAAECBAgQIECAAAECBAgQIECAAAECBAgQ6HsCAq5978ztmAABAgQItCsg4NoukQ4ECBAgQIAAAQIECBAgQIAAAQIECBAgQIAAAQIECBAgQIAAAQIECBAgQIAAAQIECBAgQIAAAQKdEBBw7QSeRwkQIECAQG8VEHDtrSdrXwQIECBAgAABAgQIECBAgAABAgQIECBAgAABAgQIECBAgAABAgQIECBAgAABAgQIECBAgACB2hAQcK2Nc7AKAgQIECBQUwICrjV1HBZDgAABAgQIECBAgAABAgQIECBAgAABAgQIECBAgAABAgQIECBAgAABAgQIECBAgAABAgQIEOh1AgKuve5IbYgAAQIECHReQMC184ZGIECAAAECBAgQIECAAAECBAgQIECAAAECBAgQIECAAAECBAgQIECAAAECBAgQIECAAAECBAgQaF1AwNXtIECAAAECBJYTENdPJgwAACAASURBVHB1KQgQIECAAAECBAgQIECAAAECBAgQIECAAAECBAgQIECAAAECBAgQIECAAAECBAgQIECAAAECBLpSQMC1K3WNTYAAAQIE6lRAwLVOD86yCRAgQIAAAQIECBAgQIAAAQIECBAgQIAAAQIECBAgQIAAAQIECBAgQIAAAQIECBAgQIAAAQJ1IiDgWicHlcv8z//8zzjzzDObrfjcc8+N8ePH19EuLLUWBZYsWRLHH398TJ48uXF5d9xxR+y22261uNxOrcl71Ck+D/chAQHXPnTYtkqAAAECBAgQIECAAAECBAgQIECAAAECBAgQIECAAAECBAgQIECAAAECBAgQIECAAAECBAgQ6AEBAdceQO/olIJ5HZXrfc8tXrw4pk6dGjvvvHNsuOGGnd7gH//4xzj44IPjwQcfLMYaOnRoMf66667b6bFrbQDvUa2dSN9ez9KlS+Oee+6Jv/3tbzFixIiawhBwranjsBgCBAgQIECAAAECBAgQIECAAAECBAgQIECAAAECBAgQIECAAAECBAgQIECAAAECBAgQIECAQK8TEHCtoyMVzKujw+qipTaE4U477bR45513Yvr06bHJJpt0erbZs2fHyJEjG8fJaq4TJkyI/v37d3rsWhvAe1RrJ9J31/PCCy/EWWedFddcc01ce+21MWbMmJrCEHCtqeOwGAIECBAgQIAAAQIECBAgQIAAAQIECBAgQIAAAQIECBAgQIAAAQIECBAgQIAAAQIECBAgQIBArxMQcK2jIxXMq6PD6oKl/vnPf44zzjijCMNl22KLLaoScH3vvfdi/PjxceGFFzauuhbDdtUi9R5VS9I4HRVYsmRJTJo0Kc4777x4/fXXi2Fq8Z0TcO3oCXuOAAECBAgQIECAAAECBAgQIECAAAECBAgQIECAAAECBAgQIECAAAECBAgQIECAAAECBAgQIECgHAEB13KUaqSPYF6NHEQPLOONN96IsWPHxq233to4e7UCrq+99lox9pw5c4qxN9poo5g5c2YMGjSoB3ba9VN6j7re2AxtC2SYPKswN20Crm4NAQIECBAgQIAAAQIECBAgQIAAAQIECBAgQIAAAQIECBAgQIAAAQIECBAgQIAAAQIECBAgQIBAXxMQcK2jExfMq6PDqvJS//d//zfGjBkTt99+e+PI1Qq4PvLII7HXXnvFSy+9VIw9atSo+PGPfxwf/OAHq7yL2hjOe1Qb59CXV1HqDgq49uUbYe8ECBAgQIAAAQIECBAgQIAAAQIECBAgQIAAAQIECBAgQIAAAQIECBAgQIAAAQIECBAgQIAAgb4pIODaN8/drutMoCsDrpMnT46jjjqqUSTDd6effnqssEI9fB7q7CAtl0BECLi6BgQIECBAgAABAgQIECBAgAABAgQIECBAgAABAgQIECBAgAABAgQIECBAgAABAgQIECBAgAABAgQi6iHBtqzpQS1b1uy/OkMCfUKgqwKuS5YsieOPPz4y5NrQ7rjjjthtt936hKtNEugJAQHXnlA3JwECBAgQIECAAAECBAgQIECAAAECBAgQIECAAAECBAgQIECAAAECBAgQIECAAAECBAgQIECAQK0JCLjW2olYD4ESAl0VcF20aFGMHj06FixYUMw6ZMiQmDZtWqy33nrOgQCBLhIQcO0iWMMSIECAAAECBAgQIECAAAECBAgQIECAAAECBAgQIECAAAECBAgQIECAAAECBAgQIECAAAECBAjUlYCAa10dl8X2VYGuCrjeeeedMWzYsEbWr371q3HppZfGKqus0lep7ZtAlwsIuHY5sQkIECBAgAABAgQIECBAgAABAgQIECBAgAABAgQIECBAgAABAgQIECBAgAABAgQIECBAgAABAgTqQEDAtQ4OyRIJdEXAddmyZXH++efH+PHjG4EnTZoUGXLVCBDoOgEB166zNTIBAgQIECBAgAABAgQIECBAgAABAgQIECBAgAABAgQIECBAgAABAgQIECBAgAABAgQIECBAgED9CAi41s9ZWWkfFuiKgOubb74Zhx9+eMycObOQXWeddeLmm2+Orbbaqg9L2zqBrhcQcO16YzMQIECAAAECBAgQIECAAAECBAgQIECAAAECBAgQIECAAAECBAgQIECAAAECBAgQIECAAAECBAjUvoCAayfPaPHixfHYY4/FAw88EA8//HC88MILxX9u2jbZZJPYcMMNY+utt44hQ4bEdtttF2ussUbFM5cKRZ177rnNKnC2HPSXv/xl7LDDDs1++9prr40xY8YUv7dkyZK47bbb4vrrr4+77747Xn/99cj1/sd//EeMGjUqPvvZz5a91nfeeaewuP322wuDp59+OhYtWlTM86EPfSi22GKLwmCnnXaqaNy2oJYuXRp//vOfI/eZcy9cuDCee+65xnnz2dVXXz223HLL2GCDDQqL/LXRRhtFv379Kj6Dlg807Hnu3Lnxq1/9Kp599tn47W9/29gtz3rgwIGNe958882jf//+7c5bKtDa7kP/16Hp+bb1zCOPPBJ77bVXvPTSS0W34cOHx5QpU2KttdYq+VjL+7f77rvH1KlTY80112zs/+677xZnMHv27Jg3b15xJm+//XbjGeTZjxgxIgYPHhwrrbRSm1v6n//5n7jrrruK0G2O2eCa9zOfz7Xvuuuu8ZGPfKRcmqJfLb9HPX2fGyCzuu8rr7wSea/zff7Nb37T7LuW/nkO+T3LM8j/XI33qTu/py0vTYN93rn58+cvt+fc43rrrVcEwIcOHRrbbLNNDBgwoKy7V+rOlfNgVlO+9NJLY5VVVimne9X7rLDCcn9EqIc/M1TdwYAECBAgQIAAAQIECBAgQIAAAQIECBAgQIAAAQIECBAgQIAAAQIECBAgQIAAAQIECBAgQIAAAQJdI1APYZVlTbeewauebrmGDHxl8OjGG28sQqGVtAx7jh07Nr7xjW/EJz7xibIfrXYwL4OgJ5xwQtxyyy2triHXesUVV8R+++3Xap8MSP70pz8t+jUEWtvbVI571FFHFQYf/vCH2+u+3M8zCJeVR3/0ox/Fgw8+WPHzGdw97rjj4gtf+EKsvPLKFT+fAdSrrroqfvCDH5S955wkA3JHHnlkHHHEEW3uuzsCrpMnTy7OoKGNHz8+zjrrrFhxxRVLerQVcM134r777osLL7ywCES219I9x8vgccuWZ5t36bzzzmv33cp7dMYZZxSmq622WnvTFj+vxfeop+9zA1wGlDOY/L3vfa/N70JL6HyfzjzzzNh5550rDrr21Pe0YQ//+Mc/iiD1RRddFPfff39Zdyg7ZXB+n332Kb6hgwYNihJh0MaxBFzLZtWRAAECBAgQIECAAAECBAgQIECAAAECBAgQIECAAAECBAgQIECAAAECBAgQIECAAAECBAgQIECgDwkIuFZ42Blm/fa3vx2XX355UZmyMy3DeZdccklRTbW9apY5TzWDeZ/5zGfimGOOiTvuuKPNLWTV1enTpxcVGlu2DIZNmzYtTjrppHaDiK1NkuNmkHHfffctKxiXYbh77703Tj311HjooYc6w188mwG1DCpn8LTcltVpjz322E7N396+uzrgmpV7jz/++MiQa0PLu7Dbbru1ytBawHXVVVeNiy++uHgvKnkn0jwDylk5tiEcmMHxDB63dy9bLnL//fcvwsZrr712u8dYS+9RLdznBrA//OEPxbt80003tWvYWocvf/nLcf755xdVi8tpPfk9zfW9+uqrxbfkv/7rv8pZbsk+GXT9+te/XoyT/7lUE3DtMK8HCRAgQIAAAQIECBAgQIAAAQIECBAgQIAAAQIECBAgQIAAAQIECBAgQIAAAQIECBAgQIAAAQIEerGAgGsFh5vVSceNGxe33nprBU+13TUDUZMmTYqDDz64zQqAOUq1gnkZKnz00UfjyiuvbHcfrVX1zIqTp59+elx22WXtjtFehzTIkOlhhx3WZtA3q0teffXVRTCzkiBle/OPHDmyCHqWE47M6pa5znIr1bY1d1tn39UB11z/6NGjY8GCBcUShwwZUoSV2wr6lgq4ZqXVtLvgggvaYy7580033TSuv/76ogLms88+G1/60pc6VJE3Bz/xxBOLcGV7FXlr5T2qhfvccChZfTer4P72t7/t0Dk2fWjPPfeMiRMnthsa7+nv6SuvvBJf/epXY9asWZ3ecw5w9NFHFyHvUpWEBVyrQmwQAgQIECBAgAABAgQIECBAgAABAgQIECBAgAABAgQIECBAgAABAgQIECBAgAABAgQIECBAgACBXiYg4Frmgb711ltFlb5rrrmm5BM77bRT7LDDDrHVVlvFgAEDGvs8//zzRZj07rvvbjU8tv3228e1114bn/jEJ9pcTbWCeeuss0689NJLjXNtvvnmkRUwt9tuu+L3skJphnj/9Kc/xc9//vPIaq9NW4Zbv/nNbxZVbEu1rEybIbc02WCDDYouL774YmSIbsaMGSWrvWbYc+bMmTFs2LBWDbKq56hRo0qGWzOYOXTo0GKtWR11xRVXLMbJtT7++ONx//33xy9/+ctWg7Hf+973iqqsDZVESy3i5ZdfjsMPP7xkwDnnHDFiRDF3w57fe++94swbPLNaZcvWNODZ9GdLly6NN998M/Kv2d5444046qijinvU0PLcfvKTn8S//du/NRs2K6qussoqbd6lO++8s5l1Bv0yZNzWcy3v36677hpbb711TJgwodlcef4ZmM2z6N+/f2RY96677oqFCxeWXFO6Zzg1/9oybNjwXuX9yFDz/PnzI0PGpVr2yeqju+yyS128Rz19nxuQ2gttb7vttkWV3W222aYIb/7zn/8szvKWW24p3qtS7dBDDy0q6q6xxholf97T39MMF+e9zQB/y9bw/Ro8eHBsttlm8b73va/xG/bYY4/F7NmzW/2WZ+A7vxEtvyN//etfIyteN7Ss3N0yFJ7PZiXrpi0re6dhW9+lNi97J39YYt56+DNDJ3ftcQIECBAgQIAAAQIECBAgQIAAAQIECBAgQIAAAQIECBAgQIAAAQIECBAgQIAAAQIECBAgQIAAge4SqIewyrKmGMuWNfuv3eKUc/74xz8uKhy2bPvss0+ce+658alPfarNEFIGqu69996i6ulDDz203Dg5/le+8pU291OtgGvTSU499dQ47bTTIsOBTVsGK5955pkirNk09JgW1113XRG2bFlFNcfI/WXAa8011yy5lwy2ZdXX73znO8s9/7nPfS6mTJkSH/3oR5d79r//+79j7NixhWHTlmG0rNqZPytVObFp3wz15twZzG259gxrZng5w7+lWu77+9//fnzjG99o9uMMtF588cWx++67t1l99tVXXy2qO373u99dbvjWquQ27ViqousWW2wR06dPL0K1lbTcS5o1DfdlFeEMubbV2qtCmes45ZRTYr/99lsu2Jj3KcO5J598chE4btrSfODAgY0B2LxHWQ3zuOOOW+48cu1//OMf44wzzijuYcuW1X0zuJjB2tZaLbxHPX2fG2zaqmKaYfO8IxlW7tev33Kceab5LctwcobHW7bWwp618D19+OGHi7B800rMee/yfua9ay2Ym3vMoGoG9fMOtqzk3N53pMGo1B3Mf8nBmDFjKnmVu7yvgGuXE5uAAAECBAgQIECAAAECBAgQIECAAAECBAgQIECAAAECBAgQIECAAAECBAgQIECAAAECBAgQINCnBQRcyzj+DEZmRcKsQtm0HXTQQUXo8cMf/nAZo/z/LlkV9Ytf/OJyQc2OVNDM8TJcW6oKYcOCMniWlWVLtQwRZuiyvWBo02dfeOGFOOSQQ5YLtGW4MUOSWXGzvWqDGYybNm1aEWJsGTRtrZJqVirN4GzTloG0q6++Ovbee+9252x4Lue+8sori4Buy7Fuu+22yGq6pVpWU835s8psQ8tgZobSdt5557LOP4Nx6X3mmWc2658BwvTIKrSttWoGXFvuJfdx8803F9WH22ptBVwzDJnh4U9+8pNtjnHPPfcU96dpBeGmD6RBVrfM4Hhb96i1YGZW8Z06dWqsu+66ra6j2gHXjrxHPX2fE6e10Hb+LKtVZwi6ZfC9FGqGdceNG7dc9d3WKlPXwvc0qxWfcMIJzbaT9yID/1k1tb2WdhnYzr8vtLzLWYU4qzlX+i4JuLan7ucECBAgQIAAAQIECBAgQIAAAQIECBAgQIAAAQIECBAgQIAAAQIECBAgQIAAAQIECBAgQIAAAQK9TUDAtYwTnT17dowcObJZz0033TSuv/76GDRoUBkjNO9SKtyWFUAzmNda5dMcoZrBvI6sP0NdGQzLio1NW6VBz3w2K9qeddZZccEFFzQbK4ON6TNgwIDG3y8VLs0fZuXZc845p6xAWtNJWgvYtRUw++1vfxsHHnhgs+qjWTV24sSJZYUAG+bP6qMHH3xwPPjgg832PW/evNhxxx1bvUvVDLg+8cQTRfXK5557rphv+PDhReXctdZaq8273FrAtZK7tHjx4jjmmGPiqquuKjlXriOrWLYXks6HM2CY96VpSLqcsG5Pv0e1cJ/Tr7W7eMQRRxTveSXB97xTGfh/9tlnm53rjTfeGPvuu2+z3+vp7+mSJUsiK/1Onjy5cV0bbbRREV6v5HuegfVvfvObxb/koGnL71r+ausO13EF14r/fucBAgQIECBAgAABAgQIECBAoOYE6uF/E6g5NAsiQIAAAQIECBAgQIAAAQIECBAgQIAAAQIECBAgQIAAAQIECBDoGoF6+IdZljXdeoYsu7O99957RYXUCy+8sNm0+XsZYlpxxRUrXs4jjzwSe+21V7PKf+VU8axmMK+cirEtN/baa69FhjrnzJnT7EcdDZo+/fTTsf/++zcLxZUKKLYMZObkGaqcMWNGfOpTn6rY/5133ikqNWaIr2nLyqEZfCvVSlXCzYquWbV01VVXLXsNeZ+yguv9998fm2++eWy44Yax2WabxcYbb9xtFVwzSJ1VVBvat771rSI83d5dbi3gevHFFxdu5YRSc84MFrasoJu/Xyrc3Bbsiy++WIRh586d26zb/PnzW63Emx17+j2qhfucDi3vQcN71ZHgft7rDJunbdOW92LChAnRv3//4rdr4XtaKiye7+INN9zQbgXilvfxzjvvjFNOOSWygnWOkd+l9ddfv/jPbb1PAq5lfzJ1JECAAAECBAgQIECAAAECBKovUA//m0D1d21EAgQIECBAgAABAgQIECBAgAABAgQIECBAgAABAgQIECBAgACBmhSoh3+YpccDrk8++WQ888wz8fzzz8ejjz4aixYtiosuuih22223Dh1qqWqgW2yxRUyfPr0ISrXWqhnMmzRpUmTItZKWIc899tijWcXMjlQ+bJgzKymedNJJRcB16623Lvb+yU9+sgiHrbHGGo1Ly2DtwoUL46mnnorf//73Rf/11luvqJy4+uqrV7KFxr6VWrYWSuxIGLAjC65WBddS4d5Zs2bFiBEj2l1WKbNyKqa2HLhUWDj7tBUwLrW4rNw6bty4ovps09ZWJd7sV+nZ5zOtrbkj71Et3OdSVUxzn+WGnUudRxodd9xxkd+EwYMHF+HzDHDnf+/Xr1/xSAZce/p72tq9ueKKKyJD6+UGtdt9YdroIODaGT3PEiBAgAABAgQIECBAgAABAp0UqIf/TaCTW/Q4AQIECBAgQIAAAQIECBAgQIAAAQIECBAgQIAAAQIECBAgQIBAvQjUwz/M0qMB1644yFoIuM6bNy923HHHiraXFU9POOGEZs9kRdeJEyd2OGha0QKq2LnSkGNr1UKHDRtWVPfNQF9XBuOqFXBtuY9ygtUN7KXM9txzzyJgOmDAgLJPp1QF43y4vcqrLSdoLaTZnQHXjrxHZUNV0LHS+5wh/dGjR8eCBQuazXLHHXd0OLhfwXKr2rXS72lrVWQzNH/eeecVVaVXXnnlqq6x5WACrl3Ka3ACBAgQIECAAAECBAgQIECgbYF6+N8EnCEBAgQIECBAgAABAgQIECBAgAABAgQIECBAgAABAgQIECBAgEAfEaiHf5ilVwRcM4yXVWDvvvvu+NnPfhYPPvhgsytWTtCw0hBbTlCq8mRWSL3hhhuKaqnltr///e9x4oknxuWXX97skQsuuKCo+ljrbenSpfHyyy/Hww8/HDNnzoxbb701Xn/99WbLPvfcc2P8+PElt1Kq8mnTjl/4whcif+2+++7xsY99LFZaaaWqklQr4HrnnXdGhnIbWiUB5VL3L6sAZ/B5lVVWKXu/lQYSWxu4pwOuHXmPykZqp2Nn7/MDDzxQ3IOsZtrQttpqq8iKxFl1tdZbZ7+ns2fPjpEjR5bcZp5rhlzzXc7/XMndLtetjgOu9fBnhnKPQT8CBAgQIECAAAECBAgQINBXBJr9/9cjwv9931dO3j4JECBAgAABAgQIECBAgAABAgQIECBAgAABAgQIECBAgAABAnUgUA//MEvdBFwzdPbmm28WQcq//OUv8dRTT8UTTzwRjz/+eCxcuLDN69CdAdchQ4bEtGnTIisWltveeOONyDBkBkObtgzEHXjggeUO0+X9Mvj21ltvxe9///vIKpUZKs5Q60MPPbRcoLXlYtoKuGbfHGfUqFHFuG21dB06dGgMHz68qJI7cODA6NevX6f2Xo2A67Jly+L8889vFuK95JJL4vjjjy9rbR0JWJcauFTANb2mTp0a6667bllryU49HXDtyHtU9ub+r2NX3efp06fHQQcd1Gw5HanGW+l+Kunfld/T/J5lOHvGjBltLmn11VeP7bffvgi77rrrrrHxxhtH//79K9lGyb4Crp0mNAABAgQIECBAgAABAgQIECBQvoCAa/lWehIgQIAAAQIECBAgQIAAAQIECBAgQIAAAQIECBAgQIAAAQIECHSzgIBrB8Hffffd+N3vfldUZF2wYEFkaK+9EGtbU3VnwDXDWhkmXHPNNcve/YsvvhhjxoyJuXPnNntm/vz5RQCsJ1qG1NJ+3rx5Rfg0g8Qtq7JWsq72Aq7vvfdeXHbZZXH22Wc3q3zZ3hybbLJJEZDbZ599YptttonVVlutvUeW+3k1Aq4Zvj788MOLCrbZ1llnnfj5z38en/nMZ8paT1cGXDtyJ3s64NqRNbcF3Z33efLkyXHUUUc1W05HqvGWdXHK6NQT39Osbv2Vr3yl+HaX2z70oQ/FLrvsEnvvvXfsvPPOsfbaa8cKK1T+t1EB13LF9SNAgAABAgQIECBAgAABAgSqICDgWgVEQxAgQIAAAQIECBAgQIAAAQIECBAgQIAAAQIECBAgQIAAAQIECHSNQOXJnK5ZR1uj1lQF18WLF8c111wTP/rRj+LJJ5+smkatB1xLVd3MzXd3wDWrkGZV3Kw8etNNN1UUNG3vsNoLuObzGcTLcPAJJ5zQoTBtVoTMgNyRRx5ZVHldZZVV2ltW8fNqBFzTLSvQPvfcc8WYWWF2ypQpsdZaa5W1hlKhvKuvvjoOPfTQsp5v6FTqLnUkLNobAq49dZ9LnWVPBFx78nua9/HRRx+NY489NjLs2pG27bbbxiGHHBIHHHBAfOQjHyl7CAHXsql0JECAAAECBAgQIECAAAECBDovIODaeUMjECBAgAABAgQIECBAgAABAgQIECBAgAABAgQIECBAgAABAgQIdJGAgGuZsBlEu/fee+PUU0+Nhx56qMynmnfLSp77779/bLnllnHOOec0C8gKuLZPmtVZv/3tb8fll1/eoWBrQ7j0wAMPLCq+Xnzxxc0mLSfg2vDACy+8ENk/q6G+/fbb7S++RI/NN9+8qAab1SD79evX5hjVCLhmMDfDeA3tW9/6VmTQbsUVVyxr/dUK5Qm4/n/unrzPPR1wrYXvacOlz5DtFVdcUVRnXrRoUVnvQstOWdl13LhxcfLJJ0d+Z9pr1XqX2punsz8vUZ22Hv7M0Nlte54AAQIECBAgQIAAAQIECPQ2AQHX3nai9kOAAAECBAgQIECAAAECBAgQIECAAAECBAgQIECAAAECBAgQ6EUC9RBW6fEKrhnGuu666+Koo44qO8yYgadtttkmtttuu+LXoEGDYuDAgUWQsVTAT8C17bfqlVdeiawwOWvWrLJfv8GDB0e67rDDDrHVVltFBowbKqaWCphVEnBtWMQbb7wRt99+e0yfPj3uvvvusu9H001MmDAhTjzxxFhppZVa3VtnA67vvPNOEc6+9NJLG+dIyxEjRpTtWa1QnoBrRE/f554MuNbK97Tlxc935Ne//nXccMMNMXv27A6FXUeOHBmTJ0+Otddeu833qlrvUtkvbwc7Crh2EM5jBAgQIECAAAECBAgQIECgtgQEXGvrPKyGAAECBAgQIECAAAECBAgQIECAAAECBAgQIECAAAECBAgQIECgiYCAaxnXYd68eXHYYYe1GnjaaaedYpdddokhQ4YUIcp/+Zd/iQ984AOtjlyPAdesbDh69OhYsGBBs33Nnz8/tt9++zIUO94lKyx+85vfLCq3lmrrrbdeDB06NIYNGxb//u//Hvnfs4piW4HRagVcm64n1/nYY4/FnDlz4tZbb42FCxeWtelc66RJk+Lggw+OEoGyYozOBlxffPHFGDNmTMydO7cYr5xAdcvFVyuU19cDrrVwnzPofMIJJzQ74gyQ5+83hMDLurwd6FQr39O2lv7uu+/G888/H/fcc08Rdv3lL39Zdnj96KOPLipNr7baaq1OUa13qQP8FT0i4FoRl84ECBAgQIAAAQIECBAgQKBWBQRca/VkrIsAAQIECBAgQIAAAQIECBAgQIAAAQIECBAgQIAAAQIECBAgQCAEXNu5BFmhM4NfM2bMWK7nkUceGaeffnp8/OMfr+gq/eY3v4kDDjggnnzyycbnygkcdiSUmcGsrGDatO2+++4xderUWHPNNcted6mAZT58/fXXx4EHHlj2OB3pmJVGx44du1zALMPEeRJqrwAAIABJREFUF154YXz+85+PlVdeueyhs4LkOeecU/xq2jpSwbWtSd9888146qmnipBcBl4ffPDBVrvvuuuucc0118Q666xTsk9nA655D/bYY49Gw/ScOHFiEQQut1UrlNfXA661cJ/z/T/kkEOaHf2ee+4ZU6ZMiQEDBpR7JSruV0vf00oWn9VdM/B63333FQH2tqo15zt10003Ff/Sg9Zatd6lSvbQkb4Crh1R8wwBAgQIECBAgAABAgQIEKg5AQHXmjsSCyJAgAABAgQIECBAgAABAgQIECBAgAABAgQIECBAgAABAgQIEGgQEHBt5y5kkGmfffZZLlyZYcisKlpJsLJhqlKh01oPuC5ZsiSOP/74mDx5cjOxSy65pPj9jrYHHnggjjnmmPjXf/3X+PSnPx3rrrtuDBo0KLbccst43/veF1ntMn9+1VVXNZsivTKMt/nmm1c8dWt7qXbAtenCMlT7yiuvFGueMGFCvP7668utO4OPI0aMKLmfzgZcW1bs7Mi5VSuU15cDrrVyn0t9g7IC9bRp04oKyB1pf//734tvYoa6N91001h//fWLv+a7+rGPfawYspa+px3ZY8MzeY5ZDTlD8g899NByQ+U3Md/z/v37l5ymWu9SZ/ZQzrMCruUo6UOAAAECBAgQIECAAAECBGpeQMC15o/IAgkQIECAAAECBAgQIECAAAECBAgQIECAAAECBAgQIECAAAECfVdAwLWds88KoaeddlqzXttuu21cd911RYCrIy0rdR522GHNHq31gGsutpTF4YcfHpdddlmsuuqqHaEoqpa2tGgaDvv9738fBx10UDzyyCPNxr/44ouLYG2JAFa763j11Vdj9OjRcddddzXr25UB16YTzZs3r9jzokWLms1/wQUXxLe+9a2S6+9MwPXtt9+OcePGFeHabFlh8rbbbovtt9++XaumHaoVyuvLAddauc+trSPv5o477ljRvWjoXOq9yorEN998c2y11VZFt1r6nnZoky0eytB6VvjOcHrT1l413Gq9S9XYQ1tjCLh2tbDxCRAgQIAAAQIECBAgQIBAtwgIuHYLs0kIECBAgAABAgQIECBAgAABAgQIECBAgAABAgQIECBAgAABAgQ6IiDg2oZaViQ88cQT4/LLL2/WqzOhzn/84x9FlcPvf//7zcash4DrnXfeGcOGDWu27qzQOGPGjPjUpz5V8f1rrZLqpEmTitBYtqzwmnNmSLNp60wQ79e//nXsvffe8dJLLzUbs7WA67vvvht/+ctf4umnny5+LVy4MN54440i2LvJJptUbd9tBWw7E3DNNe+///7x7LPPFmsdOnRoTJ06taiWW0mrViivLwdca+E+55m3DD033IPx48fHWWedFSuuuGIlV6Pom1Vh99hjj2bvatO7Vgvf06yknNWTn3nmmXjyySeL9zn/+rWvfS0OPvjgivecD+S7dMghhzR7dvfddy9+f8011yw5ZrXepQ4tuIKHBFwrwNKVAAECBAgQIECAAAECBAjUroCAa+2ejZURIECAAAECBAgQIECAAAECBAgQIECAAAECBAgQIECAAAECBPq8gIBrG1egtQBmhi8vvfTSWGWVVSq+QA8//HCMGjVqueqd9RBwffHFF2PMmDExd+7cZvvOyqMZ2q00FPfEE08U1Vkbgpc56EYbbRQzZ86MQYMGFXNkaG6HHXZYznn+/PkVVyDNQTJgfPrpp0dWgG3ZWguYvvbaazF27NiYM2dOs0duvPHG2HfffSu+A++9915kkDCrWTZtXRVwbRnAa1oht5LFVyuU15cDrrVwnxvOfPLkyXHUUUc1uwLlfIdK3ZkMgWcwNr8FTVtWJM57k9+GWvieZsD1/PPPL96/pu3YY4+Nb3/727HyyitX8koUfUsF/wVcK2b0AAECBAgQIECAAAECBAgQINB1AgKuXWdrZAIECBAgQIAAAQIECBAgQIAAAQIECBAgQIAAAQIECBAgQIAAgU4KCLi2AfjOO+/EqaeeWoRZm7bhw4fHlClTYq211qqI/5VXXikqk86aNWu558oJlpUKGLYVisxJSgXq2gtftbapDGZmCOy0005r1mW99daLq6++OnbaaaeyPRYvXlyEYltWx/3iF78YP/zhD2O11VYrxnrkkUdir732Wq7a6rXXXluEbStpGW677rrrilBfy4qwOU5rlq0FUvfZZ5/IkOCHP/zhSpZR7OXQQw+Nu+66q9lz119/fRx44IElx+poBddSd7gjdrkoAdfmQeuOvEe1cJ8bLlipoHH+7Oijjy7e84Z3sJzLnRWVDzvssGbB/dVXXz1uuumm2GWXXYohauV7WiqQmt+wDIJvv/325Wy3sU9+G84555zi3Wja0jBD9O9///tLjletd6mixXagswquHUDzCAECBAgQIECAAAECBAgQqD0BAdfaOxMrIkCAAAECBAgQIECAAAECBAgQIECAAAECBAgQIECAAAECBAgQ+D8BAdd2rkKpKof5SAZcM2BZIgBUcsSXX365CHTmc6XaOuusEzfffHNstdVWra6opwOuubDWQnHbbrttTJw4sc31N2wsqz1m+CvDw01bBuKyeuuwYcMaf7u1qrF77rln/PjHP46BAweW9TIvXbo0suLqySefvFz13IYB2qpsevfdd0cGWlsGY88+++ziXMut5tva3tMvw7frr79+yf2UCrhmxwwW7rjjjq0atPRrWSG3LLz/61StUF5fruBaK/c5j7S1wHr+rJJ7nRWYv/SlL8WDDz7Y7DpliPsHP/hBrLHGGo2/Xwvf09YC5vlNyW9Yhl3LbaWCvflse9WdS71LWQE3f5X795Ry19iZfgKundHzLAECBAgQIECAAAECBAgQqBkBAdeaOQoLIUCAAAECBAgQIECAAAECBAgQIECAAAECBAgQIECAAAECBAgQaCkg4NrOnXjsscdi7733Xi4UmSGo73znO7HffvtFv379Wh1lyZIlRdjpvPPOK8KhbbX58+e3WUGwFgKubVVBTZMzzzyzqELaWvXHDJelRcvKrelyzDHHFJUjm4ZFs+rj+PHji99v2caOHVv8flsh11zvH//4x6LK4jXXXNOmf1bXzWq9pcKqb731Vnz9618vOcbBBx9crPGTn/xkm+G0V199tVjvd7/73eXWccEFFxRB2RVXXLHkGt988804/PDDiwBw05YVb3PM1qrIZgXfPfbYozGYO2rUqCIY/MEPfrDir6GAa+cruNbKfW44/LaqSrd3rzOsffvtt8eJJ5643LettYqotfA9zW9CvgNHHnnkcu9AVtI+//zzY9ddd42VV1651XfkH//4R8yYMSPOOOOM5f7eMGLEiLjyyivjIx/5SKvP53fmhBNOaPbznDsDwJ/5zGdqJuQq4FrxZ9IDBAgQIECAAAECBAgQIECgFgUEXGvxVKyJAAECBAgQIECAAAECBAgQIECAAAECBAgQIECAAAECBAgQIECgEBBwbeciZJDp9NNPLyqOlmpf+MIX4oADDoitt966MdCUYchnnnkmMrCaVTkXLVrU7NFNNtkkVl111Vi4cGGz32+vGmctBFxzwYsXL44MZOavUi3DbZ///Odjhx12iHXXXbfokuHeOXPmRFZCbVkFNX8+cuTIIty19tprLzfkww8/HBnMbOmYHXOuQw45pAikbbrpprHSSitFVmt94YUX4tFHH41bbrml+NWyDRkypAi+ZuC2oWWA9LLLLivOplRrax3ZP6uw5jqyCu+AAQOKIf75z3/GE088UdyFjuy9YR0ZjMyKtxmMa9k+9KEPRYbj3ve+9xU/OvroowvPbC2DdJdccklkpdqONAHXzgdc071W7nPDHfjVr34VX/va1+Lxxx8veS122WWXoqry4MGDizuW738Gp3/2s5+VDO1nJeZJkyZFBmRbBiRr5Xv6xhtvRAbaM6Ta1jcs3+UNNtigscvzzz8fjzzySPziF79o9Xt09dVXx0477dTmKzZ79uzGd7Rlx+22266x6m2GXfPvP+9///s78sp2+hkB104TGoAAAQIECBAgQIAAAQIECNSCgIBrLZyCNRAgQIAAAQIECBAgQIAAAQIECBAgQIAAAQIECBAgQIAAAQIECJQUEHAt42JksDIrZc6dO7eM3m13yUBsVn696aab4rTTTmvWOYNRhx56aKsD1ErANRfYXsi1Eqjtt98+fvKTn0QGf0u1rLg4ceLEwqtUOLaSuTIMeu6558bQoUPjsMMOK8JqDS3DqdOmTWu1GmquY/r06TFu3Lh4/fXXK5m21b4Ziv3pT39ahHPba2mUIdz2Wu4vK8qmVa51ypQpxSMZPLztttvarBLc1tgCrtUJuNbKfW561u2FXNu7cw0/zzuWdy9D1Bk2L9Vq5XuaofuvfOUrRVi3Gq2tYG/L8Z9++unYf//949lnn21z6t133z2mTp0aa665ZjWWWPEYAq4Vk3mAAAECBAgQIECAAAECBAjUooCAay2eijURIECAAAECBAgQIECAAAECBAgQIECAAAECBAgQIECAAAECBAgUAgKuZV6E5557Lo455pi44447ynyiebcMVp5xxhlx5JFHxmqrrRalKvhlKGzChAnRv3//knPUUsA1F5jVGDMQetJJJ3U48PnlL385zj///Bg4cGCbru+++25RFbIzIdcMF59zzjlFJcqsspth0ZkzZzbOu84668TNN99cVGBtrWU48fbbb49vfOMbJatXVnI59tlnn6LCalahLae98sorRdXJWbNmtdk9++S4f/rTn+LAAw9srMyZod4MyzVU1S1nzqZ9BFyrE3BN01q5z03P9w9/+EPxLmf4viMtA+rnnXde7LvvvtGvX782h6iF72kuMMO2+d3t6J4bNpl7/973vhcZSC0RCl3OIs8/q4JnVea2WlZmzlB9a+H/jpxTJc8IuFaipS8BAgQIECBAgAABAgQIEKhZAQHXmj0aCyNAgAABAgQIECBAgAABAgQIECBAgAABAgQIECBAgAABAgQIEBBwreAOZNXODCVl0LLcCp4ZXsxQ65e+9KXIAGVDe+KJJ2LUqFGRQa+GltU8r7vuulh//fVLrqrWAq4Ni8wg5eWXXx5XXnll2S6f/exn45RTTomsmrryyiuXdQoZLr333nvj7LPPjvvvv7+sZ7JTBlszkLrTTjs1VpV87733ikqTF154YbNx8nwz8NZeSO3VV18t9nvFFVcUIblKWu495/7c5z7XapXL1sbL+3LCCSfELbfc0uqUDVUfszLlyJEjG/u1F6Bubw8CrtULuKZ1Ld3nhrPP0Ppdd90VF110UdnvWIb3jzjiiDj66KPj4x//eHvXqPHnPf09bbrnfJ8uu+yysvfc8Gx+34877riiEuwaa6xR9t6zY1bBzn+hQc7bVmXq+fPnd7jqckULKtFZwLWzgp4nQIAAAQIECBAgQIAAAQI1ISDgWhPHYBEECBAgQIAAAQIECBAgQIAAAQIECBAgQIAAAQIECBAgQIAAAQKlBARcO3AvsvpnBix/8YtfxJNPPhmPPfZYY0ApK+1tuOGGkWHVDBpuueWWJSuyZrgpK8JeddVVzVaQgcmsLFoqYFmrAdeGDaTLAw88EHPnzi3++vjjjzcGXjMIltUIM9Q5bNiw2HjjjSsOdzbMs3Tp0qJ6alZSnTdvXjz77LON1VRXX331wnyDDTYo/LNq6dprr13S8+67746soto0XJbrmzJlSnz0ox8t62a88847xR1YsGBB8euFF14o9t7Qmq5nt912iwy3fuxjH2s3QNvW5BlCvO+++4rquWm8cOHCZt3TOX927bXXNgvw5n8fM2ZMWfsq1UnAtboB11q8z03XlGHqfJfzV75vTe/ZdtttF5/+9Kfj85//fAwZMiQGDBjQ4XvVU9/TlgvO78qf//znyGB4/srvStNvWPbP6s/5Lcuw/I477hiDBg3q8Hcsx8uQ829+85vifc1vWdO/lzSsr7PvbYcPJku8r7DcHxHq4c8MndmyZwkQIECAAAECBAgQIECAQG8UEHDtjadqTwQIECBAgAABAgQIECBAgAABAgQIECBAgAABAgQIECBAgACBXiJQD2GVZv8ATgaCNAIE2hZ47bXXYuzYsTFnzpyi40YbbRQzZ84sAnkaAQIEyhEQcC1HSR8CBAgQIECAAAECBAgQIFDzAgKuNX9EFkiAAAECBAgQIECAAAECBAgQIECAAAECBAgQIECAAAECBAgQ6LsCAq599+ztnAABAgQItCog4OpyECBAgAABAgQIECBAgACBXiEg4NorjtEmCBAgQIAAAQIECBAgQIAAAQIECBAgQIAAAQIECBAgQIAAAQK9U0DAtXeeq10RIECAAIFOCQi4dorPwwQIECBAgAABAgQIECBAoFYEBFxr5SSsgwABAgQIECBAgAABAgQIECBAgAABAgQIECBAgAABAgQIECBAYDkBAVeXggABAgQIEFj+DwgrLPdHhHr4M4OTJECAAAECBAgQIECAAAECBJoLCLi6EQQIECBAgAABAgQIECBAgAABAgQIECBAgAABAgQIECBAgAABAjUrUA9hlWb/AM6yZS3/eZyatbUwAgQIECBQtwIquNbt0Vk4AQIECBAgQIAAAQIECBBoKiDg6j4QIECAAAECBAgQIECAAAECBAgQIECAAAECBAgQIECAAAECBAjUrICAa80ejYURIECAAIGeExBw7Tl7MxMgQIAAAQIECBAgQIAAgSoKCLhWEdNQBAgQIECAAAECBAgQIECAAAECBAgQIECAAAECBAgQIECAAAEC1RUQcK2up9EIECBAgECvEBBw7RXHaBMECBAgQIAAAQIECBAgQEDA1R0gQIAAAQIECBAgQIAAAQIECBAgQIAAAQIECBAgQIAAAQIECBCoWQEB15o9GgsjQIAAAQI9JyDg2nP2ZiZAgAABAgQIECBAgAABAlUUEHCtIqahCBAgQIAAAQIECBAgQIAAAQIECBAgQIAAAQIECBAgQIAAAQIEqisg4FpdT6MRIECAAIFeISDg2iuO0SYIECBAgAABAgQIECBAgICAqztAgAABAgQIECBAgAABAgQIECBAgAABAgQIECBAgAABAgQIECBQswICrjV7NBZGgAABAgR6TkDAtefszUyAAAECBAgQIECAAAECBKooIOBaRUxDESBAgAABAgQIECBAgAABAgQIECBAgAABAgQIECBAgAABAgQIVFdAwLW6nkYjQIAAAQK9QkDAtVcco00QIECAAAECBAgQIECAAAEBV3eAAAECBAgQIECAAAECBAgQIECAAAECBAgQIECAAAECBAgQIECgZgUEXGv2aCyMAAECBAj0nICAa8/Zm5kAAQIECBAgQIAAAQIECFRRQMC1ipiGIkCAAAECBAgQIECAAAECBAgQIECAAAECBAgQIECAAAECBAgQqK6AgGt1PY1GgAABAgR6hYCAa684RpsgQIAAAQIECBAgQIAAAQICru4AAQIECBAgQIAAAQIECBAgQIAAAQIECBAgQIAAAQIECBAgQIBAzQoIuNbs0VgYAQIECBDoOQEB156zNzMBAgQIECBAgAABAgQIEKiigIBrFTENRYAAAQIECBAgQIAAAQIECBAgQIAAAQIECBAgQIAAAQIECBAgUF0BAdfqehqNAAECBAj0CgEB115xjDZBgAABAgQIECBAgAABAgQEXN0BAgQIECBAgAABAgQIECBAgAABAgQIECBAgAABAgQIECBAgACBmhUQcK3Zo7EwAgQIECDQcwICrj1nb2YCBAgQIECAAAECBAgQIFBFAQHXKmIaigABAgQIECBAgAABAgQIECBAgAABAgQIECBAgAABAgQIECBAoLoCAq7V9TQaAQIECBDoFQICrr3iGG2CAAECBAgQIECAAAECBAgIuLoDBAgQIECAAAECBAgQIECAAAECBAgQIECAAAECBAgQIECAAAECNSsg4FqzR2NhBAgQIECg5wQEXHvO3swECBAgQIAAAQIECBAgQKCKAgKuVcQ0FAECBAgQIECAAAECBAgQIECAAAECBAgQIECAAAECBAgQIECAQHUFBFyr62k0AgQIECDQKwQEXHvFMdoEAQIECBAgQIAAAQIECBAQcHUH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PD/2LsTaEmq8nDgH+ASh0URF4wR4XDYFBkGjAgqQlwYjjqIbAoiGjYFBFkE1AhChAOoERBQGIkoMMimzqhhVEwE4sQFwUGMEUIETY5LTIgyjJr45/3PbX1Dz3v95nV1VXXfqv71ORwTpvrWd3/fncf3btVXRYAAAQIECBAgQIAAAQIECBAgQIAAAQIECBDIVkCDa7apERgBAgQIEBidgAbX0dk7MwECBAgQIECAAAECBAgQqFBAg2uFmIYiQIAAAQIECBAgQIAAAQIECBAgQIAAAQIECBAgQIAAAQIECBCoVkCDa7WeRiNAgAABAq0Q0ODaijSaBAECBAgQIECAAAECBAgQ0OBqDRAgQIAAAQIECBAgQIAAAQIECBAgQIAAAQIECBAgQIAAAQIECGQroME129QIjAABAgQIjE5Ag+vo7J2ZAAECBAgQIECAAAECBAhUKKDBtUJMQxEgQIAAAQIECBAgQIAAAQIECBAgQIAAAQIECBAgQIAAAQIECFQroMG1Wk+jESBAgACBVghocG1FGk2CAAECBAgQ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JNaHB9JCJWxfnII49Ej6abalWMRoAAAQIExlhgYmIi1l577W6BdDPsav9ijHlMnQABAgQIECBAgAABAgQINElAg2uTsiVWAgQIECBAgAABAgQIECBAgAABAgQIECBAgAABAgQIECBAgMCYCTShwXVFRKw7mZdf//rXsf76649ZmkyXAAECBAgMT+Chhx6KDTbYoPuED0fEesOLwJkIECBAgAABAgQIECBAgACBigQ0uFYEaRgCBAgQIECAAAECBAgQIECAAAECBAgQIECAAAECBAgQIECAAIHqBZrQ4Hp/RDx7cur33HNPbLHFFtVLGJEAAQIECBDoCNx7772x5ZZbdms8EBGb4iFAgAABAgQIECBAgAABAgQaJ6DBtXEpEzABAgQIECBAgAABAgQIECBAgAABAgQIECBAgAABAgQIECBAYHwEmtDgemtEvGQyJTfddFPMnz9/fDJkpgQIECBAYMgCS5cujT333LP7rLdFxK5DDsPpCBAgQIAAAQIECBAgQIAAgfICGlzLGxqBAAECBAgQIECAAAECBAgQIECAAAECBAgQIECAAAECBAgQIECgJoEmNLgujIjDJud/zjnnxCmnnFITh2EJECBAgACBc889N0499dRuiI9HxOFkCBAgQIAAAQIECBAgQIAAgcYJaHBtXMoETIAAAQIECBAgQIAAAQIECBAgQIAAAQIECBAgQIAAAQIECBAYH4EmNLi+LSIumUzJggULYvHixeOTITMlQIAAAQJDFthrr71iyZIl3Wc9KiI+OuQwnI4AAQIECBAgQIAAAQIECBAoL6DBtbyhEQgQIECAAAECBAgQIECAAAECBAgQIECAAAECBAgQIECAAAECBGoSaEKD69yI+O7k/OfMmRMrVqyItdZqQug1Zc2wBAgQIECgJoGJiYlYb731YuXKld1n2D4iltd0SsMSIECAAAECBAgQIECAAAEC9QlocK3P1sgECBAgQIAAAQIECBAgQIAAAQIECBAgQIAAAQIECBAgQIAAAQIlBZrSJXp/RDx7cq7XX3997LslCDRVAAAgAElEQVTvviWn7usECBAgQIDAVIEbbrgh9ttvv+5//UBEbEqKAAECBAgQIECAAAECBAgQaKSABtdGpk3QBAgQIECAAAECBAgQIECAAAECBAgQIECAAAECBAgQIECAAIHxEGhKg+sFEXHsZEoWLFgQixcvHo8MmSUBAgQIEBiiwF577RVLlizpPuOFEXHcEENwKgIECBAgQIAAAQIECBAgQKA6AQ2u1VkaiQABAgQIECBAgAABAgQIECBAgAABAgQIECBAgAABAgQIECBAoGKBpjS47hwRy7rnfscdd8S8efMq5jAcAQIECBAYX4E777wzdthhh6kAu0TEP42vipkTIECAAAECBAgQIECAAIFGC2hwbXT6BE+AAAECBAgQIECAAAECBAgQIECAAAECBAgQIECAAAECBAgQaLdAUxpcUxZujYiXTKbjwAMPjKuvvrrd2TE7AgQIECAwRIGDDjooFi1a1H3G2yJi1yGG4FQECBAgQIAAAQIECBAgQIBAtQIaXKv1NBoBAgQIECBAgAABAgQIECBAgAABAgQIECBAgAABAgQIECBAgECFAk1qcN0/Iq7tnvtNN90U8+fPr5DDUAQIECBAYDwFli5dGnvuuefUyR8QEdeNp4hZEyBAgAABAgQIECBAgACBVghocG1FGk2CAAECBAgQIECAAAECBAgQIECAAAECBAgQIECAAAECBAgQINBOgSY1uKYMrPYW12233TbuuuuuWGutpk2jnYvJrAgQIECgmQITExOx3Xbbxd133909AW9vbWY6RU2AAAECBAgQIECAAAECBLoFNLhaDwQIECBAgAABAgQIECBAgAABAgQIECBAgAABAgQIECBAgAABAtkKNK0z9C8i4qvdmocffnhcdtll2QILjAABAgQI5C5wxBFHxMKFC6eG+bKI+PvcYxcfAQIECBAgQIAAAQIECBAgsEYBDa4WCAECBAgQIECAAAECBAgQIECAAAECBAgQIECAAAECBAgQIECAQLYCTWtwTZAXRMSx3aLnnHNOnHLKKdkiC4wAAQIECOQqcO6558app546NbwLI+K4XGMWFwECBAgQIECAAAECBAgQINC3gAbXvqkcSIAAAQIECBAgQIAAAQIECBAgQIAAAQIECBAgQIAAAQIECBAgMGyBJja4JqPbI2LHbqyLLroojj766GH7OR8BAgQIEGiswMUXXxzHHHPM1Pi/ExHPb+ykBE6AAAECBAgQIECAAAECBAh0C2hwtR4IECBAgAABAgQIECBAgAABAgQIECBAgAABAgQIECBAgAABAgSyFWhqg+vciPh6RKzbLetNrtmuM4ERIECAQGYCM7y59eGIeFFELM8sXOEQIECAAAECBAgQIECAAAECgwlocB3MzbcIECBAgAABAgQIECBAgAABAgQIECBAgAABAgQIECBAgAABAgSGINDUBtdE8+qI+PxUo8MPPzwuvfTSWGutJk9tCJl3CgIECBAYS4GJiYk48sgjY+HChb3m/5qI+MJYwpg0AQIECBAgQIAAAQIECBBop4AG13bm1awIECBAgAABAgQIECBAgAABAgQIECBAgAABAgQIECBAgAABAq0QaHoX6P4Rce3UTGy77bbxgQ98IObPn9+KJJkEAQIECBCoQmDp0qXxzne+M+6+++5ewx0QEddVcR5jECBAgAABAgQIECBAgAABAtkIaHDNJhUCIUCAAAECBAgQIECAAAECBAgQIECAAAECBAgQIECAAAECBAgQmCrQ9AbXNJ/0JtdPR8S6Uyd34IEHxkknnRTz5s2TeQIECBAgMLYCd955Z3zwgx+MRYsW9TJ4OCJe782tY7s8TJwAAQIECBAgQIAAAQIE2i2gwbXd+TU7AgQIECBAgAABAgQIECBAgAABAgQIECBAgAABAgQIECBAgECjBdrQ4JoSMDciLo+IHXtlY8GCBXHwwQfHPvvsE2ut1ZYpN3rdCZ4AAQIEahaYmJiIG2+8Ma688spYsmTJTGf7TkQcGhHLaw7H8AQIECBAgAABAgQIECBAgMBoBDS4jsbdWQkQIECAAAECBAgQIECAAAECBAgQIECAAAECBAgQIECAAAECBPoQaFu35wURcexM854zZ068/OUvj1122SXmzp0bm2++eWy88cax3nrraXztY7E4hAABAgTyE0iNrCtWrIif/exncd9998Xy5ctj2bJlcfPNN8fKlSvXFPCFEXFcfjMSEQECBAgQIECAAAECBAgQIFChgAbXCjENRYAAAQIECBAgQIAAAQIECBAgQIAAAQIECBAgQIAAAQIECBAgUK1A2xpck85fRMT7IuIl1VIZjQABAgQItELgtj/+d/LvWzEbkyBAgAABAgQIECBAgAABAgTWJKDB1fogQIAAAQIECBAgQIAAAQIECBAgQIAAAQIECBAgQIAAAQIECBDIVqCNDa6T2PtHxDEaXbNdewIjQIAAgeEKpMbWiyLiuuGe1tkIECBAgAABAgQIECBAgACBEQpocB0hvlMTIECAAAECBAgQIECAAAECBAgQIECAAAECBAgQIECAAAECBAisWaDNDa6TM985Il4fEXtFxLMtCAIECBAgMEYCD0TE4oj4dET80xjN21QJECBAgAABAgQIECBAgACBPwhocLUSCBAgQIAAAQIECBAgQIAAAQIECBAgQIAAAQIECBAgQIAAAQIEshUYhwbXbvy5EbFLROwQEVtFxCYR8ZSImBMR42aR7aIUGAECBAgUEkg3qq6MiF9GxI8j4ocRcUdELIuI5YVGcjABAgQIECBAgAABAgQIECDQNgENrm3LqPkQIECAAAECBAgQIECAAAECBAgQIECAAAECBAgQIECAAAECBFokoKmzRck0FQIECBAgQIAAAQIECBAgQIAAAQIECBAg0CWgwdVy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QKCUgAbXUny+TIAAAQIECBAgQIAAAQIECBAgQIAAAQIECBAgQIAAAQIECBAgUKeABtc6dY1NgAABAgQIECBAgAABAgQIECBAgAABAgRGJ6DBdXT2zkyAAAECBAgQIECAAAECBAgQIECAAAECBAgQIECAAAECBAgQIDCLgAZXS4QAAQIECBAgQIAAAQIECBAgQIAAAQIECLRTQINrO/NqVgQIECBAgAABAgQIECBAgAABAgQIECBAgAABAgQIECBAgACBVghocG1FGk2CAAECBAgQIECAAAECBAgQIECAAAECBAhME9DgalEQIECAAAECBAgQIECAAAECBAgQIECAAAECBAgQIECAAAECBAhkK6DBNdvUCIwAAQIECBAgQIAAAQIECBAgQIAAAQIECJQS0OBais+XCRAgQIAAAQIECBAgQIAAAQIECBAgQIAAAQIECBAgQIAAAQIE6hTQ4FqnrrEJECBAgAABAgQIECBAgAABAgQIECBAgMDoBDS4js7emQkQIECAAAECBAgQIECAAAECBAgQIECAAAECBAgQIECAAAECBGYR0OBqiRAgQIAAAQIECBAgQIAAAQIECBAgQIAAgXYKaHBtZ17NigABAgQIECBAgAABAgQIECBAgAABAgQIECBAgAABAgQIECDQCgENrq1Io0kQIECAAAECBAgQIECAAAECBAgQIECAAIFpAhpcLQoCBAgQIECAAAECBAgQIECAAAECBAgQIECAAAECBAgQIECAAIFsBTS4ZpsagREgQIAAAQIECBAgQIAAAQIECBAgQIAAgVICGlxL8fkyAQIECBAgQIAAAQIECBAgQIAAAQIECBAgQIAAAQIECBAgQIBAnQIaXOvUNTYBAgQIECBAgAABAgQIECBAgAABAgQIEBidgAbX0dk7MwECBAgQIECAAAECBAgQIECAAAECBAgQIECAAAECBAgQIECAwCwCGlwtEQIECBAgQIAAAQIECBAgQIAAAQIECBAg0E4BDa7tzKtZESBAgAABAgQIECBAgAABAgQIECBAgAABAgQIECBAgAABAgRaIaDBtRVpNAkCBAgQIECAAAECBAgQIECAAAECBAgQIDBNQIOrRUGAAAECBAgQIECAAAECBAgQIECAAAECBAgQIECAAAECBAgQIJCtgAbXbFMjMAIECBAgQIAAAQIECBAgQIAAAQIECBAgUEpAg2spPl8mQIAAAQIECBAgQIAAAQIECBAgQIAAAQIECBAgQIAAAQIECBCoU0CDa526xiZAgAABAgQIECBAgAABAgQIECBAgAABAqMT0OA6OntnJkCAAAECBAgQIECAAAECBAgQIECAAAECBAgQIECAAAECBAgQmEVAg6slQoAAAQIECBAgQIAAAQIECBAgQIAAAQIE2imgwbWdeTUrAgQIECBAgAABAgQIECBAgAABAgQIECBAgAABAgQIECBAgEArBDS4tiKNJkGAAAECBAgQIECAAAECBAgQIECAAAECBKYJaHC1KAgQIECAAAECBAgQIECAAAECBAgQIECAAAECBAgQIECAAAECBLIV0OCabWoERoAAAQIECBAgQIAAAQIECBAgQIAAAQIESglocC3F58sECBAgQIAAAQIECBAgQIAAAQIECBAgQIAAAQIECBAgQIAAAQJ1CmhwrVPX2AQIECBAgAABAgQIECBAgAABAgQIECBAYHQCGlxHZ+/MBAgQIECAAAECBAgQIECAAAECBAgQIECAAAECBAgQIECAAAECswhocLVECBAgQIAAAQIECBAgQIAAAQIECBAgQIBAOwU0uLYzr2ZFgAABAgQIECBAgAABAgQIECBAgAABAgQIECBAgAABAgQIEGiFgAbXVqTRJAgQIECAAAECBAgQIECAAAECBAgQIECAwDQBDa4WBQECBAgQIECAAAECBAgQIECAAAECBAgQIECAAAECBAgQIECAQLYCGlyzTY3ACBAgQIAAAQIECBAgQIAAAQIECBAgQIBAKQENrqX4fJkAAQIECBAgQIAAAQIECBAgQIAAAQIECBAgQIAAAQIECBAgQKBOAQ2udeoamwABAgQIECBAgAABAgQIECBAgAABAgQIjE5Ag+vo7J2ZAAECBAgQIECAAAECBAgQIECAAAECBAgQIECAAAECBAgQIEBgFgENrpYIAQIECBAgQIAAAQIECBAgQIAAAQIECBBop4AG13bm1awIECBAgAABAgQIECBAgAABAgQIECBAgAABAgQIECBAgAABAq0Q0ODaijSaBAECBAgQIECAAAECBAgQIECAAAECBAgQmCagwdWi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MMYC20fEXhFxQUT8z4AOVTW4PikijouIxRHx3QFj8TUCBAgQIECAAAECBAgQIECAAAECBAgQIECAAAECBAgQIECAAAECqwlocLUgCBAgQIAAAQIECBAgQIAAAQIECBAgQIBAngJfi4i5EXH+gI2uZRtcJxtb3xERyyNitzyZREWAAAECBAgQIECAAAECBAgQIECAAAECBAgQIECAAAECBAgQINBEAQ2uTcyamAkQIECAAAECBAgQIECAAAECBAgQIEBgHARSQ+k//HGi6S2uRRtdB21w7W5sTf93+uweEanh1ocAAQIECBAgQIAAAQIECBAgQIAAAQIECBAgQIAAAQIECBAgQIBAJQIaXCthNAgBAgQIECBAgAABAgQIECBAgAABAgQIEKhFIDWVvrRr5CKNrkUbXHs1tqZT3+LtrbXk1qAECBAgQIAAAQIECBAgQIAAAQIECBAgQIAAAQIECBAgQIAAgbEW0OA61uk3eQIECBAgQIAAAQIECBAgQIAAAQIECBDIXKD7La7dofbT6Npvg+tMja2T5/P21swXifAIECBAgAABAgQIECBAgAABAgQIECBAgAABAgQIECBAgAABAk0U0ODaxKyJmQABAgQIECBAgAABAgQIECBAgAABAgTGSWDqW1y7576mRtfZGlxna2xN5/H21nFaaeZKgAABAgQIECBAgAABAgQIECBAgAABAgQIECBAgAABAgQIEBiigAbXIWI7FQECBAgQIECAAAECBAgQIECAAAECBAgQGEBgpre4dg/Vq9F1pgbXfhpbJ8f29tYBEuYrBAgQIECAAAECBAgQIECAAAECBAgQIECAAAECBAgQIECAAAECswtocJ3dyBEECBAgQIAAAQIECBAgQIAAAQIECBAgQGDUAmt6i2t3bN2Nrg9OCXrDiDguIt4REanJdbaPt7fOJuTPCRAgQIAAAQIECBAgQIAAAQIECBAgQIAAAQIECBAgQIAAAQIEBhbQ4DownS8SIECAAAECBAgQIECAAAECBAgQIECAAIGhCfTzFtfuYFKj69Qm1l7/bk0T8PbWoaXXiQgQIECAAAECBAgQIECAAAECBAgQIECAAAECBAgQIECAAAEC4yegwXX8cm7GBAgQIECAAAECBAgQIECAAAECBAgQINBMgX7f4lrF7Ly9tQpFYxAgQIAAAQIECBAgQIAAAQIECBAgQIAAAQIECBAgQIAAAQIECMwooMHV4iBAgAABAgQIECBAgAABAgQIECBAgAABAs0QKPoW1zKz8vbWMnq+S4AAAQIECBAgQIAAAQIECBAgQIAAAQIECBAgQIAAAQIECBAgMKuABtdZiRxAgAABAgQIECBAgAABAgQIECBAgAABAgSyERjGW1y9vTWbdAuEAAECBAgQIECAAAECBAgQIECAAAECBAgQIECAAAECBAgQINBeAQ2u7c2tmREgQIAAAQIECBAgQIAAAQIECBAgQIBA+wSG8RZXb29t37oxIwIECBAgQIAAAQIECBAgQIAAAQIECBAgQIAAAQIECBAgQIBAdgIaXLNLiYAIECBAgAABAgQIECBAgAABAgQIECBAgMAaBep8i6u3t1p8BAgQIECAAAECBAgQIECAAAECBAgQIECAAAECBAgQIECAAAECQxHQ4DoUZichQIAAAQIECBAgQIAAAQIECBAgQIAAAQKVCdT5Fldvb60sTQYiQIAAAQIECBAgQIAAAQIECBAgQIAAAQIECBAgQIAAAQIECBBYk4AGV+uDAAECBAgQIECAAAECBAgQIECAAAECBAg0T6COt7h6e2vz1oGICRAgQIAAAQIECBAgQIAAAQIECBAgQIAAAQIECBAgQIAAAQKNFdDg2tjUCZwAAQIECBAgQIAAAQIECBAgQIAAAQIExligjre4envrGC8oUydAgAABAgQIECBAgAABAgQIECBAgAABAgQIECBAgAABAgQIDFtAg+uwxZ2PAAECBAgQIECAAAECBAgQIECAAAECBAhUI1DlW1y9vbWanBiFAAECBAgQIECAAAECBAgQIECAAAECBAgQIECAAAECBAgQIECgTwENrn1COYwAAQIECBAgQIAAAQIECBAgQIAAAQIECGQmUOVbXL29NbPkCocAAQIECBAgQIAAAQIECBAgQIAAAQIECBAgQIAAAQIECBAg0HYBDa5tz7D5ESBAgAABAgQIECBAgAABAgQIECBAgECbBap4i6u3t7Z5hZgbAQIECBAgQIAAAQIECBAgQIAAAQIECBAgQIAAAQIECBAgQCBTAQ2umSZGWAQIECBAgAABAgQIECBAgAABAgQIECBAoA+BKt7i6u2tfUA7hAABAgQIECBAgAABAgQIECBAgAABAgQIECBAgAABAgQIECBAoFoBDa7VehqNAAECBAgQIECAAAECBAgQIECAAAECBAgMW6DMW1y9vXXY2XI+AgQIECBAgAABAgQIECBAgAABAgQIECBAgAABAgQIECBAgACBjoAGVwuBAAECBAgQIECAAAECBAgQIECAAAECBAg0W6DMW1y9vbXZuRc9AQIECBAgQIAAAQIECBAgQIAAAQIECBAgQIAAAQIECBAgQKCxAhpcG5s6gRMgQIAAAQIECBAgQIAAAQIECBAgQIAAgVUCg7zF1dtbLSACBAgQIECAAAECBAgQIECAAAECBAgQIECAAAECBAgQIECAAIGRCWhwHRm9ExMgQIAAAQIECBAgQIAAAQIECBAgQIAAgcoEBnmLq7e3VsZvIAIECBAgQIAAAQIECBAgQIAAAQIECBAgQIAAAQIECBAgQIAAgaICGlyLijmeAAECBAgQIECAAAECBAgQIECAAAECBAjkKVDkLa7e3ppnDkVFgAABAgQIECBAgAABAgQIECBAgAABAgQIECBAgAABAgQIEBgbAQ2uY5NqEyVAgAABAgQIECBAgAABAgQIECBAgACBlgsUeYurt7e2fDGYHgECBAgQIECAAAECBAgQIECAAAECBAgQIECAAAECBAgQIEAgdwENrrlnSHwECBAgQIAAAQIECBAgQIAAAQIECBAgQKB/gX7e4urtrf17OpIAAQIECBAgQIAAAQIECBAgQIAAAQIECBAgQIAAAQIECBAgQKAmAQ2uNcEalgABAgQIECBAgAABAgQIECBAgAABAgQIjECgn7e4envrCBLjlAQIECBAgAABAgQIECBAgAABAgQIECBAgAABAgQIECBAgAABAqsLaHC1IggQIECAAAECBAgQIECAAAECBAgQIECAQLsE1vQWV29vbVeuzYYAAQIECBAgQIAAAQIECBAgQIAAAQIECBAgQIAAAQIECBAg0FgBDa6NTZ3ACRAgQIAAAQIECBAgQIAAAQIECBAgQIBAT4E1vcXV21stGgIECBAgQIAAAQIECBAgQIAAAQIECBAgQIAAAQIECBAgQIAAgSwENLhmkQZBECBAgAABAgQIECBAgAABAgQIECBAgACBSgV6vcXV21srJTYYAQIECBAgQIAAAQIECBAgQIAAAQIECBAgQIAAAQIECBAgQIBAGQENrmX0fJcAAQIECBAgQIAAAQIECBAgQIAAAQIECOQp0Ostrt7emmeuREWAAAECBAgQIECAAAECBAgQIECAAAECBAgQIECAAAECBAgQGEsBDa5jmXaTJkCAAAECBAgQIECAAAECBAgQIECAAIExEOh+i6u3t45Bwk2RAAECBAgQIECAAAECBAgQIECAAAECBAgQIECAAAECBAgQINAkAQ2uTcqWWAkQIECAAAECBAgQIECAAAECBAgQIECAQP8C3W9x9fbW/t0cSYAAAQIECBAgQIAAAQIECBAgQIAAAQIECBAgQIAAAQIECBAgMASBcWtwnRsRu0TEDhGxVURsEhFPiYg5ETFuFkNYXk5BgAABAkMQmIiIlRHxy4j4cUT8MCLuiIhlEbF8COu4xzQAACAASURBVOd3CgIECBAgQIAAAQIECBQRsD9XRMuxBAgQINAEAftzTciSGAnUJ6C+rc/WyAQIECAwGgH17WjcnfVRAfWV1UCAAAECbRNQX7Uto/nPRz2Vf45ESIAAAQLFBNRTxbwaefQ4NHXuHBGvj4i9IuLZjcySoAkQIECAwGACD0TE4oj4dET802BD+BYBAgQIECBAgAABAgRKC9ifK01oAAIECBBoqID9uYYmTtgEZhFQ31oiBAgQIDCuAurbcc18/fNWX9Vv7AwECBAgkKeA+irPvDQxKvVUE7MmZgIECBCoQkA9VYViBmO0ucF1/4g4JiJekoGzEAgQIECAwKgFbouIiyLiulEH4vwECBAgQIAAAQIECIyNgP25sUm1iRIgQIBAHwL25/pAcgiBzAXUt5knSHgECBAgMFQB9e1QuVt7MvVVa1NrYgQIECAwgID6agA0Xwn1lEVAgAABAgQeFVBPNXg1tLHB9S8i4n0aWxu8KoVOgAABAnUKpMIt/Xfy7+s8ibEJECBAgAABAgQIEBhrAftzY51+kydAgACBWQTsz1kiBJonoL5tXs5ETIAAAQLDE1DfDs+6TWdSX7Upm+ZCgAABAlULqK+qFm3neOqpdubVrAgQIECgGgH1VDWOQx2lbQ2uF0TEsTMJzpkzJ17+8pfHLrvsEnPnzo3NN988Nt5441hvvfVirbXaRjHUdeRkBAgQIDAigYmJiVixYkX87Gc/i/vuuy+WL18ey5Yti5tvvjlWrly5pqgujIjjRhS20xIgQIAAAQIECBAg0F4B+3Ptza2ZESBAgEAPAftzlgWB1guob1ufYhMkQIAAgW4B9a31MAQB9dUQkJ2CAAECBPIRUF/lk4sWRaKealEyTYUAAQIEZhdQT81u1IYj2tLVOTciLo+IHXslZcGCBXHwwQfHPvvso5G1DavWHAgQIEBgVoFUyN14441x5ZVXxpIlS2Y6/jsRcWhELJ91QAcQIECAAAECBAgQIEBgzQL256wQAgQIECDQJWB/znIg0HgB9W3jU2gCBAgQIFClgPq2Ss2xHUt9NbapN3ECBAgQ6CWgvrIuBhBQTw2A5isECBAg0F4B9VS7ctuGBtdXR8SnI2Ldqak58MAD46STTop58+a1K2tmQ4AAAQIECgjceeed8cEPfjAWLVrU61sPR8TrI+ILBYZ0KAECBAgQIECAAAECBLoF7M9ZDwQIECBAYA0C9ucsDwKNE1DfNi5lAiZAgACBYQqob4ep3Zpzqa9ak0oTIUCAAIE6BNRXdai2bkz1VOtSakIECBAgUKWAeqpKzdGM1fQG1/0j4tqpdNtuu2184AMfiPnz549G1VkJECBAgECGAkuXLo13vvOdcffdd/eK7oCIuC7DsIVEgAABAgQIECBAgEDeAvbn8s6P6AgQIEAgIwH7cxklQygEZhZQ31odBAgQIECgTwH1bZ9QDlNfWQMECBAgQKBPAfVVn1Djd5h6avxybsYECBAgMKCAempAuAy+1uQG1/Qkks9PNTz88MPj0ksvjbXWavLUMlgZQiBAgACBVgpMTEzEkUceGQsXLuw1v9d4k2sr025SBAgQIECAAAECBOoSsD9Xl6xxCRAgQKC1AvbnWptaE2uHgPq2HXk0CwIECBAYooD6dojYzTyV+qqZeRM1AQIECIxQQH01Qvw8T62eyjMvoiJAgACBjAXUUxknZw2hNbULdG5EfD0i1u2e2znnnBOnnHJKMzMhagIECBAgMESBc889N0499dSpZ3w4Il4UEcuHGIpTESBAgAABAgQIECDQTAH7c83Mm6gJECBAIBMB+3OZJEIYBB4VUN9aDQQIECBAoISA+rYEXnu/qr5qb27NjAABAgSGIKC+GgJy/qdQT+WfIxESIECAQMYC6qmMk9MjtKY2uN4eETt2z+eiiy6Ko48+uln6oiVAgAABAiMUuPjii+OYY46ZGsF3IuL5IwzLqQkQIECAAAECBAgQaIaA/blm5EmUBAgQIJCxgP25jJMjtHEUUN+OY9bNmQABAgQqFVDfVsrZhsHUV23IojkQIECAwEgF1Fcj5c/h5OqpHLIgBgIECBBotIB6qjnpa2KD6wURcWw3sTe3NmfBiZQAAQIE8hKY4ckkF0bEcXlFKhoCBAgQIECAAAECBDISsD+XUTKEQoAAAQLNFrA/1+z8ib41Aurb1qTSRAgQIEBg1ALq21FnIJvzq6+ySYVACBAgQKDpAuqrpmdw4PjVUwPT+SIBAgQIEFhdQD3VjBXRtAbXv4iIr3bTHn744XHZZZc1Q1uUBAgQIEAgQ4EjjjgiFi5cODWyl0XE32cYrpAIECBAgAABAgQIEBitgP250fo7OwECBAi0UMD+XAuTakpNElDfNilbYiVAgACBRgiobxuRpjqDVF/VqWtsAgQIEBhLAfXV2KVdPTV2KTdhAgQIEKhbQD1Vt3D58ZvW4HprRLxkctrbbrtt3HXXXbHWWk2bRvnEGYEAAQIECFQlMDExEdttt13cfffd3UPeFhG7VnUO4xAgQIAAAQIECBAg0BoB+3OtSaWJECBAgEAuAvbncsmEOMZUQH07pok3bQIECBCoT0B9W59tQ0ZWXzUkUcIkQIAAgeYIqK+ak6uKIlVPVQRpGAIECBAgMCmgnsp/LTSpM3T/iLi2m/Smm26K+fPn568sQgIECBAgkLnA0qVLY88995wa5QERcV3moQuPAAECBAgQIECAAIHhCdifG561MxEgQIDAmAnYnxuzhJtuLgLq21wyIQ4CBAgQaJ2A+rZ1Ke13QuqrfqUcR4AAAQIECgqorwqCNfdw9VRzcydyAgQIEMhcQD2Vd4Ka1OC62tNIDjzwwLj66qvz1hUdAQIECBBokMBBBx0UixYt6o7YW1wblD+hEiBAgAABAgQIEBiCgP25ISA7BQECBAiMr4D9ufHNvZmPTEB9OzJ6JyZAgACBcRBQ345DlqfNUX01lmk3aQIECBAYloD6aljSIz2Pemqk/E5OgAABAm0XUE/lm+GmNLjuHBHLuhnvuOOOmDdvXr6yIiNAgAABAg0TuPPOO2OHHXaYGvUuEfFPDZuKcAkQIECAAAECBAgQqF7A/lz1pkYkQIAAAQKrCdifsyAIDFVAfTtUbicjQIAAgXEUUN+OXdbVV2OXchMmQIAAgWELqK+GLT7086mnhk7uhAQIECAwbgLqqXwz3pQG1wsi4thJxgULFsTixYvzVRUZAQIECBBoqMBee+0VS5Ys6Y7+wog4rqHTETYBAgQIECBAgAABAtUJ2J+rztJIBAgQIEBgRgH7cxYHgaEJqG+HRu1EBAgQIDDOAurbscq++mqs0m2yBAgQIDAqAfXVqOSHcl711FCYnYQAAQIExl1APZXnCmhKg+v9EfHsScLrr78+9t133zxFRUWAAAECBBoscMMNN8R+++3XPYMHImLTBk9J6AQIECBAgAABAgQIVCNgf64aR6MQIECAAIE1Ctifs0AIDE1AfTs0aiciQIAAgXEWUN+OVfbVV2OVbpMlQIAAgVEJqK9GJT+U86qnhsLsJAQIECAw7gLqqTxXQBMaXOdGxHcn+ebMmRMrVqyItdZqQuh5Jl1UBAgQIEBgJoGJiYlYb731YuXKld2HbB8Ry6kRIECAAAECBAgQIDC2Avbnxjb1Jk6AAAECwxawPzdscecbUwH17Zgm3rQJECBAYPgC6tvhm4/ojOqrEcE7LQECBAiMn4D6qrU5V0+1NrUmRoAAAQK5CaincsvIH+JpQpfo2yLikkm+BQsWxOLFi/PUFBUBAgQIEGiBwF577RVLlizpnslREfHRFkzNFAgQIECAAAECBAgQGEzA/txgbr5FgAABAgQGErA/NxCbLxEoIqC+LaLlWAIECBAgUFJAfVsSsBlfV181I0+iJECAAIGWCKivWpLI1aehnmplWk2KAAECBHIVUE/ll5kmNLgujIjDJunOOeecOOWUU/KTFBEBAgQIEGiJwLnnnhunnnpq92w+HhGHt2R6pkGAAAECBAgQIECAQHEB+3PFzXyDAAECBAgMLGB/bmA6XyTQr4D6tl8pxxEgQIAAgQoE1LcVIOY/hPoq/xyJkAABAgRaJKC+alEyH52KeqqVaTUpAgQIEMhVQD2VX2aa0OB6a0S8ZJLupptuivnz5+cnKSICBAgQINASgaVLl8aee+7ZPZvbImLXlkzPNAgQIECAAAECBAgQKC5gf664mW8QIECAAIGBBezPDUzniwT6FVDf9ivlOAIECBAgUIGA+rYCxPyHUF/lnyMREiBAgECLBNRXLUrmo1NRT7UyrSZFgAABArkKqKfyy0wTGlzvj4hnT9Ldc889scUWW+QnKSICBAgQINASgXvvvTe23HLL7tk8EBGbtmR6pkGAAAECBAgQIECAQHEB+3PFzXyDAAECBAgMLGB/bmA6XyTQr4D6tl8pxxEgQIAAgQoE1LcVIOY/hPoq/xyJkAABAgRaJKC+alEyH52KeqqVaTUpAgQIEMhVQD2VX2aa0OC6IiLWnaT79a9/Heuvv35+kiIiQIAAAQItEXjooYdigw026J7NwxGxXkumZxoECBAgQIAAAQIECBQXsD9X3Mw3CBAgQIDAwAL25wam80UC/Qqob/uVchwBAgQIEKhAQH1bAWL+Q6iv8s+RCAkQIECgRQLqqxYl89GpqKdamVaTIkCAAIFcBdRT+WWmCQ2uj0TEqjgfeeSRWGutJoSdX7JFRIAAAQIE+hGYmJiItddeu/vQiYhY7V/0M45jCBAgQIAAAQIECBBojYD9udak0kQIECBAoAkC9ueakCUxNlxAfdvwBAqfAAECBJoloL5tVr4GjFZ9NSCcrxEgQIAAgUEE1FeDqGX/HfVU9ikSIAECBAi0SUA9lV82m9ApmppqVn3SIvIhQIAAAQIE6hXo8TCJJtQM9aIYnQABAgQIECBAgMD4CtifG9/cmzkBAgQIjEjA/tyI4J12XATUt+OSafMkQIAAgWwE1LfZpKKuQNRXdckalwABAgQIzCCgvmrd0lBPtS6lJkSAAAECuQuop/LKUBOaVRRsea0Z0RAgQIDAGAgo2MYgyaZIgAABAgQIECBAoH8B+3P9WzmSAAECBAhUImB/rhJGgxCYSUB9a20QIECAAIEhC6hvhww+/NOpr4Zv7owECBAgMOYC6qvWLQD1VOtSakIECBAgkLuAeiqvDGlwzSsfoiFAgAABAlkIKNiySIMgCBAgQIAAAQIECOQi4IJqLpkQBwECBAiMjYD9ubFJtYmORkB9Oxp3ZyVAgACBMRZQ37Y++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UcmsHLlyviTP/mTWHvttUcWQ5kTT0xMRPqnqfGXmbvvEiAwegEF2+hzIAICBAgQIECAAAECGQm4oJpRMoRCgAABAuMhYH9uPPJsliMTUN+OjN6JCRAgQGBcBdS3rc+8+qr1KTZBAgQIEMhNQH2VW0ZKx6OeKk1oAAIECBAgUExAPVXMq+6jNbjWLWz8kQg89NBDcfTRR8ett94au+22W7zyla+MHXfcMTbffPN4zGMeM5KYip70Rz/6UfzlX/5lzJs3r/O/z3nOc0o1u/72t7+Ns846K771rW+tCmWTTTaJ8847LzbccMNp4f3+97+Pe+65J7beeutS5y06b8cTIJCHgIItjzyIggABAgQIECBAgEAmAi6oZpIIYRAgQIDA+AjYnxufXJvpSATUtyNhd1ICBAgQGGcB9W3rs6++an2KTZAAAQIEchNQX+WWkdLxqKdKExqAAAECBAgUE1BPFfOq+2gNrnULG38kAnfddVfsu+++ce+99646/9577x2XX355z2bOkQQ5y0lTrIcddtiqo17ykpd0GlTT/w7y+c1vfhPHH398XHrppau+vscee8TVV18dG2200WpDpjfHXnPNNfHWt741ktv73//+eNaznjXIaX2HAIGGCijYGpo4YRMgQIAAAQIECBCoR8AF1XpcjUqAAAECBGYUsD9ncRCoVUB9WyuvwQkQIECAwHQB9W3rV4X6qvUpNkECBAgQyE1AfZVbRkrHo54qTWgAAgQIECBQTEA9Vcyr7qM1uNYtbPyRCHz4wx+OE044YbVz/83f/E2nwbMJnwcffDAOPfTQ+OxnP7sq3Llz58a1114bW2211UBTKNLgesstt8QhhxwSDzzwQOdc6ZypyfV1r3udt7kOpO9LBJonoGBrXs5ETIAAAQIECBAgQKBGARdUa8Q1NAECBAgQ6CVgf866IFCrgPq2Vl6DEyBAgACB6QLq29avCvVV61NsggQIECCQm4D6KreMlI5HPVWa0AAECBAgQKCYgHqqmFfdR2twrVvY+EMX6NUcus0228T1118fz33uc4cezyAn/MxnPhP77LPPal89++yz4+STT4511llnkCGj3wbXhx9+OE488cTV3vQ6ecKjjjoq3ve+98VTn/rUgWJYsWJFXHXVVfGrX/1qoO/n8qVNNtmkk5/HPe5xfYf0jW98I1LjcFM/g8y5qXMV9x8EFGxWAgECBAgQIECAAAECXQIuqFoOBAgQIEBgyAL254YM7nTjJqC+HbeMmy8BAgQIjFxAfTvyFNQdgPqqbmHjEyBAgACBKQLqq9YtCfVU61JqQgQIECCQu4B6Kq8MaXDNKx+iqUDgq1/9auy9997x0EMPrRrt2GOPjfPOOy8e//jHV3CGeodIDabHHHNMXHHFFatOtNNOO8U111wTm2222cAnn5iYiDPOOKPzz+Rnjz32iKuvvjo22mij1cb93e9+F5dddlm85z3vWc0xHfSiF70ozj///Nhxxx17NcCtMb7/+q//ioMOOii+9KUvDTyPHL545JFHRnpL8BOe8IS+w0nOb3zjG/s+PrcDB5lzbnMQTzEBBVsxL0cTIECAAAECBAgQaLmAC6otT7DpESBAgEB+Avbn8suJiFoloL5tVTpNhgABAgSaIKC+bUKWSsWovirF58sECBAgQKC4gPqquFnm31BPZZ4g4REgQIBA+wTUU3nlVINrXvkQTUmB1JiZ3nJ64YUXrhpp/fXXj89+9rPxspe9rOTow/l6rwbdD33oQ3H88ccXbiidGvFf//Vfx2mnnbbqX8/U4JoOSA2xy5Yti6OPPjqWL1++2lBPfvKT48wzz4zDDjusUNOwBlcNrsP5W+QsVQgo2KpQNAYBAgQIECBAgACB1gi4oNqaVJoIAQIECDRFwP5cUzIlzoYKqG8bmjhhEyBAgEBzBdS3zc1dn5Grr/qEchgBAgQIEKhKQH1VlWQ246inskmFQAgQIEBgXATUU3llWoNrXvkQTUmB73//+7HffvvFD37wg1Ujpbe5Xn755bHhhhuWHL3+r//mN7/pNLJeeuml02js3QAAIABJREFUq06W3ph61VVXxaabblo6gCINrpMne+CBBzoxpSbhqZ/U/Pr+978/nvSkJ/UVmwZXDa59LRQHZSGgYMsiDYIgQIAAAQIECBAgkIuAC6q5ZKKlcaQHrf385z+Pb33rW/GP//iPceedd8a9994baV9q8vPsZz87tthii9hyyy0j7ZftuOOOsfnmm8djHvOYlqqYFgEC4y5gf27cV4D51yygvq0Z2PDDFXjkkUfiJz/5SXz961/v/JOulacHGP/3f//3qkDmzZsXqabeeeedY7fddovtt98+Hve4xw030D+e7cEHH4xvf/vbcfvtt3f+N9X96XeAyU962PLcuXNjm2226dT+u+yyS/zZn/2Z2n8k2XJSAtUJqG+rs8x0JPVVpokRFgECBAi0V0B91brcqqdal1ITIkCAAIHcBdRTeWVIg2te+RjLaH7729/GWWed1bmBreznP//zP1e7+JXG22qrrToX60b5efWrXx1vf/vbZw0hGbz2ta+Nn/70p6uOveyyyzpvSu3xw3PW8aYeMLXBNV0MXLRo0aw+Dz30UJx99tlxzjnnrDZk+v9PPPHEvi8m9mpwTRdTn/rUpxaeyzC/kC6q/vCHP1x1yiOPPDI+/OEPxxOe8IS+w7j66qvjjW98tME15fltb3vbyC4czxb41772tTjjjDNKzXm2c/jzvAUUbHnnR3QECBAgQIAAAQIEhizgguqQwYueLt3E/uIXv7jo1yo5fpB9kskTP/zww7F48eL42Mc+FrfddlvheNKe36GHHhoHH3xwZ3+riv2zwkH88QtT934GHWfyZv45c+Z0mg5SI+8OO+wQz3rWs2LttdcedNiBv/e73/0uTj755LjwwgunjfHe9743Tj/99FhnnXUKjd/rIX+FBqjw4NRQnZom+v2kZoy05no9DPDjH/945898CFQlYH+uKknjEOgpoL6tYWE0qR5qav08NW0//vGP41Of+lTnYcnd1zL7SW+qO1Mdner5rbfeuvZaOtWA6frjJZdcEl/4whf6CXG1Y9I1/3St9U1velNssskmhb/f6wtVrYP111+/U7una8epMXeyjq/ygTyjfJB0mtO1117bue9ipk9d8U3abrDBBh3X5zznOZ36fVS/H1Wy8MZ4EPVt65Ovvso4xXX9nF7TlMvsGWZMKbQGCUy9T3LQ0CfrkWc+85mdB6+kf573vOdle8/foPOc/N4vfvGL+PznPx8333xz5z7cyd8zuh3StYhDDjkk1ltvvbKn8/2SAuqrkoD5fT2beqrK6ziT9/CnfYjnP//5nete6ffMql5alX5OHXDAAZ0HfU1++vk9Nr/0Dy+iXv+NPPPMMyNd9/OpT6CqfahBIlSb96/mZ0r/Vm05Uj2VVyY1uOaVj7GMpspCOFfAfgq/XjeL7b777nHllVdG2iCp4pPeDPvWt751oCL+97//faQL0yeccELnab9HHXVUnHfeebHuuuv2HVqvDdN0wfWggw7qe4xRHDi1mB+k0Jt6UX+QMYY596bFO0ybcTmXgm1cMm2eBAgQIECAAAECBPoSyOaCal/RjuFBTbsglvaZrr/++s7DtYreiN8rvenmmrRXlR7ENqoHqVXV0DHT8k03TaWHpaV9tHRz97A+vS7iTZ57p512imuuuSY222yzQuHktB9ctME1/V3bc889Iz0QcOpn7733jssvv7yymzIKoTq4lQL251qZVpPKR0B9W0MumlQPNa1+npqu+++/Pz70oQ/FJz/5yZ51SZH01l1Lp2vgqaH13HPP7bytteynynjrXgfpITxHHHFEvOUtb4lnPOMZpaY+isakyYD7uTF42PFN/n6UGp6L3K9QKgm+XFpAfVuaMPcB1FcZZ2jYP6cTRe73RWWcLqFVJFBVg2uvcFKTVroH85hjjild51U03dLDpLo9PcDvtNNO69wbuqZPelDOxRdfHKk29xmtgPpqtP41nD2bemoY13HSi6Pe8Y53xEtf+tK+X7LUy1wzWvGVqMG1uFkV36h7H2pNMarN+8+gnyn9W7XlSPVUXpnU4JpXPsYymmEUwqOG7afBtdfbW6tu/px6Ybmfi1HddhMTE/GlL32p8xTgdNH06U9/eiFaDa6PvsE192JRg2uhpd3KgxVsrUyrSREgQIAAAQIECDRLYPuI+G4mIWdzQTUTj+zCaNIFsdQY+J73vCc+8pGPVO6Y9ro++tGPxs4771z52LMNWHdDx+T505Ou001G++yzTzz+8Y+fLazSf54aNg877LAZxxnkraU57QcXaXD9f//v/3WastOF/16fdENXerPry172stLuBiCQBOzPWQctFFDftjCp3VNqUj3UpPq52zjddL5o0aI46aSTZr3pvOhyS7V0ukk9vZGqx3+Dig7XOf4nP/lJnHLKKZ2HolT9SXXx6aefHvvtt9/AN8IOax2kBoi/+qu/6jS7DtqMOYrGpMmc9XNPwajiS29zvfDCC2OHHXaoeokZrwYB9W0NqBHqq1pY2zfoKH5O535fVPuybEZTBepscJ08V3qgydlnnx3777//wDVpDplLD6RM94KeeuqpfYXzrne9q7NHus466/R1vIPqE1BfVWKrnurBOMzrOKnRNV17mTdv3kD7EZrRiv890OBa3KyKbwxrH6pXrGrz/jPoZ0r/Vm05Uj2VVyY1uOaVj7GMZpiF8KiAZ2tw7WVQxxP/yza4Tvqlm7kG2aDQ4KrBdVR/B523uICCrbiZbxAgQIAAAQIECBCoWOB9EfHSiDgjIr5W8dhFh9PgWlRsyMc35YLYww8/HCeffHJccskltQmlm4rSm6zSE5+H+RlWQ8fknNJT8s8777zYeOONa5vmgw8+GIceeminaXOmzyB7mDntBxdpcP3Rj34Ub3jDG+Kb3/zmjB7HHntsJy/DaD6uLfEGzkbA/lw2qRBIdQLq2+ossxypSfVQU+rn7kSntyi9973v7auWTg/e2H777eMJT3hCZ4j/+7//i+XLl8/aFJsaMVOT6wEHHDDQTaWT8aaHJi9btiyOPvroznln+6TzpibKxz72sZ1Df/3rX8c3vvGN2b7W+fO3v/3tcdZZZw309qhhr4NXvvKVccEFF8TWW2/d19y6DxpFY9Lk+XNucE0xpmbnyy67LHbdddfCrr4wXAH1bS3e6qtaWNs36Cj+O+Im+vato6bNaBgNrskk1d6pTj/++OMb2+S6ePHiSPvN6eGU/Xw+9rGPdd7S7DN6AfVVJTlQT/VgHPZ1nPSzNP1unx4MVfT6ima04n8PNLgWN6viG8Peh+qOWW3efwb9TOnfqi1HqqfyyqQG17zyMZbR/O///m/ceOON8eMf/3ig+afvf/GLX5x2Y9Fb3vKWzsWMHD7bbrttvOpVr5oxlFtvvTVe//rXx09/+tPOMalYv/LKK2OvvfaqNPyqGly7g0r+aXMjPYE3Nb6mC1yPecxjesatwVWDa6UL2mC1CijYauU1OAECBAgQIECAAIF+BJ4UEfdHxBP/2OA6ykZXDa79ZGyExzThgthsT4FPjampeXD33Xfv7C9tsMEGq27IT7Tp+//zP/8T6aLSTTfdFFdddVU88MADPdV32mmn+MQnPhHbbLPN0LIy7IaONLF0g/xFF10UW2yxRS3z/Na3vhWvfe1rV+1ZppM84xnPWO3/H+StpcO+MWJNOEUaXD/zmc903pw7+UlzT00jv/jFL1b9u7Tmrr/++njuc59bS04MOl4C9ufGK99jMlv1bcsT3aR6qAn1c/dy+fnPf965gTzdeN7rk+qS9MaTgw46KF74whdGahid+t+R1HSammS/8pWvxBVXXBFf+tKXeo5Vtsk1nWfp0qXxtre9bcZ6PcWbHpSSruenN7Q88Ynp197VP4888kjn+vPf/d3fdd4Ae9ttt834NyjdjJ/eOPXUpz610N+yUayD9LvORz/60dh5550LxTqKxqTJAMs0uKb7NdLveoN+0u986XfA2T7pd8B0f0VdvxvNdn5/3p+A+rY/p4JHqa8Kgo3r4aP474ib6Md1teUz72E1uKYZp/o2NX2m/e0e/73LB6VHJL/61a/isMMOixtuuKFnnN313OSDcz796U/HK17xiqznNS7Bqa8qybR6qgfjqK7jvPvd7470z7rrrtt3cjWj9U216kANrsXNqvjGKPahJuNWm/efQT9T+rdqy5HqqbwyqcE1r3yIZgCB22+/Pfbdd9/VLpAtWLAgFi5cGE972tMGGHG4X0lPoE1Plv3Upz616sRvetOb4iMf+UjnRr7uT7ogmC5cpo2D9GTXohsiU4ujdIEnbU5st912PSedbhxMzavp5sF08ei+++6LdAH1e9/7XvzHf/xHfPe7313tyV177LFHpIvXG220Uc/xNLhqcB3u3y5nKyOgYCuj57sECBAgQIAAAQIEKhNITw0+vWu09CbXUTS6anCtLKX1DDTTBbHUBJpucs/h02sPL8WVbv457bTTOjfAF7lgnd4Gm25gfs973tPzTVTDvlDXq6GjnxvBp+ZmxYoVkW4cSPtw6a1VqalyTTfzpwfkXXrppfH0pz+90jSnB9mdccYZkS5yT3523HHHePOb39y5uaD7af7DfGtpr4vus+1JVgGT1tsxxxzTaQaZ/KQHGr74xS+Od73rXaudIjVXpDc2FN27rSJOY7RLwP5cu/JpNqsE1LctXgxNqoeaUD9PLpV0bTZdS04P0ej1SdeVTz/99Nhss836rj9S82h6aMyJJ57Ys3kwNSSma8jPf/7zC6/YW265JQ455JCeza2p9j/qqKPiuOOO6zw4pd9Pumb9D//wD53a/9vf/nbPr6VxzzvvvEK/U8y0Doo8BCUFk+r3lStXdhpyv/nNb8YXvvCFzj8zfQZ5IM9MjUnD/r1npjnNFN+ZZ57ZeaNZmU964PY999zT+d0ovQE3NWr3+qTfU9LvMDM9jLtMDL5bjYD6thrHHqOor2qjbc/Adf6cbo+SmbRNoIp9xFQ3pwbQtDd49913d2q89PCVXvVI2gtOfzbMhy5WkbN/+Zd/if33379zP2j3Jz1cMb1NcYcddoi11167ilMZowYB9VVlqOqpKZQzNbgW/R106s/RtGeQflbO9ADbFMY555zT2a/o93c7zWjF/x5ocC1uVsU3mrQfWcV8mzqGnylNzdzgcaunBrer45saXOtQNebQBNLmQbpZKDWzTn7qevtpXZNKDavpqbKTN4Wli3npKVe77rrrtFP+6Ec/6jzp65//+Z87Tb3vfOc7CzW69iqO0sXJ1Aj8y1/+snNhKG1a/Pu//3vce++9a/wlopfHbDftaXB9tMH1RS96UcyfPz8e+9jH1rW0So2bNuXSTbCTn6K/mJY6uS9nIaBgyyINgiBAgAABAgQIECDQ/dTgbo1hN7pqcM18LeZ+Qex3v/tdnHzyyXHhhReuJlnFk+1vvfXWOOKII6bdmD/Im0XLpLmqho6pMaSL/3fccUfnRu2ZbpIf5Gb+2eaabi448MADY9myZasOTXuYqangrW99a3zta+nH0B8+w3xraRU3ps02915//p3vfCde85rXrPb22tTYut9++8UBBxzQ2Uud/Lz85S/vPMywSNPGIDH5TvsF7M+1P8djOkP1bYsT36R6KPf6eXKZpMbOdGNnrwbB1IT6gQ98oPOG+UFvOE81THqIx5e//OVpKzPVOelBKhtuuGHfq/YHP/hB562sqclz6ufP//zP4/zzz++8uXTQB4Gk6+lnn312x6TXp+hNsFU1uE6NJT20Ol3XTzV890Ouu48r+qCacW5w7Xb7t3/7tzjppJPis5/97LQlUKYxu+9F7sBSAurbUnxr+rL6qjba9gyswbU9uTST/gXq2kdM9Uh64N8Xv/jFacGkuj09fGadddbpP9ARH9mrJk77mp/73OfiBS94wYijc/rZBNRXswn1/efqqSlUVTW49spAGvvGG2+M97///T0fulXFtcO+Mz+mB2pwHU3im7IfORodZyUwOgH11Ojse51Zg2te+RBNQYGpzaHp6zO9/bTg0EM5/Be/+EUcfvjhsWTJklXnm+nJoumtCemps+nPJz+pkE8bIyeccMJqGyPpoll6M+xvf/vb+Nd//ddI50nNq+mpEp/4xCdqm1va3Pj85z8f6W0OvT4aXB9tcK0tCTUNrMG1JtiMh1WwZZwcoREgQIAAAQIECIybwNSnBnfPf1iNrhpcM191uV8Q6/Wk00Ra9Ab0mdLQa48wHTvMN4vW1dAxOefZbuZPb7NNb+sdtFlgqm16O1Jqluj+pGaC1Kg89c2u6ZhhvbW0rhvT1vRXPO21fvjDH+48Mbz7kx5S+OpXv3ram13TMenmjNe97nWZ/+QQXu4C9udyz5D4Sgiob0vg5fzVJtVDudfPk3meqc5NjXx/+7d/G7vvvnvp+m9NTakf//jH49BDD+1r2aVr0+lNs70aOl/1qlfFxRdfHCnusp/U9PvJT36y8xDsyQdIT45Z9EHYdTW4TsaTHvRz2WWXdR4SMzXWdEyqbU899dS+3kqjwfXRlZPeapyuXae/H1M/yTR5V/V7Udn16vurC6hva10R6qtaeZs/uAbX5ufQDIoL1LmPOFMNvdNOO3XeTLjZZpsVD3hE30j3raaHr3R/0otX0u8CT3ziE0cUldP2K6C+6leqr+PUU11MdTa4Tp4mvYzpuOOO6/nQraa+FbuvlZbBQRpcR5OEpuxHjkbHWQmMTkA9NTr7XmfW4JpXPkRTQOD++++PN77xjZH+gz/5SRfF0sXT9HbM3D/pxqj01op3vOMdq0Jd0xtQe90ImN6OcNZZZ8V9993XeQpsamZNb1dIxw77s9VWW3UuSqYb3QZtcJ3pZsdhz2VqHqYW84M0e/a6qD/seZU53yBzLnM+3x29gIJt9DkQAQECBAgQIECAAIE/Csz01OBuoLobXTW4Zr4cc78g1usmmSpv9pnpQvsuu+wSixYtquRG+tmWQN0NHen8Dz/8cKfB9JJLLpkWTtoPveqqq2LTTTedLdRZ/zydJ73J64orrlh1bPcbcb/61a/G3nvvvdpN+sN6a2mdN6bNBPPTn/6081DFm2++edUh3W+tvfzyy+Owww5b7etvfvOb46KLLop11113Vm8HEJhJwP6ctdFiAfVtS5PbpHoo9/o5LZFeD0pO/76ON5nM1Ejbb42XrnunG+CPOOKIaau76JtK+/nrkZpc0wNWUnPo1E9q+k0Pf3nmM58561B1N7imANYUa5E3jmpwXT2dt99+e6TGi3RvRPcnNVOn/Bd58/CsC8UBlQmobyuj7DWQ+qpW3uYPrsG1+Tk0g+ICde8jznQvYKqtFyxYUDzgEX2j1zzcJziiZAxwWvXVAGgzf0U91WUzjAbXdLo1PXQrPXQ03R//+Mc/vtJEG+wPD9w67bTTVqM488wzOy/c8qlPoAn7kfXN3sgE8hVQT+WVGw2ueeVDNH0KpAtBp59+eqeZsvtT5CmnfZ6qtsNSYf6GN7whli9fvuoc559/fufNElN/UM403/RG1z333DMOPPDA+N73vldbrE9+8pMjNX2mi2xbb711bLnllvGUpzyl87SxdBF1gw026OspqLO9wVWDa20pLD2wjavShI0bQMHWuJQJmAABAgQIECBAoN0Ca3pqcPfM62p01eCa+frK/YJYevvlCSecsJpiagi84IILYs6cOZXofuUrX4lXvvKV08a65ZZbYtddd63kHGsaZBgNHen8a3pbUVVvUb3rrrs6N4vfe++9q6a82267dR4s+Kd/+qfRq+EzHfjlL385XvGKV9RqXfeNab2C77W2Dj744M5byNLe6Pe///3Yb7/9OjdiTH622GKLuOGGG2K77bar1cPg7RawP9fu/JpdqG9buAiaVA/lXj+n5dHrIRrp37/73e+OM844o6+3fva7zGa6cTV9v5830/d6MHX6bp1vXFnTw19muuY+1WMYDa7pnGuKNd0bkK75z3bDrgbX1bM305p93vOeF9ddd13nngaf/ATUt7XnRH1VO3FzT6DBtbm5E/ngAnXvI6aXkaR7P7/5zW+uFmS6n/Vd73rX4IEP+ZsaXIcMXvHp1FcVg4b9qknRYTW4pvOl63iHHHLItAcYPeMZz4jPfe5z8YIXvKDyRI/7gBpcR7MCmrAfORoZZyUwWgH11Gj9p55dg2te+RBNnwK9niJb5GmsfZ6mtsN6XcRKT+5auHBhPO1pT5t23l5PIJ2c7+Me97hOg2v3GwSKBv7CF74wNt544//P3nkAz1HcabtPRIENJ2ORfRZHMIdABhFNEphgokQSQXAgkYookgEBBkEVydjGSAIhITDBHCIHEW0EyMCJjCSC4Qw2cCbDwRFMAZ+Nv3rHN39mZ3ty2N7Zp6tUdvGf6el+unfn3e5+fz8zdOhQs8QSSxhlY9VhNf03HdKaf/75s1ZpvR6D6z59XHbaaSdz6KGHGo1fmvLVV195G8jvv/++OeiggwqNyWeffWYmTZpkNIeifvzNmjXL2xz3CwbXNKPUrGsQbM0aT3oDAQhAAAIQgAAEIND1BNJEDQ52smyjKwZXx6eQ6xtito3SstcalLlHa2SzZ89uGS1lNd17770rH8G6DB3qSFS2orQZtuJgKPuWDMmKjB0sxxxzjDn33HO9tSxdo6jZ4UjOaQ/nFxmMqg+mhdv2xRdfeFlzJ06c2PKn888/34iJStRBj7IMx0V4cW93E2B9rrvHj9YnEkDfJiLqvgu6SQ+5rp+jAoqsv/76Zvr06V4Q4rLL448/brR/qWcHSxrdHmXGveSSS7xM95Z3WinNtwWUVsUbbbSR0e+AQYMGxT6nLoOrGhFlAv63f/s3c8MNN5jBgwfHthWDazueqVOnmkMOOaTtDw8//LA3ByjuEUDfVj4m6KvKEXfvAzC4du/Y0fL8BKpeR/zoo488rasgd8HSbRnwMLjmn2Mu3Im+Kn0U0FP/h7ROg6v2nLQHc/TRR7cNqPahlAxrvvnmK32we7lCDK6dGX3X1yM7Q4WnQqDzBNBTnR+DYAswuLo1HrQmBQFtVI0ZM6Yt+tUee+xh1lprrRQ1VHPJ6quvbrbffvvEyiXGtfGozZZPPvnEu14mUi122LJM2A5R6fpf//rXZsSIEUZmxaOOOspceuml1mfLrKrMqyuttJIZOHCgF7E0mE2grkN+ahwG168Nrmk2g/0Bfe+998zpp59uJk+e7M0VHTJUxKK8xuMHH3zQ7LnnnubTTz/16tGBxfAGb3jxKkt7Ez8EXNAVBBBsXTFMNBICEIAABCAAAQhAoLcIpM3CEKRSltEVg6vjc831DTHbRqkyhGo9a/HFFy+Frn+g6I9//KO3BrbAAguYNddc08j0qeyjVZc6DR1/+9vfvMBk4houaTJsxbFQcDVlJ73nnntaLgtnZ7UZINIezi8yFlUfTAu37b/+67+M1p3nzZvX9ydbdtabb77Z7Lrrri23l2E4LsKKe7ufAOtz3T+G9CCRAPo2EVF3XdBNesh1/WzLIK/ZUGUADQVoPuKII8wVV1zRMvF22GEHL3BulFn0ww8/NAcccIC55ZZbatdCUcFZ1BD91lC74kqdBle1I8oInGZcMbi2j6TtO0dXYXB1992Bvq1lbNBXtWDuvodgcO2+MaPFxQlUvY4YZf7C4Fp87KghPQH0VXpWGa5ET8UE9qzqHHEnAn1lmBONuxSDa2eG1PX1yM5Q4akQ6DwB9FTnxyDYAgyubo0HrUkgYMt86gq0tIsTNoOuDIbKerDQQgu1dcc3Iwaj5SqDp0yOiy66qJcx4aqrrjJvv/22WWWVVcy3v/1tL2qv/qYDgv369eurM8lgWjXLpOf/9a9/9Uy/ylbaySJmwcy1YTGf50daXsOozK2K9jZjxow+JGrblClTzF577ZU54vHHH39sjjzySG/O+OVb3/qW+fnPf2723XffvkhHWoSTedovMtMutthimZ/XyXHk2cUIINiK8eNuCEAAAhCAAAQgAAEIVEAga9TgYBOKGl0xuFYwoGVW6fqGmO3gsUyC1113XUcD1pU5BnUaOtTuZ555xsgk/NJLL7V0I5hpNU//7rvvPrPzzjv3BeZTHTajptbwDj/8cC8IX7CkOZyfp13+PVUfTAu3zWZCGD16tLnwwgu99Ve/vPnmm16m4Fmz9HX7dSlqOC7Cinu7nwDrc90/hvQgkQD6NhFRd13QTXrIZf385ZdfmnHjxnl7wcGyzDLLmNtvv92svfbalU0MmVvvuusus8kmm5gNN9zQrLbaaqZ///6xzxPLbbfdtkU/6oaqdaHfqOeff96MHDmyJcCz/mbTbOGO1G1wjdKMaYL/YHBtn4YYXCv7KqisYvRtZWiDFaOvasHcfQ9xzeAaXt/5/ve/760TKomDis7IXXPNNZ72+d3vfuf9tw022MBboxo+fLi3npgmKYDOn/35z382eufPnTvXzJkzx1tLe+211/oGUWewFCRvxRVXNBtvvLH3T+uWwfN2aUbcxth2llDnth566CEvEYYCqqlNKkpeIQ7bbLONUYCR5ZdfPvaMlvqmwGxidP/995snnnjCfPDBB32s1ltvPW+Nb/3110/Uc2n6p2t0RvGdd97x1r/Uh2effdbj6if40PgpAN6wYcPMj370I288s3JM25Y011W9jhiVlOTss882J510UmwTbUH1wp+DNH30r7HVpzGQXlpiiSX6qrJdl+U5ec5MZqmfa7MTQF9lZ5biDvRUBwyuGpepU6d6iaPC5bbbbvPe/1GlrO9UXzfMnDnTC5z04osvmkcffbTvsX6yKa3LKLDuuuuuawYMGJBiSrVekqSDdLX0wm9+8xtvjSasFwYPHuy9a6UX5BlIo4nCjSzb4KrgZ9IiTz75pPe/0lq+xvGfLf0mvfODH/zAbLTRRmbo0KGpNYptr67Ie9NvU1TgtKrWtFxej0yrZbVuqSDImpv6nAS1oPS6xnW77bbz1hblOShc3vVDAAAgAElEQVSryNPw2GOPGQVk1udSn4s02tf2/ZDk98nzneI6P42DPFj6fErL63+1pur/LpKPRJ8pjaGS9ZX5G6KsOVBlPeipKulmrxuDa3Zm3NEhAjI/SjRoQ8/FkvTCU5ujInfJsCojY9BQqOv14tCLMlgk8LTItc4662TGYHuBpllUyfygiBuSDK5lPafsejppcFVftFirTKvBBVbNgyuvvNL7oZKl6MeesnD4i4u6V5mHFcV46aWXzlIV1zacAIKt4QNM9yAAAQhAAAIQgAAEupVAnqjBwb7mNbpicHV8xri8ISZ0Tz31lNlxxx29w2nBcthhh5nzzjuvxSjoOOrI5tVt6IgymGpTXW1ZdtllM6P84osvzAknnGAmTpzYcq/Wxk455ZS2Q3W2DeWqs5ZWfTAt2PGobGRXX321Z2YNlqisummMFZkHiht6hgDrcz0z1L3eUfRtg2ZAN+khl/VzERNk3dNJBwEVxPnUU09tebQt431VbYvSsDJX3HDDDUYHP6NK3QZXaUaxOuecczLzwuDaOoqae2eccYb3L1jqMIJXNZd7oV70bW2jjL6qDXX3PKhbDK4yadx6662eOTB8Xi5IWwfmFZjjX//1X62DoMPbOlt38cUXewfhsxbVf9RRR3nGEVuyClt9SYfadWZQbZ4wYUJs31S3TLdaN9U6nQ6bh8urr75qxo8f35LcIKqPMt/obOAPf/jD3GZTvXdlUjnzzDPNLbfckhpnHo6pK09xYdXriFG6XcaLrbbaKraFeYwTcRVicE0xIRp6CfqqsoHteT0Vdda9SqN7VGBX6QJ9p88333zWAS/6nap1BZlaf/rTn3oBHNIWva8VTOLYY481Q4YMSZ08KM7gqrYocKr8CHFayG+j3rWnnXZa5vd8GQZXGYJnz57t7Snec889bYHPkjjqDPzBBx9s5J8YOHBg7OWvvPKKlxAqrOt07v2AAw5IelTk322Zg9OsJ+V9oMvrkUlaVnPz5ptv9ta0FOQkqUjDyrB+9NFHJ45vXF3S9dLQkyZNSvWZWGONNbzfErvssoun410xuHaKn9jKn3TBBRd4idV8U3DS+GX5fCbV1Q1/R0+5NUoYXN0aD1oTQUALJdOnT/dedkFjnkvA0hhcoyLuZumHDv1JEEeJ9bi6bD860rQ7S/virsXguk8fniw/9KLmvyJkXH755V70uzTl3Xff9X4MBLPB5jXKpnke13Q3AQRbd48frYcABCAAAQhAAAIQaCyBIlGDg1CyGl0xuDo+pVzeEBO6KKOg/qYNSR2yGjRokOOU45tXt6FDrVFWL60TBos21HWIShFWsxbbBrEOiOtgobI+hEvUhnKVWUurPpgW7KMiEO+0004txmytx2mdeoUVVmjjYbs+jl/W8eH63iPA+lzvjXmP9hh926CB7yY95LJ+VhYCRcoP74lHBR3p5BT66KOPzIEHHugZSIIlTUbSMtsdlcnz2muvNXvssUfko+o2uKoh2qcdMWJEW5uS2orBtRWZ7RCqrigS8KfMOUlddgLo29pmBvqqNtTd86BuMbgqi5DWuoIJAGyUo85c6XzVAw884CXPUFaiokWmFa2/6WxVUokzBag/xxxzTCZzqJ6nhAUXXXRR3/NlJNG62/HHH5/IKNherRcqyIbakDXLmw7B66zi5MmTc5/ZFMef//znkYbkJLZ5/171OqJMHrvuumtL89IG/ytqxgozweCad5Z0/33oq8rGsOf1VCcMrlFrDHof/vrXv47MllrkO1XGL+mGX/3qV7knk96zRx55pFeP/n9SiTK4yuSp97XeuVnL/vvv7wUgS5vkqKjB9c9//rP5yU9+kirYRlJflBlX5jtlHrd8p3m3RwUMKxpk9r777vNMysE1uKJ1xvXX5fXIOC2rz8lxxx3nfQ6zFmUFVdAZZe7NWpRFWUFntO+dtShYjOa52q61QWV89UuSbybPd4qL/JRYUMH/FBwujWHexlifTyUn3HbbbXMHy8k6dp24Hj3VCerRz8Tg6tZ40JoIArYMlv6lEnNpDX5lAZaYkRgMRgNJeuH5z47aYEvTtqKZNm0/OpKi26RpV9prMLjmM7iKr6J3KFOGhEKwaAN06tSpZqmlloodBi3iKlqNIt4Ey7nnnusJz6wLmGnHnOu6lwCCrXvHjpZDAAIQgAAEIAABCDSeQNGowUFAaY2uGFwdn1Yub4j56G677Tbz7//+79aDUIriqr8pK+Zaa63VlesUnTB03HvvvZ75IVxsGUbTTGFbRlaNiw7S2Tblo4L5Vbn5W/XBNJ9TVEbWuLXUqMMXOpCgrBp5AhamGTeuaS4B1ueaO7b0rI0A+rYhk6Kb9JDL+vmqq64y++23X9uskJ4ePny4U7Pl5ZdfNnvuuad56qmnWtpV5/6zHhyV5UUaTP+iDkh2wuAa1dakswYYXL+eYlH73rpCxh3tfy+44IJOfVZozD8IoG9rnQnoq1pxu/+wbjC4av1E6z7Bw+c2slqjUhbRLbbYouXPOsB95ZVXeu+CMpNnpD2XFXWoXVrpiCOOyHUwXx3cd999vYxV6neR5CC6X6YEW6CNqBn80ksvFWp7sF4djr/kkkvMpptuWtsHpsp1xLffftsL9HLnnXe29EcGnbFjxyZm8ctjnIgDh8G1tmnl3IPQV5UOSU/rqU4YXKNMjDLIXXfddUbvElvJ+536zjvvGAXN0HpLGUWGOgWFWHTRRWOrsxlctT8nk20ec6v/sHBgjLhGFDG4ag3o8MMPb8umWoRhmkRNNjOqgszefvvtZu211878+Kg9ziqD+Lq8HhmlZeU5KPo50fgqON4666yTepwefPBBz++Q15ipB40cOdLoc6kssp0yuHaKnzLfKsC4/hUtRYLlFH12Xfejp+oine45GFzTceKqDhJ44YUXzJgxYyLF0MMPP2w22mijWluYlIo9rjFRm1ZJHdALQi9426G1pHv9v2uzR5EY9M8vWTKJpnmOosXpn80wicE1v8FV7KN+UJ1zzjledL64Q3K2H3ESbzLHDhgwIM3Qck2PEUCw9diA010IQAACEIAABCAAgW4iUFbU4GCfk4yuGFwdnyEub4j56LSRcsIJJyRuzmqTa7vttvMyFCgLqcyvUQfSXRqWThg6FLl29913N88++2wLiqTD8TZuUeZMBUw74IADIlFHbShHZX0tOmZVHkwLtk2ZNUaNGmVmz57d95+jDlAG77OZhOOyvhblwf3NJsD6XLPHl961EEDfNmRCdJMeclk/2/TOyiuv7O0TDxkyxKnZEsVR5hKZMeoqUaaduGAtalsnDK7KHCGdOXPmzBY8SXv2GFy/xhUVHD2NXq9rTvIcOwH0ba0zA31VK273H+a6wVXf4f379zfvvvtuH8wddtjB6J/MLB9++KFRoLe77rrLDB061Gj9JXzWSZmdlEXeZm7VeqOyfK+33npeff75Kq1X6rD7Qw895OmCKGNsGtOijbEO1Ovdr8xJwaI2KIvVqquu6v1nnY2cNWtWZFZWGS2WWGIJLwhKMLut1k1l9F1zzTW9Pv33f/+30VpdlBEgbXZRtUl1aE1QXGxFfVDwFfVDYyFTku7ROc477rgjchykE4cNG1bLh6aqdcSobGJpzdA+33A2sSQDVxy0tAZXGcE1z3W20y/KRBtOmKGzuuK38MILtzxW50EXW2yxrlivr2WSOfAQ9FWlg9DTeqoTBleNZlTQrzifQB6Dq74PFRxJATbCRe9X7VEqIO/qq69uFlhgAe+SN99808ydO9fMmDEj8l2rYA4KgBC3rxl+P2nNZ4011jD6Pg6WTTbZxHsXKziEvns1Js8995wX8ELBPmy6Je27KK/B9Y033vACFj/wwANt3KTn5OVQu/VO842+vkZ4/PHHY/VO0nl26UHxUN+DRUmjFOAk617yK6+8Yvbaa68Wb8qGG25orrnmGiPtWEVxeT3SpmWPPfZY8/nnn7ft7eszIlbS1gowprmoz6jWa6KKH7RFczmpJPmGpH/1O0GfG2ngP/7xj96zFXjkgw8+aKlen2MFJnnrrbf6/nvSPnqe7xSX+Ok3jhKqTZgwwYra/46TJl9xxRX7vt/mzJnj/W4J/t4IVtDkhGroqaRPZb1/x+BaL2+elpFAmggp3WZw/fTTT42yKGihwF80kxjSS7tfv35exDWJYC26BV8Siuam6C5a0CtSwsI0aWPP9iyJ+//93/81Enivv/66t9Cmg3R6qesFd+2113op3cMFg2sxg6t4Pvnkk31zQyJDQks/iBZaaKHIaWHL/qofEPqhU3f24yJzl3vrJYBgq5c3T4MABCAAAQhAAAIQgEBGAmVGDQ4+OsroisE14wDVfbnLG2JBFmnW+sLs/ANfW221lbdZtvzyyzuZ4bUThg5tpivrrQ7ABYsOz2lDN3wAKW5eamN5p512atngS2PMfP/9973N7Hvuuael+qqyllZ1MC3MRgcJdt1115b/vPPOO1sPUAYvsm166u9JRuG6vzN4XncQYH2uO8aJVpZGAH1bGsrOVdRNeshV/Rx1gLTqA3Z5Z41tzFWXDpXVmZ0riptMHDqYOHDgQGsXO2Fw1aE/ZTpRBrVg0eFZ/beowMQYXI13mFcGn5/85CfWw3YHHXSQ+eUvf5mYLSfvfOe+4gTQt8UZZqwBfZURWJMvd93gGmSvM3Q/+9nPvHUZnaMLFh3W/tOf/uQdZg+WKLOFzlWdddZZ3tpVUjY1HXrXIXBlTgsbRtIYQ6MYB9upg/gKAChTaDhxhPp28cUXe+fAws8fPHiwUZYxZVRV0Xqp3odiFD5HqDN9999/v/ccWzZcZamTMTWuyECi4BthY67ukVH4tNNO80yq4fHx65SpV2uTNpYyvujc5KBBgyr/yJW1jqiznr4ZWvrXZirSOurll1+e+hxeHuNEHLC0BldbHTZNnxR8pfLB4wGpCaCvUqPKe2HP6qlOGVwV0MKWBCrqTLoGNs93avActj85dHZfiYaOOuoo7zx/VNF5bL0jbb9N02gG2/sprIXOPPNML/uk7Vy4El3pnP5JJ51kzRCv+seNGxe7l5rH4CqNMX78eGtGSAVKkKHuX/7lX2I/a/7vevUvHJAjKWiV+q3f/Mcdd1zLM9Ls3aV9/1W1t+k/39X1SLUvjZZdd911vc+INK3NyyI9ff7555uf//znbciTxte/IU6H6rlK8CbTqs3QHKfngw2qy+AahlAHP31OJk6c6GWtDRf9zvrxj3/sJR2M+m2k7zetvYmR7TOqtUsZ6ZtW0FNujSgGV7fGg9YECGixQ0IkvLkThtRtBtekQf7444/NkUce6UWi8YsWQcRBkVqKlvCixI9+9COj/6ZIb8GihTFlbnj11Ve9BTJFuHj66ac9M2tSyvcpU6Z4C13hgsG1uMFV4kMH4i666CLvnza0kyLPhKMUSihqjBR9JuneovON+7uXAIKte8eOlkMAAhCAAAQgAAEI9ASBKqIGB8GFja4YXB2fVlEbYlU2O29EeUVO1QahDjjlKX7GhW222cY7ULXUUks5sb7RCUNHWYfcFT1ZG4La0A6WsWPHegH34gKrRW0opzHH5hn/sg6mxT1bB9YUbPCKK65ouSxNFGht/OkAoTYPgyXvBnseRtzTHAKszzVnLOlJKgLo21SY3L6om/SQq/o5yvwYtZ/b6Rmhg4XK5hAs2ofU3uQGG2xQW/OkSaVn9S9Ykn6zdMLgGnVIOGmM0xw0rAK4DCgKqpNUqjBOiZXOTuh8grLR6QBx1DmFrKaSpP7w92oIoG+r4RpTK/qqduTuPrCu90haU1yUsSPveSZldFVygLAmUbZQBXRLezZKySqmTZtmDjnkkLa67r77bi8rWVRJYiyjycknn+wlvogqcdnk/Htk+rnwwgsTzxBGZTyXGUb8/Sy24bbEHYrXeUYZhuP64NenehQQ79BDD20LTCEO0m1hk2/Zn6AkA1FZz9OYyBztZ+RNU28eM1ZcvRhc01Bv5jXoq8rHtWf1VKcMrnkMgHm+U23rGWmMocH3nH6nKitlMDOk/p4UTCLu/aR1DAW8UDCMpBIVVFj7qDfeeKNZZ511IqvIY3B9/vnnPdOtfqMHi9aFZFjNkrxLXoR99tmnrS61S0bZKO1ma4N0SZJOC4Ow7QPmqSdpjMJ/d3U9Uu1M0rIKKiYdGBVEzu+r9KzOAMgoHi5pdKj8EeHM8qpH+lH/koLWSM/LEC/dGs7m6renEwbXOvipfzbzvv67fsdMnTrVKHBOmqIEfQrQp6y4wbL55pt7fqblllsuTTVdcw16yq2hwuDq1njQmv8joM27E0880RNqSaVJBlct7mjzV5HjgkUvA20cpV1wi2M2Y8aMlugJyuCpyGoSbMrIqsguEoFRKcaTxkN/V5QW/Qu3N4/BNSryb5p2pL0maQ6FxXzaBdng88P98OvQNcccc4wnHFwuSYLO5bbTtnwEyvi+yfdk7oIABCAAAQhAAAIQgAAEHCLgG10fCLZJ6xcUtwi4vCFmIxUX/TMr2U022cTbBNVhtSWXXDLr7aVd3wlDh4LT6fCeNqqDJSn7U7jTtkywaSPpqq5nnnnG7Lbbbn1ZJPz6q8haWofB1dYfraHqQH2ajT9bhPEsPEublFTU9QRYn+v6IaQDbhJA31Y4Lt2kh1zVz1GHyaT5dGh+kUUWqXAEs1dt02ZJptLsT0l3h60tyu52/fXXR5oNOmFwVZBpGVx0mDZY1l57be8A3korrWTtcNJBw3SUsl9V1OCa/YnZ71AWu0suuaTWrMHZW8kdIoC+bew8QF91wdDW9R5Je54qytghk8ikSZNis6aFcUetj+U1UcqkonbMnDmz5VFJ78Q4xln6FWUeUWOks6ZPn54qS2hUQDut4WnNbvHFF7fOXJ0dVMKExx57rOXvhx12mBcIL8lUELxJ+wjKdjp69OiWrLRpjDdlfKyqNrgqQ7Cy98mEkYWL+pbHjBXHBINrGTOmO+tAX3XnuFla7Zye6pTB9amnnjI77rhjm2n07LPP9jKW2krW71Rb35R8SnttQ4YMST2pogKeRp2f9yuOej/p/ajgHMqSnrYogZX2SLW+ESxKLiYzYlQA2zwGV5spOK/ZLUqnJGnJqHmZNfOqbR+wjkC1rq5Hau6UpWVVly3Rm/570v51lA7PqkOlQaWZFbRGfqRwSfJDZP1OcYVf1HdS3qBwL7/8sqfjw98vF1xwgVGQ7CZpEAyuad869VyHwbUezjwlA4E4c+suu+xinn322ZbDUknmxAyPTn2p7UWe9MJLU7kypcrcGlwkyrLIZXvGp59+apQN909/+pO3OKLoKYrkVmWJEpkYXNszuGocMLhWORupOy+BJonPvAy4DwIQgAAEIAABCEAAAhCwE8Dg6t7McHlDLI6WAq4pkvGUKVPMQw89VAisDhRpo+roo49OjB5b6EERN3fC0JE3+1O4CzfffLPZddddW/7zlltuaa666iqzzDLLJOKKyniqTS+tQ2Y94BX3wKoNrlEZabP0JWoDNusGeyJ4Lmg8AdbnGj/EdNAhAujbcgajm/SQq/o56jBZ0gG/ckYwey0uGVylXffbb7+2TsSdJeiEwVUNzMOtLmNSGGCSmce/vlPtU8a0n/70p2bNNdfMPoG5o3YC6NvakXf0geirjuJve3hd39NpNUuUsSPteyfYwaKBysKwooJRnH/++d75rqgSxVhra7feeqtZb731Uk0KnZtUtiQlwwiXX/ziF14b0n6f2oKwJWWNt2XD1aF4tUfmn6xFB+2ViU1tD5Y61snqMLiOGDHCHHHEEZ4W6devX2o8eYwTcZVjcE2NvnEXpv0+aFzHe6RDndRTnTK42r7PNNxx5/Ozfqfa3tlJAbKippzetUrmpcBLqkPBUldYYQXv/0dlS496P2XJIBtsj22PLyn4WFaDa5Q+KRLoNpysS31KCsSha2z93WyzzbzkYssuu2zit0PUPqD2qqVlqyyurkeqz2VpWZ+fbZ04Kbhb1FxOG+AlOHZR32FJ3yf6e9bvFFf4RWU4VlC4PffcM9fU1jkO+ZqCRuEsZwhyPbQDN2Fw7QD0mEdicHVrPHq+NUoHroil06ZNa2OhyGoyuB5wwAFm3rx5fX9visFVL9MTTjihxXwqsatIrXFRYSS2FO1CmRZef/1189xzzxlFTZAReO7cudboE2VNtLXWWssoaszQoUPN6quvbpZffnlPnP/zP/+zmX/++dseg8EVg2tZc496qifAAlj1jHkCBCAAAQhAAAIQgAAEupVAJzdUu5VZ1e12eUMsTd+/+uor8+c//9ncdddd5qabbjL33Xdfmtus12gTWQemtt1220yHinI/8P9u7CZDR7CvUebUrAfmbJuOWQ/wpRmDqg2uUeZUzUutTacpUZvjOgyoTVitn1IgkIYA63NpKHENBMohgL4th2M36SFX9XM3GVw///xzo4wgkydPbplASYcoy5lt7bXY5p+uwuBajHhao1Fdxim/NzosrPmnw69lBtQpRou7kwigb5MINevv6Cu3xrOu7+kiBtc8mdNE+f333zdz5szpOy+nxA86yzZx4kTzzW9+M9dAZDV96CFRjNMYNcKNtD1f62y33367kTEgbbGZf+O0WlQ23KzrhOH2SXtrrbbug/FVG1yD/VQCkzPOOMMMGjQo1fDkMU7EVYzBNRX2Rl6EvmrksPZ1qpN6qskG1yizpkxgBx54YOpAEnlnn+39JK/ADTfcYAYPHpy52jzZ57NqHQWskN6SgU7Z3uVNkPaZOnVqpqy3wc7Z1uaSAnHofnkl9t57bzNrlhIff11kxBs+fHgivw8//NDzoSjLvF+K8E98YOACV9cj47SszI0XXXRRZl2dVYdGZR8tEhTl8ccfNzvttFNbRuikhHZ5dFrUb4G6+GkMbVmWi2Ym1m8t9eGee+7pm8n6jaXPzxZbbJFl+jt9LQZXt4YHg6tb49HTrVGWUW1C2CKQ+enFZeDcY489WgyuioIlY2WdReL9+uuv97Kh+iXphZfUPhlZDz744JbFnKQ03nFR25Kel/bvWU2scfVicMXgmnbecV3nCbAA1vkxoAUQgAAEIAABCEAAAhBwgMDvjDGnG2MeCLalkxuqDjBxsgkub4jlASbTpTZH77//fs/s+rvfaSqmL9pYOfvss72MrrYgbOlrSn9lJwwdn332mTnqqKOMIiQHS5oNYP96WzTXPAfmXnvtNTNq1Cgze/bslrYU2Xi00a/a4Kr5ps2+4IG7DTfc0FxzzTXe4ci05amnnjI77rhj26ZpkWjWaZ/Ndc0hwPpcc8aSnjhFAH1b4XB0kx5yVT9jcM0/QbvF4Krf0zI/6F+wJBmD6zImhUfAJYOrghnpt87IkSO9LHgLLrhg/gnDnR0hgL7tCPY6Hoq+qoNywWfU9R4pYnBVJiCtvwwcOLBgb4vfntX0oSdGMdYa5UknnZSpUbbD6VnW+/yHZT2cbzMi5FknDHfWZkTR+u1vf/tbs8EGG2Rik+XiOg2uape0is56aqyS3nlZxyap3xhckwg19+9Jc625PW9cz5zTU50yuL744otm99139xI8BUuZGVz/9re/Ge1dnXPOOS3P0B7QmWee6f3mXGihhSqbZLb309ixY815552X67laZzjrrLO8PgWLsr6fe+651t/OebRO2UDyGlw1flpTUR+CJS1D2z5g2nuLMnB1PTJOy55//vlGcylryap1bPvM0ot333232WijjbI+3rs+ymOT5PfJ2nYX+EX1Ne/4+cCjvi/z/MbJNYg13YTBtSbQKR+DwTUlKC6rloBeTIcffri588472x4k578igWkBy/bSqLZl6WtPeuHF1SSj7JgxY8xjjz3Wd5lEsqKbDBgwIPLWqBdH+lb/40otsCgCiZ+JVVkEJNYlDso8BFiGwVURH6ZMmRLLJa7/f/rTn7zoK8EfQElZgMNiPu2CbLAd4U3VrPPF9oMx7YZisB3hvmRtR9a5xfXdSwDB1r1jR8shAAEIQAACEIAABHqCwD8bY14xxuh/qyj+Rqof+vTvwYdgcK0CebE6ozbE8qwdFGtJNXdrXeT3v/+9Z3ZVltc0hleta2kNaa+99ko8UFRGqzth6CgaDTYq0+jo0aPNhRdemCkTUtSGctlZS6s0uJYZHTgqM27RSLllzFXq6B4CrM91z1jR0lIIoG9LwdjZSrpJD7mqn5VFQnvj4T3zPJm/6pgNNm2WZNSsql22tiRlgouaB0l7x0X6EHVIeLPNNjP6DC277LLW6l03P0e1T+cQkgLFiIkCHAWDzAQh7L///t7BVRlsOMBfZPZ1/l70be1jgL6qHbm7D4z6nu7UmSHbe1sZ0yZMmGAWWWSR2kF+9dVX5u233zZPPvmkufHGGz0t9sEHH7S0I4lVFOM867M2XZ3nrFrWw/kzZswwI0aMaOl3kkZJM1hR+ufKK680ynxaVSlrHfGvf/2rp1P8OXLzzTd769Q27SLdo34NGzYstltZxyaJEQbXJELN/Tv6qvKx7Vk91SmDa9TvdO336V1oK3m+U23vPL/uNdZYwzO5KmCB/n///v1LnWi291PRd6KtP9tvv72XcMzmQeiUwVXZ4p977jkvG6Qy1mrsgiVtQA9bZs40+5FRe5lps78WnQiurkeqX1FaNi8bW31xa4aPPvqo2XrrrVv0VRk6VEb2k08+OZOuz/Od0ml+UYGoFVBmq622KjR1bb9NOvnbrVBnIm5GT1VBNX+dGFzzs+POkggoS4CEp17c4aJFE5k8l1pqKe9PTTS46rCToltMmzatr/ta7NCC2TrrrJNIWXyUjSKpBDOxSgjoMKBflCFXJuKFF144qRrv7zr8dscdd5jlllvOM8WmLWUYXNMK2Kg22eZQ0iYlBte0I8x1TSKAYGvSaNIXCEAAAhCAAAQgAIEGElBW1fEV9CtsbPUfgcG1AthlVunyhliZ/fTr0sH/hx56yFx++eWRh4l0bdch6YQAACAASURBVJY1tqLtdMnQkfbA2/vvv+8ZKLSRHCx5Dt7pfs3Dbbfdtu1wV5lZS8s6mGYbb9u6YZHowLY5ofpuueUWoyB+FAgkEWB9LokQf28YAfRtAwa0m/SQq/o56gBp0f3RqqaX6wbXJLOtSwbXpDHuVoNrkhnIn5syjsybN887szB9+vS2KbvuuusaZYf44Q9/aPr161fVlKbeigmgbysG3F49+qp25O4+sBsMrnFZxsoiK6318ccfm5dfftnoELgC6snU+sQTT7QZWsPPTHqnRTFOOpNm65tNVysLrLTXfPPNlxpH1sP5tsyxMouccsopXpKMIkXZeYNnI1VXEtMiz9O9Va0j6tyk5tCJJ57orfOFi5jJUKRgK1El69gkscDgmkSouX9HX1U+tj2rp1wzuMbtW+X5TtU+o/bSZLKMK3r/KXukfrMr2/wqq6xizYiaZSba3k959ELwmU899ZTZcccdzVtvvdX3n9dee21z7bXXmpVWWqmteVUaXP3AENJab7zxhpFHZM6cOd6/sKE13LCktRH/eo2fEl2F38NJ+5s2E6DG9aqrrvKCalVdXF2PVL/L1LJR9cWt09n0r/awL7rookI61Gb+TtKgeb5TOs3P9h2gcZg8ebKXAK9IURI/+YyCJe1ntchz67wXPVUn7eRnYXBNZsQVFRJQFk1lUZCACZewuVV/b5rBVUJOmzTjxo1r6f4ll1xiFN0gTQTSe++914taobLBBhuYQYMGGZlZBw8e7BlQdZBv8cUXb9noCZti4yK12IZfWTL2228/77Ca0pfvvffeqTK99rLBtWjmVDK4VvhFRNVWAgg2JgYEIAABCEAAAhCAAAScJVBFtOAoY6sPAYOrs9PhHw1zeUOsSnQ6TPTKK6+YM844w9t8tJW0Zs+i7eyEoSNqrTTtgTdlGlBG0ahMSUWZ+PeXmbW0qoNpautll13mrclWXcaOHWvOO+88s9BCC1X9KOrvcgKsz3X5ANL8LATQt1loOXxtN+khV/WzMkmceuqpRtkFgiXuUGInp4Q0uPaMw6XowcysfYo6eKtDijJTDBw40FplJwyuUQfekg7tNd3g6g+QMujddNNN5vjjj/eMR8Gig8UnnHCCOe6440rPoJN1znF9PgLo23zcct6FvsoJrqm3dYPBNemgedaxkfFh9uzZRmfcZGJVIIVwVtYsdSa1r8xD7TZdnfR8W1+yHs63rbtlYZT12qwJObLWX+U6otqiNVWZXC+++OK2pknTjx8/PtKQnHVskvqOwTWJUHP/jr6qdGx7Wk91yuBqewdqlOOyEOb9TtWagEySSabL4Cz71re+5QUw3WmnnbwATEreleacf7CO8PspKThXmlluY6Dss9dff71ZddVV26ooy+D65Zdfmrlz55pZs2aZRx55xMgIl4VnuGFZTHO2Pb3Ro0ebCy+80Cy66KJWbMrCvuuuu7b8TSwUzCPrOKYZl/A1rq5Hqp02LatgHUrWNmTIkMzdzZrB1ZZptQytaGOepKvzfKd0ml/U3Mo8cClvcHWtOmXz2y5DT+UlV819GFyr4UqtKQl88cUXnjCQyTNYRo4caSZNmtSXudX/m+2lUUZ0gZTN7btMCxRnnXWWeeyxx/r+W9ILz/YM3yga3Jw56KCDjCKiRQks1SNjrF6GiionA6uywIZNrHF9CppidV2ckA3XIwE6ZsyYlr7/+Mc/Njo4J/EeVzC4ntaHR8ZgRR9MWzC4piXFdWURQLCVRZJ6IAABCEAAAhCAAAQgUDqBMqMFJxlb/cZjcC19GMut0OUNsXJ7aq9Nh6B1cF0bXWGzpiLu3n777UYbLVWWThg6Hn30US/wXbjPadadtOmsoHtah6y6lJm1tKqDaR999JFnbtVGbdVFkXIVFVwBCikQiCPA+hzzo4cIoG8bMtjdpIdc1s/hQMWaHnVp2qxT8cEHHzTDhg1ru00ZQvbYY4+s1eW+XgYWGUTvvPPOljqSTKOdMLgq29eee+5plFkhWJKy1vWKwVVMFMjogQceMPvvv3+byVV/P/300z2ja//+/XPPGW7sDAH0ba3c0Ve14nb/Yb1icNU75JlnnvGSNSijV5lB3ZLOBdoYZzmPF5xFnTC4fv75514QCZ3DrKtUHZiwqnXEIJ+XXnrJ06HBM6T6u7K4Kiv9CiusYMWZxzgRNy4YXOuate49B31V6Zj0tJ7qlMHVZnJLWhMp8p369NNPGwUl1fpAnqLv+3322cfsvvvuZskll0xVRV0GVzUmKgBZUYPre++952VmVzKvcHCqVBAiLspicLWNe5wh0zanNbduvfVWs9566xVpdup7XV6PzGpITep01vqKzsmo9tgymybp+jzfKVn7Wza/6667zltvrKuUYcyvq61pnoOeSkOpvmswuNbHmidFEFAKev3Q1yaFiv6/DK+2SKq2l0bdEWDVRtuLKOmFF+6+zSgqsXv55Zf3pQP3jax/+MMfjLLdKtOtBLUOr6mkOaxmw/7iiy96glp1+iUuwo1/zTvvvGO0uHTbbbe1VBtud9Rk71WDqy3a8tVXX+1lvk1bMLimJcV1ZRFAsJVFknogAAEIQAACEIAABCBQKoGyogWnNbb6jcfgWuowll+Zyxti5ffWXqMOsE2cONEcffTRbRdMmTLFW9OqsnTC0BG1WaW1u+HDh8d2V5lv99prr7bDV1UxKitraVUH0x5//HEv4vZbb71VFYKWerX+LRNDHRGha+kQD6mEAOtzlWClUvcIoG/dG5PcLeomPeSyfg4HKvYHJI3Gyz14OW+07TmrqjqzX+h5Ue1QgGa1Zb755rP2sBMG17xBanrJ4KrB0u87mUIOOeQQqznp3HPP9Uw4888/f87Zy22dIIC+rY06+qo21N3zoF4wuCo763nnnecZNPMYWxWgTRnZFKRDGV/DyTqSzgWWeai9EwbXKCNTlbO8CQZXaRYFEJQuCZc4/Z7HOBE3Fhhcq5ypbteNvqpsfHpeT3XC4BoVbGHDDTf0gtwqGZStFP1OVYIpGTUnTJiQ26yp5FCHH364Of744400RVwJ73NlMXVG1WtjoGvLNrjK06AArmeccUbuTK3yG+yyyy5m2WWX9fwiwZKFhRKsKfiV9oaDJcpXIf+Fkq/Ju+GXpMBoZX/DuLweWaaWFbes9VVlcLV9NpJ0fZ7vlKz9TZpbWeuLyn6d9Jy8f8fgmpcc96UhgME1DSWuqZyAftBLKCh6gDYjojKBNsXgGmUU3XfffT1z67x58zzxN2fOnFj2WU2SfmW2KLZJZllFXNFizK9//euWNulHw5VXXmmNzhtufK8aXG0/9rJGLrZlkcgz/mERmCTUKv/w8wBnCbAA5uzQ0DAIQAACEIAABCAAgd4mUDRacFZjq08bg6vj887VDTFFsL/55pu9TSytd/2///f/jNZJtL600korlU5V5kStr82cObOl7qRsSGU0pG5Dhy2gmvoRF5042M/LLrvMy1haVykra2kVBlex1Ga86q6rbLnlluaqq67ysrFRIBBFgPU55kaPEEDfNmigu0kPuaqfNR2iDiWOHz/e6F+VATKk1U8++WTz5Zdfmu22285ssMEG3r591DNt+5fqQ90HBGfMmGFGjBjR9mlK2kvthMHVlqFXDU8KRt1rBlcx0cFZmYvGjRvXNrY6MKxARgraU+VnokFf0U50BX1b2zCgr2pD3T0ParrBNeocXtwIrbXWWkYHszfeeGOz9tprm+9973t92cHzHLDPegg9rm0YXMv5bFWxjmhrmS0zmK6LO5OXxzgRRwWDazlzphtrQV9VNmo9r6c6YXB98803vaRBs2bNahnYpDWGsr5TtRaiYKjXX3+90TpDnsykWpvQ7/6llloqcnKG30+bbbaZ0btfhs+8xcZAv5u11qC1nXDJo3XifqNHtVv+AumtjTbayMuSquz2/jqTbU0mi8FVz7QFidt5552N9kAHDBjQ0izbesyll15qDjjggLzYM9/n8npkmVpWYLLWl2dOphmAZ555xuy2225GZxb8kuSbyPOdkrW/SW3PWh8G1ySi8X9HTxXjV/bdGFzLJkp9uQhIDEsQ7rDDDmbRRReNrKMJBldFmdEmjKK9FC15s9dKiKsNiiDmFx1oU5sWWWSRtmYpyp2unzZtWsvfJD5/9atfmc033zzVxlGvGlxthuKsY2djl7TRaZtfGFyLfup6534EW++MNT2FAAQgAAEIQAACEOgaAkWiBec1tvpwMLg6Pk1c3RCzbRrFbagWxRxl+qw6G4DaXbeh4/333/eMA/fcc08LNm3SaUN28cUXj8SpLBaKJB0OZKcMpraN7qzj8vrrr5sLL7yw7bYyspZWcTAt6tDEmDFjvMONRctzzz1nZK4Il5tuusmLUk2BQBQB1ueYGz1AAH3bsEHuJj3kqn7WlIjSalEH9MqcRjq8OWrUKDN79uy+aqWHpKeVSbN///4tj1PGqrPOOsuceuqpLf89bdCVMtpeJPBL3QbXqAPCSdloxKkXDa7qt4Jwa/7dcsstbdNFQXQUVHrIkCFlTCXqqIEA+rYGyMagr2rB3H0PabLBVVnXlL1LmVttRWfbZBzZeuutzWqrreZlf9P6ZFwW8DwH7LMeQo+bRZ0wuErXKQCc/gVLkgHA5U9DFeuItv6+/PLLXlIXGV2D5bDDDvOCdSy88MJtt+UxTsSxfvHFF83uu+9unn322b7L0pqEbPOtjvV0l+dON7UNfVXJaKGnjPGC1Sp4rEyBwVLl94N+o2+77bZtmdiTkjeV/Z2q/srM+cc//tHcf//9nrdBbUubIV7f/8oqH+WFCL+fysiEmJVBVq0jnTB9+nRvbcjGQdpKJla9exQ4ZJVVVjGLLbZY2zpScC6VYXC1BT5WYNlbb73VM9T6xRagTZlk1acVVlihki8SW6Uur0eWqWWj1rHi5rptTsZpqbSDZmOepG+zfp7y9Dep/VnH48EHH2xLVJdWCya1pRf+jp5ya5QxuLo1HrQmgUATDK7q4jnnnONFvy1SJMJuv/12TwzmKcoQsN9++/XdGrVxFpW5VVFULrroIrPHHnukMrdGvcCTIueGF1GKvnDzzKGwcMr6Iy18SC7P2GkctKEczECS1SSrMcDgmufT0pv3INh6c9zpNQQgAAEIQAACEICA0wTyRAsuamz1gWBwdXpqGG9jVdkGwiVp3aXqbkUd7lGmHa2vVFFsG2BZ13LytKtuQ8d9991nZHIIbySr/6ecckrsep0iUMvMqo1fv2jzWYfGt9hiizzdb7knKpPuNtts45lqv/3tb+d+RhUH05RleNddd21pU1kZZ1Xp888/b0aOHGleeOGFlmfUMS9zg+ZGJwiwPufEMNCIagmgb6vlW3vt3aSHXNXP/qApSPGxxx7bMoa2A3plD7It84WeEacxbdpS95QR3CRN/1555RUvi+djjz3WcnlShhddXLfBtYgu7FWDq8ZJgZNkGgnraf1NOlsHrsOZWdLMHa6pnwD6thbm6KtaMHffQ5pscL3tttu8IHDhNTIF6dD5PGWlX2ihhVIPWl6jZ9ZD6HEN6oTB1dd8p512WkvTyjAWpIZf8oVVrCPamphHp+UxTsThKWISwuBa8sSruTr0VSXA0VMdMLgqeJWCLOi7O1i0d3X33Xd75smoUvZ3qu05Siolw6tMZAo8qz26KMNr0n5b+P1URpAw23sgLjNsVoPrq6++avbZZx9vHSU8PjJCjx071iyxxBKZPpBlGPKk27SGdtxxx7U8W4HYxo8fb+abbz7vv9vWrtRmGZGz6MRMHbRc7PJ6ZJlaVl3PWl/Y06I60qztJY2JDOrKrBwsTTS42uaW/EUKDLfSSislYer5v6On3JoCGFzdGg9ak0AgjzmxCqi2F2/SCy/YDtsLM66dMpOuu+66Zp111vGiyUnQ/uu//qu3UdOvX79cXVTUsB133LHlIFs4I6ii9Cqbw5133tkmSnUQUZuFli/1yPb0agZXW5S0XIPmyE1FTcaOdINmJBBAsDFFIAABCEAAAhCAAAQg4BSBrNGCyzK2+hAwuDo1Hdob4+qGmC0irlo/evRoL8NnVPTiIrh7weD6xRdfeJkpJk6c2IIqjekh6pBAGebTvi+MiExeSZv6aca97INpyvJxxBFHmCuuuKLl8WWaT6MinZdpok3Djmu6jwDrc903ZrQ4EwH0bSZc3XFxnQbXInpINF3Vz/5I2/Zx9bfwAb0yZ0YU0yQN9+GHH5oDDjigLcOmDp8q4M6gQYPKbGZLXTrIKE189NFHtz3j0ksv9doVV+o0uEYdulT7brrpJrPLLrvEtjWPcaIy8JaKqzROiZ3G8+CDD7Z26YILLvAO02Y5t1AnG571NQH0beWzAX1VOeLufUCV39N5qGQ1VUQ9I2pdR9mhFGRtjTXWyNy8qHWcpHOBWQ/xxzWsUwZX23PLXDPMPBgFbyh7HTGqOVFBHuPWF8s2Y9kC1aQ934fBteBE6/Dt6KvSBwA99X9I687gGhW8SoFeL7vsstigRmV/p6aZVdIgs2bN8ky5TzzxRNstMn2ee+65ZsEFF2z7m+39pIAdw4cPT/No6zVZzYFZtZjG4MADD2x7tvbWZELM42OwvX/SvruCDbGZV7fccksjJto3ta3HJK115R6IhBtdXo8sU8sKQ9b6bIbnOJN22jGyBRFM0vV5vlOy9jep/Vnrs7U5TYCApHb0yt/RU26NNAZXt8aD1iQQaIrBVVFGd9ttN/PSSy+19FjR43SwSWZWLbbJxPqd73zHfOMb3yh9brz//vuesFQ0Gb+cdNJJXgQcRS15+umnvY2gcMSVPJlb/fp71eBqE16lD2iNFeb5EVFj83hUSQQQbCWBpBoIQAACEIAABCAAAQiUQyBttOCyja1+6zG4ljOOldXi6oaYNg3POuss7yB+sGhDURFDN91001KZRG24n3322UbrXlWWOg0dWmtSBqNgBlb1Lc1Gf1R21bIzbEVl8ioaEbnsg2lRWbTSmAyyzCdblljdXzb3LG3iWvcJsD7n/hjRwkIE0LeF8Ll5c7foIdFzVT/7Ixtn1rjuuuuM9pTLLlFZMtNoTNvYq33S4QrM4mfMKLvN2mvXfnc4e+v6669vpk+fblZYYYXYR9ZpcLWdc1Dj0ra1lw2u4vTxxx+bI4880jugGi46X6Hfl0OGDCl7ilFfyQTQtyUDba8OfVU54u59QFMNrlHGwiLrLe+9954ZNWqUmTlzZsuAJx2Ez3oIPW42dcrgaguykiagXtInQwFRZPbUWcXvfve7ZvDgwd75SJ2L1P9WVcpeR4xqZ1Rwmrg5Y9OGMmRff/31ZtVVV82MxGbeSHu+D4NrZtxO3YC+Kn040FP/h7ROg6sCsyqT5sknn9w2oGne6XnMaGXNnHfeecd7x8mgGizbb7+9F2xDSazCxfZ+0n875ZRTcgVuUnbZcePGeZlMgyWuziwG188//9zLkDp58uSW+tOsF0Vx1v6xzMH6Fyxp313Be2xraEEDqy0wW9AAW9ZcSFOPy+uRZWpZschan03XFzVo5g1ck+c7JWt/k+ZL1vqigo6n+Q6Na4tvEL/hhhvM0ksvbYYOHWpWXHFFT8evtdZatWZATmJW5O/oqSL0yr8Xg2v5TKmxQgK2l4Yi7C+//PIVPrW9ar30tKDwwgsv9P0xaSErWItePGeeeabX7jXXXNPbhFxiiSVM//79a+uHfhTocOE555zT90xFu5ConjdvnidIxTtYtMh08cUXG0VnyxMBtQyDqwy2Mv8usMACuVhp7ObOnWs++eSTvvsffvhhoyjCUSUs5rNmcJg6dao55JBDcrXXxZvy/IhwsR+0KZ4Ago0ZAgEIQAACEIAABCAAAWcIpIkWXJWx1YeAwdWZ6WBviMsbYmrbtttu27IWo15o41NrJgMHDiyN7pNPPukFlXvttdda6vztb39rttpqq9KeY6uoLkOHDtlpbeqWW25pa0YaU6bNaFnGQbVwY7T2dvjhh3trjcFSNGtpmQfTorJopTUZZJlQb775ptl77729iN7B0qlN9Cxt59rOEWB9rnPseXLlBNC3lSPuzAO6RQ+Jjsv62R+9qAAZOvCpA4Dzzz9/aQOt7K06SKlDT+FyySWXeFk64vaG3333XXPQQQeZGTNmtNyuveUrr7zSDBs2rLS2+hXpAKPMs+EDlvp72oyedRlctT+ttl544YVtHNIeNOt1g6vARf3e0980/3SYd9FFFy19rlFheQTQt+WxtNSEvqoUb/dX3lSD66OPPmq23nrrtnXH3/3ud7kD60UFbUs6F5j1EHrcrOqUwdWWLEPt1PnC8ePH5w5act9993lrwcGzeqo3zVpmkU9fmeuIUe2IWl/U9QrAsccee1hv1fq1jNSzZ89u+XvSGUZbZVHBcdKe78PgWmSWdf5e9FWpY4CeCuCs0+Cq3+baPwnv7aXdq8liRtP39gcffGB+//vfm2effdYoCKr+99BDDzV77bVXrgmVNROp7f1UZK/Ilv02KUNpFoOrDKIKLnbnnXe28JE20L88XgKb6VSVp313hQfKNga+fpFfYMcdd2wJGpx2LSbXhIi5yeX1yDK1rBBkrS9KzxQxf0cFOU7S9Vm+U/zhztrfpLmVtb6ooONFvlvUxqjA2UUDWif1v+6/o6fqJh7/PAyubo0HrUkgEBXZ1AVwSS88F9oYbsO9997rLfQFi0yuiiwWXlSSqfSiiy4yG264YZsgVeQMbU5qUWa11VYz/fr1s3a3DINrFRyTFoeKGFyjouNU0Y+66sz7I6Ku9vGccggg2MrhSC0QgAAEIAABCEAAAhAogUBctOCqja1+8zG4ljCQVVbh8oZY1IaUeBx11FFehtcyDiHrOcccc4yZNm1aC+qiGzdpx60OQ4eMB+eff741ivXw4cO9vi+55JKRTY46kFAkynIcn8suu8wzQ4RLkY3jMg+mRR3aq2JTTsEGZURR+8Ol6sN8aecw17lHgPU598aEFpVGAH1bGkq3KuoGPeQTc1k/+22MOuynQ4pTpkzxDl7mOUQYnjU6AKVspwrWG94fVoDgq6++2gwaNChxsilbiQ48huvQgdTLL7+81Oxcf/3rXz0zrjKUhMvmm2/uBVlZbrnlEttch8H1q6++Mtdcc4057LDDrPvvaTPyYnA1RnN14sSJ5uijj24b27I/F4mThwtyEUDf5sKW9ib0VVpSPXpdUw2uZb/L44J+JJ0LzHoIPW4qdsrgGrV+VSRbelQW9rSmpSIf2TLXEaPa8eqrr5p99tnHC6ATLElB/qI+k9L5Cm6YpUSZstOe78PgmoW2e9eir0odE/RUAGddBtc33njDC5YazoCqppx99tlesKj55psvdqCzmNGiTGBF9oVs5/DjvoNt7yd1UOsvMvpmKXp3a99QnIIlaW80i8G1Ch0ZtYaU9t0VZmQz+SqRl9aH9O/YY4/tu2XllVc2N954oxkyZEgW1KVc6/J6ZJlaVrDy1GfbV86rGeMyQyfp+izfKf7EyNPfuEmVp76ooDJpghfa2qLvy0svvdQcfPDBbX9u2t42eqqUr7jSKsHgWhpKKqqDAAbXcilHRVYIP0Um2AkTJphVV13V2gAZYv0IJ5tssokXIVWH6hZffPGW63vR4KqsGoq4NnPmzD4W+kGhA5dpi80kq8OBGpNFFlkkbTXedeEfJklCLVPlXNwoAgi2Rg0nnYEABCAAAQhAAAIQ6F4CUdGC6zK2+uQwuDo+h1zeEBM6ZVBVZtXwYXf9TQfztUmd5tB81DCoXmWcmjRpUtslabM3FR3iqg0d6qM4nXvuuW1N1WFubcaGA9mFL4yKVJt1rSotq6i13KSN9bj6yzyYFrXRp411rW2WXaKyGY8ePdrL5lWG0bvsNlNfZwmwPtdZ/jy9MgLo28rQdr7ibtBDPiXX9bPfzigdrcyov/rVr4zMnEVNrspwtt9++7VlSlEbshyAisuoKp0qvaNDhEWLzK0KvKy91vDvC+liHVwcMWJEqseUbYoJP1QmGTHUbxXbb6EsfDG4/oOu9t5l+rjlllvaxliHHjX+ZcyzVBOIizITQN9mRpb2BvRVWlI9fF0VxoQiOLOYKuKeEzyvFrwuj0EkLuiH6k46X5XnEHpU3zplcFV7ojKmS19NnTrVLLXUUqmHPo5p0aywaRpR5jqi7Xlx+jdpve+zzz7zgj/KNBAsaYIYBq9/5513PG1kM4alNQlhcE0zm9y9Bn1V2tigp0Io6zC4vvjii953odY+wiVL8KqsZjSbIVXrLPo+VKCvLCUqOISCXCkw18ILL9xWXZTBNU+AsKg1naT1hixa7KOPPvKC2WofMlj0/vnlL39p+vfvnwWZeeGFF8yYMWPMY4891nZf2ndX+EaNg7TFOeec0/enZZZZxhtTBV3TWoFfkt7RmTqT8WKX1yPL1LLCkqc+Gd4VPO+BBx5oIavP03nnnZdpHzVuvTNJ12f9Tsnb37jpk4efgiXqc3nDDTe0VK3vN62lDhs2LNOMjfqsFtnnz9SAGi9GT9UIO8WjMLimgMQl7hDA4FruWMRlDvCfJLEgYbD00ktHPvzBBx9sefFp81A/OjbYYIOWe3rR4GpbTBWbrbbaKvVgvvnmm15knlmzZvXdM378eKN/WTetMbimxt7zFyLYen4KAAACEIAABCAAAQhAwA0C4WjBdRtbfQoYXN2YD5GtcHlDTI3WIXStY8igaSvf+ta3vOxLOlgfl4E0fK/q1SaXDow/8cQTbVVvv/323iGhuHWtsoa2KkNHUh/VfplejzvuODP//PNHdkcHyrTRrOuCpcpIxTrQr6jRyrIULnkju5Z1MC2qbZtttpm34b3sssuWNTX66onKwqZN9ltvvdWst956pT+TCrubAOtz3T1+tD6SAPq2wZPDdT0URO+6fvbbGpdFTIeTpK933333WB0YNeWkD3/zm9942TC1Bx8uO++8s2diGDhwYOpZ+9JLuIWpFAAAIABJREFUL3kH0WyHFL///e+biy66yGy44YaZ9zf9BsQFfdE1J598sjnjjDNS86jK4KqsrU8//bTXljvuuMPKL+vhPAyuX2O8//77vUxpCuYdLvq9c9ZZZ5mFFloo9bzlwvoIoG8rY42+qgxtcypuqsHVdp5Ko5Z1TVDvbq1VHX/88dagH6pTwTW0BrfgggtaJ0aeQ+hRM6yTBte4ddw0Zwj9Pklr3nPPPebQQw9tY5qU3bSsT15Z64i29rz++uveereCzoSLzk0qGMcWW2wR2xWt1QYzyvkXS+Prvyfpmbfffttbew2adoIPTGsSwuBa1ozrTD3oq9K4o6dCKKs0uCq7tzI1nnnmmeaDDz5oG8SsZqysZrSoxFDSD1q30PPTligTXdweWJTB1dcwadvwyCOPeO/ZefPmtTQ3jTk4i8HVZh7VA7W3paAiP/zhD9PiMnGmZlWiNaNrrrkm0xj4D7cFtVXmSa1RBRnl3Z9M3cmYC11ejyxTywpBnvriMoaefvrpnu5JY6iO+mz4Q9NUg6v6FxUsMeu67GuvveZl177zzjvbZrTOXhxwwAFlfCScqQM95cxQeA3B4OrWeNCaBAI2ITp58mSjhY86izbPtDES3JxLeuGV2T69xCXsZZ589913vQwYtkgvcc9UHXPmzPEWW2wba1pskRjQJlCSIAgvdKy99trm2muvNSuttFJLE8owuCpKjQ4tqn1lldVXX918+9vfjqwuLOazRJ7Rxu8hhxzSV3cUm7i+2IR33kwSGFzLmjXNrwfB1vwxpocQgAAEIAABCEAAAs4TCEYL7pSx1YeEwdXx6eLyhpiPLi6avH+N1nt22GEH798PfvADI+PrYost1ncAXges/vd//9c7gK8DUopAajuMr/qyboAXHeIyDB1ar9PGvtYen3vuOaOgcjfffHNkH9XmtAfjo8yVVUcqnjFjhjWDVt7nlnUw7ZVXXvGyB4fNF1Vnj4g6uFb1c4vOb+7vDAHW5zrDnadWSgB9Wynezlfuuh4KEuoG/ZxWR++7775esJhVV101tXFUWTCVSUT77LbMotp7117vkCFDMk8saVgdILTpdOl96VdlaNFByLRFphOZGmVgtQW2UT0jR440kyZNypRVrCyD66effmqUwUuZDR566CHv8JfN5Ov3N08GNAyuX8+WOOON5piyyihrMMU9AujbSsYEfVUJ1uZV2lSD65dffull61LihnBJY8bUWpzWiBSU4qqrrood+KSzYnkO8Uc9sJMGV7UpKnuW/qbD8dJkO+64Y+R5Qq1vKnOczlIWzWJf5NNY1jqi2uCvS2vNVlpj+vTpVlOWrk0bcOPxxx83O+20kzVohzS+5uWgQYPaEIivzDk//elP+zS3NJDOd+ocqV8wuBaZPd1zL/qqlLFCT1kwlmVw1fen3gUy5eu8uvb29JvZZmxVM/R9NmXKFG//Jm3yn6wG1zgTnd5z8gYoQ2FcoAEFJNMe5U9+8pO2QA5J2bjjDK7+u1baRsZRW2BbrT/oPWszCIufAh9o3SGuZDG4qh6NmcYk/F5Pa5pLMjX7bVV91113nfne976X+cMdtQ8arEj+A73DV1hhhcz1l3GDy+uRZWpZscpbX1QWUtWpOSjtH7UGGvfZCI5fkt8n63dKkf5Gzau8/JLWzH784x+bgw46KHJdVvdrDVb+obB5Xm2VRtX6q85vNKmgp9waTQyubo0HrUkgYHtpPPzww2ajjTaqlZ3txZH0wivSQG3aSeA/+eSTXiRdGR79TcGkBTTbc5M2LXWPNi0V8TfNj4Sw2FUkG4nkAQMGtDy+DINr2sWXIrzD9+Y1uErMK4JFMFKaFlAVYSetQdeWTaKIiMfgWubMaHZdCLZmjy+9gwAEIAABCEAAAhDoCgKKFryZMUb/O6vDLcbg2uEBSHp81IZY0n1l/T3t+pQOR2mtRIG7qiwyt55//vlGWafSrG2V0RbbwbMy6o2rQ+tMMiakyaplC6CmuquOshoVCTtv1tKyDqYpOviBBx7YgjdtdoUi4/r888975guZH4Kl05vqRfrEvdURYH2uOrbU3DEC6NuOoa/nwa7roSCFbtHPfpulHcaMGRNrmlSQGB1Q0r65AsWE3yMygPzhD3/wsklJCykSv61IS1988cVmm222ya2l40yueqbap0NpCuK81lprmcUXX7ytKTpQpf3xBx54wEybNs0zjkaVPOZW1dWJeSDj5YUXXmhWXnnlTB/MKGNSpkoKXJy0P123cerVV1/1srhqDMMla9a+Ali4NSMB9G1GYOkuR1+l49TzV9X9PZ0EPKupIq4+naWTprBpG+kavS9kUlEAD5lEdAZP7xFlW1dCCFtSCGUPk/E1mC1c60gTJkwwiyyyiLU5eQ+h2yrrtMFVbUrKfCW22223ndl4443Nsssu63Xjj3/8o1EmuzjjUtpgfUlzKM3fkwxEaerIeo203uWXX97HJO5+nQlUkg+t70aVYcOGeYy1bik9P3v2bE//hA1Gyi6soCsyO/kl7RlLMrhmHWW3rkdflTIe6CkLxiiDaynEIyrRd52yWCuhkM3YGfXsPGa0OBOdnuO/55TQaMUVV+x7tN51Skx11113RWqPK6+80uj7O6qkfT+tscYaZpdddjHrrruuWXTRRY3arPeAjLVRazp6HyjQQhK/rFosjpcfvFhrM2uuuWaf8U1BF5SxVZ4HtTlsah48eLDXzqCJTn2+/vrrPQNj1iLjsoLMqv9RpdPBZjuxDhVkEbefX6aW1TOL1Je0DrrFFlt4gc20prjAAguYN99808hLFPW5DM+HJL9Pnu+UIv21zdci9ckjpM9B0LsSfIY+s2IoE/1qq61m5ptvPu/7RfpfgaujgotrL1s6t+6khFm/C/Jcj57KQ626ezC4VseWmisg0CsGV23Yvf76654YVbrwWbNmRQrSpBdtcBi0MKIIXron6gXkX68NUIk9CeO48vnnn3svQkX49csxxxxjJJQXXHDBllt7zeBqi7Sm6EISiWmLrY6xY8d60QfjIgSl/XGUZf6kbTPXNYMAgq0Z40gvIAABCEAAAhCAAAS6msCaxpi5jvQAg6sjAxHVDJc3xMJt1gamNhCDa0ll4k0bLbjMZ6quug0dytKlbAlpgqjp8JOu11pfsGgDSpvK2kSuqmhDWdGuNebhkmcjuQyD60cffeSZW5VtIVh02FHZOrJkE8vKLe5QSNVm46xt5frOE2B9rvNjQAtKJ4C+LR2pWxW6rIfCpLpJP/tt1wFKBYuJywzqXysDqXSxDnmp6GCTMqUklTIDxcg0oj1NmwEx3A49V4bPfv36eX9SZo9HH300qbne32WSkEZUn7OWuudBmkxyUX3A4NpORoGTxNSWGU5zQr+Bkg71Zp0zXF+MAPq2GL+Iu9FXlWBtXqVNNrhq7UmJBrROZnsnZBlN6Qmdo9pss83Mfvvt5xlY/KJ1o2uuuSYy0FyRQ+jhNrpgcFWbkkyuWdjq2kMPPdTLOppmPTNr3bbr0xqIyniW6lCgGQWSyZJ1LsnAkaZtvmlYAR9PO+20vlswuKah1/3XoK9KGUP0lAVj3QZXrQv87Gc/M7vuumvf2kDa0c1jRlPduu+AAw5ItW6Rpi1ps8/a3k86b6/3bpEAwTIHH3vssanOlWc1uKr/0kV77713ovcgDav999/fy37785//vG2/WMEyNt100zTVtF0TFWRWF9YR5Dap0XWvQ4Xb0y0GV7Vb80B6PMrMncRafz/qqKM886Y0UrAk+SbyfKeU+VtAbS1aX5LJNQ2/4DUyt2ofe/XVV896a1dcj55ya5gwuLo1HrQmgUBTDa76MfD73//eizyrbAoytoajlUShSXrR6j4ZZhXdVqI0Lrpt8BlpxbaiNmjjSNHX/CIxIJNruOQxuEqcKCqeXxZeeGEv6kYec2feD1ieDK5/+9vfzBlnnOEx90vWQ4N/+ctfPI6KSuyXoiKbDK55Z0Hv3Ydg670xp8cQgAAEIAABCEAAAhCIIYDB1fHp4fKGmA2dMiXcf//93sGzJ554ohS6WjPRYR4FYkuT0bSUhwYqqcvQoUjN2qRWVFXfAJDUF62tKUNW2AyRNvNuUv1Jf7cFcNM9ebKWlmFwjWqP6lbWhKqz/t58883eIY1wUcZhHYIbMGBAElL+3iMEWJ/rkYGmm50igL6tgLzLeijc3W7Tz377//znP5sTTzzRTJ8+vfQR1IH8iRMnmqFDh5ZWtw5TnX766ZUEt5FxQAf4pavy7hvXNQ/KaCsG1/ZpqTMWJ5xwgpcRN1x0OFrfSZrXFHcIoG/dGYuKWoK+qghsGdU22eAqPjoXp4QDRUyuO+ywg3fOS2fSFGwjHBxNAdFuv/12o0xutlL0EHqwTlcMrmqT9KcMKAoKl7fIOKw6lJGvf//+eavJfF+dBletS0v35lmXVnY7GTCUBCVrCQZBDPcXg2tWmt15PfqqO8ctptXO6Kk6Da777ruv9w4eNGhQrgHNY0bzH6Tz6Tqjfcstt+R6tn+TfvdfcMEFRt+9SXtMtvfT1Vdf7QXYUFsUmDZL0bOVwVvZXtPuG+YxuKpNRYNfhNdHFJhXptxgifIfpGESN29d2IOrax0qilU3GVzVhyzB84J91pkBrRfpzIBM1MEAILouyXeT5zulzN8CamMZ9enzoN9I+n5I60myzR19R6uO73znO2k+hl15DXrKrWHD4OrWeNCaBAJNMLhqUe3tt9/2XrxKiT5z5sxUEXNtaLQxI3Gn6Le2omcpioUi2/zmN7+JpKuXjw7FnXTSSeatt97qu071X3nllWbYsGGR97788stmzz33bIlapwWXrbbaqu2ePAZXFz4UeQyutoODo0eP9jbYkrLiqs+KMKjNaS3uBSMMFhXZGFxdmFHd0QYEW3eME62EAAQgAAEIQAACEIBATQSc2VCtqb9d9xiXN8TiYH7xxRfmwQcfNJdffrm54447cmVZ0PrVqFGjzMEHH2z0/5M2jqsa3CoNHdqI22KLLYw2HjfffPPMB/hlmtShvHC56aabvA3vqktUxlQ9N2sbihpcbUHp1A4dUrz11lvNeuutVzUOL9qw5qyCHAZLnW2ovJM8oBQCrM+VgpFKIBBFAH1bwdxwWQ+Fu9ut+ln9kIaWhtJhLO2dFy1+oBgd/MqTBTXp+Qpuo/1qZeuK269Oqsf/u9qo/dOjjz46l4Eg+Jyq54E0vLKSjBgxItX+cBwDDK52Osp6pmA+8+bNa7tg5MiRZurUqQSQSfvhquE69G0NkDv7CPRVZ/nHPr3pBld1XueslPxBJsO0yR90n4yt0hU6G+dn/tb60amnnmrOOeecFq6/+MUvPOOJbf2xjEPo/sNcMriqTb6ek+FEa7hpi3Tmbrvt5pkK8pqW0j7Ldl3VBlfpUiUF0ZrtqquuWmhdWkkwLrnkEjNhwoRUmcpsQRAxuBaZLd17L/qqe8cuouXO6KmqDa7az9P+1EEHHVT4OzSPGS3IX+sser/pOziLhlAd6oeCFCgT7GKLLZZqQkYZXJUdNYshTe8h6RK9h7IGWMhrcFUHFfxi/Pjx5sYbb0y9r7vGGmt4mdzVxyCne++912y99dYt3IqekY8KMlvEOJtqYFNcVPU6VFITus3gqv74GimtSTOskfLM9TzfKWX+FlC/y6zv1Vdf9Qz4v/71rzMZXTfZZBNPx2cJup00B139O3rKrZHB4OrWeNCaBAKuGFxtps6kiA7qmoyKhx9+uPeSyFMUvUQbYYryss4665ill17aGnFFglvGWW0Uxgnu4Itci1ESncoAESzKpKBDhso+ais6hBg0wH7/+9831113nVFbw6VXDK5aNFVkGUX/CJYsB/a0GTdmzJiWzBpa+NPc0SZo3oLBNS+53rsPwdZ7Y06PIQABCEAAAhCAAAQgEEPAmQ1VRslOwOUNsbRjpk3b3//+995ayPPPP2+0/iYjYPDQvtZG1lxzTbPiiisarWtp3UqbogsuuGDax1R2XVmGDq2paUN8pZVWMoMHD/b6uNpqq+XObqCNvyOOOMJcccUVbWt+Cq62wgorVMYkWHGUyTZLQDjVV9TgquB+CvantdNgKbphngVilMlWdejwpNZo55tvvixVcm1DCbA+19CBpVuuEEDfVjASruohW1eboJ+l82677TYvEn/WA5hiIs2pA5j77bef+Zd/+ZcKZkRrlQrMLK2vg/vKjBIM8Jvm4dL9Cmqz++67myWXXDLNLYnXlDUPxHLllVc2yy+/vBkyZIgXNGX11Vc3iy++eGIb0l6AwdVOSvvyl156qTc3bEXzTcF+OhUIKe349sp16NvGjzT6yuEh7gWDq49f59+0nqjAGgqyofNX/vpicG1RZ++UKW2ppZayvifuu+8+o/WioGZR4Dmd21puueXaRrvMQ+iuGVz9zuq9+84775hZs2Z5+lNsFWTCzwglo43ODepMo84Sbrjhhh0NNFGmwTW4Zjt06FAvk6/WbMtel9YauTSzkosoccrcuXO9OejPXXEdPny4l2nYN2T744PB1eEv4Qqbhr6qEG5nqnZGT5VpcN1ggw3MEkss4e3v6btT7wf9fg5/j+VFnseMZnuWNITMm1or0L/we0736PtXawD6Pt500029NYCs/YgzuPrtUjb5u+66y1s/0XtB+6UqYqn30HbbbWdkPktrqg33N4/pL1zHu+++a+6//35Pcykb+aOPPtp3SZCTDKyrrLKKlZNtz07vPJlnw8bXtPPjzTff9Iy00it+kf9BmXG179rJUtY6VN4+dKPB1e+r1kGfeOKJNo3kfy6k07fffntvXz34mUzzeQvzzPOdUuZvAbWn7PpUp89Qn40nn3zSO4sRPIeh7xcFbdl4443Nlltu6WVsTZsVOu+cdOU+9JQrI/GPdmBwdWs8aE0CAVcMrraoIWmje8j4qKyraYpE3jbbbOMtqGlhRAtBcZsvErVa5Lr44ovNs88+G/kI1fOTn/zE2+gJZhNVlIZ99tnHE+fBIqGozKPamAsW22EsRV7TJpJtw64bDa5ffvmlGTdunGdY9UucyNM1tkixWlyaNm1aqg1XLQbqGdqUDpbDDjvMnHfeeYUi/GJwTfPJ4xpPIPxTm0ToBs3A4EEAAhCAAAQgAAEIQAAC1RBwZkO1mu5RKwQgAAEIQMA9AqzPuTcmtKhRBNC3jRrO3u6MjAYyFTz11FPe4SQd9nr77bdbDhaKkA4pKXOWDpLqXycDxehAlQ7ra0/6kUceaWuvbxjVAciNNtrI+9dLh6p6e0bT+yYTQN82eXS9vqGvGj/EdBACEIAABFwjgL5ybUQKtwc9VRih+xXkMdy53yt3Wigz8KhRo8zs2bP7GjV27Fjv7P1CCy3kTkNpSeUEooz61157rdljjz0qfz4P6B4C6Cm3xqobzCoINrfmTEdb44LB9Y033vCysIbNh1dffbUX9SOpaKNu2223tUalDRpalYViwIABSdUZRY1RdguZSpPShyuyiYyTRx55ZGQkXkWvU6ReP+KL3wBFWPvZz37mZZD1IzLYjJwS36eccorViNuNBtenn37aM/2qr36JM7hqQ/aEE04wkydPbhm7tPPjvffe8zK/hrP8JmXSTZwo/3cBBte0pLgOwcYcgAAEIAABCEAAAhCAAAQCBFifYzpAAAIQgAAEaibA+lzNwHlcrxFA3/baiNNfCEAAAhDoOAH0bceHoOoGoK+qJkz9EIAABCAAgRAB9FXjpgR6qnFD2t4hDK7VDvLNN99sdt1115aH3HTTTWaXXXap9sHU7hyBTz75xPP7hP0YDz/8sBdMjwIBnwB6yq25gMHVrfGgNQkEqjK4Tpo0ydxxxx1mpZVWajF+KiqsbzL98MMPvYgeSlMfNn8us8wy5vbbb/eyrCaV999/3/z7v/+7ueeee8z3vvc986Mf/chLi54mQ2uwbrXn7rvvNlOmTDEPPfRQ7GNlbFVmVWVtXWGFFWKzwCrK7/Tp080hhxxiNeHusMMO5gc/+IGXqlyiL5ieXM+55ZZbPBOsrbhgcFX23RNPPNEMHDjQLLLIImbo0KFmwQUX9Jr77W9/26y44ore/1f/HnzwQc84rKjHwTJ+/Hijf+EXWhS7tNlbo8yt4qpx3muvvWLHLmnu6e8YXNNQ4hoRQLAxDyAAAQhAAAIQgAAEIACBAAE2VJkOEIAABCAAgZoJsD5XM3Ae12sE0Le9NuL0FwIQgAAEOk4AfdvxIai6AeirqglTPwQgAAEIQCBEAH3VuCmBnmrckLZ3CINrdYOsc/9HHHGEueKKK/oesuWWW5qrrrrKyOdBcZvAWWedZe677z6zzjrreP4aeXhWW201s8QSS+RquC2br7w6yuAqvxAFAj4B9JRbcwGDq1vjQWsSCFRlcP2P//gPL0tn3jJ69Ghz4YUXmkUXXTSxir/97W/mySefNN/5znfM0ksv3ZcNNfHGwAWPP/64196XXnop9jbf2Hr88cebVVddNbU58q9//au58sorzTHHHGM1uUY9dOeddzaXXXZZZOZZFwyuL774otl9993Ns88+mwV537VxJl5b9ltdr+gfI0aMiH2ehJR4yyAcLueee66X1XX++efP1ebgTRhcCyPsmQoQbD0z1HQUAhCAAAQgAAEIQAACaQiwoZqGEtdAAAIQgAAESiTA+lyJMKkKAu0E0LfMCghAAAIQgEDNBNC3NQOv/3Hoq/qZ80QIQAACEOhxAuirxk0A9FTjhrS9QxhcqxtkeSt22mkn89Zbb/U95Be/+IV3Nt/yfVldQ6g5FwHbZ+P888/3xi9PsXmDlCxOic8WX3zxPFVyT0MJoKfcGlgMrm6NB61JIFCVwfXRRx81W2+9dSYzp9/U7373u54ZdNiwYbWNnzKF6sWrTLC28q1vfcscdNBBXhZWtS+PMPvqq6+8KBVHHnlkWwZT2zPTGDldMLgqS+qoUaPMzJkzc43XYYcdZs477zyrmfmFF14wY8aMMY899lhf3RqHX/7yl7Hm57lz55r999/fzJkzp61Np59+ujnhhBNM//79c7U3fBMG11Iw9kQlCLaeGGY6CQEIQAACEIAABCAAgbQE2FBNS4rrIAABCEAAAiURYH2uJJBUAwE7AfQtMwMCEIAABCBQMwH0bc3A638c+qp+5jwRAhCAAAR6nAD6qnETAD3VuCFt7xAG12oGWYm9xo8fb84+++y+B/zbv/2bueGGG8zgwYOreSi1lkrguuuuM3vuuWdLnUmJ16Ia8MYbb3gemwceeKDlEgzPpQ5ZYypDT7k1lBhc3RoPWpNAoCqD68svv+y9FJ966qlMY6AU6BdccIH50Y9+lMtEmulhoYv/8pe/eMbHyZMn9/1ljTXWMAcffLDZa6+9cqdkD7dJ5stTTz3V3HHHHbHNTZNl1AWD62effWaOOuooLwJH1iKxI3EzcODAyFuDWVwljmUSHjJkSOyjojLmnnzyyUb/0mQGTtsXDK5pSXEdgo05AAEIQAACEIAABCAAAQgECLChynSAAAQgAAEI1EyA9bmagfO4XiOAvu21Eae/EIAABCDQcQLo244PQdUNQF9VTZj6IQABCEAAAiEC6KvGTQn0VOOGtL1DGFzLH2QlDZs+fbqXFOyTTz7pe8DYsWO9hFYLLbRQ+Q+lxtIJPPPMM0YZVl966aWWuq+44grPrNqvX79Uz/zggw/MuHHjzLRp01quT+vpSPUQLmoUAfSUW8OJwdWt8aA1CQSqMrh++OGH3svvzjvvjGyBMqGuvPLK3gty2WWXNdttt51nbF1sscU6Nm6vvvqq2WeffcyAAQPM4YcfbjbffPNKhNgXX3zhRbGYOnWque+++1oEoEy+inoycuRIM//888eycMHgKiE7YcIEc/fdd7e19bXXXjOaY37xx3zdddc1O+64o1l//fUTBZLql3lWRuNLLrnEHHjgganMz8qYe8011xhliFWRefm4444rLXOr3ycMrh37uHbdgxFsXTdkNBgCEIAABCAAAQhAAAJVEmBDtUq61A0BCEAAAhCwEGB9jmkBgUoJoG8rxUvlEIAABCAAgXYC6NvGzwr0VeOHmA5CAAIQgIBrBNBXro1I4fagpwojdL8CDK75x+j111/3bl566aU9v4KSS+nc/5QpUzx/Q9Dcuswyy5hbb73VrLfeevkfyJ21ElDityOOOMLI0Bos3/zmNz1vhZKbaVyjinwYs2fPNvqM/fa3v227LE0it1o7zMOcIYCecmYovIZgcHVrPGhNAoG3337by4gpw6VfdtllF8942qvlyy+/NAsuuGBt3dfzfBEos6+EQ5Kx1W+cxMNHH31k9L9+WWSRRUo3cdYGI+JBElmKBqNMulmyr0ps//KXvzRLLrmk2XvvvVNzzdLfSZMmtWTj3WGHHcyRRx6ZpQqu7RECCLYeGWi6CQEIQAACEIAABCAAgXQE2FBNx4mrIAABCEAAAqURYH2uNJRUBAEbAfQt8wICEIAABCBQMwH0bc3A638c+qp+5jwRAhCAAAR6nAD6qnETAD3VuCFt7xAG1/yDfO+995qtt946VQUnn3yyOeOMMyo5h5+qAVyUi8B//ud/ev4JGZfDRX6VLbbYwmy88cZmyJAhZoEFFvAuefPNN83cuXPNjBkzWpKcBe8fMWKEZ4JeaqmlcrWLm5pNAD3l1vhicHVrPGgNBCAAAQhAwAkCCDYnhoFGQAACEIAABCAAAQhAwBUCbKi6MhK0AwIQgAAEeoYA63M9M9R0tDME0Led4c5TIQABCECghwmgbxs/+Oirxg8xHYQABCAAAdcIoK9cG5HC7UFPFUbofgUYXPOP0aOPPuoZXIOZWm21bbTRRubqq682gwYNyv8w7uwIgb///e9egrFDDjkkcZzTNnDkyJFe8rHlllsu7S1c12ME0FNuDTgGV7fGg9ZAAAIQgAAEnCCAYHNiGGgEBCAAAQhAAAIQgAAEXCHAhqorI0E7IAABCEB6GDE3AAAgAElEQVSgZwiwPtczQ01HO0MAfdsZ7jwVAhCAAAR6mAD6tvGDj75q/BDTQQhAAAIQcI0A+sq1ESncHvRUYYTuV4DBNf8Y/dd//ZfZY489zLx58yIr+d73vmcuueQSs+mmm+Z/EHd2lIBMrr/5zW/M0UcfHZmRNU0DlfH1yCOPNOPGjTP6/xQIRBFAT7k1NzC4ujUetAYCEIAABCDgBAEEmxPDQCMgAAEIQAACEIAABCDgCgE2VF0ZCdoBAQhAAAI9Q4D1uZ4ZajraGQLo285w56kQgAAEINDDBNC3jR989FXjh5gOQgACEICAawTQV66NSOH2oKcKI3S/Agyu+cfovffeM6NGjTIzZ860VqLMrRMnTjRDhw7N/xDudIbA//zP/5grrrjCTJo0ybz22mup2yUz62677WaOP/54s+qqqxrLuzJ1XVzYGwTQU26NMwZXt8aD1kAAAhCAAAScIIBgc2IYaAQEIAABCEAAAhCAAARcIcCGqisjQTsgAAEIQKBnCLA+1zNDTUc7QwB92xnuPBUCEIAABHqYAPq28YOPvmr8ENNBCEAAAhBwjQD6yrURKdwe9FRhhO5XgME1/xh98cUXZsaMGebGG280jz32mGd6/O53v2vWX399M3r0aLPZZpuZ/v37538AdzpJ4MsvvzRz5841s2bNMo888og37nPmzOlrq+bAyiuvbNZdd11vDuh/BwwY4GRfaJSbBNBTbo0LBle3xoPWQAACEIAABJwggGBzYhhoBAQgAAEIQAACEIAABFwhwIaqKyNBOyAAAQhAoGcIsD7XM0NNRztDAH3bGe48FQIQgAAEepgA+rbxg4+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3g8H1K2NMXzu/+uorY5lEVXOifghAAAIQgEDPEPj73/9u+vXrF+yvFk9a/kPPwKCjEIAABCAAAQhAAAIQgIAIsD7HPIAABCAAAQjUSID1uRph86heJYC+7dWRp98QgAAEINARAujbjmCv+6Hoq7qJ8zwIQAACEOhpAuirRg4/eqqRw0qnIAABCEDAVQLoKfdGphsMrp8aYxb10X388cfmm9/8pnskaREEIAABCECgIQQ++eQTs9hiiwV78xdjzDca0j26AQEIQAACEIAABCAAAQhkJ8D6XHZm3AEBCEAAAhDITYD1udzouBECaQmgb9OS4joIQAACEIBACQTQtyVAdL8K9JX7Y0QLIQABCECgQQTQVw0azK+7gp5q5LDSKQhAAAIQcJUAesq9kekGg+urxpjv+uj+8Ic/mJVXXtk9krQIAhCAAAQg0BACL730kllllVWCvXnNGDOoId2jGxCAAAQgAAEIQAACEIBAdgKsz2Vnxh0QgAAEIACB3ARYn8uNjhshkJYA+jYtKa6DAAQgAAEIlEAAfVsCRPerQF+5P0a0EAIQgAAEGkQAfdWgwfy6K+ipRg4rnYIABCAAAVcJoKfcG5luMLg+aIzZxEd39913m2222cY9krQIAhCAAAQg0BAC99xzj9l2222DvXnIGLNpQ7pHNyAAAQhAAAIQgAAEIACB7ARYn8vOjDsgAAEIQAACuQmwPpcbHTdCIC0B9G1aUlwHAQhAAAIQKIEA+rYEiO5Xgb5yf4xoIQQgAAEINIgA+qpBg/l1V9BTjRxWOgUBCEAAAq4SQE+5NzLdYHCdZow50Ed37rnnmhNPPNE9krQIAhCAAAQg0BACP/3pT824ceOCvbnUGHNQQ7pHNyAAAQhAAAIQgAAEIACB7ARYn8vOjDsgAAEIQAACuQmwPpcbHTdCIC0B9G1aUlwHAQhAAAIQKIEA+rYEiO5Xgb5yf4xoIQQgAAEINIgA+qpBg/l1V9BTjRxWOgUBCEAAAq4SQE+5NzLdYHA91Bgz2Uc3fPhwc9ttt7lHkhZBAAIQgAAEGkJgxIgRZsaMGcHeHGaMubgh3aMbEIAABCAAAQhAAAIQgEB2AqzPZWfGHRCAAAQgAIHcBFify42OGyGQlgD6Ni0proMABCAAAQiUQAB9WwJE96tAX7k/RrQQAhCAAAQaRAB91aDB/Lor6KlGDiudggAEIAABVwmgp9wbmW4wuH7fGDPXR7fIIouYTz/91PzTP3VD090bcFoEAQhAAAIQiCPw97//3XzjG98wn332WfCyNY0x8yAHAQhAAAIQgAAEIAABCPQsAdbnenbo6TgEIAABCNRNgPW5uonzvB4lgL7t0YGn2xCAAAQgUD8B9G39zDv0RPRVh8DzWAhAAAIQ6D0C6KvGjjl6qrFDS8cgAAEIQMA1Augp10bkH+3pFpfoq8aY7/oIb7jhBrPbbru5SZRWQQACEIAABLqYwI033mhGjhwZ7MFrxphBXdwlmg4BCEAAAhCAAAQgAAEIlEOA9blyOFILBCAAAQhAIJYA63NMEAjURgB9WxtqHgQBCEAAAr1MAH3bU6OPvuqp4aazEIAABCDQKQLoq06Rr+W56KlaMPMQCEAAAhDodQLoKTdnQLcYXCcYY8b6CIcPH25uu+02N4nSKghAAAIQgEAXExgxYoSZMWNGsAcTjTFHdXGXaDoEIAABCEAAAhCAAAQgUA4B1ufK4UgtEIAABCAAgVgCrM8xQSBQGwH0bW2oeRAEIAABCPQyAfRtT40++qqnhpvOQgACEIBApwigrzpFvpbnoqdqwcxDIAABCECg1wmgp9ycAd1icP2BMWZ2EOHTTz9t1lprLTep0ioIQAACEIBAFxKYM2eOGTp0aLjlGxpjHunC7tBkCEAAAhCAAAQgAAEIQKBcAqzPlcuT2iAAAQhAAAJtBFifY1JAoFYC6NtacfMwCEAAAhDoRQLo254bdfRVzw05HYYABCAAgboJoK/qJl7789BTtSPngRCAAAQg0GsE0FPujni3GFxF8EFjzCY+ylGjRpn/+I//cJcsLYMABCAAAQh0GYG9997bXHPNNcFWP2SM2bTLukFzIQABCEAAAhCAAAQgAIHqCLA+Vx1baoYABCAAAQgY1ueYBBConQD6tnbkPBACEIAABHqJAPq2l0a7r6/oq54cdjoNAQhAAAJ1EUBf1UW6o89BT/1/9u4H1uryvh/4h9mUIGJ/rE0qzTJmnGNEA7UQWe26tIVazDYBuZSKxbCB4q8QCrNVMofONW6KteAV24GQGakKvRdR6iJroD+3rm4aWofTGOsae7elNpkL6wCNZnp/+d556f1zLvece77fc75/Xichabnf7/N8ntfnIX085e3TVn6TEyBAgEDZBZyn8tvhIgVcPxsRewdSPvHEEzF//vz86qqMAAECBAgURODgwYNx2WWXDa12aUR8qyBLUCYBAgQIECBAgAABAtkL+H4ue2MzECBAgEBFBXw/V9HGW3a7BZxv290B8xMgQIBAaQWcb0vb2tEW5nw1mpCfEyBAgACBMQo4X40RrnivOU8Vr2cqJkCAAIGCCDhP5btRRQq4JpKD/q0kF154YTz33HMxblzRlpHvTaE6AgQIEKiWQG9vb8yYMSOef/75gQt3e2u1toHVEiBAgAABAgQIEKhXwPdz9Up5jgABAgQI1Cng+7k6oTxGIBsB59tsXI1KgAABAhUWcL6tcPP/d+nOV5XfAgAIECBAIG0B56u0RXM/nvNU7lukQAIECBAomoDzVP47VrRk6Kci4vBA1muuuSZ27NiRf2kVEiBAgACBnApce+21cd999w2tbm5EfDenJSuLAAECBAgQIECAAIH2Cfh+rn32ZiZAgACBkgr4fq6kjbWsogg43xalU+okQIAAgcIION8WplVZFep8lZWscQkQIECgsgLOV5VrvfNU5VpuwQQIECCQtYDzVNbCzY9ftIBrsuK7I2LdwKXffvvtceONNzavYQQCBAgQIFAxgTvuuCM2btw4dNWdEfHFilFYLgECBAgQIECAAAEC9Qv4fq5+K08SIECAAIHTCvh+zgYhkAsB59tctEERBAgQIFAGAefbMnQxlTU4X6XCaBACBAgQIBDhfFXZXeA8VdnWWzgBAgQIpC3gPJW2aDbjFTHgmkgciYhZA0m2bdsWa9asyUbJqAQIECBAoIQC9957b6xdu3boyn4QEbNLuFxLIkCAAAECBAgQIEAgXQHfz6XraTQCBAgQqKCA7+cq2HRLzrOA822eu6M2AgQIECiEgPNtIdrUyiKdr1qpbS4CBAgQKKWA81Up29rIopynGtHyLAECBAgQqCHgPFWcbVHUgOvMiPh+REwcSO0m1+JsPJUSIECAQHsFRvg3kZyMiI9FxNH2Vmd2AgQIECBAgAABAgQKIOD7uQI0SYkECBAgkF8B38/ltzcqq6yA821lW2/hBAgQIJCGgPNtGoqlG8P5qnQttSACBAgQaKWA81UrtXM7l/NUblujMAIECBAogoDzVBG69IsaixpwTVbwexHx7aHc11xzTWzfvj3GjSvy0oq1iVRLgAABAsUR6O3tjdWrV8d9991Xq+jfj4jHi7MalRIgQIAAAQIECBAg0GYB38+1uQGmJ0CAAIHiCfh+rng9U3GlBJxvK9VuiyVAgACBNAScb9NQLPUYzlelbq/FESBAgEAWAs5XWagWekznqUK3T/EECBAg0A4B56l2qDc/Z9FToJ+NiL1DGS688MK48847Y/78+c0LGYEAAQIECJRE4ODBg/HlL385nn/++VorWhoR3yrJUi2DAAECBAgQIECAAIHWCfh+rnXWZiJAgACBggv4fq7gDVR+VQScb6vSaeskQIAAgaYFnG+bJqzKAM5XVem0dRIgQIBA0wLOV00TlnUA56mydta6CBAgQCB1Aeep1ElbNmDRA64JVPJvJtkTEROHqi1btiy+9KUvxUUXXdQyUBMRIECAAIG8CTz77LPx1a9+NR566KFapZ2MiM+5uTVvXVMPAQIECBAgQIAAgUIJ+H6uUO1SLAECBAi0WsD3c60WNx+BpgWcb5smNAABAgQIlFnA+bbM3c1sbc5XmdEamAABAgTKIOB8VYYuZr4G56nMiU1AgAABAkUWcJ4qcvf+t/YyBFyTdcyMiF0RMatWSy6//PJYvnx5LF68OMaNK8uSi7/5rIAAAQIEshPo7e2Nffv2xe7du+PAgQMjTfSDiFgZEUezq8TIBAgQIECAAAECBAhURMD3cxVptGUSIECAQH0Cvp+rz8lTBHIs4Hyb4+YojQABAgRaL+B823rzEs7ofFXCploSAQIECIxdwPlq7HYVftN5qsLNt3QCBAgQGC7gPFWuXVG2tOfdEbFupBadeeaZMW/evLjkkkti5syZcd5558U555wTZ511luBrufa11RAgQKAyAsnB7MSJE/Gzn/0sfvzjH8fRo0fjqaeeikOHDsXrr79+OofOiPhiZaAslAABAgQIECBAgACBVgn4fq5V0uYhQIAAgVwI+H4uF21QBIEsBZxvs9Q1NgECBAjkTsD5NnctKWNBzldl7Ko1ESBAgMCIAs5XNkcGAs5TGaAakgABAgTyK+A8ld/epFlZ2QKuic2nIuJPI+LjaUIZiwABAgQIlETge+/+7+R3S7IeyyBAgAABAgQIECBAIH8Cvp/LX09URIAAAQL5EfD9XH56oRIC9Qo439Yr5TkCBAgQqKKA820Vu978mp2vmjc0AgECBAiUV8D5qry9TXNlzlNpahqLAAECBMom4DxVwI6WMeDa34bPRsRaQdcC7kolEyBAgEAWAslBbVtEfCuLwY1JgAABAgQIECBAgACBGgK+n7MtCBAgQIDALwR8P2c3ECi+gPNt8XtoBQQIECCQnoDzbXqWVR7J+arK3bd2AgQIEBgq4HxlT4xFwHlqLGreIUCAAIGyCjhPFbizZQ649rfloxHxuYhYEBFTC9wrpRMgQIAAgUYFeiLisYjYExH/0OjLnidAgAABAgQIECBAgEBKAr6fSwnSMAQIECBQOAHfzxWuZQomUJeA821dTB4iQIAAgRIKON+WsKk5WZLzVU4aoQwCBAgQaLmA81XLyUs7ofNUaVtrYQQIECAwioDzVEm2SBUCrgNbNTMiLomIj0TEtIj41Yj4QEScGRFVsyjJFrYMAgQIVF6gNyJej4jXIuJfI+KliPhhRDwVEUcrrwOAAAECBAgQIECAAIG8Cfh+Lm8dUQ8BAgQINCvg+7lmBb1PoNgCzrfF7p/qCRAgQGC4gPOtXdFuAeerdnfA/AQIECCQtoDzVdqixhtNwHlqNCE/J0CAAIGiCThPFa1jY6hXqHMMaF4hQIAAAQIECBAgQIAAAQIECBAgQIAAAQIFEPhERPy/d+v8ZEQ8WYCalUiAAAECBAgQIECAAAECBAgQIECAAAECBAgQIECAAAECBAgQIFARAQHXijTaMgkQIECAAAECBAgQIECAAAECBAgQIECgcgJJuDUJuSafJNyahFx9CBAgQIAAAQIECBAgQIAAAQIECBAgQIAAAQIECBAgQIAAAQIECORCQMA1F21QBAECBAgQIECAAAECBAgQIECAAAECBAgQSFVg4O2t/QO7xTVVYoMRIECAAAECBAgQIECAAAECBAgQIECAAAECBAgQIECAAAECBAg0IyDg2oyedwkQIECAAAECBAgQIECAAAECBAgQIECAQD4FBt7e2l+hW1zz2StVESBAgAABAgQIECBAgAABAgQIECBAgAABAgQIECBAgAABAgQqKSDgWsm2WzQBAgQIECBAgAABAgQIECBAgAABAgQIlFig1u2t/ct1i2uJG29pBAgQIECAAAECBAgQIECAAAECBAgQIECAAAECBAgQIECAAIEiCQi4FqlbaiVAgAABAgQIECBAgAABAgQIECBAgAABAqML1Lq9tf8tt7iO7ucJAgQIECBAgAABAgQIECBAgAABAgQIECBAgAABAgQIECBAgACBFggIuLYA2RQECBAgQIAAAQIECBAgQIAAAQIECBAgQKBFAqe7vbW/BLe4tqgZpiFAgAABAgQIECBAgAABAgQIECBAgAABAgQIECBAgAABAgQIEBhZQMDV7iBAgAABAgQIECBAgAABAgQIECBAgAABAuURON3trf2rdItrefptJQQIECBAgAABAgQIECBAgAABAgQIECBAgAABAgQIECBAgACBwgoIuBa2dQonQIAAAQIECBAgQIAAAQIECBAgQIAAAQKDBOq5vbX/Bbe42jwECBAgQIAAAQIECBAgQIAAAQIECBAgQIAAAQIECBAgQIAAAQJtFRBwbSu/yQkQIECAAAECBAgQIECAAAECBAgQIECAQGoC9dze2j+ZW1xTYzcQAQIECBAgQIAAAQIECBAgQIAAAQIECBAgQIAAAQIECBAgQIDAWAQEXMei5h0CBAgQIECAAAECBAgQIECAAAECBAgQIJAvgUZub+2v3C2u+eqhaggQIECAAAECBAgQIECAAAECBAgQIECAAAECBAgQIECAAAEClRIQcK1Uuy2WAAECBAgQIECAAAECBAgQIECAAAECBEoq0Mjtrf0EbnEt6WawLAIECBAgQIAAAQIECBAgQIAAAQIECK3OnxUAACAASURBVBAgQIAAAQIECBAgQIBAEQQEXIvQJTUSIECAAAECBAgQIECAAAECBAgQIECAAIGRBcZye2v/aG5xtbMIECBAgAABAgQIECBAgAABAgQIECBAgAABAgQIECBAgAABAgTaIiDg2hZ2kxIgQIAAAQIECBAgQIAAAQIECBAgQIAAgdQExnJ7a//kbnFNrQ0GIkCAAAECBAgQIECAAAECBAgQIECAAAECBAgQIECAAAECBAgQaERAwLURLc8SIECAAAECBAgQIECAAAECBAgQIECAAIF8CTRze2v/Stzimq+eqoYAAQIECBAgQIAAAQIECBAgQIAAAQIECBAgQIAAAQIECBAgUAkBAddKtNkiCRAgQIAAAQIECBAgQIAAAQIECBAgQKCkAs3c3tpP4hbXkm4OyyJAgAABAgQIECBAgAABAgQIECBAgAABAgQIECBAgAABAgQI5FlAwDXP3VEbAQIECBAgQIAAAQIECBAgQIAAAQIECBAYWSCN21v7R3eLq51GgAABAgQIECBAgAABAgQIECBAgAABAgQIECBAgAABAgQIECDQUgEB15Zym4wAAQIECBAgQIAAAQIECBAgQIAAAQIECKQmkMbtrf3FuMU1tbYYiAABAgQIECBAgAABAgQIECBAgAABAgQIECBAgAABAgQIECBAoB4BAdd6lDxDgAABAgQIECBAgAABAgQIECBAgAABAgTyJZDm7a39K3OLa756rBoCBAgQIECAAAECBAgQIECAAAECBAgQIECAAAECBAgQIECAQKkFBFxL3V6LI0CAAAECBAgQIECAAAECBAgQIECAAIGSCqR5e2s/kVtcS7pZLIsAAQIECBAgQIAAAQIECBAgQIAAAQIECBAgQIAAAQIECBAgkEcBAdc8dkVNBAgQIECAAAECBAgQIECAAAECBAgQIEBgZIEsbm/tn80trnYeAQIECBAgQIAAAQIECBAgQIAAAQIECBAgQIAAAQIECBAgQIBASwQEXFvCbBICBAgQIECAAAECBAgQIECAAAECBAgQIJCaQBa3t/YX5xbX1NpkIAIECBAgQIAAAQIECBAgQIAAAQIECBAgQIAAAQIECBAgQIAAgdMJCLjaHwQIECBAgAABAgQIECBAgAABAgQIECBAoDgCWd7e2q/gFtfi7AeVEiBAgAABAgQIECBAgAABAgQIECBAgAABAgQIECBAgAABAgQKKyDgWtjWKZwAAQIECBAgQIAAAQIECBAgQIAAAQIEKiiQ5e2t/Zxuca3gxrJkAgQIECBAgAABAgQIECBAgAABAgQIECBAgAABAgQIECBAgECrBQRcWy1uPgIECBAgQIAAAQIECBAgQIAAAQIECBAgMDaBVtze2l+ZW1zH1iNvESBAgAABAgQIECBAgAABAgQIECBAgAABAgQIECBAgAABAgQI1Ckg4FonlMcIECBAgAABAgQIECBAgAABAgQIECBAgECbBVpxe2v/Et3i2uZmm54AAQIECBAgQIAAAQIECBAgQIAAAQIECBAgQIAAAQIECBAgUHYBAdeyd9j6CBAgQIAAAQIECBAgQIAAAQIECBAgQKAMAo3e3vrziHjfkIXX+r3T2bjFtQw7xxoIECBAgAABAgQIECBAgAABAgQIECBAgAABAgQIECBAgAABAjkVEHDNaWOURYAAAQIECBAgQIAAAQIECBAgQIAAAQIEBgjUe3trEmLd+u6vY0MEJ0fE+nd/DQ2/1sJ2i6stSIAAAQIECBAgQIAAAQIECBAgQIAAAQIECBAgQIAAAQIECBAgkJmAgGtmtAYmQIAAAQIECBAgQIAAAQIECBAgQIAAAQKpCNRze+vAYOt/vTtr75DZ+/8/gf/TQNDVLa6ptNAgBAgQIECAAAECBAgQIECAAAECBAgQIECAAAECBAgQIECAAAECQwUEXO0JAgQIECBAgAABAgQIECBAgAABAgQIECCQb4HT3d5aK9jav5qRAq79P68n6OoW13zvDdURIECAAAECBAgQIECAAAECBAgQIECAAAECBAgQIECAAAECBAorIOBa2NYpnAABAgQIECBAgAABAgQIECBAgAABAgQqIDDS7a2nC7b2s4wWcO1/brSgq1tcK7DRLJEAAQIECBAgQIAAAQIECBAgQIAAAQIECBAgQIAAAQIECBAg0GoBAddWi5uPAAECBAgQIECAAAECBAgQIECAAAECBAjULzD09tZ6gq39o9cbcO1/fqSgq1tc6++XJwkQIECAAAECBAgQIECAAAECBAgQIECAAAECBAgQIECAAAECBOoUEHCtE8pjBAgQIECAAAECBAgQIECAAAECBAgQIECgxQIDb29tJNjaX2ajAdf+92oFXd3i2uLmm44AAQIECBAgQIAAAQIECBAgQIAAAQIECBAgQIAAAQIECBAgUHYBAdeyd9j6CBAgQIAAAQIECBAgQIAAAQIECBAgQKCoAsntrRdFxNZ3f/1XgwsZa8C1f5qBQddnIyIJufoQIECAAAECBAgQIECAAAECBAgQIECAAAECBAgQIECAAAECBAgQSEVAwDUVRoMQIECAAAECBAgQIECAAAECBAgQIECAAIFUBT4cEQvHGGztL6TZgGv/OP1B10cj4p9SXaXBCBAgQIAAAQIECBAgQIAAAQIECBAgQIAAAQIECBAgQIAAAQIEKisg4FrZ1ls4AQIECBAgQIAAAQIECBAgQIAAAQIECJRcIK2Aa8mZLI8AAQIECBAgQIAAAQIECBAgQIAAAQIECBAgQIAAAQIECBAgQKAdAgKu7VA3JwECBAgQIECAAAECBAgQIECAAAECBAgQyF5AwDV7YzMQIECAAAECBAgQIECAAAECBAgQIECAAAECBAgQIECAAAECBAiMUUDAdYxwXiNAgAABAgQIECBAgAABAgQIECBAgAABAjkXEHDNeYOUR4AAAQIECBAgQIAAAQIECBAgQIAAAQIECBAgQIAAAQIECBCosoCAa5W7b+0ECBAgQIAAAQIECBAgQIAAAQIECBAgUGYBAdcyd9faCBAgQIAAAQIECBAgQIAAAQIECBAgQIAAAQIECBAgQIAAAQIFFxBwLXgDlU+AAAECBAgQIECAAAECBAgQIECAAAECBEYQEHC1NQgQIECAAAECBAgQIECAAAECBAgQIECAAAECBAgQIECAAAECBHIrIOCa29YojAABAgQIECBAgAABAgQIECBAgAABAgQINCUg4NoUn5cJECBAgAABAgQIECBAgAABAgQIECBAgAABAgQIECBAgAABAgSyFBBwzVLX2AQIECBAgAABAgQIECBAgAABAgQIECBAoH0CAq7tszczAQIECBAgQIAAAQIECBAgQIAAAQIECBAgQIAAAQIECBAgQIDAKAICrrYIAQIECBAgQIAAAQIECBAgQIAAAQIECBAop4CAazn7alUECBAgQIAAAQIECBAgQIAAAQIECBAgQIAAAQIECBAgQIAAgVIICLiWoo0WQYAAAQIECBAgQIAAAQIECBAgQIAAAQIEhgkIuNoUBAgQIECAAAECBAgQIECAAAECBAgQIECAAAECBAgQIECAAAECuRUQcM1taxRGgAABAgQIECBAgAABAgQIECBAgAABAgSaEhBwbYrPywQIECBAgAABAgQIECBAgAABAgQIECBAgAABAgQIECBAgAABAlkKCLhmqWtsAgQIECBAgAABAgQIECBAgAABAgQIECDQPgEB1/bZm5kAAQIECBAgQIAAAQIECBAgQIAAAQIECBAgQIAAAQIECBAgQGAUAQFXW4QAAQIECBAgQIAAAQIECBAgQIAAAQIECJRTQMC1nH21KgIECBAgQIAAAQIECBAgQIAAAQIECBAgQIAAAQIECBAgQIBAKQQEXEvRRosgQIAAAQIECBAgQIAAAQIECBAgQIAAAQLDBARcbQoCBAgQIECAAAECBAgQIECAAAECBAgQIECAAAECBAgQIECAAIHcCgi45rY1CiNAgAABAgQIECBAgAABAgQIECBAgAABAk0JCLg2xedlAgQIECBAgAABAgQIECBAgAABAgQIECBAgAABAgQIECBAgACBLAUEXLPUNTYBAgQIECBAgAABAgQIECBAgAABAgQIEGifgIBr++zNTIAAAQIECBAgQIAAAQIECBAgQIAAAQIECBAgQIAAAQIECBAgMIqAgKstQoAAAQIECBAgQIAAAQIECBAgQIAAAQIEyikg4FrOvloVAQIECBAgQIAAAQIECBAgQIAAAQIECBAgQIAAAQIECBAgQKAUAgKupWijRRAgQIAAAQIECBAgQIAAAQIECBAgQIAAgWECAq42BQECBAgQIECAAAECBAgQIECAAAECBAgQIECAAAECBAgQIECAQG4FBFxz2xqFESBAgAABAgQIECBAgAABAgQIECBAgACBpgQEXJvi8zIBAgQIECBAgAABAgQIECBAgAABAgQIECBAgAABAgQIECBAgECWAgKuWeoamwABAgQIECBAgAABAgQIECBAgAABAgQItE9AwLV99mYmQIAAAQIECBAgQIAAAQIECBAgQIAAAQIECBAgQIAAAQIECBAYRUDA1RYhQIAAAQIECBAgQIAAAQIECBAgQIAAAQLlFBBwLWdfrYoAAQIECBAgQIAAAQIECBAgQIAAAQIECBAgQIAAAQIECBAgUAoBAddStNEiCBAgQIAAAQIECBAgQIAAAQIECBAgQIDAMAEBV5uCAAECBAgQIECAAAECBAgQIECAAAECBAgQIECAAAECBAgQIEAgtwICrrltjcIIECBAgAABAgQIECBAgAABAgQIECBAgEBTAgKuTfF5mQABAgQIECBAgAABAgQIECBAgAABAgQIECBAgAABAgQIECBAIEsBAdcsdY1NgAABAgQIECBAgAABAgQIECBAgAABAgTaJyDg2j57MxMgQIAAAQIECBAgQIAAAQIECBAgQIAAAQIECBAgQIAAAQIECIwiIOBqixAgQIAAAQIECBAgQIAAAQIECBAgQIAAgXIKCLiWs69WRYAAAQIECBAgQIAAAQIECBAgQIAAAQIECBAgQIAAAQIECBAohYCAaynaaBEECBAgQIAAAQIECBAgQIAAAQIECBAgQGCYgICrTUGAAAECBAgQIECAAAECBAgQIECAAAECBAgQIECAAAECBAgQIJBbAQHX3LZGYQQIECBAgAABAgQIECBAgAABAgQIECBAoCkBAdem+LxMgAABAgQIECBAgAABAgQIECBAgAABAgQIECBAgAABAgQIECCQpYCAa5a6xiZAgAABAgQIECBAgAABAgQIECBAgAABAu0TEHBtn72ZCRAgQIAAAQIECBAgQIAAAQIECBAgQIAAAQIECBAgQIAAAQIERhEQcLVFCBAgQIAAAQIECBAgQIAAAQIECBAgQIBAOQUEXMvZV6siQIAAAQIECBAgQIAAAQIECBAgQIAAAQIECBAgQIAAAQIECJRCQMC1FG20CAIECBAgQIAAAQIECBAgQIAAAQIECBAgMExAwNWmIECAAAECBAgQIECAAAECBAgQIECAAAECBAgQIECAAAECBAgQyK2AgGtuW6MwAgQIECBAgAABAgQIECBAgAABAgQIECDQlICAa1N8XiZAgAABAgQIECBAgAABAgQIECBAgAABAgQIECBAgAABAgQIEMhSQMA1S11jEyBAgAABAgQIECBAgAABAgQIECBAgACB9gkIuLbP3swECBAgQIAAAQIECBAgQIAAAQIECBAgQIAAAQIECBAgQIAAAQKjCAi42iIECBAgQIAAAQIECBAgQIAAAQIECBAgQKCcAgKu5eyrVREgQIAAAQIECBAgQIAAAQIECBAgQIAAAQIECBAgQIAAAQIESiEg4FqKNloEAQIECBAgQIAAAQIECBAgQIAAAQIECBAYJiDgalMQIECAAAECBAgQIECAAAECBAgQIECAAAECBAgQIECAAAECBAjkVkDANbetURgBAgQIECBAgAABAgQIECBAgAABAgQIEGhKQMC1KT4vEyBAgAABAgQIECBAgAABAgQIECBAgAABAgQIECBAgAABAgQIZCkg4JqlrrEJECBAgAABAgQIECBAgAABAgQIECBAgED7BARc22dvZgIECBAgQIAAAQIECBAgQIAAAQIECBAgQIAAAQIECBAgQIAAgVEEBFxtEQIECBAgQIAAAQIECBAgQIAAAQIECBAgUE4BAddy9tWqCBAgQIAAAQIECBAgQIAAAQIECBAgQIAAAQIECBAgQIAAAQKlEBBwLUUbLYIAAQIECBAgQIAAAQIECBAgQIAAAQIECAwTEHC1KQgQIECAAAECBAgQIECAAAECBAgQIECAAAECBAgQIECAAAECBHIrULWA68yIuCQiPhIR0yLiVyPiAxFxZkRUzSK3m1JhBAgQINCQQPIXVV+PiNci4l8j4qWI+GFEPBURRxsaycMECBAgQIAAAQIECBAgQIBA2QQEXMvWUeshQIAAAQIECBAgQIAAAQIECBAgQIAAAQIECBAgQIAAAQIECJRIoAqhzo9GxOciYkFETC1R7yyFAAECBAiMJtATEY9FxJ6I+IfRHvZzAgQIECBAgAABAgQIECBAoHQCAq6la6kFESBAgAABAgQIECBAgAABAgQIECBAgAABAgQIECBAgAABAgTKI1DmgOtnI2JtRHy8PO2yEgIECBAgMGaB70XEtoj41phH8CIBAgQIECBAgAABAgQIECBQNAEB16J1TL0ECBAgQIAAAQIECBAgQIAAAQIECBAgQIAAAQIECBAgQIAAgQoJlDHg+qmI+FPB1grtYkslQIAAgUYEkqBr8r+T323kJc8SIECAAAECBAgQIECAAAEChRQQcC1k2xRNgAABAgQIECBAgAABAgQIECBAgAABAgQIECBAgAABAgQIEKiGQNkCrndHxLqRWnfmmWfGvHnz4pJLLomZM2fGeeedF+ecc06cddZZMW5c2SiqsYGtkgABAlUX6O3tjRMnTsTPfvaz+PGPfxxHjx6Np556Kg4dOhSvv/766Xg6I+KLVfezfgIECBAgQIAAAQIECBAgUHIBAdeSN9jyCBAgQIAAAQIECBAgQIAAAQIECBAgQIAAAQIECBAgQIAAAQJFFihLqnNmROyKiFm1mnH55ZfH8uXLY/HixYKsRd6taidAgACBugWS4Ou+ffti9+7dceDAgZHe+0FErIyIo3UP7EECBAgQIECAAAECBAgQIECgSAICrkXqlloJECBAgAABAgQIECBAgAABAgQIECBAgAABAgQIECBAgAABAhUTKEPA9fciYk9ETBzau2XLlsWXvvSluOiiiyrWVsslQIAAAQK/EHj22Wfjq1/9ajz00EO1WE5GxOci4nFmBAgQIECAAAECBAgQIECAQOkEBFxL11ILIkCAAAECBAgQIECAAAECBAgQIECAAAECBAgQIECAAAECBAiUR6DoAdfPRsTeoe248MIL484774z58+eXp1NWQoAAAQIEmhQ4ePBgfPnLX47nn3++1khLI+JbTU7hdQIECBAgQIAAAQIECBAgQCBfAgKu+eqHaggQIECAAAECBAgQIECAAAECBAgQIECAAAECBAgQIECAAAECBAYIFDngmtzc+u2h3bzmmmti+/btMW5ckZdmjxIgQIAAgWwEent7Y/Xq1XHffffVmuD33eSajbtRCRAgQIAAAQIECBAgQIBAmwQEXNsEb1oCBAgQIECAAAECBAgQIECAAAECBAgQIECAAAECBAgQIECAAIHRBYqaAp0ZEd+PiIkDl3j77bfHjTfeOPqqPUGAAAECBCoucMcdd8TGjRuHKpyMiI9FxNGK81g+AQIECBAgQIAAAQIECBAoi4CAa1k6aR0ECBAgQIAAAQIECBAgQIAAAQIECBAgQIAAAQIECBAgQIAAgRIKFDXgeiQiZg3sx7Zt22LNmjUlbJElESBAgACBbATuvffeWLt27dDBfxARs7OZ0agECBAgQIAAAQIECBAgQIBAiwUEXFsMbjoCBAgQIECAAAECBAgQIECAAAECBAgQIECAAAECBAgQIECAAIH6BYoYcL07ItYNXKKbW+tvuCcJECBAgMBAgRFucu2MiC+SIkCAAAECBAgQIECAAAECBAovIOBa+BZaAAECBAgQIECAAAECBAgQIECAAAECBAgQIECAAAECBAgQIECgvAJFC7h+KiIOD2zHNddcEzt27Chvh6yMAAECBAhkLHDttdfGfffdN3SWuRHx3YynNjwBAgQIECBAgAABAgQIECCQrYCAa7a+RidAgAABAgQIECBAgAABAgQIECBAgAABAgQIECBAgAABAgQIEGhCoGgB17+LiI/3r/fCCy+M5557LsaNK9oymuiYVwkQIECAQMoCvb29MWPGjHj++ecHjvy9iPidlKcyHAECBAgQIECAAAECBAgQINBaAQHX1nqbjQABAgQIECBAgAABAgQIECBAgAABAgQIECBAgAABAgQIECBAoAGBIiVDPxsReweu7Yknnoj58+c3sFyPEiBAgAABArUEDh48GJdddtnQHy2NiG8RI0CAAAECBAgQIECAAAECBAorIOBa2NYpnAABAgQIECBAgAABAgQIECBAgAABAgQIECBAgAABAgQIECBQfoEiBVwH3d66bNmyePDBB8vfISskQIAAAQItErjqqqvioYceGjibW1xbZG8aAgQIECBAgAABAgQIECCQkYCAa0awhiVAgAABAgQIECBAgAABAgQIECBAgAABAgQIECBAgAABAgQIEGheoCgB149GxFMDl/vDH/4wLrroouYFjECAAAECBAj0CTz77LPxkY98ZKjGJRHxD4gIECBAgAABAgQIECBAgACBQgoIuBaybYomQIAAAQIECBAgQIAAAQIECBAgQIAAAQIECBAgQIAAAQIECFRDoCgB17sjYl1/Sy6//PJ47LHHqtEhqyRAgAABAi0UWLBgQRw4cGDgjJ0R8cUWlmAqAgQIECBAgAABAgQIECBAID0BAdf0LI1EgAABAgQIECBAgAABAgQIECBAgAABAgQIECBAgAABAgQIECCQskBRAq4/iYip/Wvv6uqKjo6OlCkMR4AAAQIECHR3d8eSJUsGQvRExK+RIUCAAAECBAgQIECAAAECBAopIOBayLYpmgABAgQIECBAgAABAgQIECBAgAABAgQIECBAgAABAgQIECBQDYEiBFxnRsQ/9bfjzDPPjBMnTsS4cUUovRqbyCoJECBAoDwCvb29cdZZZ8Xrr78+cFEfjoij5VmllRAgQIAAAQIECBAgQIAAgcoICLhWptUWSoAAAQIECBAgQIAAAQIECBAgQIAAAQIECBAgQIAAAQIECBAonkARUqL/NyK+3k97+eWXx2OPPVY8aRUTIECAAIGCCCxYsCAOHDgwsNovRMQ3ClK+MgkQIECAAAECBAgQIECAAIFfCAi42g0ECBAgQIAAAQIECBAgQIAAAQIECBAgQIAAAQIECBAgQIAAAQK5FShCwPW+iFjVL3j77bfHjTfemFtQhREgQIAAgaIL3HHHHbFx48aBy9gZEdcUfV3qJ0CAAAECBAgQIECAAAECFRQQcK1g0y2ZAAECBAgQIECAAAECBAgQIECAAAECBAgQIECAAAECBAgQIFAUgSIEXP8uIj7eD/rEE0/E/Pnzi+KrTgIECBAgUDiBgwcPxmWXXTaw7u9FxO8UbiEKJkCAAAECBAgQIECAAAECBARc7QECBAgQIECAAAECBAgQIECAAAECBAgQIECAAAECBAgQIECAAIHcChQh4PqTiJjaL/ijH/0ozj///NyCKowAAQIECBRd4OWXX47f+I3fGLiMnoj4taKvS/0ECBAgQIAAAQIECBAgQKCCAgKuFWy6JRMgQIAAAQIECBAgQIAAAQIECBAgQIAAAQIECBAgQIAAAQIEiiJQhIDriYiY2A/63//93zFp0qSi+KqTAAECBAgUTuD48eNx9tlnD6z7ZEScVbiFKJgAAQIECBAgQIAAAQIECBAQcLUHCBAgQIAAAQIECBAgQIAAAQIECBAgQIAAAQIECBAgQIAAAQIEcitQhIDrOxFxqs533nknxo0rQtm57bnCCBAgQIDAaQV6e3vjl37plwY+k/xl2EG/gZAAAQIECBAgQIAAAQIECBAohICAayHapEgCBAgQIECAAAECBAgQIECAAAECBAgQIECAAAECBAgQIECAQDUFipAUHfQXcJLQjQ8BAgQIECCQrUCNf5lEEc4M2aIYnQABAgQIECBAgAABAgQIFE9AwLV4PVMxAQIECBAgQIAAAQIECBAgQIAAAQIECBAgQIAAAQIECBAgQKAyAkUIqwi4VmY7WigBAgQI5EVAwDUvnVAHAQIECBAgQIAAAQIECBBoSkDAtSk+LxMgQIAAAQIECBAgQIAAAQIECBAgQIAAAQIECBAgQIAAAQIECGQpIOCapa6xCRAgQIBAQQUEXAvaOGUTIECAAAECBAgQIECAAIHBAgKudgQ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U6Q70wAAIABJREFU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ESBAgACB9gkIuLbP3swECBAgQIAAAQIECBAgQCBFAQHXFDENRYAAAQIECBAgQIAAAQIECBAgQIAAAQIECBAgQIAAAQIECBAgkK6AgGu6nkYjQIAAAQKlEBBwLUUbLYIAAQIECBAgQIAAAQIECAi42gMECBAgQIAAAQIECBAgQIAAAQIECBAgQIAAAQIECBAgQIAAAQK5FRBwzW1rFEaAAAECBNonIODaPnszEyBAgAABAgQIECBAgACBFAUEXFPENBQBAgQIECBAgAABAgQIECBAgAABAgQIECBAgAABAgQIECBAgEC6AgKu6XoajQABAgQIlEJAwLUUbbQIAgQIECBAgAABAgQIECAg4GoPECBAgAABAgQIECBAgAABAgQIECBAgAABAgQIECBAgAABAgQI5FZAwDW3rVEYAQIECBBon4CAa/vszUyAAAECBAgQIECAAAECBFIUEHBNEdNQBAgQIECAAAECBAgQIECAAAECBAgQIECAAAECBAgQIECAAAEC6QoIuKbraTQCBAgQIFAKAQHXUrTRIggQIECAAAECBAgQIECAgICrPUCAAAECBAgQIECAAAECBAgQIECAAAECBAgQIECAAAECBAgQIJBbAQHX3LZGYQQIECBAoH0CAq7tszczAQIECBAgQIAAAQIECBBIUUDANUVMQxEgQIAAAQIECBAgQIAAAQIECBAgQIAAAQIECBAgQIAAAQIECKQrIOCarqfRCBAgQIBAKQQEXEvRRosgQIAAAQIECBAgQIAAAQICrvYAAQIECBAgQIAAAQIECBAgQIAAAQIECBAgQIAAAQIECBAgQIBAbgUEXHPbGoURIECAAIH2CQi4ts/ezAQIECBAgAABAgQIECBAIEUBAdcUMQ1FgAABAgQIECBAgAABAgQIECBAgAABAgQIECBAgAABAgQIECCQroCAa7qeRiNAgAABAqUQEHAtRRstggABAgQIECBAgAABAgQICLjaAwQIECBAgAABAgQIECBAgAABAgQIECBAgAABAgQIECBAgAABArkVEHDNbWsURoAAAQIE2icg4No+ezMTIECAAAECBAgQIECAAIEUBQRcU8Q0FAECBAgQIECAAAECBAgQIECAAAECBAgQIECAAAECBAgQIECAQLoCAq7pehqNAAECBAiUQkDAtRRttAgCBAgQIECAAAECBAgQICDgag8QIECAAAECBAgQIECAAAECBAgQIECAAAECBAgQIECAAAECBAjkVkDANbetURgBAgQIEGifgIBr++zNTIAAAQIECBAgQIAAAQIEUhQQcE0R01AECBAgQIAAAQIECBAgQIAAAQIECBAgQIAAAQIECBAgQIAAAQLpCgi4putpNAIECBAgUAoBAddStNEiCBAgQIAAAQIECBAgQICAgKs9QIAAAQIECBAgQIAAAQIECBAgQIAAAQIECBAgQIAAAQIECBAgkFsBAdfctkZhBAgQIECgfQICru2zNzMBAgQIECBAgAABAgQIEEhRQMA1RUxDESBAgAABAgQIECBAgAABAgQIECBAgAABAgQIECBAgAABAgQIpCsg4Jqup9EIECBAgEApBARcS9FGiyBAgAABAgQIECBAgAABAgKu9gA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5VHg+9//fvz2b/9206VNmjQpPvzhD8eECRNi5syZff951qxZcd5558V73vOepsdPBhip1r//+7+Pj33sY6nMUc8gX/nKV+Lmm28e9uiOHTti1apVUSNEV8+wIz7z0ksvxdKlS+Po0aOnnkmM9+7dG9OmTWtq7IEvv/nmm3HDDTdEZ2fnsDE3bdoUt9xyS5xxxhmpzWcgAq0WEHBttbj5CBAgQIAAAQIECBAgQIBAJgICrpmwGpQAAQIECBAgQIAAAQIECBAgQIAAAQIECBAgQIAAAQIECBAgQCANAQHXNBSNURmBtAKuI4FNnTo1rr322viDP/iDmDJlSlOueQ+4Tp8+Pfbs2RMzZsxoap1DX25VwLXWPP21zJkzJx5++OE499xzU12bwQi0UkDAtZXa5iJAgAABAgQIECBAgAABApkJCLhmRmtgAgQIECBAgAABAgQIECBAgAABAgQIECBAgAABAgQIECBAgACBZgUEXJsV9H6lBLIOuPZj/vIv/3L8yZ/8SV/YdeLEiWMyznvANVnU1VdfHffcc0+cffbZY1pjrZdaFXDdtWtX3w20I3127twZK1euTG1dBiLQagEB11aLm48AAQIECBAgQIAAAQIECGQiIOCaCatBCRAgQIAAAQIECBAgQIAAAQIECBAgQIAAAQIECBAgQIAAAQIE0hAQcE1D0RiVEWhVwLUf9NJLL4277747fvM3f7Nh4yIEXJNF7dixoy8oWiNM1/CakxdaEXA9duxYX3h1//79I9a4aNGiSEKwkydPHtM6vESg3QICru3ugPkJECBAgAABAgQIECBAgEAqAgKuqTAahAABAgQIECBAgAABAgQIECBAgAABAgQIECBAgAABAgQIECBAIAsBAdcsVI1ZWoFWB1wTyJkzZ8Y3vvGN+OhHP9qQa1ECrtOnT489e/bEjBkzGlrfSA+3IuD6zDPPxMKFC+PVV189VcaUKVMG/fdJkyb1BWDnzp2byroMQqDVAgKurRY3HwECBAgQIECAAAECBAgQyERAwDUTVoMSIECAAAECBAgQIECAAAECBAgQIECAAAECBAgQIECAAAECBAikISDgmoaiMSojkFZo9I033ojXX389/u3f/i2efvrpePzxx/t+jfSZM2dO/NVf/VUkYdB6P2nVWu98Iz33la98JW6++ebTDnP11VfHPffcE2effXaz02V+g+vbb78dt956ayTr6v/MmjUrVqxYEX/8x38cx48fP/X769ati82bN8f48eObXpcBCLRaQMC11eLmI0CAAAECBAgQIECAAAECmQgIuGbCalACBAgQIECAAAECBAgQIECAAAECBAgQIECAAAECBAgQIECAAIE0BARc01A0RmUEsgqN9vb2xiuvvNIXnHzggQdqei5YsCC2b98eH/zgB+vyzqrWuiYf8FA9Adfk8R07dsSqVauiRqiuoSmzvsG1p6cnli1bFk899dSpupYvXx433XRTXHfddfHkk0+e+v0kkNzV1RUXXHBBQ2vwMIE8CAi45qELaiBAgAABAgQIECBAgAABAk0LCLg2TWgAAgQIECBAgAABAgQIECBAgAABAgQIECBAgAABAgQIECBAgACBrAQEXLOSNW4pBbIOjb755pt9Qc8kLDnwJtB+zCQsunHjxnjPe94zqm/WtY5awLsP1BtwTcKge/bsiRkzZtQ7dM3nsg64PvLII7F48eJBc//5n/953HDDDcNudk0euuuuu2LDhg1NB3ebQvEygTEICLiOAc0rBAgQIECAAAECBAgQIEAgfwICrvnriYoIECBAgAABAgQIECBAgAABAgQIECBAgAABAgQIECBAgAABAgTeFRBwtRUINCDQitDo//zP//SFIpMg69DP1KlTo7u7O2bPnj1q1a2oddQiIqLegGsy1tVXXx333HNPnH322fUMXfOZLAOuJ0+ejLVr18b9999/au5JkybF/v37Y+7cuXH48OFYtGjRoHDyvHnz+m7lnTJlypjX5EUC7RAQcG2HujkJECBAgAABAgQIECBAgEDqAgKuqZMakAABAgQIECBAgAABAgQIECBAgAABAgQIECBAgAABAgQIECBAIC0BAde0JI1TCYFWhUaTIGVyI+jXv/71Ya7r1q2LzZs3x/jx409r3qpaR2t8rYDrJz/5yXjnnXfib//2b4e9ntxgu2rVqjHfeJplwPW5556Ljo6OePnll0/V/YlPfCIefPDB+NCHPhSvvvpqX0j30KFDg9b1ne98Jz796U+PRuXnBHIlIOCaq3YohgABAgQIECBAgAABAgQIjFVAwHWsct4jQIAAAQIECBAgQIAAAQIECBAgQIAAAQIECBAgQIAAAQIECBDIXEDANXNiE5RJoJWh0Z/85Cfx+c9/PpI5B36mT58eXV1dccEFF5yWtpW1nq6QWgHX1atXxxVXXBHXXntt9PT0DHq9kVtqa82bVcC1t7c3tmzZEtdff/2gaTds2BC33357vPe9743kmdtuuy02bdo06Jl6Q8ll+rNiLcUXEHAtfg+tgAABAgQIECBAgAABAgQIRISAq21AgAABAgQIECBAgAABAgQIECBAgAABAgQIECBAgAABAgQIECCQWwEB19y2RmF5FGh1aHTXrl19t5kO/dx1112RBCtrBNBOPdrqWkfq10gB1zvvvDP+8i//su+m2qGfJUuWxPbt22Py5MkNb4OsAq6vvfZaLF++PA4ePDiopqG3sz7zzDOxcOHCvttc+z/1hpIbXqwXCGQoIOCaIa6hCRAgQIAAAQIECBAgQIBA6wQEXFtnbSYCBAgQIECAAAECBAgQIECAAAECBAgQIECAAAECBAgQIECAAIEGBQRcGwTzeLUFWh0a/elPfxpXXXVVPPnkk4PgOzo6YufOnfG+971vxIa0utaRChkp4JrchnrixIlIbnPdv3//sNe3bt0ayc2npwvx1pozq4Dr4cOHY9GiRXH8+PFT086bNy8eeOCBmDJlyqnfS36+Zs2a2L1796Dy6gklV/tPl9XnTUDANW8dUQ8BAgQIECBAgAABAgQIEBiTgIDrmNi8RIAAAQIECBAgQIAAAQIECBAgQIAAAQIECBAgQIAAAQIECBAg0AoBAddWKJujNAKtDo2+/fbbsWnTpviLv/iLQYbnn39+dHd3x4wZM0a0bXWtIxVyuoDrhAkT4siRI5EEdnt6egYNMXXq1L41zp49u6H9k0XA9c033+y7abazs3NQLcnabrrppmEh3Fo379YKwza0MA8TaLGAgGuLwU1HgAABAgQIECBAgAABAgSyERBwzcbVqAQIECBAgAABAgQIECBAgAABAgQIECBAgAABAgQIECBAgAABAikICLimgGiI6gi0IzR64MCBWLBgwTDkPXv2xNKlS0fEb0ettYoZLeDa29vbFxxdv379sNeXLFkS27dvj8mTJ9e9ybIIuL7yyitx5ZVXxtNPP32qjuTW1kcffTQuvvjiYbXVej55aN++fXHFFVfUvRYPEmingIBrO/XNTYAAAQIECBAgQIAAAQIEUhMQcE2N0kAECBAgQIAAAQIECBAgQIAAAQIECBAgQIAAAQIECBAgQIAAAQJpCwi4pi1qvFILtCM0+txzz/XdcPryyy8Psv2zP/uzvttdR/q0o9ZatYwWcE3eOXbsWKxevTq6urqGDbF169ZYt27dsFtSR1p3FgHXWjeyLl++PO69996YNGnSsFLeeuut2LhxY2zZsmXQz1asWBHbtm2LiRMnlvrPicWVQ0DAtRx9tAoCBAgQIECAAAECBAgQqLyAgGvltwAAAgQIECBAgAABAgQIECBAgAABAgQIECBAgAABAgQIECBAgEB+BQRc89sbleVQoB2h0f/4j/+IZcuWxaFDhwaJJIHQJEA5YcKEmlLtqLVWIfUEXJP3jhw50hfk7enpGTTM1KlTo7u7O2bPnl3Xjkg74Przn/88Vq1a1VfDwM/OnTtj5cqVI9Z0+PDhWLRoURw/fvzUM6e79bWuxXmIQAsFBFxbiG0qAgQIECBAgAABAgQIECCQnYCAa3a2RiZAgAABAgQIECBAgAABAgQIECBAgAABAgQIECBAgAABAgQIEGhSQMC1SUCvV0ugHaHRJCC5Zs2a2L179yDs3/3d3+37vcmTJ9dsQjtqrVVIvQHX3t7e6OzsjPXr1w8bZsmSJbF9+/YR1zrwhbQDrs8880wsXLgwXn311VPTzJkzJx5++OE499xzR/wD8Nprr0Vyy+vBgwcHPZPcunvLLbfEGWecUa0/PFZbOAEB18K1TMEECBAgQIAAAQIECBAgQKCWgICrfUGAAAECBAgQIECAAAECBAgQIECAAAECBAgQIECAAAECBAgQIJBbAQHX3LZGYXkUaEdo9I033ogNGzb0BTwHfj7zmc/Egw8+GO9///trUrWj1lqF1BtwTd49duxYJDfTdnV1DRtq69atsW7duqgRuhv0bJoB17fffjtuvfXWSNYw8JPUsXnz5hg/fvyI2zQJ7CY37F5//fWDnqknHJvHva+m6gkIuFav51ZMgAABAgQIECBAgAABAqUUEHAtZVstigABAgQIECBAgAABAgQIECBAgAABAgQIECBAgAABAgQIECBQDgEB13L00SpaJNCO0Ohbb70VGzdu7AtLDvzMmjUr9uzZE7/+679ec/XtqLVWIY0EXJP3jxw5Eh0dHdHT0zNouKlTp0Z3d3fMnj37tN1OM+D605/+NK666qp48sknT805adKk2L9/f8ydO3fUXffcc8/1reXll18e9OzOnTtj5cqVo77vAQLtFBgtTN7O2sxNgAABAoUWKMI/gxYaWPEECBAgQIAAgSECAq62BAECBAgQIECAAAECBAgQIECAAAECBAgQIECAAAECBAgQIECAQG4FivCXiwf9BZzkVkQfAu0SaFdotFZIdObMmbF3796YNm1aTY521Tq0mEYDrsmf8c7Ozli/fv2wdS1ZsqTvJtvJkyePuAXSDLg+8sgjsXjx4kFzzZs3Lx544IGYMmXKqNvw5MmTsXbt2rj//vsHPbtixYrYtm1bTJw4cdQxPECgXQICru2SNy8BAgRKL1CEfwYtfRMskAABAgQIEKiUgIBrpdptsQQIECBAgAABAgQIECBAgAABAgQIECBAgAABAgQIECBAgACBYgkU4S8XC7gWa0+Vutp2hUarFHBNNtCxY8di9erV0dXVNWw/bd26NdatWxcjhe/SCriOFE696667YsOGDSPOP7TgWiHZJBz76KOPxsUXX1zqPy8WV2wBAddi90/1BAgQyLFAEf4ZNMd8SiNAgAABAgQINCwg4NowmRcIECBAgAABAgQIECBAgAABAgQIECBAgAABAgQIECBAgAABAgRaJVCEv1ws4Nqq3WCeUQXaEXBNbjS99dZb+34N/JT1Btf+NR45ciQ6Ojqip6dn0LqnTp0a3d3dMXv27Jr9Sivg+sILL0RyY+yLL754ap4kmPrtb387Zs2aNepe6X8gqX/ZsmXx1FNPDXpn06ZNccstt8QZZ5xR91geJNBKAQHXVmqbiwABApUSKMI/g1aqIRZLgAABAgQIlF5AwLX0LbZAAgQIECBAgAABAgQIECBAgAABAgQIECBAgAABAgQIECBAgEBxBYrwl4sFXIu7v0pXeTsCrm+88UbfjaHbt28f5PmJT3wiHnzwwfjQhz5U07kdtdYqpNbts8ntrFu2bIkJEyaMuEeSYG9nZ2esX79+2DNJ8DTxmDx58rCfpRFwTeZO6rv++usHjb9ixYrYtm1bTJw4se69/fbbb/eFkxOHgZ85c+bEww8/HOeee27dY3mQQCsFagRci3BmaCWRuQgQIECgPgGBivqcPEWAAAECBAgQyErAeSwrWeMSIECAAAECBAgQIECAAAECBAgQIECAAAECBAgQIECAAAECBAg0LVCEsIqAa9NtNkBaAu0IjY4UcP3MZz7TF3B9//vfX3N57ai1ViFjDbgmYx07diySMGxXV9ewobdu3Rrr1q2LoSG8NAKur732WixfvjwOHjw4aN5vfvObcdVVVzW8nZJeXHbZZXH8+PFB7+7cuTNWrlzZ8HheINAKAQHXViibgwABApUQEKioRJstkgABAgQIEMixgPNYjpujNAIECBAgQIAAAQIECBAgQIAAAQIECBAgQIAAAQIECBAgQIBA1QUEXKu+A6y/IYF2hEb/8z//sy9U+Td/8zeDak0CmPfee29MmjSp5hraUWutQpoJuCbjHTlyJDo6OqKnp2fQ8FOnTo3u7u6YPXv2oN9PI+B6+PDhWLRo0bBAakObpY6Hkzl27dpV8ybaOl73CIFMBQRcM+U1OAECBKokIFBRpW5bKwECBAgQIJBHAeexPHZFTQQIECBAgAABAgQIECBAgAABAgQIECBAgAABAgQIECBAgAABAn0CAq42AoEGBNoRGv2Xf/mX+NznPhc/+MEPBlW6YcOGuP322+O9731vzRW0o9ZahTQbcO3t7Y3Ozs5Yv379sOGXLFkS27dvHxQQbTbg+tZbb8XGjRtjy5YtDeyMsT2ahJP3798fc+fOHdsA3iKQoYCAa4a4hiZAgEC1BAQqqtVvqyVAgAABAgTyJ+A8lr+eqIgAAQIECBAgQIAAAQIECBAgQIAAAQIECBAgQIAAAQIECBAgQOBdAQFXW4FAAwLtCI3+4z/+Y1x66aXDbhP92te+FknIdaRPO2qtVUuzAddkzGPHjsXq1aujq6tr2BRbt26NdevWRX8Yr9mA6yuvvBJXXnllPP300w3sjLE/mtS+efPmGD9+/NgH8SaBDAQEXDNANSQBAgSqKSBQUc2+WzUBAgQIECCQHwHnsfz0QiUECBAgQIAAAQIECBAgQIAAAQIECBAgQIAAAQIECBAgQIAAAQJDBARcbQkCDQi0IzSa3FB63XXXDavyO9/5Tnz6058esfp21FqrmDQCrsm4R44ciY6Ojujp6Rk0zdSpU6O7uztmz57d9/vNBlx37doVq1atamBXNPfo9OnT+4K7F1xwQXMDeZtAygICrimDGo4AAQLVFRCoqG7vrZwAAQIECBDIh4DzWD76oAoCBAgQIECAAAECBAgQIECAAAECBAgQIECAAAECBAgQIECAAIEaAgKutgWBBgRaHRp94403+m5pTUKuAz+XXHJJPPTQQ5GEO0f6tLrWkepIK+Da29sbnZ2dsX79+mFTLVmypM9o8uTJTQVcjx8/HmvWrIndu3cPmmPhwoXxW7/1Ww3slNqP/vu//3ts27Zt2A/vuuuuvj7XCBQ2PacBCIxVQMB1rHLeI0CAAIEhAgIVtgQBAgQIECBAoL0CzmPt9Tc7AQIECBAgQIAAAQIECBAgQIAAAQIECBAgQIAAAQIECBAgQIDAaQQEXG0PAg0ItDo0+sILL0QS3nzxxRcHVbl69erYsmVLTJgwYcTqW13rSIWkFXBNxj927Fgka09uPB362bp1a6xbty5+9KMfxdKlS+Po0aOnHpk5c2bs3bs3pk2bdtpuP/PMM5GEWV999dVTz02aNCn2798fc+fObWCn1H40Gffqq6+OQ4cODXpg/vz5faHaD3zgA03PYQACaQkIuKYlaRwCBAhUXkCgovJbAAABAgQIECDQZgHnsTY3wPQECBAgQIAAAQIECBAgQIAAAQIECBAgQIAAAQIECBAgQIAAAQIjCwi42h0EGhBoZWg0ubE0CbFef/31wyrct29fXHHFFaetvJW1nq6QNAOuyTxHjhyJjo6O6OnpGTRtcpttd3d3JIHUsQRc33777bj11lsjqXfgJ83wadLT2267LTZt2jRojjRDtA1sZ48SOK2AgKsNQoAAAQIpCQhUpARpGAIECBAgQIDAGAWcx8YI5zUCBAgQIECAAAECBAgQIECAAAECBAgQIECAAAECBAgQIECAAIHsBQRcszc2Q4kEWhkafemll4YFNRPKOXPmxMMPPxznnnvHoDG3AAAgAElEQVTuaWVbWevpCkk74JqERDs7O2P9+vXDpk1uu/2jP/qjuO666xq+wXWk21Xvuuuu2LBhQ9QI+41pZ9e6JTYZKLl9dvPmzTF+/PgxjeslAmkLCLimLWo8AgQIVFZAoKKyrbdwAgQIECBAICcCzmM5aYQyCBAgQIAAAQIECBAgQIAAAQIECBAgQIAAAQIECBAgQIAAAQIEhgsIuNoVBBoQaFVo9I033ogbbrghtm3bNqy6egOXrap1NL60A67JfMeOHYvVq1dHV1fXsOk///nP94Vb//mf//nUz2bOnBl79+6NadOmjVjuI488EosXLx708ylTpsSjjz4aF1988WjLrPvnx48fjzVr1sTu3bsHvTN9+vS+9VxwwQV1j+VBAlkKCLhmqWtsAgQIVEpAoKJS7bZYAgQIECBAIIcCzmM5bIqSCBAgQIAAAQIECBAgQIAAAQIECBAgQIAAAQIECBAgQIAAAQIE/ldAwNVOINCAQCtCo++880489NBD8YUvfCGSMOTATz1Bzf7nW1FrPXRZBFyTeY8cORIdHR3R09MzahmjuSWB4uSW1u3btw8aa9GiRbFr166YPHnyqHM08kAy5qpVq4a9Um94uZG5PEtgrAICrmOV8x4BAgQIDBEQqLAlCBAgQIAAAQLtFXAea6+/2QkQIECAAAECBAgQIECAAAECBAgQIECAAAECBAgQIECAAAECBE4jIOBqexBoQCDr0Oibb74ZO3bsiJtuumlYuDUpM/lZEoysETwbtoqsa62XLauAa29vb3R2dsb69etHLWW0gOsLL7wQS5YsiRdffHHQWF/72tf6gq9pf1566aVYunRp302zAz/z5s2LBx54IJKbY30ItFtAwLXdHTA/AQIESiMgUFGaVloIAQIECBAgUFAB57GCNk7ZBAgQIECAAAECBAgQIECAAAECBAgQIECAAAECBAgQIECAAIEqCAi4VqHL1piaQFah0eTW1h/+8Idx6623xuOPP16z3uRG182bN8fEiRPrWk9WtdY1+YCHsgq4JlMcO3YsVq9eHV1dXact63QB1yQou2XLlrj++usHjXH++edHd3d3zJgxo9Elj/p8EmS+4YYb+gK6Qz/79u2LK664YtQxPEAgawEB16yFjU+AAIHKCAhUVKbVFkqAAAECBAjkVMB5LKeNURYBAgQIECBAgAABAgQIECBAgAABAgQIECBAgAABAgQIECBAgECEgKtdQKABgbRCoydOnIiTJ0/23Rj6ve99L/76r/86nn766RErWbBgQWzfvj0++MEP1l1tWrXWPeEID2YZcE2mPHLkSHR0dERPT8+IpZ4u4JqEZFeuXBn79+8f9P6KFSti27ZtdQeKG3U6cOBAJH0d+sl63kbr9Hx1BQRcq9t7KydAgEDKAgIVKYMajgABAgQIECDQoIDzWINgHidAgAABAgQIECBAgAABAgQIECBAgAABAgQIECBAgAABAgQIEGidgIBr66zNVAKBkUKjWS7t0ksv7QtaJjeKNvJpZa3f/OY346qrrqpZXtYB1+QG1uQm1PXr14/Ic7qA6+HDh2PRokVx/PjxQe/v3LmzL/ia1efVV1+Nq6++Og4dOjRoiilTpsSjjz4aF198cVZTG5dAXQICrnUxeYgAAQIERhcQqBjdyBMECBAgQIAAgSwFnMey1DU2AQIECBAgQIAAAQIECBAgQIAAAQIECBAgQIAAAQIECBAgQIBAUwICrk3xeblqAq0MjSa2y5cvj82bN8c555zTMHUra21nwDWBSW5hXb16dXR1ddV0Ging+tZbb8XGjRtjy5Ytg96bPn1631gXXHBBw+71vpAEc2+77bbYtGnTsFeS37vlllvijDPOqHc4zxFIXUDANXVSAxIgQKCqAgIVVe28dRMgQIAAAQJ5EXAey0sn1EGAAAECBAgQIECAAAECBAgQIECAAAECBAgQIECAAAECBAgQIDBMQMDVpiDQgECrQqPTpk2Lm2++ORYvXhzjx49voMJfPNqqWpMZ2x1wTWo4cuRIdHR0RE9PzzCvkQKur7zySlx55ZXx9NNPD3onCcsmodcJEyaMyb7el5555plYuHBhJLe5DvzMmTMnHn744Tj33HPrHcpzBFIXEHBNndSABAgQqKqAQEVVO2/dBAgQIECAQF4EnMfy0gl1ECBAgAABAgQIECBAgAABAgQIECBAgAABAgQIECBAgAABAgQIDBMQcLUpCDQgkHVodO7cufGHf/iHsWDBgpg4cWIDlQ1/NOtaB86Yh4BrciNqZ2dnrF+/fhjGSAHXXbt2xapVq4Y9v2/fvrjiiiua8q/n5Z///Od983d3d7ethnrq9Ew1BQRcq9l3qyZAgEAGAgIVGaAakgABAgQIECDQgIDzWANYHiVAgAABAgQIECBAgAABAgQIECBAgAABAgQIECBAgAABAgQIEGitgIBra73NVnCBtEKjU6dOjfPPPz9+5Vd+JWbMmBEXX3xxXHjhhfG+970vNaG0aq2noDwEXJM6jx07Fsntq11dXYPKrhVwPXnyZKxduzbuv//+Qc+2+vbUkUK2K1asiG3btjUddK6nf54hUEtAwNW+IECAAIGUBAQqUoI0DAECBAgQIEBgjALOY2OE8xoBAgQIECBAgAABAgQIECBAgAABAgQIECBAgAABAgQIECBAgED2AgKu2RubgQABAgQIFE5AwLVwLVMwAQIE8iogUJHXzqiLAAECBAgQqIqA81hVOm2dBAgQIECAAAECBAgQIECAAAECBAgQIECAAAECBAgQIECAAIECCgi4FrBpSiZAgAABAlkLCLhmLWx8AgQIVEZAoKIyrbZQAgQIECBAIKcCzmM5bYyyCBAgQIAAAQIECBAgQIAAAQIECBAgQIAAAQIECBAgQIAAAQIEIgRc7QICBAgQIEBgmICAq01BgAABAikJCFSkBGkYAgQIECBAgMAYBZzHxgjnNQIECBAgQIAAAQIECBAgQIAAAQIECBAgQIAAAQIECBAgQIAAgewFBFyzNzYDAQIECBAonICAa+FapmACBAjkVUCgIq+dURcBAgQIECBQFQHnsap02joJECBAgAABAgQIECBAgAABAgQIECBAgAABAgQIECBAgAABAgUUEHAtYNOUTIAAAQIEshYQcM1a2PgECBCojIBARWVabaEECBAgQIBATgWcx3LaGGUR+P/s3QuwnVV5N/CHm9QQoCgtVOwH1gIyIhHQchvQKpdEJbGGiyTgMOWmchMQiVJAUOQmWCiigExrA8hVTbRDqrEgVAqOXIJ0WkUGaAcU+1UKBBAEzjdrfz2ZfU7OZd/evdfa7++dcdTkfdf7rN+zkrMys/97ESBAgAABAgQIECBAgAABAgQIECBAgAABAgQIECBAgAABAgQiBFytAgIECBAgQGA1AQFXi4IAAQIEeiQgUNEjSMMQIECAAAECBDoUsB/rEM5jBAgQIECAAAECBAgQIECAAAECBAgQIECAAAECBAgQIECAAAEC1QsIuFZv7A0ECBAgQKA4AQHX4lqmYAIECOQqIFCRa2fURYAAAQIECNRFwH6sLp02TwIECBAgQIAAAQIECBAgQIAAAQIECBAgQIAAAQIECBAgQIBAgQICrgU2TckECBAgQKBqAQHXqoWNT4AAgdoICFTUptUmSoAAAQIECGQqYD+WaWOURYAAAQIECBAgQIAAAQIECBAgQIAAAQIECBAgQIAAAQIECBAgECHgahUQIECAAAECqwkIuFoUBAgQINAjAYGKHkEahgABAgQIECDQoYD9WIdwHiNAgAABAgQIECBAgAABAgQIECBAgAABAgQIECBAgAABAgQIEKheQMC1emNvIECAAAECxQkIuBbXMgUTIEAgVwGBilw7oy4CBAgQIECgLgL2Y3XptHkSIECAAAECBAgQIECAAAECBAgQIECAAAECBAgQIECAAAECBAoUEHAtsGlKJkCAAAECVQsIuFYtbHwCBAjURkCgojatNlECBAgQIEAgUwH7sUwboywCBAgQIECAAAECBAgQIECAAAECBAgQIECAAAECBAgQIECAAIEIAVergAABAgQIEFhNQMDVoiBAgACBHgkIVPQI0jAECBAgQIAAgQ4F7Mc6hPMYAQIECBAgQIAAAQIECBAgQIAAAQIECBAgQIAAAQIECBAgQIBA9QICrtUbewMBAgQIEChOQMC1uJYpmAABArkKCFTk2hl1ESBAgAABAnURsB+rS6fNkwABAgQIECBAgAABAgQIECBAgAABAgQIECBAgAABAgQIECBQoICAa4FNUzIBAgQIEKhaQMC1amHjEyBAoDYCAhW1abWJEiBAgAABApkK2I9l2hhlESBAgAABAgQIECBAgAABAgQIECBAgAABAgQIECBAgAABAgQIRAi4WgUECBAgQIDAagICrhYFAQIECPRIQKCiR5CGIUCAAAECBAh0KGA/1iGcxwgQIECAAAECBAgQIECAAAECBAgQIECAAAECBAgQIECAAAECBKoXEHCt3tgbCBAgQIBAcQICrsW1TMEECBDIVUCgItfOqIsAAQIECBCoi4D9WF06bZ4ECBAgQIAAAQIECBAgQIAAAQIECBAgQIAAAQIECBAgQIAAgQIFBFwLbJqSCRAgQIBA1QICrlULG58AAQK1ERCoqE2rTZQAAQIECBDIVMB+LNPGKIsAAQIECBAgQIAAAQIECBAgQIAAAQIECBAgQIAAAQIECBAgQCBCwNUqIECAAAECBFYTEHC1KAgQIECgRwICFT2CNAwBAgQIECBAoEMB+7EO4TxGgAABAgQIECBAgAABAgQIECBAgAABAgQIECBAgAABAgQIECBQvYCAa/XG3kCAAAECBIoTEHAtrmUKJkCAQK4CAhW5dkZdBAgQIECAQF0E7Mfq0mnzJECAAAECBAgQIECAAAECBAgQIECAAAECBAgQIECAAAECBAgUKCDgWmDTlEyAAAECBKoWEHCtWtj4BAgQqI2AQEVtWm2iBAgQIECAQKYC9mOZNkZZBAgQIECAAAECBAgQIECAAAECBAgQIECAAAECBAgQIECAAAECEQKuVgEBAgQIECCwmoCAq0VBgAABAj0SEKjoEaRhCBAgQIAAAQIdCtiPdQjnMQIECBAgQIAAAQIECBAgQIAAAQIECBAgQIAAAQIECBAgQIAAgeoFBFyrN/YGAgQIECBQnICAa3EtUzABAgRyFRCoyLUz6iJAgAABAgTqImA/VpdOmycBAgQIECBAgAABAgQIECBAgAABAgQIECBAgAABAgQIECBAoEABAdcCm6ZkAgQIECBQtYCAa9XCxidAgEBtBAQqatNqEyVAgAABAgQyFbAfy7QxyiJAgAABAgQIECBAgAABAgQIECBAgAABAgQIECBAgAABAgQIEIgQcLUKCBAgQIAAgdUEBFwtCgIECBDokYBARY8gDUOAAAECBAgQ6FDAfqxDOI8RIECAAAECBAgQIECAAAECBAgQIECAAAECBAgQIECAAAECBAhULyDgWr2xNxAgQIAAgeIEBFyLa5mCCRAgkKuAQEWunVEXAQIECBAgUBcB+7G6dNo8CRAgQIAAAQIECBAgQIAAAQIECBAgQIAAAQIECBAgQIAAAQIFCgi4Ftg0JRMgQIAAgaoFBFyrFjY+AQIEaiMgUFGbVpsoAQIECBAgkKmA/VimjVEWAQIECBAgQIAAAQIECBAgQIAAAQIECBAgQIAAAQIECBAgQIBAhICrVUCAAAECBAisJiDgalEQIECAQI8EBCp6BGkYAgQIECBAgECHAvZjHcJ5jAABAgQIECBAgAABAgQIECBAgAABAgQIECBAgAABAgQIECBAoHoBAdfqjb2BAAECBAgUJyDgWlzLFEyAAIFcBQQqcu2MuggQIECAAIG6CNiP1aXT5kmAAAECBAgQIECAAAECBAgQIECAAAECBAgQIECAAAECBAgQKFBAwLXApimZAAECBAhULSDgWrWw8QkQIFAbAYGK2rTaRAkQIECAAIFMBezHMm2MsggQIECAAAECBAgQIECAAAECBAgQIECAAAECBAgQIECAAAECBCIEXK0CAgQIECBAYDUBAVeLggABAgR6JCBQ0SNIwxAgQIAAAQIEOhSwH+sQzmMECBAgQIAAAQIECBAgQIAAAQIECBAgQIAAAQIECBAgQIAAAQLVCwi4Vm/sDQQIECBAoDgBAdfiWqZgAgQI5CogUJFrZ9RFgAABAgQI1EXAfqwunTZPAgQIECBAgAABAgQIECBAgAABAgQIECBAgAABAgQIECBAgECBAgKuBTZNyQQIECBAoGoBAdeqhY1PgACB2ggIVNSm1SZKgAABAgQIZCpgP5ZpY5RFgAABAgQIECBAgAABAgQIECBAgAABAgQIECBAgAABAgQIECAQIeBqFRAgQIAAAQKrCQi4WhQECBAg0CMBgYoeQRqGAAECBAgQINChgP1Yh3AeI0CAAAECBAgQIECAAAECBAgQIECAAAECBAgQIECAAAECBAgQqF5AwLV6Y28gQIAAAQLFCQi4FtcyBRMgQCBXAYGKXDujLgIECBAgQKAuAvZjdem0eRIgQIAAAQIECBAgQIAAAQIECBAgQIAAAQIECBAgQIAAAQIEChQoIeD6ajSdNPvqq6/GBKGbAumVTIAAAQIE8hQYGRmJNddcs7m49GHYMb+QZ+WqIkCAAIEMBQQqMmyKkggQIECAAIFaCdiP1ardJkuAAAECBAgQIECAAAECBAgQIECAAAECBAgQIECAAAECBAgQKEughIDryohYb5T1mWeeifXXX78sZdUSIECAAIGCBJ599tnYYIMNmit+LiJmFjQFpRIgQIBAPgICFfn0QiUECBAgQIBAPQXsx+rZd7MmQIAAAQIECBAgQIAAAQIECBAgQIAAAQIECBAgQIAAAQIECBQhUELA9dGI2HxU8+c//3lsueWWReAqkgABAgQIlCjw0EMPxVZbbdVc+mMRsUWJc1EzAQIECAxcQKBi4C1QAAECBAgQIFBzAfuxmi8A0ydAgAABAgQIECBAgAABAgQIECBAgAABAgQIECBAgAABAgQI5CxQQsD19ojYfRTxlltuidmzZ+dsqjYCBAgQIFC0wLJly2LOnDnNc7gjIvYoelKKJ0CAAIFBCQhUDEreewkQIECAAAEC/1/AfsxKIECAAAECBAgQIECAAAECBAgQIECAAAECBAgQIECAAAECBAgQyFaghIDrlRFx+KjgueeeG6ecckq2oAojQIAAAQKlC5x33nmxaNGi5ml8LSKOKH1e6idAgACBgQgIVAyE3UsJECBAgAABAqsE7McsBgIECBAgQIAAAQIECBAgQIAAAQIECBAgQIAAAQIECBAgQIAAgWwFSgi4fiwiLhsVnDt3bixZsiRbUIURIECAAIHSBebNmxdLly5tnsbHI+Irpc9L/QQIECAwEAGBioGweykBAgQIECBAYJWA/ZjFQIAAAQIECBAgQIAAAQIECBAgQIAAAQIECBAgQIAAAQIECBAgkK1ACQHXWRFx/6jgjBkzYuXKlbHGGiWUnm3fFUaAAAECBCYUGBkZiZkzZ8bzzz/f/Ptvj4gVyAgQIECAQAcCAhUdoHmEAAECBAgQINBDAfuxHmIaigABAgQIECBAgAABAgQIECBAgAABAgQIECBAgAABAgQIECBAoLcCpaREH42IzUenfuONN8Z+++3XWwmjESBAgAABAnHTTTfF/vvv3yzxWERsgYYAAQIECHQoIFDRIZzHCBAgQIAAAQI9ErAf6xGkYQgQIECAAAECBAgQIECAAAECBAgQIECAAAECBAgQIECAAAECBHovUErA9eKIOG50+nPnzo0lS5b0XsOIBAgQIECg5gLz5s2LpUuXNitcEhHH15zF9AkQIECgcwGBis7tPEmAAAECBAgQ6IWA/VgvFI1BgAABAgQIECBAgAABAgQIECBAgAABAgQIECBAgAABAgQIECBQiUApAdddIuLOZoF77703tt9++0pQDEqAAAECBOoocN9998UOO+wwfuq7RsS/1NHDnAkQIECgJwICFT1hNAgBAgQIECBAoGMB+7GO6TxIgAABAgQIECBAgAABAgQIECBAgAABAgQIECBAgAABAgQIECBQtUApAdfkcHtE7D4KsmDBgrjmmmuq9jE+AQIECBCojcDChQvj2muvbZ7vHRGxR20ATJQAAQIEqhAQqKhC1ZgECBAgQIAAgdYF7Mdat3InAQIECBAgQIAAAQIECBAgQIAAAQIECBAgQIAAAQIECBAgQIBAnwVKCrgeEBHXN/vccsstMXv27D6TeR0BAgQIEBg+gWXLlsWcOXPGT+zAiLhh+GZrRgQIECDQRwGBij5iexUBAgQIECBAYAIB+zHLggABAgQIECBAgAABAgQIECBAgAABAgQIECBAgAABAgQIECBAIFuBkgKuCXHMKa7bbrttPPDAA7HGGqVNI9v1oDACBAgQqKHAyMhIbLfddvHggw82z97prTVcC6ZMgACBCgQEKipANSQBAgQIECBAoA0B+7E2sNxKgAABAgQIECBAgAABAgQIECBAgAABAgQIECBAgAABAgQIECDQX4HSkqHviYgfNBMdccQRccUVV/RXzdsIECBAgMAQCRx55JFx5ZVXjp/ReyPin4ZomqZCgAABAoMREKgYjLu3EiBAgAABAgRGBezHrAUCBAgQIECAAAECBAgQIECAAAECBAgQIECAAAECBAgQIECAAIFsBUoLuCbIiyPiuGbRc889N0455ZRskRVGgAABAgRyFTjvvPNi0aJF48u7JCKOz7VmdREgQIBAUQICFUW1S7EECBAgQIDAEArYjw1hU02JAAECBAgQIECAAAECBAgQIECAAAECBAgQIECAAAECBAgQIDAsAiUGXJP9TyJix+YmXHrppXH00UcPS1/MgwABAgQIVC7w5S9/OY455pjx77knIt5R+cu9gAABAgTqIiBQUZdOmycBAgQIECCQq4D9WK6dURcBAgQIECBAgAABAgQIECBAgAABAgQIECBAgAABAgQIECBAgECUGnCdFRE/ioj1mnvoJFcrmgABAgQItCYwycmtz0XEbhGxorVR3EWAAAECBKYVEKiYlsgNBAgQIECAAIFKBezHKuU1OAECBAgQIECAAAECBAgQIECAAAECBAgQIECAAAECBAgQIECAQDcCpQZc05w/EBHfGT/5I444Ii6//PJYY42Sp9ZNSz1LgAABAgQmFxgZGYmjjjoqrrzyyolu2jcivsuPAAECBAj0UECgooeYhiJAgAABAgQIdCBgP9YBmkcIECBAgAABAgQIECBAgAABAgQIECBAgAABAgQIECBAgAABAgT6I1B6CvSAiLh+PNW2224bF1xwQcyePbs/it5CgAABAgQKEFi2bFmcfPLJ8eCDD05U7YERcUMB01AiAQIECJQlIFBRVr9US4AAAQIECAyfgP3Y8PXUjAgQIECAAAECBAgQIECAAAECBAgQIECAAAECBAgQIECAAAECQyNQesA1NSKd5HpdRKw3visLFiyIT37yk7H99tsPTcNMhAABAgQItCtw3333xRe/+MW49tprJ3r0uYj4sJNb21V1PwECBAi0KCBQ0SKU2wgQIECAAAECFQnYj1UEa1gCBAgQIECAAAECBAgQIECAAAECBAgQIECAAAECBAgQIECAAIHuBYYh4JoUZkXEVRGx40Qkc+fOjUMOOSTmz58fa6wxLFPuvvlGIECAAIHhFRgZGYmbb745Fi9eHEuXLp1sovdExGERsWJ4JcyMAAECBAYsIFAx4AZ4PQECBAgQIFB7Afux2i8BAAQIECBAgAABAgQIECBAgAABAgQIECBAgAABAgQIECBAgACBfAWGLe15cUQcNxn3jBkzYs8994xdd901Zs2aFW9+85tj0003jZkzZwq+5rtGVUaAAAECUwikIOvKlSvjV7/6VTz88MOxYsWKuPPOO2P58uXx/PPPT2V3SUQcD5cAAQIECFQsIFBRMbDhCRAgQIAAAQLTCNiPWSIECBAgQIAAAQIECBAgQIAAAQIECBAgQIAAAQIECBAgQIAAAQLZCgxbwDVBvyciPhsRu2errjACBAgQIDA4gTv+9+fkPw2uBG8mQIAAgRoJCFTUqNmmSoAAAQIECGQpYD+WZVsURYAAAQIECBAgQIAAAQIECBAgQIAAAQIECBAgQIAAAQIECBAgkASGMeA62tkDIuIYQVcLnQABAgQINARSsPXSiLiBBwECBAgQ6KOAQEUfsb2KAAECBAgQIDCBgP2YZUGAAAECBAgQIECAAAECBAgQIECAAAECBAgQIECAAAECBAgQIJCtwDAHXEfRd4mID0fEvIjYPNtOKIwAAQIECPRe4LGIWBIR10XEv/R+eCMSIECAAIFpBQQqpiVyAwECBAgQIECgUgH7sUp5DU6AAAECBAgQIECAAAECBAgQIECAAAECBAgQIECAAAECBAgQINCNQB0Crs0+syJi14jYISK2joj/ExEbR8SMIT/Ntps14lkCBAgQyFsgfVD1+Yj4vxHxHxHxs4i4NyLujIgVeZeuOgIECBCogYBARQ2abIoECBAgQIBA1gL2Y1m3R3EECBAgQIAAAQIECBAgQIAAAQIECBAgQIAAAQIECBAgQIAAgXoL1C3gWu9umz0BAgQIECBAgAABAgT6KyBQ0V9vbyNAgAABAgQIjBewH7MmCBAgQIAAAQIECBAgQIAAAQIECBAgQIAAAQIECBAgQIAAAQIEshUQcM22NQojQIAAAQIECBAgQIBA8QICFcW30AQIECBAgACBwgXsxwpvoPIJECBAgAABAgQIECBAgAABAgQIECBAgAABAgQIECBAgAABAsMsIOA6zN01NwIECBAgQIAAAQIECAxWQKBisP7eToAAAQIECBCwH7MGCBAgQIAAAQIECBAgQIAAAQIECA/u+28AACAASURBV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DAQAXeHhHzIuLiiPifDivpVaDi9yPi+IhYEhH3d1iLxwgQIECAAAECdRTo1X6sjnbmTIAAAQIECBAgQIAAAQIECBAgQIAAAQIECBAgQIAAAQIECBAgULGAgGvFwIYnQIAAAQIECBAgQIBAwQK3RcSsiPjrDoOu3QYqRoOtn4iIFRHx7oItlU6AAAECBAgQGIRAt/uxQdTsnQQIECBAgAABAgQIECBAgAABAgQIECBAgAABAgQIECBAgAABAjUREHCtSaNNkwABAgQIECBAgAABAh0IpEDprf/7XDrFtd2ga6eBiuZga/rf6frziEiBWxcBAgQIECBAgEDrAp3ux1p/gzsJECBAgAABAgQIECBAgAABAgQIECBAgAABAgQIECBAgAABAgQIdCgg4NohnMcIECBAgAABAgQIECBQE4EUKn1X01zbCbq2G6iYKNiaXv1Dp7fWZLWZJgECBAgQINBrgXb3Y71+v/EIECBAgAABAgQIECBAgAABAgQIECBAgAABAgQIECBAgAABAgQITCog4GpxECBAgAABAgQIECBAgMBUAs2nuDbf10rQtdVAxWTB1tH3Ob3VGiVAgAABAgQIdCbQ6n6ss9E9RYAAAQIECBAgQIAAAQIECBAgQIAAAQIECBAgQIAAAQIECBAgQKALAQHXLvA8SoAAAQIECBAgQIAAgZoIjD/FtXnaUwVdpwtUTBdsTe9xemtNFplpEiBAgAABApUITLcfq+SlBiVAgAABAgQIECBAgAABAgQIECBAgAABAgQIECBAgAABAgQIECDQioCAaytK7iFAgAABAgQIECBAgEC9BSY7xbVZZaKg62SBilaCraNjO7213mvP7AkQIECAAIHuBARcu/PzNAECBAgQIECAAAECBAgQIECAAAECBAgQIECAAAECBAgQIECAQIUCAq4V4hqaAAECBAgQIECAAAECQyQw1SmuzdNsDro+NW7+G0XE8RHxiYhIIdfpLqe3Tifk9wkQIECAAAECUwsIuFohBAgQIECAAAECBAgQIECAAAECBAgQIECAAAECBAgQIECAAAEC2QoIuGbbGoURIECAAAECBAgQIEAgK4FWTnFtLjgFXceHWCf6takm6fTWrJaAYggQIECAAIECBQRcC2yakgkQIECAAAECBAgQIECAAAECBAgQIECAAAECBAgQIECAAAECdREQcK1Lp82TAAECBAgQIECAAAEC3Qu0eopr92+KcHprLxSNQYAAAQIECNRdQMC17ivA/AkQIECAAAECBAgQIECAAAECBAgQIECAAAECBAgQIECAAAECGQsIuGbcHKURIECAAAECBAgQIEAgM4F2T3Htpnynt3aj51kCBAgQIECAwP8XEHC1EggQIECAAAECBAgQIECAAAECBAgQIECAAAECBAgQIECAAAECBLIVEHDNtjUKI0CAAAECBAgQIECAQJYC/TjF1emtWbZeUQQIECBAgECBAgKuBTZNyQQIECBAgAABAgQIECBAgAABAgQIECBAgAABAgQIECBAgACBuggIuNal0+ZJgAABAgQIECBAgACB3gj04xRXp7f2pldGIUCAAAECBAgIuFoDBAgQIECAAAECBAgQIECAAAECBAgQIECAAAECBAgQIECAAAEC2QoIuGbbGoURIECAAAECBAgQIEAgW4EqT3F1emu2bVcYAQIECBAgUKCAgGuBTVMyAQIECBAgQIAAAQIECBAgQIAAAQIECBAgQIAAAQIECBAgQKAuAgKudem0eRIgQIAAAQIECBAgQKB3AlWe4ur01t71yUgECBAgQIAAAQFXa4AAAQIECBAgQIAAAQIECBAgQIAAAQIECBAgQIAAAQIECBAgQCBbAQHXbFujMAIECBAgQIAAAQIECGQtUMUprk5vzbrliiNAgAABAgQKFBBwLbBpSiZAgAABAgQIECBAgAABAgQIECBAgAABAgQIECBAgAABAgQI1EVAwLUunTZPAgQIECBAgAABAgQI9FagilNcnd7a2x4ZjQABAgQIECAg4GoNECBAgAABAgQIECBAgAABAgQIECBAgAABAgQIECBAgAABAgQIZCsg4JptaxRGgAABAgQIECBAgACB7AV6eYqr01uzb7cCCRAgQIAAgQIFBFwLbJqSCRAgQIAAAQIECBAgQIAAAQIECBAgQIAAAQIECBAgQIAAAQJ1ERBwrUunzZMAAQIECBAgQIAAAQK9F+jlKa5Ob+19f4xIgAABAgQIEBBwtQYIECBAgAABAgQIECBAgAABAgQIECBAgAABAgQIECBAgAABAgSyFRBwzbY1CiNAgAABAgQIECBAgEARAr04xdXprUW0WpEECBAgQIBAgQICrgU2TckECBAgQIAAAQIECBAgQIAAAQIECBAgQIAAAQIECBAgQIAAgboICLjWpdPmSYAAAQIECBAgQIAAgWoEenGKq9Nbq+mNUQkQIECAAAECAq7WAAECBAgQIECAAAECBAgQIECAAAECBAgQIECAAAECBAgQIECAQLYCAq7ZtkZhBAgQIECAAAECBAgQKEagm1Ncnd5aTJsVSoAAAQIECBQoIOBaYNOUTIAAAQIECBAgQIAAAQIECBAgQIAAAQIECBAgQIAAAQIECBCoi4CAa106bZ4ECBAgQIAAAQIECBCoTqCbU1yd3lpdX4xMgAABAgQIEBBwtQYIECBAgAABAgQIECBAgAABAgQIECBAgAABAgQIECBAgAABAgSyFRBwzbY1CiNAgAABAgQIECBAgEBRAp2c4ur01qJarFgCBAgQIECgQAEB1wKbpmQCBAgQIECAAAECBAgQIECAAAECBAgQIECAAAECBAgQIECAQF0EBFzr0mnzJECAAAECBAgQIECAQLUCnZzi6vTWantidAIECBAgQICAgKs1QIAAAQIECBAgQIAAAQIECBAgQIAAAQIECBAgQIAAAQIECBAgkK2AgGu2rVEYAQIECBAgQIAAAQIEihNo5xRXp7cW114FEyBAgAABAgUKCLgW2DQlEyBAgAABAgQIECBAgAABAgQIECBAgAABAgQIECBAgAABAgTqIiDgWpdOmycBAgQIECBAgAABAgSqF2jnFFent1bfD28gQIAAAQIECAi4WgMECBAgQIAAAQIECBAgQIAAAQIECBAgQIAAAQIECBAgQIAAAQLZCgi4ZtsahREgQIAAAQIECBAgQKBIgVZOcXV6a5GtVTQBAgQIECBQoICAa4FNUzIBAgQIECBAgAABAgQIECBAgAABAgQIECBAgAABAgQIECBAoC4CAq516bR5EiBAgAABAgQIECBAoD8CrZzi6vTW/vTCWwgQIECAAAECAq7WAAECBAgQIECAAAECBAgQIECAAAECBAgQIECAAAECBAgQIECAQLYCAq7ZtkZhBAgQIECAAAECBAgQKFZgqlNcnd5abFsVToAAAQIECBQoIOBaYNOUTIAAAQIECBAgQIAAAQIECBAgQIAAAQIECBAgQIAAAQIECBCoi4CAa106bZ4ECBAgQIAAAQIECBDon8BUp7g6vbV/ffAmAgQIECBAgICAqzVAgAABAgQIECBAgAABAgQIECBAgAABAgQIECBAgAABAgQIECCQrYCAa7atURgBAgQIECBAgAABAgSKFpjoFFentxbdUsUTIECAAAECBQoIuBbYNCUTIECAAAECBAgQIECAAAECBAgQIECAAAECBAgQIECAAAECBOoiIOBal06bJwECBAgQIECAAAECBPorMNEprk5v7W8PvI0AAQIECBAgIOBqDRAgQIAAAQIECBAgQIAAAQIECBAgQIAAAQIECBAgQIAAAQIECGQrIOCabWsURoAAAQIECBAgQIAAgeIFmk9xdXpr8e00AQIECBAgQKBAAQHXApumZAIECBAgQIAAAQIECBAgQIAAAQIECBAgQIAAAQIECBAgQIBAXQQEXOvSafMkQIAAAQIECBAgQIBA/wWaT3F1emv//b2RAAECBAgQICDgag0QIECAAAECBAgQIECAAAECBAgQIECAAAECBAgQIECAAAECBAhkK1C3gOusiNg1InaIiK0j4v9ExMYRMSMi6maR7aJUGAECBAi0JZA+qPp8RPzfiPiPiPhZRNwbEXdGxIq2RnIzgXoI2A/Wo89mSYAAgToJ2A/WqdvmSoAAgfYFBFzbN/MEAQIECBAgQIAAAQIECBAgQIAAAQIECBAgQIAAAQIECBAgQIBAnwTqEOrcJSI+HBHzImLzPrl6DQECBAgQyEHgsYhYEhHXRcS/5FCQGggMSMB+cEDwXkuAAAECAxewHxx4CxRAgACBgQsIuA68BQogQIAAAQIECBAgQIAAAQIECBAgQIAAAQIECBAgQIAAAQIECBCYTGCYA64HRMQxEbG79hMgQIAAAQJxR0RcGhE3sCBQIwH7wRo121QJECBAYFoB+8FpidxAgACBoRQQcB3KtpoUAQIECBAgQIAAAQIECBAgQIAAAQIECBAgQIAAAQIECBAgQGA4BIYx4PqeiPisYOtwLFCzIECAAIGeC6RgQ/o5+U89H9mABPIRsB/MpxcqIUCAAIH8BOwH8+uJiggQIFClgIBrlbrGJkCAAAECBAgQIECAAAECBAgQIECAAAECBAgQIECAAAECBAgQ6Epg2AKuF0fEcZOJzJgxI/bcc8/YddddY9asWfHmN785Nt1005g5c2asscawUXS1LjxMgAABAoUIjIyMxMqVK+NXv/pVPPzww7FixYq48847Y/ny5fH8889PNYtLIuL4QqapTALtCNgPtqPlXgIECBAoXsB+sPgWmgABAgSqFhBwrVrY+AQIECBAgAABAgQIECBAgAABAgQIECBAgAABAgQIECBAgAABAh0LDEuqc1ZEXBURO04kMXfu3DjkkENi/vz5gqwdLxUPEiBAgEBJAinocPPNN8fixYtj6dKlk5V+T0QcFhErSpqbWglMImA/aGkQIECAAIEmAftBy4EAAQIE/ldAwNVSIECAAAECBAgQIECAAAECBAgQIECAAAECBAgQIECAAAECBAgQyFZgGAKuH4iI6yJivfHKCxYsiE9+8pOx/fbbZ9sAhREgQIAAgaoF7rvvvvjiF78Y11577USvei4iPhwR3626DuMTqFDAfrBCXEMTIECAQPkC9oPl99AMCBAg0IWAgGsXeB4lQIAAAQIECBAgQIAAAQIECBAgQIAAAQIECBAgQIAAAQIECBCoVqD0gOsBEXH9eKJtt902Lrjggpg9e3a1ekYnQIAAAQIFCSxbtixOPvnkePDBByeq+sCIuKGg6SiVwKiA/aC1QIAAAQIEWhSwH2wRym0ECBAYLgEB1+Hqp9kQIECAAAECBAgQIECAAAECBAgQIECAAAECBAgQIECAAAECBIZKoOSAazqp6zvju3HEEUfE5ZdfHmusUfLUhmqNmQwBAgQIZCQwMjISRx11VFx55ZUTVbWvk1wzapZSWhGwH2xFyT0ECBAgQKBJwH7QciBAgEDtBARca9dyEyZAgAABAgQIECBAgAABAgQIECBAgAABAgQIECBAgAABAgQIlCNQagp0VkT8KCLWa6Y+99xz45RTTilHX6UECBAgQGBAAuedd14sWrRo/Nufi4jdImLFgMryWgLtCNgPtqPlXgIECBAgME7AftCSIECAQG0EBFxr02oTJUCAAAECBAgQIECAAAECBAgQIECAAAECBAgQIECAAAECBAiUJ1BqwPUnEbFjM/ell14aRx99dHkdUDEBAgQIEBiQwJe//OU45phjxr/9noh4x4BK8loC7QjYD7aj5V4CBAgQIDCBgP2gZUGAAIFaCAi41qLNJkmAAAECBAgQIECAAAECBAgQIECAAAECBAgQIECAAAECBAgQKFOgxIDrxRFxXDO3k1vLXHyqJkCAAIHBC0xyctclEXH84KtTAYFJBewHLQ4CBAgQINAjAfvBHkEahgABAvkKCLjm2xuVESBAgAABAgQIECBAgAABAgQIECBAgAABAgQIECBAgAABAgRqL1BawPU9EfGD5q4dccQRccUVV9S+kQAIECBAgECnAkceeWRceeWV4x9/b0T8U6djeo5AhQL2gxXiGpoAAQIE6ilgP1jPvps1AQK1ERBwrU2rTZQAAQIECBAgQIAAAQIECBAgQIAAAQIECBAgQIAAAQIECBAgUJ5AaQHX2yNi91HmbbfdNh544IFYY43SplHeQlExAQIECAyvwMjISGy33Xbx4IMPNk/yjojYY3hnbWYFC9gPFtw8pRMgQIBAngL2g3n2RVUECBDokYCAa48gDUOAAAECBAgQIECAAAECBAgQIECAAAECBAgQIECAAAECBAgQINB7gZKSoQdExPXNBLfcckvMnj279ypGJECAAAECNRNYtmxZzJkzZ/ysD4yIG2pGYbp5C9gP5t0f1REgQIBAwQL2gwU3T+kECBCYWkDA1QohQIAAAQIECBAgQIAAAQIECBAgQIAAAQIECBAgQIAAAQIECBDIVqCkgOuY07oWLFgQ11xzTbawCiNAgAABAqUJLFy4MK699trmsp3iWloTh79e+8Hh77EZEiBAgMAABewHB4jv1QQIEKhOQMC1OlsjEyBAgAABAgQIECBAgAABAgQIECBAgAABAgQIECBAgAABAgQIdClQSsB1l4i4s3mu9957b2y//fZdTt/jBAgQIECAwKjAfffdFzvssMN4kF0j4l8oEchAwH4wgyYogQABAgSGW8B+cLj7a3YECNRWQMC1tq03cQIECBAgQIAAAQIECBAgQIAAAQIECBAgQIAAAQIECBAgQIBA/gKlBFwvjojjRjnnzp0bS5YsyV9XhQQIECBAoDCBefPmxdKlS5urviQiji9sGsodTgH7weHsq1kRIECAQGYC9oOZNUQ5BAgQ6F5AwLV7QyMQIECAAAECBAgQIECAAAECBAgQIECAAAECBAgQIECAAAECBAhUJFBKwPXRiNh81ODGG2+M/fbbryISwxIgQIAAgfoK3HTTTbH//vs3AzwWEVvUV8TMMxKwH8yoGUohQIAAgeEVsB8c3t6aGQECtRUQcK1t602cAAECBAgQIECAAAECBAgQIECAAAECBAgQIECAAAECBAgQIJC/QAkB11kRcf8o5YwZM2LlypWxxhollJ7/AlAhAQIECBBoFhgZGYmZM2fG888/3/zLb4+IFaQIDFDAfnCA+F5NgAABAvUSsB+sV7/NlgCBWggIuNaizSZJgAABAgQIECBAgAABAgQIECBAgAABAgQIECBAgAABAgQIEChToISU6Mci4rJR3rlz58aSJUvK1FY1AQIECBAoQGDevHmxdOnS5ko/HhFfKaB0JQ6vgP3g8PbWzAgQIEAgQwH7wQyboiQCBAh0LiDg2rmdJwkQIECAAAECBAgQIECAAAECBAgQIECAAAECBAgQIECAAAECBCoWKCHgemVEHD7qcO6558Ypp5xSMYvhCRAgQIBAfQXOO++8WLRoUTPA1yLiiPqKmHkGAvaDGTRBCQQIECBQHwH7wfr02kwJEKiFgIBrLdpskgQIECBAgAABAgQIECBAgAABAgQIECBAgAABAgQIECBAgACBMgVKCLjeHhG7j/LecsstMXv27DK1VU2AAAECBAoQWLZsWcyZM6e50jsiYo8CSlfi8ArYDw5vb82MAAECBDIUsB/MsClKIkCAQOcCAq6d23mSAAECBAgQIECAAAECBAgQIECAAAECBAgQIECAAAECBAgQIECgYoESAq6PRsTmow4///nPY8stt6yYxfAECBAgQKC+Ag899FBstdVWzQCPRcQW9RUx8wwE7AczaIISCBAgQKA+AvaD9em1mRIgUAsBAddatNkkCRAgQIAAAQIECBAgQIAAAQIECBAgQIAAAQIECBAgQIAAAQJlCpQQcF0ZEeuN8j7zzDOx/vrrl6mtagIECBAgUIDAs88+GxtssEFzpc9FxMwCSlfi8ArYDw5vb82MAAECBDIUsB/MsClKIkCAQOcCAq6d23mSAAECBAgQIECAAAECBAgQIECAAAECBAgQIECAAAECBAgQIECgYoESAq6vRsSqOl999dVYY40Syq64c4YnQIAAAQIVCYyMjMSaa67ZPHr6MOyYX6jo1YYlMJmA/aC1QYAAAQIE+ihgP9hHbK8iQIBA9QICrtUbewMBAgQIECBAgAABAgQIECBAgAABAgQIECBAgAABAgQIECBAgECHAiUkRcd8ACd9yNJFgAABAgQIVCswwZdJlLBnqBbF6IMUsB8cpL53EyBAgEAtBewHa9l2kyZAYDgFBFyHs69mRYAAAQIECBAgQIAAAQIECBAgQIAAAQIECBAgQIAAAQIECBAYCoESwioCDUOx1EyCAAECBEoSEGgoqVu1qNV+sBZtNkkCBAgQyEnAfjCnbqiFAAECXQkIuHbF52ECBAgQIECAAAECBAgQIECAAAECBAgQIECAAAECBAgQIECAAIEqBQRcq9Q1NgECBAgQKFRAoKHQxg1v2QKuw9tbMyNAgACBTAXsBzNtjLIIECDQvoCAa/tmniBAgAABAgQIECBAgAABAgQIECBAgAABAgQIECBAgAABAgQIEOiTgIBrn6C9hgABnYKv4QAAIABJREFUAgQIlCQg0FBSt2pRq4BrLdpskgQIECCQk4D9YE7dUAsBAgS6EhBw7YrPwwQIECBAgAABAgQIECBAgAABAgQIECBAgAABAgQIECBAgAABAlUKCLhWqWtsAgQIECBQqIBAQ6GNG96yBVyHt7dmRoAAAQKZCtgPZtoYZREgQKB9AQHX9s08QYAAAQIECBAgQIAAAQIECBAgQIAAAQIECBAgQIAAAQIECBAg0CcBAdc+QXsNAQIECBAoSUCgoaRu1aJWAddatNkkCRAgQCAnAfvBnLqhFgIECHQlIODaFZ+HCRAgQIAAAQIECBAgQIAAAQIECBAgQIAAAQIECBAgQIAAAQIEqhQQcK1S19gECBAgQKBQAYGGQhs3vGULuA5vb82MAAECBDIVsB/MtDHKIkCAQPsCAq7tm3mCAAECBAgQIECAAAECBAgQIECAAAECBAgQIECAAAECBAgQIECgTwICrn2C9hoCBAgQIFCSgEBDSd2qRa0CrrVos0kSIECAQE4C9oM5dUMtBAgQ6EpAwLUrPg8TIECAAAECBAgQIECAAAECBAgQIECAAAECBAgQIECAAAECBAhUKSDgWqWusQkQIECAQKECAg2FNm54yxZwHd7emhkBAgQIZCpgP5hpY5RFgACB9gUEXNs38wQBAgQIECBAgAABAgQIECBAgAABAgQIECBAgAABAgQIECBAgECfBARc+wTtNQQIECBAoCQBgYaSulWLWgVca9FmkyRAgACBnATsB3PqhloIECDQlYCAa1d8HiZAgAABAgQIECBAgAABAgQIECBAgAABAgQIECBAgAABAgQIEKhSQMC1Sl1jEyBAgACBQgUEGgpt3PCWLeA6vL01MwIECBDIVMB+MNPGKIsAAQLtCwi4tm/mCQIECBAgQIAAAQIECBAgQIAAAQIECBAgQIAAAQIECBAgQIAAgT4JCLj2CdprCBAgQIBASQICDSV1qxa1CrjWos0mSYAAAQI5CdgP5tQNtRAgQKArAQHXrvg8TIAAAQIECBAgQIAAAQIECBAgQIAAAQIECBAgQIAAAQIECBAgUKWAgGuVusYmQIAAAQKFCgg0FNq44S1bwHV4e2tmBAgQIJCpgP1gpo1RFgECBNoXEHBt38wTBAgQIECAAAECBAgQIECAAAECBAgQIECAAAECBAgQIECAAAECfRIQcO0TtNcQIECAAIGSBAQaSupWLWoVcK1Fm02SAAECBHISsB/MqRtqIUCAQFcCAq5d8XmYAAECBAgQIECAAAECBAgQIECAAAECBAgQIECAAAECBAgQIECgSgEB1yp1jU2AAAECBAoVEGgotHHDW7aA6/D21swIECBAIFMB+8FMG6MsAgQItC8g4Nq+mScIECBAgAABAgQIECBAgAABAgQIECBAgAABAgQIECBAgAABAgT6JCDg2idoryFAgAABAiUJCDSU1K1a1CrgWos2myQBAgQI5CRgP5hTN9RCgACBrgQEXLvi8zABAgQIECBAgAABAgQIECBAgAABAgQIECBAgAABAgQIECBAgECVAgKuVeoamwABAgQIFCog0FBo44a3bAHX4e2tmREgQIBApgL2g5k2RlkECBBoX0DAtX0zTxAgQIAAAQIECBAgQIAAAQIECBAgQIAAAQIECBAgQIAAAQIECPRJQMC1T9BeQ4AAAQIEShIQaCipW7WoVcC1Fm02SQIECBDIScB+MKduqIUAAQJdCQi4dsXnYQIECBAgQIAAAQIECBAgQIAAAQIECBAgQIAAAQIECBAgQIAAgSoFBFyr1DU2AQIECBAoVECgodDGDW/ZAq7D21szI0CAAIFMBewHM22MsggQINC+gIBr+2aeIECAAAECBAgQIECAAAECBAgQIECAAAECBAgQIECAAAECBAgQ6JOAgGufoL2GAAECBAiUJCDQUFK3alGrgGst2mySBAgQIJCTgP1gTt1QCwECBLoSEHDtis/DBAgQIECAAAECBAgQIECAAAECBAgQIECAAAECBAgQIECAAAECVQoIuFapa2wCBAgQIFCogEBDoY0b3rIFXIe3t2ZGgAABApkK2A9m2hhlESBAoH0BAdf2zTxBgAABAgQIECBAgAABAgQIECBAgAABAgQIECBAgAABAgQIECDQJwEB1z5Bew0BAgQIEChJQKChpG7VolYB11q02SQJECBAICcB+8GcuqEWAgQIdCUg4NoVn4cJECBAgAABAgQIECBAgAABAgQIECBAgAABAgQIECBAgAABAgSqFBBwrVLX2AQIECBAoFABgYZCGze8ZQu4Dm9vzYwAAQIEMhWwH8y0McoiQIBA+wICru2beYIAAQIECBAgQIAAAQIECBAgQIAAAQIECBAgQIAAAQIECBAgQKBPAgKufYL2GgIECBAgUJKAQENJ3apFrQKutWizSRIgQIBATgL2gzl1Qy0ECBDoSkDAtSs+DxMgQIAAAQIECBAgQIAAAQIECBAgQIAAAQIECBAgQIAAAQIECFQpIOBapa6xCRAgQIBAoQICDYU2bnjLFnAd3t6aGQECBAhkKmA/mGljlEWAAIH2BQRc2zfzBAECBAgQIECAAAECBAgQIECAAAECBAgQIECAAAECBAgQIECAQJ8EBFz7BO01BAgQIECgJAGBhpK6VYtaBVxr0WaTJECAAIGcBOwHc+qGWggQINCVgIBrV3weJkCAAAECBAgQIECAAAECBAgQIECAAAECBAgQIECAAAECBAgQqFJAwLVKXWMTIECAAIFCBQQaCm3c8JYt4Dq8vTUzAgQIEMhUwH4w08YoiwABAu0LCLi2b+YJAgQIECBAgAABAgQIECBAgAABAgQIECBAgAABAgQIECBAgACBPgkIuPYJ2msIECBAoHcCL7/8coyMjMQ666zTu0EjIo37wgsvxMyZM2OCD/T39F25DybQkHuHalefgGvtWm7CBAgQIDBoAfvBQXfA+wkQINAzAQHXnlEaiAABAgQIECBAgAABAgQIECBAgAABAgQIECBAgAABAgQIECBAoNcCAq69FjUeAQJFCaxcuTKuvvrqePrpp1fVveGGG8bBBx/cCDm68hJ48cUXY/ny5XHmmWfG/Pnz46STToq11167Z0U+8MADsd9++8VLL70Us2bNip122inmzJkT22+/fc/eUcpAAg2ldKo2dQq41qbVJkqAAAECuQjYD+bSCXUQIECgawEB164JDUCAAAECBAgQIECAAAECBAgQIECAAAECBAgQIECAAAECBAgQIFCVgIBrVbLGJUCgCIH//u//joULF8Y//uM/rqp3n332iWuuuSZe//rXZzeHz33uc3H66aevquuss86K0047Lbs6e11QOq319ttvj3POOWdVrzbffPNGn3bbbbeevW7p0qUxb968MeN973vfi7322qtn7yhlIIGGUjpVmzoFXGvTahMlQIAAgVwE7Adz6YQ6CBAg0LWAgGvXhAYgQIAAAQIECBAgQIAAAQIECBAgQIAAAQIECBAgQIAAAQIECBCoSkDAtSpZ4xIgUISAgGvv25ROP3322WfjhRdeiEceeSSeeeaZeOKJJ+Kggw7q6lTcFDRNp6umsUev/fffPy6//PLYaKONup5ICtGeffbZYwLD6RTX66+/Prbeeuuuxy9tAIGG0jo29PUKuA59i02QAAECBHITsB/MrSPqIUCAQMcCAq4d03mQAAECBAgQIECAAAECBAgQIECAAAECBAgQIECAAAECBAgQIECgagEB16qFjU+AQNYCAq6Tt2flypXx4osvNm4YDau+8sor8dxzz8W//du/RfrfyW/FihWNex577LH42c9+NuGAO+64Y1x33XXxp3/6px2vh1TLqaeeGhdeeOGYMRYvXtw4hXeCD+C39a6nn346Dj/88LjppptWPXfIIYfEl7/85Vh//fXbGmsYbhZoGIYuDtUcBFyHqp0mQ4AAAQIlCNgPltAlNRIgQKAlAQHXlpjcRIAAAQIECBAgQIAAAQIECBAgQIAAAQIECBAgQIAAAQIECBAgMAgBAddBqHsnAQLZCAxzwDWddJrCp//1X/8VP//5z8eYp1NW77333nj++edX/fpUAdVeNOyHP/xh7LHHHl0NlYK16STY0VBtGmy33XaLq6++OrbYYouuxk7h3AMPPHDM2BdddFGccMIJXY1b6sMCDaV2bmjrFnAd2taaGAECBAjkKmA/mGtn1EWAAIG2BQRc2ybzAAECBAgQIECAAAECBAgQIECAAAECBAgQIECAAAECBAgQIECAQL8EBFz7Je09BAhkKTDMAdcUbF2wYEEsX748C/uvfvWrcdRRR3VVy8jISFxyySXxiU98Ysw4X/jCF+JTn/pUrLXWWh2P/81vfjPmz5+/6vl0austt9zSCNDW8RJoqGPXs56zgGvW7VEcAQIECAyjgP3gMHbVnAgQqKmAgGtNG2/aBAgQIECAAAECBAgQIECAAAECBAgQIECAAAECBAgQIECAAIESBARcS+iSGrMWePXVV+M///M/40c/+lHjP+mEyXS65G9+85tVdW+99dax+eabx6xZs2KXXXaJHXbYIf74j/841lxzzaznVofihjng+tvf/jZOOumkuOyyy/rWyte97nWNdb7OOuvEG97whnjLW97SCJ1us8028Sd/8ieN/+72evzxx+OQQw6JW2+9ddVQadzrrrsutttuu46GTyfaLlq0KL70pS+ten727NmxePHi2HjjjTsas/SHBBpK7+DQ1S/gOnQtNSECBKoWSF8M8uSTT8b9998fd911V/zkJz+JtPdN/7v52nnnnWPTTTeNd77znfGOd7yj8d8bbbRR1eUZvwAB+8ECmqREAgQItCYg4Nqak7sIECBAgAABAgQIECBAgAABAgQIECBAgAABAgQIECBAgAABAgQGICDgOgD0OrzymmuuiYMPPnjMVM8666w47bTTspl++sD32WefPaamdk6YTB8O/8Y3vhFXXHFF/PSnP217Xm9729viyCOPjAMOOCD+8A//sO3nRx+YyLqTwUaDiTNmzIi3v/3tseOOO9YiiDvMAde0DlJg88QTT2x5SaQg9pZbbtkIX7/wwguNQMSzzz7beH6nnXaKU089NdLJpim0+qY3vSle+9rXNu5Nv7b22muvek/685X+U1WIe6J1/+lPfzrOPPPMRri23euJJ56IhQsXxm233bbq0fT31RlnnNHVqbDt1pHT/QINOXVDLREh4Dqky2Cin8NVTzWdJp5+PqafYRNdP/vZz+LAAw9sfGFJv66p9smt1HP11Vc3fo5Vdf3yl7+Mj3zkI5OeCj+daaqr170e3bPMnDmzEchMXyCT9rCbbLJJTPAzbFqaXtc37QubbkhfDnL99ddH+lKcXly//vWv44Ybboi0Lu6+++6Ohnzve98bf/mXfxkf+MAHYoMNNuhoDA+VL2A/WH4PzYAAAQL/KyDgaikQIECAAAECBAgQIECAAAECBAgQIECAAAECBAgQIECAAAECBAhkKyDgmm1ryi6shIDrU089FYcddlh861vfamCnUN9NN9007QmQKfSXgrCf//znx5zS2mnHUrD0r/7qrxph1/XWW6/tYXoVcJ3sxSmI+7GPfawRmhjGD7cPe8D1sccei0ceeWRVe9OH1NNaX3fddRu/NlE4dfTm8YGaffbZJ9J6e/3rXz/lOn355Zcbf0Z+8YtfxOc+97lG+LXXV/rzm8I0N954YyMMcsoppzTC4p38GUq1ff/734+99957VZmp5vR3Qwp31PUSaKhr57Odt4Brtq3prrBBhAqnC2O2EijtbtarP91twHW6OXVb7w9+8IP4i7/4i1VfejF+vFbe369e77777nH88cc3gpmj+51W5t+v+iaqpVcB10cffTQuvPDC+PrXvz5pr1qxaL4n7bOOPfbYOPTQQzveZ7X7TvfnI2A/mE8vVEKAAIEuBQRcuwT0OAECBAgQIECAAAECBAgQIECAAAECBAgQIECAAAECBAgQIECAQHUCAq7V2dZ65BICrvfcc0/su+++kU6kStd+++0XX/va12LDDTectHePP/54nHDCCY1QXa+vFK679NJLG+HDdq6qA66jtaQPt59++ukxf/78tsIC7cxlEPcOKszQ6UlrKTCa+jB6tXMyclq/J510UuOEsxT8mC700UnANYVb06l4qc508msKw6T/n05Z6/W1fPnyxunJKajeTfj6pZdeikWLFjXqHL1mz54dixcvjo033rjXZRcznkBDMa2qstC3R8T9Vb6gjbEFXNvAKunWQfwcni6MWWLAtVcByYnWziuvvBLpVPNzzjln0qU1nWl6sN+9TgHXtB9Jp7q2cvW7vuaauu1fr7+AZyKv5HnBBRfEW97yllY43TMkAvaDQ9JI0yBAgECEgKtVQIAAAQIECBAgQIAAAQIECBAgQIAAAQIECBAgQIAAAQIECBAgkK2AgGu2rSm7sBICrpdffnl89KMfXQWdPgB/6qmnxgQf4m3c8+STTzZOjFyyZEllzdlpp53ib//2b2ObbbZp+R39CriOFnTIIYfE+eefH5tuumnLNeZ846DCDP0OuD700ENxzDHHxPe+971GOz7+8Y83Qh/pBOHJrnYDrilckdbGZz/72TFD7rnnnvF3f/d3sdlmm034qpUrV8aLL77Yt2UyY8aMeO1rX7vqfemE24MOOijuvvvuVb+WTj9LYfbJ/j7oW7EDfJFAwwDx83l1+sP8rog4MyJuG3BZAq4DbkBVrx/Ez+HpwpglBlxTfzrdW0zX2yeeeCIWLlwYt902+V8D05mmdwyi1+kLNtJppu96V/qrbOprEPWNVtRNwPWxxx5r7FnSyfOtXGnvl963zjrrNG7/3e9+FytWrIjf/OY30z6evvDmiiuuiD322GPae90wHAL2g8PRR7MgQIBACLhaBAQIECBAgAABAgQIECBAgAABAgQIECBAgAABAgQIECBAgAABAhkLCLhm3JySS8s94JqCeOmD4CnkOnql4N9ee+01Iftzzz0Xn/rUp+Kyyy6b8Pff9ra3xf777x/vec97YquttmqcAvua17xm1b3phMinnnqq8eHxpUuXxje+8Y1JP0Q+b968Rl2bbLJJS0ug3wHXVFSnp822NKE+3zSoMMNkIZRXX301nn766Uj/PdF10UUXxRe+8IVVv/WZz3wmTjzxxNVuXXvttRunmqYPpf/2t79tPJMCrc3XdKerthNwTae1poD43/zN34x5RwpCfPWrX20ESyYLi44/lbbqJTDe/qqrrorDDz98zGt33nnnrk6FHT+HdOrZscceW/XUejq+QENPOUsd7Pcj4tGISEebp2TbIIOuAq6lrqJp6h7Ez+HpwpilBlynm1enS+j73/9+Y+831dXKuwfR61Rz+uKY6667Lrbbbrsp5zCo+lJRnQZcx3+ByUQTTP9OOfjgg+N973tfvPnNbx7zJR/N96f953333Rc33XTTlP9W6eQLeTpde54bvID94OB7oAICBAj0SMAJrj2CNAwBAgQIECBAgAABAgQIECBAgAABAgQIECBAgAABAgQIECBAgEDvBQRce29qxIjIPeCaTjpasGBB3HnnnY1+7brrrnHttddGOuVpoiud2ppOLk0hvuYr3f/5z3++EW5dd911W+59+gD9JZdcEl/60pdWGzMNksKIKVC71lprTTvmRNadfEg+naKZgr8PP/xw3HXXXfHNb34z7rjjjknf324Qd9qJDOiGQYUZJgu49qqe8UGTdELqxRdf3Fivzet4t912awSq3/rWt67WgVYDrr/61a8a63Xx4sVjxphq7OYbBxlwTcHzww47rOVTzzpdpmeddVacdtppnT4+kOcEGgbCnuNL0ymuZzQVNqigq4BrjqujBzVN9nNvkH9vThZwreqE1OkYWw3cdrL/m+7d6UtaFi1a1NizTnV1E3DttNejXwryP//zP40vkElfWPHTn/50wjLTXj3tdzbaaKNJpzHZWmxlbtM5VvH7Tz75ZKTa0r9TJrr22WefOPnkkxtfMpK++KSd65e//GVj35i+3Gf8v3/SOOlLUpLnH/zBH7QzrHsLFLAfLLBpSiZAgMDEAgKuVgYBAgQIECBAgAABAgQIECBAgAABAgQIECBAgAABAgQIECBAgEC2AgKu2bam7MJyD7iOP4lqqg+uTxaAS+HWr3/9640PjXdyjYyMxPXXXx9HH330aqe5ppOmbrzxxglDh+Pf1auA6/hxU2jg3nvvjTPPPDO++93vTjjFj3/843H++efHeuut1wlBFs9MFGZIJ1Ol00jXX3/9ymp805veNGGguqqAa5rIyy+/3DhNNZ362hxWSIGYr3zlK7HLLruMmW8rAdd//dd/bYQrfvSjH415NgVJUhhms802m9ZwkAHXH/zgB42QxkThjWkLb+OGTsM7bbyi57cKNPSctNQBm09xbZ5Dv4OuAq6lrqBp6hZwnb6xkwVc/+iP/ihSELH5+trXvtb44oZeXeO/FGaycVsJgVbd6/SzPH1JzLnnnjthmTfffHN86EMfmpSmpIDrc8891/hykRRAHX+l/esZZ5wRaZ/+2te+tuOlkP6tkr4MKP1bZcWKFauN89d//ddx3HHHxQT7hY7f6cH8BOwH8+uJiggQINChgIBrh3AeI0CAAAECBAgQIECAAAECBAgQIECAAAECBAgQIECAAAECBAgQqF5AwLV641q+IeeAa/qw9tlnnz3mNMUU+ksfzJ/oSsG9OXPmjAnApQ+Op2cOOuigrj7UnWpJJ7l+4hOfWO3VF154YZxwwgnTjl9VwHW0oOnCAunUzoULF05bZ65/ECYKM6QTr5Lr61//+r6XXWXANU0mBZfTacUp9NAc6nz3u9/dOIH1jW9846o5Txdwffzxx+PQQw+N5cuXj3FKJ72lEG2rAeFBBVzTqbYpHJL+DFZ9CbhWLWz8igXGn+La/Lp+BV0FXCtu8qCGrzr02Mm8SjnB9ZRTTlnthM30c/nSSy/t2ZePfPOb34z58+evYkxfApKCtd/+9rfH0OYQcE0FpZ/t6ctZzjnnnNVaP51NKQHX9O+HtE895JBDVptj+gKeiy66qPHlHb0Knt5zzz2NkOvdd9895n1pLXzjG9+I9KUtruEVEHAd3t6aGQECtRMQcK1dy02YAAECBAgQIECAAAECBAgQIECAAAECBAgQIECAAAECBAgQIFCOgIBrOb0qqtKcA65PP/10HH744XHTTTc1TNOH9L/zne/EjjvuOKFxOoXyxBNPHPN76UPjV111VWy00UZd9+XXv/51HHHEEbF06dIxY+23336RTuHacMMNp3xH1QHX9PKpTonabbfd4uqrr44tttiia4tBDFC3gGsyHh9y3XvvvRthmC233HJMC6YLuKabH3zwwcafpxR6SIHWFB4/8sgjY9111225nStXrmwEUia6UkgjncY2er33ve9thMu7+bM3Y8aMxolmP/7xj+ODH/zgmNPv3ve+98Uee+zRcu2/+93vYtmyZWNOsE1/JmbPnh3rrLPOqnG23XbbeP/739/yuDncKNCQQxeyqWGyU1ybC6w66Crgms1y6G0hAq7Te04WuE3h0yuuuKLxc2j02mabbeLGG2+Mt771rdMPPM0dE30RRDqxc7311lstQJpLwDVNKX0BRwp/3nrrrWNmmPY5af+/3XbbTTjzUgKuk62HXn0Bz3icFKhNQdaPfvSjq5143+sTg7tetAbouYD9YM9JDUiAAIFBCQi4DkreewkQIECAAAECBAgQIECAAAECBAgQIECAAAECBAgQIECAAAECBKYVEHCdlsgNnQjkHHB94IEHIoVHH3roocbUUhAtnVy58cYbrzbVl156KdJplCnk2nydccYZkf7Tq5ORLr/88saHxpuvt73tbXHDDTfEW97ylilb0I+AayrgySefbJxyu2TJktXqafW02U7WUtXP5BZwnW6+40877fRk0NGwQgpWp/5tttlmq726lYBreiid7JX+nJx00kmRTr/t1Z+LNPb4+fbqdN3JTm9tJaDTDPXCCy80TlpOf4ZHr3Q6bjL9vd/7venamfXvCzRk3Z5BFDfVKa7N9VQVdBVwHUTX+/BOAdfpkScLNP7zP/9zI8R52mmnjRmkV6HDRx55JA466KAxJ3emfeCKFSvi9NNPH/POVn5+9qvXaY+T9u5pXzL+uu666+LAAw+cEL2EgOsrr7wS559/fnzmM59ZbQ7p19LptWuvvfb0i6rNO5555pk49thj4+///u/HPNnLL/1psyS390nAfrBP0F5DgACB6gUEXKs39gYCBAgQIECAAAECBAgQIECAAAECBAgQIECAAAECBAgQIECAAIEOBQRcO4Tz2NQCOQdcx9f26U9/uhGiW2uttVab1EThtXRTp6HCydRSQHDfffcdc5JkujcFF9JpkFNd/Qq4php+8pOfNMLBjz322JiS9txzz8YH3tNpuKVdwxpwTQGUyy67bMp2pNNHX3755cZpphNdaf3ff//9q07ret3rXhezZs0aczLp6HMp+LDBBhu03P50KutkpyY3D1JVwPX222+PD3/4w6v9mWsloNNc31NPPdU4Je4f/uEfVv1yr/9+aBm1xzcKNPQYtPzhWjnFtXmWvQ66CriWv4YmnEG/Qo/t8E0WKE0n1i9cuLCdoXpy71QB1/SCOXPmjDlZ89BDD22czJ5OWu3mSifEzp8/f9UQu+66a1x77bWNPV/OAddU8F133RXphPpnn312DMFUP6NLCLhOFDpOE/zzP//zxhf2TPSFJd2sgeZnv/e97zX+HdBsmvb+3/72t+PP/uzPevUa42QmYD+YWUOUQ4AAgc4FBFw7t/MkAQIECBAgQIAAAQIECBAgQIAAAQIECBAgQIAAAQIECBAgQIBAxQICrhUD13X4XAOuE53ImoKAc+fOnbBVkwVc04mN5557brzmNa/pSYtTYHTBggXx6qt2w5v5AAAgAElEQVSvNkKCM2bMiB122CE++MEPRjrJdaqrnwHXdGpUOhkqhQ7HXzfffHN86EMf6olHPwcZ1oDrROuin67TvauV8HYaY3zAtd0A6kR1THYKWbq33RNiJ1o/F110UeNU19IvgYbSO1hJ/a2e4tr88l4FXQVcK2np4AcVcJ2+B1MFXLfeeuvGFy0sW7Zs1UDbbLNN3HjjjfHWt751+sEnuWOiPfDol8KkL6nIPeA6mVnpAderrroqDj/88NW61qtTe6daML/85S/jIx/5SCxfvnzVbTvttFPjBOH3v//9Ha81D+YtYD+Yd39UR4AAgTYEBFzbwHIrAQIECBAgQIAAAQIECBAgQIAAAQIECBAgQIAAAQIECBAgQIBAfwUEXCvyniwY2enJT5ON12pIbHSaIyMj8eSTT8Ztt90Wd9xxR/z0pz8dc0Lj5ptvHltuuWVstdVWjaBXOo1nk002iQk+2DqlXCsB13Ry5N133904+fDWW29tnLSUrnRK5Dvf+c7GyaWzZ8+O7bffPtZee+2edGo0SHrnnXc2xkunUV5//fWRwgGTXeMDdum+3XffvXGC1Rvf+Mae1NXNIP0MuKY6H3jggcbpTQ899NCYsnsd+u3GpJ1nBVzb0erdva3+3VVFwDWF2lMYaPypbml27373uyP9mXrDG97Q0mR/8YtfNE6CTacwj16d/j3f0gv7eJNAQx+xy3lVu6e4Ns+s26CrgGs566StSgVcp+eaKuCaTlU9++yzGyHD5qvbwONE70wneO61116rfflEem8rX0DRz14PY8A1nRp/2GGHxbe+9a0xvd5zzz0bp+qm01SrvNK/Iy+44IJ49NFHG4HWnXfeufHvtnb/nVhljcbuvYD9YO9NjUiAAIEBCQi4DgjeawkQIECAAAECBAgQIECAAAECBAgQIECAAAECBAgQIECAAAECBKYXEHCd3qijO3ILuKaTQVOoM50sOP5D0dNN8AMf+ECceOKJ8a53vSvWXHPN6W5v/P5UAdf04egUaP3sZz/bCNlOd6UTTNOJUel00HXXXXe626f8/e9///ux9957r7rn0EMPjUsvvTTWW2+9SZ9bunRpzJs3b7XfTye4nnTSST0L33Y6sX4HXFMo8Oijj47FixePKbndYGCn8+31cwKuvRZtbbxBBVwff/zxRrg1/R000dVK6L35uX//93+PAw44oPFlAaPXD3/4w9hjjz1ag8j4LoGGjJsz2NI6OcW1ueJOg64CroPte2Vv72fosdVJTBaOHNQXGEwVcE1fCPPjH/84PvjBD0Y6YXP0amWPO5XH+P1lc4hyoi9/EXBtdXV1fl/6Mo199913TJ/TaKkfp556qqBp57SenELAftDyIECAwNAICLgOTStNhAABAgQIECBAgMD/Y+8+oCQty7xx3zJkEBYQBNklSBYEAdEFVFCyCEh2iLoEEQYMRIk7HgUEAUEYiStJ0hAcwsIiKGAiCCzBxT8jCgYE4cCigoIy8z/3+2213dVVXW91VXVXVV/vOZz9zvTzPuF63qp++rN+dRMgQIAAAQIECBAgQIAAAQIECBAgQIAAAQL9JyDg2qE97aaA66uvvhoZxjzzzDNrViwsS/Bv//ZvRYWoJZdcsuEt9QKuGVQ999xz4+ijj256Lhm0zapBq666asPxazXIYG11haucS34gf6TrV7/6VUyePLmoNlt9HXbYYXHEEUfE4osvPqo5teOmsQ645pzPOOOMIvQ8+HrrW98aWdkrqzn10tWvAddm9qASOs/XeFY5ziurOefr9Zvf/GY88sgjxb9lVedPfepTkdV6KyGanXfeuXgell566WaGLN22nRVcs2p0vhdWV7mrnkzZ8G3e96Mf/Sg+8IEPDHSR1dNuuummWHfddUuvsVsbCjR0686M+7xaqeI6ePLNBl0FXMd96zszAQHXxq6NAq61KnuuttpqMX369Fh99dUbD1DVIv92mDJlSlx88cUDP8nfnSeccEJMmjSpJyq43nPPPcWX81RfI5396z2LZcK7TSOP4obzzjsvDjjggGHn71tvvTUy6Owi0AkB58FOqOqTAAEC4yIg4Dou7AYlQIAAAQIECBAgQIAAAQIECBAgQIAAAQIECBAgQIAAAQIECBAoIyDgWkZpFG26JeCaH1DPAOa0adNGsYrht2Ql0/xw9dvf/vYR+6sVujz22GNjwQUXjKOOOmrUc3n/+98f55xzzqjCY6+88krsu+++ce211xbjlw2iZfjvrLPOis997nM1551BwH322Sd22mmnWGWVVUpXuR01QtWN4xFwra6EW5lSpyqbvfHGG00Hosv6ZigkwwJ33nnnwC2bbLJJEcReZJFFynbTcrsMCM8999wN+6kOfH7pS19qGNgcqdN8vm+77bb4zGc+MxBuzbnk+jOkueuuuw4JuF5yySVF4GXw6zhDFfkaWWeddRrOv9kG7Qy4ZmXVvffee2CdOZcM6GZAffB75FVXXVWsu8xV/frbYIMN4oorrigCwr1+CTT0+g52dP6tVnEdPLmyQVcB145u6fh1LuDa2L5RwDV/l+eXTRx66KFDOrvwwguLM2qz189+9rPi9+MTTzxR3JrnghtuuCHyfJRXt1dwrfWlNhWD/DKWzTbbrCZJNwdc//rXvxb7W/033cYbbxx5FnnHO97R7DZrT6CUgPNgKSaNCBAg0AsCAq69sEvmSIAAAQIECBAgQIAAAQIECBAgQIAAAQIECBAgQIAAAQIECBCYoAICrh3a+G4IuOaHu/MDz3vuueewVeYH1fND6uuvv35R2WmBBRYo2mTY78EHH4w77rijZsXSbJPVV6dOnRpzzjlnXb1aocslllgi0uVPf/rTwH2LLrpobL311rHlllsWH8z+29/+Fg8//HDcfPPN8YMf/KBm/xlyveyyy2KllVZqavceffTRIoQ6c+bM4r4cM/t529ve1rCf559/vqj0OmPGjBHbZsB1hx12iM033zzWXnvtWHjhhRv23WqD8Qi4/vznP49ddtklHnvssSHTbzVsWc+iukpmq2bdeH/ZqqHtDLjme0QGVrIab6Vya9pkldMMUTz11FPDAq75vM0777zDgvMZ6Pzyl79cBGLmmWeethDn/PK9Jv+rXKOtovbcc88VAfdbbrlloK8MuWeYNQM8gyuinXjiiUX12jLXSSedVLwnVq58P8v3lbEMR5eZ52jaCDSMRm3C3NOuKq6DwRoFXQVc+/TxEnBtvLGNAq7Zw/333x8f//jHByqs57998pOfjLPPPnvgnN94pP/X4qKLLip+Z1au6jNztwdc8/f65MmTB76go7KORl9C0c0B13pzy30688wzY/755y+7vdoRaErAebApLo0JECDQzQICrt28O+ZGgAABAgQIECBAgAABAgQIECBAgAABAgQIECBAgAABAgQIEJjgAgKuHXoAuiHg+vTTT8cee+wRGQ4cfB144IGR1VQz3FXvmjVrVlHR8vDDDx/24fDVVlstpk+fXgRj6121QpeD22bANueRIbqsnlh95fjf+973iuDYAw88MOznU6ZMiVNOOSXmm2++0jtYPacMsOUH9CdNmlSqj/yw/Kc+9am6wd9anWTINUPEW2yxRbz3ve+NJZdcsu0VXscj4Prss8/G7rvvHnfdlXmkf1y5p6eddloRgGznJeD6D81GAdcMhb7wwgtFuHqkoOnrr78e559/fhxzzDFDQue5h/naytB7daAmn+N83hZbbLHiniOPPDK++c1vDtnqvfbaqwikLrfcci0/ArXeRzO8k9Vmy1S7rUwgw/hzzTVXfPaznx3y+q2E9f/zP/8zsjp15Sr7HNeqpvb5z3++CAg3M7+WoTrUgUBDh2D7p9t2VnEdrFIv6Crg2j/PzpCVCLg23tgyAdf8kpqs1ppfXFG5ypzZq0d/9dVXI8/ZWa29cuXZI88Lld8L3Rxwfemll4oq8xdccMEw2OOOOy5OOOGEumf/bg641nsGOvXlMo2fSi0mioDz4ETZaeskQGACCAi4ToBNtkQCBAgQIECAAAECBAgQIECAAAECBAgQIECAAAECBAgQIECAQK8KCLh2aOe6IeB64403Dglt5VL322+/OOOMM0pXcsoKnVkB9pFHHhkidfrpp0cGuepdIwVcs2rrN77xjfjEJz7RMOz5u9/9rhgnA7WDrwzIXnvttUWl1DLXG2+8UXzYPddeubIa67bbblvm9oE2WeUy5zM4PNBMB1nhNSvnfvSjH42sItWOKo/jEXAd6wCAgOs/nrJ6Ade///3v8ZOf/KR4xl977bWBIGqt5zPDHxnymDZt2pAfZ3D0q1/9auTrK6+RAq7583ohknyN5+skq63WCrCXfc3Uex8te3+l3VprrRVXX311ZBXXvffeu6hW++EPf7iotLr00kvHvffeW7yXVKpLl63CmkHi3Xbbrah4XbkavTc2O/fxbC/QMJ76PTF2J6q4Dl54ddBVwLUnHovmJ1nvTNF8TyPf0UwF8HphwnbPqWw4sUzANb/gIs8A+eUxg68LL7ywCL6WvR599NHYaaedYubMmcUt+YU43/nOd+J973vfQBfdGHDN9T/88MNFgPXmm28ettysNJ9/O+QXztS7xupZrB7/8ssvL744ZqSr3ln4kksuifxyEReBTgk4D3ZKVr8ECBAYcwEB1zEnNyABAgQIECBAgAABAgQIECBAgAABAgQIECBAgAABAgQIECBAgEBZAQHXslJNtuuGgGutD5/ffvvtsdlmm5VeTb0Py++7775x5plnxvzzz1+zr3oB1wzOnXvuuTF58uSBKlCNJpOhtBzvlltuGdL0k5/8ZJx99tmlwrrVFUcrgbcMnDZ7ZWWrrHz55S9/uQj4tXJ97GMfKz7QnoHXhRZaaFRdjUfA9ZVXXin2JIMCg6+ywcBmFyrg+g+x6td1BlnWWWed+PrXvz5Q7XjdddeNq666KlZcccUh1JXwR1YvzveCwVd1uDV/1ijgmm3y9XDiiScW/1VfGXTNqqn5Wl1mmWWa3fZod8B15ZVXjiuvvLII32a4tRKQ/8UvflEE7h988MFiju9+97vjmmuuiVVXXXXEOVeHgLJxs++xTaOM4Q01Ag1jOLqhCAwIVIKu3x9sku9nrv4QGKtQYb8HXPNpuP/++yMrnf/+978feDiaOS/nTeedd14ccMABA/dvv/32cdFFFw35UpZuCLjOmjUr8jyafyf89Kc/LX5v1wq2VhaS1em/8IUv1K3emu3G6lmsfuWWCbjec889sdFGGw170Ze5tz/eKaxivAScB8dL3rgECBDouEAv/G8CHUcwAAECBAgQIECAAAECBAgQIECAAAECBAgQIECAAAECBAgQIECAQHcI9MKHWXqyYtd4B1zrjX/33XfHhz70oaaevgxxZShgySWXLIJ0K6ywQrzzne+MtddeO+aZZ56afdULuDYTLhjccYbGsppUpcJi/qxWRal6C8uA5FZbbTVwf1alPeeccwYqVTYF8n+N80PwGZbLsGtWum3lyqpSGQTcf//9SwV2B481HgHXes/XFltsMWLl0NEaZQXewXs/2n66+b4Mf88999wNp1grVFJ900orrVSEj9dcc82BH40UzD766KMj/1tggQWGdFUm4Jo3ZPXYfA4zOFIr9J1ryzB3hmw23HDD0s94uwKuWS35iiuuiHyd5Vzz/SDnMeeccxbrrRXYLlPhubpKdtlgbMNN7pIGAg1dshGmUVNAwLV/HoyxChU2cwbtxQqu9X6frbbaajF9+vRYffXVGz40edY66KCDii+BqFynnXZa8cUQg38ntDvg2nBiLTbIkG4GdxtVlR+rZ7F6OWVCqvX+tvrhD39YnGlcBDol4DzYKVn9EiBAYNwFeuF/Exh3JBMgQIAAAQIECBAgQIAAAQIECBAgQIAAAQIECBAgQIAAAQIECBAYG4Fe+DCLgGtE3UqG9T7U/Oabb8Zxxx0XJ5100pAnKUNsU6dOHQh2deoxq/Uh7GYCqdXzevnll2OfffaJG264YciPTj/99OJD942uM844owjfVa6y9zXqN3+egbknn3yyqBp1/fXXx3333Vfmtppt8gPqWYkzK3CW/TDxRAi4jhq0z258/fXX49hjj42vfe1rDVdWqSQ6UtXWDJ5+5StfKYLVtcLqZQOuOZkcJyugfu5znysCpPWurOqalX4zsJ7P+2KLLVa37WuvvVYEvy+88MKG6x2pQaPgda33ywzvHHPMMXVfh7XuyTXlXBdeeOGW5tstN5d9D+qW+ZrHxBIQcO2f/R6rUOFECLjmU1F95s1/y99NeY5udOXv8W222WagAmye3W+66abiXDr46qWA63bbbVd8qc3SSy/daPldXcG1EwHXdr72BG0bPl4928B5sGe3zsQJECDQSKAX/jeBRmvwcwIECBAgQIAAAQIECBAgQIAAAQIECBAgQIAAAQIECBAgQIAAgT4R6IUPswi4jiLgms9nVio64IADhjyqGWg7/vjj4zOf+UzpKoqjedZrfQi71fBXrQ/sl6nEWl2NKg1uvfXWjlU7yjDuAw88EHfddVfcdttt8fDDDzdFmFUmM4Cb1abKfKB4PAKu9YKHjYKETUGMUePcryOOOCJ+/etfD4z4vve9rwg3zjvvvGM0i5GH+cMf/hDXXHNNqWrB+dxk6Hv99deP3/72t/GlL32pqOZaXQF3lVVWKcLUuWf1nrNmAq6VFYxUKXbwKjPcmhXLlltuubqLrxW8GE2VszLP5aWXXhp77733wFwavV+9+OKLke8/+RqvXI1CsV3xMDUxiTLvP010pymB0QrcHRH/HhHfH9yBgOtoObvvvnaG7EZa3UQJuFaHVNMkK6ifffbZDc/+1Wfter8LeyHgmuf9Aw88sDjj5ZdrlLnG6lmsnstozjaVPloJlrZzva3Mo8zeaDN+As6D42dvZAIECHRYoBf+N4EOE+ieAAECBAgQIECAAAECBAgQIECAAAECBAgQIECAAAECBAgQIECgWwR64cMsAq6jDLjW+oB75cHLEOXkyZOLcNvaa6/d9oqDtUKXrYa/7rnnnthoo42GvHY22GCDuOKKKyLXU+969NFHi2qRM2fOLJpsvPHGkfN7xzveMSavw1deeSUef/zxIgh3yy23lAq85nouueSSYeutNeHxCLjW+0B8mcDxmKA3MUittTQTgmliqKaaZmXgrAZ8/vnnF5WLqwOqgzvLEEc+41ml+F3velcRbJ02bVpccMEF8dJLLw0bN0OwWQX2ne9854hz+uUvfxlf/OIX43//93+Ldssss0yccsopscgiizRcy9NPPx0nnHBCZHC0+sr5XnbZZZFV1Ua6RhtwzcrVWa26cpUJuFa/X6600kpFMHjNNdesOcX7778/Pv7xjw9UuctGlaq5DXF6pEGNQEMvnBl6RLcvpvlPEfGriMj/24mrEmy96/8678nzYCdg+q3PemeK/IKG4447blyWW/0FD5VJlAkidmLC9eZTK1SY58599923+B1WuVZbbbWYPn16rL766nWnV+u+c889N/JMVH11c8A1w6x5Hj3kkENi+eWXL/VlMZX11XsWu+FceOONN9Y8N1111VWx6667juqxE3AdFduEu8l5cMJtuQUTIECAAAECBAgQIECAAAECBAgQIECAAAECBAgQIECAAAECBAgQIECAAIExF+iFsEpPBhr+8pe/FFUUs4rq4Gu0H4yv199I1XJef/31ogrlaaed1vDByuDoJptsUgRe3/3ud8d8883X8J6RGtQKXbbyAewcq9aH+5daaqm46aabYt111607neq55L6cfPLJMffcc7e0xtHcnBXnnn/++fjud79bBFjvvPPOut2UqXCZN3dTwLUbAgDN7ku3BVxzPldeeWWpaq251gxxZAgoQ9G///3vI8Od+WzVCsRm6OPYY48tKju3+hov4zxr1qx46KGH4sQTTyxCupVrypQpRVC20RxGG3CtDt6UCV4/++yzsfvuuxeVlyvXhRdeGPvss8+wpebrOKvcHXrooQM/KxO2L2PWTW0EGrppN7pyLllV9YQOzKw62FoZoifPgx3w6bsuBVwbb2kzAdfsrboSa/5bvd9pldGrv7hhpC966JaAa35Jz+KLLx5rrbVWvOc97ym+tGeFFVYY9Rm/mwOuP/rRj+IDH/jAsIdltH9bZkcCro1fe1pErZB4L/z/Idk6AgQIECBAgAABAgQIECBAgAABAgQIECBAgAABAgQIECBAgAABAgQIECBAoIcEeuHDiT0ZaOiGgGs+h7/4xS/ik5/8ZOSHosteWV0xw5XbbrttfPSjH41/+Zd/iTnmmKPs7UW7WqHLkcK4ZTp/4YUXYrfddos77rhjSPOR+n3jjTfiqKOOKj7oX7muu+662GGHHcoM2dE2lfDf1KlT4+abb645VgYDjzjiiJg0aVLduYxHwLVe0CKrfWboYaT5dhR1FJ13W8C1XoCh3tIGV7h79dVXi+clq7dWX0sssUTxs5HC4KPgK3VLPuu/+c1v4nvf+148+eST8R//8R+R1eQaXbWeszJBjurgTZngda33inzvPPvss2OBBRYYMtWXX365CL4ODu1mpbgM7c4zzzyNltUzPxdw7ZmtGo+JdqJ6a71ga2V9PXkeHI/N6bUxBVwb71izAddHH320qOw+c+bMgc7r/U7LBrW+uGGk9u0OuI5ntd7B+t0ccK21pzn3/Fshz9+juQRcR6M28e5xHpx4e27FBAgQIECAAAECBAgQIECAAAECBAgQIECAAAECBAgQIECAAAECBAgQIEBgrAUEXDsk3i0B11zeM888U1STHRzGambZq6yySuyxxx7Ff1klssaHXId114mAa70PYY8UcK2uypgVnq6++urINXXLlZV2Tz/99Dj66KOHTalMVcjxCLjee++9sfnmmw+rEprryGetl66RAq5PP/10HHbYYbHLLrvE9ttvHwsttFDHl1YvxJIDZ3XleeedNx544IGBeVSHQqpDrvmszz///PHwww93fO4jDVCZ51//+tciBFrmfaSWxd133x0f+tCHRlzLaAKu2eH1118fO+6440Df9arXZeXlfB4GV8ntluB8OzdZoKGdmn3XVzurtzYKtlbwBFz77jH6fwsScG28sc0GXPP300EHHRSXXXbZQOf5xRLTp0+P1VdffdiAtb64YaSKrwKujfes3S1qVZrPMQ488MA47bTTivPhWFz1voil1S8yGou5G2N0As6Do3NzFwECBAgQIECAAAECBAgQIECAAAECBAgQIECAAAECBAgQIECAAAECBAgQIFBeQMC1vFVTLbsp4JoTzxBlhrdOOumkeOyxx5paS6VxVnb9xCc+ERlUW3LJJUfso1sCrvkh7K222mogiLbnnnvGOeecE7mWbrpyf4455pjiA+rV1+233x6bbbZZ3emOR8A1Q8L5LFRfM2bMKCr/9tJVL+B6/PHHx+c+97kiDJJXhrsPPvjgoiLyYost1rEl1prPBz/4wTjyyCNj0003LaqE5twqV62qZ88//3x85jOfiZVXXjkOPfTQOPfcc4fc07HJj9DxaKqz1QpSNwpQvPnmm3HccccV73WVq0wF12xbK0CUr8kMbVc+3J+v1ayEe9ZZZw30//73vz+uvPLKWH755ceDtmNjCjR0jLbXO25X9daywdaKl4Brrz85deYv4Np4Y5sNuGaP5513XhxwwAFDOq8XWq0+L48Uhs0OBVwb71m7W9QKLecYW265ZRFkftvb3tbuIWv2J+A6JsxdNYjzYFdth8kQIECAAAECBAgQIECAAAECBAgQIECAAAECBAgQIECAAAECBAgQIECAAIG+FBBw7dC2dlvAtbLMv//97/HEE0/ENddcUwT38gPzzV4Z5vrWt74V+eH3ele3BFzPOOOM+MIXvjAwzWYqjGa4LqtF/vrXv45f/OIXkXu6yCKLxMUXX1z833ZfP/vZz2LnnXcu9mfw1WjOYx1wrRUgzPnWq3bZbqd291crWJMh1qWXXjq+8pWvDBtu0UUXjc9+9rNF0HWZZZZp93QiK5xmKHXatGkxefLkIlSbr7k55pijGKs6VFIvOPq3v/0t5pxzziKYWSuI0vaJN+hwNAHX6hBFVrDN965VV1217mi13ntPOOGEyP8aVY2tFV7NUPGll14aSy21VDHmo48+WoS7B79OM1Cb/U+aNGmsWTs6nkBDR3l7ufNWq7c2G2ytWAm49vJTM8LcBVwbb+xoAq75+2qnnXaKmTNnDgyQZ5ezzz47FlhggYF/mz17dnHeyd9llavRF0MIuDbes3a3qLVPOUaeT2666aZYd9112z1kzf4EXMeEuasGcR7squ0wGQIECBAgQIAAAQIECBAgQIAAAQIECBAgQIAAAQIECBAgQIAAAQIECBAg0JcCAq4d2tZ2B1xfe+21IlSXlZcGX42qGY60vFmzZsVvfvObuOeee4oPRt95553x0ksvlRLZbrvtispQb3/722u270TA9dlnn43dd9897rrrrlIG1ZWOsmrrrbfeGhtuuGGpNX73u9+NzTfffEjb/PD4VVddFSuuuGKpPpppVK8yU6Ng4FgHXF988cXISri33XbbkOVliCKfz4UXXriZZY9723rBmkYTy+dp7733Lqp7ZuXORuHJRv0N/nmGODPMmUHO6n7LBlwH91d9z/nnnx877LBDwym9/PLLRfW3fG/Ia5NNNimqwZYJeGfF6P33339gjEbPca3JVD/bZV5/td57mxk7573jjjsOmc51111XeOUXBGSQ9cQTTxz4eQZLvvOd78T73ve+hp691kCgodd2bEzm20r11tEGWysLE3Adky0e+0EEXBubjybgWutcWasya61z3eWXX16cuetdAq6N96wTLWr9bZLj5NksQ8ljcQm4joVyd43hPNhd+2E2BAgQIECAAAECBAgQIECAAAECBAgQIECAAAECBAgQIECAAAECBAgQIHOXhIsAACAASURBVECgHwUEXDu0q+0OuNb78H8rAdfqpWd467e//W38+Mc/LsKLt9xyy4iB1wwz7rPPPjUFa4UuZ8yYEdtuu+2oxX/+85/HLrvsEo899thAH2uttVZcffXVscoqqwzrtzoMsPHGG0fO6x3veEepOWQF1wy4ZkBg8HX77bfHZpttVqqPZhrVe2YahfPGOuCaYcftt99+mEuGHY455pi2Bj2b8Rtt21qvrQwJZHA1KxVfcMEFI74OMuia4d5jjz227UHXWmtqR8C1UXClMm61zRZbbFG8hhZbbLGG3NXPZaPnuFaH1RWYy4zfasD197//fey1115xxx13DEwpn/eLLroonnrqqWKvn3nmmYGf1aqG1xCnRxoINPTIRo3tNEdTvbXVYGtlhQKuY7vXYzaagGtj6tEEXLPX/N217777Dhmg+vxefa7LqvFXXnllcaapdwm4Nt6zTrSodUbJcSrnlDJfQNLqvARcWxXsvfudB3tvz8yYAAECBAgQIECAAAECBAgQIECAAAECBAgQIECAAAECBAgQIECAAAECBAj0moCAa4d2rN0B12arl7ZjWW+88UZkyPPUU0+Nm2++eViXI1XsrBW6PP3004vQ4GivWlWLNt1007jiiiti8cUXH9btjTfeGFlptnLl2CeffHLMPffcpaaQIbbddtutCPwOvo477riiiuOkSZNK9VO2US8EXF9//fU44ogj4qyzzhqyrF6uYlkv4Jrhyvnmmy8yTHD22WcX1bFGqnBcCboefvjhNSuvln0OGrWbKAHXN998M/K1dtJJJw2QZPC4si/1nLLqbFYYzoB+5WrmvWf27NnFGIceeuiQIbJi9UMPPVRUrq5cuec33HBDUdm2Hy+Bhn7c1ZbW1Gz11nYFWyuTFnBtafu692YB18Z7M9qA689+9rPYeeed44knnqj5uzR/106dOjXybFG5DjnkkDjllFNinnnmqTsxAdfGe9aJFnlG+cpXvlKcjwZfeR657LLLhvzd04nxs08B107Jdm+/zoPduzdmRoAAAQIECBAgQIAAAQIECBAgQIAAAQIECBAgQIAAAQIECBAgQIAAAQIE+kVAwLVDO1kvrHjJJZcU1QGbvR588MHYZpttirDd4KudFVzrzenVV18tQo3Tpk0b0mTdddeNq666KlZcccVht9YKuJYJp9WbQ70PdNcLrdYKx5WtWlmZQ709HKlqbLP7Orj9iy++WATzsnru4CuNd91117pdj2UF13vuuSc+8YlPDHsOx7JyVCvGte5tFHCt3NMtQdeJEnDNyskHHXRQEdioXGWqwNbaz2Zf+7UCQbWenX6u3prrFWho97tNz/dXtnpru4OtFTgB155/hGovQMC18caONuCaZ/gpU6bExRdfPDDI4HNsrYqg1113Xeywww4jTkrAtfGedapFvTPK1ltvHVmdd8kll+zU0EW/Aq4d5e3Kzp0Hu3JbTIoAAQIECBAgQIAAAQIECBAgQIAAAQIECBAgQIAAAQIECBAgQIAAAQIECPSVgIBrh7Yzq58eddRRRSXAwVeZgFatKV100UWx7777DvtRvYDrK6+8Ek8++WQ8+uijkR+K/+lPfxqbbbZZMacaH1JtqJAfZt5qq60iQ2eVa6SgZ63Q5fvf//648sorY/nll284XnWDWh/Azzb1gmvV7VdaaaW49tprY80112xq7FrryA4yLJDVrbLCZ7uuGTNmFAHXwcZl5j1WAdcXXnghMqScFSurrzJhiHY5tbufsgHXyrjNBl2PPfbY4pkfzeuu1lonSsC1VgXlRmHv9GpHwLVWRbvqvciqxTmfD33oQ+1+JLumP4GGrtmKbphImeqtnQq2VtYv4NoNT0IH5iDg2hh1tAHX7LnW3xCV8/Odd94Z+SUllbNn2bO6gGvjPetUi7///e9xwgknxIknnjhsiJNPPrmoQD/nnHN2angB147Jdm/HzoPduzdmRoAAAQIECBAgQIAAAQIECBAgQIAAAQIECBAgQIAAAQIECBAgQIAAAQIE+kVAwLWDO1nrw98ZYDznnHPirW99a+mRX3755dhnn31qBgvrBVxrhR5bqbKZQdmddtopZs6cOTDvZgOueePXv/71OOSQQ5oK+2X11qxItP/++w8xG2n86kBuzj37WHjhhUu7Z8N6wdrcv+OOOy6ygmw7PkT+3HPPFQHmW265Zcj8ylSIHIuA6+uvvx6nn356HH300cP8tt1227jgggtiiSWWaMq2Wxo3G3CtzPvXv/51fOMb34jzzjtvSCi5el35rOy9995F4GC55ZZredkTJeB67733xuabbz5gm4HSm266KbJy9EjXL37xi6LKcFa9rlxlgrHVfdYLE1Xa5Wth6tSpbXn9t/xQdKgDgYYOwfZmtyNVb+10sLUiJuDam89Ow1kLuDYkKr6sZtddd41HHnlkSON6fwcMblSr4md+Ycmpp55a/JfnisqV59oMSc4999wjTkrAtfGedbLFE088EZMnTx72POSZ89xzzy1+1q4vVqlehwqundzZ7uzbebA798WsCBAgQIAAAQIECBAgQIAAAQIECBAgQIAAAQIECBAgQIAAAQIECBAgQIBAPwkIuHZwNy+99NIi2Db4arbqX1bpOe2004rKq7Wueh9srxVIzQ89n3/++UX4q9mrVvWnrbfeOi677LJYZJFFhnVXr/LpsssuG5dccklstNFGpafw0EMPxR577BH5Ye7B10gBs6yc+4UvfGGgeX4Q/5hjjmn6w971wrWVjg877LA44ogjYvHFFy+9nuqGv/vd74qg7PTp04f8KPcrfbfbbrsR++50wDWremWVqAw8VF85x6yMm0HEXr1GG3CtrPfpp58uXqP5XA+uvlvtseiii8YBBxwQn/vc51p6XtoRcF177bVLzeFvf/tbEZ546aWXiuXkGjJYPtdcczXc7qz4+/DDDw+0a7Z6dfX758Ybbxz5rL/jHe8YcexaIaAyAaDqTvO1f9ZZZxX7VX1tuOGGRfXodgSWG0KOYwOBhnHE766h61VvHatga0VDwLW7nou2zUbAtTFlKwHXV199NaZMmRIXX3zxwEBZqTXPLv/+7/8ed9xxx8C/z5gxI/KLSxpdAq6NhDr78zyj5Jkovzip1nkzv4Al/96bY4452jqR3/zmN3HkkUfGlVdeOazf0Zy12jo5nXVMwHmwY7Q6JkCAAAECBAgQIECAAAECBAgQIECAAAECBAgQIECAAAECBAgQIECAAAECBP5PQMC1g49CVhDcZpttiiqgg68MLGYV16WXXnrE0bNqZgZSM5hZLzhX78PEtT7MnoPlB9pz7EZVEAdPLIOln/rUp+K+++4bMt/8YHwGM2tVCKoXcK3MIauprrHGGg310/Cggw4aNvZqq60WWZVxzTXXHNZHWuU9GQ6tXLfffntsttlmDcer1eCPf/xjHHzwwZGBu1rXKqusUnzYe8cdd4yFFlqo9Bh/+ctf4rrrrosvf/nLRWWu6mu//faLDOousMACI/bZqYBrhqu///3vF8/fAw88UHMOGXrNyqTtqGJbGq7NDVsNuOZ0Mmjw85//vAgB13tOKtPOkOixxx5bVCRutLe1ltqOgGubCUt110zANd/7MjieAdPKdeCBBxZhnHnnnXfE8XIfdtlll3jssccG2o0mdDFSeKTsa7MUTBc3Emjo4s0Z26lVV28d62BrZbUCrmO772M2moBrY+pWAq7Ze62zYlZxveKKKwb+xij7RRLZn4Br4z3rdIv8Wy/PStOmTRs2VH4BTZ6b8ozeypfwVDrOsTIgncHZWn+zZLvRnLU6baT/9gg4D7bHUS8ECBAgQIAAAQIECBAgQIAAAQIECBAgQIAAAQIECBAgQIAAAQIECBAgQIBAfQEB1w4+HS+//HLss88+ccMNNwwbZb311iuqYn7kIx8ZVl0ng4U/+clP4pRTTombb7554N6s/lodlh3pw8QZ6txpp52GhWOziurxxx8fu+6664gBu1mzZsWdd94Zhx9+eFHFcfCVVRyvvvrqyHBnrWukgGu2z/tyDhkKnWeeeYZ1UQl/ZhDwmWeeGfbzDK/uvvvuNcO11SGADTbYoPgAf657tFe9kO/g/jK4uPPOO8dHP/rRWGeddeKf/umfYsEFFxxo8sYbb0Q+E2mZ+3rjjTfWXFvekEHkb33rW5FB3kZXOwKuGebLIG+Ggx9//PG455574vrrr6/7IfacU35wPp/R0YQ0G61pLH/ejoBrZb75msmKw1OnTh3y2q21nqwwnO8BtZ7/kdY/EQKuv/rVr2Ly5MlDgu3nnntuZBin0fWjH/0oPvCBDwxp1mzoIl8PWZ0sK+7W+3KB3Lvcw2b3r9H8u+nnAg3dtBvjNpfB1VvHK9haWbyA67g9Bp0dWMC1sW+rAdd69w8e+Ytf/GIRXJ00aVLDCQm4NiQakwbPP/988SU806dPrzneaL+EJzvLs1D2n39nZLC11t9jgwdt9qw1JkAGaYuA82BbGHVCgAABAgQIECBAgAABAgQIECBAgAABAgQIECBAgAABAgQIECBAgAABAgQIjCAg4Nrhx2PGjBmx55571g1J5QePN9lkk1hmmWWKmWSQ8q677hr2IeKs+pqBzqxMOPga6cPEWQUxq29m1cNaVwYyt9566/jXf/3XInBa+UD7s88+G//93/9dBDBrVenJqkAZNssAWq3qrTlWrdBljnXLLbcMmUqOu8MOO8SGG25YBCWzQlAG1EYKVx599NGR/9ULVua806tyZZXZrKw599xzt7TbGfzcd999h1WTbanTGjdnePib3/xmrL/++qW6bhQmLtVJk43ymc7nqh1VoZocuu3N2xlwrUyuUfXbD3/4w0WF4UZVnGstth0B1z322KNUBeUMml9zzTXF+1JeGbjO96D55puv4T7k6+Xyyy8faNdMBdeLLrqoeK1VrpVWWimuvfbamhWbqydSHXBtFMavvj8DHfmlBBlebRTm6IcKxiNtpEBDw8d8IjTI6q0bR0T+37vGecECruO8AZ0aXsC1sWyrAdf8fZ7n4fPOO6/mYHm2z999+TdJmWuiBVzLmLSjTbNnlhzzhRdeKCq15rmy3pV/8+XfbfnFRzlGfglPrb/h8st4nnrqqeJv0euuu674oqNGV36B0Je//OXiS376+Us/Gjn088+dB/t5d62NAAECBAgQIECAAAECBAgQIECAAAECBAgQIECAAAECBAgQIECAAAECBAh0h4CAa4f3IQObRxxxREybNm3UI1Wqeb700ktNVyZsVNlnNJMqE+qqFbq87bbbitBsKxaNwq1vvvlmHHfccXHSSScNLC1DdhkObseVgbcMCNSqytuO/jfffPM488wzY9VVVy3d3VgHXI866qgiYJxhiH64OhFwrbjk6//iiy8uKl9VwuJZiTmfyazePJqrHQHXsq+JapstttiiCK8vtthiDade/VyWDbjWqnydgepzzjmn1DNXPW4zYZEMt2Zl6oMOOijy/bbM1c+VXAUayjwBfd/mPRHx312ySgHXLtmIdk9DwLWxaKsB1xxhpPPipptuGpdeemnkGaXMJeBaRqn5Ns2cWQb3ntXm8++zPG/Wqzw/uH2e4d/znvcMfGHJrFmzYubMmQ2/2KN6RXvttVdMnTo1lltuueYX646eEXAe7JmtMlECBAgQIECAAAECBAgQIECAAAECBAgQIECAAAECBAgQIECAAAECBAgQINCzAgKuY7B1+UHjDEHlB4+bvQYHHqsrE2ZfI1VwrYyVQa0MfbYSLM2+svrP6aefXoRF55xzzhGXUutD9DnXNddcs6gqmx/AbubKsTMgl1UdR6oO9OKLLxYVczNMm1czlR/Lzicr42ZVo5xPrQq3ZfsZ3C7Xd+yxx8b+++9ftzJtvX7HKuC63nrrFc9xBjPnmGOO0SyzK+/pZMC1suCsrpUVb/M1mM9/Vtpq9Bqqh9XvAdfbb7+9qDA2OKBx4YUXxj777FPq+cnqdAcccMBA23XXXTeuuuqqWHHFFUe8P6vuXnLJJUWAvTockhWmszrZ17/+9ciq3NVXo+B9qYl3YSOBhi7clIk9JQHXPt1/AdfGG9uOgGu9PnL0/DvhhBNOiEmTJjWeTEQIuJZiarrRaAOuOVCGVL/3ve8VX0LzwAMPND12Mzd87GMfiyOPPDI22GCDvvqboBmDidTWeXAi7ba1EiBAgAABAgQIECBAgAABAgQIECBAgAABAgQIECBAgAABAgQIECBAgACB8REQcB0j98qHjjMU+YMf/KDhqLUCj6MNuOZgOf7dd99dBFRvvvnmhuMPbpBzycDYlClTSld2qhdwzaBYMwHRrDCUYbfjjz++VHWgBx98MLbZZpv4/e9/Xywh781w3MILL9zUmss0zuqcN910U1ERq1nTSv+rrLJKEWrdY489Yoklligz7LA2nQy4pv8mm2wSn/70p+PDH/7wiOHiUU2+C24ai4BrLjOrgz755JOx+OKLF2Hx0V79HHDN6q35rE2fPn2AJytYX3nllbH88ss3JHvjjTciKwyfccYZA23LVJ39y1/+UgSQTznllGHh1koF7dVWW60ItGfQNt+Lq6/JkyfHV7/61fiXf/mXhvPslQYCDb2yUxNmngKufbrVAq6NN7YdAdc8fx9xxBFx1llnDRkwz3q33npr5Bm97CXgWlaquXatBFwrI+XfJ9dee21xrnnssceam8AIrfM52X777Yu/CfNs1E9fdtM2pD7tyHmwTzfWsggQIECAAAECBAgQIECAAAECBAgQIECAAAECBAgQIECAAAECBAgQIECAQBcJCLiO8WZk0DQ/pP5f//Vf8f3vfz8eeeSReOaZZ4pZrL322pEfbM5Q5gc/+MFYaKGFhsyulYBrpaMM2T3//PNx//33F9VfH3744Zg5c+bAHLJdhi6z2mF+eDmrda6zzjox33zzNSU1UsC10tEf//jHIuybH8L+yU9+MlANNcdPi0033TS23nrrePvb3x41Plhbcz7V1RvzA/hZMbPs/U0tclDjV155JR5//PHC9dFHH43f/va3w1wz1Jj7m0G5NP3ABz4QK6ywwqgreVaGb1fANd2XXXbZYu9XX331Yv/f9a53Nb33ozUcr/vGKuDarvX1a8A135vyWc4KzIOvZqrKPfHEE5FB03xfrVxZ9fnMM8+M+eefv+YWPPfcc0Xg57LLLhv288Hh1soPc4xPfepTcd999w1rn6/vU089tQiF90PwQ6ChXa9a/bRJQMC1TZDd1o2Aa+MdaUfANUe5/vrrY8cddxwy4JZbbln8Dnzb297WeCL/10LAtTRVUw3bEXCtDJhf3pF/Z1188cXFF/FUV6cvO7E80+yyyy7x8Y9/fNRfxlN2LO26U8B5sDv3xawIECBAgAABAgQIECBAgAABAgQIECBAgAABAgQIECBAgAABAgQIECBAgEA/CQi49tNuTvC15Ae5P//5z0eGXCvX7bffHpttttkEl7H8kQQEXOvrVNuUqYZa6a06eJ3VqzOsWu+qFRxdaqml4jvf+U68733vi6zOmv8tuOCCNbv45S9/GYccckjccsstQ34+Usj9oYceKu6pVZE1K9lddNFFReC/+hop5JoVzg488MA49NBDi2q9vXwJNPTy7vXl3AVc+3JbLYoAgU4L5Pnpf/7nf+LBBx+MPPs8+eSTw76IJ7/kZqWVVop//ud/jvXWW6/4Mp53v/vdscACC3R6evrvcgHnwS7fINMjQIAAAQIECBAgQIAAAQIECBAgQIAAAQIECBAgQIAAAQIECBAgQIAAAQJ9ICDg2gebaAkECIxeoJcCrln1+OCDD45LL710YMGNgqPZsLrS2h577BFrrLFGQ7QMjV9zzTWRgc68svpwVvEqU9E5Kxpffvnlpeb56quvFlVUp02bNmROGRL9yle+EvPMM09R4XnXXXctqrNmiPQ973nPwDzS5d577x22nmx3ww03FBVVB1+vv/56XHHFFXHYYYfFSy+9NOy+rBx9zjnnFBWN611Z+XrKlCmRIfpaVwZjjz322KJSXhmvhpsxDg0EGsYB3ZAjCQi4ej4IECBAgMAYCzgPjjG44QgQIECAAAECBAgQIECAAAECBAgQIECAAAECBAgQIECAAAECBAgQIECAwAQUEHCdgJtuyQQI/EOg2wKuf/jDH+KHP/xhLLroojHXXHPFiiuuGHPOOWe8/PLLRQD0jDPOGLJ9J554Ynzxi18ccUurA67jsf/1grh///vf47TTToujjjpqyLQyTHvVVVfFmmuuWfz7K6+8Evvuu29ce+21pae/1157xTe+8Y1YaKGFBu75zW9+UwRPB4eEB3e43377xcknn1z4N7qee+65Iph72WWX1W2aVdAOP/zw+NjHPtZzQVeBhkZPgJ+PsYCA6xiDG44AAQIECDgPegYIECBAgAABAgQIECBAgAABAgQIECBAgAABAgQIECBAgAABAgQIECBAgACBTgsIuHZaWP8ECHS1QLcFXDPIuueee8Ytt9xSym3GjBmx7bbbjti2WwOus2fPjiuvvDIOOOCA+NOf/jRkDaecckp84QtfiEmTJhX//uabb8Zxxx0XJ510UimXrKD67W9/O9Zdd92ifQZpp0+fHlOnTi2qwVZfWe01w6pZNbaZiqtZ5TYDujnf6jUMHmPTTTeNiy++OJZeeulS8++GRgIN3bAL5jBIQMDV40CAAAECBMZYwHlwjMENR4AAAQIECBAgQIAAAQIECBAgQIAAAQIECBAgQIAAAQIECBAgQIAAAQIEJqCAgOsE3HRLJkDgHwLdFnDNwOTnP//5OO+88xpu04YbbhiXX355LLfcciO27daAa0767rvvjr333jueeeaZgTVst912xfrf/va3D1lXVl3Nto2udDnrrLNinXXWKZo+++yzRZXbelVbl1122Tj11FNjxx13jDnmmKNR98N+PmvWrLj++uuLyrC1wrNLLbVUsU8f+chHmu57PG8QaBhPfWPXEBBw9VgQIECAAIExFnAeHGNwwxEgQIAAAQIECBAgQIAAAQIECBAgQIAAAQIECBAgQIAAAQIECBAgQIAAgQkoIOA6ATfdkgkQ+IdAtwVcc2ZlAqlZcfTcc8+NyZMnR40Png/Z4ur+zj///Nhhhx06+hhk4HP//fcfGONLX/pSUYG1+qqu4pph00suuSQ22mijYW3vu+++OP7442vOe6655or3vve9sfHGG8f73//+IVVYX3311TjmmGPizDPPHHbv5ptvXvz7qquu2rLH008/HSeccMKwIO3JJ59cVIadc845Wx5jLDsQaBhLbWOVEBBwLYGkCQECBAgQaKeA82A7NfVFgAABAgQIECBAgAABAgQIECBAgAABAgQIECBAgAABAgQIECBAgAABAgQI1BIQcPVcECAwoQW6MeDaqFLpeuutFyeeeGJREbRMxdHqgGtWE9199907uu/f/va3Y4899hgYo17ANRu8/vrrRQA1g7dlQ7vNTj5DrkcccURMmzatuDUDwgcffHAcddRRxf+7XVeu5brrrotcb1Zz3X777YtqtIsvvni7hhizfgQaxozaQOUEBFzLOWlFgAABAgTaJuA82DZKHREgQIAAAQIECBAgQIAAAQIECBAgQIAAAQIECBAgQIAAAQIECBAgQIAAAQJ1BARcPRoECExogW4MuD7//PPxxBNPDNuXrFK68sorx2KLLVYq2FrpoNsDrjnP3/3ud3HbbbfF3nvv3bFKp+n66U9/Op599tnIqqof/vCHG1a/He2L44UXXohvfetb8cEPfjDWX3/90XYzrvcJNIwrv8GHCwi4eioIECBAgMAYCzgPjjG44QgQIECAAAECBAgQIECAAAECBAgQIECAAAECBAgQIECAAAECBAgQIECAwAQUEHCdgJtuyQQIEJioAhk8nXvuuWPhhReeqASl1y3QUJpKw7EREHAdG2ejECBAgACBAQHnQQ8D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i6KA9wAAIABJREFU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ARcPRsECBAgQIDAMAGBBg9FlwkIuHbZhpgOAQIECPS/gPNg/++xFRIgQIAAAQIECBAgQIAAAQIECBAgQIAAAQIECBAgQIAAAQIECBAgQIAAgfEWEHAd7x0wPgECBAgQ6EIBgYYu3JSJPSUB14m9/1ZPgAABAuMg4Dw4DuiGJECAAAECBAgQIECAAAECBAgQIECAAAECBAgQIECAAAECBAgQIECAAAECE0xAwHWCbbjlEiBAgACBMgICDWWUtBlDAQHXMcQ2FAECBAgQSAHnQc8B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Hoh4DorIgbmOWvWrKjxIUs7TIAAAQIECLRJYPbs2THHHHMM7i3DhUP+oU1D6YZAWQHnwbJS2hEgQIAAgTYIOA+2AVEXBAgQIECAAAECBAgQIECAAAECBAgQIECAAAECBAgQIECAAAECBAgQIECAQEOBXgi4/jkiFqis5I9//GO89a1vbbgwDQgQIECAAIHRCfzpT3+KhRZaaPDNr0bEgqPrzV0E2iLgPNgWRp0QIECAAIFyAs6D5Zy0IkCAAAECBAgQIECAAAECBAgQIECAAAECBAgQIECAAAECBAgQIECAAAECBFoT6IWA69MRsWxlmU8++WSstNJKra3a3QQIECBAgEBdgZkzZ8bKK688+OfPRMRyyAiMo4Dz4DjiG5oAAQIEJp6A8+DE23MrJkCAAAECBAgQIECAAAECBAgQIECAAAECBAgQIECAAAECBAgQIECAAAEC4yHQCwHXeyLigxWcW2+9NbbccsvxsDImAQIECBCYEAK33XZbbLXVVoPX+oOI+NCEWLxFdquA82C37ox5ESBAgEBfCjgP9uW2WhQBAgQIECBAgAABAgQIECBAgAABAgQIECBAgAABAgQIECBAgAABAgQIEOg6gV4IuF4QEftW5E4++eQ48sgjuw7ShAgQIECAQL8IfPWrX42jjjpq8HIujIj9+mV91tGTAs6DPbltJk2AAAECvSrgPNirO2feBAgQIECAAAECBAgQIECAAAECBAgQIECAAAECBAgQIECAAAECBAgQIECgtwR6IeD6mYiYVmHddtttY8aMGb2lbLYECBAgQKCHBLbbbru48cYbB8/4wIj4Zg8twVT7T8B5sP/21IoIECBAoIsFnAe7eHNMjQABAgQIECBAgAABAgQIECBAgAABAgQIECBAgAABAgQIECBAgAABAgQI9JFALwRc14qI/66Yzz///PHnP/853vKWXph6Hz0plkKAAAECE0Jg9uzZseCCC8Zrr702eL3viYhHJgSARXargPNgt+6MeREgQIBA3wk4D/bdlloQAQIECBAgQIAAAQIECBAgQIAAAQIECBAgQIAAAQIECBAgQIAAAQIECBDoWoFeSYk+HRHLVhSnT58eO+20U9eimhgBAgQIEOhVgWuvvTZ23nnnwdN/JiKW69X1mHdfCTgP9tV2WgwBAgQIdKuA82C37ox5ESBAgAABAgQIECBAgAABAgQIECBAgAABAgQIECBAgAABAgQIECBAgACB/hPolYDrmRFxSIV/2223jRkzZvTfblgRAQIECBAYZ4HtttsubrzxxsGzOCsiPjvO0zI8gRRwHvQcECBAgACBMRBwHhwDZEMQIECAAAECBAgQIECAAAECBAgQIECAAAECBAgQIECAAAECBAgQIECAAAEChUCvBFzXj4gfD96zhx56KNZee23bSIAAAQIECLRJ4OGHH4511lmnurcNIuInbRpCNwRaEXAebEXPvQQIECBAoISA82AJJE0IECBAgAABAgQIECBAgAABAgQIECBAgAABAgQIECBAgAABAgQIECBAgACBtgn0SsA1F3xPRHywsvLddtstvv3tb7cNQkcECBAgQGCiC+y+++5xxRVXDGb4QUR8aKK7WH9XCTgPdtV2mAwBAgQI9JuA82C/7aj1ECBAgAABAgQIECBAgAABAgQIECBAgAABAgQIECBAgAABAgQIECBAgACB7hbopYDrLhFx9WDOW2+9NbbccsvuFjY7AgQIECDQAwK33XZbbLXVVtUz3TUirumB6ZvixBFwHpw4e22lBAgQIDDGAs6DYwxuOAIECBAgQIAAAQIECBAgQIAAAQIECBAgQIAAAQIECBAgQIAAAQIECBAgQCB6KeCa2zWkatcaa6wRjz76aLzlLb22DE8eAQIECBDoHoHZs2fHmmuuGY8//vjgSane2j1bZCZDBZwHPREECBAgQKDNAs6DbQbVHQECBAgQIECAAAECBAgQIECAAAECBAgQIECAAAECBAgQIECAAAECBAgQIFBKoNeSoR+JiDsHr2y//faL888/v9RiNSJAgAABAgSGC+y///5xwQUXVP9gk4j4Hi8CXSjgPNiFm2JKBAgQINDbAs6Dvb1/Zk+AAAECBAgQIECAAAECBAgQIECAAAECBAgQIECAAAECBAgQIECAAAECBHpVoNcCrul8ZkQcMhj85JNPjiOPPLJX98C8CRAgQIDAuAl89atfjaOOOqp6/LMi4rPjNikDE2gs4DzY2EgLAgQIECBQSsB5sBSTRgQIECBAgAABAgQIECBAgAABAgQIECBAgAABAgQIECBAgAABAgQIECBAgEAHBHox4JoMP42IdQd7nH322XHQQQd1gEiXBAgQIECgPwXOOeecmDJlSvXiHoyI9/bniq2qzwScB/tsQy2HAAECBMZewHlw7M2NSIAAAQIECBAgQIAAAQIECBAgQIAAAQIECBAgQIAAAQIECBAgQIAAAQIECPxDoFcDrmtFxI8iYoHBm6mSq0ebAAECBAiUE6hTqevViNgwIh4p14tWBMZVwHlwXPkNToAAAQK9LuA82Os7aP4ECBAgQIAAAQIECBAgQIAAAQIECBAgQIAAAQIECBAgQIAAAQIECBAgQKD3BXo14JryH4uIm6q3YL/99ovzzjsv3vKWXl5a7z9YVkCAAAEC3Skwe/bs+PSnPx0XXHBBrQluExE3d+fMzYpATQHnQQ8GAQIECBBoUsB5sEkwzQkQIECAAAECBAgQIECAAAECBAgQIECAAAECBAgQIECAAAECBAgQIECAAIGOCfR6CnSXiLi6WmeNNdaIU089NbbccsuOwemYAAECBAj0msBtt90Whx9+eDz++OO1pr5rRFzTa2syXwIR4TzoMSBAgAABAiUFnAdLQmlGgAABAgQIECBAgAABAgQIECBAgAABAgQIECBAgAABAgQIECBAgAABAgQIjIlArwdcEykrd10VEQtUi+22225x2GGHxdprrz0mmAYhQIAAAQLdKPDwww/H1772tbjiiitqTe/ViPiEyq3duHPm1ISA82ATWJoSIECAwMQTcB6ceHtuxQQIECBAgAABAgQIECBAgAABAgQIECBAgAABAgQIECBAgAABAgQIECBAoBcE+iHgms5rRcRFEbFuLfRtt9029txzz9hxxx3jLW/plyX3wuNljgQIECAwXgKzZ8+O6667Li677LK48cYb603jwYjYJyIeGa95GpdAGwWcB9uIqSsCBAgQ6H0B58He30MrIECAAAECBAgQIECAAAECBAgQIECAAAECBAgQIECAAAECBAgQIECAAAEC/S7Qb2nPMyPikHqbNv/888emm24aG2ywQay11lqxwgorxJJLLhkLLrig4Gu/P+nWR4AAgT4VyODCn//853juuefiqaeeikceeSR+/OMfxx133BGvvfbaSKs+KyI+26csljWxBZwHJ/b+Wz0BAgQmnIDz4ITbcgsmQIAAAQIECBAgQIAAAQIECBAgQIAAAQIECBAgQIAAAQIECBAgQIAAAQJ9I9BvAdfcmI9ExL9HxAf7ZpcshAABAgQItE/gB//3e/J77etSTwS6TsB5sOu2xIQIECBAoIsEnAe7aDNMhQABAgQIECBAgAABAgQIECBAgAABAgQIECBAgAABAgQIECBAgAABAgQITGSBfgy4VvZzl4iYIug6kR9vaydAgACBQQIZZDg7Iq6hQmACCTgPTqDNtlQCBAgQaCjgPNiQSAMCBAgQIECAAAECBAgQIECAAAECBAgQIECAAAECBAgQIECAAAECBAgQIEBgLAX6OeBacVw/Ij4REdtFxLJjiWssAgQIECAwzgLPRMSMiLgqIn4yznMxPIHxFHAeHE99YxMgQIDAeAo4D46nvrEJECBAgAABAgQIECBAgAABAgQIECBAgAABAgQIECBAgAABAgQIECBAgACBEQUmQsB1MMBaEbFBRKwTEatExDIR8baImD8iJpqFlwYBAgQI9IfA7Ih4LSJejIhfR8T/FxEPRcSPI+KR/liiVRBoq4DzYFs5dUaAAAECXSDgPNgFm2AKBAgQIECAAAECBAgQIECAAAECBAgQIECAAAECBAgQIECAAAECBAgQIECAQPMCQp3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jDBlwNAAAgAElEQVQ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IH/n307pAEAAGAY5t/1NSynFTBSPg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FWhbw4AACAASURBV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ReN4mwAAIABJREFU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iMvTuBmqI68z/+RI2MkugomrjEUWfAZVBcMIi4jqBCVFyAsIkbuEQRVAzBLS4RF9wioiMuiSuyqUhiJIpr4oIRFQ0HDXEUHXdH/2I0kTHyP78y/U53v1Vda3fXrf7WOZ6T8Fbduvdzb3U/faueu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VotwXU7M+tlZjua2ZZm9i9mtp6ZrWlmrWYRf7RwBAIIIIBAHgVWmtnnZvahmb1hZq+Y2XNm9qSZLcpjhakTAk0WIB5scgdwegQQQACBzAWIBzMnpcAqAeInhgQCCCCAQNEEiJ+K1qO0B4FKAeJXRgQCCCCAQNEEiF+L1qOt1x7is9brc1qMAAIIFF2A+KzoPUz78i5AfJn3HqJ+CCCAAAJxBYgvWySpcxczG2JmB5nZpnFHCfsjgAACCCDgsMAyM7vXzKab2VMOt4OqI5BWgHgwrSDHI4AAAgi4KkA86GrPNb/exE/N7wNqgAACCCDQHAHip+a4c1YE0goQv6YV5HgEEEAAAVcFiF9d7bni15v4rPh9TAsRQAABBPwFiM8YGQjUR4D4sj6ulIoAAgggkH+Blokvi7xq6Q/NbLSZ7Z7/8UYNEUAAAQQQqLvA78xsipnNrPuZOAEC+REgHsxPX1ATBBBAAIHmCxAPNr8PXKgB8ZMLvUQdEUAAAQQaJUD81ChpzoNAcgHi1+R2HIkAAgggUDwB4tfi9amLLSI+c7HXqDMCCCCAQL0EiM/qJUu5rSRAfNlKvU1bEUAAAQTCBAodXxYxwXVvMzuXxNawcc3fEUAAAQRaVECBjb4nH27R9tPs1hAgHmyNfqaVCCCAAALJBIgHk7kV/Sjip6L3MO1DAAEEEEgjQPyURo9jEaiPAPFrfVwpFQEEEECgGALEr8XoR9daQXzmWo9RXwQQQACBRgoQnzVSm3MVRYD4sig9STsQQAABBOohUMj4smgJrleZ2Zig3l9zzTWtT58+1qtXL9tuu+3s3/7t32yDDTawb33rW/aNbxSNoh7XAGUigAACCORNYOXKlfaXv/zF3n33XXv11Vdt0aJF9uSTT9r8+fPt888/r1XdyWY2Nm/toT4IZCBAPJgBIkUggAACCLgjQDzoTl/luKbETznuHKqGAAIIIJC9APFT9qaUiECDBYhfGwzO6RBAAAEEmitA/Npcf84eSYD4LBITOyGAAAIIFEWA+KwoPUk7cixAfJnjzqFqCCCAAALZCxBffm1alKzO7czsJjPr7jdU+vfvbyNGjLABAwaQyJr9tUSJCCCAAAI5FFCgc9ddd9ltt91mc+fODarhQjMbaWaLctgEqoRAXAHiwbhi7I8AAgggUGgB4sFCd29WjSN+ykqSchBAAAEECiFA/FSIbqQRxRYgfi12/9I6BBBAAIGYAsSvMcHYvR4CxGf1UKVMBBBAAAFnBYjPnO06Kp4fAeLL/PQFNUEAAQQQyIFAq8WXRUhwPcDMpptZx+rxM2zYMDvttNNshx12yMHQogoIIIAAAgg0R+D555+3yy67zKZNm+ZXgc/MbIiZ/bo5teOsCGQiQDyYCSOFIIAAAggUVYB4sKg9m6pdxE+p+DgYAQQQQKDoAsRPRe9h2uegAPGrg51GlRFAAAEEGidA/No4a87UJkB8xmBAAAEEEECghgDxGcMDgdgCxJexyTgAAQQQQKCVBFohvnQ9wfWHZjajelBus802dumll1rfvn1babzSVgQQQAABBGoKzJs3z3784x/bH//4R7/9BpvZTAgRcFCAeNDBTqPKCCCAAALNESAebI57Ds9K/JTDTqFKCCCAAAL5FCB+yme/UKuWEyB+bbkup8EIIIAAAkkFiF+TynFcTAHis5hg7I4AAggg0LoCxGet2/e0PJYA8WUsLnZGAAEEEGhlgSLHly4nuOpNHb+qHpjHHHOMTZ061b7xDZeb1sqXG21HAAEEEKingJaqP+644+yGG27wO82BrORaT33KroMA8WAdUCkSAQQQQKDYAsSDxe7fCK0jfoqAxC4IIIAAAgiUCxA/MR4QaKoA8WtT+Tk5AggggICLAsSvLvaaU3UmPnOqu6gsAggggEAeBIjP8tAL1CHHAsSXOe4cqoYAAgggkE+BosaXrmaBbmdmT5hZx/LhcvHFF9tPfvKTfI4gaoUAAggggECOBC655BKbMGFCdY0+M7NdzWxRjqpKVRAIEiAeZGwggAACCCCQQoB4MAWeu4cSP7nbd9QcAQQQQCAHAsRPOegEqtBqAsSvrdbjtBcBBBBAIFMB4tdMOSnsawHiM0YCAggggAACKQSIz1LgcWhRBYgvi9qztAsBBBBAoCECRYsvXU1wfdbMupf3+JQpU+zEE09syCDgJAgggAACCBRB4JprrrHRo0dXN2Whme1UhPbRhsILEA91YCD8AAAgAElEQVQWvotpIAIIIIBAvQWIB+stnLvyiZ9y1yVUCAEEEEDANQHiJ9d6jPo6LkD86ngHUn0EEEAAgeYLEL82vw8KVgPis4J1KM1BAAEEEGi8APFZ4805Y64FiC9z3T1UDgEEEEDABYEixZcuJrheZWZjygcKK7e6cNlQRwQQQACBPAoEvLljspmNzWN9qRMC/xAgHmQoIIAAAgggkJEA8WBGkPkvhvgp/31EDRFAAAEEHBEgfnKko6im6wLEr673IPVHAAEEEMiNAPFrbrrC9YoQn7neg9QfAQQQQCA3AsRnuekKKtJcAeLL5vpzdgQQQACBAgkUJb50LcF1bzN7qHwcHXPMMXb99dcXaGjRFAQQQAABBBorcOyxx9oNN9xQfdLeZvZwY2vC2RCIJEA8GImJnRBAAAEEEIguQDwY3crRPYmfHO04qo0AAgggkF8B4qf89g01K4QA8WshupFGIIAAAgjkSYD4NU+94WRdiM+c7DYqjQACCCCQZwHiszz3DnVrgADxZQOQOQUCCCCAQGsJFCG+dC3B9XEz2700zLbZZht78cUX7RvfcK0ZrXWh0FoEEEAAgXwLrFy50rp162Z//OMfyyv6OzPbI981p3YtKkA82KIdT7MRQAABBOonQDxYP9uclEz8lJOOoBoIIIAAAsURIH4qTl/SklwKEL/msluoFAIIIICAywLEry73Xi7qTnyWi26gEggggAACRRIgPitSb9KWBALElwnQOAQBBBBAAIFaAkWIL13KDP2hmc0o75D777/f+vbtyyhFAAEEEEAAgZQC8+bNs379+lWXMtjMZqYsmsMRyFKAeDBLTcpCAAEEEECgTIB4sLDDgfipsF1LwxBAAAEEmi1A/NTsHuD8BRUgfi1ox9IsBBBAAIHmCxC/Nr8PHK0B8ZmjHUe1EUAAAQTyL0B8lv8+ooZ1ESC+rAsrhSKAAAIIIGDmenzpUoJrxds6hg0bZnfccQdjEAEEEEAAAQQyEhg+fLhNmzatvDRWcc3IlmIyEyAezIySghBAAAEEEGgvQDxYyFFB/FTIbqVRCCCAAAJ5ESB+yktPUI8CCRC/FqgzaQoCCCCAQP4EiF/z1ycO1Ij4zIFOoooIIIAAAu4KEJ+523fUPLEA8WViOg5EAAEEEEAgXMDl+NKVBNddzOzJ8q547rnnbIcddgjvHfZAAAEEEEAAgUgCzz//vO24447V+/Yys6ciFcBOCNRXgHiwvr6UjgACCCCAgBEPFm4QED8VrktpEAIIIIBA3gSIn/LWI9THcQHiV8c7kOojgAACCORfgPg1/32UsxoSn+WsQ6gOAggggEDxBIjPitentKimAPElAwQBBBBAAIE6C7gcX7qS4HqVmY0p9WP//v3t3nvvrXO3UjwCCCCAAAKtJ3DQQQfZ3Llzyxs+2czGtp4ELc6hAPFgDjuFKiGAAAIIFE+AeLBQfUr8VKjupDEIIIAAAnkVIH7Ka89QLwcFiF8d7DSqjAACCCDgngDxq3t91sQaE581EZ9TI4AAAgi0jgDxWev0NS014ksGAQIIIIAAAg0QcDW+dCXB9XUz27TUj7NmzbKBAwc2oFs5BQIIIIAAAq0lMHv2bBs0aFB5o5eZ2WatpUBrcypAPJjTjqFaCCCAAALFEiAeLFR/Ej8VqjtpDAIIIIBAXgWIn/LaM9TLQQHiVwc7jSojgAACCLgnQPzqXp81scbEZ03E59QIIIAAAq0jQHzWOn1NS434kkGAAAIIIIBAAwRcjS9dSHDdzsxeKPXhmmuuaX/5y1/sG99woeoNGHmcAgEEEEAAgQwFVq5cad/61rfs888/Ly91ezNblOFpKAqBuALEg3HF2B8BBBBAAIGEAsSDCeHydxjxU/76hBohgAACCBRUgPipoB1LsxotQPzaaHHOhwACCCDQsgLEry3b9XEbTnwWV4z9EUAAAQQQSChAfJYQjsNcEyC+dK3HqC8CCCCAgLMCrsaXLmSJ/sjMri2NjP79+9u9997r7ECh4ggggAACCORdwGdZ+hPM7D/zXm/qV2gB4sFCdy+NQwABBBDImwDxYN56JFF9iJ8SsXEQAggggAACyQSIn5K5cRQCZQLErwwHBBBAAAEEGihA/NpAbHdPRXzmbt9RcwQQQAABBwWIzxzsNKocV4D4Mq4Y+yOAAAIIIJBCwMX40oUE1xvMbFSpXy6++GL7yU9+kqKbOBQBBBBAAAEEaglccsklNmHChPJdbjSzY1BDoIkCxINNxOfUCCCAAAKtJ0A8WIg+J34qRDfSCAQQQAABVwSIn1zpKeqZYwHi1xx3DlVDAAEEECieAPFr8fq0Di0iPqsDKkUigAACCCAQJEB8xthoAQHiyxboZJqIAAIIIJAfARfjSxcSXB83s91L3Xz//fdb375989Pr1AQBBBBAAIGCCcybN8/69etX3qrfmdkeBWsmzXFLgHjQrf6itggggAACjgsQDzregV9Xn/ipEN1IIxBAAAEEXBEgfnKlp6hnjgWIX3PcOVQNAQQQQKB4AsSvxevTOrSI+KwOqBSJAAIIIIBAkADxGWOjBQSIL1ugk2kiAggggEB+BFyML11IcH3dzDYtdfOf/vQn69KlS356nZoggAACCCBQMIGlS5faFltsUd6qZWa2WcGaSXPcEiAedKu/qC0CCCCAgOMCxIOOd+DX1Sd+KkQ30ggEEEAAAVcEiJ9c6SnqmWMB4tccdw5VQwABBBAongDxa/H6tA4tIj6rAypFIoAAAgggECRAfMbYaAEB4ssW6GSaiAACCCCQHwEX40sXElz/YmYdS928fPly+/a3v52fXqcmCCCAAAIIFEzg008/tbXWWqu8VZ+Z2bcK1kya45YA8aBb/UVtEUAAAQQcFyAedLwDv65+y8VPX331lb355pv2xBNP2AsvvGDPP/+8abJ22TK9r+frbcstt7TOnTvbTjvtZL169bLu3bvbuuuua9/4hgtTpIUYlzQCAQQQKKwA8VNhu5aGNU6g5eLXxtFyJgQQQAABBNoLEL8yKiIIEJ9FQGIXBBBAAAEEshIgPstKknJyLEB8mePOoWoIIIAAAsUTcDG+dOHpra/MrK2eeliNh86Kd/HQIgQQQACB/AisXLnSVllllfIKrTSzin/IT22pSYsIEA+2SEfTTAQQQACBfAgQD+ajH1LWol389Itf/MJGjRrVrtgrrrjCTjnllJSni3b43XffbQMGDKjYWS+yu+eee6x3797RCqna6/3337eZM2fa9ddfby+99FLsMnTeo48+2g466CDr2LHtHXuxyykd8Ne//tXznDp1akUZxx13nF155ZW2xhprJC476MCf/exn9tOf/rTiz/vtt5/dcccd1qlTp9Tne+yxx+yII45oSxa+7bbbbPjw4bmZo/2f//kfrz6//e1vK9r6+9//3nbdddfU7Y9SQFC/N7IOUerJPrUFXnnlFRs8eLAtWrSobcftttvOZsyY4SXIF3nLw3Xkui/xk+s9SP1zIMD8Xw46gSoggAACCLSOAPFr6/R1ipYSn6XA41AEEEAAAQTiChCfxRVjfwcFiC8d7DSqjAACCCDgroCL8aULCa5KqmnbhMyGAAIIIIAAAvUV8HmZhAsxQ31RKL2ZAsSDzdTn3AgggAACLSlAPOh8t7eLn1577TUbOnSoLViwoKJxhxxyiN100022zjrr1LXRX3zxhY0fP94mT56cyfk/+OADL4lUSaMfffRR6roreU1JokrA7dChQ+Lyipbg+vrrr9thhx3mrYyrbdCgQZ57vcdLnA7IQ2IeCa5xeqxx+3722Wdeovfee+/trd4ctpHg2txE8bD+ceHvxE8u9BJ1zLEA83857hyqhgACCCBQTAHi12L2a4atIj7LEJOiEEAAAQQQiCJAfBZFiX0cFiC+dLjzqDoCCCCAgJsCrsWXLiSrENC4eS1QawQQQAABhwVcC2gcpqbq0QSIB6M5sRcCCCCAAAKZCRAPZkbZrILaxU9BCaYbbrihzZkzx3r06FHXui5evNhLjlyyZEnFeW688UYbOXJk5HPr5XcPP/ywjRs3rmKVxcgFhOx4wAEHmFZE3X777RMVWaQEV7VFSclTpkzxLDRWpk+fbnvssUcim3odRIJrvWTdLferr77yPifOOOMMW7FiReQVWElwJcE17agnfkoryPEtLsD8X4sPAJqPAAIIINB4AeLXxps7dkbiM8c6jOoigAACCLgvQHzmfh/SgpoCxJcMEAQQQAABBBos4Fp8SYJrgwcIp0MAAQQQQMAFAdcCGhdMqWMqASa4UvFxMAIIIIAAAvEFiAfjm+XsCN/46aGHHjKt2Prpp59WVFcJnWeeeab59HtmzdIqsaNGjaoob+utt7ZZs2ZZ165dI51HSbrXX3+9V9fqNvgVoFVZN91007Y/LVu2zJTAFratu+66dvXVV9uQIUNslVVWCdu94u9FSnBVMuuxxx7bZq2k4okTJ6Za4TYWZsSdSXCNCNUiu7355pt21lln2a233uq1eLvttiPBNULf5+E6ilDN3O9C/JT7LqKC+RZg/i/f/UPtEEAAAQQKKED8WsBOzbZJxGfZelIaAggggAACoQLEZ6FE7OC2APGl2/1H7RFAAAEEHBRwLb4kwdXBQUaVEUAAAQQQqLeAawFNvT0ov+kCTHA1vQuoAAIIIIBAqwkQDzrf477x08cff+ytlnrPPfdUNLBPnz5eMphW6KzH9sknn3jJrbNnz64ofsyYMTZp0qRICZNKHNW+5557bmAVlcyq9imJd4sttrDVV1+93b5azfGFF16wuXPn2u23325KevXbvv3tb9uFF15oxx9/vK222mqRWYqS4Lp06VIbMWKELViwwGu7kpGV8NqtW7fIFo3aMQ+JeUH9/vvf/9523XXXRlG0/Hn0Gadxe99997VZkOAabVjk4TqKVtN870X8lO/+oXa5F2D+L/ddRAURQAABBIomQPxatB7NvD3EZ5mTUiACCCCAAAK1BYjPGCEFFyC+LHgH0zwEEEAAgfwJuBZfkuCavzFEjRBAAAEEEGi6gGsBTdPBqEC9BZjgqrcw5SOAAAIIIFAlQDzo/JDwjZ9WrlxpV155pWklzvJNyZxKeu3du3ddGv7MM8/YwQcfbO+8805b+XHO+eWXX9rll19uEyZM8K2fVmrVio0DBgywNdZYI3Ibli9fblpZ9oILLrCPPvqo3XGq43XXXWdDhw6NvLptERJctVKuVsmVeWlTsu/48eNt1VVXjezbqB3zkJhHgmujerv2efzGAgmu0fomD9dRtJrmey/ip3z3D7XLvQDzf7nvIiqIAAIIIFA0AeLXovVo5u0hPsuclAIRQAABBBCoLUB8xggpuADxZcE7mOYhgAACCORPwLX4kgTX/I0haoQAAggggEDTBVwLaJoORgXqLcAEV72FKR8BBBBAAIEqAeJB54dEYPy0ePFiGzRokC1ZsqSikaeffrr97Gc/yzyBUUm1EydOtLPPPrvifFFXjdXxd955p7eS6qefftquY44++miv/A022CBxp7388ss2duxYe+CBB9qVoVVhb7nlFttzzz0jlV+EBNeHH37YDjvssLaEZK1AqtVuN9tss0gGrbgTCa756PW0Ca75aAW1cFmA+Mnl3qPuORBg/i8HnUAVEEAAAQRaS4D4tbX6O0Fric8SoHEIAggggAACaQSIz9LocawDAsSXDnQSVUQAAQQQKJaAa/ElCa7FGn+0BgEEEEAAgUwEXAtoMmk0heRZgAmuPPcOdUMAAQQQKKQA8aDz3RoYPwUl4vXq1cumTZtmSujMctOqrYcffrjNnz+/olitDnrKKaeEroz64osv2pAhQ9ol5Kqwc88911tVNM6qrUFt0wquWiH2hhtuaLdLnARP1xNcP/74YzvuuONs1qxZbQ4///nPbcyYMaF9leW4ca0sElzz0WMkuOajH1q5FsRPrdz7tD0DAeb/MkCkCAQQQAABBOIIEL/G0WrJfYnPWrLbaTQCCCCAQDMFiM+aqc+5GyBAfNkAZE6BAAIIIIBAuYBr8SUJroxfBBBAAAEEEGgn4FpAQxcWXoAJrsJ3MQ1EAAEEEMibAPFg3nokdn1qxk933323DRgwoF2hd911lx166KGxT1brgAcffND23Xffil223nprL4Gya9euNc+1fPlyO+mkk+zWW29tt9/FF19s48aNs9VWWy2z+r733ntecue9997brswzzjjDzjvvvNDzuZ7gWj02dt55Z28F3c033zwz5yIWRIJrPnqVBNd89EMr14L4qZV7n7ZnIMD8XwaIFIEAAggggEAcAeLXOFotuS/xWUt2O41GAAEEEGimAPFZM/U5dwMEiC8bgMwpEEAAAQQQKBdwLb4kwZXxiwACCCCAAALtBFwLaOjCwgswwVX4LqaBCCCAAAJ5EyAezFuPxK5PzfgpaFVVrdI5adIk69ChQ+wT+h3wxRdfeCusTp48ueLPSiK98sorQ1deVaLpiBEj7NNPP604/phjjvGO79ixYyb1LC9kyZIldtRRR9mCBQsqytbKtrNnz7addtqp5jldTnDV6q0jR460e+65p62NZ599tp1zzjm26qqrZm5dpAJJcM1Hb5Lgmo9+aOVaED+1cu/T9gwEmP/LAJEiEEAAAQQQiCNA/BpHqyX3JT5ryW6n0QgggAACzRQgPmumPudugADxZQOQOQUCCCCAAALlAq7FlyS4Mn4RQAABBBBAoJ2AawENXVh4ASa4Ct/FNBABBBBAIG8CxIN565HY9akZP61cudImTpxoSl4s37bbbjubMWOGbbnllrFP6HfAa6+9ZkOHDm2XLBplpdjPPvvMRo8ebTfffHNF0Vr9dfr06datW7dM6lhdiGzuuOMOL7G2etOKsXKrlQDscoJr9eqtG264oc2ZM8d69OhRF+siFUqCaz56kwTXfPRDK9eC+KmVe5+2ZyDA/F8GiBSBAAIIIIBAHAHi1zhaLbkv8VlLdjuNRgABBBBopgDxWTP1OXcDBIgvG4DMKRBAAAEEECgXcC2+JMGV8YsAAggggAAC7QRcC2jowsILMMFV+C6mgQgggAACeRMgHsxbj8SuT2j89Mwzz9jBBx9sWs21fLvxxhu9VTyz2G666SYbNWpURVF9+vSxW2+91ZQ8WWsLql8jVhT1W8lUdVVy7axZs6xr166BVXc1wVVt1sq6al9pU5LvNddcY9/+9rezGA6FLoME13x0Lwmu+eiHVq4F8VMr9z5tz0AgNH7N4BwUgQACCCCAAAJlAsSvDIcQAeIzhggCCCCAAAINFiA+azA4p2u0APFlo8U5HwIIIIBAywu4Fl+S4NryQxYABBBAAAEE2gu4FtDQh4UXYIKr8F1MAxFAAAEE8iZAPJi3Holdn9D4KWiF1COPPNKmTJliHTt2jH3S8gOCyr/88svtlFNOMZ8x1nZ40AqzjVxR1C85VxUMSwB2NcH1oYceskMOOcQ+/fTTtn4Ia6t2VIL04YcfbvPnz68YL7fffrsNHz481RjyS3Leeeed7c4777TNN9+8rWy/pEb98fe//73tuuuuseugPlywYIE98MADXhkvvPBCm0vPnj1txx13tIMOOsh23313W2ONNbzy65HgumLFCu/cjz76qD311FO2ZMkSe+WVV7zzKel4++23t2233dZ+8IMfeHVZa621Yrc17ICvvvrK3nzzTa9/ZfHyyy/b008/3XbYDjvs4K343KtXL+vdu7dtscUWttpqq4UVm9nfg/o+ygn8xqh8Bw8ebIsWLWorImxla786nH/++e1WyF6+fLn97ne/s9mzZ3vlP//88945Nt10U9M5+vbtawcccIB973vfq/n5qD5RPX/1q1/Zww8/bH/4wx/so48+8srS+NSKy7qWda2UxmcUj6TX0c9+9jP76U9/2naK/fbbz1sFu1OnTm3/pjq//vrrNnfuXHvkkUe89i9btsz7u8aPxtFee+3ljeWw9kdpS2kffZf893//t/3mN7/xriO5RXWvblfYOCidk/gpTg+xLwLtBELjV8wQQAABBBBAIFsB4tdsPQtYGvFZATuVJiGAAAII5FuA+Czf/UPtUgsQX6YmpAAEEEAAAQTiCbgWX5LgGq9/2RsBBBBAAIGWEHAtoGmJTmntRjLB1dr9T+sRQAABBJogQDzYBPRsTxkpfvJL4uzSpYuXgNWtW7dUNVq4cKEdeOCBFSvERk1Q/fDDD02rh86bN6+iDo1cUfS1116zoUOHeomO5VtYArCLCa5KpJwwYYJdeeWVbU2NOg6CkpHDnMIGV1C5fiv4Jk3Mq66DkrKvv/56u+qqq9qS72rVU4mJY8eOtWOPPdZWWWUVL3F76tSpFYckSbKNWw+dcN111/WumZNPPtk222yzMN7Qv3/xxRdeUusll1ziJWVG3ZRwO27cOBs4cGDqJPko53QhwVWfCTfffLM3rkoJykFtU+LyCSecYOPHj/f6tHpTkug555zjrYIdtn3/+9+3Cy+80Pbee29vfIZtSa+jWgmuuo6VUHrBBRfYPffcE1YF7+9Kzj3rrLO8pNdaL0KoVZjO++KLL3rjVwnxYZvcNWaVqFu6fkhwDVPj7wjURSBS/FqXM1MoAggggAACLSrA/F+Ldnz0ZhOfRbdiTwQQQAABBDIRID7LhJFC8itAfJnfvqFmCCCAAAIFFXAtviTBtaADkWYhgAACCCCQRsC1gCZNWznWCQEmuJzoJiqJAAIIIFAkAeJB53szUvwUlMR5xRVXeMl6STclFylZUolu5VvUpEe/5FiVk7ZecdoTlKjavXt3mz59unXu3Nm3OBcTXP3GQZxkYr+VVqMmyAb1id/KsEpCU5KcVgot35Im5pWX8dxzz9mYMWPsiSeeiDNMvH333Xdfu+iii7zk2DQJrrputLqlko21KmeSTUmRl112mQ0bNsw6dOiQpAhv1VglEv/6179OdLwOUnLlz3/+c9tll10SJylGOXneE1y1Sqk+S6Mmd5bavP/++9s111zjre6qTSug3nXXXfbjH/84UvJ1qRxdM+pL1SFsZd2k11FQguvaa69t1113nZ1xxhkVK0NH6VfVW8m5xx9/fGi9q8tTcrauxTPPPDP2ebWarMatVqFVUm75yrSs4Bql59gHgdQCkeLX1GehAAQQQAABBBBoE2D+j8EQIkB8xhBBAAEEEECgwQLEZw0G53SNFiC+bLQ450MAAQQQaHkB1+JLElxbfsgCgAACCCCAQHsB1wIa+rDwAkxwFb6LaSACCCCAQN4EiAfz1iOx6xMpfvr73/9u5513nilBqXzTCnpa3XWdddaJfWIdELQCqxK0Dj300NAyZ8yYYUOGDGm33wMPPGD77LNP6PFZ7aBkRSVYVW+PPfaY7bHHHr6ncTHB9e6777YBAwZUtCdOMrFWHB09erS3SmX5FqeMaswHH3zQSxyNMi6TJuapbCWVaqXgH/3oR7ESB6vrq4Te1Vdf3RYvXlzxp6gruH755ZeJkwH9BqJWlp04cWKsVVRloUTMU089NZVFqT5KttUYGD58eOwkxajXcJ4TXPUZputCn1tJtsMPP9yuvvpqU7KnViHVZ9Gnn34auygdf9ttt9lBBx1U89ik15Ffgustt9zifR4oWTvNpmRTJZ5HXclVn0VKbNVquUk3jVslF//pT3/yVsstbSS4JhXlOARiCUSKX2OVyM4IIIAAAgggUFOA+T8GSIgA8RlDBAEEEEAAgQYLEJ81GJzTNVqA+LLR4pwPAQQQQKDlBVyLL0lwbfkhCwACCCCAAALtBVwLaOjDwgswwVX4LqaBCCCAAAJ5EyAezFuPxK5P5PjpoYceMiW0lidObbjhhjZnzhzr0aNH7BPrAL8yd955Zy9Ja/PNNw8tszphSgdsu+22NnPmTNtqq61Cj89qB63mudtuu7UrTqsSHnfccb6ncS3BdcWKFV4SmlbcLd/iJhMrIXrUqFEVZSRNlA6qU1DCbNLEPFVWycpHHHGEb0KnEgO1Wmzfvn1NKztqe/XVV73xrdVNoyQbRklwVXKr/DXu/cos1WPvvfe2f//3f7dVV13VPv74Y9NKx3PnzrWXXnrJdyyecMIJNmnSpEhJrkpuVWL5iSeeaB999JFvebqGZaHVWTt27Gj/+7//a88//7yXwCkTv0111/UydOjQyEmKca5frWz6ySefeCucapOLEkHL66PPDo3Pf/3Xf60oes0117Q11lij4t9eeeUVGzx4sC1atKjt38MSG/3Gn+w/+OADmzVrVkX5Gkda1bb0ObZkyRJ79NFHAxOK9VKATp06tRujSsLU2Nx+++298fDGG294bVb9/bY+ffrYrbfeavpsD9qSXkfVn9c61w9+8AMvObR6PPfs2dN23313r016wYJWC1a9g8bc1ltv7a2Y3a1bt9Bhoevo8ssvD0yq1Wq4qpdekqCXNygZVislK8F9wYIFFeVr33/+53+ONQ5KBRA/hXYVOyBQSyBy/AojAggggAACCGQjQPyajWOBSyE+K3Dn0jQEEEAAgXwKEJ/ls1+oVWYCxJeZUVIQAggggAAC0QRciy9JcI3Wr+yFAAIIIIBASwm4FtC0VOe0ZmOZ4GrNfqfVCCCAAAJNFCAebCJ+NqeOHD8pIWzkyJHeyo3lm5KWtBJe1JXzSscqaenss8+2iy66qKI8/ZsSnpSMVWsLShBV0tS0adNs/fXXz0YoQil+yW46TO3Qf342riW4vv32294Km0qyK23du3f3kso6d+4cQenrXV577TUvibE8USxporRfWUp0U7Jg165d29UpaWLeu+++6yXl3nfffe3KVFsuvPBC22yzzXwN3nnnHW910ssuu6ymUZQE13vvvddGjBjRLhlQyaGnnXaat7ps0LhXYufDDz9sZ5xxhpesV71FXQHz2WeftYEDB/omWh5wwAHeeN9xxx1tlVVWaXcOJceqz7QatJIoqzclC2pFzz333NmfGBcAACAASURBVDPyeEq6o99YCEtQLT9XVgmu1fWX4fjx473k1tVWW63iz0q0/M///E87//zz240BjXclfC9dutQ7RgmyZ511lrficnVyrhI8NRZ0nvIE3dLJNM769+8fSJv0OvJ7IUH5SZSMe8opp3jfM34JtvrMVCKv2rVs2bJ29Yv63RF0Hen8KvvYY4/1TfaW2yOPPOJ93/ldQ6UKRR1HxE9Jr16OQ8ATiBy/4oUAAggggAAC2QgQv2bjWOBSiM8K3Lk0DQEEEEAgnwLEZ/nsF2qVmQDxZWaUFIQAAggggEA0AdfiSxJco/UreyGAAAIIINBSAq4FNC3VOa3ZWCa4WrPfaTUCCCCAQBMFiAebiJ/NqWPFT1OnTvVWPSzfoqz451fVtImOWo1RSYezZ8+uKH7//fe32267zVt5r1GbVmAcNmyYzZ8/v+KUWr1VK25WJ5hpJ9cSXLVKbb9+/SoS65ToeOONN9raa68dmTpo1dUkidJ33HGHHXbYYZHNkyTmKSlz8uTJdvLJJ7dr47nnnuslCfr1b/nOSoxT4qaS94JWcw1LcH399de9tqofyjclMmrlUyWFRkky1wqYWon3hhtuqCgnygqYy5cvt5NOOsk3OTWqhU76xRdf2PXXX+8lClZ76PrVmNpggw0ij6kkO+YxwVX9ogRkJSwHbRpLF198sfdygKBt3333tSlTpliXLl1q0gStSnz66ad7qwQHvWQgyXWkitRKcNWqv1dffbXttNNOoeP4ySef9D77tapt+bbXXnuZPhM22mijwHa/9dZbXpK4ElXLNyWlKnlYicVhm8rQtVy96m7pOBJcwwT5OwKZCMSKXzM5I4UggAACCCDQ4gLM/7X4AAhvPvFZuBF7IIAAAgggkKkA8VmmnBSWPwHiy/z1CTVCAAEEECi4gGvxJQmuBR+QNA8BBBBAAIEkAq4FNEnayDFOCTDB5VR3UVkEEEAAgSIIEA8634ux4qfFixfboEGDKhKLlIylVV179+4dC+Puu+/2Vhcs3+IkTAYlWdVKKo1VwRg7B9VFSVhXXXWVrbnmmu1Kcy3B1S+5OSwRLojwoYceskMOOaQiuTFuorRWsxw9erTdfPPNFafRCo+HHnqo76mTJOa98cYbdvjhh5uSAcu3E044wSZNmuS70qPfyZWYePnll3vJpX5brQRXJdkqUXrcuHEVhyZd8VRJrrpOqpPDVf7EiROtQ4cOvnUMWvlSCZc6tnrF0VqXUC0PJb/q2omSsBvjMq3YNW8JrhpjSvBca621Qpvk9zlcOkjJlXfeeacpYTls0yraWk1XiadxPoeTXEcqPyjBNUpydXn9dD0oCVorrZZv+i564IEHrGfPnoFNv+mmm7yxVb4luY7ee+897xrSNVG9keAaNvL4OwKZCMSKXzM5I4UggAACCCDQ4gLM/7X4AAhvPvFZuBF7IIAAAgggkKkA8VmmnBSWPwHiy/z1CTVCAAEEECi4gGvxJQmuBR+QNA8BBBBAAIEkAq4FNEnayDFOCTDB5VR3UVkEEEAAgSIIEA8634ux4ietvKgVK7WiZfkWN9ExKDlRSUsjR46MhJqnBNfPP//cxo4d6yVdlW/77beft6Jgp06d2rXJpQRXJcJpxciLLrqooh1aOVRJXnG3jz/+2OtnJUaXtriJ0i+++KIpIXrp0qVtZYQlySZJzPNLxFZCnlZv7Nq1a6ymq93y8lv5sVaC6zvvvOMl2VavEKwE21NPPTVwpc1alXv22Wc9v2XLlrXtVqtdQddsmhVXg1aEDevHWOgBO+cpwXXDDTe0OXPmWI8ePSI1Tavennjiid5K1dWbkqi1umjU5OAHH3zQtOJr1M8t7ZfkOtJxQQmuceussl555RUbPHiwLVq0qKLu06dP9/7db/P73CnVS4nncRK0ddzjjz9uQ4YMMV2f5RsJrpGGMTshkFYgVvya9mQcjwACCCCAAALm9xvDhWfI6LrGCRCfNc6aMyGAAAIIIOAJcH+WgVBwAeLLgncwzUMAAQQQyJ+Aa/GlC5OTBDT5G+fUCAEEEECg4AKuBTQF7w6aZ0Y8yChAAAEEEECgwQLEgw0Gz/50seMnv4SoXr162bRp00wr4UXZ/FYg3Hnnnb2VBzfffPMoRdif//xnL7lo4cKFFfs3YwXXoGTVoiS4BiXUafXC/v37R+qv8p2CViRVYp5WA1199dVDy9SKpkruLN+UhHvOOecEJnzGTcxbsWKFt+KqzlW+xU3oLj/WL2FWf6+V4Dp37lw76KCDKuoQ93qpBg0as0FJ5kGrhtZaMTe0E83MbzXfuMnOUc5TvU+eElzjrFxdaodfsqgSZX/1q19Z9+7dI5P4JYqHJWjGvY5q1blLly7eSsLdunWLXGftGPSZdPvtt9vw4cN9y3rmmWfs4IMPrkhITZqsrhMEvfAhzK9UOeKnWF3OzghUC8SOXyFEAAEEEEAAgXQCxK/p/FrgaOKzFuhkmogAAgggkC8B4rN89Qe1yVyA+DJzUgpEAAEEEECgtoBr8SUJroxoBBBAAAEEEGgn4FpAQxcWXoAJrsJ3MQ1EAAEEEMibAPFg3nokdn1ix09Bq0lGTXQLSm6MmzRIgmvsvvZdQbFWEm7pDB988IENGzas3QqitZIyw2qXJsnZbyXGKKtgxk3Me/vtt71kuUcffbSiOQ888IDts88+YU30/btWTJXlk08+WfH3IMug1XPjJAMHVXTq1Kl2/PHHV/z5hBNOMK2o+U//9E8V/z5jxgwvobx8i5vY7lePoFU1L7zwQtNnQr22PCW4JmmrX4J3lGu52tNvJdSwBM2411HpnH5JuUmSe1VeUIJ2rQRXP7O0L0Twe+FDmF/Jg/ipXlc35baIQOz4tUVcaCYCCCCAAAJ1EyB+rRttUQomPitKT9IOBBBAAAFnBIjPnOkqKppMgPgymRtHIYAAAgggkFjAtfiSBNfEXc2BCCCAAAIIFFfAtYCmuD1By/4hwAQXQwEBBBBAAIEGCxAPNhg8+9PFjp+CElTHjBljkyZNsg4dOtSspV9CW5IVG4OSrNImLCUhDqrLiBEj7JprrjG1r3oLStCqZ/39EsyiJMX5JcFtu+22NnPmTNtqq62SkNlnn31mo0ePtptvvrni+CiJ0k888YT169fPW8WxtEVJlIubmKfVgQ888MCKFR+jJq8FoXz++ec2duxY00qp5VtQgusnn3xio0aN8la5LN+uu+4601hJs8lxt912qyiiT58+3mrM66+/fsW/+42dLMaqPk/OO+8877/yLYuya9nkKcG1VlJmUBvuuOMOO+yww1KbNTvBNU2itt+YDLL829/+ZuPGjbNrr7020+vI70ULUT8jiJ/SfHpxLAIWO37FDAEEEEAAAQTSCRC/pvNrgaOJz1qgk2kiAggggEC+BIjP8tUf1CZzAeLLzEkpEAEEEEAAgdoCrsWXJLgyohFAAAEEEECgnYBrAQ1dWHgBJrgK38U0EAEEEEAgbwLEg3nrkdj1SRQ/pUn8e+ihh+yQQw6pSE7U/7/ppptsnXXWidwAFxJcayXpuZTgmqa/a3Xo3XffbQMGDKjYJSyxUSuaKhlSyW3lmxJGR44cWXP8xE1wnTt3rh100EEVZUZJCA4bxH6JeUEJrkErvp5zzjm21157hZ2q5t/feustz3Lp0qVt+/kl5wWN1SQrj/pVyC9ZMwvnWo3PU4JrkpWQ/cziroItn2YnuJ5//vl29tlnJxrHcRJcg679NKsxq9J+CegkuCbqTg5CIK5Aovg17knYHwEEEEAAAQT+T4D5P0ZDiADxGUMEAQQQQACBBgsQnzUYnNM1WoD4stHinA8BBBBAoOUFXIsvSXBt+SELAAIIIIAAAu0FXAto6MPCCzDBVfgupoEIIIAAAnkTIB7MW4/Erk+i+Clo9c2wJMOg5MQkq1EGrYRZ78Q4P2G/JDHtpyRE/edznZhLCa5+K3326tXLW+lz0003jT3oSgf4JW9uvfXWNmvWLOvatatvue+8844dfvjhNn/+/La/R00oi5vg6pdEqNVUr7rqKltzzTUTt/vWW2+1I444ouL4oCTHoLGV+OQhB2q1YSX99ezZs23PoFVkk6w86nf6eo2vWk0tYoJrkmTRZie4JvnsL/VrnARXv5VW/cZ63OvK73M86ucR8VNcbfZHoEIgUfyKIQIIIIAAAggkFyB+TW7XIkcSn7VIR9NMBBBAAIH8CBCf5acvqEldBIgv68JKoQgggAACCAQLuBZfkuDKaEYAAQQQQACBdgKuBTR0YeEFmOAqfBfTQAQQQACBvAkQD+atR2LXJ3H85Lf65pFHHmlTpkyxjh07+lYkSUJjUItWrlzprT6p/8q37t272/Tp061z586xMZIe8PTTT9u+++5bsSqtyqqVvPW3v/3Nxo0bZ9dee23Faffff3+77bbbYq1mG7XefglhURKC/RIQoxwXVq8kq7H6rao6ZswYmzRpknXo0KHmKeMmuF500UV2xhlnVJQZtsJsWJv1d7/E2aAE16CxFeU8SfeprkuQm66zwYMHJz1N23F+4ytqkmDSk+clwXXbbbe1mTNn2lZbbRWrKX5jyMUE1zRJ0nESXJMk8kbpkBUrVtiECRPsyiuvbNs96tglfooizD4IBAokjl8xRQABBBBAAIFkAsSvydxa6CjisxbqbJqKAAIIIJAPAeKzfPQDtaibAPFl3WgpGAEEEEAAAX8B1+JLElwZyQgggAACCCDQTsC1gIYuLLwAE1yF72IaiAACCCCQNwHiwbz1SOz6JI6f/JJVu3TpYrNnz7Zu3br5VsQvKTZqcqJfgX4rYWpVvvvvv9923XXX2BhJD/Crh8rSSpj77LNPYLFJE06T1NMvEUvlRElUrVeCq87/zDPP2MEHH2xambW0DRw40LQa8Nprr13R1C+++MLGjx9vkydPrvj3MOfSznETXP36p9EJrn72Sfo/zjFRE1yDknLjnEv7tnKCa9RkyGpTElzN8pDgqn6prkfUPiV+ivtJwf4IVAgkjl9xRAABBBBAAIFkAsSvydxa6CjisxbqbJqKAAIIIJAPAeKzfPQDtaibAPFl3WgpGAEEEEAAAX8B1+JLElwZyQgggAACCCDQTsC1gIYuLLwAE1yF72IaiAACCCCQNwHiwbz1SOz6JI6fglbfvOKKK+yUU05pV5G//vWv3r9PnTq17W9KRr3nnnusd+/esSuuAxYuXGgHHnhgRXKk/r3WyqmJTlTjoKDE0ShJTo1McPXzV7OiJGzWM8H1448/tpEjR3rjoLRtuOGGNmfOHOvRo0eFvN8qjH369DElGOuYsC1ugmseVnDNc4IrK7gOtkWLFrUNu7BrPu2qseXjmwTXfCS46nvw7LPPNn1WlLawcVDaj/gp7BObvyNQUyBx/IorAggggAACCCQTIH5N5tZCRxGftVBn01QEEEAAgXwIEJ/lox+oRd0EiC/rRkvBCCCAAAII+Au4Fl+S4MpIRgABBBBAAIF2Aq4FNHRh4QWY4Cp8F9NABBBAAIG8CRAP5q1HYtcnVfzkt/rmIYccYjfddJOts846FZVZvHixDRo0yJYsWdL273GSE/1a9uGHH9qIESNs3rx5FX/Wv11zzTWmBNp6b2+//bYNHz7cHn300dh1ULLv8ccfX3Fc9+7dTYmDnTt3zrTqn3zyiY0aNcpbYbd8S5rgmmU9NV5Ut/Lt8ssv9xKiyz9jou4XBBc3wdUviVD1vOqqq2zNNddM3D9+5Qathvryyy/bD3/4Q3vppZfazhc1gS5xBasODBo7t99+uzf2026PP/647bnnnhXF6LNh2rRptv7666ct3vf4tMmmfsnWYf2S9pzlDSHBNX2Cq74ftPpzz549E48xvxcHhI2D0smInxKzcyACEkgVv0KIAAIIIIAAAvEFiF/jm7XYEcRnLdbhNBcBBBBAoPkCxGfN7wNqUFcB4su68lI4Aq0p8OCDD9o3v/lN23bbbW3dddeteA4ha5GVK1fa8uXL7csvv6woepVVVvGeYVlttdWyPiXlIZBawLX4kgTX1F1OAQgggAACCBRPwLWApng9QIuqBJjgYkgggAACCCDQYAHiwQaDZ3+6VPFTnNU3/ZI5/ZIY4zRRNwauvPJKGzduXMVhQSuAxik76r533323DRgwoN3uUVaRnTFjhg0ZMqTi2C5dunhJqN26dYtahUj7BSXinn/++d4KhLW2F1980QYOHGhLly5t2y1qEleUyvklP/ft29duu+02W2+99bwiPvvsMxs9erTdfPPNbUXG7ee4Ca66ybXvvvtWNGG//fYzJRd26tQpStN899GYPfXUUyv+FpTg6pdImUViXpzKB63+e+GFF9rpp58epyjffbUC7xFHHFHxt/3339/r/+pE+dQn+0cBaZNNSXAdbr/97W8jjeHSTn4rVqdJko5T3gcffGDDhg2z+fPnV9RZCa777LNP4mHll/wd9bOR+CkxOwciIIFU8SuECCCAAAIIIBBfgPg1vlmLHUF81mIdTnMRQAABBJovQHzW/D6gBnUVIL6sKy+FI9B6Ap9++qmdeOKJ3v1nbZtuuqldfPHF7Z7VyErmscce8+5/L1u2rKJI3d+cMGGCUwmufvdkg55tyMqPcpoj4Fp8SYJrc8YJZ0UAAQQQQCDXAq4FNLnGpHJZCDDBlYUiZSCAAAIIIBBDgHgwBlY+d00dP/mtqqlJ7jPPPLPtrZd+ibBbb721zZo1y7p27ZpKxm8VWRWopNeJEydahw4dUpVf62C1Syugqh3lW9S2PfHEE7bbbru1O0XapCu/Oi9cuNAOPPBAe+eddyr+fMstt9jhhx9e08gvmS/LRNwvvvjCxo8fb5MnT26rh5I477nnHuvdu7f3b371P/LII23KlCnWsWPHSH0cN8HVL7FXb3SdOXOmbbXVVpHOWb3TihUrvJtWSnIt34JuAgXVOU1iYJKK+924irL6b9i5/v73v3sJ1hdddFHFrlmUXevcJLh+rZNVoq7KCruRGSchNWzc6O9xyvv8889t7NixduONN1YUHeVFBLXqopvSSpx98skn23YjwTVK77EPAqkFUsevqWtAAQgggAACCLSYAPN/Ldbh8ZtLfBbfjCMQQAABBBBIJUB8loqPg/MvQHyZ/z6ihgg4JVB9T08v0v7Vr35l3bt3z7wd7777ro0aNcruu+++dmVPmjTJexH2qquumvl561UgCa71ks1fua7FlyS45m8MUSMEEEAAAQSaLuBaQNN0MCpQbwEmuOotTPkIIIAAAghUCRAPOj8kUsdPr732mg0dOtQWLFjQhtGnTx/Tqoy6MaDNLwk1bnJikHTQ6pI69/Tp022PPfaoWyep/GOPPdb0xs/ybcyYMaabE2HJtX/+85+9t4IqebN8q04QzqIBWnX0sMMOa1eU3h4aZhQ3MTRJff1WS1Xi4znnnGOrrLKK70q9cZM847YjaNXHu+66yw499NAkzbQPP/zQRowYYfPmzas4Pig5MCghNuoYq1VJrT58wQUX2EYbbWTbb7+9bb755rbllluaEvSUYFy++a023KtXL5s2bZr3htukW5BHVqvDBtWLBNevZVolwVVtVRL1GWecUTEk0iZS6yUF/fr1q/gOIME16acBxyEQSyB1/BrrbOyMAAIIIIAAAm0vMCujcOEZMnqucQLEZ42z5kwIIIAAAgh4AtyfZSAUXID4suAdTPMQaLTA008/bfvuu2/bPb2+fft6q7mut956mVbls88+817sfe211/qWq/vqegH5nnvumel561kYCa711M1X2a7Fly5MThLQ5GuMUxsEEEAAgRYQcC2gaYEuafUmEg+2+gig/QgggAACDRcgHmw4edYnTB0/ha2+uXLlSm8lVSUrlm9pkgSrER5//HEvUbR6ddKDDjrIpk6dat/97nezdrMlS5bYUUcdVZHYq5PopsTs2bNtp512Cj2nEmNPPPFE7+ZJ+XbIIYeYVsZdZ511QsuIskNQEnDUBMWgeirBd/DgwVGqELqP+k4ryc6fP79t39KNJb3BdOTIkd6KrqVt5513tjvvvNNLyoy6xU1wDVpdNE1y9kMPPWTq3+qk6FqrX/olJ0ddJTjIRjfXRo8ebTfffHOksbd48WIbNGiQN+7Lt7hJxtX1CfKoxyrG5ecmwfVrjVZKcPUba1GTUf2uI30+nHfeed5KsuVb1DKJn6J+crMfAr4CqeNXXBFAAAEEEEAgngDxazyvFtyb+KwFO50mI4AAAgg0V4D4rLn+nL3uAsSXdSfmBAi0loCeGTn++OPbGn3KKafYxRdfbKuvvnpmEF9++aVdfvnlNmHChJpl7r///nbjjTfaBhtskNm561kQCa711M1X2a7FlyS45mv8UBsEEEAAAQRyIeBaQJMLNCpRTwEmuOqpS9kIIIAAAgj4CBAPOj8sMomf/BKHSqtvfvzxx+1WrKxe4TWtopJszzzzTO+GQfV2wgkneKupduzYMe1p2o5/7733TCv/3Xvvve3K1AqBSnpabbXVIp3vyiuvtFNPPbViX62eqaRXJehmsT377LM2cOBAW7ZsWUVxUVcvDEr0vOKKK0w3f7LYlAgti3HjxrUVJ4f777/fvvnNb9rBBx9ckcB8+umne4llSn6NusVNcFW5fmNbqwMrsXPvvfeOempvv6BEY/2tVoJrUHJp3LFWXlklkGpMVCfa6hpSn1Z/tgclxKa5Abd8+XI76aSTvNWey7esPx/8OokE169VWinB1S+JXgZBYz7s4vaz0zEkuIbJ8XcEMhHIJH7NpCYUggACCCCAQIsIMP/XIh2dvJnEZ8ntOBIBBBBAAIFEAsRnidg4yB0B4kt3+oqaIpB7gRUrVnhJp3oWobSlfYlzdaP1rINezq0k2vL773ppt17yredVyp/VqMczLPXqCBJc6yWbv3Jdiy9JcM3fGKJGCCCAAAIINF3AtYCm6WBUoN4CTHDVW5jyW0pAbxZ79dVXvYSL5557zluxa9GiRfbRRx+1Oeywww7eSnW77LKL7brrrrbNNtvY2muv3VJOzWjsV199ZW+++aY98cQT9sILL9jzzz9vS5curZgM23LLLa1z587eCoJaoa979+627rrrtktYqXf9y+uq+vqNI9VV40gJARpLO+64o22yySa2yiqr1Lt6lJ+BAPFgBojNLSKT+OnDDz9sl8RaWn1TSUD9+vWrmMjXJLgSUn3GT2KNoBVVVaASAfVfFkmu+h7UDZAbbrihXV31XaibIZtttlnkdjzzzDPtkjd1sG52/PKXvzSt1JlmU2KiEhb96htnFV0lIR5xxBEVVcn6zaZ+Fkqi1VaeBKzEV63m2rt371g0SRJclaCtROBZs2ZVnCvu6sBBN7VKhdZKcA1K4JbDddddZ0OHDo11LQUlaIetCquE7hEjRrRLij3//PNt/Pjx1qFDh8j9UesNtkkTDiOf3MxIcP1aq5USXHUN6m3Ixx57bMVQUQx6yy232J577hl5COlzVWP+2muvbXcMCa6RGdkRgTQCmcSvaSrAsQgg8LVA+dyh4lnNI2qeqvwhrp49e3q/jzQ3pfh9iy22iPwyoCydXZpLy7LdlIVAVgLM/2UlWdhyiM8K27U0zGUB4h+Xey9fdXcp7s+XXH1rQ3xWX19Kb7oA8WXTuyC8AlGeBSp/pmyvvfay7bffPtMVM8NryR5JBXQvTPN8es7rqaee8p5H07NppU33qdWfG2+8sTfv9/3vf9+23XbbTJ7HSFrnoOOqn2Xp0qWLzZ4927p165bZqR577DHvWYryJNbSPcg99tjDJk+ebCeffHLF+bSCrF7+HfXF6VEqq2RePQPyxhtvtO2u5zgPO+ww+9a3vhWliHb7ZJ3g+u6779r06dNNz0CUtn/5l3+xAQMG8PmQqIeyO8i1+JIE1xh9X+tt/DGK8XYtPeirB5H1YLIeStZDEuuss07conz3T/IQSyYndrgQvw9qPcillUnY6iegIGm33Xar3wlqlBx1RZOmVC5nJ+UzJWcd0oDquBbQNICEUzRXoNATXFo5S6uBKRap3vSwef/+/euu77eylk5a62H4O+64w/uRXL5Ffeg3KAkhSUM1abb++uvbRhtt5E2qKIEu64kVv7YmqWuSY7KKR9XHmmzRqnE33XRTu5XewuqmCSw9rKb46T/+4z9iJTqElZ3m71nHko0YT37tff/9923mzJl2/fXX20svvRSbRH1z9NFHeysCZpHkVasCun71drqkddX1qQSEH/7wh/ad73wncluz/D0e+aQBO9ZKVkpbdp6OJx7MU28kqksm8VPQ6pv33Xef/eEPf6hYlVOrX86ZM8d69OiRqMK1DtJEuD47qlel1DFKzNObMTfYYIPE53355Zdt7NixptUvqzd9B+pGyL777hur/KCVMVWIVse85pprvJcAJNn0mag2n3vuue0Oj7tK5sKFC+3AAw+sWEVV9VPMkNU8pZ+F5kK16fyl7ZBDDvHilLjnTZLgqnMGrXY6aNAg702vunFXa9P1MW/ePPvRj34UGFuFfWe8+OKLNmTIEO9FEeWbxsall17q3fCJ8mKIWgnapVWXg1bFDVpxVfXRGFPC3xprrBE6VHWzSvGBktyrr9UkSeKhJ/TZIWgs6OajbjKGbUnmv9Im1ZbXye93R5LfA1m1Q3ULG8N+c+pp3o6cpLy33nrL+y545JFHKrpYLxTQZ23p86ZW/+tz6sILL/T+89ui/tYlfgq7yvg7ArW/Wsv/qu/ZZm5+n0fNqE9pdXm9DX7+/PkVVdADRtOmTUscU8Zpj14OMnLkSO9lJOXbkUceaVOmTMl8LiLLucM47dS+UT7zg1b81pyZ4uiwODJunbR/ve9j65rT7yK9QOfuu++OPXeo+FVjRA986cGlem95nEvLag5Zz49oHK655preA4WKZbJ+aVzWc6px+jvK/fl61U/jVA87rrfeeqZ5YPnqnkLc36Bx2pv3fYlfAJYN0gAAIABJREFU895DTa9fJvOLTW9FAyqg+axRo0a1O5Ne8KYXyTVi0/e35pHKt1ovkwv6rA2bByiVz/detF6N8r0XrSSzPMY/UesetF+WcX+z7vEGtS3oN5T218vaFDs3Y3Mt7m+GUbPPSXzW7B7g/HUWIL6sM3Ca4pU4pxcjaz5Sc19xNs1l6D6NYp+tttoq8gt8Fy9ebLovW32fdODAgd73ZSMWYnjttde8lw4vWLCgosl+91eznK9Q7KJnHUuLG9RzfkJJy2qfXrCs+V2/Zy5q9bd+V+g+vp7X0L23LBM344yz6n11n11jRQtHaMv6GQe/5NbqF1X7vTw36cusa1n4PTO33377mX6XderUKRFj1gmufnPmWf4eStRIDvIEXIsvSXCNMXAb8UDtAQcc4GXy683iab4AkjzEEoOikLvW+8ZgIdEyaFSWAV/c6vDFGV2Mz5ToVkXZ07WApijutCNQoPATXEErfI0ZM8ZLXoizalKScRR0g6XW+fOS4OrX3tLEihJV9JBKlKSAWm5Z3aRN0jdJHmivPs/rr79uWjFLKxjFnaTyq7Mm1fTg9957753aNolJ+TGNiCVL40krzOktb1muSvjBBx/Y1KlTvSSa8hV0k7roRUo//elPvYcYsv7c0O9hTXZecMEFmdRVE9xnnXWWNwEaJSm3Eb/Ho7pHfcAjanl53Y94MK89E7lemcVPfjeWtGrqn/70Jy/xs7TV6+F2la83ieuzUnM3ft9l+vzTZ4o+/6Ik4pXqrBsOSsgL+mzTd4BuXulBtCTzdPqeGj58uO/D4Uk+s/Xwid6ges4559ivf/3rdoNB9dUD9XrhQdTt7bff9ur46KOPth1Sj7ebRomnkq7wmTTBNWgFVUGExTtKCtXYUaxWK74K+84IWn2y1BlKnj3ttNNs8803941BdEPyueee85JK/RK0oyZZPPvss94NwPK3z5bqoPlqjTk9VO8XV6sNuvmrl/boxnf1pnEpKyXy1nv75JNPvAdKyz+bdE59Pul3lV6MU2tLMv9FguvPvPizfGt0gqvOHbQSsZIYVL/Bgwf7xpxhn6uldkVJdtK+xE/1vsopv+ACmcWvWTjlKcF12LBhXiyst75Xb3pr+6GHHppFk2uWETR3Wa/zZ/mge1ycKJ/5QQmuOpd+KykuSvL7oVZd63UfW9+Fehjskksu8V5olnaLO98T93x5nkuL8psnbnvL99dL4/T7QL/f1lprrTRFeat05PkF1I2un37zaO5Xz+ikvZeQqmOacDDxaxPQ3TplruKzPNMFPRSf9GVucduqOS69oEyrB5Vvtc6flwTXoLa20vdeWH/nOf4Jq3vY3+sd92f9zEBYe8r/rmusX79+vnPHjfpsKK+Pa3F/HOui7Ut8VrQepT1VAsSXORwSWT5Tpu/eE044wZvHDLsnJ4qgOLaeL9au7gK/F8UEnb/e8xWKETS3GHRPNsnw0Wqtet7B79mCJOVpDkVzn0rQzfL5uSR1mTFjRsX959NPP917niTopc9xzvH44497z7OVJ3sHJa4qQfuoo46qSJLOOsmVBNc4vce+1QKuxZckuMYYw418oDbtF0CSh3FiUBRy13rdGCwkVoaNqnfAV6uqJLhG70g+U6JbFWVP1wKaorjnrB3bm9kLOalT4Se4ghJM9dYrPVikB9rruT300EPem7bKH86v9VZf1SXPCa7lVlrhQhMrm222WWLCej+cVKtiaRJclQykVUE1+eWXrJAY5B8HylYJQZtssknaohIf38hYsjQRq4cE9LBemk03ER9++GFvUnfRokVpivI9Vr8n9ftGCd5ZbFoVS8lds2bNyqK4ijK0IqJWe1EyVa2tkb/HwxoZlqwUdrwrfyceTNRThYyfol5/9Xq4vdQTYUmu2k8PPmmF+R/84Ae2xRZb2Oqrr96uI9WeV1991Xs7aa1VzdMmt+rEqrOSNidMmBA4oEp11mrcnTt39h5ULl1/Sl5Uwp6+x5966imTseK2oE1JXLpBFedh+r///e/eMRdddFFFsUoW69+/f6ILwe+goAf9SvtuvfXW3vdM165dY58zaYKrTvTee+95bxNWe/02xeN622vPnj3tm9/8pikhWN8Dv/nNbyLFV1G+M8JWjlS9ND70nambhaqHjtEqylpBtvqNwqV2KLFPLzjRQ9phm2IT3QQ88cQTA19kIYu+fft6yb96OcX//u//egnXSqwNGpdZXEdhdS//+4oVK7zrTUlA1VtpJSz5adMN9upk8CTzXyS45iPBNezzVteDvhuUyKE3YkcZv+VjKEqyk/YnfopzxbJvTgQKGb9mYZunBFclszXz5XiKFzW3JpPyrU+fPt7LLfTAV9ZbvR90r1XfKJ/5tRJcFf/oZRuK3bLc6nEfWzGlVpa79NJLM3kpXnl71f6rrrrKW7Uji82FubRGzSEneVlSdR80ck61+txR7s83q376jaBrLe3cbxZjvlFlEL82SjrWeYjPYnHlY+dmP5gftPJVrVUi857gWurZVvjeCxrFLsQ/aa/ARsb9WTwzELW9Qb+hSseHPYcR9TxR93Mp7o/apiLvR3xW5N5tWtuIL5tGn+8TK4adNm2a96LdLF7IX95aza9dc8011qtXr9AkSL8EU5WV9MXIcdT1HTl69Gi7+eabKw4LerF3o+Yr1CdK1kwzP6HnDKZPn24nnXRS5v2rWEYLYxx//PGxnkuI0zelfXXvV89IaIXh6k1JqLpnX9r0nMg222wTehotGKEXM2+wwQbt9lUMrpVb1bbqlYwvvvhi7zk/v2cx/FZ7Vf/pOtBLeNMmA5PgGtqt7FBDwLX4kgTXGMM56gN9MYqsuau+ACZOnOi9ASDu6jtJHsbJqt6ullOPG4OuWjSy3o0K+PzaFOUGWiMt8nwuPlPy3Dv1qZtrAU19FFq+1HPNTE9Cn2dm/7ecU3NYCp/gKlYlWGi1oeotzeo3Ubor6UNqriS4ykAPM+tBLa3qluQN7I16OMmvv5ImuCpZWZNJmlyJsilZovT2PE1yLV26NFLShm4sa1VPJU6knYyJUs/qfZoRSyoRQquufve7301SZe8NhFrFTCutRVlRV8Yaw6VNSU7Vk2h+FdFE2dVXX+1NyiUZ96UywxJ/EiFUHaSEmV/+8pem5KagrdG/x2u1K0qyUhYuzS6DeDBRDxQ2fgq6sVRSatRLOZTApO9lrawS5UZb+feb6hrnM1QPeiuZIE6yqN+o0Y0xvRzh2muvTTSooh6kB3G1QmWUVbGry5w7d267RL8s33Cq8wUl0pbqkmYF4DQJrqVxocTO++67Lyp3u/10Dey6665egkD5FvU7I0qSa5zKKXb4xS9+YVrBNWqMpht2SvzW9ZXFy1EaeXOz3Cbod1W1n1+cnWT+iwTXfCS4qn+z+LxV7D1mzBgvXi9/EU2UZCfVgfgpzicV++ZEoLDxa1rfvCW4Bj1sFfXzKY3HO++8Y3oYfP78+RXF6CUpWuU9izfiV9evkQ+6V587immtBFeVpxjstttus4033jgNfcWxWd/HVrynl5kp/gvbql8Uojkarf4QNq+l71V9p+6xxx5hp6j5d1fm0ho9hzxixAjvN6Dfw3hh4M2YUy3VKcr9+WbWb9CgQd6catK53zD7vP2d+DVvPeLVh/gsl90SXim/lwnrKH2H635Q1PmZ8DO138NvLiTsZXKuJLiWWlvk7z2/Pncl/kkyXsuPaXTcn/aZgajtDXvZo8rR/JNiubjPBEetQ2k/l+L+uG0r6v7EZ0Xt2aa2i/iyqfz5PLnus2tuL8r9a93v08v111hjDa8xeoGo7p+E3auPmtwXNPeol+5qfm299darG2LcF8U0cr4izfyE7vlqQRUlaYbN36XBrZXwmabc8mPr8axY0PxvrXvlegZT99CDYrcgc10/ejHzEUcckeq5ExJcsxpRrVmOa/ElCa4xxmk9PiSjnF4rLum/OA+oJXkYJ0pdirxP1jcGi2yVZdsaGfBV1zvKDbQs2+pyWXymuNx7yeruWkCTrJUcFSLwz2b2upmt/Y8E12YmurZEgmvQjY40D/tHGeW6qTFs2DB78sknK3YPexOaSwmualiaB+wb/XBSeUckSXDVJKJWrrrhhhsCh4BWixs5cqSXzPK9733PdxKltDKYVp3QxFfQ5KRuBiqZQ6sA1/MGvV9jmhVL6sFOPeikVfbibPpNqZuV556rewj+mzzVN/IMWn1Qb6jTg4RKSFISfFASSppxr9qFJQloHGlSde+99/bquvbaa1eslqh6aoVqTW6rrrXGUVjicLN+j/v1UtRkpThjI4/7Eg8m6pXCxk9BN5ZKSvV8uL26J3RzYOHChXbyySebvgey3rQKtlaoUnJsVt9r+jzVDR6tYFSPm0hJ5g7L3fziwXrcNAx60E91SbMCcNoEV50/zo3c6jGnxFa9/ELfzXozbPkW5ztDCdxaxVbjL8rLLILGftqV3NUOXdO//vWvE19eWuX15z//ue2yyy6ZXUdRKxP15Rx+84JJ5r9IcM1PgqvGiGJG/ZZVzB3381bX8uTJk737MHqbMgmuUa869nNcoLDxa9p+yVuCq9oT9NKZWitzpXXQ8X4vQ9GqrXPmzLEePXpkcYp2ZTT6QffyCmSR4KryFKMrrkv7wpxS3bK8j71kyRI76qijbMGCBb79pwcQhw4dagMHDvR+F2m+p3rTC/LeffddL2bUGPzDH/7gW1baJFeX5tKaMYeslXKnTJliXbp0iXUtNmtOVZWMcn8+qH49e/aMPR9bgon6AK721+otiidLD+/GwnVsZ+b/ctlhxGe57JbwSuleiO7tVL88op6r3qtWn3zyifcCZd3LK9/CkudcS3BV24r6vVc9ulyKf8KvjNp7NCPuT3vvNEqbq3+76ZyKK95///22w8OS0KOcJ2wfl+L+sLa00t+Jz1qptxvWVuLLhlG7caKw+2j63tK9Rr0IWr/DNU9U/dmk+/W6t/rggw96q5/+9re/DZxjClvBUmUpAVArY5ZvjVjxXOdV0mL5VuvF3o2eT0n6gmu/1URLbSz1r/pY93HVv3r2rdTH6o/ly5fb22+/bY8++qj3nNfvfvc73/5VWVoUQ/OIWT1X4Rcb6yV9uhef1eY3/6v79Lfccov3QsDq+4t6xk8vNA+bJ9J8qVZFVr8lLSOojSS4ZtX7rVmOa/ElCa4xxmnQA7VRJuHLT6MPME0w6eG2P/7xj95S1voCqPVm/LhvOUjyME4MikLumuWNwUIC1alRQQFfvVerq1NzClssnymF7drAhrkW0LReDzWsxcrAOqfsbFrJtRmJri2R4Ko3serHsB6oLd/qfXPD7+G4KOesR4Jr3GROTS5oQuD//b//5yUUaMJMSQFBiZhJJ1aCHk6Kk7DQqKs2LCFRyQYTJ070VpKI84CdEpuUlKO39/k9KK6kTE30aCXXRm5pb8BX11UJmWrfq6++6k066W2AQeNJSRt6QCDqJJ3Gqx62V/Kx36YH/s466yxvpeGwSbHy4zWxqLdzX3DBBb51TTrudY57773X9Fbs6j5Xf+t8Sm6N82Zh3ajWZ5wmif3Gkd54p8/BrFd/8futt99++3mrQHbq1KmRQ9apcxEPJu6uQsZPQSu+S6neD7cH9YS+83TDTC8cSJMMWCpfSftatfTQQw+N9dkWdaRoPvDhhx/2HnQPevg7alml/fS9rs9OvWggzWrdfv1bj34NetCvV69e3vdu+YrlcSyySHDV+dRHmqe95JJLAm/EltdLN/z05lvdcNX/9osZk8SLH3zwgfeiEq12FWcl1SzHsH6bKFlBFnHG6+67724nnXSSd+M7TjwTp7+j7Lt06VLvhnStJF2/WCDJ/BcJrvlKcNX40M33559/3ltVMEqituJl3WzWtbz++ut73ykkuEa50tinQAKFjF+b1T9p5svC6tyMl+MFzVfW+4V8QfFd3HvyYaZJ/x62gqvK1feLEk2UiJHFltV9bNVdyTd+LwsqfSeOHTvW+50XddM4UTx/2mmn+c5N6SUSuu+72WabRS3S28+1ubSsrv+//OUv3ks7ND/59NNPe8ntQQ8SyinspXF+6Hm/P5/1nG+5gZ7TUayo31t6Rsdvy/r6jTXwG7wz838NBo9+OuKz6Fa52bNZD+Y/88wzdvDBB5vu45W2KMkAaT9r+d6rz9BzLf5JqxAU9+f1mYEo7dV9C70sQ/cuStv+++9vu+22m3f/oXwLe+F4lPMF7eNS3J+mnUU8lvisiL2aizYRX+aiG5pfCSW36j6enq3z2/Syf91b2XzzzSM/C6X7q/fff793j8Xvnr3u/2qObKeddgoE8ItptXM9X7IddN+61jnTxtAlgPK5n8cff9ybN3vppZd8ffTcmpKNoz6bpnZpDtWvj5WIqmcL4szRqX91v1vPOPjNJ0Z5WWCakV+PxRCq66zn1+SiXK3qLWpya+k4xfNK+pVX9XNxWuhCz8sleSaCBNc0o4hjXYsvSXCNMWazSnD1O6XK1koFekjY7ws+zUPJMZrY0rtmdWOwpRETND7vN9ASNIlDECiEgGsBTSHQ89mI8re4ldew0YmuLZHgKuCgVa30w1eTD1lvQfFtlIfU0ty4zOpmlZ9HWLJfkkRMVxJca9301O8JTVIquVL/O8mmm/Na6ffEE0+sWM2oVJbeYvfLX/7SlCDdqC2rycOg+r788sumh/oeeOCBdrvUemtf9c6y0wNTSoLxS+w8+uijvcTjDTbYIDFdrbomGfdBk7lJyipvlCxmzJjhjaPq5OEoyfVJgEhwTaJmfhPkLswhJWtstkcVNn4KurGkiXgl2q+zzjrZSkYsTd/9SmBSvFTrod+g4pSIp8SmvfbaqyEJeYq/VF+9ZVSxX5JNSYT6TtGDzFppMIvNr3/r8YCN35tw096czCrBteSoG3Wan9XLUx555BEv7iklmmoFK930UnKkEou/853vtPFnleBaKrC0YrvejvvUU095ddCD2KVNddELMpQg3Lt3b2819TgvMIkybmShZFHVQf/Jxa8Oun606u8mm2ySKtk6Sp2i7qNEC90UVrKF+rC83irD74ZrksRGElzzl+Bafi2/+eabNm/ePG/8agyU7r0oplU8r6SjAw88sOJa9hsHUV+Ownxa1CuU/XImUNj4tRnOaebLwuob9NIZrdyoh8S6desWVkTsvwclctZ71dgiJLgKWy+Y00NoG2+8cWz76gOyuI+th+21CoFeplK9KTbSihqKLaM+MFddhmLWH/3oR77zhnrIUXNfUV+U5uJcWr2uf8Xkzz33nLcicNDLO+Ku6JH3+/P1nvPV2A17AFcv9tPv9mbNdaT+0IhYAPFrRKjG70Z81njzTM64ePFi78WgWjWxfFNSm77Ls365p74v9f2qubXyLcqqsWk/a/ney2TIVBTiYvyTVsG1ZwaitHfhwoXeXFN50rk+A/TZoBeqaa61tEW5VqOcs3ofl+L+JO0r+jHEZ0Xv4aa1j/iyafT5ObGeKVMCX3XsqBrqnsmll17qvZA/6UuV9R2nlzz4PV8V9hvb7wURqpfuPyru3GijjTKHVDzcr1+/ime4wl4UkzaGDmqE2i9/zf1Ub3HjBb+FTlRm3Lmj6nrUSo5Oe6+/VueWVpTV+C1tmie/6KKLTAtTlLZ77rnH9AxFlE1jXH2t++r/9V//5b20T8eXb/q7FqnQM4NR5zNLx9dKctW9feWK6aXrca41Elyj9Cz7BAm4Fl+68HBibhIa6pngWhpQtR5K1o0lPRTdyAfGW+lSz+LGYCt5ZdXWvN9Ay6qdlIOAawKuBTSu+TpW3+q3uJVXv1GJrrmJB+vddx9++KG3WqIewC3fBg4caHpwbO211860CkE3WvXiFf2QrrWluXFZz5tVqnNYIqbekirPqMmEriS4apJQY6U6gVKTLkomOeKIIzJJelByhZIT77vvvnZDJGxSMtMBbOa9HU5vvK3ekqyWFlS3N954w5T0rQSX6i3qA50vvviiDRkypN1DDSov7tveahkqYVRJzH4PKsZdLSNoMlcJZHqrX9KHHUvXqFZyPfnkk9s1px7JVCS4JrvyiAeTuf3jKOKnVHzJDtb3v26sKFFT3wOlpMTyF8kpIVA3wPSGWD24rRVQm/Wwquqrz2098PLss896q2S+++673go95ZtucuimouYF9Z2nuiuGiXPDI4qo343DuDfMopyHfRBAAIG8C/j9xtBvSCUohX1nED/lvXepXw0B4teMhkea+bIoVfD7ra7jrrjiCi9xMetNL7IZNWpURbFxXviVtD5FSXBV+/W2fj2clvZFJGnvY+v3R9BcjPpUc1zbbLNN0i5rO+6xxx7z5iBLL4gp/SHsAcHqE7s4l1bv67/WahLyi7OiR97vzzdizrc05mqNWa1AoznVIm/Er7nuXeKzXHePf+WCnivUPKRewJVkpZ5aDEqg0ypb8+fPr9gtyn2WtJ+1fO9lP0BdjH/SKrj2zEBYe4NWcp4+fbrpRZvVK7uqvCjPZYSdt/zvrsX9cdrWKvsSn7VKTzelncSXTWHPz0nvvfde75nE6mfKFKP+4he/8F7UluY5ILVUL3o56qijbMGCBe0aHvZ8VdCzeap3//79M4UMepFg2Iu908bQtRqhe/Xjx4+3a6+9tt1uUeOFoN8jemm2XuL13e9+N5Xj66+/bocddli7lVwbMV9cXvFPPvnEm7PWSx+1Jfm9VevFZ1k8Z6nyFQNqMZLqxR9UZ/2O05xx1NV0SXBNNXRb/mDX4ksSXGMM2UYkuIZ9wcd9u2mM5rX8rmlvDLY8YEKAvN9AS9gsDkPAeQHXAhrnwfPdgKC3uJXXut6Jri2T4Bp002PDDTe0OXPmWI8ePTIdLZq80Opf5VvURIY0Ny7rfbOq1J6gh1P0d73Fa8yYMZEm51xIcH3rrbe8icjqJExNumSRkFg98GpNSl5//fXeRFLaic8og72ek4fl5w9KHpa5VreotSquVhbUhNWtt97arkl6O6J+46V9yLG8YCV3acVnTfJWb3EeqvRbYS9sMjdKn5X2ef/99+2YY46xuXPnVhxWj4R+Elzj9Mz/7Us8mMztH0cRP6Xi4+BmCVTf2Iz7EHqz6s15EUAAgSwFHnzwQW9l1/JN8bXi4zXWWKPmqYifsuwJymqwAPFrRuBp5suiVOHjjz+2kSNHtnujfJa/10v10MNuesGZkubKt3q+kb90niIluCqm1sNW1d8tUfq7fJ+097GDVuPVQ4y33HKL7bnnnnGr5Lt/rQfq9QK5KVOmWMeOHWuey9W5tHpf/0Kr9bBjnJfb5f3+fKPmfGVaa8xeeOGFphXXirwRv+a6d4nPct09wZULWjEp6kPpcZrt9/tVi2bMmjXLunbtWrOotJ+1fO/F6anwfV2Nf8JbVnsP154ZCGuvX9J5+TXp9wKhqDFy2LlLf3cp7o/aplbbj/is1Xq8oe0lvmwod75OFvR8Tj2eKQtKpA17HvG1117zXrZfnRyrZ/smTZoUexXNWj3w9ttv2/Dhw+3RR/XI6/9tYUm4aWPosFER9D2uFxvq+bLVV1+9ZhF64dywYcPsySefrNgvy98ijUxEDmqsXgyjZ8u0arC2qPfwSuV98MEH3pi67LLLwrok9d91jeneoq7B6m3dddf1FrE4+uijrVOnTjXPRYJr6q5o6QJciy9JcI0xXBuV4KoqBT2MX6/khhgMhd017Y3BwsLUuWF5v4FW5+ZTPAK5FXAtoMktZHEqVustbuWtrFeia8skuAozaFXVKG/bjTPkgh6IU0x05plnhiYnprlx2aibVXo45c477/SSeKvfQBfn7WF5T3Ct9RCO+lOTIVkmUJbGWdBvljgPU8UZs3771nvysHTOoOule/fu3hvXOnfuHNiUoMlbJXfqIfmwh/qSGAUlIOuhRT1UqdX/am0rVqzwxo3qV76dc845pv+ySl72S7LfdtttbebMmbbVVlslabrvMSS4JqMkHkzmVnYU8VNqQgpotIDf9109bho2ul2cDwEEiiugm/1jx471VlbVKt16gHeTTTbxVqBLutK134teoiY3ED8Vd6y1SMuIXzPo6DTzZVFP7/dQdD3uHz/zzDN28MEHmx7SLm16IKcRKxq6muCqFQw0D1Q9D6kVMJQovPHGG0ft5nb7pbmPHbQqhU5SjxfVBT00GXWcujiXJstGXP86T62X20W9h5D3+/ONmvMtXWhBD5DqJY5XXfX/2XsX8C2K8n18/mogWvDFc1ZKiYAaeDbEAyiKKCqekKNgiYog4iFN8UCaIGmCgicUE8EQEEXxjJCoROIRD6XfzK9aeUrToPRXZva/7qn9tO++M7uzM7v77ux7z3VxWZ93duaZ+5ndffaZ536eq8UGG2xgfe+W/ULar2XXkKB9VnoV1Quoq6qatY/t73//u6zwhArt4WYa3O36rOV7L9vN6av944qCbzEDSetVkc7DyZJVcSDbbrutPLvt1q1b0vCJv/tm9ycuqEk70D5rUsUXt2zal8VhXaqZVP5ECJgmSb7pgnRcG1wfR7TUvcfSxPeZyqhKSrPjjjuK+fPni86dO2uHcbWhk+TT2fj9+vWTvkWchcW1Z599Vhx22GE1/tysY7B05OCs48ni1gk9DRo0qKULCn/gOyipoarqz3/+c7nvn3766bru2AMgziLBY1btoIMOEhdccIGAbxfFNVQNRFeQmEePHi3wv1WNBNesNNKc4/hmX5LgmmKfFklwjQtSLyIzbgpYKtPV5WCwMiA0YCFlP0BrACSckgiUAgHfDJpSgFZtIUyyuIURyJro2lQEV53N2bdvX+ms2GSTTTLZbaogNdMgIwjgcnBZ1GEV5ITzB4RdBPdEW1LmtaB/2QmuusPyLILn4jbb559/LjPEqRw7aSrkumzovJ2HYdkuu+wy6eSKthUrVgiQelUNVRVOPfVUMWvWrJqfka0XxNgsDitV8+J7EvsWh6bRhoqxEyfG5NYSAAAgAElEQVROjM1uqHsOXXLJJZk68lTOVcgbh6nNfiHB1QY1oSIy++BDsltsPlfRfsoHV46aMwLRYCrTqg85i8XhiQARIAJKBFRkhB49eoi5c+cKJHdJ23SEHDwbDz/88MTh6E9LhIgdyo0A7dcM9OPiLzOdXkfEMk1aZzIP/Aog/MOHEG55VIpVyeMrwRVBSosXL5ZVSm38MXG6cTnH1iVUzFOfuup1SfvUV18adFfE/R/skWeeeUYG3KEyR7glVUMJ+pb9fL5Iny8w0VWsRhAi9JpURcPkuVrWPrRfy6qZFrlon5VeRfUCwo7CGUz07MwkYD7NcnUVrkyrM7k+a/neS6Ot+L4+2z+uKPgWMxC3Xh0hZcqUKZKwgKY7fzVNUpKEt092f9Jamvl32mfNrP1C1k77shCYyzWJLqYsD+JosHJVTCJ+S0rGAhv14IMPrksed9ttt8mKq1k03TvbJCGNqw1tIr8qCaupf0IlX9bfIbqCCUm6NVm7SR8QofGthRg+NMS63nvvvQIFKuLa73//e0k0nT17trIb/KTA/g9/+IPYe++9TUQx6hPoDtV3EWM5ffr0uv2NgUBuRVVZXZEMElyN4GYnDQK+2Zc+BCeWhtBQJMEV+6sRRkUz39kuB4PNjJvr2st+gOa6Pl5PBHxFwDeDxlecPZPbNItbeFlZEV1LYw8WpTNVABAqJCxatEj07t3bWQxd1rPjjz9eBmCZVJR0Obgs8rAKYLke5pSd4KoLGDMl8LpsKN0BumkwlcvcuLYI52Ego80+0Dlti0hapKs6a0JU0n374gAWDjc43rJoCMIbMmSIQJa8tm3bymoIu+yyi6wQgyyCWTUSXO2QpD1oh1vkKtpPmcDIQYpEAO8PHEDdcccdLdMW8d4qco2ciwgQgeoggGcWkrrcf//9NYsyDegNX4QgZHxDnXTSSTVjpQnyoP1Unb3VxCuh/eqofBd/menUuiCsLH0xujPqInxNwMFXgisSdm222Wby3bRq1aoalcK3i+SF/fv3N1V1TT+Xc+wZM2aIUaNG1c1r8740FV61h4ABSJkIFmvXrp1yKF99aVhMEfd/AFpcdS4TvZb9fL5Iny8w1flCTQNITe+LMvaj/VpGrdTJRPvMCzXVCql7n2VpS6mqcKWxB12ftXzvZbcxfbZ/XFHwLWYgbr2qRESq6qyqc/00926cDD7Z/a57p8rX0z6rsnZLszbal6VRRTGCqCqMY+asEiyoVqFL4HHooYdKgl+HDh2Ui9fFOaWJZ0xCVRVDaBqT6WpDJ8mm8y+Z+idU8pkSQE1kC/rAt3f11VcL2DrrrLOO6Nixo9hjjz3EscceK9q0aZNmqNR9P/zwQ+l7feihh+S1QcEYVLd96aWXxJ///Gf59/XXX1/svPPOLcUf3n//fRkDgYS24Qbdn3322eLMM8+U8bIo1KAqfpFa0P9csNVWW0niKuRDbNyDDz4ok0rCdgwaimqAxK27L9CPBFdbDfA6IOCbfUmCa4p9WzTBFaLpPjyTMoarPpptsjDgYYqsBUuXLpVVdF599VXx5JNPtqCGUuzIhI7MB7169RK77757Ygl0FeTRQzmVrGvXrhUPP/yweOCBB8QLL7wgnn/+eTkU5t9hhx1Ez549BYyfTp06ifXWWy+FZv/d1eVgUDUZDC2UMEcGVfwXwduBzEF/vDwh/5577imrPiGY2/TlrnJW2ug4KrsuK3NexmyZD9BUjjRV1SpkJIHDEXsT98nq1atbMmx0795d6vWQQw4R++yzjwzcz6rhmYQDcmSExn2J++Kjjz6Sw2NeGIzIKoIgrPC+Uj0fkqpx2TxTyo4fcMKHFO7P5cuXy//i4yXIdrzRRhsJ3FPAsk+fPnU4ZqXHso7jm0FTVhwrJlfaLG7h5bsSXZuO4KoLIsuKXKAb3yT4JVCsy8Fl0YdV0exdwRpMnTg2xMai7n/dN0qaIGwXWXXBVKbOP5e5cW0RzsO4PY/fdNVGdVm601RKdsVH9c2AMU2CKFTfR7BnUQ3r61//uqtohV5Pgqsd3LQH7XCLXEX7KRMYOUjRCMDPgMBzVLFBy8LfVPQaOB8RIALNgYDuW69fv37ihhtuMLZbYbvjMPyUU06pq4SGg+yLL77Y6MyB9lNz7LuKr5L2q6OCXfxlaaZetmyZPP8J7DVcm6UvRjV+Ub4mrMVngivOe+fNmycTJoT1g3WZBCvp9oHtOfaaNWvEyJEjxcKFC2uGdql4brJX8Y6eNGmSeP311+X5KObbZpttYpOm+e5LK+r+D/B/8cUX5Xfba6+9VqMSkwR1ZT6fL9rni/lIcK3ZQj7EkJk8hqrUh/aZh9rUBfRnFZivGz9NXJfr+Rrfe9lsTN/tH1cUfIsZiFuv6kxWdc+/8847sgId4tTCLU2chkoOn+x+131T9evpX6y6hkuxPtqXpVBDMULoqm2axsu5SDlr1iwZUx/4hbbffnsjfoTqnWqSyN9UVtX48LPi7yAhxjVXG9pERlQYHTFiRE1XnHkhcV6SfKo4fwx03XXXyeR3ineMiUil6gMC6mGHHSaLCKKdd955kv+DvQ6fGHhXaCpScJTkCg4UvqFQNRhE3aLaBx98IOeFXsBTuPXWWyUHKq6R4FqUdqo5j2/2pQ/OydIQGhpBcNUdTAQP5HXXXVd5J9mQ0cIDIfsvSK0//vGPxRNPPGF8t+LwFC96ZDLo1q2b8cswjuAKWfARDwJeOGOBTigYQxdddJHYf//9U71wbA8Gw3KAELxy5Uoxbdo0GRATPbhMAhJkVxx4nnjiiWLTTTeN7a6rlmUSrB43sIrwkqVxGJ27zAdoSQRN7E1kVkOpe2T+SGowRGAknn766Yn6jRsLzmoY/8hkY3JPoPoVnhlHHXWUzEZSFoJro/ADtjAQr7rqKhnoFpCCk/SX5v5MGsuH330zaHzAtCIy2mRxCy/dluhaGnuwKD3qSINIKIIDwy233NJJlMWLF9dVC0gbpOZycFn0YRXA0mWkw7sAGbriWpkJrjrnVNL3gtMGilzcyMzCRTgPg+Wm3QfRrHHBOMgkd+2118rA07yb7pvBJIhC9ZyAvKjgimxyNkmF8l6vbnwSXO2Qpz1oh5viKtpPmUHJgYpCAN/r559/vjxYCRqC08855xyh80UWJRvnIQJEgAhEEVCRsNAHyTgnTpwo9ttvv1jbFd+n8Kmjb9Sfj+/kW265RcA/btJoP5mgxD4eIED71UFJLv6yNNPqktdl4Q/SBb6ddtppMts8zpnybr4TXFX2dIAZfCp456TF0fYc24UEmbeeo+P77ksr6v4PcIPdMmbMGBngGG4mZwhlPp/HWor0+WI+nBsPGTJExseEGwjEsBN1FYeLvkfymI/2ax6o5jIm7bNcYM13UFXgvKqao40U0aBujJE2uarrs5bvPRvN1V/ju/3jioJvMQO69eqqzaESF8is4aaLAzE5u43D2ye733XfVP162mdV13Bp1kf7sjSqyFcQXWKFMn/vqiqsAiWT+L4kNHUJIUwTxbja0Eny6ZK6mvp8detLe9aVJGcjf48WDgwKBkY5Xrqqt6+88ooYPHiwLOwHH+0WW2zRkOUg0Q2K5r388svSXkyKwSDBtSFqqsykvtmXJLim2HqNILjqXjZJ2RhcCK5w4J977rnipz/9aQp0arsiWHvs2LFyHJPAbR3BFSRPVCpDloK07Xvf+16ql4/twWAgFyrdXnDBBQLZM1wbskKAfIcXrC5jhs6QcXV4qAKCXMeMw6PMB2hxBFfcJziEjh4amugelU+uv/56Wbk3bUMV5XHjxsmqrWnb6NGjZaYSyD5w4EBZ8TVoRVdwbRR+n3/+ubjjjjtk1QUTcrAK40ZlbUmrb9f+vhk0ruvl9cYIuGRxC0+SlujadARXgKUjDQYf5sZai3REgBXICUjIEW5pq8O6HFw24rAKFboRpIJkJOGG9yMcVeuvv74W0rTERlvd2FynIyG67pM0sugOX5O+WdLMoeubt/MwmBeOJdgP+BduccEIqgADXDtlyhSZNa6IpvuGhaMO1UQ6duyoFUNHjsUF3//+9+VzJCkpTxFrNJmDBFcTlOr70B60w01xFe2nzKDkQEUiEBzuBL4DVnEtEn3ORQSIQBoEYPPCNr3mmmuUl8GXd/jhh4uddtqpJVnUP/7xD4HAvxUrVgj4w1WJKnGugYAJHHSbZrWm/ZRGc+xbYgRovzoox8VflmZa+CmmTp0qz6nCLYuqnCp/QJbVYU3W6TvBFWt88803xbBhwyRRL9yAJc4W+/fvbwJFSx/bc+z58+eLQYMG1c2lCrZPJVAOnX33pRV1/4ehx3MAicejewznyN27d9dqqczn8xC6KJ9vAJAuYYppAGkOt0NhQ9J+LQxq14lon7ki2IDrdWcsrmdEOjswbVyX67OW771sNpXv9o8rCr7FDOjWq4rriEsuruqflqQelcUnu99131T9etpnVddwadZH+7I0qshXkCeffFL06dOn7gwEfiYkOzY9+8hXytrRdXGNWZByVe/gNAXAXG3oJBxd/bK6bwXMi7P+K664QvTu3TtV8bgkmYv8PRoDF45fMCW4AiMQv2F7FVm11RUnElxdEWzu632zL0lwTbFfG0Fw1ZEYk4LKbAmu0fLbKeBRdgVhANl8N9xww9ihVARXZLMDydaG3BpMhqB6VEdC5cWkZnswiHHhcEKG1FWrViVNY/w7ZE4qO646bMFL995775XZJdI2XVZmVNBF9c88WpkP0HQEV1TZRaU3EEdsG/S7cOFCsdtuuxkP8fjjj8sKv7bETEw0YMAAgfsSVWQbRXBtFH6ofIuKM/jn2hCAACIYyCk+VS9Ls27fDJo0a2NfZwRcs7iFBTAlujYlwRXPrVNPPVVW7Q4312oJKjvR5sDE5eCyEYdVuoz2uoxdYczLTHBFJfnx48fX7JGsMkCbPi103yyoIr9gwQLRpUsX06FS98vbeRgIpCPxxlVE0B0kIsDswAMPTL1W2wui2euCcR577DGx7777aoeFUw9EeNiNqgZ79oQTThBwIoM0UGbHHwmudruH9qAdbpqraD9lCicHKwIBvAdgA6HyeNBgcyDZQ1W/g4vAlXMQASKQDwJZn2tstNFGYvr06ZIQlMbOpf2Uj345akMQoP1qCbuLvyztlLpqBq5neqo1HHnkkQLntu3bt08rplX/KhBcsXCcI8KejiZS2GuvvQQIph06dDDGx+YcW5ewzeUs2Vhgi46++9KKvP8DeB955BEZqBptSQTmMp/PYy1F+Xwx19q1a2XidlUS8yKTSFrcMplcQvs1ExiLGoT2WVFIZzSPrkqjq12lO69KawO6Pmv53stmo/hu/7ii4FvMgGq9uns9LlGGruBN2oTkgTy+2f2u+6bq19M+q7qGS7U+2pelUkc+wuBbd8SIEXWDl/17V8eNuPvuu8Uee+xhBRbel6jYifdtuKWJw3S1oeMER/GmyZMn18mHmH/EfZn6ZXVJ94K5Dz30UHHiiScKxLu1bdvWCstGXRQlAIeT/JgSXBslO+b961//Kn3CsAXR2rVrJxMkfvnLX04UiwTXRIjYIQYB3+xLElxTbOdGEFwhns7AQHZxHICpmg3BVfdyxPgI6ABZdOeddxbf/va3xZe+9CU5LbIYrF69WqBylI50d+ONN4qRI0fGZvqIHsohKB8B8XfddVfN8vbZZx8ZRI1AbLxYoROU57799tvFokWLlJnWkQEXL/fNN988Vts2B4MY8O2335aHk48++mjd+CDBQUeQG6TkgOgL5wbwQjaQ5cuXC1QUU7Ukw+Tjjz+WeGDt4YYqZCDepc2uosr+kUW25zjgy3yApnKkIQvu3/72tzriNe4RYAXjuVWrVnIv4h4FcUDXhg8fLgOlTIxEVE757ne/qyVRI6sKDE/cNyhV//rrr8u577//fvHRRx/ViID7+L333hPvvvtuy9+LquDaKPxAEkPGoauvvlqpjuAZ17NnT7HNNtu0PN+ef/55WfFVd4/igwIZ0qsY3OubQZPidc6u7ghklcUtLEkS0bUpCa4ACIFjsKPCLS7bp4l6VWPaHKa6HFw24rBKd7CTlDgGmJaV4Kr7PjnggAPE3LlzC62uqcMobzJnns7D4H5SEXyC32Bzwx6A/Rdtqu+LIki/UTl0GKEaFZK2xDVTogAIrkiIg4A62JpwwpWpkeBqpw3ag3a4aa6i/ZQpnBysKATwLY2qiEHyOZtkXUXJynmIABEgAvCBIjDBJWEmUNx9993FVVddJfbcc8/U/nXaT9yHFUKA9qulMl38ZWmnzCM5nm5M23PHtGsK+leF4IqKEzibAn7RhrMlBNW1bt3aCCabc2yd7zAuYZuRMDl18t2XVuT9H6jg1VdfFccee6x46aWXarSSdO5b5vN5LKQIny/mQXwM7s9zzz23blfDx444HRDCq9xov3qlXdpnXqnr38LmEZivGtPm7Nj1Wcv3XjYb0nf7xxUF32IGVOtFPNmQIUPEypUrW35GvChiORHLp2tZxoH4Zve77puqX0/7rOoaLtX6aF+WSh35CKOyNYoummCzMsS2I75+6dKlNZe7+Ch1Y6ZJFONqQ+uwAN8AhZsQfxZuJoXSomMixg2cmlGjRik5NUF/2CuwVfr27StQHOTrX/966ePgwVUCJyho4bi3tATX1157rY6jZLpX4c9FgtwtttjC9BLZL2r7mhRlCSbQ2XupBGhAZ8QlTp06VbRp06YBs3PKAAHf7EsSXFPs3UYRXHWZN+fNmycGDhyoXIENwfWZZ56R1XfCRC68wM4++2wxbty4WBIeDuhAArvgggvqiGAmzn+VERV9SV966aWy+qTqoA8vZBDRkP0KQfTRhvFxMBFHQrM5GMShx4QJE5QVIVGlEoeWW221Vewuw76CgYT1RUnCSQ4PXTl5G5IKhFQ5IG2zg5neWmU+QNM50sJrQ8AT7hGQS1UvYBjFU6ZMET/5yU/qIEnSb3ABiMx4yeMeizbMi+opIBKoCM2YH6ROBHZFM0SHx0o66LR5ppQFv7jqY/gA+P73vy/Jw7pK03i+4R4FRqp7dM6cOTVGs+neL3s/3wyasuNZQfmyzOIWhkdHdG1agqsq+QQAS8rArttzuiqmM2fOlEkz0jSXg8tGHFZhbapKlngfw37s3r27dvllJbjqcAQpGu//DTbYII1KnfrqbLpbb71VOh3zank5D8PyPvvss2LMmDF1iUbibLkykY9VdhzWh+8Y/EtKipOUaEWlW9imIATAGbfbbrtJp16ayldZ7xcSXO0QpT1oh1vMVbSfMoeUAxaBQPQ9kCZZVxHycQ4iQASIQBiBL774QgYUwh8bTQqZhBSS0YBshDMSnZ8waQzaT0kI8XfPEKD9aqEwF3+ZxXQyCOfoo4+uudQkmZturhdffFE+BxHgE7TttttOnk/tsMMONiJaXVMVgisWr6uaAL9SmvMlm3NsHY7QMfzBZUpQVgVfWtH3P/YXkpEPHTpUJtQOt9GjR0vi5vrrr6+8B8t8Pg+Bi/D5xp3hQwbcn8A2yXdq9ZAr0UW0X0ukDDNRaJ+Z4VSaXrqiBXivI54s7TMGxRQQw3XZZZfVrNEmrsv1Wcv3nvs2q4L944qCbzEDqvWqvslM4jZ157c2cRs+2f2ue6YZrqd91gxaLtUaaV+WSh3ZCqOzNfIuepXFKnTcCJAx8b2+ySabpJ5GxcUx4beEJ3K1oYOxPvvsMxnPD7/hAw88IAugRIswwXcIAufgwYNTfzfEJfTSARcU+QLpFUXdtt9++1KREqPfQkhIdu+994pdd91VLiktwVWnS5ONZet/J8HVBF32yQMB3+xLElxT7IJGEVxtDhhsyGhgyKO6YriZEEOD/jAokCkOgW7hypD4PamcfRzBFS+C66+/XgZIJzVdhSGTChM2B4O/+tWvJOkWwX7hBhxBWE2TceC5556TpcajYyU5NlUywLB58MEHtRV+VTiqsjLbjJOko+jvLkZC2rmC/qbGRRJB88QTT5TZlTfddNNYUWAsgmAKoni0gZQNHaPqqqrhvoLzCoTpaBs/frzAv6SAKwR2gRA/duzYumquwZiNILgWgR/WpyLv4++orgyik2lQBj4gQG5BVdxw22+//eRH09e+9jXbLVnK63wzaEoJYrWFyiOLWxixKNG1aQmuuoPK448/XlxzzTWJ74DoNkT1+COOOKLGVrPJ6otxXQ4uG3VYZUtU1V2X521ukqVLlREWMiUFMOUht221AFdZsnIequSIS3KB/vgOgC3Rvn37usvXrFkjqy8vXLiw5rd+/fpJu0F1jSsWuus/+OADmTk4mtkwTZY07DVUq01LEghkQoVXOEEPOeQQAWd5keuHDCS42u0u2oN2uMVcRfspc0g5YFEIPPbYY2LEiBHyYA2+ohtvvFFmJWUjAkSACJQVAfhUcVYAsscTTzwhfe4vvPBCjW8USY46dOggUMUO/7bZZhvn7NS0n8q6IyiXJQK0Xy2Ac/GXWUynJbfZBEXrAsdOO+00cfnllxtXGrVZR/SapPO5LOZQjWGaVFAXjL5ixQrl2SzOyY877ri6RLQ4p8KceB8lNZtzbB35MY1PKEmurH6vgi+t6Psf2NuSwct8Po91Ze3zxfNt7dq10hZcvXq19HHivBf/X9XgX8dzL+kMPqv938hxaL82En2ruWmfWcHW2ItUyXfTBtIHK1AlRkZg99133y322GOPVAt1fdbyvRcPt0lcWhXsn1SbTtHZt5iB6BJUsZboY1JdDufQ55xzjpg2bVrNsCbk2KgcPtn9rnumGa6nfdYMWi7VGmlflkod2QqjK4JhEo+WrSR2o6kS8ZkWlYrOqHvvmryzw2MV5U8B5+WKK66QiQ1tiwmAtwCbHXwWnf8jTjPAGr5L7Jc+ffqITp06OZ+h2e2Ef18VtXeiZOdGE1yR3Ai23e9+9zspL77PkNQonHyOBFeXHcBrXRDwzb4kwTWFthtFcEXFoMMOO6yONIpy5CDHqVpagqtqbTZl6HVGQFJ1IB3B1aa8ui4TLrKvg4yoqgALDG0OBlWkYFuyGwgsqMQJOcIt6ZBRty/TZuhTGYM2TpMUt5TsWpTBF5bLxJGI/nEH6GkrluDQDATT2bNn10CURHIAWRxzRQkJaQ/WcHB3++23i1GjRikruRZNcC0KP90zCWSuW265RSDzeJr229/+VoBUhn0bbldddZVAkEfaDJtp5i66b5XWUjR2nC9TBAKi66PhUfFMa6aGBCJ4J4crcdtUTtAFqYG0NnnyZNGqVatUsLocXDbqsGrx4sXKqttIBDFw4EDt+stKcNUF0yW911Mp2rCza5VQw2nqurkewIcHRIY8HCa//vrr4vHHH5cBhi+99JJSNHynYF/AmadqtsFltjjEXZdVpV8c0oLQhEQ+Ns7PsIyHHnqorIAAwmvbtm3zWHbNmCS42kFMe9AOtxJcRfupBEqgCESACBABItCcCNB+ak69c9XOCFTKfnXxl9kgqTtbtEmOp6swlpTE2EbupGuqRnDFWRUCmhA0F21J59dBf5tz7Eb565L0W1VfWtH3P3C0JcaU+Xwe62qEfMG+RFLD6dOni80339xmK3t3De1X71RWlMCVss+KAk03j65oAcj2SAyapqkqRdpWZnc9X+N7L15zJnFpVTxLTLOf0de3mIHo+lSxlmniOFSV5GyIOz7Z/Wn3SDP2p33WjFpvijXTvmyAmrOKFWqA6HJKXSKJtNwIjKVLFBOuAGqyziL8FYitB5fEJCFeksyIFX3++ecFODz33XdfUvfY3xEnhyJuSIKN6q62xFtbIaLxs9HicY0muEbvNxX3hwRXW+3zOlcESHB1RbD++tJU7GoUwdUmcD0twVVlyHTt2lUsWLBAdOnSJZVW8fH9gx/8QKBKD8bAh/s3v/lN+b91VSp1BNc0FWTDQqqceknOo7QHg7rsJjZZkQPZVaQLE2ekar3IOg+H4pZbbpmoPx3hBeXt8ZLNsxVh8EXlT9oLQX+dgW+bAVHl4N11111lddWOHTsqYdbtZZBV05Izdc8wTJxEhEn7TIlzRBaJn+6wwKXajCrTtm2GzTzvLdex6TBzRZDX54lAsxFcdcFlad/TqqQJNgckgW5dDi4bdVilszuSqjOQ4Jp8R2dRJTR5lvoejbAlIQUy+CPLne77pkyH0p9++qkYN26cwHdKuNlmZcTaYIvCntIRgE11CQcoZDvppJNyrYhAgqupRmr70R60w62sVzWb/VRWPVAuIkAEiAARqDYCtJ+qrV+urlgEfLVfXfxltgg/9dRT4ogjjqhJlGyTxFiVZK9RZx9VI7hCt7oEzfDPzpkzR5mUL7wn0p5j41qbGAPbfeh6XRV8aY24/3Vnv0l+v0b4VE3P57GXGiEf5v3+978vE8xvtNFGrlvam+tpv3qjqlII6qt91mjwdEnZ8bzB+113zhSVWxfgbxuj5iPBtWrvvSrYP673l28xA+H16mIt0yQb0hW9SEvc8cnud90zzXA97bNm0DLXGCBA+zLfvVAmW8N2pa7ciGDem2++WYwcObJGjDTv7ODCIvwVSIID3gYKB7Rp08YWuprrvvjiC7Fq1SqBWFMk2gkXWbGZAIVaLrjgArHzzjsXUhRKleRxyZIl4sADD2wR35XgumLFCm2RC0wS9vupfFx5E1yBAWL0/vznP9uoTHnN3LlzxU033VTz23XXXZeamxIM8Pbbb0ty9muvvdYyZlKRv8wWw4FiESDBNfsNQoLr//6vrCj1wgsv1KAbR0hLS0bTkTURtIyXet4fTqpDuTQZraLbTucAiCMvpD0YhBMSmS1AoEN2j9WrV8vMYjNmzBDdunWzuhNUxk/SARQmipZeDyY3zaqsIs644J9m8UUYfFF5TA/QdAb+cccdJ6699lqBQ+c0TZW5LU4WnaM7rSMrLKMq0AG/F0lwLQo/rEtVZdm1MvGHH34osIaHHnqoBd4hxY8AACAASURBVFoXgliaPVRk37yf+0WuhXNVD4FmdHDBvkAV7nAzSYIR7q8KUnN5JroE7Ph2WFVWguuTTz4p+vTpU+d4Snqv5/FUaJRjtBG25KRJkyS5tXXr1looUfUdWeueffbZmj6NcNzYHvgn7ZPPP/9c/OY3v5FZ/uBUhjPUtqES7lVXXSWQ/CUPG4QEVzvN5KELO0l4VRYINKP9lAVuHIMIEAEiQASIQBoEaD+lQYt9iUA8Ar7ary7+Mts9oTvjnTJlijjjjDOMhtVVgkXFUYxR9POtigRXKEKVQBV/h18EZ9hxlRnSnmNjXJ8C3avgS2vE/W/r92uET9X0fB57t2j5cE4Cf2+PHj0Kr0Bi9JDOsVPRz/ccl8KhC0DAV/usAGgSp1BVacQzBwHFSARq0lTJ3b/zne/IhKQoOpG2keCaFrF0/U3ee1Wwf9KhUt/bt5iB8Ap0sal33nmnOOqoo4yg0ZFk097bPtn9RsA0eSfaZ02+AZps+bQv81V4o+K4slyVKzcCsugSxaR5ZwdrKtJfsfvuuwvEp+2///6Z+irAF1m5cqWYP3++uP/++8VHH31kpTLEzJ999tnSn7LhhhtajWF6UdTuUn1LVZ3gaopVmn4qf3MS0TdufJVN2og4yTQYNEtfElyz13TTE1xfffVVceyxx9ZVx8mS4IqDS5DmLrvsshoNwpF26aWXigEDBsQGcLuqXfWQPO2002RlpLjAcd28MHwnTpwo1xRuOISdPHmyaNWqVd2lNgeDruuOXm9LcNUdPJtiqCK8mF7rikGRBl8gq4kjEX11Bn6aoIAwPmmJ52+99ZYYMmSINCaDBqPwwQcfjM0UEqcTXaBDEhEmrexlwC+LoA4VlrrnJT4mkGWzKo0Os6po0vt1PCaE+KEQ4tHwSprRwaU6tExTEVuXNCFtFdiwHlwCdhp1WPX444+Lnj171t0YvlZwJcG12GCnzp07iwkTJshvo/XWWy/2AduMh9Jwgj799NNi+fLlMhEIkgGlafj2hJ2NgLKs7RASXNNo4r99s9aDnRS8ygIB2k8WoPESIkAEiAARIAJZIED7KQsUOUYTIlAp+9XFX+aie1UVgjSJ7ZDId/DgwTXJq2yqwLqsIXxtVQmu8NGef/75AsThaDvrrLPk2bbuXNzmHNunQPcq+NIacf9/+umnYty4cQLV+8ItKYF2mc/nsY4i5MM5wSGHHCKQSBTk8nXWWSerR5hX49B+9UpdRQpbKfusSOB0c7kS4XQkuLRVYMPy+Uhwrdp7rwr2j+v95VvMQHi9qljLtMR1jIdkyYcddpjAcyLc0lRn9snud90zzXA97bNm0HJTrpH2ZQPUXgWCqys3ArCrikL16tVLVuTccsstU2mmCH9FWCDwBc455xwBv2FW1VzD46Owweuvvy7jvGDb4F9awiuKRcHXuemmm6bCMk3nqK2D+DL4rsO+HFSpReVQ8C7QNtpoIwGuyJe+9KWaqVAZd+zYsXW+pyRiZ6MruKbBy7Rv1gTX9957T8ybN0/ABx60rbbaShx99NFK3papnOznjgAJru4YRkdoeoKr7oUYR0iwIaMtXrxY9O/fX6nBrl27ykBuHIbgf2f9olQ9JG+99VYxfPhw6x2lWk+/fv3EnDlzRPv27evGtTkYtBYudOGaNWvEyy+/LIPA77jjDplNN9ySDqCCviojzCSjl84ANK3+6oqBbn8nEU1c5zW5Xmfg22KjGi+ObKsirdga1uH1gsg+fvz4GgiKJLgWhZ+KIIxFL1myRBx44IEmW0DbR3VIjWrXV199tdhggw2cxi7Lxb4ZNGXBrYnk+B8hxBtCCPw3jxY4tpb/Z/DS2IN5LNZkTB1B1bSKgipIzbVau0vATqMOq3SVWJPeDbrrkpwbJrp16VOmwyqdLC6H6ybYFOE8xPfPKaecIoYOHSratm1rIpY2UUojMpPp7jc4Ga+99loBh2geLfydg6x/JoRXOCHxHagiorvISIKrHXq0B+1wi7mK9lPmkHJAIkAEiAARIALlQoD2U7n0oZCmxr8khPj/Si9xYwWk/WqBv4u/zGK6lktUvr80yfHuuusuGWgSbscff7y45pprcs/Ar1p32QPwdH4wE1/hm2++KYYNGyaDqMIN/hmcYevO6m3OsXWkibiE0C770OXaMunc1pfWiPvfVtYyn89jH+nk6969e6J/9oMPPoj1Q950002S0J93dRGX+6HIa2m/Fol2JnPRPssExuIH0RFUTQsPIMHoCSecIBYtWtQiPGwH/P/evXtbLchHgmvV3ntVsH+sNl/oIt9iBgLRdbEbKMSCZMnrrruuMTS6qnJpEhb5ZPcbA9PEHWmfNbHyG7N02peNwb2QWWFDIi4I8TrhhkRPSKTQrl27QuRwncSWG4F5dXa4zTs7zl9h4hMM4wC51q5dK1DECfyRBx54QIDzEpAzo5ihsBtIrknFGFyxBuH1D3/4g3jiiSfEvffea0x4HT16tCxol5evReeLtVlvwJWIfg8l6ZAEVxu0eU1ZEPDNvvTh8LY0hIZo+epg0+UdpGxzwGBDcIUxg7WAZBnX4CTba6+9JNn1gAMOEJ06dXJm1medBQDyqzJc7brrrjI7QMeOHeuWaHMwaPrgwUsfhgiMj7ffflugChsCvPEvSmiNjmlKcFU5NDFWElFURQKEXmfPni1w+J13s9nfecsUjK9zpCUZMjr50hJcVQehWRARVOTvIgmuReGny3J33XXXCZC6XNorr7wiYJSHm+m96jJvkdf6ZtAUiQ3nkgigquqEHLCIEluDKUpjD+awZuMhVc/vvn37ysCnTTbZJHYcVRUH00NT3cAuATtlO6xKejeR4Jq8TRtFts2S4IrvnJ122klsvPHGYvfddxe77LKL6Natm9hiiy1SZ/D34VA67+/Y8K6Bc/b9998XjzzyiCSwIuufruFbE98wqJyQVSPB1Q5J2oN2uMVcRfspc0g5IBEgAkSACBCBciFA+6lc+lBIQ4JrOhXRfk2Hl+zt4i+zmK7lks8++0yce+65YurUqTXD4HsYFUPjKsDoAqrvvPNOcdRRR7mIZX1tmfwqqkW4EFwxHhLB4rwPZ8fhFucTsTnHLjuO4bWXSVZbWRpx/9vKWubzeewLV9IVnmsIDr3iiivE008/XXcbI8n6xRdfnKn/0fqB1+ALab82WAHpp6d9lh6z0lyhil+JS4gfFlxVKTIN+U0Fguuzlu89961l+x53n7l+hEbJ4lvMQICc6nsA58wPPvigjKlN21T3UxoSe6P0l3ad7G+GAO0zM5zYKzMEaF9mBmX5BtJxXnyLc0ZyfRQfWrhwYQ3ISdwIdEaFdPgAli5d2nJtmqSAUa262tBxuwSEVxRYgi8j6jOEXXDjjTeKQYMGFbrR4HNevXq15N0gQaKOgAuhrrrqKoFY1DwqkZPgmo/a8+Bu5SMpR3VFwDf7kgTXFBpvFMHVptKUDcEVUODli6xvSaTLMGwo442McEcccYTYf//9xeabb576BRV9SJo68eLUp8IA1ZcWLFggunTpUnepzcGgav7ghY6S7b/85S8FiHBp8IyOmcaYVJFXkjIsq7Iymxx4p7h1YruW+QBN5QBCWXsYyiA7pG1pCa6qSqsgVaJa3/rrr592+pb+KsyLIrgWiV+WhBcTsOMI9CbXl62PbwZN2fCruDx5ZG/TEVsDKElw1ThdTA42dEFqSVVLk/axy8Flow6rVPaeybuprARXZKMfMmRIjSMOeiuSuBjsE917F2RGOAvzank6D11k/vTTT8W4ceNk1sNwS2Pbu8wfvlbn6EMGYfzLw7kYJ/sXX3whnnvuORlEdt999ym7Tpo0SZxzzjmpMhzHzUmCq91uoj1oh5vmKtpPmcLJwYgAESACRIAIlBMB2k/l1EtIKhJczVVE+9Ucq5qeLv4yyylbLlMRH0wS2iIp74ABA+R5ZtB69eolybpbbrmlq1hW15c9QNuV4IqKTyAe47wv2lCNYeLEiaJ169Y1P9mcYyMYbsyYMTJBYrj169dP/q19+/ZW+snjoir40hpx/+v24nnnnSewZ3TVw8p8Po/9lZXPF/cA/IyodBJtnTt3lsGX8NcW7R/N4x6yHZP2qy1yDbmO9llDYM9uUt15Lc6REKena//85z/leQqe6+F2ww03yPNA2+b6rOV7zxb5/15XBfvHFQXfYgaC9ariM12xUF1vmrDcJ7s/D5yqNibts6pptNTroX1ZavW4Cwc7EpVKEYcebj7GOdtwI7Bmlb/UpciUqw2dpFXEU82dO1cWX4qSXE38vEnju/wOAi70cOmll4qPPvqobqgseD86+YoguCYVzgInCN9laKq1Ru1aVexmtE8jYgjDGJPg6nJH+HWtb/YlCa4p9lejCK4qkhsySKD8NwwNVbMluGIsBBvjAxkvYpv2ne98RwwbNkwce+yxYrPNNjMaoiiCK4TRVeiyORgMLw4Eg5tuuklmyYjLUmEESKhTmheYSu9xpA3VnnbJTpJ2behf5gO0tITUpPWnHc91T+rkUWWGLIrg6mLEpsVv/vz5hWascVlb0t5pxO++GTSNwKiJ58wye1sSsTWAmQRXIQQqIKIKA4Kcwg3OKJDUdMEqqud+Fk4Pl4PLRhxW/e1vf5PYwSERbj169JDOoa233lp7W5eV4Ko7+GxEkJruvetKpE561ubtPEyaX/c77lc4tgLnVtCvEY7iJ598UvTp06fO+eka/GCLTXAdgjmnTJkixo8fXzeUyX2ZZn4SXNOg9d++tAftcNNcRfspUzg5GBEgAkSACBCBciJA+6mceglJRYKruYpov5pjVdPTxV9mOWXLZR9//LEkRyxatKjlbybJ8eBvPPPMM2umT/I3usqadH3VCa5Y/5tvvinP06Pn8dAZyKf9+/evgcnmzFAXyJi13yVJnya/V8GX1oj7X+f3g8/tjDPO0EJf5vN5CJ2lzzfOB4kzgeuvv1707du3aUmutF9NnlCl6UP7rDSqsBdEVYAgqWgB4s+Q7HblypUtE2+33XbijjvuEDvssIO1MK7PWr73rKFvubAK9o8rCr7FDGC9uipyrliorje9132y+/PAqWpj0j6rmkZLvR7al6VWTzbCzZgxQ4waNapmsCT+STYzZzvKG2+8IQYPHixWrVplbBOjWNm5554rYy3DLSnBTJzkrja0CSrgdaAgwDXXXFPX/c477xRHHXWUyTC59Xn55ZdlRd2wLoLJkvxRuQklhIjyYZK4Ny4FtIomuGJtiBENtw022EC0adPGCdK8CK55yeu02Ca/2Df7kgTXFBu2EQRX20B8F4IrIEHmOBA1Ue7clqyJyq7ICnv22WcLHMbFtehDMunFYqK2tNlzbQ4GIcfnn38uHYcIXret1ApSMIwOZEJGdpBwS4MFDmhg2EybNq1mDJ3RoMrK7JKdxEQv0T5lPkBLS6hMWn/a8Wz3ZJIcqnujigRXHRkpCR/b30lwtUWO13mGQFbZ20yJrQE8JLj+BwkVWTWuooKOFIvqAAhwcclM7nJw2YjDKgT5wc65//77a267Y445RlbZbNeunfZ2LCvBVXfwWfQ7SSeHSXVc12dgEc5DWxlnz54tRowYUXM5vosefPBBsddee9kOm/o6lRwYJG/ysYmgcRVLspSPBFcTbdT38c3BZbfKQq6i/VQIzJyECBABIkAEiEDjEaD91HgdJEhAgquZimi/muGk7OXiL3OYtuVSFVk1rpKjihRbdCJc1bqbgeCKdd9zzz3SXxmtyAC/0W233SY6dOjQAo/tmaFPgYy++9Iacf/rkg5ibx1++OHax0qZz+chdNY+X8S+IIYimvwSc4Hkeuutt4qePXtm8Rj2bgzar96ojPaZN6qKF1RFVk06S1ORYk2rOsZJ4/qs5Xsvm03pu/3jioJvMQNY71NPPSWOOOII8e6777ou3+h607gOn+x+o4U3cSfaZ02s/GKXTvuyWLwbNtsjjzwiE+JHW5LfoGECaybWkVXjEvurSLHgatx+++3im9/8ptUSXW1o00l19gZiPSdPnixatWplOlQu/Z555hmBeMsov6ho/kl4cVUmuKq+veA7Hjp0qJN+8yK45iWv02Kb/GLf7EsSXFNs2EYQXN955x35AEJp63BLegm4ElyDuWAU4EW5YMECsXjxYiuyKzLM4iN6880316IdfUjGETVMVabCAAHlCJTu3r173TA2B4Mgt8KRgCwfpg2HJCAd4HByjz32EF27dhUgA+PhoTJ+0hBcIYPKID3yyCNlafj27dvXiKlybrhkJzHFINyvzAdoaQmpSetPO57NnkySAb+/+OKL0rh87bXXWrqT4GqCXHyfoslE7hLHj+CbQZM3Hhy/BQHX7G1pia3BxCS4/gcJBGKceuqpYtasWTXbUud4+vDDD2WQ1EMPPdTS3zTTZ9K+dzm4bMRhler9hzXGBfkFGJSV4Ar5YKNHKzrg71mSA5P2gi5TLTLfo+LEJptskjSE9e9FOQ9tBFQR0jFOkZVTdU7eOLsFlR8ee+wx8bvf/U789re/lVnu8B2B5070e8IGl+g1qqQ76JNlZj8SXO00RXvQDjfFVbSfMoOSAxEBIkAEiAARKDcCtJ/KrR8hBAmuZiqi/WqGk7KXi7/MYdqWS1Xf2HHVOuFXOfjgg2sIlklVxLKQM2mMZiG4xiX+Ouuss8TEiRNF69atJVy2Z4YqHWM8EPqGDx+epAqn3+GbPv3008VWW20lgyl33nnn2CSDvvrSApCKvv91lbqSiFKQt8zn83HyrVixwjpx4Pvvvy9OPvlkSSyPNgS43nLLLQJnJ83WaL96o3HaZ96oKl5QPLtRPAHv9XDTnYeo4hQR97Zo0SLRu3dvJ1Rcz9f43nOCv+Vi3+0fVxR8ixnQ3cOuOMRdf8ABBwgQoZGIKK75ZPfniVcVxqZ9VgUterEG2pdeqMldSF2hsAkTJgj8cymMkSQdbNnx48cLxC0dcsghkrcRcCWSrlX9vmzZMgEuRDhRXFxRC5W9euGFF8p1r7vuujYiZJ6QSyeELg5Pxyf561//KpPlffDBB+K5556T1T5BPsW3x8CBA63WGneRziaK80NnLkRkQBJc0yNMgmt6zHy9wjf7kgTXFDutEQRX3cdnUrBvVgTXMDwgc77++uvi5z//uQykh2zRjLI6OEePHi0uv/xyseGGGyq7RB+SWRDF0mKQ9mAQlaqQyWPUqFFKHOBUBIkVBsWuu+4qOnXqJNq2bRtbEjwLgisyhOFAcunSpS1Yq7Itqwwg1+wkKW6nlq5lPkBLS0hNWn/a8VR7EvcSSNXrr79+0nTa31WYV5Hg+vjjj9dl201LGLcGuQIX+mbQVAByH5bgkr3Nltga4EKCa2iHpMnUq3LuZBWk5nJw2YjDKh1J1SQrXZkJrjpnpAlxN6sHjwt52FUG1wN41/njrlcRzNE/KVlRljLZJExSJczB98y8efNEx44dsxRPjoVvyjFjxkgydLgl2adpBCHBNQ1a/+1Le9AOt8hVtJ8ygZGDEAEiQASIABHwAwHaT6XXEwmuySqi/ZqMUWwPF3+Z49TychAmUaVw2rRpNcPdeeed4qijjqr5my4QqehEuKp1NwvBFWt/8803xbBhw+S5e7jhnBm+kiCxXdpz7GAsnW8oi8pvSXtWRdjAWTQSOA4ePLgumNBXX1qAQ9H3vw6vuODOQNYyn89Dxrx8vhgXyeWjFUYwJ+Irpk+fLuM5mqnRfvVC27TPvFCTuZCqaky6ogWq5CWmZLckiVyftXzvJSFs9rvv9o/ZKvW9fIsZ0NnW3/3ud0Xnzp1d4RAvv/yyJKdEm+p7LtrHJ7vfGaiKD0D7rOIKLsfyaF+WQw+FSKGLx9HZn1kKhW/vIUOGiJUrV7YMi/clkk+Bd9GmTZtU03388cfihBNOkMlegqbiRuA3VQGRLBLFuNrQpgv+29/+JpD87rrrrqu5RBe7pdPzpEmTZOGPPJoqtiwL7o+trK4E16SkauHvH9U6o3Yt9vnUqVNr9nm0jymfIa+KqCS42u42/67zzb4kwTXFHiua4Ko7WMRL9sEHH4zNTpmW3JkChpauyKoBwitIZKgKBgKFjvCaZBhEH5ImmUWTZFYZEnGVYdMeDMYdOKIMPA4GN9544yQxa37PgpAH4i1eijBuwi2aeUTlNC3iMDMKSJkP0NISUpOUnXY8ZGAbMWJEzbBZECJUld6SCAQ2z5S0680aP9XeypOckSS/b7/7ZtD4hq+n8tpkb3MltgZQkeAa2jRvvPGGDABatWpVy19VSSp0GdxNDkBM9qjLwWXRh1W6yremjpUyE1x1gYtFJS7R2Z7YQ0VUkS3KeWhyT0T76LDROVht5ki6RkWIxzVxVWRRwRVVNaLfdnnpU/ednWSfJq09/DsJrmnQ+m9f2oN2uEWuov2UCYwchAgQASJABIiAHwjQfiq9nkhwTVYR7ddkjGJ7uPjLHKduudw0OZ4qALoof1LSWpuJ4AoskIAP539RXwwSKSPAvUOHDtYVXHGef+6558qz43ArQtczZsyQAYvRhjWBZFgVX1qwjqLvf1VyS8gCP9j5558fW4WlzOfzWENePl/4a0HiP+mkk5SPoauuukrGeORZwSbp+Vf077Rfi0bcaj7aZ1awlfeiNIH5qncpEuIjJs31WeX6rOV7L5s95utZYjarF8K3mAHVtxYqwN9xxx1ihx12cIZFRWrHoCqCRHQyn+x+Z6AqPgDts4oruBzLo31ZDj0UJgV8QmeeeWbNfEXELakIkKZ+CxU4OrtJZR+rCjVkQep1taHTKF0V56SLc9QRYrPgG+hkVmFhGoeZBgfTviS4miL1334kuKbHzNcrfLMvSXBNsdOKJriqyAsQ1+Qla0NGSwGFsiuIA8uXL5clzZ9++um6PnCwTZ48WbRq1aruN9VD0qSaVpzMacmBaQmuN998sxg5cmSdCLNmzZKHkOuss05qSFUOQNMMDeHJVOTVcBY/laGXREJOvRjDC8p8gNZogqaK8BxH0jaEXB5iRz9YkggENs+URuOnktkkQYApjlXv55tBU3V9lGB9abO3ZUVsDZZOgmtoE+iSoEQDg1S2ZFZZfSGOy8Fl0YdVKtsIazBN7lFmgivWoSMxFhGQo0v6kuVei3sGFuk8tHkW6/YektFMnDhRtG7d2mZYo2sQJIEDTxyqhlvSQasqiyKujybMMRLCoBMJrgYgNagL7UFn4Gk/OUPIAYgAESACRIAI+IUA7afS64sE13gV0X7NYAu7+MsymF4O8e6778pKhEuXLm0ZUhVcpPIn5fXtn3ZtzUZwRQI7EBIRkBdtgQ/p8ssvFxdddFHNz0lne0FnVeJb/JZntV4VeQdzJvmlfPSlBTgXef/rkh6aBqiW+XweeObp8127dq0YO3asQCxJtG299dZi4cKFYrfddkv72PK2P+3X0quO9lnpVWQnoCreLJqgQPUuTXqPppHG9VnL914atOP7+mz/uKLgU8yALqG2CfnUFCfdmanpve+T3W+KSTP2o33WjFovdM20LwuFuxyTPfvss+Kwww6TPsNwy9MPqPNbuPIUVMkg+vbtK+bMmSM22WQTuTwdETYLP5irDW26I3SE1TgCqYoXYGpDmMoV7keC63yBisRBYwXX/+6OvCrO2uxTXvNvBHyzL0lwTbFziyS4griAg6rx48fXSWiSjc2GjJYCitiu77//vgykBkE13Pr16yeNiPbt29ddryKXmmQX1Qmiy0oVN2YagqvOeDAhH+tkhlEFcjD+hZsNwVXlVAkbhipHaFEkhOj6y3yA1miC5m9/+1sxaNAggQ+MoLkSNG0JBDbPlEbjt2bNGklCx0FkuJk8Q+MecsEHEMgiW2yxhdhll13ENttsI771rW+JnXfeOVeiSlbPaZNxfDNoTNbEPk4ImGZvy5rYGghNgmtEfaqDruOPP15cc801YsMNN5S98w5Sczm4LPKwSvfuA0am1WzLTnD94x//KE488USBQ6twyzszGr5ZpkyZIs455xyrbxanp9J/Li7KeWgrq27/Idhs3rx5Yt9997UdOvE6jI9qBNHqH0nEbp3Mee2nDz/8UCYIeuihh2rWBPkHDhyYuE6TDqzgaoJSfR/ag3a4ha6i/eQMIQcgAkSACBABIuAXArSfSq8vElzjVUT7NYMt7OIvy2B6OYRJEJcqyMw1wCwr+TFOsxFcsWZdEjnoBefrqDxhS3BVkZ4x5+GHHy5uuukmsdlmm2WpPjnWkiVLxDHHHJOZX6rMvrQAvCLvfyRJxhlyNDjVNFahzOfzwDNvny/uJ+D3yiuv1O19JAiYPn26aNu2beb3RRkHpP1aRq3UyET7rPQqshPQJEmxyVmw3ez/vsr1Wcv3ngv6tdf6eJaY1ep9ihnQVVc1jTcwxUyX2Nok1s0nu98Uj2bsR/usGbVe6JppXxYKdzkm0yVpyCsGCKvWfXeb+i10yJn4NPNMFONqQ5vuCF3sexyfBLIdfPDBdb64SZMmybi+dddd13R6o36q74E4npDRoA6dWME1PXis4JoeM1+v8M2+JME1xU4rkuCKF83QoUMFqueE23e+8x1x++23i29+85uxkqcho+Gg86OPPhK//vWvxUsvvSTwQY7/nnLKKWLw4MEpEPpv17SVSFUPSRfCpcoZmHQwm4bgCgMIQdj3339/DT4TJkwQ+Kd4ECTiqMtka0NwxWQqHQQZV1avXl2XkcXEEZK4CIsOZT5AazRBU/dh4UL+1jnckrI8p3mmBNug0fjh2YbKaNj34ebybME4OodgElnE4vZo6CW+GTQNBav6k5tkb8uL2BqgS4JrZJ8lOWNUdqtp9nbTLe1ycFnkYZWO5JfGaVZ2gqvO9sPfR48eLRPnBMRnU/2a9HvsscfEiBEj6r5Z9tprL4GKwh06dDAZxqlPUc5DFyF1AWf9+/cXM2bMEJtvvrnL8MprEZz13e9+V6xatarmd9MqBLo9s+z4TQAAIABJREFUf+qpp8r91KZNm8xkRmIkfFuFibjbbrutTFLSrVu3TOYhwdUORtqDdrj95yraT07w8WIiQASIABEgAn4iQPup9HojwVWvItqvGW1fF39ZRiLIYZIIEaoznzS+sixlVY3VjARX4KDykeDv8LWBhLpo0aIauJLO9oLOOtIzfr/xxhtlslibs23dPoDvGsmwkSg23HBWD39Pnz59YreQj740LKio+/+DDz6Q+Eb3A2QwJViU+Xwe68jb54t7Ytq0aeL0009X7kWQyhGrk+V9kfdz03Z82q+2yBVyHe2zQmBuzCRJgfm6WBfT57zJqlyftXzvmaBs3sdX+8d8heqevsQM6Oxp0zjeNDi988470g5Zvnx5zWUmsW6+2f1pcGmmvrTPmknbha+V9mXhkJdnQl0CBRRhQ1Gu9dZbLzNhYeuef/75ApyEaMvCD5VU8ENF9MwqttvVhjYFWeXbxbWIAQSu66+/ft1QuuICiBOD7Q7/YlZN5/s777zzBOKzsibTmsitI7jCHwl5UXDs1VdfFa+99postvDpp5+Kvffeu2XoFStWxGIU/v5RkcNZwfW/WmIFV5MdW2wf3+xLElxT7I+iCK5vv/22GDNmTF0FVIhqmkkhDRlN5xhzeaE/8sgjdYdTcURNVcAx1ovAeHy0p2m6SlJJH/ppCK55OFh0h5a2BFcVybdv374yyy/+nXnmmS2wZh1AnkZfZT5AazRBEzjefPPN8mA53GwdZHGVoZMOwdM8UwJZy4DfsmXLBIIyopXLbD+U8LycOXOmrIYWbVkeJqS5h/Lq65tBkxcOHFciEJe9LW9ia6ACElwVm1H1jsAz6oQTThCq53a0wqvr/nY5uMzDllKt5+WXX5bv0SjJL62d6QPBVec8wlonT54szjrrrEwdkjoCJeazfc/a7MminIc2sgXXxDlv8yAgv//++zLIDd8X0WbqnNYl9IDjD8lDzjjjjEz203vvvSfv0WjioKyfVyS42u1g2oN2uP3nKtpPTvDxYiJABIgAESACfiJA+6n0eiPBVa8i2q8ZbV8Xf1lGIshhVAlUt9tuO0k43GGHHZREvMCvmKUctmM1K8E1zoekwjLpbC98jercGL8jyO3WW28VPXv2tFVXzXWff/65DLQ799xz68YbMGCATPbWvn372Ll89KVhQUXc/8BmypQpAj6+aEtTkbfM5/NYVxE+3zh/Os7ib7nlFoHnZtUb7ddSa5j2WanV4y6cKpYlKFoQFF146KGHWiZKinlLK5Hrs5bvvbSIx/f31f5xRcGXmAEdYcQltlaHHWL7QDTC2Wa0mcSl+WT3u+6fql5P+6yqmi3FumhflkINjRFCV4ALMUA33HCDLIaWRZInxFejiNuoUaPqYrazKpagimcKbOUtttiirihSUnG0NBpxtaFN5oqzC5P8t6pYUswJ7PFb586dTUSI7QMd41sAhQzCLUuc0wgJedauXStgV8IfGSTcgzwo3vDHP/6xZriAnAr7Lkxwve6662L9QEg+AhsNjQTXeA2R4JpmBxfT1zf7kgTXFPuiCIIrsgOMGzdOLFmypE6y/fbbTxITv/a1ryVKnZaMpiKk2mZt0H1ox2WO0BFcbQ4PdJWkkgLt0xBcdeXfEUg+derU1BWN4ggCtgRX6AHOz8suu6xlv6ByG14cOJDBXgpa1gHkiRs01KHMB2hlIGiC8A5D8NFHH62B1YYMobs3MHDSIXjaZwrGLAN+usNJ2wN73b2a9WFCmnsor76+GTR54cBxhS57W1HE1kAFJLgqNqPq2RzYIshWNmzYsJqrbBKHxN0DLgeXeR9WwXmxcuVKmTTmhRdeqFvG8OHDxfTp00Xbtm2NbnMfCK5YiO5dD6cNEuXAgZhF1r233npLYhslJUIG00A1I+ANOhXhPDQQI7FLnL2PgDT8y6LK7kcffSQddjfddFOdTGmcxXFJPTDw97//fXHOOeeITTfdNHHtug6wc0GUVVXzwLcKKtxm1UhwtUOS9qAdbkLQfrJGjhcSASJABIgAEfAcAdpPpVcgCa5qFdH/l+HWdfGXZSiGHEoXSHLUUUfJ73EQDYOmCsrJWp404zUrwRUYvfnmm9KvC59XUks62wtfH+frwXk8AuS+/e1vJ00Z+3tcEKNp9dZgAt98abp7Lst7C8l84eNFMsNoS4tvmc/nsbaifL6YB8nW4e+OtlNPPVVcfvnlqeM+nG6iBlxM+7UBoJtNSfvMDCeve6kIc0HRApwBH3zwwTWkAJxzoBJWFsSDLJ61edu9zfTe89n+cb0JfYkZ0BVXQLJhJBnJuqkqz2EOk/hO3+z+rLGrwni0z6qgxVKugfZlKdVSrFDgpRxzzDF1xFPEUv/0pz8V4Ki42ppxMepJHA5TNFRF3eAXefDBByWBE/H24UQxgY29ySabmE6h7Ze3vyLOtxZOXqgTUMc3QH/4qK644grRu3dvsc4661hh8cUXX4h58+aJsWPHCsSnhVte8YKYEzyA//u//xN//vOfBYqdwIZcvXq1QOX7559/PtVaEOs/d+5c8Zvf/KaG4JpmEBJc49EiwTXNbiqmr2/2JQmuKfZFngRXZA9AdoRLL7207qEPEdOSsdKS0XQVevr16yeuvfZaOb9p0xkocVmkdARXzJlGhl/+8pfilFNOqSMymJCD0xBcVeRRyAoCKcgj+++/vylcsuS5jtSMQXr06CFfpml0EEyucrCg8iSqmIXJHiYZvowXlLJjmQ/QykDQjHM8/fCHP5TEAmQZSWq6eyO4LukQPO0zBeOWAT/Iofswg5GJ5xvuMZMPszgyT1JmnCT9lPF33wyaMmJYEZmi2duKJrYGMJLgqthQyNiF98C0adNafsWzbfbs2dKuDP/dtvp33D52ObjM87AKdu3VV18tkFkrWsEb67FJoOILwRU2KjL4Y1+oGoiPIFLCsWfTkojDcKbBkdWtWzeb4a2uydt5aCWU5iJgA1tctS/hYEXAFLIJ2ra474q0QW6QAd+ocErimaJqcAz/4Ac/EEcffbQxWRzj4Lsa3x/49oWNGW0nnniiTBqUBeE3GJsEV7tdRXvQDjchBO0na+h4IREgAkSgMQhED3xtEss1RnLOWjYEaD+VTSN18pDgqlYR7dcMt66LvyxDMeRQqso9SI4H0tbIkSPlWWHQ8qg85LKeZia4AjcEysNXpPIhhXFNOtuL6iCuYiX8yqi8ijNukzOz6Nio3Ir9f+aZZypjHWzIgr750vK6/4EtEiGD1PT0008rby2QXs866yzj5IZlPp/HAovy+QJbYIek4dEGf2rWSfhcnot5XUv7NS9kncelfeYMYfkHwJkbzkLw/A4anj1ILovnffjviEW7++67xR577JHZwlyftXzvZaaKmoF8s39cUfAhZkAVk4F19+rVS9q/W265pSsMddfrquyZPgt8s/szB9DzAWmfea7A8opP+7K8uilMsrjKoOAnIKnWsccea+xbCAsO2/bhhx8Wp59+ujIO6Mgjj5TJ9lyS6Ifne+qpp8QRRxwhECMYNMQFHXjggQJzhf8OfxeS/dn4u6LKcbWh45SNWCrEe06YMEHpW4PvAr+tu+66sXtGFy8fXISiIGeffbbYfvvtjYmu0C98zahgqoohs+HOmG582DXwk6qKcJiOEe4XFJ1DjF24gmuasUhwjUeLBNc0u6mYvr7ZlyS4ptgXWRFc4SjHgdR7770nMwcgUwQevNFsBmEHVtoS8GnJaHEkOjyIJ06cKJC1oHXr1lrEYPyg+s4FF1xQl+US2apQRWizzTZTXh9HcMUFkAEB3zhUU1Wd+uSTTwSye6gIwqaHD2kIrpAJOhs8eHDd4aIpaS6J1BwA5ZLZVefwCCshD8JLittKe0CVdZW5NDIFfctC0IxzPGEPwnDt0qWL0gCPuzfCmCQdgqd9pmDssuCHZy4Me3yARRueD6hABiIFjGxVw/U///nPJVkoiyqANnuxEdf4ZtA0AqMmmDOcva1RxNYAZhJcNRtOlcziJz/5iUAFV1QwDZqpkyPNvnY5uMzqsOqzzz6Tttjvf/97GZQHuxqY6IK/0iaNCfDwheAKefHuR7ATSL6qtvvuu0vbHglg0lRz/eCDD2SQm444vNFGG8nEEQMHDszEKWi6F/N0HprKYNoPNgWCFfDdodqjIIziWwqEUZMEJsG8SfYe7B08A+CwTaNzjB9XLSOYH7pHJr5DDjlE7LLLLuJ//ud/xJe//OUWWHCfwp6FHXXfffeJxYsXK6si4AIbAroJ/iS4mqBU34f2oBVutJ+sYONFRKCxCMAvCh8tMr1+73vfa6wwnD0TBGx0Gg4ghP2U1h+fieAcxHsEaD+VXoUkuNariPZrxtvWxV+WsSgCidAQdIRv4qAh4ScquOJcJGh47y1atEhm7y9La3aCa1zAYVhHSWd7Kn3G+XqwF0CCRsKzrbbayng7oOoszuF0SdJMElGrJvPNl5bF/Q87FjEE8B2iIsXjjz8uff2qJHEBZjbJWUhw/e+Oi6tuYrt3jW+eEnSk/VoCJdA+K6USihLqV7/6lTxfwfs5aEhUi2pCCxcubPmbSdXGtDK7nq/xvZcWcbP+vtk/ZqvS9/IhZkCVOAgryiP+IowUzpSRPCbaTOf1ye533UdVu572WdU0Wor10P9XCjWUQ4j3339f+n6QXE3VQH5E8QRdPLrqmqR4sjyKJSBOCsnUZs2a1SISqtN26tSpJk7cpOppGs242tDhuQIfEGIeH3jgAVlc7aWXXlKKs9dee8nfO3TokCgu7EnE90GPcW2fffaRfmL891vf+pYslhHElAWyoULq8uXLZREDxGPqWtrEa4mLCHXQcbdMxkA8Gzg42AcdO3YU3/72t6XPc9tttxUoGhYmuHbv3j22uAP2eVAtlgTXePRJcDXZncX28c2+JME1xf5weUimmKamK14YIGWNGjUqVTCyDRktjkQHoUAIQNDyrrvuKrbZZpsWOV9//XXx7LPPyhcsKhxGmwmRIIngGozZtWtX+UJFYD4q+kBmkDdArFXNjetMX5xpCa5xeEFvhx56qHRE7rTTTi0vvT/+8Y+yYisylUDmKKl5hx12kHoOk+iw5gULFkiDMW1TZfyLjmHq+Eg7t2l/ncFner1rPxjrcAqpSARlIWhijUnkAgQe9OnTR+y8887iS1/6koBhuWLFCu19GcUt6RDc5plSJvxgXCLDJTLtqhruWWAIEj0y0yDLDe5xGLEgYegOjvMiYbju6yyu982gyWLNHKMOAWRv6/WfKmTLG4wPCa4aBXz44YcySxWInbpmmskzrY5dDi51h1VpZUjTHzYpqpsiU1varGw6gmua+V36Jr2no2MnkVzRHw4qJMo4+OCDxde//nXlt8Zf//pX8etf/1rMnTtXvkN1CXkaRW7FOrJ0HrroyPTapINpjAP7f9iwYfLbC87XVq1a1Q2Pb1N8hyEAFRn8dN9CLuTWYFIE00Uru5iuN00/OACvv/56seeee6a5zKgvCa5GMNV1oj1ohRvtJyvYeBERaBwC4UNXZKtVVe5pnHSc2QYBW51Gq9fnceBusx5e4xcCtJ9Kry8SXOtVRPs1423r4i/LWBQ5HPwm8P3EVQKFrwy+hfbt2+chgtWYjfAdhgVNSj6sOjPD9TiXQ8BZFg2kUfiHoENdS+szDMZ57LHHxIgRI2L9SdgX3/3ud+W5Y7t27epEgG8KQXdJfkOcoyEpHuILbJpPvrRG+JBxNoCgxbQVUMp8Ph88u1RVNLK8x8L7Ma5qMvyKCApNmzjQZr834hrar41APXFO2meJEFWng2kcIgLKESuXZXM9X+N7z1wbcXFpqlF8sn/MUVD3bITdnzZmAN9KOCcNtyKSBKkI8JAhTSETn+x+171Upetpn1VJm6VZC+3L0qiiHIIkxaJDSvAfUDQIfi7EhEWfTUh0j6QsSTFLeO8iDqhv376pY/WS0DKxR0877TRZXC2uuFvSPOHfG+FPAf5I0ovqtKYNyfMQI4nkOXk3zIF/4PTk1ZI4RiCngtcEf2rgSw0qtW688cZKsaK6TPI5hfcbCa7xmibBNa87wX5c3+xLElxT6NrUsZRiyNiueLFfccUVsoLPOuusk2pYGzIaJsB1J5xwQuxhWRpBTLPdq14+IKaCXKbLFGIiB8jByGZlYpykJbhifhB7hw4dGps11URO9EGFCFRsQtU1VMYKNzgc9t13X9OhavrpHB7oVITDJUnoRhh8YZl8IbhC5iTHUxLW+H3cuHGSvAnjNdySDsFtnillIrhirUkkVxP8wn3gNJw5c6bM6lLF5ptBU0UdlGBNOwkhVpdADohAgqtGESbJLPIKUnMJ2Cv6sAqOBQRSoUpFWnIroDdxiuV5ryS9p1Vz49sFwU1w1MUFMQbXhjORffHFF+K1117TBrmF50PV0auuukrAMWSDrSturgfwrvPbXI+DaewpfKfoSMPhcRFIGA5SA5k1rmpDcC2cnLD58L3iGoCFOVEBFs7pPBoStaDqsE1SHxN5SHA1Qam+D+1BK9xoP1nBxouIQPEI4H2M5HOoaha8V21sruIl54w6BLLQKSpkDRo0SLz77rtyGiQvnDFjRqkIP9wB5UaA9lO59RP1LwkhfDgjzRtU2q8ZI+ziL8tYFDkcEnni3Dfuex7+I3zzN8Kvo1tz0b7DqBxlILhCpjjSHX63tV/hU0bCxFNOOcXI/4eYBVQ2COIVTH1TWSUz88WXVrQPGaRLBBDivD9tK/P5PNZStM83rmoyEoiiSgqSJFex0X4tpVZpn5VSLfkJhUrdiAvUtTRktjRSuj5r+d4zRzstwRUj+2L/mKOg7lm03Z82ZmDNmjWS3BquqIyVHHDAAWL27NkCdkJeLS5OGbFq+M5Lar7Z/UnraZbfaZ81i6YLXSfty0Lh9mMycB/GjBkjVq1alShwUAUThZfQwpUs4y5Om1QiUZBIB12V9XC3rBPFFO1PcSk4kdaeTIs//FETJ04UJ510khFHJ+344f749jj//PMFisghhg5FrPAPewyJ+eCzjNpORRNcUUQE/iPYj2ioFIvvvHBRi6jtmyRjgEFehFFVLF0S0ddEj3nJazI3+6gR8M2+9OHwtjSEhiIJrijzjgArk3Liqq1oQ0YLxskqeDlNsLvqIYkHfa9eveShKgLO0jTMfemll8oMdqbkYBuCK2QCCRcHgOGqq2llveiii+SLDERcVBNFsHu4ITAdONi0uH2bF+EljZxFG3xR2XwiuEL25557TiCrTFzGZhX+MCbPOeccWcUUJGrsuXBLOgS3eaaUjeCK9eJ+uOGGG+TzwYRQotvLeEZjjG984xtptrtXfX0zaLwCl8LaIFAae9BG+LyviUtmgblNDzjSyukSsFfUYRXef6NHj5bvv7RZ7MN4FH1IG9VF0ntapzsQVR988EG5fhNCZNo94PrNknY+VX/XA/gsZLAZAweKcBiffvrpqe06k/mQTRHfk3DsZRWgikAvOH+xH7PaT3DGIskPHJ5FZ/MzdRSa4F3VPrQHvdcs7SfvVcgF5InA/PnzJZExjW8kT3k4tjsCWehUFdh+4403ykC2rGwq95VyhDIjQPupzNqRsrGCa7lVVAn71cVflpd6VBWHgrlQsRxnsAgOKlMryneoW3NZCK5xpDvIbuszDNa9evVq8YMf/EAsWbIkc/XjDBpn3gg0y6L54Esryoe8++67CyT5BuHSNA4iqoMyn89D1kb4fJHwERVxVcG92M9IfONyxpDFfZDHGLRf80C1UmNWwj4ru0aQZAvnbUuXLlWKeuGFF4oJEybIRPZZNtdnLd975tqwIbjKD1gPzxLNUfl3z6LsftuYgaeeekocccQRLcnwgvUhxhQki7z9hToCfNp4T5/s/rR7qIr9aZ9VUatcUwgB2pcl2g6///3vpV/o9ttvz1wqVH6dNm2a2GWXXTIfOxjwn//8p4yLwntZ1fJISFGkPwUYouDErrvu6mRzoKopvieQnCOrlkdMmqtsjSa4mshPgutQE5jYJwcEfLMvSXBNsQnyJrjigAeETJR1R+Ual49gGzJaGAocmN13332yis4TTzyRAiUhD6pQJRKZotq2bWt0rY7gimpDaQhpCJAGERTOobQHDLYEVywQhh4MAGTsMqmQhWu6du0qibFYYxinRx55RKCCUbildUxEQdc5PFyIs0aKNehUpMGnEsc3givW8MknnwgE15mSNKMHnTZ73eaZUkaCa7AHYLTD+J8zZ04qous+++wjycEuh8YGt0Upuvhm0JQCNAqRJwJ0cMWgi/fCqaeeKmbNmlXXK6+svpjIJWAv78MqJDsZNmyYPBBGRizXVtQhrU5O12A1ZM9DAA6CylwSPATylel96HoA77o3XK/H/Yt7d/r06ZmQRvGNcd5558nvSiTPyaNB5nvvvVc+A/DNaNNwj4LUivt0s802sxki1TWs4JoKrpbOtAftcCvRVbSfSqQMilI+BFT2navNVb5VNpdEWen0xRdflOTnV155RQIIggsO90EAYiMCSQjQfkpCqOG/k+DacBXEClAJ+9XFX5aXeuKS4yGh6uWXX56bD8F2TXn7DpPkKgvBFXLiPAv+E1Xi2yzs17RnjknYBcnMRo0aJdq0aZPUPfXvZfal5elDBimjd+/eMgZiv/32c75ny3w+j03RCJ8vSETQIUiuqoZzZTwzXWJ4Um/4Ai6g/VoAyH5PUQn7rOwqiAvMR3XIu+++W+yxxx6ZL8P1Wcv3nrlKbAmuwQxltn/MUVD3zNvud4kZ0N2bed6XUZRQpGbIkCFi5cqVNT/ZyOCb3e+6t3y+nvaZz9qj7AYI0L40AKnILlknug+SSqAYE3xEebdly5YJ8CtUvI0rr7xS8kmy/I4vwp8C8iiq62bh/wnwh8/j1VdflX4PFJ+DjZG2Qbd9+/YVY8eOFXvuuadYb7310g6Ra38SXNPDywqu6THz9Qrf7EsSXFPstCwJrt27dxcbb7yx2GmnnWSZ7B49eoivf/3rmT3wbchoKihQ9QnkTbyU8Q+BPahUGg6MR1UgkFp79uwp9t13X9GtW7fU64gjuAZyrV27VjzwwANi0aJFMnNm8IIFlsjyccghhwgE25uSaqPrtSH9Rcf44x//KH7+85+Lhx9+WBoDTz75ZEuXME4gsHbq1EmJkyo7HwwDkGejxFfT7fvOO+9IIu3y5ctbLilLVuYiDL44nHwkuIadmE8//bTMrIyy8Mi4FhjquC9g4Pbr10+A3BQ2Jk3utyhmNs+UMhNcoxji3njmmWfEb3/72xpyCXBEwoG9995bIKMPKrbaZkM2vV/L0s83g6YsuFGO3BCggysBWl0yizyD1FwC9rI6rIKNBHsadjXsQQSf7bbbbmKLLbbI9Hmd5yGtyV2TRbAa5oGtumDBApko46WXXjKZuqUPsIZTEKTEqG2RaqCMO7sewGcsjvVw+NYBWRSV5tMmGMKkcHCiWnGvXr1yCR7ULWzNmjXi5ZdfFshgDDLIH/7wB4FqB2FnKJzWuDfx/YH7FHbVNttsk/qb0RpcIWTGRiQpCTdWcE1GlPZgMkYl70H7qeQKoniNRSArMmRjV8HZwwhkpVMEr4HoM378+JbhkVAIf8uDpEEtVgsB2k+l1ycJruVWUSXsVxd/WV7qQaAagspQNSHa7rzzTpkkq2wtK9+h7brKRHDFGu655x5JuosG62XlM8QcwBxJPWz8hrgeSdfgNxw8eLD01ebdyuhLy8qHDCIGYi86duwoqyvDF4t4kixt0TKfz2PvNMrni32FQE1VVRP4NufNmydjYarUaL9WSZu5rKUS9lkuyGQ8qK5KpGsxhDgxXZ+1fO+ZbwJXgmswUxntH3MU1D2zsvvziBnQVVfO876MohRHgLet7uyb3e+6x3y8nvaZj1qjzCkQoH2ZAqwiuyIRAvxPtjFL8GOgKNqIESMyKURhuvaPP/5YzgteSbjZJIMwmTNLf0oQS7X55pvLWEdUaoVPsn379iaiWPf5/PPPZWwXEmj8+te/lrwD2AdhvgsGDzgvKLAF+fDfvGWzXpQQspgeCM0oAIKWFBMW1SU4GKiaq2vh758k37FuDFZwZQVXlz3ucq1v9iUJri7a5rWZIWBDuMts8iYYSJXRK0/CSxNA6u0SdUR9HMgNHDjQ23VR8OwR8M2gyR4BjlgyBOjgKplCKI7fCEST2PzmN7+pIyUiyQOIwsi6BgcOiMQbbrih3wv3QHpkzXv//fclYRTOMyQXgi2PZCNBgxNxyy23lA5EJEoquxPRA9gpogYB2oPebw3aT96rkAvIE4GsyJB5ysix0yGQpU6jid5ckw+mWwl7+4wA7afSa48E13KriPZrufVD6ZoEAfgN33vvPZkUFv4pBLkhkfLzzz/fgkBAIEACMyQya0Qys0AY+tKaZGNymbkhQPs1N2irMjDts6pokuuoFAK0fyqlzoYtxje7v2FANWBi2mcNAJ1TFokA7csi0baYC3YGCqA9++yz0jeEAkzwE0XJj4gp69Chg4xZwj8kPmvVqpXFjLyECGSDQLMRXIcNGya+/e1vO4H3+OOPy8KD4YakzyjY6NJQKAOVgsMN/x+F+tgag4Bv9iUJro3ZJ5w1ggAJrvluCVVVt7JmZc4XCY6O7M5jxowRc+bMqQEjKfsIkWs+BHwzaJpPQ023Yjq4mk7lXDARIAJEgAg0GgHag43WgPP8tJ+cIeQAVUYgSzJklXHyaW1Z6lRVHWH48OFi+vTpom3btj7BQlkLRoD2U8GAp5+OBNf0mBV5Be3XItHmXESACBABIkAEhBC0X7kNEhCgfcYtQgSIABEgAkSgYARonxUMOKcrGgHal0UjzvmIQJMg4APBFUkEQfJcvny51EpSldlAdaozcN/USoJrYzXmm31Jgmtj9wtn/w8CJLjmtxU++eQTgYwKs2bNapnkgAMOELNnzxZf/epX85uYI2eCwMSJE8WyZctkha7SctaCAAAgAElEQVTOnTuLTp06ie23315svPHGVuOrqvnuuuuuAhVcO3bsaDUmL6omAr4ZNNXUAlcVQoAOLm4HIkAEiAARIAIFI0B7sGDAs5+O9lP2mHLECiGQJRmyQrB4vZSsdYrM1Mccc4yALw0NlcqQMK5///5e40Th80WA9lO++GYwOgmuGYCY4xC0X3MEl0MTASJABIgAEVAhQPuV+yIBAdpn3CJEgAgQASJABApGgPZZwYBzuqIRoH1ZNOKcjwg0CQJ5ElxR2RhcjgsvvFCiueOOO4r58+dLTodpwxg4yz7uuONaLsE59MyZM0W7du1ihyHB1RRl9tMh4Jt9SYIr93IpECDBNT81PPXUU+KII44Q7777bsskV155pTjjjDNUGTnzE4QjWyGgujemTJki9WfTVIaOqZFkMx+v8RcB3wwaf5Gm5IYI0MFlCBS7EQEiQASIABHICgHag1kh2bBxaD81DHpO7AMCWZMhfVhz1WXMWqeqpIEDBgwQM2bMEO3bt686nFyfJQK0nyyBK+4yElyLw9pmJtqvNqjxGiJABIgAESACDgjQfnUArzkupX3WHHrmKokAESACRKBECNA+K5EyKEoeCNC+zANVjkkEiIDIguDao0cPsXbtWvHFF19I0uk666wj/zd4OKeffrpYtWqVRFpVVAzVWceOHSv++te/ymJjW221VY1WXnjhBXHfffeJv/zlLy1/Bw9k8uTJolWrVrEaJMGVG9wVAd/sSxJcXTXO6zNBgATXTGCsG+Tzzz8XEyZMEJMmTWr5bbvtthN33HGH2GGHHfKZlKNmigCyfAwaNKhmzCOPPFLcfPPNqYPp3n77bZn949FHH60Zj4TnTFVWmcF8M2gqAzwXokOADi7uDSJABIgAESACBSNAe7BgwLOfjvZT9phyxAohkDUZskLQeLuUPHR61113iaOPProFE1RxXbRokejdu7e3OFHwfBGg/ZQvvhmMToJrBiDmOATt1xzB5dBEgAgQASJABFQI0H7lvkhAgPYZtwgRIAJEgAgQgYIRoH1WMOCcrmgEaF8WjTjnIwJNgkAWBNfdd99dnHvuuWLq1KmxqKmKin366adi3LhxsiKrabvzzjvFUUcdldj9nnvuEdddd11iv7J0+OCDD8Tzzz9fI85tt90mhg4dWhYRm04O3+xLElybbouWc8EkuGavF5Qzv/3228WoUaNqMj6cdtpp4vLLLxetW7fOflKOmDkCL774ooAx9Nprr9WMPWvWLElWRYYQk/bRRx9Jw+umm26q6Q7C87x580S3bt1MhmGfJkLAN4OmiVTTrEulg6tZNc91EwEiQASIQMMQoD3YMOizmpj2U1ZINsE4yDz6+9//XixdulSsWLFCvPrqq+LJJ59sWfnOO+8sOnfuLJC1FMS+Tp06ifXWWy81MtGDpWAA2wMN3XhYw1577VUjn21m04MOOkjg2o033rhmvKgvc8cddxRIUgacgoYMrw8//LB44IEHBLKyBgc5W2+9tUw817NnT3HooYda4xmnACS9+81vfiOWLVsmVq5cKf73f/+35iCpe/fuokuXLmLvvfcWBxxwgPjGN75h7GMKz4txBw4cKNcXNBUWpptFNZ5OB1nrVCXjW2+9JYYMGSIxDBp9q6babM5+tJ9Kr3cSXMutItqv5dYPpSMCRIAIEIEKIkD7tYJKzXZJtM+yxZOjEQEiQASIABFIRID2WSJE7OA3ArQv/dYfpScCpUUgC4Ir4gtmzJgheTdxTRfbcNlll4nx48cbYTRgwAA5V/v27Y36+9RJdYZvGw/i07rLLKtv9iUJrmXeTU0kGwmu9sr+wx/+IC/eYostZHAhAtgQfHXDDTfIl1+4nPlXv/pVcffdd4s99tjDfkJeWSgCn3zyiTj11FMFCK3hhooRo0ePlhk/oFddQ5AqgvBwjy1ZsqSuG8rbn3XWWVaBqYUCwckKR8A3g6ZwgDhh0QjQwVU04pyPCBABIkAEmh4B2oPebwHaT96rMP8F/P3vf5ek1h//+MfiiSeeMJ6wa9eu0peAhFwbbrih8XXNQnAFrsi4eskll0hiaVLbZ599xEUXXST2339/K5JpeHz4kRYuXCiuvPJK8dJLLyVN3fI7ZPjBD34gya5pkuJVneD62Wef1WXqRbK4O+64Q5KU2YhAFAHaT6XfEyS4lltFtF/LrR9KRwSIABEgAhVEgPZrBZWa7ZJon2WLJ0cjAkSACBABIpCIAO2zRIjYwW8EaF/6rT9KTwRKi0BWBFckAe/Tp08N9yZYNHgbF1xwgeRtqM7TkQx70KBBiRh973vfExMnTpS8nyo2ElzLp1Xf7EsSXMu3h5pSIhJc7dX+yCOPyJepSUNmiIsvvphkRhOwStTnF7/4hSzNDuJytMFgQvUUVNxAFdYvfelLsss777wjVq9eLRYvXqwNpuzfv78kQW+++eYlWi1FKQsCvhk0ZcGNcuSGAB1cuUHLgYkAESACRIAIqBGgPej9zqD95L0K810AfAYXXnihuO+++6wn2n333cVVV10l9txzT6F4ZtSN2wwE10033VTiet1116XG1eUw61//+pd49NFHJRnz6aefTj13cAEqyl5xxRWyuqtJqzrBFRjcdddd4uijj66BY8qUKeKMM84wgYh9mgwB2k+lVzgJruVWEe3XcuuH0hEBIkAEiEAFEaD9WkGlZrsk2mfZ4snRiAARIAJEgAgkIkD7LBEidvAbAdqXfuuP0hOB0iKQFcEVReVeeOEFWWwu3MDN2H777WMrrn744Yfi5ZdfFv/4xz/kf5FIOdw6deokdtllF/GNb3zDOel1aRVBwUqJgG/2JQmupdxGzScUCa72Oo/LFhEeFaXTUeK7Q4cO9pPxyoYggCDF22+/XZa9D1fkdREG5e2nTp0qvva1r7kMw2srjIBvBk2FVcGl/RsBOri4E4gAESACRIAIFIwA7cGCAc9+OtpP2WNaiRHhY1i0aJE488wzlYm00i5yo402EiD7ITHXeuutF3t51QmuN998s/jpT39qRW4NgOvXr5+49tprxdZbb22sChyw3XDDDQKJ7bLwG3Xu3FkSlw866KBE4nIzEFxfffVVceyxx9ZUxEX14pkzZ4p27doZ64kdmwMB2k+l1zMJruVWEe3XcuuH0hEBIkAEiEAFEaD9WkGlZrsk2mfZ4snRiAARIAJEgAgkIkD7LBEidvAbAdqXfuuP0hOB0iKAGIi1a9e2EFPXWWcdeY6L/7IRgWZHwDf7kgTXZt+xJVk/Ca72ilAFkkVHQ2DajTfeKPbdd1/7iXhlQxGA8fXwww+L008/XVuR1URAVHwdO3asrOiB/81GBHQI+GbQUJOVR4AOrsqrmAskAkSACBCBsiFAe7BsGkktD+2n1JBV/wL4FubPny/GjBkjPvroI+WCv/Od74i+ffsKVGfdcMMNZYbR559/XixZskQsW7ZMeQ38CyBYDh48OJYQ2UiCK+b+9NNPW+RHVc6TTjqpZj0giIL4G266w6+oL3PbbbcVXbt2ldU+w22fffYRJ5xwgvTJtW3bVkAOZGxFIjMQjVWE1P79+4sZM2aIzTffPHFTgtyKBGaQR0du7d27t+jTp4/YeeedBbLLfvLJJ7LK60MPPSRWrVqlnAME21tvvVX07NkzVoZGElyz1qluoWvWrBEjR44UCxcubOkCfeP/d+vWLVFH7NBcCNB+Kr2+SXAtt4pov5ZbP5SOCBABIkAEKogA7dcKKjXbJdE+yxZPjkYEiAARIAJEIBEB2meJELGD3wjQvvRbf5SeCBABIkAEPETAN/uSBFcPN1kVRSbB1V6rH3zwgRgyZIhYunSpchBUbp02bZosa87mPwJ/+tOfxKxZs8T06dNTVVpBsCmqS5x99tmiS5cuiRU4/EeKK3BFwDeDxnW9vL70CNDBVXoVUUAiQASIABGoGgK0B73XKO0n71WY/QKeeeYZ6Rt466236gY/9NBDxYQJE6T/SJXJFOTYN954Q1x88cVi9uzZddebECIbSXCNCvyzn/1MDBs2rObPl1xyibjwwguNgFf5MsMXAo9LL71UDBgwQLRu3bpuTOAJ4vB5550nycPRhvGRnCypKu4999wjjjvuOCW5dfjw4VKn3/zmN5V+oC+++EI899xzUqf33XdfnQwgO99yyy1iu+2202LSSIJr1jrVLfKf//yn3BeXXXZZTRcQgIExGxEII0D7qfT7gQTXcquI9mu59UPpiAARIAJEoIII0H6toFKzXRLts2zx5GhEgAgQASJABBIRoH2WCBE7+I0A7Uu/9UfpiQARIAJEwEMEfLMvSXD1cJNVUWQSXO21+ve//10sXrxYVg1A1QUEKSKIDkFoxx9/vOjVq5do06aN/QS8spQIfPbZZ2L16tVi+fLl4pe//KXUOwIjg4Y9gGoSqLiCPYD/tm/fvpRroVDlRMA3g6acKFKqDBGggytDMDkUESACRIAIEAETBGgPmqBU6j60n0qtnuKFW7t2rRg7dqySnPrDH/5QnHPOOUb+I/ihbrzxRnH++efXkSr79esnZs6cKbbYYgvlApuF4LrjjjuK66+/Xuy5556Jin7//ffFySefLEBUDTf4deDr22233bRjvP3225Lc+uijj9b0QZIzVHUdMWJEIkEWF6Ly66RJk8TkyZPr5jrxxBPlWKjmq2rNQHDFulWE6DPOOENi1qpVq0Q9s0PzIED7qfS6JsG13Cqi/Vpu/VA6IkAEiAARqCACtF8rqNRsl0T7LFs8ORoRIAJEgAgQgUQEaJ8lQsQOfiNA+9Jv/VF6IkAEiAAR8BAB3+xLElw93GQUmQgQASJABIhA3gj4ZtDkjQfHbzgCdHA1XAUUgAgQASJABJoNAdqD3muc9pP3Ksx2AbpKnyDonXXWWUZEyECizz//XFx55ZWywmi0gfw6cuRIZcXQZiC4mlSyjWL25ptvymqyv/jFL2p+gl4mTpyorQA7bdo0cfrpp9dcA3LrDTfcIAYPHqzUgW5XffLJJ5LkfN1119WNB6Jtnz59lJc2C8H1ySeflBiADBy0vn37ijlz5ohNNtkk25uVo3mNAO2n0quPBNdyq4j2a7n1Q+mIABEgAkSgggjQfq2gUrNdEu2zbPHkaESACBABIkAEEhGgfZYIETv4jQDtS7/1R+mJABEgAkTAQwR8sy9JcPVwk1FkIkAEiAARIAJ5I+CbQZM3Hhy/4QjQwdVwFVAAIkAEiAARaDYEaA96r3HaT96rMLsFgLx46qmnilmzZtUMmlRxNU4CXUXYAw44QFaJ/epXv1p3eTMQXH/0ox9J4u96662XSoF33XWXOProo2uuQSXY+fPni86dO9eN9e6774rhw4eLpUuX1vyWVHE1TihdRdjjjz9eXHPNNcoqrs1CcFWts2vXrmLBggWiS5cuqXTNztVGgPZT6fVLgmu5VUT7tdz6oXREgAgQASJQQQRov1ZQqdkuifZZtnhyNCJABIgAESACiQjQPkuEiB38RoD2pd/6o/REgAgQASLgIQK+2ZckuHq4ySgyESACRIAIEIG8EfDNoMkbD47fcATo4Gq4CigAESACRIAINBsCtAe91zjtJ+9VmN0CfvWrX4kBAwaIV155pWbQO++8Uxx11FHWEy1btkwceeSRNVUtUUF00aJFonfv3nXjVp3gut1224k77rhD7LDDDqkx1RFWb7vtNjF06NC68VTYg1R89913iz322CP1/MEFN998s6zAG25x62oWguuf/vQnqYeHH364BpvHHntM7LvvvtZ488LqIUD7qfQ6JcG13Cqi/Vpu/VA6IkAEiAARqCACtF8rqNRsl0T7LFs8ORoRIAJEgAgQgUQEaJ8lQsQOfiNA+9Jv/VF6IkAEiAAR8BAB3+xLElw93GQUmQgQASJABIhA3gj4ZtDkjQfHbzgCdHA1XAUUgAgQASJABJoNAdqD3muc9pP3KsxuAagCOmjQoJoBe/ToIebOnSu23npr64k+/vhjccIJJ0hCa7hNmjRJnHfeeXXjVp3getppp4nLL79ctG7dOjWm//rXv8TEiRPFhRdeWHPtGWecISZPnixatWpV8/fLLrtMjB8/vuZvxxxzjJg5c6Zo165d6vmDC9544w0xePBgsWrVqpox5s2bJwYOHFg3brMQXD/99FMxbtw4iW+46QjI1grghd4jQPup9CokwbXcKqL9Wm79UDoiQASIABGoIAK0Xyuo1GyXRPssWzw5GhEgAkSACBCBRARonyVCxA5+I0D70m/9UXoiQASIABHwEAHf7EsSXD3cZBSZCBABIkAEiEDeCPhm0OSNB8dvOAJ0cDVcBRSACBABIkAEmg0B2oPea5z2k/cqzG4BP/rRj8RFF11UM+DJJ58spk6dKtq0aWM9EUiZF198sfwXbrqxq05wvfXWW8Xw4cOt8Vy8eLHo379/zfX9+vUTc+bMEe3bt2/5uw5H6Pn8888Xiue3sUw6Iucll1xSR77FoM1CcNVhriNzGwPOjpVDgPZT6VVKgmu5VUT7tdz6oXREgAgQASJQQQRov1ZQqdkuifZZtnhyNCJABIgAESACiQjQPkuEiB38RoD2pd/6o/REgAgQASLgIQK+2ZckuHq4ySgyESACRIAIEIG8EfDNoMkbD47fcATo4Gq4CigAESACRIAINBsCtAe91zjtJ+9VmM0C8ibm/exnPxPDhg2rEfaggw4S+PvGG29c8/eqE1xXrFgh9tprL2vFPfvss+Kwww4T7777bssYu+66q0D11I4dO7b87U9/+pMYOnSoePjhh2vm0lVZTStQGkJ0sxBcgaEKFx3xNy3m7F8dBGg/lV6XJLiWW0W0X8utH0pHBIgAESACFUSA9msFlZrtkmifZYsnRyMCRIAIEAEikIgA7bNEiNjBbwRoX/qtP0pPBIgAESACHiLgm31JgquHm4wiEwEiQASIABHIGwHfDJq88eD4DUeADq6Gq4ACEAEiQASIQLMhQHvQe43TfvJehdksYM2aNWLkyJFi4cKFNQPedtttkiTp2n7xi1+Ivffeu2aYHj16iLlz54qtt9665u9VJrjuuOOOYv78+aJz587WkKrIol27dhULFiwQXbp0aRn3rbfeEkOGDBErV66smcuVYBsMpiItH3PMMWLmzJmiXbt2NXM2O8F19OjR4sorrxTrr7++td55YbUQoP1Uen2S4FpuFdF+Lbd+KB0RIAJEgAhUEAHarxVUarZLon2WLZ4cjQgQASJABIhAIgK0zxIhYge/EaB96bf+KD0RIAJEgAh4iIBv9iUJrh5uMopMBIgAESACRCBvBHwzaPLGg+M3HAE6uBquAgpABIgAESACzYYA7UHvNU77yXsVZrOAvKt9qgiuOrInCa7xOlWRRXFFlLiq6veVr3xFLFmyRHTv3t1546SpytvsBNeTTz5ZTJ06VbRp08YZdw5QDQRoP5VejyS4lltFtF/LrR9KRwSIABEgAhVEgPZrBZWa7ZJon2WLJ0cjAkSACBABIpCIAO2zRIjYwW8EaF/6rT9KTwSIABEgAh4i4Jt9SYKrh5uMIhMBIkAEiAARyBsB3wyavPHg+A1HgA6uhquAAhABIkAEiECzIUB70HuN037yXoXZLEBHcM2q2icJrv/W00EHHSRADN14442tFedCcM2igmwgOAmuahX+6Ec/EhdddFHNjyS4Wm/3yl5I+6n0qiXBtdwqov1abv1QOiJABIgAEaggArRfK6jUbJdE+yxbPDkaESACRIAIEIFEBGifJULEDn4jQPvSb/1ReiJABIgAEfAQAd/sSxJcPdxkFJkIEAEiQASIQN4I+GbQ5I0Hx284AnRwNVwFFIAIEAEiQASaDQHag95rnPaT9yrMZgGs4KrGUUXivOSSS8SFF15oBHyU7NirVy9JcN1yyy2Nrld1Mq3MatrPVhASXNXIkeBqu6Oa6zraT6XXNwmu5VYR7ddy64fSEQEiQASIQAURoP1aQaVmuyTaZ9niydGIABEgAkSACCQiQPssESJ28BsB2pd+64/SEwEiQASIgIcI+GZfkuDq4SajyESACBABIkAE8kbAN4Mmbzw4fsMRoIOr4SqgAESACBABItBsCNAe9F7jtJ+8V2E2C1izZo0YOXKkWLhwYc2At912mxg6dKjzJI8//rjo2bNnzTgHHHCAmDt3rth0001r/v7//t//E2eccYaYMWNGJrJ8+umnYty4cWLmzJk145lUp82a4JpFBVUVcVU17ltvvSWGDBkiVq5cmXrdJgqfPXu2GDFiRE1X7KGrr75abLDBBjV/N5XZZF70efXVV8Wxxx4rXnrppZZLTKvjuuo0SUYVwRX7efLkyaJVq1ZJl/P3JkGA9lPpFU2Ca7lVRPu13PqhdESACBABIlBBBGi/VlCp2S6J9lm2eHI0IkAEiAARIAKJCNA+S4SIHfxGgPal3/qj9ESACBABIuAhAr7ZlyS4erjJKDIRIAJEgAgQgbwR8M2gyRsPjt9wBOjgargKKAARIAJEgAg0GwK0B73XOO0n71WYzQJ0pNJJkyaJ8847z3kSFRmyX79+Ys6cOaJ9+/Y142dNcNVVp20EwXXbbbeVJOJu3bpZY/qLX/xC7L333jXXqyrD5lmV91//+pe4+OKL5b9wGz16tLjyyivF+uuvX/P3rAmuKgzKTHBNU/XXemPwQq8QoP1UenWR4FpuFdF+Lbd+KB0RIAJEgAhUEAHarxVUarZLon2WLZ4cjQgQASJABIhAIgK0zxIhYge/EaB96bf+KD0RIAJEgAh4iIBv9iUJrh5uMopMBIgAESACRCBvBHwzaPLGg+M3HAE6uBquAgpABIgAESACzYYA7UHvNU77yXsVZrcAVeXJk08+WUydOlW0adPGeqJ//vOf4sILLxSXXXZZzRi6sbMmuL7zzjuyCu3y5ctr5m8EwRUC3HPPPeLwww+3xlNFFj7uuOPEtddeK77yla+0jKvDEXo+//zzheL5bSzTX/7yFzFmzBhJUA43HZEza4LrI488Ivr06VMzdxkIrjrMp0yZIqsSsxGBAAHaT6XfCyS4lltFtF/LrR9KRwSIABEgAhVEgPZrBZWa7ZJon2WLJ0cjAkSACBABIpCIAO2zRIjYwW8EaF/6rT9KTwSIABEgAh4i4Jt9SYKrh5uMIhMBIkAEiAARyBsB3wyavPHg+A1HgA6uhquAAhABIkAEiECzIUB70HuN037yXoXZLWD+/Pli0KBBNQP26NFDzJ07V2y99dbWE3344YcCBMyHHnqoZgxddVgdSfDWW28Vw4cPTy3Hs88+Kw477DDx7rvv1lzbKIKrC8H0s88+E+eee64kHYebbkyQisePH1/T95hjjhEzZ84U7dq1S41lcIGKsIrf5s2bJwYOHFg3rqp/165dxYIFC0SXLl1Sy4H1n3nmmTXXlYHgqiP+3nbbbZJkzUYEAgRoP5V+L5DgWm4V0X4tt34oHREgAkSACFQQAdqvFVRqtkuifZYtnhyNCBABIkAEiEAiArTPEiFiB78RoH3pt/4oPREgAkSACHiIgG/2JQmuHm4yikwEiAARIAJEIG8EfDNo8saD4zccATq4Gq4CCkAEiAARIALNhgDtQe81TvvJexVmt4Bf/epXYsCAAeKVV16pGdSVnLds2TJx5JFHCpD/wm3JkiXiwAP/f/buP2avsr4f+KeAM7SFRCIbZJnFGGRkSG3ZxoABG/A1ZWIrWn7YDmQpBYQKwhS6X6DbYtoiTrAwSzG6IAgCwVY26sYPgVmGA2oJhqExWhMztriRQKnBIc9y7vn0+/y4nz7nvp9zn/tc13k9yf6h51zX53p9TsfHwpvr/006wFQhzqluB51O4POf/3ycf/75kx4bVsD1lFNOieIW1oMPPni60if9+g9+8IP4wAc+EE888cTuXytubb333nvj5JNPnvR8N/ti3yKIesIJJ/S8/+gL3UwPPfTQuPvuu+PII4+ctO6OHTti2bJlsXXr1nG/VqYHExd75ZVXYtWqVfHFL35x3C81IeD6X//1X50g69e//vUZn7Pv5ngxCQHzU+PbJODa7BaZX5vdH9URIECAQIYC5tcMm1rtkcxn1XpajQABAgQITCtgPpuWyANpC5gv0+6f6gkQIEAgQYHU5ksB1wQ/MiUTIECAAIFBC6Q20Azaw/pDF/AHXENvgQIIECBAoG0C5sHkO25+Sr6F1R1gquDgu9/97s6NnwcddFDPm7300kvx4Q9/uBPoHPszXcizuJH06quvHvdOcQvsjTfeGEWgs+zPiy++GCtWrOgEQCf+lAlX3nbbbfGHf/iH417tJWjb7RzFYv2Ehn/+85/Hpz/96bjyyitLWxa31ha33j7wwAPj3lm5cmXnFtg5c+aUpdz93I9//OPOjbwPP/zwuHfPO++8WL9+fdc1pwp+fu5zn4sLL7ywpxq+9a1vxXvf+95JN/I2IeDa7aba+fPnR3E78mGHHdbTOT2ct4D5qfH9FXBtdovMr83uj+oIECBAIEMB82uGTa32SOazaj2tRoAAAQIEphUwn01L5IG0BcyXafdP9QQIECCQoEBq86WAa4IfmZIJECBAgMCgBVIbaAbtYf2hC/gDrqG3QAEECBAg0DYB82DyHTc/Jd/Cag+wadOmTnhx4m2rRaizCFa+8Y1vLL3ha6+9Ftddd12sXr160jvFX7/88sujy/8P6TxbBGI/+MEPjnuv15tH97R/sfAwA65HH310fOELX4jDDz+8tOcjjzzSMSluQx37c/PNN3duqO1mOTIyEjfccEN85CMfmbRPcQNq0eu99tqrdA1FCLr4Dm666aZJ79xzzz3xvve9r+tau3btissuu6wTlB77s3jx4ti4cWP88i//cqka/uM//qMTiC2+04k/TQi4Pvroo3HiiSeOK60IiN96663xpje9qdQZPdQOAfNT4/ss4NrsFplfm90f1REgQIBAhgLm1wybWu2RzGfVelqNALTddFsAACAASURBVAECBAhMK2A+m5bIA2kLmC/T7p/qCRAgQCBBgdTmSwHXBD8yJRMgQIAAgUELpDbQDNrD+kMX8AdcQ2+BAggQIECgbQLmweQ7bn5KvoXVHmCqG1eLXT7+8Y93wo377rvvtJu++uqrUQQv/+zP/mxSWPa4447r3GB6yCGHTLnOU089Fe95z3sm3dK5ZMmSzi2uv/qrv7rHGva0/+iL/QZcizDp9ddfH7Nnz57WYaobXIsXi+BjcZZ58+ZNu87jjz8eH/rQh2L79u3jnv393//9TnhyTx5T3bha3IRb3OJahGb32WefaWsoQs+f/OQnY82aNZOePeOMM2LDhg17DHEWe11xxRWT3i3WLP76dOHpF154ofP9Feft9jOTgGsvPd0TVGFw0UUXjXvkT/7kT6L4Dvbee+9pjT3QHgHzU+N7LeDa7BaZX5vdH9URIECAQIYC5tcMm1rtkcxn1XpajQABAgQITCtgPpuWyANpC5gv0+6f6gkQIEAgQYHU5ksB1wQ/MiUTIECAAIFBC6Q20Azaw/pDF/AHXENvgQIIECBAoG0C5sHkO25+Sr6F1R/gySefjKVLl066KbTY6bTTTotrrrkmFi5c2PXmz+LG0B/84AfxiU98onML68SfIlRZBF/PPvvsPRb+4osvxooVK+Lee++d9Nxv/dZvdYKWJ5100qQailtbizDounXr4r777tv9bnH767//+7+PW6tMwHXz5s1RhGrH/hRrfe5zn+tYTHf76Z4CrsWa8+fP79RanKVbyLS4MbXw+uu//uv47//+73F1FJZF2HNifd1gp7qZt3j23HPP7fT0rW99a9dbYF9//fV4+umnOz0dazq6TxHQve2226IILu/p51vf+la8973vndSH0RqK9buFnovQdXE77Nq1a+P555/vbFGcvQha/+d//ufuLcsGXGfa06nO+LOf/axzW3ER5B37U4S5ly9fXv1vVCsmLWB+anz7BFyb3SLza7P7ozoCBAgQyFDA/JphU6s9kvmsWk+rESBAgACBaQXMZ9MSeSBtAfNl2v1TPQECBAgkKJDafCngmuBHpmQCBAgQIDBogdQGmkF7WH/oAv6Aa+gtUAABAgQItE3APJh8x81Pybew+gMUIdU777wzLrnkkkmhytHdjj766Fi0aFEUYdM5c+bE//zP/8S2bdviH//xH+PBBx/sWlQRSvyLv/iLuPzyy0vdGLqnUGaxwWGHHRYnn3xyvOUtb+ns99xzz8U3vvGNScHcIgBaBAzPPPPMcXWVCbhOdZNssdCCBQviwAMP7KxZ1FAEVd/0pjeN22O6gOvow+94xzvife97327PIuC7devWuOuuu7oGjYv3iptU//iP/7iUZRH8LYKXRT3FTazdfgrLd73rXZ1zveENb4giXPuv//qvsWXLlnjiiSe6vnPAAQd0bqE966yzuoZjx75U3Kpb3Oh73XXXTfnRnnjiifG7v/u7nQBrERgtDL75zW9Oqrk4+86dOzvB39GfsgHXmfZ0quJ/8pOfxDnnnNPxGv05/PDDOz38jd/4jep/o1oxaQHzU+PbJ+Da7BaZX5vdH9URIECAQIYC5tcMm1rtkcxn1XpajQABAgQITCtgPpuWyANpC5gv0+6f6gkQIEAgQYHU5ksB1wQ/MiUTIECAAIFBC6Q20Azaw/pDF/AHXENvgQIIECBAoG0C5sHkO25+Sr6FgzlAEXItbk+94oorpgxY9rJzEVgsbl296KKLSgUyi7WLgOWVV14ZN910Uy9bjXu2COJ+4Qtf6AR1i+Dk2J8yAdfi1tfihtMHHnhgjzUUN7EWoeAidDv2p1vAtQhnFrfMFgHefn8Ky6I3b3zjG0svUYRci5tn//RP/3TKkGvpxSKiuLn105/+dJx++unThltH1y1CyH/0R380ZWC2zP4XX3xxJ0xc7H311VfvfqVswHWmPZ2qxm7B2fPOOy/Wr1/fCYH7ITBWwPzU+O9BwLXZLTK/Nrs/qiNAgACBDAXMrxk2tdojmc+q9bQaAQIECBCYVsB8Ni2RB9IWMF+m3T/VEyBAgECCAqnNlwKuCX5kSiZAgAABAoMWSG2gGbSH9Ycu4A+4ht4CBRAgQIBA2wTMg8l33PyUfAsHe4Bvf/vbnVtX77vvvr43Km55/cxnPhPHHHNM6SDk6GbFbaNFmLMIhfb6U9xGev3118ev//qvd24B7SfgWgR9v/zlL3eCuVPdfDpaV7fAbLeA65e+9KX4vd/7vc5NtsXtnr38FAHa4tbS4rbXvfbaq5dXO88W53n44Ydj9erVndtZ+/057bTT4tprr+3Y9vrzb//2b3HZZZd1bvvt9aeouwjoFoHpibZlA64z7elUNW/YsKHznYz9ueWWW2LFihW9HtPzLRAwPzW+yQKuzW6R+bXZ/VEdAQIECGQoYH7NsKnVHsl8Vq2n1QgQIECAwLQC5rNpiTyQtoD5Mu3+qZ4AAQIEEhRIbb5MIeD6ekTsrvP111/v+V+YSvA7UjIBAgQIEBiaQPEvhU74F2qLP1zo/d+wHdoJbJyhgHkww6Y6EgECBAg0V8A82Nze9FCZ+akHrLY++uqrr3YCrmvXru0pFHn88cfHhz/84SjCkPvuu2/ffMWf8z700EPxl3/5l/HYY49Nu84BBxwQf/7nfx4XXHDB7psz+w24FpsVN59u3Lixs2ZxE+xUP0Vwdfny5eN+eaqAa/HcT3/6086NqkVgdU/rFgsWZyoCsRdeeGEceOCB0xpM90BxO+4Xv/jF+OxnPxvPP//8dI/v/vWilx/5yEfixBNPLH0Tb7fFi/1vvvnmTgB5x44d0+5fhKSLoPNJJ520+88h+g24zrSnU51n1apVHdPRn+L24CIc/da3vnXa83mgXQLmpyT6LeDa7DaZX5vdH9URIECAQGYC5tfMGjqY45jPBuNqVQIECBAg0FXAfObDaIGA+bIFTXZEAgQIEGiOQIrzZQoB150RMWe0zS+99FLnv+TuhwABAgQIEBiMQHF7zf777z928VciYu5gdrMqgVIC5sFSTB4iQIAAAQLVCJgHq3Ec8irmpyE3IKXti6Dp9773vfjGN77R+b8iGLlt27bdR1iwYEEUN4wWt5MuWrQofu3Xfq2vW0anMin2L/b8+te/3rmFdPv27bvDkcXe8+fPj6VLl0YRrJ3wv1X7vsF1bC0/+tGP4o477uiEbYvbTyeGUosAbnHb7difPQVcx/459j/8wz/EvffeG0888cTuM/3O7/xOLFy4MP7gD/6g65mq+HaK8O4zzzwTjz76aDzyyCPx3HPPjQu8FjUUt7QWt6MWff2VX/mVSv+jkkXItzhzcZtrcQNucWNw8feW4s/13/nOd3aCtIsXL46iv/vss88ebcve4DrTnnZz/853vhNnnHFGx2/0p/gWrrnmmth7772raJU1MhIwPyXRTAHXZrfJ/Nrs/qiOAAECBDITML9m1tDBHMd8NhhXqxIgQIAAga4C5jMfRgsEzJctaLIjEiBAgEBzBFKcL1MIuP4wIuaNtvm73/1uHHrooc3pukoIECBAgEBmAsW/2Pz2t7997KmKa1cOyeyYjpOWgHkwrX6plgABAgQSFzAPJt7A/yvf/JRFGx2iqQJlAq5NrV1d5QU2bNgQF1100e4XDj744PjqV78av/3bv11+EU+2RsD8lESrBVyb3Sbza7P7ozoCBAgQyEzA/JpZQwdzHPPZYFytSoAAAQIEugqYz3wYLRAwX7agyY5IgAABAs0RSHG+TCHg+mhEHD/a5vvvv79zU4AfAgQIECBAYDACW7ZsiVNPPXXs4o9FxAmD2c2qBEoJmAdLMXmIAAECBAhUI2AerMZxyKuYn4bcANvnLSDgmnd/i9O9+OKLsWLFis4NvKM/5513Xqxfvz7mzJmTP4AT9ixgfuqZbBgvCLgOQ738nubX8laeJECAAAECMxYwv86YsA0LmM/a0GVnJECAAIHGCJjPGtMKhQxOwHw5OFsrEyBAgACBSQIpzpcpBFw3RsT5o9pr1qyJq666yudHgAABAgQIDEhg7dq1sXr16rGr3xIRKwe0nWUJlBEwD5ZR8gwBAgQIEKhIwDxYEeRwlzE/Ddff7pkLCLhm3uCIePDBB+P000+Pl19+uXPY/fbbrxN2Pfnkk/M/vBP2JWB+6out7pcEXOsW720/82tvXp4mQIAAAQIzEjC/zoivLS+bz9rSaeckQIAAgUYImM8a0QZFDFbAfDlYX6sTIECAAIFxAinOlykEXD8UETeNSi9evDg2bdrk0yNAgAABAgQGJLBkyZLYvHnz2NUvjoi/HdB2liVQRsA8WEbJMwQIECBAoCIB82BFkMNdxvw0XH+7Zy4g4Jp3g1999dW48sor44Ybbth90HPPPTc++9nPxv7775/34Z2ubwHzU990db4o4Fqndu97mV97N/MGAQIECBDoW8D82jddm140n7Wp285KgAABAkMXMJ8NvQUKGLyA+XLwxnYgQIAAAQK7BVKcL1MIuM6PiG+PKs+ePTt27twZs2alULrfHQQIECBAIC2BkZGRmDt3buzatWts4e+MiO1pnUS1mQmYBzNrqOMQIECAQHMFzIPN7U2PlZmfegTzOIFeBARce9FK79lnnnkmzj777Hjuuec6xbu9Nb0e1l2x+alu8b73E3Dtm66WF82vtTDbhAABAgQIRJhffQUlBcxnJaE8RoAAAQIEZipgPpupoPcTETBfJtIoZRIgQIBA+gKpzpeppER/GBHzRj+Tu+66K5YuXZr+V+MEBAgQIECgYQJ33313nHHGGWOr2hERhzSsTOW0U8A82M6+OzUBAgQI1CxgHqwZfLDbmZ8G62v1FgsIuObb/J///OfxiU98Iooej/6sWrUq1q1bF/vuu2++B3eyGQmYn2bEV+fLAq51ave3l/m1PzdvESBAgACBngTMrz1xtf1h81nbvwDnJ0CAAIFaBMxntTDbpBkC5stm9EEVBAgQIJC5QKrzZSoB1+sj4tLRb2jx4sWxadOmzD8pxyNAgAABAvULdLmO/oaIuKz+SuxIYJKAedBHQYAAAQIEahAwD9aAXN8W5qf6rO3UMgEB13wb/p3vfKfzH/4avb318MMPjzvuuCOOPPLIfA/tZDMWMD/NmLCuBQRc65Lufx/za/923iRAgAABAqUFzK+lqTwYYT7zFRAgQIAAgRoEzGc1INuiKQLmy6Z0Qh0ECBAgkLVAqvNlKgHXYyJi69gv6Omnn44FCxZk/VE5HAECBAgQqFNg27ZtsXDhwolbHhsRj9dZh70ITCFgHvRpECBAgACBAQuYBwcMXP/y5qf6ze3YEgEB1zwb/dprr8U111wTn/zkJ3cf8DOf+UxceumlMWtWKv8oJc/eNPlU5qcmd2dSbQKuzW+X+bX5PVIhAQIECCQuYH5NvIH1l28+q9/cjgQIECDQMgHzWcsa7rjmS98AAQIECBAYsEDK82VK/1bGoxFx/Ggvly1bFrfddtuAW2t5AgQIECDQHoHly5fH7bffPvbAj0XECe0RcNIEBMyDCTRJiQQIECCQroB5MN3e7aFy81OWbXWoYQsIuA67A4PZ/8knn4ylS5fGjh07OhucfvrpsWHDhjjwwAMHs6FVsxAwPyXVRgHXNNplfk2jT6okQIAAgUQFzK+JNm64ZZvPhutvdwIECBDIXMB8lnmDHa+bgPnSd0GAAAECBAYokPJ8mVLA9cyIuHNsH++///5YtGjRAFtraQIECBAg0A6BLVu2xKmnnjrxsGdFxFfaIeCUiQiYBxNplDIJECBAID0B82B6PStZsfmpJJTHCPQiIODai1Yaz/70pz+Nyy+/vBNoLX7mzZvX+Q9sHnfccWkcQJVDETA/DYV9JpsKuM5Er753za/1WduJAAECBFomYH5tWcOrO675rDpLKxEgQIAAgXEC5jMfREsFzJctbbxjEyBAgMDgBVKfL1MKuBbdHPdf7TjiiCPimWeeiVmzUjvG4D9MOxAgQIAAgbICIyMjceSRR8azzz479hW3t5YF9FzdAubBusXtR4AAAQLZC5gHs2+x+Sn7Fjtg3QICrnWLD36/TZs2xTnnnBMvv/xyZ7Obb745zj//fP/sYfD0ye5gfkqydQKu6bTN/JpOr1RKgAABAokImF8TaVRzyzSfNbc3KiNAgACBRAXMZ4k2TtlVCZgvq5K0DgECBAgQ+IVADvNlasnQkyLiwbFf4MqVKzv/sokfAgQIECBAoD+BCy64IDZu3Djx5ZMj4qH+VvQWgYEKmAcHymtxAgQIEGijgHkw+66bn7JvsQPWLSDgWrf4YPf78Y9/3Am3Pvzww52NLr744li3bl3MmTNnsBtbPWkB81OS7RNwTadt5td0eqVSAgQIEEhEwPyaSKOaW6b5rLm9URkBAgQIJCpgPku0ccquSsB8WZWkdQgQIECAwC8EcpgvUwu4FvTXR8SlY7/CNWvWxFVXXeXDJECAAAECBHoUWLt2baxevXriWzdExGU9LuVxAnUKmAfr1LYXAQIECGQtYB7Mur1jD2d+ak2rHZQAAQIEBi1gfhq08MDWF3AdGO1AFja/DoTVogQIECDQRgHzaxu7PpAzm88GwmpRAgQIEGijgPmsjV135i4C5kufBQECBAgQqEggl/kyxYBr0cInI+Kosb1cv359XHLJJRW11zIECBAgQCB/gRtvvDFWrVo18aBPRcRv5n96J8xAwDyYQRMdgQABAgSGK2AeHK7/EHY3Pw0B3ZYECBAgkJeA+Snpfgq4ptc+82t6PVMxAQIECDRMwPzasIakX475LP0eOgEBAgQIDFnAfDbkBti+aQLmy6Z1RD0ECBAgkJxATvNlqgHX+RHxzYiYM/brcZNrcr+XFEyAAAECQxKY4r/U8UpEHBcR24dUlm0J9CJgHuxFy7MECBAgQGCCgHmwlZ+E+amVbXdoAgQIEKhKwPxUleTQ1hFwHRp93xubX/um8yIBAgQIEIgwv/oKBiBgPhsAqiUJECBAoD0C5rP29NpJSwuYL0tTeZAAAQIECEwWyG2+TDXgWnTmtIj42sQWrVy5MjZs2BCzZqV8NL/1CBAgQIDAYARGRkbiwgsvjI0bN3bb4D0Rcd9gdrYqgYEImAcHwmpRAgQIEMhZwDyYc3dLnc38VIrJQwQIECBA4P8LmJ+y+RoEXNNspfk1zb6pmgABAgSGKGB+HSJ+O7Y2n7Wjz05JgAABAhUKmM8qxLRUjgLmyxy76kwECBAgMFCBXOfL1FOgZ0bEnRM7f8QRR8S1114bixYtGuhHYXECBAgQIJCSwJYtW+JjH/tYPPvss93KPisivpLSedRK4BcC5kGfAgECBAgQKClgHiwJlf9j5qf8e+yEBAgQIFCRgPmpIshmLCPg2ow+9FOF+bUfNe8QIECAQCsFzK+tbPswDm0+G4a6PQkQIEAgSQHzWZJtU3T9AubL+s3tSIAAAQKJCuQ8X6YecC0+qeK/3HFHRMyZ+H0tW7YsPvrRj8aCBQsS/fSUTYAAAQIEZi6wbdu2+NSnPhW33357t8VeiYiz3dw6c2crDFXAPDhUfpsTIECAQNMFzINN79BQ6jM/DYXdpgQIECCQioD5KZVO9VSngGtPXI172PzauJYoiAABAgSaJGB+bVI3WlOL+aw1rXZQAgQIEOhHwHzWj5p3Wi5gvmz5B+D4BAgQILBngTbMlzkEXIsuzo+Iz0fEUd1aunjx4jjnnHPi/e9/f8yalcuR/fYlQIAAAQJTCxRXz99zzz1x6623xubNm6d68KmIWBER21kSyEDAPJhBEx2BAAECBKoTMA9WZ5nxSuanjJvraAQIECDQu4D5qXezxN4QcE2sYV3KNb+m30MnIECAAIEKBcyvFWJaql8B81m/ct4jQIAAgSwFzGdZttWh6hUwX9brbTcCBAgQaLhA2+bL3NKe10fEpVN9Y7Nnz45TTjkljj322Jg/f3687W1vi4MOOijmzp0r+Nrw35jKI0CAAIHuAsXgsnPnznjhhRfi+9//fmzfvj22bt0aDzzwQOzatWtPbDdExGVcCWQoYB7MsKmORIAAAQJTC5gHfR0VCJifKkC0BAECBAikI2B+SqdXFVcq4Fox6BCXM78OEd/WBAgQIFC/gPm1fnM79ixgPuuZzAsECBAgkLKA+Szl7qk9EQHzZSKNUiYBAgQIVCNgvvw/x9wCrsWZToqIj0fE8dV8KlYhQIAAAQJZCTz2i79PPpTVqRyGwHgB86AvggABAgQITC1gHvR1dBMwP/kuCBAgQICA+Sn3b0DANa8Om1/z6qfTECBAgEC1Av78r1pPq5UTMJ+Vc/IUAQIECLRTwHzWzr479cwEzJcz8/M2AQIECOQtkOV8mWPAdfQzPDMiVgm65v270ukIECBAoLRAMcisj4ivlH7DgwTSFzAPpt9DJyBAgACB6gTMg9VZ5ryS+Snn7jobAQIECPQqYH7qVazZzwu4Nrs//VZnfu1XznsECBAgkKOA+TXHrqZ3JvNZej1TMQECBAgMTsB8NjhbK7dHwHzZnl47KQECBAhML5D1fJlzwHW0tcdExNkRsSQi5k3fb08QIECAAIFsBHZExKaIuCMiHs/mVA5CoHcB82DvZt4gQIAAgTwEzIN59HEYpzA/DUPdngQIECDQBAHzUxO6MJgaBFwH49qUVc2vTemEOggQIECgbgHza93i9isrYD4rK+U5AgQIEMhNwHyWW0edpykC5sumdEIdBAgQIFC3QGvmyzYEXMd+PPMj4tiIWBgRh0XEWyLizRExOyLaZlH3byr7ESBAgMBgBIp/MWtXRPwkIn4UEc9HxNMRsTUitg9mS6sSSFrAPJh0+xRPgAABAl0EzIM+i0ELmJ8GLWx9AgQIEKhbwPxUt3gz9hNwbUYf6qjC/FqHsj0IECBAoE4B82ud2vYahID5bBCq1iRAgACBYQqYz4apb28CEeZLXwEBAgQI5CZgvhTqzO2bdh4CBAgQIECAAAECBAgQIECAAAECBAgQIECAAAECBCYICLj6JAgQIECAAAECBAgQIECAAAECBAgQIECAAAECBAgQINBAAbeWNrApSiJAgAABAgQIECBAgAABAgQIECBAgAABAgQIECBAoDIBAdfKKC1EgAABAgQIECBAgAABAgQIECBAgAABAgQIECBAgACB6gQEXKuztBIBAgQIECBAgAABAgQIECBAgAABAgQIECBAgAABAs0TEHBtXk9URIAAAQIECBAgQIAAAQIECBAgQIAAAQIECBAgQIAAgRBw9R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KUPdiQAAIABJREFU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oOEC8yPi2IhYGBGHRcRbIuLNETHb5W8N75zyCBAgQGAqgeKfY+6KiJ9ExI8i4vmIeDoitkbE9rawCbi2pdPOSYAAAQIECBAgQIAAAQIECBAgQIAAAQIECBAgQKCdAgKu7ey7UxMgQIAAAQIECBAgQIAAAQIECBAgkL7AMRFxdkQsiYh56R/HCQgQIECAQGmBHRGxKSLuiIjHS7+V4IMCrgk2TckECBAgQIAAAQIECBAgQIAAAQIECBAgQIAAAQIECJQWEHAtTeVBAgQIECBAgAABAgQIECBAgAABAgQINELgzIhYFRHHN6IaRRAgQIAAgeEKPBYR6yPiK8MtYzC7C7gOxtWqBAgQIECAAAECBAgQIECAAAECBAgQIECAAAECBAg0Q0DAtRl9UAUBAgQIECBAgAABAgQIECBAgAABAgSmEzgpIj4u2Dodk18nQIAAgZYKFEHX4u+TD+V0fgHXnLrpLAQIECBAgAABAgQIECBAgAABAgQIECBAgAABAgQITBQQcPVNECBAgAABAgQIECBAgAABAgQIECBAoPkC10fEpVOVOXv27DjllFPi2GOPjfnz58fb3va2OOigg2Lu3Lkxa5ZoTPPbq0ICBAgQmPQPMUdGYufOnfHCCy/E97///di+fXts3bo1Hnjggdi1a9eewG6IiMtyEfV38Vw66RwECBAgQIAAAQIECBAgQIAAAQIECBAgQIAAAQIECHQTEHD1XRAgQIAAAQIECBAgQIAAAQIECBAgQKC5AvMj4vMRcVS3EhcvXhznnHNOvP/97xdkbW4PVUaAAAECFQqMjIzEPffcE7feemts3rx5qpWfiogVEbG9wq2HspSA61DYbUqAAAECBAgQIECAAAECBAgQIECAAAECBAgQIECAQE0CAq41QduGAAECBAgQIECAAAECBAgQIECAAAECPQqcFhF3RMScie8tW7YsPvrRj8aCBQt6XNLjBAgQIEAgH4Ft27bFpz71qbj99tu7HeqViDg7Iu5L+cQCril3T+0ECBAgQIAAAQIECBAgQIAAAQIECBAgQIAAAQIECEwnIOA6nZBfJ0CAAAECBAgQIECAAAECBAgQIECAQP0CZ0bEnRO3PeKII+Laa6+NRYsW1V+RHQkQIECAQEMFtmzZEh/72Mfi2Wef7VbhWRHxlYaWPm1ZAq7TEnmAAAECBAgQIECAAAECBAgQIECAAAECBAgQIECAAIGEBQRcE26e0gkQIECAAAECBAgQIEBPmnzcAAAgAElEQVSAAAECBAgQyFKguLn1axNPtnLlytiwYUPMmiXqkmXXHYoAAQIEZiQwMjISF154YWzcuLHbOu9J9SZXf9ef0WfhZQIECBAgQIAAAQIECBAgQIAAAQIECBAgQIAAAQIEGi4g4NrwBimPAAECBAgQIECAAAECBAgQIECAAIFWCcyPiG9GxJyxp16zZk1cddVVrYJwWAIECBAg0I/A2rVrY/Xq1RNffSUijouI7f2sOcx3BFyHqW9vAgQIECBAgAABAgQIECBAgAABAgQIECBAgAABAgQGLSDgOmhh6xMgQIAAAQIECBAgQIAAAQIECBAgQKC8wJMRcdTYx9evXx+XXHJJ+RU8SYAAAQIEWi5w4403xqpVqyYqPBURv5kajYBrah1TLwECBAgQIECAAAECBAgQIECAAAECBAgQIECAAAECvQgIuPai5VkCBAgQIECAAAECBAgQIECAAAECBAgMTuD6iLh07PJubh0ctpUJECBAIG+BKW5yvSEiLkvp5AKuKXVLrQQIECBAgAABAgQIECBAgAABAgQIECBAgAABAgQI9Cog4NqrmOcJECBAgAABAgQIECBAgAABAgQIECBQvcBJEfHg2GVXrlwZN998c/U7WZEAAQIECLRE4IILLoiNGzdOPO3JEfFQKgQCrql0Sp0ECBAgQIAAAQIECBAgQIAAAQIECBAgQIAAAQIECPQjIODaj5p3CBAgQIAAAQIECBAgQIAAAQIECBAgUK3AoxFx/OiSRxxxRDzzzDMxa5ZYS7XMViNAgACBNgmMjIzEkUceGc8+++zYYz8WESek4mASSKVT6iRAgAABAgQIECBAgAABAgQIECBAgAABAgQIECBAoB8BAdd+1LxDgAABAgQIECBAgAABAgQIECBAgACB6gTOjIg7xy53//33x6JFi6rbwUoECBAgQKClAlu2bIlTTz114unPioivpEAi4JpCl9RIgAABAgQIECBAgAABAgQIECBAgAABAgQIECBAgEC/AgKu/cp5jwABAgQIECBAgAABAgQIECBAgAABAtUIjLu9ddmyZXHbbbdVs7JVCBAgQIAAgVi+fHncfvvtYyWSucVVwNUHTIAAAQIECBAgQIAAAQIECBAgQIAAAQIECBAgQIBAzgICrjl319kIECBAgAABAgQIECBAgAABAgQIEGi6wDERsXVskU8//XQsWLCg6XWrjwABAgQIJCOwbdu2WLhw4cR6j42Ix5t+CAHXpndIfQQIECBAgAABAgQIECBAgAABAgQIECBAgAABAgQIzERAwHUmet4lQIAAAQIECBAgQIAAAQIECBAgQIDAzASuj4hLR5dYvHhxbNq0aWYrepsAAQIECBCYJLBkyZLYvHnz2L9+Q0Rc1nQqAdemd0h9BAgQIECAAAECBAgQIECAAAECBAgQIECAAAECBAjMREDAdSZ63iVAgAABAgQIECBAgAABAgQIECBAgMDMBH4YEfNGl7jrrrti6dKlM1vR2wQIECBAgMAkgbvvvjvOOOOMsX99R0Qc0nQqAdemd0h9BAgQIECAAAECBAgQIECAAAECBAgQIECAAAECBAjMREDAdSZ63iVAgAABAgQIECBAgAABAgQIECBAgED/AvMj4tujr8+ePTt27twZs2aJsvRP6k0CBAgQINBdYGRkJObOnRu7du0a+8A7I2J7k81MBU3ujtoIECBAgAABAgQIECBAgAABAgQIECBAgAABAgQIEJipgIDrTAW9T4AAAQIECBAgQIAAAQIECBAgQIAAgf4EPhQRN42+unjx4ti0aVN/K3mLAAECBAgQmFZgyZIlsXnz5rHPXRwRfzvti0N8QMB1iPi2JkCAAAECBAgQIECAAAECBAgQIECAAAECBAgQIEBg4AICrgMntgEBAgQIECBAgAABAgQIECBAgAABAgS6CmyMiPNHf2XNmjVx1VVXoSJAgAABAgQGJLB27dpYvXr12NVviYiVA9qukmUFXCthtAgBAgQIECBAgAABAgQIECBAgAABAgQIECBAgAABAg0VEHBtaGOURYAAAQIECBAgQIAAAQIECBAgQIBA9gKPRsTxo6e8//77Y9GiRdkf2gEJECBAgMCwBLZs2RKnnnrq2O0fi4gThlVPmX0FXMsoeYYAAQIECBAgQIAAAQIECBAgQIAAAQIECBAgQIAAgVQFBFxT7Zy6CRAgQIAAAQIECBAgQIAAAQIECBBIXeCHETFv9BDf/e5349BDD039TOonQIAAAQKNFfje974Xb3/728fWtyMiDmlswREh4Nrk7qiNAAECBAgQIECAAAECBAgQIECAAAECBAgQIECAAIGZCgi4zlTQ+wQIECBAgAABAgQIECBAgAABAgQIEOhPYGdEzBl99aWXXor99tuvv5W8RYAAAQIECEwr8PLLL8f+++8/9rlXImLutC8O8QEB1yHi25oAAQIECBAgQIAAAQIECBAgQIAAAQIECBAgQIAAgYELCLgOnNgGBAgQIECAAAECBAgQIECAAAECBAgQ6Crw+tiL2V5//fWYNUuMxbdCgAABAgQGJTAyMhJ77bXX2OWLf1Y67i8Mau9+1zUZ9CvnPQIECBAgQIAAAQIECBAgQIAAAQIECBAgQIAAAQIEUhAQcE2hS2okQIAAAQIECBAgQIAAAQIECBAgQCBHgXF/PluEbvwQIECAAAECgxXo8h+TaHSGtNHFDbZVVidAgAABAgQIECBAgAABAgQIECBAgAABAgQIECBAoAUCAq4taLIjEiBAgAABAgQIECBAgAABAgQIECDQSAEB10a2RVEECBAgkLOAgGvO3XU2AgQIECBAgAABAgQIECBAgAABAgQIECBAgAABAgRSExBwTa1j6iVAgAABAgQIECBAgAABAgQIECBAIBcBAddcOukcBAgQIJCMgIBrMq1SKAECBAgQIECAAAECBAgQIECAAAECBAgQIECAAAECLRAQcG1Bkx2RAAECBAgQIECAAAECBAgQIECAAIFGCgi4NrItiiJAgACBnAUEXHPurrMRIECAAAECBAgQIECAAAECBAgQIECAAAECBAgQIJCagIBrah1TLwECBAgQIECAAAECBAgQIECAAAECuQgIuObSSecgQIAAgWQEBFyTaZVCCRAgQIAAAQIECBAgQIAAAQIECBAgQIAAAQIECBBogYCAawua7IgECBAgQIAAAQIECBAgQIAAAQIECDRSQMC1kW1RFAECBAjkLCDgmnN3nY0AAQIECBAgQIAAAQIECBAgQIAAAQIECBAgQIAAgdQEBFxT65h6CRAgQIAAAQIECBAgQIAAAQIECBDIRUDANZdOOgcBAgQIJCMg4JpMqxRKgAABAgQIECBAgAABAgQIECBAgAABAgQIECBAgEALBARcW9BkRyRAgAABAgQIECBAgAABAgQIECBAoJECAq6NbIuiCBAgQCBnAQHXnLvrbAQIECBAgAABAgQIECBAgAABAgQIECBAgAABAgQIpCYg4Jpax9RLgAABAgQIECBAgAABAgQIECBAgEAuAgKuuXTSOQgQIEAgGQEB12RapVACBAgQIECAAAECBAgQIECAAAECBAgQIECAAAECBFogIODagiY7IgECBAgQIECAAAECBAgQIECAAAECjRQQcG1kWxRFgAABAjkLCLjm3F1nI0CAAAECBAgQIECAAAECBAgQIECAAAECBAgQIEAgNQEB19Q6pl4CBAgQIECAAAECBAgQIECAAAECBHIREHDNpZPOQYAAAQLJCAi4JtMqhRIgQIAAAQIECBAgQIAAAQIECBAgQIAAAQIECBAg0AIBAdcWNNkRCRAgQIAAAQIECBAgQIAAAQIECBBopICAayPboigCBAgQyFlAwDXn7jobAQIECBAgQIAAAQIECBAgQIAAAQIECBAgQIAAAQKpCQi4ptYx9RIgQIAAAQIECBAgQIAAAQIECBAgkIuAgGsunXQOAgQIEEhGQMA1mVYplAABAgQIECBAgAABAgQIECBAgAABAgQIECBAgACBFggIuLagyY5IgAABAgQIECBAgAABAgQIECBAgEAjBQRcG9kWRREgQIBAzgICrjl319kIECBAgAABAgQIECBAgAABAgQIECBAgAABAgQIEEhNQMA1tY6plwABAgQIECBAgAABAgQIECBAgACBXAQEXHPppHMQIECAQDICAq7JtEqhBAgQIECAAAECBAgQIECAAAECBAgQIECAAAECBAi0QEDAtQVNdkQCBAgQIECAAAECBAgQIECAAAECBBopIODayLYoigABAgRyFhBwzbm7zkaAAAECBAgQIECAAAECBAgQIECAAAECBAgQIECAQGoCAq6pdUy9BAgQIECAAAECBAgQIECAAAECBAjkIiDgmksnnYMAAQIEkhEQcE2mVQolQIAAAQIECBAgQIAAAQIECBAgQIAAAQIECBAgQKAFAgKuLWiyIxIgQIAAAQIECBAgQIAAAQIECBAg0EgBAddGtkVRBAgQIJCzgIBrzt11NgIECBAgQIAAAQIECBAgQIAAAQIECBAgQIAAAQIEUhMQcE2tY+olQIAAAQIECBAgQIAAAQIECBAgQCAXAQHXXDrpHAQIECCQjICAazKtUigBAgQIECBAgAABAgQIECBAgAABAgQIECBAgAABAi0QEHBtQZMdkQABAgQIECBAgAABAgQIECBAgACBRgoIuDayLYoiQIAAgZwFBFxz7q6zESBAgAABAgQIECBAgAABAgQIECBAgAABAgQIECCQmoCAa2odUy8BAgQIECBAgAABAgQIECBAgAABArkICLjm0knnIECAAIFkBARck2mVQgkQIECAAAECBAgQIECAAAECBAgQIECAAAECBAgQaIGAgGsLmuyIBAgQIECAAAECBAgQIECAAAECBAg0UkDAtZFtURQBAgQI5Cwg4Jpzd52NAAECBAgQIECAAAECBAgQIECAAAECBAgQIECAAIHUBARcU+uYegkQIECAAAECBAgQIECAAAECBAgQyEVAwDWXTjoHAQIECCQjIOCaTKsUSoAAAQIECBAgQIAAAQIECBAgQIAAAQIECBAgQIBACwQEXFvQZEckQIAAAQIECBAgQIAAAQIECBAgQKCRAgKujWyLoggQIEAgZwEB15y762wECBAgQIAAAQIECBAgQIAAAQIECBAgQIAAAQIECKQmIOCaWsfUS4AAAQIECBAgQIAAAQIECBAgQIBALgICrrl00jkIECBAIBkBAddkWqVQAgQIECBAgAABAgQIECBAgAABAgQIECBAgAABAgRaICDg2oImOyIBAgQIECBAgAABAgQIECBAgAABAo0UEHBtZFsURYAAAQI5Cwi45txdZyNAgAABAgQIECBAgAABAgQIECBAgAABAgQIECBAIDUBAdfUOqZeAgQIECBAgAABAgQIECBAgAABAgRyERBwzaWTzkGAAAECyQgIuCbTKoUSIECAAAECBAgQIECAAAECBAgQIECAAAECBAgQINACAQHXFjTZEQkQIECAAAECBAgQIECAAAECBAgQaKSAgGsj26IoAgQIEMhZQMA15+46GwECBAgQIECAAAECBAgQIECAAAECBAgQIECAAAECqQkIuKbWMfUSIECAAAECBAgQIECAAAECBAgQIJCLgIBrLp10DgIzEPinf/qneMMb3hDveMc74oADDogu4bsZrD7+1ZGRkXjppZfitddeG/cLe+21V+y3336xzz77VLaXhQg0VUDAtamdURcBAgQIECBAgAABAgQIECBAgAABAgQIECBAgAABAm0UEHBtY9edmQABAgQIECBAgAABAgQIECBAgACBJggIuDahC2ogMESBl19+OS655JK49dZbO1XMmzcv1qxZE2efffZAqnrkkUfigx/8YOzYsWPc+n/1V38Vq1evTirgWtR89dVXjzvHP//zP8dxxx03EDuL5iMg4JpPL52EAAECBAgQIECAAAECBAgQIECAAAECBAgQIECAAIH0BQRc0++hExAgQIAAAQIECBAgQIAAAQIECBAgkKaAgGuafVM1gcoEiqDpsmXLYuvWrZ01Dz744Pja174WRx11VGV7jC70wgsvxPnnnx9///d/P2ntdevWxRVXXBF777135fsOakEB10HJ5r+ugGv+PXZCAgQIECBAgAABAgQIECBAgAABAgQIECBAgAABAgTSERBwTadXKiVAgAABAgQIECBAgAABAgQIECBAIC8BAde8+uk0BHoW+Jd/+Zd417veFcVNrsXPokWLOre5vvnNb+55rT298Morr8SVV14ZN910U9fHiptj/+7v/i5OPPHESvcd5GICroPUzXttAde8++t0BAgQIECAAAECBAgQIECAAAECBAgQIECAAAECBAikJSDgmla/VEuAAAECBAgQIECAAAECBAgQIECAQD4CAq759NJJCPQlsGHDhrjooot2v3v55ZfHmjVr4pd+6Zf6Wq/bS6+99lpcd911sXr16j2u+e53vztuueWWOOiggyrbe5ALCbgOUjfvtQVc8+6v0xEgQIAAAQIECBAgQIAAAQIECBAgQIAAAQIECBAgkJaAgGta/VItAQIECBAgQIAAAQIECBAgQIAAAQL5CAi45tNLJyHQs8DPfvazTuj0b/7mb3a/+6UvfSmWL1/e81pTvTAyMhJf/vKXOyHa0Vtii2ePPvroOPfcc2PdunWxY8eO3a9ffPHFnb82Z86cymoY1EICroOSzX9dAdf8e+yEBAgQIECAAAECBAgQIECAAAEC/8ve/QBrWZb5A78EkxCJQdpZ3dn1z6ixhMoam5Za7QQrWP4DJETANDDcQstMRJFY1kyslF0ifhK4iQhKCKi5iSUtmVpYphguGZVpm7qKkSI2uuL5zf324/zOezh/3vec57zned/388w0K+fcz31f9+d6dnSG+c5FgAABAgQIECBAgED1CAi4Vk+vVEqAAAECBAgQIECAAAECBAgQIECAQG0JCLjWVj9r5jZp4uevf/3reOSRR+LBBx+MX/3qV4UQ5JNPPtl4x/333z+GDBkSBx98cLz3ve8tBCaPOuqoTCeP1gxoKxfZtm1bTJo0KdatW1dYccQRR8Ttt98eRx99dGZX/8EPfhAf//jHi0KsqWdLly6ND37wgzF//vz47Gc/W3RemiB7ySWXxN57751ZHSnMu3r16njmmWca9+zXr19MnDgx9ttvvw6dk3XA9fnnn4/bbrstXn/99cZ6DjrooBgzZozvukMdyu9LAq757Y3KCBAgQIAAAQIECBAgQIAAAQIECBAgQIAAAQIECBCoPwEB1/rruRsTIECAAAECBAgQIECAAAECBAgQIJAPAQHXfPShrCpuvPHGmDJlyh7vXH/99XHxxReXtVdHF69Zs6YQumv69O3bN9auXRvDhg3r0LZvvfVW/Nd//Vf8+7//e6T9m071LHXDFHo9/fTTY/LkyYXAa5YByfZq2L59e+HcZND8WbJkSeF3eXsef/zxOPPMM2Pr1q2F0j760Y/GsmXLon///pmU2lK4NX0nN9xwQ4wfPz5SyG/nzp0xffr0WLhwYeOZzddkUcyf/vSnwv9/LFq0qHG7ESNGxPLly2PAgAEdOiLrgGsKcI8bNy42bdrUWM/UqVMLE3Z79+7doRq9lE8BAdd89kVVBAgQIECAAAECBAgQIECAAAECBAgQIECAAAECBAjUp4CAa3323a0JECBAgAABAgQIECBAgAABAgQIEOh+AQHX7u9B2RU89dRThXDgxo0bi94dNWpUpPBrVuHE1gpL0yVTIDFN3mz6dPT8FGxNQchrr7027r333rI9WnshhRcvu+yy+NCHPhQ9evTIbN/WNkqTZk8++eTYsWPHHks6atPVRa9cuTLOOuusxmMuv/zySKHNnj17dvro+++/Pz75yU8WTd1tLbi6ZcuWOO+884q+6axDrgKunW6pDTIUEHDNENNWBAgQIECAAAECBAgQIECAAAECBAgQIECAAAECBAgQ6KSAgGsnAb1OgAABAgQIECBAgAABAgQIECBAgACBDgoIuHYQrjtfay1geuCBB8Ydd9wRxx57bJeW98QTT8TYsWMjhRKbPh2ZUvq73/0urrzyyrj55pu7pOYUkrzwwgtjxowZkf65q55du3bFnDlzCuHQlp7OTrftTN1vvPFGrF69Op555pk9tkkh1O985zuNP584cWIceeSR7R7Xq1evQjD2gAMO2GNtQ0NDIbB8wQUXFIVb08K5c+fGJZdc0uJk3ZamvaaJvF//+tcLU01bCAS2W2fTBQKuZXFZ3MUCAq5dDGx7AgQIECBAgAABAgQIECBAgAABAgQIECBAgAABAgQIlCEg4FoGlqUECBAgQIAAAQIECBAgQIAAAQIECBDIUEDANUPMSm61fv36SFNBm08LTQHLmTNndjoM2NZd0pTYKVOmFC0ZNGhQrFq1KgYPHlwSQwpBpmmtn/3sZ/cIQba2wcCBA+Pggw9u/PUrr7wSP/7xj0s6LwVyv/a1r8Vf/uVflrS+3EWtTdVtus9FF10UX/7ylyOFQyv5tBTs7Oz5Q4YMiTT9NfWk6ZP6unbt2vjc5z4XTz/9dNHvvvSlLxV+3tr907u33nprIRjb9LtO4eB58+bFxz/+8RaDsaXeRcC1VCnrKiEg4FoJZWcQIECAAAECBAgQIECAAAECBAgQIECAAAECBAgQIECgNAEB19KcrCJAgAABAgQIECBAgAABAgQIECBAgEDWAgKuWYtWaL/t27fH5MmTC2HCps/w4cML01DTNNeueF5++eVCuPX2228v2r6c8GZbIcimm55yyikxfvz4+OAHP1iYFLr33nvvcaW33nornn/++diwYUMhHHn33Xe3eu1PfepThYBpnz59MqdZs2ZNjBkzpnHfFMrs3bt3vPDCC40/KzcEnFWRlQq4vvnmm7F06dK4+OKL9whe//M//3NMnz69YNLWk/q5YsWKSL1qHt4udY/W9hdwzeqLsk8WAgKuWSjagwABAgQIECBAgAABAgQIECBAgAABAgQIECBAgAABAtkICLhm42gXAgQIECBAgAABAgQIECBAgAABAgQIlCsg4FquWE7Wp5Bommp5ySWXFFWUgpUp9Dps2LAuqfThhx+OM844I5577rnG/cs98wc/+EFhGmfzCZ9pw7RX+l0KSR566KFlTaJN4cif/exnMWfOnFaDringmqaI9uzZMzOfnTt3xrRp0+Kmm25q3POjH/1onHjiiXH55ZcXnXPdddcV7tZCuC2zeppvVImAawqjpgmtc+fO3eMe5QZTU1D2hhtuiCuuuGKPkGuaWpy++6aTfEuFE3AtVcq6SggIuFZC2RkECBAgQIAAAQIECBAgQIAAAQIECBAgQIAAAQIECBAoTUDAtTQnqwgQIECAAAECBAgQIECAAAECBAgQIJC1gIBr1qIV3O+JJ56IsWPHxpYtW4pOTaHKq666KtMQZzoghWqvvvrqmDVrVtF55UyNTbWed955sXHjxj2khgwZEikA+uEPf7hTAdDXX389vvGNb8TMmTP3CEimYGSaPvv3f//3mXXqkUceiVNPPbUo9Jt6kHozbty42Lp1a+NZ5VhlVWDq2yuvvBIpOLr72bVrV1xzzTXxr//6r40/S8HoD3zgAyUd26NHj0IYOU3V/c1vfhOf//zn95gmnH5/5ZVXxmc+85no1atXSfvuXtRWyHXgwIHxxS9+MUaPHh2pjlIfAddSpayrhICAayWUnUGAAAECBAgQIECAAAECBAgQIECAAAECBAgQIECAAIHSBARcS3OyigABAgQIECBAgAABAgQIECBAgAABAlkLCLhmLVrB/VqbzHn88cfHihUrOjTlsq3y09TWc845J+67776iZaVOJU2TTtP00sWLF+9xzEknnRQLFiyII444IhPBFJBcunRp4bw0XbTpc9FFF0Wa5Fpu6LKlwlqbpHvbbbfFKaecssdk17TH6tWrC+HM7nxefvnlmDJlSiHsm56OfDNpYu4999xTmCL85JNPFl0nhVvTpNU0jTeFYDvypP2T44UXXhh/+MMf9tgifYtpWu8hhxxS0vYCriUxWVQhAQHXCkE7hgABAgQIECBAgAABAgQIECBAgAABAgQIECBAgAABAiUICLiWgGQJAQIECBAgQIAAAQIECBAgQIAAAQIEukBAwLULUCu55Zo1a2LMmDF7HNkVIcrvfe97kYKoTZ9BgwbFqlWrYvDgwe1ee/ny5TFx4sQ91h133HHxzW9+M9JeWT4pUDt9+vRYuHBhh2tur56WQr9NTW688cZCkLTpc+655xbCvH369Glv+y77/eOPPx5nnnlm43TZqVOnFgKpvXv3LunMF198sRAS/upXv1rS+s4sSmHZVNcLL7ywxzb7779/zJgxIz7xiU/EgAED2jxGwLUzXfBu1gICrlmL2o8AAQIECBAgQIAAAQIECBAgQIAAAQIECBAgQIAAAQIdFxBw7bidNwkQIECAAAECBAgQIECAAAECBAgQINAZAQHXzujl4N3WpqpmOaU0XfP1118vhEXnz59fdOtSg5EpnHj++efHXXfdVfR+Ci+mKaLNg7NZ0aYg51lnnRVbtmwp2rLUqbPt1dFS6HfSpEnx9a9/PdLdnnjiiRg7dmzR+WlKbbrz0Ucf3d72Xfb7lStXFlx2PzfccEOkXrb3pKmq3//+9+OKK66In/zkJ3ssHzJkSCE4O2vWrPa2Kvn3I0aMiCuvvDKuuuqq+O53v9vieynomqb1fupTn4r0zy09Aq4lk1tYAQEB1wogO4IAAQIECBAgQIAAAQIECBAgQIAAAQIECBAgQIAAAQIlCgi4lghlGQECBAgQIECAAAECBAgQIECAAAECBDIWEHDNGLTS2zU0NMTVV1+9R6AwBQ1TiHHgwIGZlPTUU0/F+PHjY+PGjUX7lToptrVJsykoOWfOnNh7770zqbP5JlQX2PkAACAASURBVG+++WbMnj07vvSlLxX9atSoUZGmq/bv37/D57YW+r3++usLYcv0tBSqTD/PKmDbkeJ37dpV+F6uueaawusHHnhgfPvb346hQ4e2ud3vfve7QtD05ptvbnFdMk1TYP/7v/87TjzxxI6U1uI7KeCapv/us88+MXfu3Pja174WO3bs2GNtCremqbKtTcYVcM2sJTbKQEDANQNEWxAgQIAAAQIECBAgQIAAAQIECBAgQIAAAQIECBAgQCAjAQHXjCBtQ4AAAQIECBAgQIAAAQIECBAgQIAAgTIFBFzLBMvj8ocffjjOOOOMSNNcmz5LliyJyZMnZ1JyCoNOmTKlaK/hw4cXwo4pINnWs3Pnzpg2bVrcdNNNRcsGDRoUq1atisGDB2dSY2ubrF+/PlL4cncoMk1W/chHPlIISx5yyCEdPvvJJ5+McePGxaZNmxr3aGk6a0vh3lLtOlxcGy9u27Yt0pTZdevWFVaNHDkyli1bVgj7/vznP48//vGPhZ+//e1vj2OOOSZ69epV+PP//M//FKa83nnnnUW7J89LL700Pve5zxXCpY888khhwmtWz0EHHVQIrqb60gTZe+65Jy655JJI/rufE044IW655ZY2+yngmlVH7JOFgIBrFor2IECAAAECBAgQIECAAAECBAgQIECAAAECBAgQIECAQDYCAq7ZONqFAAECBAgQIECAAAECBAgQIECAAAEC5QoIuJYrlsP1rQVIzz333FiwYEGrEy1LvUpr+5c6hbS1AG6aIpqmq/bs2bPUUjq0LgU6UyDy8MMPjzQN9KijjorevXt3aK+mL7UU+m3J/Nlnn40JEybEhg0bis4sdfptpwtttkEKoJ566qmNgejLL788rrrqqnjjjTcKk2cXLVpUeGP35NQBAwY07tA85JomBKfv4OSTT44ePXpkXWqr+7344ouFcxcuXBj7779/LF26ND70oQ+1eb6Aa8Xa46ASBARcS0CyhAABAgQIECBAgAABAgQIECBAgAABAgQIECBAgAABAhUSEHCtELRjCBAgQIAAAQIECBAgQIAAAQIECBAg0ExAwLVGPomWwpYtTRPtyHWbByLTHmlq6x133BHHHntsu1vOmzevMN2z6ZOmfqZJnGnyZjU+27dvL0zHXbt2bVH5aYpoCrM2fXbt2hVz5swphEibPlkFkMv1SwHWCy64oPG1NJH1tNNOi+YB0JYCrumlLVu2xPjx42Po0KFx9dVXxwEHHFBuCZmsb2hoiEcffTQ2b95cMG8vKC3gmgm7TTISEHDNCNI2BAgQIECAAAECBAgQIECAAAECBAgQIECAAAECBAgQyEBAwDUDRFsQIECAAAECBAgQIECAAAECBAgQIECgAwICrh1Ay+MrTz31VCF0uHHjxqLyrr/++sJUzo4+KUSYAqppAmrTp9Rw5o4dO+LTn/50LFu2rOj9kSNHFn72zne+s6Oldet7LU2lPe644+LWW2+NQw89dI/aWlpfTkg4q8s2D3kOGTIkVq5cGWkSa6kB1/RNpKm0qf5KTm3trIGAa2cFvZ+lgIBrlpr2IkCAAAECBAgQIECAAAECBAgQIECAAAECBAgQIECAQOcEBFw75+dtAgQIECBAgAABAgQIECBAgAABAgQIdFRAwLWjcjl7r7UpoaNGjYo03bV///4dqnjbtm0xadKkWLduXdH7q1evjtGjR7e7569+9as466yzIk2BbfpcfvnlhYmm7U3dbPeAbljQmnVbd3r55ZdjypQpcfvttxdVPGvWrJg9e3bFHJoHoZsGlUsNuHYDeeORr776aqQpuckzPf369YuJEyfGfvvt125ZAq7tEllQQQEB1wpiO4oAAQIECBAgQIAAAQIECBAgQIAAAQIECBAgQIAAAQLtCAi4+kQIECBAgAABAgQIECBAgAABAgQIECDQPQICrt3j3iWnrl+/PlKgNU1N3f10dkpoS3u2Nam0+cUefPDBOPHEE/e479KlS+Occ87pEoeu3vTpp5+Os88+Ox566KHGo/r27Rtr166NYcOGtXp8ChqnkGvTpxzLLO511113xemnn9641Q033BBTp04t/LncgOvWrVtjzZo1HSqrV69eheDzAQccUNb7L730UkyYMCHuvffewnsjRoyI5cuXx4ABA9rdp6WAa7sv5WBB6k+aoty7d+8cVKOErAQEXLOStA8BAgQIECBAgAABAgQIECBAgAABAgQIECBAgAABAgQ6LyDg2nlDOxAgQIAAAQIECBAgQIAAAQIECBAgQKAjAgKuHVHL6Tvbt2+PyZMnF4KWTZ80KXXmzJnRQqCqzZukSaVpwug111xTtK6cqaMpfJgmbDZ/HnjggTjhhBNyKtl2WSnUOWbMmKJFpUzKffLJJ2PcuHGxadOmoneXLFlS6FtXP837mcLP3/72t2Po0KGFo8sNuLYWXi7lHkOGDImVK1fGwIEDS1neuEbAtSwui3MsIOCa4+YojQABAgQIECBAgAABAgQIECBAgAABAgQIECBAgACBuhMQcK27lrswAQIECBAgQIAAAQIECBAgQIAAAQI5ERBwzUkjsipj0aJFccEFFxRtN3z48Lj55psjBRrLeZ566qkYP358bNy4sfG1cifCpnDtF77whaJjjzrqqPjWt74Vf/u3f1tOOblYu3Pnzpg2bVrcdNNNRfVcd911cfHFF7cZIn799ddj+vTpMX/+/KJ3SwnHZnH5Z599tjD9dMOGDYXtRo4cGcuWLYt3vvOdhT93d8A1BbSTzzPPPFOo59hjjy0Es9/+9rc3Xl/ANYsvwR55EBBwzUMX1ECAAAECBAgQIECAAAECBAgQIECAAAECBAgQIECAAIE/Cwi4+hIIECBAgAABAgQIECBAgAABAgQIECDQPQICrt3j3mWnPvHEEzF27NjYsmVL4xl9+/YtTHUdNmxYWee2NKn0zDPPjDRxtF+/fu3u1dDQEHPmzCn8r+nT0emd7R5YgQWPP/54JIOtW7c2njZo0KBYtWpVDB48uN0Kvve978VJJ51UtK6j/Wn3sGYL1q9fHylMu2PHjsJvmk/27e6Aa/Pw6tSpU2PevHnRu3fvxpsIuJbbdevzKiDgmtfOqIsAAQIECBAgQIAAAQIECBAgQIAAAQIECBAgQIAAgXoUEHCtx667MwECBAgQIECAAAECBAgQIECAAAECeRAQcM1DFzKsobUpoZdffnkh0NizZ8+STmttUmkKt06ePLmkPZoHJne/NGLEiFi+fHkMGDCgpH3ysigFdlPg8pJLLikq6dxzz40FCxZEnz592i31ueeei3POOSfuu+++orWzZs2K2bNnl9yfdg9qtmDXrl2FoHH6BnY/3/3ud+Mf//EfG//c2YDrAw88ECeccEKrpaWeT5w4sfD7lkLOXR1wTQY///nP449//GO5fK2uX7FiRSxevLjo9wsXLowUeu7I8/vf/77Qp6YB6paCvh3Z2zv5EhBwzVc/VEOAAAECBAgQIECAAAECBAgQIECAAAECBAgQIECAQH0LCLjWd//dngABAgQIECBAgAABAgQIECBAgACB7hMQcO0++y47uaUpoccff3ykMN7BBx9c0rktTYI97rjj4tZbb41DDz20pD26KuD64IMPxoknnlhSDW0tKjdo21o4dfXq1TF69OiS6mktJFuubUmHNVnUvPaWvodaD7iWa1bK+hQY/sIXvlC0tL2gb1v7PvnkkzFu3LjYtGlT4zIB11I6UX1rBFyrr2cqJkCAAAECBAgQIECAAAECBAgQIECAAAECBAgQIECgdgUEXGu3t25GgAABAgQIECBAgAABAgQIECBAgEC+BQRc892fDlXX2SBmayHMcqfA1lrAdf369TFq1KjYsWNHY1/KDQ6nFx955JE49dRTI/Wp6VPOdNxyP4zmwckUdD7iiCOiR48ejVu99dZbhcmhTz/9dOFn+++/f2HS6tve9rai40455ZS48MILo3nQuL1gZ3dPcC3XrJT1WQdcn3/++bjtttsiTWLe/Rx00EExZsyY2GeffUopyZoqERBwrZJGKZMAAQIECBAgQIAAAQIECBAgQIAAAQIECBAgQIAAgboQEHCtiza7JAECBAgQIECAAAECBAgQIECAAAECORQQcM1hUzpbUmsB1Ysuuii+/OUvR69evdo8Yvv27TF58uRYu3Zt47q+ffsW/jxs2LCSy3vjjTdixowZMW/evKJ3hg4dWgjxHX744SXv1XRhd0xwTYHD6dOnx/z584tqnjVrVsyePTt69uxZ8l127twZ06ZNi5tuuqnonRSevfHGG6N///4l71XqwpYmg5b6bvN1//Iv/xLp3gKuEVkHXDvaE+9Vn4CAa/X1TMUECBAgQIAAAQIECBAgQIAAAQIECBAgQIAAAQIECNSugIBr7fbWzQgQIECAAAECBAgQIECAAAECBAgQyLeAgGu++9Ph6lqaEpqmca5cuTIGDhzY5r4tTSrtaPiypQBgqXW0VmR3BFxbCoim0O8999wTJ5xwQtl9ajrNdPfLHQkRl3qwgGupUuWtE3Atz8vq/y8g4OprIECAAAECBAgQIECAAAECBAgQIECAAAECBAgQIECAQH4EBFzz0wuVECBAgAABAgQIECBAgAABAgQIECBQXwICrjXa79amhC5ZsqQwnbW1Z9euXTFnzpzCZMqmzw033BBTp04tW2vRokVxwQUXFL2Xgpzf/e53433ve1/Z+6UXuiPgmiarTpkypUP1lvNSqVN2y9kzra1EwHXhwoUxaNCgVkvbsGFD4dtKT0sh55deeikmTJgQ9957b2FN+t7S9N/evXs37tl8zYgRIyKFhQcMGFAuSSbrBVwzYazLTQRc67LtLk2AAAECBAgQIECAAAECBAgQIECAAAECBAgQIECAQE4FBFxz2hhlESBAgAABAgQIECBAgAABAgQIECBQ8wICrjXc4jVr1sSYMWOKbnjuuefGggULok+fPi3e/Omnn46zzz47Hnroocbfp9DiqlWrYvDgwWVrfe9734uTTjppj/duu+22GDduXNn7dfSFloKIpYYjX3755UK49fbbb+/o8SW/1xnrkg9pZeGf/vSnuPjiiyOFktPTnk9ngsaVDrimu7322mtFN993332LwrMd8euqgGtX1duRO3qnawQEXLvG1a4ECBAgQIAAAQIECBAgQIAAAQIECBAgQIAAAQIECBDoiICAa0fUvEOAAAECBAgQIECAAAECBAgQIECAAIHOCwi4dt4wtzu0FFY94ogjCkHNo48+usW6WwrFdmaq6OOPPx5nnnlmbN26tei8FAycOXNmtBDy6hLPzgRcH3744TjjjDPiueee65Lamm963XXXFYKmlbLZfX4tB1zTlNeJEycWUd9yyy2FibGdeboq4NpV9Xbmrt7NVkDANVtPuxEgQIAAAQIECBAgQIAAAQIECBAgQIAAAQIECBAgQKAzAgKundHzLgECBAgQIECAAAECBAgQIECAAAECBDouIODacbvcv7lr166YM2dOpBBe0+f6668vBCibP80Djun3ffv2jbVr18awYcM6dN9t27bFpEmTYt26dUXvp9DrkiVLol+/fh3at9yXOhpwbc2w3PPLWT98+PC4+eab48ADDyzntU6vFXAtn1DAtXwzb/xZQMDVl0CAAAECBAgQIECAAAECBAgQIECAAAECBAgQIECAAIH8CAi45qcXKiFAgAABAgQIECBAgAABAgQIECBAoL4EBFxrvN8tTR8dNWpU3HjjjdG/f/+i2z/xxBMxduzY2LJlS+PPOxu2TAHRWbNmxTXXXFN0VnuTZLNuS0cDrs8++2xhyueGDRuKSjrvvPNi4MCBnS5z8+bNkSaJNn9Wr14do0eP7vT+5WzQ2YDrAw88ECeccEKrRzadSjpkyJBYuXJlkeFLL71UsL733nsLe0ydOjXmzZsXvXv3btyz+ZoRI0ZE2nfAgAFtXrWrJqIKuJbzhVnbVEDA1fdAgAABAgQIECBAgAABAgQIECBAgAABAgQIECBAgACB/AgIuOanFyohQIAAAQIECBAgQIAAAQIECBAgQKC+BARca7zf27dvj8mTJxemsO5+0mTQO+64I4499tii2y9atCguuOCCop9dd911hWmvLYSxSpZbv359pFDtjh07Mt+71CI6GnBds2ZNjBkzpuiYQYMGxapVq2Lw4MGlHt/qupZCxWlxS+HOTh/WzgYCruULC7iWb+aNPwsIuPoSCBAgQIAAAQIECBAgQIAAAQIECBAgQIAAAQIECBAgkB8BAdf89EIlBAgQIECAAAECBAgQIECAAAECBAjUl4CAax30O01rnTJlStFNUzBv5syZjSGrloKwWQU5t23bFpMmTYp169YV1ZCmfabppYccckiXd6EjAdedO3fGtGnT4qabbiqqL8vwafNQ6e6DsrIvB1bAtRytP68VcC3fzBt/FhBw9SUQIECAAAECBAgQIECAAAECBAgQIECAAAECBAgQIEAgPwICrvnphUoIECBAgAABAgQIECBAgAABAgQIEKgvAQHXOuj3U089FePHj4+NGzc23nb48OFx8803R5rmmp6HH344zjjjjHjuueca15x77rmxYMGC6NOnT6eVWgrZpk1TQHDGjBmx9957d/qMtjboSMC1temqq1evjtGjR2dWb0tTYtPmWUzPLadIAddytP68VsC1fDNv/FlAwNWXQIAAAQIECBAgQIAAAQIECBAgQIAAAQIECBAgQIAAgfwICLjmpxcqIUCAAAECBAgQIECAAAECBAgQIECgvgQEXOug36+//npMnz495s+f33jbvn37xtq1a2PYsGHR0NAQV199dcyaNatII8sg5+9///vCFNf//M//LDrj4IMPjqVLl8aHPvShLu1EuQHXZDJv3ry45JJLiuo67rjj4tZbb41DDz00s3qfffbZmDBhQmzYsKFoz+Yh5MwObGWj1gKu6VtJE35/9atfxS9+8YvYunVrjBs3Ll577bU48cQTG3d74IEHIk3lbe1Zvnx5TJw4sfDrIUOGxMqVK2PgwIGNy1966aWCw7333lv4WUuTcpuvGTFiRKR9BwwY0CZP07N3L0zTg9N5nXkEXDujV9/vCrjWd//dngABAgQIECBAgAABAgQIECBAgAABAgQIECBAgACBfAkIuOarH6ohQIAAAQIECBAgQIAAAQIECBAgQKB+BARc66TX69evj1GjRsWOHTsab5wCrbNnzy6EF1P4dN26dY2/yzpcmQKjKWSYzmn+pNDoN7/5zRg0aFCXdaPcgOu2bdv2MEnFXXTRRfHlL385evXqlVmtu3btijlz5hSmgTZ/sgwZt1Zw6s0rr7wSKTyapumuWrWqsDQFW3v37h0vvPBC0au7w6nJqGnAdeHChW32MAV40z3TI+Da9ufTVYHczD5aG3VaQMC104Q2IECAAAECBAgQIECAAAECBAgQIECAAAECBAgQIECAQGYCAq6ZUdqIAAECBAgQIECAAAECBAgQIECAAAECZQkIuJbFVb2LWwpsjhw5MpYtWxZPPvlknHzyyUXh1xS2nDlzZrQQwuowws6dO+Piiy+OxYsX77FHmvy5aNGiGDx4cIf3b+nFFN78/ve/X5jEumnTpqIlbU3/bCkQnF6+884747TTTsu0xrTZgw8+uEcP0s/PPffcWLBgQfTp06fDZ7711luFEPNvfvOb+OMf/xibN28uhFkfe+yxSNNjH3300bL2TuHnFStWxC9/+cuigGs5mwi4tq0l4FrO11SdawVcq7NvqiZAgAABAgQIECBAgAABAgQIECBAgAABAgQIECBAoDYFBFxrs69uRYAAAQIECBAgQIAAAQIECBAgQIBA/gUEXPPfo0wqTEHPefPmFYKeu580ofM//uM/4ic/+UnRzw888MC444474thjj83k7KabbNmyJc4777zYuHHjHnsPHDgwvvCFL8SYMWMymZD629/+Nq677rpYunRpUXh398GtBVxff/31mD59esyfP7+oxn/4h38oTKH9q7/6q8xdUgB18uTJsXbt2qK9s+jF7gm9qddZPLvdfvGLXwi4XnVV4Ztt+jzwwAORAtudeQRcO6NXHe8KuFZHn1RJgAABAgQIECBAgAABAgQIECBAgAABAgQIECBAgEB9CAi41kef3ZIAAQIECBAgQIAAAQIECBAgQIAAgfwJCLjmryddVtETTzwRY8eOjRQy3f1cccUVhUmct99+e+PPspga2tYl7r///vjkJz9ZmBzb0nPKKacUAqbvf//7Y++99y7L48033yzcL4V505127NjR6vutBVyfeuqpGD9+/B4h3FmzZsXs2bOjZ8+eZdVU6uJU8+c+97k9lnf23D/96U+FyblpQm65z/777x9p2uqgQYPi8MMPjyOPPDIOOuigOOKII+JHP/pRUcD1fe97X7zjHe9o9YgXX3yxcVqsCa5td0LAtdwvtfrWC7hWX89UTIAAAQIECBAgQIAAAQIECBAgQIAAAQIECBAgQIBA7QoIuNZub92MAAECBAgQIECAAAECBAgQIECAAIF8Cwi45rs/mVZXatBx9erVMXr06EzPbr5ZCkf+0z/9U2zatKnVc4466qiYOHFifOQjH4nDDjssevfu3eLal19+OTZv3hzr1q2LVatWtRqcbfrySSedFNdcc00cc8wx0TxoduONN8aUKVOKzkrTbtN01WHDhnWZS0sB5HTYcccdF7feemsceuihHT77qhYmjTbdLIVTk3Gaevvggw8WftVaAHj3e2ndiSee2LhNe5NLm4Y2BVzbbqWAa4c/9ap5UcC1alqlUAIECBAgQIAAAQIECBAgQIAAAQIECBAgQIAAAQIE6kBAwLUOmuyKBAgQIECAAAECBAgQIECAAAECBAjkUkDANZdt6bqi1qxZE2PGjGn1gCzClKVW/4tf/CIuvfTSuPvuu0t65eCDDy5MDu3Ro0dhfQrsPvbYY21OaW2+cZpIeuWVVxYmyPbp02ePc1NYNoVbm060TYuGDx8eN998cxx44IEl1dqRRW0FkJcsWRKTJ0/uyLaFd1JgcubMmTF48OBCqPfd73534X/JtF+/fgXT5udXOuD66quvxi233BKpB+lJk2LTt7rPPvs03vull16KCRMmxL333lv4WXs17n6xqwKjLQWH2wv6ltLErqq3lLOtqYyAgGtlnJ1CgAABAgQIECBAgAABAgQIECBAgAABAgQIECBAgACBUgQEXEtRsoYAAQIECBAgQIAAAQIECBAgQIAAAQLZCwi4Zm+a6x2fe+65OOecc+K+++5rsc5Zs2bF7Nmzo2fPnhW5x86dO+Mb3/hGfPGLX4w//OEPXXZmmsA6derUuPDCCwvBydaehx9+OM4444xITk2fFGRMAdEWQmmZ1txaAHnUqFGRJsv2798/0/OabtbdAddSLibgOqEUJmuqQEDAtQqapEQCBAgQIECAAAECBAgQIECAAAECBAgQIECAAAECBOpGQMC1blrtogQIECBAgAABAgQIECBAgAABAgQI5ExAwDVnDenqcnbt2hVz5syJFNhs/qTppHfccUcce+yxXV3GHvs/88wzsXDhwli8eHGmQdc0oTRNPv34xz/eZrA1FdSaTSVdnn766Tj77LPjoYceKjKqRA0CruV/9ia4lm/mjT8LCLj6EggQIECAAAECBAgQIECAAAECBAgQIECAAAECBAgQIJAfAQHX/PRCJQQIECBAgAABAgQIECBAgAABAgQI1JeAgGt99btw29amlFZiSmh73C+88EIhZHvLLbfED3/4w/aWt/j7/fffPz760Y/GxIkT4wMf+ED07t27pH1am25bSZe2AshdPV1XwLWkz6RokYBr+Wbe+LOAgKsvgQABAgQIECBAgAABAgQIECBAgAABAgQIECBAgAABAvkREHDNTy9UQoAAAQIECBAgQIAAAQIECBAgQIBAfQkIuNZXv6vqttu3b49NmzbFI488Ej/96U/j97//fTz22GOxY8eOxnscc8wx8Rd/8RcxZMiQ+Lu/+7sYOnRoHHbYYbH33ntX1V3zUGy9BVxTAPrII4/sFP39998f3/nOd4r2mDZtWvz1X/91p/bdvHlzIeTd9El/njBhQqf29XJ+BARc89MLlRAgQIAAAQIECBAgQIAAAQIECBAgQIAAAQIECBAgQEDA1TdAgAABAgQIECBAgAABAgQIECBAgACB7hEQcO0ed6cSyJ1ANQRcn3322ULIc8OGDQW/ESNGxPLly2PAgAFteqY1KdBazY+AazV3b8/aBVxrq59uQ4AAAQIECBAgQIAAAQIECBAgQIAAAQIECBAgQIBAdQsIuFZ3/1RPgAABAgQIECBAgAABAgQIECBAgED1Cgi4Vm/vVE4gU4GuDLg2NDTE1VdfHbNmzSrUnCburly5MgYOHFjyHdIeKag6adKkxnfOPPPMWLJkSfTr16/NfQRcS2a2sEICAq4VgnYMAQIECBAgQIAAAQIECBAgQIAAAQIECBAgQIAAAQIEShAQcC0ByRICBAgQIECAAAECBAgQIECAAAECBAh0gYCAaxeg2pJANQpkEXA9/vjj45VXXom33nqrEDrt0aNH4Z8ffvjh+OxnPxsbN24s0AwdOjRuu+22OPzwwxup0nTWCy+8MF599dXCzw866KAixk2bNsXdd98dO3bsaPz5xRdfHHPnzo199tmnTXIB12r8Imu7ZgHX2u6v2xEgQIAAAQIECBAgQIAAAQIECBAgQIAAAQIECBAgUF0CAq7V1S/VEiBAgAABAgQIECBAgAABAgQIECBQOwICrrXTSzch0CmBLAKu733ve2PGjBkxb968NmtpafLqa6+9Fp/5zGcKE1lLfVavXh2jR49ud/mdd94ZCxcubHddXha8+OKL8eijjxaVc8stt8SECRPyUqI6Oikg4NpJQK8TIECAAAECBAgQIECAAAECBAgQIECAAAECBAgQebxAyQAAIABJREFUIEAgQwEB1wwxbUWAAAECBAgQIECAAAECBAgQIECAAIEyBARcy8CylEAtC2QRcD3hhBNi0aJFccEFF7RJ1VpY85prrokrrriiJOaxY8cWzurfv39J66tpUUsTZwVcq6mD7dcq4Nq+kRUECBAgQIAAAQIECBAgQIAAAQIECBAgQIAAAQIECBColICAa6WknUOAAAECBAgQIECAAAECBAgQIECAAIFiAQFXXwQBAgWBrAKuP/7xj+Okk06KHTt27CHbt2/fuPLKKwuTWnv16rXH71euXBlnnXVWux35xCc+EVdffXUccMAB7a6txgUCrtXYtfJqFnAtz8tqAgQIECBAgAABAgQIECBAgAABAgQIECBAgAABAgQIdKWAgGtX6tqbAAECBAgQIECAAAECBAgQIECAAAECrQsIuPo6CBAoCGQVcE3B1k2bNsWbb75ZJPu2t70t3v3ud7c5cXXbtm2xefPm+N///d/C/33jjTeK9njXu94V73nPe+Jv/uZvokePHjpHoGoFBFyrtnUKJ0CAAAECBAgQIECAAAECBAgQIECAAAECBAgQIECgBgUEXGuwqa5EgAABAgQIECBAgAABAgQIECBAgEBVCAi4VkWbFEmg6wUaGhrilVdeaQympgBpv379BEm7nt4J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fgrYjYa3cJb731VrQQuuneCp1OgAABAgRqSKChoSF69OjR9Ebp70qLfpC36zb+h0LeClMPAQIECBAgQIAAAQIECBAgQIAAAQIECBAgQIAAAQIEMhAQcM0A0RYECBAgQIAAAQIECBAgQIAAAQIECBDogMCrEdFn93uvvPJK9O3btwPbeIUAAQIECBAoRWDHjh3xjne8o+nSnRGxXynvdtcaAdfukncuAQIECBAgQIAAAQIECBAgQIAAAQIECBAgQIAAAQKVEBBwrYSyMwgQIECAAAECBAgQIECAAAECBAgQILCnwG8j4uDdP/7lL38ZRxxxBCcCBAgQIECgiwS2bt0a73rXu5ru/nREHNJFx2WyrYBrJow2IUCAAAECBAgQIECAAAECBAgQIECAAAECBAgQIEAgpwICrjltjLIIECBAgAABAgQIECBAgAABAgQIEKh5gfsj4gO7b3nPPffEyJEja/7SLkiAAAECBLpLYN26dXHyySc3Pf6HEfHB7qqnlHMFXEtRsoYAAQIECBAgQIAAAQIECBAgQIAAAQIECBAgQIAAgWoVEHCt1s6pmwABAgQIECBAgAABAgQIECBAgACBahdYHBFTdl9i7ty5cdlll1X7ndRPgAABAgRyK3DttdfGjBkzmta3JCLOz23BESHgmufuqI0AAQIECBAgQIAAAQIECBAgQIAAAQIECBAgQIAAgc4KCLh2VtD7BAgQIECAAAECBAgQIECAAAECBAgQ6JjAP0XEwt2vnnbaaXHnnXd2bCdvESBAgAABAu0KnH766XHXXXc1XfepiPg/7b7YjQsEXLsR39EECBAgQIAAAQIECBAgQIAAAQIECBAgQIAAAQIECHS5gIBrlxM7gAABAgQIECBAgAABAgQIECBAgAABAi0KDImIx3b/Zt99941XX3019tpLlMX3QoAAAQIEshZoaGiI/fbbL1577bWmW/9dRGzK+qws9/NfBVlq2osAAQIECBAgQIAAAQIECBAgQIAAAQIECBAgQIAAgbwJCLjmrSPqIUCAAAECBAgQIECAAAECBAgQIECgngR+GxEH777wqlWr4swzz6yn+7srAQIECBCoiMDtt98eY8eObXrW0xFxSEUO78QhAq6dwPMqAQIECBAgQIAAAQIECBAgQIAAAQIECBAgQIAAAQK5FxBwzX2LFEiAAAECBAgQIECAAAECBAgQIECAQA0L/FtEXLT7fqeddlrceeedNXxdVyNAgAABAt0jcPrpp8ddd93V9PD5EfGZ7qmm9FMFXEu3spIAAQIECBAgQIAAAQIECBAgQIAAAQIECBAgQIAAgeoTEHCtvp6pmAABAgQIECBAgAABAgQIECBAgACB2hF4f0Q81PQ6P/vZz+KYY46pnRu6CQECBAgQ6GaBRx99NN7znvc0r+L4iPhRN5fW7vECru0SWUCAAAECBAgQIECAAAECBAgQIECAAAECBAgQIECAQBULCLhWcfOUToAAAQIECBAgQIAAAQIECBAgQIBATQjcHxEf2H2Ts88+O5YvX14TF3MJAgQIECCQB4EJEybEihUrmpbyw4j4YB5qa68GAdf2hPyeAAECBAgQIECAAAECBAgQIECAAAECBAgQIECAAIFqFhBwrebuqZ0AAQIECBAgQIAAAQIECBAgQIAAgVoQ+FhErGx6kXvuuSdGjhxZC3dzBwIECBAg0K0C69ati5NPPrl5DeMi4lvdWliJhwu4lghlGQECBAgQIECAAAECBAgQIECAAAECBAgQIECAAAECVSkg4FqVbVM0AQIECBAgQIAAAQIECBAgQIAAAQI1JlA0xfXII4+Mxx9/PPbaS6ylxvrsOgQIECBQQYGGhoY4+uijY/PmzU1PrZrpralo/yVQwQ/GUQQIECBAgAABAgQIECBAgAABAgQIECBAgAABAgQIVFxAwLXi5A4kQIAAAQIECBAgQIAAAQIECBAgQIDAHgIfjoj1TX96/vnnxze+8Q1UBAgQIECAQAcFPvnJT8bixYubvz0sIr7fwS0r/pqAa8XJHUiAAAECBAgQIECAAAECBAgQIECAAAECBAgQIECAQAUFBFwriO0oAgQIECBAgAABAgQIECBAgAABAgQItCHwbxFxUdPfz507Ny677DJoBAgQIECAQJkC1157bcyYMaP5W/Mj4jNlbtWtywVcu5Xf4QQIECBAgAABAgQIECBAgAABAgQIECBAgAABAgQIdLGAgGsXA9ueAAECBAgQIECAAAECBAgQIECAAAECZQj8NCKGNl2/YMGC+PSnP13GFpYSIECAAIH6Fvj6178e06ZNa47wSET8fbXJCLhWW8fUS4AAAQIECBAgQIAAAQIECBAgQIAAAQIECBAgQIBAOQICruVoWUuAAAECBAgQIECAAAECBAgQIECAAIGuFRgSEQ9GRJ+mx5jk2rXodidAgACB2hFoZXLrzog4ISI2VdtNBVyrrWPqJUCAAAECBAgQIECAAAECBAgQIECAAAECBAgQIECgHAEB13K0rCVAgAABAgQIECBAgAABAgQIECBAgEDXC5wSEd9ufsz5558fixYtir32EnXp+hY4gQABAgSqTaChoSGmTp0aixcvbqn0UyPi7mq7U6rXv/WrsWtqJkCAAAECBAgQIECAAAECBAgQIECAAAECBAgQIECgVAEB11KlrCNAgAABAgQIECBAgAABAgQIECBAgEDlBD4WESubH3fkkUfGV77ylRg5cmTlKnESAQIECBDIucC6devi0ksvjc2bN7dU6biI+FbOr9BqeQKu1do5dRMgQIAAAQIECBAgQIAAAQIECBAgQIAAAQIECBAgUIqAgGspStYQIECAAAECBAgQIECAAAECBAgQIECg8gJpkuttEdGn+dFnn312fP7zn49jjjmm8lU5kQABAgQI5ETg0Ucfja9+9auxYsWKliraGRFnVevk1t0XEnDNycemDAIECBAgQIAAAQIECBAgQIAAAQIECBAgQIAAAQIEukRAwLVLWG1KgAABAgQIECBAgAABAgQIECBAgACBTASGRMSNETG0pd1OO+20mDRpUowZMyb22ksEJhNxmxAgQIBArgUaGhpi9erVsWzZsrjrrrtaq/WRiJgcEZtyfZkSivNv9xKQLCFAgAABAgQIECBAgAABAgQIECBAgAABAgQIECBAoGoFBFyrtnUKJ0CAAAECBAgQIECAAAECBAgQIECgjgT+LSIuau2+++67bwwfPjyOP/74GDJkSBx22GFxwAEHxH777Sf4WkcfiasSIECglgRSkPXVV1+N559/Pn7961/Hpk2b4qGHHor77rsvXnvttbauOj8iPlMrFgKutdJJ9yBAgAABAgQIECBAgAABAgQIECBAgAABAgQIECBAoCUBAVffBQECBAgQIECAAAECBAgQIECAAAECBKpD4MMR8c8R8YHqKFeVBAgQIECgogI//H//nvx+RU/t4sMEXLsY2PYECBAgQIAAAQIECBAgQIAAAQIECBAgQIAAAQIECHSrgIBrt/I7nAABAgQIECBAgAABAgQIECBAgAABAmULfCwipgm6lu3mBQIECBCoTYEUbF0QEd+qxesJuNZiV92JAAECBAgQIECAAAECBAgQIECAAAECBAgQIECAAIHdAgKuvgUCBAgQIECAAAECBAgQIECAAAECBAhUp8D7I+KsiDg9Ig6uziuomgABAgQIdEjg6Yi4MyJui4gfdWiHKnlJwLVKGqVMAgQIECBAgAABAgQIECBAgAABAgQIECBAgAABAgQ6JCDg2iE2LxEgQIAAAQIECBAgQIAAAQIECBAgQCBXAkMi4viIeE9EDIyIgyLinRGxb0TIxuSqVYohQIAAgRIF0t9jvhYR2yLimYh4MiJ+FhEPRcSmEveo+mX+JV71LXQBAgQIECBAgAABAgQIECBAgAABAgQIECBAgAABAgTaEBBw9XkQIECAAAECBAgQIECAAAECBAgQIECAAAECBAgQIEAghwICrjlsipIIECBAgAABAgQIECBAgAABAgQIECBAgAABAgQIEMhMQMA1M0obESBAgAABAgQIECBAgAABAgQIECBAgAABAgQIECBAIDsBAdfsLO1EgAABAgQIECBAgAABAgQIECBAgAABAgQIECBAgED+BARc89cTFREgQIAAAQIECBAgQIAAAQIECBAgQIAAAQIECBAgQCAEXH0E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C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b777/YECBAgQIAAAQIECBAgQIAAAQIECBAgQIAAAQIECORUQMA1p41RFgECBAgQIECAAAECBAgQIECAAAECBAgQIECAAAECmQgIuGbCaBMCBAgQIECAAAECBAgQIECAAAECBAgQIECAAAECBAhkKyDgmq2n3QgQIECAAAECBAgQIECAAAECBAgQIECAAAECBAgQyJeAgGu++qEaAgQIECBAgAABAgQIECBAgAABAgQIECBAgAABAgQIFAQEXH0I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Bcb/3jAAAgAElEQVS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X76PyQijo+I90TEwIg4KCLeGRH7RoS/G6+f78BNCRAgUEsC6b9jXouIbRHxTEQ8GRE/i4iHImJTLV3UXQgQIECAAAECBAgQIECAAAECBAgQqE8Bf4lXn313awIECBAgQIAAAQIECBAgQIAAAQIECBAgQIAAAQL1IiDgWtudfn9EnBURp0fEwbV9VbcjQIAAAQJFAk9HxJ0RcVtE/IgNAQIECBAgQIAAAQIECBAgQIAAAQIEqlFAwLUau6ZmAgQIECBAgAABAgQIECBAgAABAgQIECBAgAABAgRKFRBwLVWqutZ9LCKmRcQHqqts1RIgQIAAgS4R+GFELIiIb3XJ7jYlQIAAAQIECBAgQIAAAQIECBAgQIBAFwkIuHYRrG0JECBAgAABAgQIECBAgAABAgQIECBAgAABAgQIEMiFgIBrLtqQWREfjoh/FmzNzNNGBAgQIFBbAinomv49+f3aupbbECBAgAABAgQIECBAgAABAgQIECBQqwICrrXaWfciQIAAAQIECBAgQIAAAQIECBAgQIAAAQIECBAgQCAJCLjWznfwbxFxUWvX2XfffWP48OFx/PHHx5AhQ+Kwww6LAw44IPbbb7/Yay9/NV47n4GbECBAoH4EGhoa4tVXX43nn38+fv3rX8emTZvioYceivvuuy9ee+21tiDmR8Rn6kfKTQkQIECAAAECBAgQIECAAAECBAgQqFYBf4tXrZ1TNwECBAgQIECAAAECBAgQIECAAAECBAgQIECAAAECpQgIuJailO81QyLixogY2lKZp512WkyaNCnGjBkjyJrvPqqOAAECBDISSMHX1atXx7Jly+Kuu+5qbddHImJyRGzK6FjbECBAgAABAgQIECBAgAABAgQIECBAIHMBAdfMSW1IgAABAgQIECBAgAABAgQIECBAgAABAgQIECBAgECOBARcc9SMDpRySkTcFhF9mr979tlnx+c///k45phjOrCtVwgQIECAQG0IPProo/HVr341VqxY0dKFdkbEWRFxd23c1i0IECBAgAABAgQIECBAgAABAgQIEKg1AQHXWuuo+xAgQIAAAQIECBAgQIAAAQIECBAgQIAAAQIECBAg0FRAwLV6v4ePRcTK5uUfeeSR8ZWvfCVGjhxZvTdTOQECBAgQyFhg3bp1cemll8bmzZtb2nlcRHwr4yNtR4AAAQIECBAgQIAAAQIECBAgQIAAgU4LCLh2mtAGBAgQIECAAAECBAgQIECAAAECBAgQIECAAAECBAjkWEDANcfNaaO0NLn1281/f/7558eiRYtir738VXd1tlXVBAgQINCVAg0NDTF16tRYvHhxS8ecapJrV+rbmwABAgQIECBAgAABAgQIECBAgACBjgj4W7+OqHmHAAECBAgQIECAAAECBAgQIECAAAECBAgQIECAAIFqERBwrZZO/f86h0TEgxHRp2npc+fOjcsuu6z6bqNiAgQIECBQYYFrr702ZsyY0fzUnRFxQkRsqnA5jiNAgAABAgQIECBAgAABAgQIECBAgECrAgKuPg4CBAgQIECAAAECBAgQIECAAAECBAgQIECAAAECBGpZQMC1+rr70/i/7N0NtJVlmTfwSygNlUixWdiaEVtFLMtEpbIBy5mBBKcJQjA/EGzyA18xDS3DjIgaR7KM0ZRXEtckX8qIETgFfvWqIYXzlmK0bGImw2bESRsN/Bgd4bzr2c457z7n7HP2c/bn8+zz22u1jHPu57qv+3c9h2l1+s8dMbq47euvvz5mz56dv5PomAABAgQINEnghhtuiAsvvLDr7j+NiPc1qSXbEiBAgAABAgQIECBAgAABAgQIECBAoJuAgKuXggABAgQIECBAgAABAgQIECBAgAABAgQIECBAgACBVhYQcM3XdK+NiIuKW3Zza74GqFsCBAgQyI5ADze5XhcRF2enS50QIECAAAECBAgQIECAAAECBAgQINCfBQRc+/P0nZ0AAQIECBAgQIAAAQIECBAgQIAAAQIECBAgQIBA6wsIuOZnxn8REfcVt3vuuefGt7/97fycQKcECBAgQCBjAuedd17cdNNNXbsaFxE/zFir2iFAgAABAgQIECBAgAABAgQIECBAoB8KCLj2w6E7MgECBAgQIECAAAECBAgQIECAAAECBAgQIECAAIF+JCDgmp9hPxgRH2pv98gjj4zHHnss9tnHr7XzM0KdEiBAgEDWBNra2uKoo46Kbdu2Fbf2o4j4cNZ61Q8BAgQIECBAgAABAgQIECBAgAABAv1PwG8C+9/MnZgAAQIECBAgQIAAAQIECBAgQIAAAQIECBAgQIBAfxIQcM3HtD8REauLW92wYUNMnDgxH93rkgABAgQIZFhg48aNcdJJJ3Xt8NSI+IcMt601AgQIECBAgAABAgQIECBAgAABAgT6gYCAaz8YsiMSIECAAAECBAgQIECAAAECBAgQIECAAAECBAgQ6McCAq75GH6n21vPOOOMWLlyZT461yUBAgQIEMiBwPTp02PVqlXFnbrFNQdz0yIBAgQIECBAgAABAgQIECBAgACBVhcQcG31CTsfAQIECBAgQIAAAQIECBAgQIAAAQIECBAgQIAAgf4tIOCa/fn/aURsLm7zZz/7WRxzzDHZ71yHBAgQIEAgJwKPPPJIHHvssV27HRMRP87JEbRJgAABAgQIECBAgAABAgQIECBAgEALCgi4tuBQHYkAAQIECBAgQIAAAQIECBAgQIAAAQIECBAgQIAAgQ4BAdfsvwzXRsRF7W1OmjQp1q1bl/2udUiAAAECBHImMHny5Fi/fn1x19dFxMU5O4Z2CRAgQIAAAQIECBAgQIAAAQIECBBoIQEB1xYapqMQIECAAAECBAgQIECAAAECBAgQIECAAAECBAgQINBNQMA1+y/FbyJieHubt99+e0ybNi37XeuQAAECBAjkTGDNmjVxyimnFHe9IyIOz9kxtEuAAAECBAgQIECAAAECBAgQIECAQAsJCLi20DAdhQABAgQIECBAgAABAgQIECBAgAABAgQIECBAgACBbgICrtl+KUZFxKPtLe6///7xwgsvxD77+FV2tsemOwIECBDIo0BbW1sceOCB8dJLLxW3f3REbM3jefRMgAABAgQIECBAgAABAgQIECBAgED+BfxWMP8zdAICBAgQIECAAAECBAgQIECAAAECBAgQIECAAAECBHoWEHDN9tvxvyJicXuLkyZNinXr1mW7Y90RIECAAIEcC0yePDnWr19ffIILIuJ/5/hIWidAgAABAgQIECBAgAABAgQIECBAIMcCAq45Hp7WCRAgQIAAAQIECBAgQIAAAQIECBAgQIAAAQIECBAoKyDgWpaoqQtuiohz2jtYuHBhfP7zn29qQzYnQIAAAQKtLPC1r30t5s6dW3zEpRFxbiuf2dkIECBAgAABAgQIECBAgAABAgQIEMiugIBrdmejMwIECBAgQIAAAQIECBAgQIAAAQIECBAgQIAAAQIEqhcQcK3esJ4VHoyID7VvsGHDhpg4cWI991ObAAECBAj0a4GNGzfGSSedVGzwo4j4cL9GcXgCBAgQIECAAAECBAgQIECAAAECBJomIODaNHobEyBAgAABAgQIECBAgAABAgQIECBAgAABAgQIECDQAAEB1wYgV7HFbyJiePvzv/rVr2LEiBFVlPMoAQIECBAg0JvA9u3b413velfxkh0RcTg1AgQIECBAgAABAgQIECBAgAABAgQINENAwLUZ6vYkQIAAAQIECBAgQIAAAQIECBAgQIAAAQIECBAgQKBRAgKujZKubJ8XIuKA9kd37doVgwcPrqySpwgQIECAAIGyArt37443v/nNxetejIgDyz5oAQECBAgQIECAAAECBAgQIECAAAECBOogIOBaB1QlCRAgQIAAAQIECBAgQIAAAQIECBAgQIAAAQIECBDIjICAa2ZGUbKRvRHR8XvrvXv3xj77+DV2tkemOwIECBDIs0BbW1sMGDCg+AjJf1bq9IU8n0/vBAgQIECAAAECBAgQIECAAAECBAjkS8BvBvM1L90SIECAAAECBAgQIECAAAECBAgQIECAAAECBAgQINA3AQHXvnk1enWn+SShGx8CBAgQIECgvgIl/p9J+N+Q1ZdcdQIECBAgQIAAAQIECBAgQIAAAQIEehDwX056NQgQIECAAAECBAgQIECAAAECBAgQIECAAAECBAgQaGUBAddsT1fANdvz0R0BAgQItKCAgGsLDtWRCBAgQIAAAQIECBAgQIAAAQIECORUQMA1p4PTNgECBAgQIECAAAECBAgQIECAAAECBAgQIECAAAECqQQEXFMxNW2RgGvT6G1MgAABAv1VQMC1v07euQkQIECAAAECBAgQIECAAAECBAhkT0DANXsz0REBAgQIECBAgAABAgQIECBAgAABAgQIECBAgAABArUTEHCtnWU9Kgm41kNVTQIECBAg0IuAgKvXgwABAgQIECBAgAABAgQIECBAgACBrAgIuGZlEvogQIAAAQIECBAgQIAAAQIECBAgQIAAAQIECBAgQKAeAgKu9VCtXU0B19pZqkSAAAECBFIJCLimYrKIAAECBAgQIECAAAECBAgQIECAAIEGCAi4NgDZFgQIECBAgAABAgQIECBAgAABAgQIECBAgAABAgQINE1AwLVp9Kk2FnBNxWQRAQIECBConYCAa+0sVSJAgAABAgQIECBAgAABAgQIECBAoDoBAdfq/DxNgAABAgQIECBAgAABAgQIECBAgAABAgQIECBAgEC2BQRcczSftrau48p287ojQIAAAQJ5FBBwzePU9EyAAAECBAgQIECAAAECBAgQIECgNQUEXFtzrk5FgAABAgQIECBAgAABAgQIECBAgAABAgQIECBAgMDrAgKu2X4T3OCa7fnojgABAgRaUEDAtQWH6kgECBAgQIAAAQIECBAgQIAAAQIEciog4JrTwWmbAAECBAgQIECAAAECBAgQIECAAAECBAgQIECAAIFUAgKuqZiatkjAtWn0NiZAgACB/iog4NpfJ+/cBAgQIECAAAECBAgQIECAAAECBLInIOCavZnoiAABAgQIECBAgAABAgQIECBAgAABAgQIECBAgACB2gkIuNbOsh6VBFzroaomAQIECBDoRUDA1etBgAABAgQIECBAgAABAgQIECBAgEBWBARcszIJfRAgQIAAAQIECBAgQIAAAQIECBAgQIAAAQIECBAgUA8BAdd6qNaupoBr7SxVIkCAAAECqQQEXFMxWUSAAAECBAgQIECAAAECBAgQIECAQAMEBFwbgGwLAgQIECBAgAABAgQIECBAgAABAgQIECBAgAABAgSaJiDg2jT6VBsLuKZisogAAQIECNROQMC1dpYqESBAgAABAgQIECBAgAABAgQIECBQnYCAa3V+niZAgAABAgQIECBAgAABAgQIECBAgAABAgQIECBAINsCAq45mk9bW9dxZbt53REgQIAAgTwKCLjmcWp6JkCAAAECBAgQIECAAAECBAgQINCaAgKurTlXpyJAgAABAgQIECBAgAABAgQIECBAgAABAgQIECBA4HUBAddsvwlucM32fHRHgAABAi0oIODagkN1JAIECBAgQIAAAQIECBAgQIAAAQI5FRBwzengtE2AAAECBAgQIECAAAECBAgQIECAAAECBAgQIECAQCoBAddUTE1bJODaNHobEyBAgEB/FRBw7a+Td24CBAgQIECAAAECBAgQIECAAAEC2RMQcM3eTHREgAABAgQIECBAgAABAgQIECBAgAABAgQIECBAgEDtBARca2dZj0oCrvVQVZMAAQIECPQiIODq9SBAgAABAgQIECBAgAABAgQIECBAICsCAq5ZmYQ+CBAgQIAAAQIECBAgQIAAAQIECBAgQIAAAQIECBCoh4CAaz1Ua1dTwLV2lioRIECAAIFUAgKuqZgsIkCAAAECBAgQIECAAAECBAgQIECgAQICrg1AtgUBAgQIECBAgAABAgQIECBAgAABAgQIECBAgAABAk0TEHBtGn2qjQVcUzFZRIAAAQIEaicg4Fo7S5UIECBAgAABAgQIECBAgAABAgQIEKhOQMC1Oj9PEyBAgAABAgQIECBAgAABAgQIECBAgAABAgQIECCQbQEB1xzNp62t67iy3bzuCBAgQIBAHgUEXPM4NT0TIECAAAECBAgQIECAAAECBAgQaE0BAdfWnKtTESBAgAABAgQIECBAgAABAgQIECBAgAABAgQIECDwuoCAa7bfBDe4Zns+uiNAgACBFhQQcG3BoToSAQIECBAgQIAAAQIECBAgQIAAgZwKCLjmdHDaJkCAAAECBAgQIECAAAECBAgQIECAAAECBAgQIEAglYCAayqmpi0ScG0avY0JECBAoL8KCLj218k7NwECBAgQIECAAAECBAgQIECAAIHsCQi4Zm8mOiJAgAABAgQIECBAgAABAgQIECBAgAABAgQIECBAoHYCAq61s6xHJQHXeqiqSYAAAQIEehEQcPV6ECBAgAABAgQIECBAgAABAgQIECCQFQEB16xMQh8ECBAgQIAAAQIECBAgQIAAAQIECBAgQIAAAQIECNRDQMC1Hqq1qyngWjtLlQgQIECAQCoBAddUTBYRIECAAAECBAgQIECAAAECBAgQINAAAQHXBiDbggABAgQIECBAgAABAgQIECBAgAABAgQIECBAgACBpgkIuDaNPtXGAq6pmCwiQIAAAQK1ExBwrZ2lSgQIECBAgAABAgQIECBAgAABAgQIVCcg4Fqdn6cJECBAgAABAgQIECBAgAABAgQIECBAgAABAgQIEMi2gIBrjubT1tZ1XNluXncECBAgQCCPAgKueZyangkQIECAAAECBAgQIECAAAECBAi0poCAa2vO1akIECBAgAABAgQIECBAgAABAgQIECBAgAABAgQIEHhdQMA122+CG1yzPR/dESBAgEALCgi4tuBQHYkAAQIECBAgQIAAAQIECBAgQIBATgUEXHM6OG0TIECAAAECBAgQIECAAAECBAgQIECAAAECBAgQIJBKQMA1FVPTFgm4No3exgQIECDQXwUEXPvr5J2bAAECBAgQIECAAAECBAgQIECAQPYEBFyzNxMdESBAgAABAgQIECBAgAABAgQIECBAgAABAgQIECBQOwEB19pZ1qOSgGs9VNUkQIAAAQK9CAi4ej0IECBAgAABAgQIECBAgAABAgQIEMiKgIBrViahDwIECBAgQIAAAQIECBAgQIAAAQIECBAgQIAAAQIE6iEg4FoP1drVFHCtnaVKBPqlwD333BNvfOMb473vfW8cfPDBUSK4VzOXtra22LVrV7z22mudag4YMCAGDx4cb3jDG2q2l0IE6ikg4FpPXbUJECBAgAABAgQIECBAgAABAgQIEOiLgIBrX7SsJUCAAAECBAgQIECAAAECBAgQIECAAAECBAgQIEAgbwICrtmemIBrtuejOwKZFti9e3fMnj07li9fXuhz+PDhsXDhwjjttNPq0vcDDzwQZ511VuzYsaNT/a9+9asxd+7cXAVck56/9KUvdTrHpk2bYuzYsXWxUzRbAgKu2ZqHbggQIECAAAECBAgQIECAAAECBAj0ZwEB1/48fWcnQIAAAQIECBAgQIAAAQIECBAgQIAAAQIECBAg0PoCAq7ZnrGAa7bnozsCmRZIgqZnnHFGbN68udDnoYceGnfeeWeMHj265n0//fTTcc4558T3v//9brWvvvrquOSSS2LgwIE137deBQVc6yWbj7oCrvmYky4JECBAgAABAgQIECBAgAABAgQI9AcBAdf+MGVnJECAAAECBAgQIECAAAECBAgQIECAAAECBAgQINB/BQRcsz17Addsz0d3BDIt8JOf/CROPPHESG5yTT4TJ04s3OZ6yCGH1LTvF198MS677LJYvHhxybrJzbG33HJLnHDCCTXdt57FBFzrqZv92gKu2Z+RDgkQIECAAAECBAgQIECAAAECBAj0FwEB1/4yaeckQIAAAQIECBAgQIAAAQIECBAgQIAAAQIECBAg0D8FBFyzPXcB12zPR3cEMi2wZMmSOP/88zt6nDNnTixcuDD23XffmvX92muvxTXXXBNz587tteZHP/rRWLp0aQwbNqxme9ezkIBrPXWzX1vANfsz0iEBAgQIECBAgAABAgQIECBAgACB/iIg4NpfJu2cBAgQIECAAAECBAgQIECAAAECBAgQIECAAAECBPqngIBrtucu4Jrt+eiOQGYFXn311ULodNGiRR09rlixIqZPn16zntva2uLWW28thGjbb4lNih933HExc+bMuPrqq2PHjh0d+11wwQWFrx1wwAE166FehQRc6yWbj7oCrvmYky4JECBAgAABAgQIECBAgAABAgQI9AcBAdf+MGVnJECAAAECBAgQIECAAAECBAgQIECAAAECBAgQINB/BQRcsz17Addsz0d3BDIr8Oyzz8aMGTNi48aNhR5HjBgRa9asiaOOOqpmPT/wwANx1llndQqxDh8+PG655Zb48Ic/HNddd1185jOf6bRfcoPspZdeGm94wxtq1kcS5r3jjjviySef7Kg5ZMiQOPPMM+PAAw+saJ9aB1yffvrpuO222+KVV17p6Oewww6LqVOn1vRG3YoO66FuAgKuXgoCBAgQIECAAAECBAgQIECAAAECBLIiIOCalUnogwABAgQIECBAgAABAgQIECBAgAABAgQIECBAgACBeggIuNZDtXY1BVxrZ1lVpX/+53+OU089NbZu3dqpTq1vxGwvXs1+v//97wu3dN51111VnTl5+Jhjjom3vvWt8ba3vS3e//73x7HHHhvvfe97a3oDZ6kgYXHjEydOjOXLl8chhxxS9Xl6KnDzzf8QxSIAACAASURBVDfHOeec02P9TZs2xdixY8vuv3LlykKosvgzatSoWL16dYwcObLs87Vc8Nhjj8W0adNi+/bthbIf/ehHC44HHXRQTbYpFW4dPHhw3HjjjXH66adHEhB88cUX47LLLovFixd37Nl1TS2aefnll2POnDmxZMmSjnITJkyIZB5Dhw6taItaB1xL/UzPmjWrcMPuoEGDKurRQ/UTEHCtn63KBAgQIECAAAECBAgQIECAAAECBAj0TUDAtW9eVhMgQIAAAQIECBAgQIAAAQIECBAgQIAAAQIECBAgkC8BAddsz0vANSPzqSZwWskRqtmvlgHXUr0nAcUpU6bExRdfHEcffXQMGDCgkiN2PFMu4Jrst2HDhlQB00oaSUKYF154YXznO9/p8fE8BlyTUO1pp53WcabLL788EuuBAwdWwtTpmQcffDDOO++8SN7T9k9PwdXHH388/vqv/zq2bNlSdm2ljQm4VirnuZ4EBFy9GwQIECBAgAABAgQIECBAgAABAgQIZEVAwDUrk9AHAQIECBAgQIAAAQIECBAgQIAAAQIECBAgQIAAAQL1EBBw7a56dEQ8Wg/sCmoKuFaAVo9HqgmcVtJPNfvVO+BafJ6ZM2fGggUL4vDDD6/kmIVnygVc29dcccUVhVtBa/3petNpqfpZDbi++uqrcccdd8STTz7Zre0khPqDH/yg4+vJzbJHHnlkWb799tuvEIwdNmxYt7VtbW2R3Nx6/vnndwq3JgsXLlwYl156abzhDW/o9lyp214PPvjguOGGGwo3I1c7VwHXsmO1oI8CAq59BLOcAAECBAgQIECAAAECBAgQIECAAIG6CdT+NyN1a1VhAgQIECBAgAABAgQIECBAgAABAgQIECBAgAABAgQI9FlAwLU72Zcj4oSIWBAR9/dZtLYPCLjW1rPiatUETivZtJr9GhlwTc42fPjw+PrXvx5Tp06t6DbXNAHXiRMnxvLly+OQQw6phLPXZ5YsWVIIbPb2yWrAtVSws1qgUaNGRXL768iRIzuVSsKta9eujUsuuSR27NjR6Xt/+7d/W/h6Eo4t9UmevfXWWwvOu3fv7liS3Pq6aNGiOOuss0oGY9OeRcA1rZR1aQUEXNNKWUeAAAECBAgQIECAAAECBAgQIECAQL0FBFzrLaw+AQIECBAgQIAAAQIECBAgQIAAAQIECBAgQIAAAQLNFBBw7a7/loj4TUQM+Z+AazODrgKuzfzpKNq7msBpJUeoZr9GB1yT8yVBxSTkmAQYS93g2ZtBmoBrUn/Dhg0xduzYSjh7fCYJW86ePbsQnu3t098Drq+99lrccsstMWfOnE4B1cTsy1/+clx22WUxaNCgXg337t0bq1atigsuuKDiGj1tIOBa0x8LxSJK3Srsf0PmzSBAgAABAgQIECBAgAABAgQIECBAoCkC/svJprDblAABAgQIECBAgAABAgQIECBAgAABAgQIECBAgACBBgkIuJaGTm5xnV/0reQm12YEXQVcG/SDUG6bagKn5WqX+n41+/UUcP3KV74S8+bNS91OEmpMAqDPP/98PProo3HXXXfF7bffHv/5n/9ZskYSQr3xxhvj9NNPLxUO63HfNAHX5OFk3RVXXNGn2uUO+9Of/jQ+9rGPxc6dO3td2p8Drsk7kISXFy5c2M0obbi1/cHknUrekS984QvdQq5Tpkwp3Oaa3Ajc14+Aa1/FrC8n4AbXckK+T4AAAQIECBAgQIAAAQIECBAgQIBAowQEXBslbR8CBAgQIECAAAECBAgQIECAAAECBAgQIECAAAECBJohIOBaWr34FtfiFY0Ougq4NuOnosSe1QROKzlCNfvVKuBaqu9du3bFzTffHH/zN39TMuiahBOTmz5POOGE1McuFXD9oz/6o0hCi0m4sv0zfvz4WLZsWRx66KGpa5dbmAQqL7nkknLLIqsB17a2tkhmkgRH2z979uyJq666Kv7u7/6u42tr166ND33oQ2XPmSwYMGBA4Ube5CbeX//61/HZz342kueLP8n3v/jFL8bFF18c++23X6q67Yt6C7mOHDmy8G6dfPLJhT7SfgRc00pZl1ZAwDWtlHUECBAgQIAAAQIECBAgQIAAAQIECNRbQMC13sLqEyBAgAABAgQIECBAgAABAgQIECBAgAABAgQIECDQTAEB1571u97iWryyUUFXAddm/nQU7V1N4LSSI1SzXz0DrslZklDl5s2bY/bs2bF169Zux/voRz8aS5cujWHDhqU6eqmA67Rp0wqhze9973sdNZJQZRK0HDduXKq65RY999xzcfbZZ3cKb37iE5+Ixx9/PH7+8593ejyrAddSZ/zDH/4Q55xzTqxZs6bw7TFjxsSqVav6dDPq3r17Y8OGDXHppZdG8i4Wf5I5JMHgs846qxCCreST1L/tttvi05/+dMmg9MyZM2PBggVx+OGHpyov4JqKyaI+CAi49gHLUgIECBAgQIAAAQIECBAgQIAAAQIE6iog4FpXXsUJECBAgAABAgQIECBAgAABAgQIECBAgAABAgQIEGiygIBrzwPo6RbX4ifqHXQVcG3yD0j79tUETis5QjX71Tvg2n6eBx54oBBy3LFjR7cjJreHXnTRRVEiJNZtbamA66xZs+LYY4+N5J/Fn3nz5sX8+fNj4MCBlbB2eubhhx+Oj3/847Fz587C15ObYa+88sq49tpruwV38xRwfeyxxyIJCG/fvr1wrsQwCaQOGjQoldkzzzwTV199dXzjG99Itb6aRUlYNunrd7/7XbcyBx98cMydOzc+9alPxdChQ3vdRsC1mil4tpSAgKv3ggABAgQIECBAgAABAgQIECBAgACBrAgIuGZlEvogQIAAAQIECBAgQIAAAQIECBAgQIAAAQIECBAgQKAeAgKuvav2dotr8ZP1CroKuNbjra+gZjWB0wq2K9yaeeqpp3YLWq5YsSKmT5/ea8lGBVyTm1xvvfXWOP/882P37t2dejruuOMK33v7299e9vg9BVyTup/85Cc7GYwfPz6WLVtWCKNW80l6T0KfyQ2l7Z8kFPrZz362EAjtejNtngKuq1evjtNOO63jXDfeeGO3oHApu+RW1R/+8IfxhS98If7pn/6p25JRo0YVgrNJyLhWnwkTJsQXv/jFSN6Bu+++u2TZJOg6Z86cuOCCCyL596U+Aq61mog67QICrt4FAgQIECBAgAABAgQIECBAgAABAgSyIiDgmpVJ6IMAAQIECBAgQIAAAQIECBAgQIAAAQIECBAgQIAAgXoICLj2rprmFtfiCrUOugq41uOtr6BmNYHTCrbLRcA1Odcrr7wSV1xxRVxzzTXdjrl06dI4++yzyx6/p4BrcptqUnvJkiUdNZIbP9euXRvjxo0rW7e3Bc8991yht6RW++eb3/xm/OVf/mXJYHFeAq579uwpBFCvuuqqwrGSIPCdd94Zo0eP7tXrt7/9bSFomoSHS32mTJlSCAT/27/9Wxx//PFV2Rc/nARcV65cGfvuu28sXLgwvvWtb3ULSyfrk3BrcqvsAQccUHJvAdeajUSh/xEQcPUqECBAgAABAgQIECBAgAABAgQIECCQFQEB16xMQh8ECBAgQIAAAQIECBAgQIAAAQIECBAgQIAAAQIECNRDQMC1vGraW1yLK9Uq6CrgWn4+DVkh4Noz8y9+8Ys45ZRT4vHHH++0KAlF3nzzzXHQQQf1OqOeAq5JoPK73/1unHnmmZ2eTwKc8+fPj4EDB1Y8+4ceeihOOumkjjDliBEjYs2aNbHffvvlOuD67LPPxowZM2Ljxo0Fm4kTJ8by5csLM/j5z38ezz//fOHrb3rTm+KYY44pnDf5/Md//Efhltd169Z1Mk0CxZ/73OfikksuKYRLf/rTnxZueK3V57DDDisEV5P+khtkN2zYULhVN/l5a/+MHTs2kpuLDz/88B63FXCt1UTUaRcQcPUuECBAgAABAgQIECBAgAABAgQIECCQFQEB16xMQh8ECBAgQIAAAQIECBAgQIAAAQIECBAgQIAAAQIECNRDQMC1vGpfb3Etrlht0FXAtfx8GrJCwLVn5q63hravTHt7aG8B1yeffLJb4HT8+PGFm0aT+pV82traIrkdNgnKtn+SUOgNN9wQTz31VK4DrkkA9WMf+1js3LmzcLTLL788Et9XX3015syZ03EbbvvNqUOHDu0w6BpyHTlyZOFm3iQIPGDAgEqoK3rmmWeeKey7ePHiOPjgg+OWW26JE044oddaAq4VUXuoFwEBV68HAQIECBAgQIAAAQIECBAgQIAAAQJZERBwzcok9EGAAAECBAgQIECAAAECBAgQIECAAAECBAgQIECAQD0EBFzTqVZyi2tx5UqDrgKu6eZT91UCrr0T33PPPXHiiSd2W3TjjTcWbgbt7dNbwDUJVl522WVx3XXXdZRIbhVdu3ZtjBs3rqK5d73lNCmydOnSOPvssws3h5566qmxdevWTrU3bdoUyU2i5T4rV67sduPsqFGjYvXq1ZEERuv9WbJkSZx//vkd2yQ3sk6aNCm6BkBLBVyTh5JbeE8//fQYPXp0IQQ8bNiwerdcsn4SQn7kkUdi27ZtMX369LK39Qq4NmVMLb2pgGtLj9fhCBAgQIAAAQIECBAgQIAAAQIECORKQMA1V+PSLAECBAgQIECAAAECBAgQIECAAAECBAgQIECAAAECfRQQcE0HVs0trsU79DXoKuCabj51XyXg2jvxjh074owzzojNmzd3WnjBBRcUbuN805ve1GOB3gKugwYNiu9+97sxderUTs8nt6/Onz+/bPCx1Kb33XdfTJkyJXbv3l349hFHHBG33357vOc978l1wLVryLM4WJs24JoES5NbbJPbcRt5a2u1P8ACrtUKer6rgICrd4IAAQIECBAgQIAAAQIECBAgQIAAgawICLhmZRL6IECAAAECBAgQIECAAAECBAgQIECAAAECBAgQIECgHgICrulVq73FtXintEFXAdf086nrSgHX3nmTsOjs2bNj+fLlnRb2dFNo8aJyAdcnnniicKvoli1bOh4bP358LFu2rBDE7Mtnz549sWDBgkj2bP988pOfjOuvvz4OOOCAXAdcuzoVnyttwLUvlrVe+8ILL8SKFSviD3/4Q6H0kCFDCrfhHnjggWW3EnAtS2RBHwUEXPsIZjkBAgQIECBAgAABAgQIECBAgAABAnUTEHCtG63CBAgQIECAAAECBAgQIECAAAECBAgQIECAAAECBAhkQEDANf0QanWLa/GO5YKuAq7p51PXlQKuvfMmN38mwdHkX8Wf4ltEe6pQLuD6yiuvxGWXXRbXXXddR4nBgwfH2rVrY9y4cX2a+86dO2PmzJlx7733djyXhCqnT59e+HNPc960aVOMHTu27F4rV64shDL7alC2cIoF69evj8mTJ3esvPHGG2PWrFmFP/c14Lp9+/bCzbmVfPbbb7847bTTYtiwYX16/Pe//31hDnfddVfhuTTh6PYNSgVc+7R5kxYn81m0aFEkNxX7ZEtAwDVb89ANAQIECBAgQIAAAQIECBAgQIAAgf4sIODan6fv7AQIECBAgAABAgQIECBAgAABAgQIECBAgAABAgRaX0DAtW8zruUtrsU79xR0FXDt23zqtlrAtTztkiVL4vzzz++0MAmi3n333fHBD36wxwLlAq7Jg0nYcurUqZ1qzJs3L+bPnx8DBw4s39z/rLjvvvtiypQpkdw4m3y6BnDzGnBNbqZNPK666qrCuZKbbe+8884YPXp04c99Dbg+9NBDcfzxx6d2LV6YJtRcqrCAa0XcHqqTgIBrnWCVJUCAAAECBAgQIECAAAECBAgQIECgzwICrn0m8wABAgQIECBAgAABAgQIECBAgAABAgQIECBAgAABAjkSEHDt27DqcYtrcQddg64Crn2bT91W9xR8rNuGPRQuvm20p727BgXb133lK18phCDr9Sl1e2myV7nbT9MEXJ944ok4/fTTY8uWLR3tjx8/PpYtW1YIc6b5dA2BJs9cdNFFcfXVV0dy62jyyWvA9amnnircfnr//clfIRETJ06M5cuXxyGHHFL4c7MDrs8991zhFt4nn3yy0M8HPvCBuOKKK+JNb3pTx+gEXNO8xdY0SkDAtVHS9iFAgAABAgQIECBAgAABAgQIECBAoJyAgGs5Id8nQIAAAQIECBAgQIAAAQIECBAgQIAAAQIECBAgQCDPAl0Drnk+Syv13h50/T/Fh2prM65mDVnAtbz8+vXrY/Lkyd0W3nbbbXHqqaf2WCBNwPWVV14pBCSvu+66jjrJ7bBr166NcePGlW8uIrqGQJOH7rjjjjj55JM7ns9rwLXrzbSJaRIgbQ/pNTvg2jW8OmvWrFi0aFEMGjSow17ANdVrbFGDBARcGwRtGwIECBAgQIAAAQIECBAgQIAAAQIEygoIuJYlsoAAAQIECBAgQIAAAQIECBAgQIAAAQIECBAgQIAAgRwLSEzmaHgCrs0bloBrefuHHnoojj/++G4Ly906mybgmhQtFaBNbqSdP39+DBw4sGyD99xzT5x44okd64477ri49dZb4+1vf3vH1/IYcE1upl2wYEEkju2fu+++Oz7ykY90/LnagGu5W3iLb+8dNWpUrF69OkaOHNmxf70DronBz3/+83j++efLvgdpF6xatSpuuummTssXL14cRxxxRNoSndb9+7//e2FO27dv7/h6qaBvRcU9VHMBAdeakypIgAABAgQIECBAgAABAgQIECBAgECFAgKuFcJ5jAABAgQIECBAgAABAgQIECBAgAABAgQIECBAgACBXAgIuOZiTK83KeDavGEJuJa3r3fAdceOHXHGGWfE5s2bO5oZP358LFu2LA499NBeG3z11Vdj7ty5hVtD2z9z5syJhQsXxr777tvxtTwGXHfu3BkzZ86Me++9t3COMWPGRBLOHD58eMe5Wj3gWv7t7PuKUsHrckHf3nYp9W4JuPZ9Lo16QsC1UdL2IUCAAAECBAgQIECAAAECBAgQIECgnICAazkh3ydAgAABAgQIECBAgAABAgQIECBAgAABAgQIECBAIM8CAq7ZnN4DEfHliPg/xe0JuDZvWAKu5e0ffPDBOOGEE7otrNUNrqVCqoMHD461a9fGuHHjem2wVDh23bp1MWnSpE7P5THg2rXnJNg6YsSIGDBgQMfZ9u7dW7g5NHFIPgcffHAkN62+8Y1v7HT+v/qrv4pPf/rT0TWsXC7Y2ewbXMu/nX1fUeuA69NPPx233XZbvPLKKx3NHHbYYTF16tROIeu+d+qJeggIuNZDVU0CBAgQIECAAAECBAgQIECAAAECBCoREHCtRM0zBAgQIECAAAECBAgQIECAAAECBAgQIECAAAECBAjkRaBrwNXvSHuf3Fsi4omISP5Zj097sPX+/yneaT4CrvUgT1ezp+BjufBmuurdV1Wz3+9///uYPn163HXXXZ0Kf+UrX4l58+ZV2lLZ54pDjsWL77777vjIRz7S4/OlgoQ93Wy5fv36mDx5cqdayZnmz58fAwcO7HGPrs/92Z/9WST9vu1tb+v0TCsEXMsOqpcF7e+IgGtErQOu1czFs40XEHBtvLkdCRAgQIAAAQIECBAgQIAAAQIECBAoLeCXt94MAgQIECBAgAABAgQIECBAgAABAgQIECBAgAABAgRaWUDAtW/TTW5Vnd+3R1Kt7hpsbX9IwDUVX/0XVRM4raS7avbLWsC13O2ffQm4lrqJdfz48bFs2bI49NBDS1InN2Zedtllcd1113V8//LLLy8EGLuGYgVcXw9BC7gKuFby91YrPSPg2krTdBYCBAgQIECAAAECBAgQIECAAAEC+RYQcM33/HRPgAABAgQIECBAgAABAgQIECBAgAABAgQIECBAgEDvAgKu6d+Qetze2lOwtb0rAdf086nrymoCp5U0Vs1+zQq4lgqqjhgxItasWRNHHXVUjwx9Cbju2bOnEMC86qqrOuoNHjw41q5dG+PGjSu5xxNPPBGnn356bNmypfD93tYLuJYOuC5evDiOOOKIHmd4//33x4IFCwrfHzVqVKxevTpGjhzZsb7rO1nqht6uayZMmFC4ZXfo0KGV/AhV/YwbXKsmzHUBAddcj0/zBAgQIECAAAECBAgQIECAAAECBFpKQMC1pcbpMAQIECBAgAABAgQIECBAgAABAgQIECBAgAABAgQIdBEQcE3/StTy9tZywdb2rgRc08+nriurCZxW0lg1+zUj4Ppf//Vfcemll0YShCz+jBkzJlatWhXDhw/vkaEvAdekyD333BMnnnhip3pJ6HX+/PndbmRNFn33u9+NqVOndqzv7cbXPAZc07xfL7/8csyZMyeWLFlSWF4uPNr1Btc0e7SvaXTANTnbSy+91KnF/fffPwYNGtSXtrutrVfAtV79VnVYD3cTEHD1UhAgQIAAAQIECBAgQIAAAQIECBAgkBUBAdesTEIfBAgQIECAAAECBAgQIECAAAECBAgQIECAAAECBAjUQ0DANZ1qrW5vTRtsbe9KwDXdfOq+qprAaSXNVbNfMwKuzz33XMyYMSO+//3vdzrutGnTYunSpTFkyJAeGfoacH3qqadi+vTpkdwa2v7pKbTaNdiZrO8tDCvg+rpongKuyS2vZ555Zqf3a8WKFYV3pJpPvQKu9eq3mrN6truAgKu3ggABAgQIECBAgAABAgQIECBAgACBrAgIuGZlEvogQIAAAQIECBAgQIAAAQIECBAgQIAAAQIECBAgQKAeAgKu6VSrvb21r8HW9q4EXNPNp+6rqgmcVtJcNfs1I+D62GOPRRJm3b59e6fjXn755ZEEBQcOHNgjQ18Drnv27CmEVK+66qqOmoMHD461a9fGuHHjOu3T1TFZt2HDhhg7dmzJfgRcX2cRcI3Ce/ulL32p03uyadOmHt+dtD/nAq5ppZq7TsC1uf52J0CAAAECBAgQIECAAAECBAgQIEDg/wsIuHobCBAgQIAAAQIECBAgQIAAAQIECBAgQIAAAQIECBBoZQEB1/LTreb21kqDre1dCbiWn09DVlQTOK2kwWr2a0bAtVRoLzn3unXrYtKkSb0S9DXgmhS755574sQTT+xUt9TNrF37mjhxYixfvjwOOeSQkj0JuL7O0jXgWi7YWew8atSoWL16dYwcObLDuOs7OWvWrFi0aFEMGjSoxzUTJkyIpO7QoUN7fX/qFRgVcK3kb67WeUbAtXVm6SQECBAgQIAAAQIECBAgQIAAAQIE8i4g4Jr3CeqfAAECBAgQIECAAAECBAgQIECAAAECBAgQIECAAIHeBARcy78fldzeWm2wtb0rAdfy82nIimoCp5U0WM1+jQ64vvjii3HhhRfGd77znU5HLRV0LGVRScB1586dMXPmzLj33ns7So4fPz6WLVsWhx56aOFrpfq65pprYs6cOVEivFZ4RsD1dU4BVze4VvL3Vis9I+DaStN0FgIECBAgQIAAAQIECBAgQIAAAQL5FhBwzff8dE+AAAECBAgQIECAAAECBAgQIECAAAECBAgQIECAQO8CAq69+/T19tZaBVvbuxJwzchPcDWB00qOUM1+jQ64Pvzww/Hxj388ktBp8eeiiy6Kq6++Ovbbb79eCSoJuO7ZsycWLFgQybPtn8GDB8eGDRti7NixhS/94he/iFNOOSUef/zxwp+T4Ov3vve9+MAHPtBjPwKur9MIuAq4VvL3Vis9I+DaStN0FgIECBAgQIAAAQIECBAgQIAAAQL5FhBwzff8dE+AAAECBAgQIECAAAECBAgQIECAAAECBAgQIECAQO8CAq69+6S9vbXWwdb2rgRcM/ITXE3gtJIjVLNfIwOuL7/8cuFG1CVLlnQ75h133BEnn3xy2eNXEnBNit53330xZcqU2L17d8ceSa0rrriicEPrzTffHOecc07H95K1ydcOOuigHnsScH2dRsBVwLXsD26LLxBwbfEBOx4BAgQIECBAgAABAgQIECBAgACBHAkIuOZoWFolQIAAAQIECBAgQIAAAQIECBAgQIAAAQIECBAgQKDPAgKuPZOlub21XsHW9q4EXPv8StfngWoCp5V0VM1+jQy43nbbbXHeeed1Cpkm500TJm13qTTgmtwYO3PmzLj33ns7iCdOnBjLly+PQYMGxYUXXhjf+c53Or53zTXXFMK4JYJrHWv6W8A1ufX2ueeei3/5l3+JX/7yl7F9+/Y49dRT46WXXorjjz++w2XTpk0dN+OWep9XrlwZZ555ZuFbo0aNitWrV8fIkSM7lnZ9J2fNmhWLFi0qzKn903XNhAkTIqk7dOjQXn+EivduX7hixYqYPn16JT96Hc+Uei/LOaTZsF79ptnbmvQCAq7prawkQIAAAQIECBAgQIAAAQIECBAgQKC+AgKu9fVVnQABAgQIECBAgAABAgQIECBAgAABAgQIECBAgACB5goIuPbs39vtrfUOtrZ3JeDa3J+Pjt2rCZxWcoRq9mtUwHXbtm2FG1K3bNnS7Yh9CRhWGnDds2dPLFiwIJLn2z9JYHPDhg3xlre8JU455ZR4/PHHC9869NBD484774zRo0f3Oo5WC7i2tbXFrl27Inkn5s6dG7fffnvh/IlTEi793e9+18mjPZz67LPPdgq4Ll68OI444oge7e6///7CLJKPgGvvP/ECrpX8jdj4ZwRcG29uRwIECBAgQIAAAQIECBAgQIAAAQIESgsIuHozCBAgQIAAAQIECBAgQIAAAQIECBAgQIAAAQIECBBoZQEB19LT7en21kYFW9u7EnDNyE9fNYHTSo5QzX71DrgmocnNmzfH7NmzY+vWrd2Ol9yq+q1vfSve/OY3pzp6pQHXpPh9991XuC129+7dHXslN7UOGTKkEL5t/0ybNi2WLl1a+Hpvn7wFXPfu3Vu4gfXXv/51PP/885GEjpP5P/roo/HUU0/Fbxd4DQAAIABJREFUI488kmoG7YvGjx8fq1atil/96ledAq59KSLg2ruWgGtf3qbmrRVwbZ69nQkQIECAAAECBAgQIECAAAECBAgQ6Cwg4OqNIECAAAECBAgQIECAAAECBAgQIECAAAECBAgQIECglQUEXEtPt+vtrY0OtrZ3JeCakZ++agKnlRyhmv3qGXDduXNnXHvttZHc6FkcKm0/43HHHRd///d/3+ttn109qgm4JjeNzpgxIzZu3NhR9s///M8LN5SuX7++42s33nhjzJo1q+wo8hZwTcKtyfm///3vlz1bmgUTJkyIJID5y1/+UsD1q1+NL33pS53YNm3aFGPHjk1D2eMaAdeq+Br2sIBrw6htRIAAAQIECBAgQIAAAQIECBAgQIBAGQEBV68IAQIECBAgQIAAAQIECBAgQIAAAQIECBAgQIAAAQKtLCDg2n26xbe3NivY2t6VgGtGfvqqCZxWcoRq9qtVwPXVV18thFh/+9vfxpYtWwoh0uTG1FLB1uSMw4cPj1tuuSVOOOGEPh25moBrcpvslVdeGfPmzetxzxEjRsSaNWviqKOOKttX3gKuL7/8csyZMyeWLFlS9mxdFxx88MGR3LZ6xBFHxDvf+c448sgj47DDDovE68c//nGngOsHP/jBXm/kfeaZZzpui3WDa++jEHDt86valAcEXJvCblMCBAgQIECAAAECBAgQIECAAAECBEoICLh6LQgQIECAAAECBAgQIECAAAECBAgQIECAAAECBAgQaGUBAdfu001ub/2ziEj+eX+Thy/g2uQBtG9fTeC0kiNUs19PAddK+kj7TBJu/eY3vxlTpkyJEsGwXstUE3BNCj/00ENx0kkn9Ri8/eQnPxnXX399HHDAAWWPk7eAa3KgUn7FB03Cqe94xzviN7/5TcEq+bTf1Dp06NCSJsm6448/vuN75W4uLQ5tCrj2/poJuJb9MczEAgHXTIxBEwQIECBAgAABAgQIECBAgAABAgQIRISAq9eAAAECBAgQIECAAAECBAgQIECAAAECBAgQIECAAIFWFhBw7T7doyPi0YwMXcA1I4OoJnBayRGq2a/RAdck0HjDDTfEmDFj+hxuTWyqDbg+++yzMWPGjMINs6U+S5cujbPPPjvVGPIYcE0Ck1dccUW85z3viWOOOSbe/e53F/6VhI6HDBkSAwYMiK43vTY64PrCCy/EihUr4g9/+ENhDslNsVOnTo199923Yy5d39tyPbY/WK/AaKn3slzQN81LVq9+0+xtTXoBAdf0VlYSIECAAAECBAgQIECAAAECBAgQIFBfAQHX+vqqToAAAQIECBAgQIAAAQIECBAgQIAAAQIECBAgQIBAcwUEXJvrX253AddyQg36fjWB00parGa/RgVcBw8eHBdccEFceuml8da3vrWSYxaeqTbg2tbWFldeeWXMmzevWw9HHHFE3H777YXwZ5pPHgOuac7V7IBrmh4FXKenYbKmQQICrg2Ctg0BAgQIECBAgAABAgQIECBAgAABAmUFBFzLEllAgAABAgQIECBAgAABAgQIECBAgAABAgQIECBAgECOBQRcsz08AdeMzKeawGklR6hmv3oHXEeOHBlnnnlmzJw5s3ATZ7WfagOuyf4PP/xwfPzjH4+dO3d2amfWrFmxaNGiGDRoUKo2BVxfZ3rooYfi+OOP7zArd3Np8a2kyY2+q1evjuQ96ctHwFXAtS/vS73XCrjWW1h9AgQIECBAgAABAgQIECBAgAABAgTSCgi4ppWyjgABAgQIECBAgAABAgQIECBAgAABAgQIECBAgACBPAoIuGZ7agKuGZlPNYHTSo5QzX61CrgmN7QeffTRMXTo0Dj22GMjCS6+733vi2HDhsWAAQMqOVbJZ2oRcH3uuefi7LPPjrVr13baY8WKFTF9evrgoIDr63wCrqVvFi4X9E3zQ1EcBm5f39f3NM0+1lQnIOBanZ+nCRAgQIAAAQIECBAgQIAAAQIECBConYCAa+0sVSJAgAABAgQIECBAgAABAgQIECBAgAABAgQIECBAIHsCAq7Zm0lxRwKu2Z6P7gjkQuDll1+OOXPmxJIlSwr9TpgwIZKgZRJeLvXJe8A1uWH4yCOPrGo2Dz74YPzgBz/oVOPCCy+MP/7jP66q7rZt2yIJtBZ/BFyrIq3LwwKudWFVlAABAgQIECBAgAABAgQIECBAgACBCgQEXCtA8wgBAgQIECBAgAABAgQIECBAgAABAgQIECBAgAABArkREHDN9qgEXLM9H90RyIVAHgKuTz31VOG23fvvv79gWi6E2w5f6kbUXAylqEkB1+xNTMA1ezPREQECBAgQIECAAAECBAgQIECAAIH+KiDg2l8n79wECBAgQIAAAQIECBAgQIAAAQIECBAgQIAAAQIE+oeAgGu25yzgmu356I5ALgTqGXBta2uLK6+8MubNm1ewGDVqVKxevTpGjhyZ2iapkQRVZ8yY0fHMtGnTYunSpTFkyJBe6wi4pma2sA8CAq59wLKUAAECBAgQIECAAAECBAgQIECAAIG6Cgi41pVXcQIECBAgQIAAAQIECBAgQIAAAQIECBAgQIAAAQIEmiwg4NrkAZTZXsA12/PRHYFcCNQi4DpmzJjYtWtX7N27txA6HTBgQOHfP/zww/GZz3wmtmzZUrAYPXp03HbbbfHOd76zwya5nfXTn/50vPDCC4WvH3bYYZ3ctm7dGv/4j/8Yu3fv7vj6nDlzYuHChbHvvvv2aizgmotXMHdNCrjmbmQaJkCAAAECBAgQIECAAAECBAgQINCyAgKuLTtaByNAgAABAgQIECBAgAABAgQIECBAgAABAgQIECBAICIEXLP9Ggi4Zns+uiOQC4FaBFzf//73x9y5c2PRokW9nrnUzasvvfRSXHzxxYUbWdN+7rjjjjj55JPLLl+3bl0sXry47LqsLHjmmWfikUce6dTOihUrYvr06VlpUR8RIeDqNSBAgAABAgQIECBAgAABAgQIECBAICsCAq5ZmYQ+CBAgQIAAAQIECBAgQIAAAQIECBAgQIAAAQIECBCoh4CAaz1Ua1dTwLV2lioR6LcCtQi4jh07NpYsWRLnn39+r449hTWvuuqq+MIXvpBqBqecckphr4MOOijV+jwtKnXjrIBr9iYo4Jq9meiIAAECBAgQIECAAAECBAgQIECAQH8VEHDtr5N3bgIECBAgQIAAAQIECBAgQIAAAQIECBAgQIAAAQL9Q0DANdtzFnDN9nx0RyAXArUKuP7kJz+JE088MXbv3t3t3IMHD44vfvGLhZta99tvv27fX716dZx22mllvT71qU/FlVdeGcOGDSu7No8LBFzzMTUB13zMSZcECBAgQIAAAQIECBAgQIAAAQIE+oOAgGt/mLIzEiBAgAABAgQIECBAgAABAgQIECBAgAABAgQIEOi/AgKu2Z69gGu256M7ArkQqFXANQm2bt26NV577bVO537jG98Y7373u3u9cfXZZ5+Nbdu2xX//938X/vnqq692qvGud70rjj322PiTP/mTGDBgQC5cNdm6AgKurTtbJyNAgAABAgQIECBAgAABAgQIECCQNwEB17xNTL8ECBAgQIAAAQIECBAgQIAAAQIECBAgQIAAAQIECPRFQMC1L1qNXyvg2nhzOxJoOYG2trbYtWtXRzA1CZAOGTJEkLTlJu1AtRIQcK2VpDoECBAgQIAAAQIECBAgQIAAAQIECFQrIOBaraDnCRAgQIAAAQIECBAgQIAAAQIECBAgQIAAAQIECBDIsoCAa5anEyHgmu356I4AAQIEWlBAwLUFh+pIBAgQIECAAAECBAgQIECAAAECBHIqIOCa08FpmwABAgQIECBAgAABAgQIECBAgAABAgQIECBAgACBVAICrqmYmrZIwLVp9DYmQIAAgf4qIODaXyfv3AQIECBAgAABAgQIECBAgAABAgSyJyDgmr2Z6IgAAQIECBAgQIAAAQIECBAgQIAAAQIECBAgQIAAgdoJCLjWzrIelQRc66GqJgECBAgQ6EVAwNXrQYAAAQIECBAgQIAAAQIECBAgQIBAVgQEXLMyCX0QIECAAAECBAgQIECAAAECBAgQIECAAAECBAgQIFAPAQHXeqjWrqaAa+0sVSJAgAABAqkEBFxTMVlEgAABAgQIECBAgAABAgQIECBAgEADBARcG4BsCwIECBAgQIAAAQIECBAgQIAAAQIECBAgQIAAAQIEmiYg4No0+lQbC7imYrKIAAECBAjUTkDAtXaWKhEgQIAAAQIECBAgQIAAAQIECBAgUJ2AgGt1fp4mQIAAAQIECBAgQIAAAQIECBAgQIAAAQIECBAgQCDbAgKuOZpPW1vXcWW7ed0RIECAAIE8Cgi45nFqeiZAgAABAgQIECBAgAABAgQIECDQmgICrq05V6ciQIAAAQIECBAgQIAAAQIECBAgQIAAAQIECBAgQOB1AQHXbL8JbnDN9nx0R4AAAQItKCDg2oJDdSQCBAgQIECAAAECBAgQIECAAAECORUQcM3p4LRNgAABAgQIECBAgAABAgQIECBAgAABAgQIECBAgEAqAQHXVExNWyTg2jR6GxMgQIBAfxUQcO2vk3duAgQIECBAgAABAgQIECBAgAABAtkTEHDN3kx0RIAAAQIECBAgQIAAAQIECBAgQIAAAQIECBAgQIBA7QQEXGtnWY9KAq71UFWTAAECBAj0IiDg6vUgQIAAAQIECBAgQIAAAQIECBAgQCArAgKuWZmEPggQIECAAAECBAgQIECAAAECBAgQIECAAAECBAgQqIeAgGs9VGtXU8C1dpYqESBAgACBVAICrqmYLCJAgAABAgQIECBAgAABAgQIECBAoAECAq4NQLYFAQIECBAgQIAAAQIECBAgQIAAAQIECBAgQIAAAQJNExBwbRp9qo0FXFMxWUSAAAECBGonIOBaO0uVCBAgQIAAAQIECBAgQIAAAQIECBCoTkDAtTo/TxMgQIAAAQIECBAgQIAAAQIECBAgQIAAAQIECBAgkG0BAdcczaetreu4st287ggQIECAQB4FBFzzODU9EyBAgAABAgQIECBAgAABAgQIEGhNAQHX1pyrUxEgQIAAAQIECBAgQIAAAQIECBAgQIAAAQIECBAg8LqAgGu23wQ3uGZ7ProjQIAAgRYUEHBtwaE6EgECBAgQIECAAAECBAgQIECAAIGcCgi45nRw2iZAgAABAgQIECBAgAABAgQIECBAgAABAgQIECBAIJWAgGsqpqYtEnBtGr2NCRAgQKC/Cgi49tfJOzcBAgQIECBAgAABAgQIECBAgACB7AkIuGZvJjoiQIAAAQIECBAgQIAAAQIECBAgQIAAAQIECBAgQKB2AgKutbOsRyUB13qoqkmAAAECBHoREHD1ehAgQIAAAQIECBAgQIAAAQIECBAgkBUBAdesTEIfBAgQIECAAAECBAgQIECAAAECBAgQIECAAAECBAjUQ0DAtR6qtasp4Fo7S5UIECBAgEAqAQHXVEwWESBAgAABAgQIECBAgAABAgQIECDQAAEB1wYg24IAAQIECBAgQIAAAQIECBAgQIAAAQIECBAgQIAAgaYJCLg2jT7VxgKuqZgsIkCAAAECtRMQcK2dpUoECBAgQIAAAQIECBAgQIAAAQIECFQnIOBanZ+nCRAgQIAAAQIECBAgQIAAAQIECBAgQIAAAQIECBDItoCAa47m09bWdVzZbl53BAgQIEAgjwICrnmcmp4JECBAgAABAgQIECBAgAABAgQItKaAgGtrztWpCBAgQIAAAQIECBAgQIAAAQIECBAgQIAAAQIECBB4XUDANdtvghtcsz0f3REgQIBACwoIuLbgUB2JAAECBAgQIECAAAECBAgQIECAQE4FBFxzOjhtEyBAgAABAgQIECBAgAABAgQIECBAgAABAgQIECCQSkDANRVT0xYJuDaN3sYECBAg0F8FBFz76+SdmwABAgQIECBAgAABAgQIECBAgED2BARcszcTHREgQIAAAQIECBAgQIAAAQIECBAgQIAAAQIECBAgUDsBAdfaWdajkoBrPVTVJECAAAECvQgIuHo9CBAgQIAAAQIECBAgQIAAAQIECBDIioCAa1YmoQ8CBAgQIECAAAECBAgQIECAAAECBAgQIECAAAECBOohIOBaD9Xa1RRwrZ2lSgQIECBAIJWAgGsqJosIECBAgAABAgQIECBAgAABAgQIEGiAgIBrA5BtQYAAAQIECBAgQIAAAQIECBAgQIAAAQIECBAgQIBA0wQEXJtGn2pjAddUTBYRIECAAIHaCQi41s5SJQIECBAgQIAAAQIECBAgQIAAAQIEqhMQcK3Oz9MECBAgQIAAAQIECBAgQIAAAQIECBAgQIAAAQIECGRbQMA1R/Npa+s6rmw3rzsCBAgQIJBHAQHXPE5NzwQIECBAgAABAgQIECBAgAABAgRaU0DAtTXn6lQECBAgQIAAAQIECBAgQIAAAQIECBAgQIAAAQIECLwuIOCa7TfBDa7Zno/uCBAgQKAFBQRcW3CojkSAAAECBAgQIECAAAECBAgQIEAgpwICrjkdnLYJECBAgAABAgQIECBAgAABAgQIECBAgAABAgQIEEglIOCaiqlpi/ZGRMfvrffu3RslQjdNa87GBAgQIECg1QSS29IHDBhQfKzkPyt1+kKrndl5CBAgQIAAAQIECBAgQIAAAQIECBDIroCAa3ZnozMCBAgQIECAAAECBAgQIECAAAECBAgQIECAAAECBKoXEHCt3rCeFV6IiAPaN9i1a1cMHjy4nvupTYAAAQIE+rXA7t27481vfnOxwYsRcWC/RnF4AgQIECBAgAABAgQIECBAgAABAgSaJiDg2jR6GxMgQIAAAQIECBAgQIAAAQIECBAgQIAAAQIECBAg0AABAdcGIFexxW8iYnj787/61a9ixIgRVZTzKAECBAgQINCbwPbt2+Nd73pX8ZIdEXE4NQIECBAgQIAAAQIECBAgQIAAAQIECDRDQMC1Ger2JECAAAECBAgQIECAAAECBAgQIECAAAECBAgQIECgUQICro2SrmyfByPiQ+2PbtiwISZOnFhZJU8RIECAAAECZQU2btwYJ510UvG6H0XEh8s+aAEBAgQIECBAgAABAgQIECBAgAABAgTqICDgWgdUJQkQIECAAAECBAgQIECAAAECBAgQIECAAAECBAgQyIyAgGtmRlGykZsi4pz27yxcuDA+//nPZ7tj3REgQIAAgRwLfO1rX4u5c+cWn2BpRJyb4yNpnQABAgQIECBAgAABAgQIECBAgACBHAsIuOZ4eFonQIAAAQIECBAgQIAAAQIECBAgQIAAAQIECBAgQKCsgIBrWaKmLvhfEbG4vYNJkybFunXrmtqQzQkQIECAQCsLTJ48OdavX198xAsi4n+38pmdjQABAgQIECBAgAABAgQIECBAgACB7AoIuGZ3NjojQIAAAQIECBAgQIAAAQIECBAgQIAAAQIECBAgQKB6AQHX6g3rWWFURDzavsH+++8fL7zwQuyzj19l1xNdbQIECBDonwJtbW1x4IEHxksvvVQMcHREbO2fIk5NgAABAgQIECBAgAABAgQIECBAgECzBfxWsNkTsD8BAgQIECBAgAABAgQIECBAgAABAgQIECBAgAABAvUUEHCtp25tav8mIoa3l7r99ttj2rRptamsCgECBAgQINAhsGbNmjjllFOKRXZExOGICBAgQIAAAQIECBAgQIAAAQIECBAg0CwBAddmyduXAAECBAgQIECAAAECBAgQIECAAAECBAgQIECAAIFGCAi4NkK5uj2ujYiL2ktMmjQp1q1bV11FTxMgQIAAAQLdBCZPnhzr168v/vp1EXExKgIECBAgQIAAAQIECBAgQIAAAQIECDRLQMC1WfL2JUCAAAECBAgQIECAAAECBAgQIECAAAECBAgQIECgEQICro1Qrm6PP42IzcUlfvazn8UxxxxTXVVPEyBAgAABAh0CjzzySBx77LFdRcZExI8xESBAgAABAgQIECBAgAABAgQIECBAoFkCAq7NkrcvAQIECBAgQIAAAQIECBAgQIAAAQIECBAgQIAAAQKNEBBwbYRy9Xs8GBEfai9zxhlnxMqVK6uvqgIBAgQIECBQEJg+fXqsWrWqWONHEfFhPAQIECBAgAABAgQIECBAgAABAgQIEGimgIBrM/XtTYAAAQIECBAgQIAAAQIECBAgQIAAAQIECBAgQIBAvQUEXOstXJv6n4iI1cWlNmzYEBMnTqxNdVUIECBAgEA/Fti4cWOcdNJJXQVOjYh/6Mcsjk6AAAECBAgQIECAAAECBAgQIECAQAYEBFwzMAQtECBAgAABAgQIECBAgAABAgQIECBAgAABAgQIECBQNwEB17rR1rxwp1tcjzzyyHjsscdin338Wrvm0goSIECAQL8RaGtri6OOOiq2bdtWfGa3t/abN8BBCRAgQIAAAQIECBAgQIAAAQIECGRbwG8Csz0f3REgQIAAAQIECBAgQIAAAQIECBAgQIAAAQIECBAgUJ2AgGt1fo18+i8i4r7iDc8999z49re/3cge7EWAAAECBFpK4Lzzzoubbrqp65nGRcQPW+qgDkOAAAECBAgQIECAAAECBAgQIECAQC4FBFxzOTZNEyBAgAABAgQIECBAgAABAgQIECBAgAABAgQIECCQUkDANSVURpZdGxEXFfeycOHC+PznP5+R9rRBgAABAgTyI/C1r30t5s6d27Xh6yLi4vycQqcECBAgQIAAAQIECBAgQIAAAQIECLSygIBrK0/X2QgQIECAAAECBAgQIECAAAECBAgQIECAAAECBAgQEHDN3zvwfyNidHHb119/fcyePTt/J9ExAQIECBBoksANN9wQF154YdfdfxoR72tSS7YlQIAAAQIECBAgQIAAAQIECBAgQIBANwEBVy8FAQIECBAgQIAAAQIECBAgQIAAAQIECBAgQIAAAQKtLCDgmr/pjoqIhyLigOLW3eSav0HqmAABAgSaI9DDza0vRsTYiNjanK7sSoAAAQIECBAgQIAAAQIECBAgQIAAge4CAq7eCgIECBAgQIAAAQIECBAgQIAAAQIECBAgQIAAAQIEWllAwDWf0/2riLiza+vnnntuLFmyJPbZx6+68zlWXRMgQIBAPQXa2tpi1qxZcdNNN5Xa5mMR8Y/13F9tAgQIECBAgAABAgQIECBAgAABAgQI9FXAb/36KmY9AQIECBAgQIAAAQIECBAgQIAAAQIECBAgQIAAAQJ5EhBwzdO0Ovf6iYhY3bX9I488Mr7+9a/HxIkT83synRMgQIAAgRoLbNy4MT73uc/Ftm3bSlU+NSL+ocZbKkeAAAECBAgQIECAAAECBAgQIECAAIGqBQRcqyZUgAABAgQIECBAgAABAgQIECBAgAABAgQIECBAgACBDAsIuGZ4OClaS25yvS0iDui69owzzojPfvazccwxx6QoYwkBAgQIEGhNgUceeSS+8Y1vxKpVq0od8MWIOM3Nra05e6ciQIAAAQIECBAgQIAAAQIECBAg0AoCAq6tMEVnIECAAAECBAgQIECAAAECBAgQIECAAAECBAgQIECgJwEB1/y/G6Mi4uaIGF3qKJMmTYoZM2bE1KlTY599/Ao8/+N2AgIECBAoJ9DW1hZ33HFHLF++PNavX9/T8p9GxNkRsbVcPd8nQIAAAQIECBAgQIAAAQIECBAgQIBAswT8dq9Z8vYlQIAAAQIECBAgQIAAAQIECBAgQIAAAQIECBAgQKARAgKujVBuzB7XRsRFPW21//77x/jx42PMmDExatSoeMc73hHDhg2LAw88UPC1MfOxCwECBAjUWCAJsr7wwgvx9NNPx7/+67/G1q1bY/PmzXHvvffGSy+91Ntu10XExTVuRzkCBAgQIECAAAECBAgQIECAAAECBAjUXEDAteakChIgQIAAAQIECBAgQIAAAQIECBAgQIAAAQIECBAgkCEBAdcMDaMGrfxFRHw5Ij5Ug1pKECBAgACBVhP40f/838kfttrBnIcAAQIECBAgQIAAAQIECBAgQIAAgdYUEHBtzbk6FQECBAgQIECAAAECBAgQIECAAAECBAgQIECAAAECrwsIuLbmm/CJiLhQ0LU1h+tUBAgQINBngSTYen1E/EOfn/QAAQIECBAgQIAAAQIECBAgQIAAAQIEmigg4NpEfFsTIECAAAECBAgQIECAAAECBAgQIECAAAECBAgQIFB3AQHXuhM3dYM/jYjTImJyRAxvaic2J0CAAAECjRXYERHrIuK2iPhxY7e2GwECBAgQIECAAAECBAgQIECAAAECBGojIOBaG0dVCBAgQIAAAQIECBAgQIAAAQIECBAgQIAAAQIECBDIpoCAazbnUo+uRkXEmIg4NiJGRsRhEXFIROwfEX43Xg9xNQkQIECg3gLJf455KSKejYgnI+KfI+JnEbE5IrbWe3P1CRAgQIAAAQIECBAgQIAAAQIECBAgUG8Bv8Srt7D6BAgQIECAAAECBAgQIECAAAECBAgQIECAAAECBAg0U0DAtZn69iZAgAABAgQIECBAgAABAgQIECBAgAABAgQIECBAgEAPAgKuXg0CBAgQIECAAAECBAgQIECAAAECBAgQIECAAAECBFpZQMC1lafrbAQIECBAgAABAgQIECBAgAABAgQIECBAgAABAgQI5FZAwDW3o9M4AQIECBAgQIAAAQIECBAgQIAAAQIECBAgQIAAAQIpBARcUyBZQoAAAQIECBAgQIAAAQIECBAgQIAAAQIECBAgQIAAgUYLCLg2Wtx+BAgQIECAAAECBAgQIECAAAECBAgQIECAAAECBAg0UkDAtZHa9iJAgAABAgQIECBAgAABAgQIECBAgAABAgQIECBAgEBKAQHXlFCWESBAgAABAgQIECBoi5DaAAAgAElEQVRAgAABAgQIECBAgAABAgQIECCQSwEB11yOTdMECBAgQIAAAQIECBAgQIAAAQIECBAgQIAAAQIECLS6gIBrq0/Y+QgQIECAAAECBAgQIECAAAECBAgQIECAAAECBAj0bwEB1/49f6cnQIAAAQIECBAgQIAAAQIECBAgQIAAAQIECBAgQCCjAgKuGR2MtggQIECAAAECBAgQIECAAAECBAgQIECAAAECBAgQqImAgGtNGBUhQIAAAQIECBAgQIAAAQIECBAgQIAAAQIECBAgQIBAbQUEXGvrqRoBAgQIECBAgAABAgQIECBAgAABAgQIECBAgAABAtkSEHDN1jx0Q4AAAQIECBAgQIAAAQIECBAgQIAAAQIECBAgQIAAgYKAgKsXgQABAgQIECBAgAABAgQIECBAgAABAgQIECBAgACBVhYQcG3l6TobAQIECBAgQIAAAQIECBAgQIAAAQIECBAgQIAAAQK5FRBwze3oNE6AAAECBAgQIECAAAECBAgQIECAAAECBAgQIECAQAoBAdcUSJYQIECAAAECBAgQIECAAAECBAgQIECAAAECBAgQIECg0QICro0Wtx8BAgQIECBAgAABAgQIECBAgAABAgQIECBAgAABAo0UEHBtpLa9CBAgQIAAAQIECBAgQIAAAQIECBAgQIAAAQIECBAgkFJAwDUllGUECBAgQIAAAQIECBAgQIAAAQIECBAgQIAAAQIECORSQMA1l2PTNAECBAgQIECAAAECBAgQIECAAAECBAgQIECAAAECrS4g4NrqE3Y+AgQIECBAgAABAgQIECBAgAABAgQIECBAgAABAv1bQMC1f8/f6QkQIECAAAECBAgQIECAAAECBAgQIECAAAECBAgQyKiAgGtGB6MtAgQIECBAgAABAgQIECBAgAABAgQIECBAgAABAgRqIiDgWhNGRQgQIECAAAECBAgQIECAAAECBAgQIECAAAECBAgQIFBbAQHX2nqqRoAAAQIECBAgQIAAAQIECBAgQIAAAQIECBAgQIBAtgQEXLM1D90QIECAAAECBAgQIECAAAECBAgQIECAAAECBAgQIECgICDg6kUgQIAAAQIECBAgQIAAAQIECBAgQIAAAQIECBAgQKCVBQRcW3m6zkaAAAECBAgQIECAAAECBAgQIECAAAECBAgQIECAQG4FBFxzOzqNEyBAgAABAgQIECBAgAABAgQIECBAgAABAgQIECCQQkDANQWSJQQIECBAgAABAgQIECBAgAABAgQI/D/27h/mz6u6A/gxQwbjZOrAFJBQ6GLFTehCKhhoBkdp7cH8U6JMrYnaRLCAnLFjIrIEhVaJ2wlh8XewWxQPFClEDQwlqSMvDUKCTgydwPGYF/lXXL0xDrkJ970+5zyfjs2T5znn871Sr/ry5Ue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xeQoAAAQIECBAgQIAAAQIECBAgQIAAAQIECBAgQIAAgbkCCq5zPb2NAAECBAgQIECAAAECBAgQIECAAAECBAgQIECAAIFcAgquufIwDQECBAgQIECAAAECBAgQIECAAAECBAgQIECAAAECBHYCCq4OAgECBAgQIECAAAECBAgQIECAAAECBAgQIECAAAECnQUUXDunazcCBAgQIECAAAECBAgQIECAAAECBAgQIECAAAECBMoKKLiWjc7gBAgQIECAAAECBAgQIECAAAECBAgQIECAAAECBAgMCCi4DiB5hAABAgQIECBAgAABAgQIECBAgAABAgQIECBAgAABAqsFFFxXi/seAQIECBAgQIAAAQIECBAgQIAAAQIECBAgQIAAAQIrBRRcV2r7FgECBAgQIECAAAECBAgQIECAAAECBAgQIECAAAECBAYFFFwHoTxGgAABAgQIECBAgAABAgQIECBAgAABAgQIECBAgEBJAQXXkrEZmgABAgQIECBAgAABAgQIECBAgAABAgQIECBAgACB7gIKrt0Tth8BAgQIECBAgAABAgQIECBAgAABAgQIECBAgACBbQsouG47f9sTIECAAAECBAgQIECAAAECBAgQIECAAAECBAgQIJBUQME1aTDGIkCAAAECBAgQIECAAAECBAgQIECAAAECBAgQIEBgioCC6xRGLyFAgAABAgQIECBAgAABAgQIECBAgAABAgQIECBAgMBcAQXXuZ7eRoAAAQIECBAgQIAAAQIECBAgQIAAAQIECBAgQIBALgEF11x5mIYAAQIECBAgQIAAAQIECBAgQIAAAQIECBAgQIAAAQI7AQVXB4EAAQIECBAgQIAAAQIECBAgQIAAAQIECBAgQIAAgc4CCq6d07UbAQIECBAgQIAAAQIECBAgQIAAAQIECBAgQIAAAQJlBRRcy0ZncAIECBAgQIAAAQIECBAgQIAAAQIECBAgQIAAAQIEBgQUXAeQPEKAAAECBAgQIECAAAECBAgQIECAAAECBAgQIECAAIHVAgquq8V9jwABAgQIECBAgAABAgQIECBAgAABAgQIECBAgACBlQIKriu1fYsAAQIECBAgQIAAAQIECBAgQIAAAQIECBAgQIAAAQKDAgqug1AeI0CAAAECBAgQIECAAAECBAgQIECAAAECBAgQIECgpICCa8nYDE2AAAECBAgQIECAAAECBAgQIECAAAECBAgQIECAQHcBBdfuCduPAAECBAgQIECAAAECBAgQIECAAAECBAgQIECAwLYFFFy3nb/tCRAgQIAAAQIECBAgQIAAAQIECBAgQIAAAQIECBBIKqDgmjQYYxEgQIAAAQIECBAgQIAAAQIECBAgQIAAAQIECBAgMEVAwXUKo5cQIECAAAECBAgQIECAAAECBAgQIECAAAECBAgQIEBgroCC61xPbyNAgAABAgQIECBAgAABAgQIECBAgAABAgQIECBAIJeAgmuuPExDgAABAgQIECBAgAABAgQIECBAgAABAgQIECBAgACBnYCCq4NAgAABAgQIECBAgAABAgQIECBAgAABAgQIECBAgEBnAQXXzunajQABAgQIECBAgAABAgQIECBAgAABAgQIECBAgACBsgIKrmWjMzgBAgQIECBAgAABAgQIECBAgAABAgQIECBAgAABAgMCCq4DSB4hQIAAAQIECBAgQIAAAQIECBAgQIAAAQIECBAgQIDAagEF19XivkeAAAECBAgQIECAAAECBAgQIECAAAECBAgQIECAwEoBBdeV2r5FgAABAgQIECBAgAABAgQIECBAgAABAgQIECBAgACBQQEF10EojxEgQIAAAQIECBAgQIAAAQIECBAgQIAAAQIECBAgUFJAwbVkbIYmQIAAAQIECBAgQIAAAQIECBAgQIAAAQIECBAgQKC7gIJr94TtR4AAAQIECBAgQIAAAQIECBAgQIAAAQIECBAgQGDbAgqu287f9gQIECBAgAABAgQIECBAgAABAgQIECBAgAABAgQIJBVQcE0ajLEIECBAgAABAgQIECBAgAABAgQIECBAgAABAgQIEJgioOA6hdFLCBAgQIAAAQIECBAgQIAAAQIECBAgQIAAAQIECBAgMFdAwXWup7cRIECAAAECBAgQIECAAAECBAgQIECAAAECBAgQIJBLQME1Vx6mIUCAAAECBAgQIECAAAECBAgQIECAAAECBAgQIECAwE5AwdVBIECAAAECBAgQIECAAAECBAgQIECAAAECBAgQIECgs4CCa+d07UaAAAECBAgQIECAAAECBAgQIECAAAECBAgQIECAQFkBBdey0RmcAAECBAgQIECAAAECBAgQIECAAAECBAgQIECAAIEBAQXXASSPECBAgAABAgQIECBAgAABAgQIECBAgAABAgQIECBAYLWAgutqcd8jQIAAAQIECBAgQIAAAQIECBAgQIAAAQIECBAgQGClgILrSm3fIkCAAAECBAgQIECAAAECBAgQIECAAAECBAgQIECAwKCAgusglMcIECBAgAABAgQIECBAgAABAgQIECBAgAABAgQIECgpoOBaMjZDEyBAgAABAgQIECBAgAABAgQIECBAgAABAgQIECDQXUDBtXvC9iNAgAABAgQIECBAgAABAgQIECBAgAABAgQIECCwbQEF123nb3sCBAgQIECAAAECBAgQIECAAAECBAgQIECAAAECBJIKKLgmDcZYBAgQIECAAAECBAgQIECAAAECBAgQIECAAAECBAhMEVBwncLoJQQIECBAgAABAgQIECBAgAABAgQIECBAgAABAgQIEJgroOA619PbCBAgQIAAAQIECBAgQIAAAQIECBAgQIAAAQIECBDIJaDgmisP0xAgQIAAAQIECBAgQIAAAQIECBAgQIAAAQIECBAgQGAnoODqIBAgQIAAAQIECBAgQIAAAQIECBAgQIAAAQIECBAg0FlAwbVzunYjQIAAAQIECBAgQIAAAQIECBAgQIAAAQIECBAgQKCsgIJr2egMToAAAQIECBAgQIAAAQIECBAgQIAAAQIECBAgQIDAgICC6wCSRwgQIECAAAECBAgQIECAAAECBAgQIECAAAECBAgQILBaQMF1tbjvESBAgAABAgQIECBAgAABAgQIECBAgAABAgQIECCwUkDBdaW2bxEgQIAAAQIECBAgQIAAAQIECBAgQIAAAQIECBAgQGBQQMF1EMpjBAgQIECAAAECBAgQIECAAAECBAgQIECAAAECBAiUFFBwLRmboQkQIECAAAECBAgQIECAAAECBAgQIECAAAECBAgQ6C6g4No9YfsRIECAAAECBAgQIECAAAECBAgQIECAAAECBAgQ2LaAguu287c9AQIECBAgQIAAAQIECBAgQIAAAQIECBAgQIAAAQJJBRRckwZjLAIECBAgQIAAAQIECBAgQIAAAQIECBAgQIAAAQIEpggouE5h9BICBAgQIECAAAECBAgQIECAAAECBAgQIECAAAECBAjMFVBwnevpbQQIECBAgAABAgQIECBAgAABAgQIECBAgAABAgQI5BJQcM2Vh2kIECBAgAABAgQIECBAgAABAgQIECBAgAABAgQIECCwE1BwdRAIECBAgAABAgQIECBAgAABAgQIECBAgAABAgQIEOgsoODaOV27ESBAgAABAgQIECBAgAABAgQIECBAgAABAgQIECBQVkDBtWx0BidAgAABAgQIECBAgAABAgQIECBAgAABAgQIECBAYEBAwXUAySMECBAgQIAAAQIECBAgQIAAAQIECBAgQIAAAQIECBBYLaDgulrc9wgQIECAAAECBAgQIECAAAECBAgQIECAAAECBAgQWCmg4LpS27cIECBAgAABAgQIECBAgAABAgQIECBAgAABAgQIECAwKKDgOgjlMQIECBAgQIAAAQIECBAgQIAAAQIECBAgQIAAAQIESgoouJaMzdAECBAgQIAAAQIECBAgQIAAAQIECBAgQIAAAQIECHQXUHDtnrD9CBAgQIAAAQIECBAgQIAAAQIECBAgQIAAAQIECGxbQMF12/nbngABAgQIECBAgAABAgQIECBAgAABAgQIECBAgACBpAIKrkmDMRYBAgQIECBAgAABAgQIECBAgAABAgQIECBAgAABAlMEFFynMHoJAQIECBAgQIAAAQIECBAgQIAAAQIECBAgQIAAAQIE5goouM719DYCBAgQIECAAAECBAgQIECAAAECBAgQIECAAAECBHIJKLjmysM0BAgQIECAAAECBAgQIECAAAECBAgQIECAAAECBAgQ2AkouDoIBAgQIECAAAECBAgQIECAAAECBAgQIECAAAECBAh0FlBw7Zyu3QgQIECAAAECBAgQIECAAAECBAgQIECAAAECBAgQKCug4Fo2OoMTIECAAAECBAgQIECAAAECBAgQIECAAAECBAgQIDAgoOA6gOQRAgQIECBAgAABAgQIECBAgAABAgQIECBAgAABAgQIrBZQcF0t7nsECBAgQIAAAQIECBAgQIAAAQIECBAgQIAAAQIECKwUUHBdqe1bBAgQIECAAAECBAgQIECAAAECBAgQIECAAAECBAgQGBRQcB2E8hgBAgQIECBAgAABAgQIECBAgAABAgQIECBAgAABAiUFFFxLxmZoAgQIECBAgAABAgQIECBAgAABAgQIECBAgAABAgS6Cyi4dk/YfgQIECBAgAABAgQIECBAgAABAgQIECBAgAABAgS2LaDguu38bU+AAAECBAgQIECAAAECBAgQIECAAAECBAgQIECAQFIBBdekwRiLAAECBAgQIECAAAECBAgQIECAAAECBAgQIECAAIEpAgquUxi9hAABAgQIECBAgAABAgQIECBAgAABAgQIECBAgAABAnMFFFznenobAQIECBAgQIAAAQIECBAgQIAAAQIECBAgQIAAAQK5BBRcc+VhGgIECBAgQIAAAQIECBAgQIAAAQIECBAgQIAAAQIECOwEFFwdBAIECBAgQIAAAQIECBAgQIAAAQIECBAgQIAAAQIEOgsouHZO124ECBAgQIAAAQIECBAgQIAAAQIECBAgQIAAAQIECJQVUHAtG53BCRAgQIAAAQIECBAgQIAAAQIECBAgQIAAAQIECBAYEFBwHUDyCAECBAgQIECAAAECBAgQIECAAAECBAgQIECAAAECBFYLKLiuFvc9AgQIECBAgAABAgQIECBAgAABAgQIECBAgAABAgRWCii4rtT2LQIECBAgQIAAAQIECBAgQIAAAQIECBAgQIAAAQIECAwKKLgOQnmMAAECBAgQIECAAAECBAgQIECAAAECBAgQIECAAIGSAgquJWMzNAECBAgQIECAAAECBAgQIECAAAECBAgQIECAAAEC3QUUXLsnbD8CBAgQIECAAAECBAgQIECAAAECBAgQIECAAAEC2xZQcN12/rYnQIAAAQIECBAgQIAAAQIECBAgQIAAAQIECBAgQCCpgIJr0mCMRYAAAQIECBAgQIAAAQIECBAgQIAAAQIECBAgQIDAFAEF1ymMXkKAAAECBAgQIECAAAECBAgQIECAAAECBAgQIECAAIG5Agqucz29jQABAgQIECBAgAABAgQIECBAgAABAgQIECBAgACBXAIKrrnyMA0BAgQIECBAgAABAgQIECBAgAABAgQIECBAgAABAgR2AgquDgIBAgQIECBAgAABAgQIECBAgAABAgQIECBAgAABAp0FFFw7p2s3AgQIECBAgAABAgQIECBAgAABAgQIECBAgAABAgTKCii4lo3O4AQIECBAgAABAgQIECBAgAABAgQIECBAgAABAgQIDAgouA4geYQAAQIECBAgQIAAAQIECBAgQIAAAQIECBAgQIAAAQKrBRRcV4v7HgECBAgQIECAAAECBAgQIECAAAECBAgQIECAAAECKwUUXFdq+xYBAgQIECBAgAABAgQIECBAgAABAgQIECBAgAABAgQGBRRcB6E8RoAAAQIECBAgQIAAAQIECBAgQIAAAQIECBAgQIBASQEF15KxGZoAAQIECBAgQIAAAQIECBAgQIAAAQIECBAgQIAAge4CCq7dE7YfAQIECBAgQIAAAQIECBAgQIAAAQIECBAgQIAAgW0LKLhuO3/bEyBAgAABAgQIECBAgAABAgQIECBAgAABAgQIECCQVEDBNWkwxiJAgAABAgQIECBAgAABAgQIECBAgAABAgQIECBAYIqAgusURi8hQIAAAQIECBAgQIAAAQIECBAgQIAAAQIECBAgQIDAXAEF17me3kaAAAECBAgQIECAAAECBAgQIECAAAECBAgQIECAQC4BBddceZiGAAECBAgQIECAAAECBAgQIECAAAECBH7QVHQAACAASURBVAgQIECAAAECOwEFVweBAAECBAgQIECAAAECBAgQIECAAAECBAgQIECAAIHOAgqundO1GwECBAgQIECAAAECBAgQIECAAAECBAgQIECAAAECZQUUXMtGZ3ACBAgQIECAAAECBAgQIECAAAECBAgQIECAAAECBAYEFFwHkDxCgAABAgQIECBAgAABAgQIECBAgAABAgQIECBAgACB1QIKrqvFfY8AAQIECBAgQIAAAQIECBAgQIAAAQIECBAgQIAAgZUCCq4rtX2LAAECBAgQIECAAAECBAgQIECAAAECBAgQIECAAAECgwIKroNQHiNAgAABAgQIECBAgAABAgQIECBAgAABAgQIECBAoKSAgmvJ2AxNgAABAgQIECBAgAABAgQIECBAgAABAgQIECBAgEB3AQXX7gnbjwABAgQIECBAgAABAgQIECBAgAABAgQIECBAgMC2BRRct52/7QkQIECAAAECBAgQIECAAAECBAgQIECAAAECBAgQSCqg4Jo0GGMRIECAAAECBAgQIECAAAECBAgQIECAAAECBAgQIDBFQMF1CqOXECBAgAABAgQIECBAgAABAgQIECBAgAABAgQIECBAYK6AgutcT28jQIAAAQIECBAgQIAAAQIECBAgQIAAAQIECBAgQCCXgIJrrjxMQ4AAAQIECBAgQIAAAQIECBAgQIAAAQIECBAgQIAAgZ2AgquDQIAAAQIECBAgQIAAAQIECBAgQIAAAQIECBAgQIBAZwEF187p2o0AAQIECBAgQIAAAQIECBAgQIAAAQIECBAgQIAAgbICCq5lozM4AQIECBAgQIAAAQIECBAgQIAAAQIECBAgQIAAAQIDAgquA0geIUCAAAECBAgQIECAAAECBAgQIECAAAECBAgQIECAwGoBBdfV4r5HgAABAgQIECBAgAABAgQIECBAgAABAgQIECBAgMBKAQXXldq+RYAAAQIECBAgQIAAAQIECBAgQIAAAQIECBAgQIAAgUEBBddBKI8RIECAAAECBAgQIECAAAECBAgQIECAAAECBAgQIFBSQMG1ZGyGJkCAAAECBAgQIECAAAECBAgQIECAAAECBAgQIECgu4CCa/eE7UeAAAECBAgQIECAAAECBAgQIECAAAECBAgQIEBg2wIKrtvO3/YECBAgQIAAAQIECBAgQIAAAQIECBAgQIAAAQIECCQVUHBNGoyxCBAgQIAAAQIECBAgQIAAAQIECBAgQIAAAQIECBCYIqDgOoXRSwgQIECAAAECBAgQIECAAAECBAgQIECAAAECBAgQIDBXQMF1rqe3ESBAgAABAgQIECBAgAABAgQIECBAgAABAgQIECCQS0DBNVcepiFAgAABAgQIECBAgAABAgQIECBAgAABAgQIECBAgMBOQMHVQSBAgAABAgQIECBAgAABAgQIECBAgAABAgQIECBAoLOAgmvndO1GgAABAgQIECBAgAABAgQIECBAgAABAgQIECBAgEBZAQXXstEZnAABAgQIECBAgAABAgQIECBAgAABAgQIECBAgACBAQEF1wEkjxAgQIAAAQIECBAgQIAAAQIECBAgQIAAAQIECBAgQGC1gILranHfI0CAAAECBAgQIECAAAECBAgQIECAAAECBAgQIEBgpYCC60pt3yJAgAABAgQIECBAgAABAgQIECBAgAABAgQIECBAgMCggILrIJTHCBAgQIAAAQIECBAgQIAAAQIECBAgQIAAAQIECBAoKaDgWjI2QxMgQIAAAQIECBAgQIAAAQIECBAgQIAAAQIECBAg0F1AwbV7wvYjQIAAAQIECBAgQIAAAQIECBAgQIAAAQIECBAgsG0BBddt5297AgQIECBAgAABAgQIECBAgAABAgQIECBAgAABAgSSCii4Jg3GWAQIECBAgAABAgQIECBAgAABAgQIECBAgAABAgQITBFQcJ3C6CUECBAgQIAAAQIECBAgQIAAAQIECBAgQIAAAQIECBCYK6DgOtfT2wgQIECAAAECBAgQIECAAAECBAgQIECAAAECBAgQyCWg4JorD9MQIECAAAECBAgQIECAAAECBAgQIECAAAECBAgQIEBgJ6Dg6iAQIECAAAECBAgQIECAAAECBAgQIECAAAECBAgQINBZQMG1c7p2I0CAAAECBAgQIECAAAECBAgQIECAAAECBAgQIECgrICCa9noDE6AAAECBAgQIECAAAECBAgQIECAAAECBAgQIECAwICAgusAkkcIECBAgAABAgQIECBAgAABAgQIECBAgAABAgQIECCwWkDBdbW47xEgQIAAAQIECBAgQIAAAQIECBAgQIAAAQIECBAgsFJAwXWltm8RIECAAAECBAgQIECAAAECBAgQIECAAAECBAgQIEBgUEDBdRDKYwQIECBAgAABAgQIECBAgAABAgQIECBAgAABAgQIlBRQcC0Zm6EJECBAgAABAgQIECBAgAABAgQIECBAgAABAgQIEOguoODaPWH7ESBAgAABAgQIECBAgAABAgQIECBAgAABAgQIENi2gILrtvO3PQECBAgQIECAAAECBAgQIECAAAECBAgQIECAAAECSQUUXJMGYywCBAgQIECAAAECBAgQIECAAAECBAgQIECAAAECBKYIKLhOYfQSAgQIECBAgAABAgQIECBAgAABAgQIECBAgAABAgQIzBVQcJ3r6W0ECBAgQIAAAQIECBAgQIAAAQIECBAgQIAAAQIECOQSUHDNlYdpCBAgQIAAAQIECBAgQIAAAQIECBAgQIAAAQIECBAgsBNQcHUQCBAgQIAAAQIECBAgQIAAAQIECBAgQIAAAQIECBDoLKDg2jlduxEgQIAAAQIECBAgQIAAAQIECBAgQIAAAQIECBAgUFZAwbVsdAYnQIAAAQIECBAgQIAAAQIECBAgQIAAAQIECBAgQGBAQMF1AMkjBAgQIECAAAECBAgQIECAAAECBAgQIECAAAECBAgQWC2g4Lpa3PcIECBAgAABAgQIECBAgAABAgQIECBAgAABAgQIEFgpoOC6Utu3CBAgQIAAAQIECBAgQIAAAQIECBAgQIAAAQIECBAgMCig4DoI5TECBAgQIECAAAECBAgQIECAAAECBAgQIECAAAECBEoKKLiWjM3QBAgQIECAAAECBAgQIECAAAECBAgQIECAAAECBAh0F1Bw7Z6w/QgQIECAAAECBAgQIECAAAECBAgQIECAAAECBAhsW0DBddv5254AAQIECBAgQIAAAQIECBAgQIAAAQIECBAgQIAAgaQCCq5JgzEWAQIECBAgQIAAAQIECBAgQIAAAQIECBAgQIAAAQJTBBRcpzB6CQECBAgQIECAAAECBAgQIECAAAECBAgQIECAAAECBOYKKLjO9fQ2AgQIECBAgAABAgQIECBAgAABAgQIECBAgAABAgRyCSi45srDNAQIECBAgAABAgQIECBAgAABAgQIECBAgAABAgQIENgJKLg6CAQIECBAgAABAgQIECBAgAABAgQIECBAgAABAgQIdBZQcO2crt0IECBAgAABAgQIECBAgAABAgQIECBAgAABAgQIECgroOBaNjqDEyBAgAABAgQIECBAgAABAgQIECBAgAABAgQIECAwIKDgOoDkEQIECBAgQIAAAQIECBAgQIAAAQIECBAgQIAAAQIECKwWUHBdLe57BAgQIECAAAECBAgQIECAAAECBAgQIECAAAECBAisFFBwXantWwQIECBAgAABAgQIECBAgAABAgQIECBAgAABAgQIEBgUUHAdhPIYAQIECBAgQIAAAQIECBAgQIAAAQIECBAgQIAAAQIlBRRcS8ZmaAIECBAgQIAAAQIECBAgQIAAAQIECBAgQIAAAQIEugsouHZP2H4ECBAgQIAAAQIECBAgQIAAAQIECBAgQIAAAQIEti2g4Lrt/G1PgAABAgQIECBAgAABAgQIECBAgAABAgQIECBAgEBSAQXXpMEYiwABAgQIECBAgAABAgQIECBAgAABAgQIECBAgACBKQIKrlMYvYQAAQIECBAgQIAAAQIECBAgQIAAAQIECBAgQIAAAQJzBRRc53p6GwECBAgQIECAAAECBAgQIECAAAECBAgQIECAAAECuQQUXHPlYRoCBAgQIECAAAECBAgQIECAAAECBAgQIECAAAECBAjsBBRcHQQCBAgQIECAAAECBAgQIECAAAECBAgQIECAAAECBDoLKLh2TtduBAgQIECAAAECBAgQIECAAAECBAgQIECAAAECBAiUFVBwLRudwQkQIECAAAECBAgQIECAAAECBAgQIECAAAECBAgQGBBQcB1A8ggBAgQIECBAgAABAgQIECBAgAABAgQIECBAgAABAgRWCyi4rhb3PQIECBAgQIAAAQIECBAgQIAAAQIECBAgQIAAAQIEVgoouK7U9i0CBAgQIECAAAECBAgQIECAAAECBAgQIECAAAECBAgMCii4DkJ5jAABAgQIECBAgAABAgQIECBAgAABAgQIECBAgACBkgIKriVjMzQBAgQIECBAgAABAgQIECBAgAABAgQIECBAgAABAt0FFFy7J2w/AgQIECBAgAABAgQIECBAgAABAgQIECBAgAABAtsWUHDddv62J0CAAAECBAgQIECAAAECBAgQIECAAAECBAgQIEAgqYCCa9JgjEWAAAECBAgQIECAAAECBAgQIECAAAECBAgQIECAwBQBBdcpjF5CgAABAgQIECBAgAABAgQIECBAgAABAgQIECBAgACBuQIKrnM9vY0AAQIECBAgQIAAAQIECBAgQIAAAQIECBAgQIAAgVwCCq658jANAQIECBAgQIAAAQIECBAgQIAAAQIECBAgQIAAAQIEdgIKrg4CAQIECBAgQIAAAQIECBAgQIAAAQIECBAgQIAAAQKdBRRcO6drNwIECBAgQIAAAQIECBAgQIAAAQIECBAgQIAAAQIEygoouJaNzuAECBAgQIAAAQIECBAgQIAAAQIECBAgQIAAAQIECAwIKLgOIHmEAAECBAgQIECAAAECBAgQIECAAAECBAgQIECAAAECqwUUXFeL+x4BAgQIECBAgAABAgQIECBAgAABAgQIECBAgAABAisFFFxXavsWAQIECBAgQIAAAQIECBAgQIAAAQIECBAgQIAAAQIEBgUUXAehPEaAAAECBAgQIECAAAECBAgQIECAAAECBAgQIECAQEkBBdeSsRmaAAECBAgQIECAAAECBAgQIECAAAECBAgQIECAAIHuAgqu3RO2HwECBAgQIECAAAECBAgQIECAAAECBAgQIECAAIFtCyi4bjt/2xMgQIAAAQIECBAgQIAAAQIECBAgQIAAAQIECBAgkFRAwTVpMMYiQIAAAQIECBAgQIAAAQIECBAgQIAAAQIECBAgQGCKgILrFEYvIUCAAAECBAgQIECAAAECBAgQIECAAAECBAgQIECAwFwBBde5nt5GgAABAgQIECBAgAABAgQIECBAgAABAgQIECBAgEAuAQXXXHmYhgABAgQIECBAgAABAgQIECBAgAABAgQIECBAgAABAjsBBVcHgQABAgQIECBAgAABAgQIECBAgAABAgQIECBAgACBzgIKrp3TtRsBAgQIECBAgAABAgQIECBAgAABAgQIECBAgAABAmUFFFzLRmdwAgQIECBAgAABAgQIECBAgAABAgQIECBAgAABAgQGBBRcB5A8QoAAAQIECBAgQIAAAQIECBAgQIAAAQIECBAgQIAAgdUCCq6rxX2PAAECBAgQIECAAAECBAgQIECAAAECBAgQIECAAIGVAgquK7V9iwABAgQIECBAgAABAgQIECBAgAABAgQIECBAgAABAoMCCq6DUB4jQIAAAQIECBAgQIAAAQIECBAgQIAAAQIECBAgQKCkgIJrydgMTYAAAQIECBAgQIAAAQIECBAgQIAAAQIECBAgQIBAdwEF1+4J248AAQIECBAgQIAAAQIECBAgQIAAAQIECBAgQIDAtgUUXLedv+0JECBAgAABAgQIECBAgAABAgQIECBAgAABAgQIEEgqoOCaNBhjESBAgAABAgQIECBAgAABAgQIECBAgAABAgQIECAwRUDBdQqjlxAgQIAAAQIECBAgQIAAAQIECBAgQIAAAQIECBAgQGCugILrXE9vI0CAAAECBAgQIECAAAECBAgQIECAAAECBAgQIEAgl4CCa648TEOAAAECBAgQIECAAAECBAgQIECAAAECBAgQIECAAIGdgIKrg0CAAAECBAgQIECAAAECBAgQIECAAAECBAgQIECAQGcBBdfO6dqNAAECBAgQIECAAAECBAgQIECAAAECBAgQIECAAIGyAgquZaMzOAECBAgQIECAAAECBAgQIECAAAECBAgQIECAAAECAwIKrgNIHiFAgAABAgQIECBAgAABAgQIECBAgAABAgQIECBAgMBqAQXX1eK+R4AAAQIECBAgQIAAAQIECBAgQIAAAQIECBAgQIDASgEF15XavkWAAAECBAgQIECAAAECBAgQIECAAAECBAgQIECAAIFBAQXXQSiPESBAgAABAgQIECBAgAABAgQIECBAgAABAgQIECBQUkDBtWRshiZAgAABAgQIECBAgAABAgQIECBAgAABAgQIECBAoLuAgmv3hO1HgAABAgQIECBAgAABAgQIECBAgAABAgQIECBAYNsCCq7bzt/2BAgQIECAAAECBAgQIECAAAECBAgQIECAAAECBAgkFVBwTRqMsQgQIECAAAECBAgQIECAAAECBAgQIECAAAECBAgQmCKg4DqF0UsIECBAgAABAgQIECBAgAABAgQIECBAgAABAgQIECAwV0DBda6ntxEgQIAAAQIECBAgQIAAAQIECBAgQIAAAQIECBAgkEtAwTVXHqYhQIAAAQIECBAgQIAAAQIECBAgQIAAAQIECBAgQIDATkDB1UEgQIAAAQIECBAgQIAAAQIECBAgQIAAAQIECBAgQKCzgIJr53TtRoAAAQIECBAgQIAAAQIECBAgQIAAAQIECBAgQIBAWQEF17LRGZwAAQIECBAgQIAAAQIECBAgQIAAAQIECBAgQIAAgQEBBdcBJI8QIECAAAECBAgQIECAAAECBAgQIEC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wlXnIsIu6LiHsj4k8j4s6I+JOIOBwR/jZeIkJDEiBAgMANAtfuMVcj4n8j4n8i4r8j4pWIeDkiLtEiQCDc/xwCAgQIEOgm4P7XLVH7ECBAgAABAgQIvKOAP+K9I5EHCBAgQIAAAQIECBAgQIAAAQIECBAgQIAAAQIECBAoLKDgWji8gdE/FhGfi4iTEfHBgec9QoAAAQIEugj8MiLOR8Q3I+LHXZayB4EBAfe/ASSPECBAgEBLAfe/lrFaigABAgQIECBAQMHVGSBAgAABAgQIECBAgAABAgQIECBAgAABAgQIECBAoLOAgmvPdD8TEY9HxMd7rmcrAgQIECDwrgReiohnI+Lb7+rf8jCBWgLuf7XyMi0BAgQIHKyA+9/B+no7AQIECBAgQIDAQgEF14XYPkWAAAECBAgQIECAAAECBAgQIECAAAECBAgQIECAwHIBBdfl5Af6wU9GxD8oth6osZcTIECAQF2Ba0WHa/938od1VzA5gd8TcP9zKAgQIECAwNsLuP85HQQIECBAgAABAuUFFFzLR2gBAgQIECBAgAABAgQIECBAgAABAgQIECBAgAABAgT+gICCa5/j8UxEfOHt1jl8+HDcf//9cd9998WxY8fiwx/+cHzgAx+II0eOxKFD/jTe5xjYhAABoi/32AAAIABJREFUAtsR2NvbiytXrsSvfvWr+PnPfx6XLl2Kl19+OX7wgx/E1atX/xDEVyPii9uRsmljAfe/xuFajQABAgR+X8D9z6kgQIAAAQIECBDYooC/4m0xdTsTIECAAAECBAgQIECAAAECBAgQIECAAAECBAgQ2I6Agmv9rI9FxL9ExEdvtsqJEyfikUceiVOnTimy1s/aBgQIECAwIHCt+PC9730vvv71r8eFCxfe7t/4aUT8TURcGnilRwhkE3D/y5aIeQgQIEDglgq4/91Sfh8nQIAAAQIECBA4YAEF1wMG9noCBAgQIECAAAECBAgQIECAAAECBAgQIECAAAECBG6pgILrLeX/oz/+VxHxzYh4/41veuihh+JLX/pS3HPPPX/0R7yAAAECBAhUFXj11Vfj6aefjnPnzt1shTci4nMR8W9V9zP3JgXc/zYZu6UJECBAYFTA/W9UynMECBAgQIAAAQJVBBRcqyRlTgIECBAgQIAAAQIECBAgQIAAAQIECBAgQIAAAQIE3ouAgut7Ucvx73wmIr514yhHjx6Nr3zlK3H8+PEcU5qCAAECBAgkELh48WJ8+ctfjsuXL99sms9GxLcTjGkEAu8k4P73TkL+OQECBAgQ+J2A+5+jQIAAAQIECBAg0EVAwbVLkvYgQIAAAQIECBAgQIAAAQIECBAgQIAAAQIECBAgQOBmAgquNc/FtV/u+tcbRz99+nQ899xzceiQP3XXjNXUBAgQIHCQAnt7e/Hoo4/G2bNnb/aZv/ZLrgep790TBNz/JiB6BQECBAhsS8D9b1t525YAAQIECBAg0FXAX/26JmsvAgQIECBAgAABAgQIECBAgAABAgQIECBAgAABAgSuCSi41jsHxyLiPyLi/ftHf/LJJ+PMmTP1tjExAQIECBBYLPDUU0/FE088ceNX34iIv4iIS4vH8TkCIwLufyNKniFAgAABAm8j4P7naBAgQIAAAQIECFQWUHCtnJ7ZCRAgQIAAAQIECBAgQIAAAQIECBAgQIAAAQIECBB4JwEF13cSyvfP/zMiPrp/rGeffTYee+yxfJOaiAABAgQIJBX42te+Fo8//viN0/00Iv486cjG2raA+9+287c9AQIECEwQcP+bgOgVBAgQIECAAAECt0RAwfWWsPsoAQIECBAgQIAAAQIECBAgQIAAAQIECBAgQIAAAQKLBBRcF0FP+swzEfGF/e/yy62TZL2GAAECBDYn8Da/5PXViPji5jAsnFnA/S9zOmYjQIAAgVIC7n+l4jIsAQIECBAgQIDA7wQUXB0FAgQIECBAgAABAgQIECBAgAABAgQIECBAgAABAgQ6Cyi41kn3kxHx7/vHPX36dDz//PN1NjApAQIECBBIJvD5z38+zp49e+NUfxkRP0w2qnG2KeD+t83cbU2AAAECByjg/neAuF5NgAABAgQIECBwIAIKrgfC6qUECBAgQIAAAQIECBAgQIAAAQIECBAgQIAAAQIECCQRUHBNEsTAGD+KiI9ff+7o0aPx2muvxaFD/qw9YOcRAgQIECBwU4G9vb24++674/Lly/v/+UsR8QlkBBIIuP8lCMEIBAgQINBLwP2vV562IUCAAAECBAhsQcBfAreQsh0JECBAgAABAgQIECBAgAABAgQIECBAgAABAgQIbFdAwbVG9p+JiG/tH/WFF16I48eP15jelAQIECBAILHAxYsX44EHHrhxws9GxLcTj220/gLuf/0ztiEBAgQI3CIB979bBO+zBAgQIECAAAEC70lAwfU9sfmXCBAgQIAAAQIECBAgQIAAAQIECBAgQIAAAQIECBAoIqDgWiOot/x610MPPRTf+MY3akxuSgIECBAgUEDg4YcfjnPnzu2f1K+4Fsit+Yjuf80Dth4BAgQI3FoB979b6+/rBAgQIECAAAEC4wIKruNWniRAgAABAgQIECBAgAABAgQIECBAgAABAgQIECBAoJ6Agmv+zD4WES/vH/OVV16Je+65J//kJiRAgAABAkUEXn311bj33ntvnPa+iPhxkRWM2UvA/a9XnrYhQIAAgYQC7n8JQzESAQIECBAgQIDATQUUXB0MAgQIECBAgAABAgQIECBAgAABAgQIECBAgAABAgQ6Cyi45k/3mYj4wvUxT5w4EefPn88/tQkJECBAgEAxgZMnT8aFCxf2T/3ViPhisTWM20PA/a9HjrYgQIAAgeQC7n/JAzIeAQIECBAgQIDATkDB1UEgQIAAAQIECBAgQIAAAQIECBAgQIAAAQIECBAgQKCzgIJr/nR/EREfvD7md77znfjUpz6Vf2oTEiBAgACBYgLf/e5349Of/vT+qX8ZER8qtoZxewi4//XI0RYECBAgkFzA/S95QMYjQIAAAQIECBDYCSi4OggECBAgQIAAAQIECBAgQIAAAQIECBAgQIAAAQIECHQWUHDNne6xiPiv6yMePnw4rly5EocO+VN27thMR4AAAQIVBfb29uLIkSNx9erV/eP/WURcqriPmcsKuP+Vjc7gBAgQIFBNwP2vWmLmJUCAAAECBAhsU8BfBbeZu60JECBAgAABAgQIECBAgAABAgQIECBAgAABAgQIbEVAwTV30n8XEf94fcQTJ07E+fPnc09sOgIECBAgUFjg5MmTceHChf0b/H1E/FPhlYxeT8D9r15mJiZAgACBwgLuf4XDMzoBAgQIECBAYCMCCq4bCdqaBAgQIECAAAECBAgQIECAAAECBAgQIECAAAECBDYqoOCaO/izEfG310d88skn48yZM7knNh0BAgQIECgs8NRTT8UTTzyxf4N/jojThVcyej0B9796mZmYAAECBAoLuP8VDs/oBAgQIECAAIGNCCi4biRoaxIgQIAAAQIECBAgQIAAAQIECBAgQIAAAQIECBDYqICCa+7gfxQRH78+4gsvvBDHjx/PPbHpCBAgQIBAYYGLFy/GAw88sH+DlyLiE4VXMno9Afe/epmZmAABAgQKC7j/FQ7P6AQIECBAgACBjQgouG4kaGsSIECAAAECBAgQIECAAAECBAgQIECAAAECBAgQ2KiAgmvu4H8RER+8PuLrr78ed911V+6JTUeAAAECBAoL/OxnP4uPfOQj+zf4ZUR8qPBKRq8n4P5XLzMTEyBAgEBhAfe/wuEZnQABAgQIECCwEQEF140EbU0CBAgQIECAAAECBAgQIECAAAECBAgQIECAAAECGxVQcM0d/JWIeP/1EX/961/H7bffnnti0xEgQIAAgcICv/nNb+KOO+7Yv8EbEXGk8EpGryfg/lcvMxMTIECAQGEB97/C4RmdAAECBAgQILARAQXXjQRtTQIECBAgQIAAAQIECBAgQIAAAQIECBAgQIAAAQIbFVBwzR38mxHx/3+3fvPNN+PQIX/Gzh2Z6QgQIECgssDe3l68733v27/CtbvSW/4XlfczewkB978SMRmSAAECBLoIuP91SdIeBAgQIECAAIG+Av4y2DdbmxEgQIAAAQIECBAgQIAAAQIECBAgQIAAAQIECBAgEKHgmvsUvCWfa/+hS/9DgAABAgQIHKzATf7LJPxnyA6W3NvfKuD+50QQIECAAIHFAu5/i8F9jgABAgQIECBA4F0J+H9OvisuDxMgQIAAAQIECBAgQIAAAQIECBAgQIAAAQIECBAgUExAwTV3YA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EeAAAECDQUUHBqGWmsl979aeZmWAAECBBoIuP81CNEKBAgQIECAAIHGAgqujcO1GgECBAgQIECAAAECBAgQIECAAAECBAgQIECAAAECfsE1+RlQcEgekPEIECBAoJ+AgkO/TItt5P5XLDDjEiBAgEB9Afe/+hnagAABAgQIECDQWUDBtXO6diNAgAABAgQIECBAgAABAgQIECBAgAABAgQIECBAwC+45j4DCg658zEdAQIECDQUUHBoGGqtldz/auVlWgIECBBoIOD+1yBEKxAgQIAAAQIEGgsouDYO12oECBAgQIAAAQIECBAgQIAAAQIECBAgQIAAAQIECPgF1+RnQMEheUDGI0CAAIF+AgoO/TIttpH7X7HAjEuAAAEC9QXc/+pnaAMCBAgQIECAQGcBBdfO6dqNAAECBAgQIECAAAECBAgQIECAAAECBAgQIECAAAG/4Jr7DCg45M7HdAQIECDQUEDBoWGotVZy/6uVl2kJECBAoIGA+1+DEK1AgAABAgQIEGgsoODaOFyrESBAgAABAgQIECBAgAABAgQIECBAgAABAgQIECDgF1yTnwEFh+QBGY8AAQIE+gkoOPTLtNhG7n/FAjMuAQIECNQXcP+rn6ENCBAgQIAAAQKdBRRcO6drNwIECBAgQIAAAQIECBAgQIAAAQIECBAgQIAAAQIE/IJr7jOg4JA7H9MRIECAQEMBBYeGodZayf2vVl6mJUCAAIEGAu5/DUK0AgECBAgQIECgsYCCa+NwrUaAAAECBAgQIECAAAECBAgQIECAAAECBAgQIECAgF9wTX4GFBySB2Q8AgQIEOgnoODQL9NiG7n/FQvMuAQIECBQX8D9r36GNiBAgAABAgQIdBZQcO2crt0IECBAgAABAgQIECBAgAABAgQIECBAgAABAgQIEPALrrnPgIJD7nxMR4AAAQINBRQcGoZaayX3v1p5mZYAAQIEGgi4/zUI0QoECBAgQIAAgcYCCq6Nw7UaAQIECBAgQIAAAQIECBAgQIAAAQIECBAgQIAAAQJ+wTX5GVBwSB6Q8QgQIECgn4CCQ79Mi23k/lcsMOMSIECAQH0B97/6GdqAAAECBAgQINBZQMG1c7p2I0CAAAECBAgQIECAAAECBAgQIECAAAECBAgQIEDAL7jmPgMKDrnzMR0BAgQINBRQcGgYaq2V3P9q5WVaAgQIEGgg4P7XIEQrECBAgAABAgQaCyi4Ng7XagQIECBAgAABAgQIECBAgAABAgQIECBAgAABAgQI+AXX5GdAwSF5QMYjQIAAgX4CCg79Mi22kftfscCMS4AAAQL1Bdz/6mdoAwIECBAgQIBAZwEF187p2o0AAQIECBAgQIAAAQIECBAgQIAAAQIECBAgQIAAAb/gmvsMKDjkzsd0BAgQINBQQMGhYai1VnL/q5WXaQkQIECggYD7X4MQrUCAAAECBAgQaCyg4No4XKsRIECAAAECBAgQIECAAAECBAgQIECAAAECBAgQIOAXXJOfAQWH5AEZjwABAgT6CSg49Mu02Ebuf8UCMy4BAgQI1Bdw/6ufoQ0IECBAgAABAp0FFFw7p2s3AgQIECBAgAABAgQIECBAgAABAgQIECBAgAABAgT8gmvuM6DgkDsf0xEgQIBAQwEFh4ah1lrJ/a9WXqYlQIAAgQYC7n8NQrQCAQIECBAgQKCxgIJr43CtRoAAAQIECBAgQIAAAQIECBAgQIAAAQIECBAgQICAX3BNfgYUHJIHZDwCBAgQ6Ceg4NAv02Ibuf8VC8y4BAgQIFBfwP2vfoY2IECAAAECBAh0FlBw7Zyu3QgQIECAAAECBAgQIECAAAECBAgQIECAAAECBAgQ8Auuuc+AgkPufExHgAABAg0FFBwahlprJfe/WnmZlgABAgQaCLj/NQjRCgQIECBAgACBxgIKro3DtRoBAgQIECBAgAABAgQIECBAgAABAgQIECBAgAABAn7BNfkZUHBIHpDxCBAgQKCfgIJDv0yLbeT+Vyww4xIgQIBAfQH3v/oZ2oAAAQIECBAg0FlAwbVzunYjQIAAAQIECBAgQIAAAQIECBAgQIAAAQIECBAgQMAvuOY+Aw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Fdc4Cc/+Um8+OKLZbe4884749SpU3HbbbeV3cHgBDIKKDhkTGVTM7n/bSpuyxIgQCCfwPe///24fPlyvsEGJzp69Gg8+OCDg0//32Puf++Ky8MECPyWvXuBtquq78X/k+SCMUL/AXlKGxwXLkYKQXlZaHlIBCyY8AjPECKaQAQEA0h5FIHcAiEaAgg0IXAVgglIABMBuchbpQVBIdIbMVWJrSDihWEiUByQ/Mdct+f0nJN9cvbaa++1H+ezxsig18w1H5+59j7z3Ozv/hEgQIAAAQIlCwi4lgxuOAIECBAgQIAAAQIECBAgQIAAAQIECBAgQIAAAQIEShUQcC2VO/dgAg65ydxAoHqBb37zm3H88cdXf0OLtTz55JNj9uzZMWzYsBabmekQaG8BAYf23r8OmL3zXwdsoiWUI/DLX/4yfv3rX/cabNttt42tt966nAkYpeMFfv7zn8dLL73Ua52jRo2KzTffvKPX/j//5/+ML3/5y227xunTp8eFF16Ya/7Of7m4NCZAgAABAgQIEChZQMC1ZHDDESBAgAABAgQIECBAgAABAgQIECBAgAABAgQIECBQqoCAa6ncuQcTcMhN5gYC1QsIuFZvpSWBwSQg4DCYdrsl1+r815LbYlKtJrBs2bI48cQT48knn+ye2imnnBIzZ86M4cOHt9p0zadNBV555ZVIXyqzePHi7hWMGzcu5s6d29EhVwHXbLtlCNr0dWvaBAgQIECAAIFOFHA47cRdtSYCBAgQIECAAAECBAgQIECAAAECBAgQIECAAAECBLoEBFxb+1kQcGjt/TG7NhcQcG3zDTR9Ag0SEHBtEKxuqxVw/usj9frrr8dzzz0XTz31VPzTP/1T/N//+3/j2WefjVWrVnW3/OhHPxpbbbVV7LzzzrH77rtnf1KFxQqv52r3QbsWFhisocO0Jen18KMf/SieeOKJePrpp+Nf//Vf44UXXujerZEjR8Z2220X6TWxzz77xJ577hkjRoxo4d1s/akNxjC1gGv2XMoQtP7L0wwJECBAgAABAoNGwOF00Gy1hRIgQIAAAQIECBAgQIAAAQIECBAgQIAAAQIECBAYlAICrq297QIOrb0/ZtfmAn0Droceemh8/vOfj/XXX78lV/boo4/GJZdc0j23VE1q9uzZMWzYsJacr0kRaFcBAdd23bmOmXeu818Ke06YMCH+9//+33UF2HDDDbOw6EYbbZT99yMf+Ujstdde8ed//uex3nrr1XWsSp2tXLky7rnnnvhf/+t/xUMPPVTTeHvssUccf/zxcdRRR8Vmm21WUx9dN/3whz+Mv/7rvy7UR9fNXWHcXXfdNQsf7rbbbgKIOWTfeOONOOecc+L666/vviuFOm+++eYs0FntVSnAd+CBB0Y6H26yySbVdlNKu7TmVEG01tfDIYccEqeeemrst99+scEGG9Q853p9OczGG28co0ePjve9733Z+8suu+wSH/vYx0p7f6kF4IEHHojx48f3CtbPmDEjzjrrrBg6dGgtXbb0PX1fH1OmTInjjjuuZee8YMGCmDdvXvf8pk+fHhdeeGGu+Tr/5eLSmAABAgQIECBAoGQBAdeSwQ1HgAABAgQIECBAgAABAgQIECBAgAABAgQIECBAgECpAgKupXLnHixXwCF3724gMMgF+n5Iv9UDo+0230H+eFl+GwsIOLTx5nXG1HOd/xoVcO2Pcscdd8y+DOKEE06I4cOH11381Vdfjblz52Zf4PDaa6/Vpf8Upps2bVqkn/ObbrppTX3WM+BaaQKHHXZYnH/++VnIr4wAcU0ILXDTmjVrYuHChTF16tReQcMbbrghJk+enKtibzsEXFOw9Rvf+EZ87Wtf61WltdatSEHX9GUpKWRdS3XjegVcB3p/SaH9FK5vpeudd96JWbNmxbnnnts9rfRFAIsWLYoDDjiglaZal7n0fX3UEhity0Sq7KQe83X+qxJbMwIECBAgQIAAgaYICLg2hd2gBAgQIECAAAECBAgQIECAAAECBAgQIECAAAECBAiUJCDgujb0zhHxbEn+Aw2TK+AwUGf+ngCB3gLtFhhtt/l63gi0q4CAQ7vuXKF5t+35r+yAa5dyquZ6zTXXZIHMelwpPHbHHXdk4bsXXnihHl2u1UeqlHrVVVfFX/3VX+UO9zU64No12bPPPjvOO++8SKFc19oCy5Yti2OPPTaee+657r9MYesUAM0biGzlgGsK8j7zzDPxxS9+MdKzV88rhTIvvfTSOOmkk3JXc210wLVrndtvv318+ctfjiOOOCL3HOtp1bevV155JQvKp2q6Pd8Lb7311thmm20aOXTpfdcjMFrmpOsxX+e/MnfMWAQIECBAgAABAnkFBFzzimlPgAABAgQIECBAgAABAgQIECBAgAABAgQIECBAgEA7CQi4rr1bF0fEPhFxSUQ82uTNFHBt8gYYvrMF2i0w2m7z7eynx+o6WUDAoZN3t9+1te35r1kB1ySZQmipcubee+9d6KFJlVovvPDCuP7666vqJwX0dt555xg2bFjWfvXq1bF8+fJYsWLFgPen4Oh1110XRx99dK6Qa1kB17SAI488Mgtsbr755gOuZzA1SNVMUyXeefPmdS975MiRWQXNXXfdNTdFqwZcU9g7nfnOPPPMqqoYp2qsPSsTp9dBNSHxM844Iwu65qnEXFbAtWszJ06cGDNnzowtttgi9/426oaHH344jj/++Hj55Ze7h0jVl1M4f+jQoY0atvR+6xEYLXPS9Ziv81+ZO2YsAgQIECBAgACBvAICrnnFtCdAgAABAgQIECBAgAABAgQIECBAgAABAgQIECBAoJ0EBFzX3q3/LyJejIg/+8+AazODrgKu7fRqMte2E2i3wGi7zbftHggTJvCfAgIOg/JRaNvzX38B1xQ+TeG/Wq9qQ3J77LFHzJ8/P7bbbruahnr11VfjrLPOyvro70rrSIGysWPHxkc+8pF4//vfX7HpW2+9FT/96U9jyZIlkSoq9hd4Tf3dfPPNsc8+6TttqrvKDLimGZ1yyilZsC9P+LC6lbRvq1Q1MwUeV61a1b2Iyy67LM4555wYMmRI7oW1YsA1hVtnzZoV5557br/r+Zu/+Zusiu2nPvWp2HrrrSuGKtNrIVWATWfH9KenWc+O84Zcyw64prkecMABce2119b8HpP7wRjghrfffjsuuOCCbJ+6ri233DJuu+22wmH/es+1SH/1CIwWGT/vvfWYr/NfXnXtCRAgQIAAAQIEyhQQcC1T21gECBAgQIAAAQIECBAgQIAAAQIECBAgQIAAAQIECJQtIOBaWTxV8bqox1+lSq7NCLoKuJb9ijDeoBJot8Bou813UD1MFttRAgIOHbWdeRbTlue//gKu06dPz6qiFrn+9Kc/xc9//vO466674uqrr+63mmSt1QtTRc4UTuyvcutuu+0WX/rSl+KQQw7prtZa7XpWrlwZN910U/zDP/xDxXnnDeb2F3D9wQ9+EHvttVe104o//vGPkcKHv/jFL+Lxxx/PgrgplFvpSqHfCRMm5Ko0W/VE2qzh7373u5gyZUoWXu66knvy22abbWpaTasFXFO4dfbs2ZHmVSmQml4PqeLqfvvtl6tS6C9/+cs4++yz4+67767odNVVV8Xpp59e1XNWKeA6evTouP3227OKztVePV8H//zP/5y9x3z/+9/v9/Zx48bF3LlzW6aq8dKlS+OYY46JZcuWdc/5hBNOyCovb7TRRtUytHS7egRGy1xgPeYg6nAMAAAgAElEQVTr/FfmjhmLAAECBAgQIEAgr4CAa14x7QkQIECAAAECBAgQIECAAAECBAgQIECAAAECBAgQaCcBAdfKu9WzilfPFmUHXQVc2+nVZK5tJ9D3Q/opKHHQQQfFf/tv/60l1/L8889nQY6u6+STT86CEMOGDWvJ+ZoUgXYVEHBo150rPO+2PP81MuDaU3RdIblUEXXRokWx6667Vr0JA1WqTIG88847LzbeeOOq+6zU8Gc/+1mkKpUPPPDAWn+dKsemwOAGG2ww4Bj1Crj2HSiFfL/yla/EJZek79LpfY0ZMyZuueWWSNUhB/uVwsqTJ0/uxZAnmFnJr9UCrg8//HBWqfjll19ea7qpomsKkm+44YY1PQrpOUvVbtOfvlee12+9Aq5957B69er48Y9/nL0O7rnnnoprbKWqxu+++2421/QMdV1pb1IoPYVxO+Hq+/r427/925auUJu+MOC+++7rpq/lSx6c/zrhybUGAgQIECBAgEDnCgi4du7eWhkBAgQIECBAgAABAgQIECBAgAABAgQIECBAgAABAhECrv0/BX2rePVsWVbQVcDVq5RAAwUqfUi/gcPVvWsB17qT6pBAJiDgMKgfhLY7/5UVcE1PxSuvvBLpZ8/ixYvXekhSGOqCCy6oqgpkurm/MF8KiaUQ3tSpU3NVqVzXU7tixYo49dRT49577+3VLAVHv/3tb8fuu+8+4EPfqIBrGnhdlWzvvPPOOPzwwwecXyc3SIHPVB3zwQcf7F5m0eqtqaNWCri++OKLWbg1PWd9r/R6OPPMM6sKYq/rOVjXc/aZz3wmrr322hg+fPg6H6VGBVy7Bk2Va9N6Z8yYUXEerVTV+F/+5V/iyCOP7NgqrpVeH+30PiPg2k67Za4ECBAgQIAAAQLVCAi4VqOkDQECBAgQIECAAAECBAgQIECAAAECBAgQIECAAAEC7Sog4Nr/zvVXxavnHY0Ougq4tusry7zbQkDAtS22ySQJlC4g4Fo6eSsN2HbnvzIDrmmjnn766Rg/fnyk0GjP6+CDD86qF44YMWLA/fzd734XU6ZMiSVLlqzVNgXbUmXVoUOHDthPngaPPfZYTJo0aa15X3jhhXHRRRfFkCFD1tldIwOuaeAXXnghjj766Hjuued6zWPatGlZ2G/99dfPs9yOanvXXXfFEUcc0WtNs2bNimRT4f266rW3SsA1VQOdOXNmVqG171XvqqX9BWlTsPzuu++O/ffff51+jQ64psHXFcStR7C56gdkgIapCnV67+hZFbdax3rNoZH9CLhmujIEjXzI9E2AAAECBAgQIJBLwOE0F5fGBAgQIECAAAECBAgQIECAAAECBAgQIECAAAECBAi0mYCA67o3bF1VvHre2aigq4Brm72gTLe9BARc22u/zJZAWQICrmVJt+w4bXX+Kzvg+tZbb2XBwrlz5/bawB133DG+9a1vxYc//OEBN7a/n7+pSufXvva12GijjQbsI2+DSmG01Mcee+wRCxcujA996EPr7LLRAde33347zjnnnLjmmmt6zSNPcDivSTu0T2HH0047Lb7xjW90T3fUqFFxxx13xA477FBoCa0ScK1UCTQtbL/99stC4x/84AcLrbPvzf29/k4//fQsaLvBBhv0O14ZAdc0+LqqRdcj3Fwv0KeeeioOPfTQSFWGu65qHOs1fiP7EXDNdGUIGvmQ6ZsAAQIECBAgQCCXgMNpLi6NCRAgQIAAAQIECBAgQIAAAQIECBAgQIAAAQIECBBoMwEB13VvWDVVvHr2UO+gq4Brm72gTLe9BPp+SD99QP3zn/981VXSVq9eHXfeeWf8/ve/zyrRFak29+abb2ahnhRm2H333StCPvroo3HJJZd0/93JJ58cs2fPjmHDhrUXvNkSaHEBAdcW36DGT6+tzn9lB1wTfwq3Tp06da2d+MEPfhCpwuK6rtdffz0+97nPZdUie14ptHjbbbfFTjvt1LAdXrp0aRxzzDGxbNmyXmOkn+WHH374OsdtdMA1DZ5+pp955pm95nHggQdGOq9ssskmDXNp5Y4rBQjrdf5phYBrqt6aznZpLn2vap7LWvauv9fg6NGj4/bbb4/tt9++327LCrimCfRXLXrMmDFxyy23xJZbblnL8ut6TyXLahzrOokGddb39ZF+1znuuOOqHi2F9m+66abYYostBnx/HajTV199Na6++ur4zGc+E9tuu23F5gsWLIh58+Z1/9306dMjVejOczn/5dHSlgABAgQIECBAoGwBAdeyxY1HgAABAgQIECBAgAABAgQIECBAgAABAgQIECBAgECZAgKuA2tXW8WrZ0/1CroKuA68P1oQqFmg74f08wQm0getL7744rj++utjww03zEIpkyZNqjnk+vjjj2ehmz/+8Y9ZP2eddVZss802vdZWZL41I7mRwCAUEHAYhJu+9pLb5vzXjIBrfxUgqwm4PvTQQ3HYYYfFqlWreqmnINJFF10UQ4YMadgDWKkaaArzpcqp6WfvusYuI+BayXUwB1zXrFkTl1566VohtXoFP1sh4PrSSy/FhAkTIn2JSc8rvUZSOHDEiBENeT2kvidPntyr7/RaSNVRU9Xg/q4yA67NCP/Wgl0p8H/jjTdmQf52vvq+PvIERn/5y1/G2WefnX2RwciRI+Mf//Ef46CDDooK56uqiLqeu4033jirIJ5+Z9t000173Vtkvl0dOf9VtR0aESBAgAABAgQINElAwLVJ8IYlQIAAAQIECBAgQIAAAQIECBAgQIAAAQIECBAgQKAUAQHXgZnzVvHq2WPRoKuA68D7owWBmgVqDYymcGsKBSxZsqR77BRynTNnThx77LG5P7y9cuXK+MIXvpBVo+q60ge4v/rVr8YJJ5zQHbh56623IlV67bpSxdiNNtoo93g1g7mRwCAREHAYJBu97mW2zfmvnQKuqaJfCpNec801vfRT9dY77rgjdthhh4Y/fKlK7H333Rd/+7d/G3vvvXdWXXC99dYbcNwyAq7pHJCCtj2vFDacP39+w4KOAy68iQ1+//vfx8SJE+P+++/vnsUee+wRCxcujA996EOFZ9YKAdd0lhw3btxaa7nyyiuzIF+jrn/5l3+Jc889N3bZZZfYc889s/+ms+dAAcQyA65p7anq8vjx42P58uW9KJLNjBkzYv31128UUdX9PvPMM/HpT386Xn755e578nxpTtUDldyw1sDoz3/+8zj++OPjRz/6UfeMU8j15ptvjn322Sf3Kn7zm99k7wOPPPJI970pjH3VVVdlodmuK31JUPoZ03VtsMEG8f73vz/XeM5/ubg0JkCAAAECBAgQKFlAwLVkcMMRIECAAAECBAgQIECAAAECBAgQIECAAAECBAgQIFCqgIBrddy1VPHq2XOtQVcB1+r2RysCNQnUGnBNgz322GNZCGXFihXdY9f64e3FixdnH9zuWc0uBVpS9acUvHERIFCugIBDud4tPFpbnP/KDrimqpqXXHJJ9qfnteWWW8Z3vvOdLCjX35V+Zh533HHxxBNP9GrSDmGwRgdcU7XKVMX28ssv72Vz3nnnRQqaNbKybau+BhsdHGx2wLW/Pa/mtdSsPSs74JrOxqeeemoW8u557bvvvpHmstVWWzWLonvcP/zhD9kX3yxatKj7f0uh4QULFmTVS9v1qjXgmn5GpBD61KlTe/1uk8LpX//61yN9oUG1V+orfSHCF7/4xV63TJkyJWbPnh3Dhw+vtquq2jn/VcWkEQECBAgQIECAQJMEBFybBG9YAgQIECBAgAABAgQIECBAgAABAgQIECBAgAABAgRKERBwrY65SBWvniPkDboKuFa3P1oRqEmgSMC1Xh/e/t3vfhfpQ9o9q8HWGpStCcFNBAisJSDg4KH4T4G2OP+VHXBNVQpTdfEHH3yw14NSTeDse9/7XhxwwAFrPWC33nprTJgwoaUfvEYHXH/1q19lVeCffPLJbodUHf7uu++O/fffv6VtGjW5uXPnZiG5ntecOXMiBaLrcTU74Pr6669nX3By77339lpOqkqZAp0f+MAH6rHMuvZRdsA1TT4FGc8888xe60ivjQceeCA+/vGP13V9tXTWX+g/ze+Tn/xkLV22xD21BlzT5N95552YNWtWViW455WqFafX9eabb17VGl944YU4+uij47nnnutuX0tQtqrBIipVMJYhqBZPOwIECBAgQIAAgYYLOJw2nNgABAgQIECAAAECBAgQIECAAAECBAgQIECAAAECBAg0UUDAtXr8olW8eo5UbdBVwLX6/dGSQG6BIgHXNNjbb78dF1xwQfYB7p5XtR/eTh+IT1VaTzrppF73z5gxI84666wYOnRo7jW5gQCB4gICrsUNO6iHlj//lRlw7e/nVtrvadOmRfr5tf766/e7/ak66fnnn9/r77fbbrus8uFOO+3U0o9NIwOuKQyW7FIF157XkUcemYXBRowY0dI2jZjcn/70pywcl8KNXVcKNX73u9+Nvfbaqy5DNjvg+rOf/SyOOuqo+OlPf9prPdW8luoCUEMnzQi4tkMwPn1RTTr/97yuvPLK7H2xXa8iAde05hTgTmH0O+64oxfBKaecEjNnzhyw+mp6X7zooovisssu6/UekELu6csAKpzVClM7/xUm1AEBAgQIECBAgEADBQRcG4irawIECBAgQIAAAQIECBAgQIAAAQIECBAgQIAAAQIEmi4g4Fr9FtSrilfPEQcKugq4Vr8/WhLILVA04JoGfOWVV7IPby9evLjX+CnE86UvfSmGDBnS77wqVSUazGGW3BvoBgINEhBwaBBse3bb8ue/MgOujz32WEyaNClWrFjRazerqTT61ltvZWGvFNjseY0ZMyYWLFgQm266aUs/IY0KuK5atSoLcKWAa89rsFdzf/XVV+O4447rVSl4zz33zJ6VZFOPq9kB1/6eqXpWqa2HU88+mhFw7S8IPH369LVC4fVeb7X9LV26NMaPHx/Lly/vviX9fpAC2sOGDau2m5ZqVzTgmhazbNmyOPHEE9eqTJ1+DqSQ6rquxx9/PI455phIVcO7rvQFQJdeemlssMEGDbFy/msIq04JECBAgAABAgTqJCDgWidI3RAgQIAAAQIECBAgQIAAAQIECBAgQIAAAQIECBAg0JICAq75tqWeVbx6jtxf0FXANd/+aE0gl0A9Aq5pwKeffjr7UHsK/Gy88caRPnA/efLkdX74ulL119GjR8fChQtj1KhRudahMQEC9RUQcKivZwf01tLnvzICrimceuedd8bf//3frxVuTfs7ZcqULMg1fPjwfre7v3m2SwisXgHXVJk0hVpffPHFuO++++Kmm26qGBhuZJXCdnhNVgo1Tpw4Ma677rpIgep6XM0OuFYKi6Z1pS9NGTt2bD2WWPc+mhFwfemll2LChAnx6KPpV+b/ulIl0FmzZsV73/veuq8zb4eVAtntEt7vb631CLh2Pc/ptZve97bffvv4h3/4hzj88MNjvfXW65e5UvXXgw8+OG688cbYYost8m5P1e2d/6qm0pAAAQIECBAgQKAJAgKuTUA3JAECBAgQIECAAAECBAgQIECAAAECBAgQIECAAAECpQkIuOajbkQVr54z6Bt0FXDNtz9aE8glUK+A65o1a7IPXKfQRfqTKoxV+IB0r7k98MADWSg2fdg7XSmsMdjDLLk2T2MCDRSo8Pr9RET8WQOH7MSu/xAR6Q3utxHx722+wJY+/zUi4JoCrStXrsyq7z300ENxxx13RKo6XunaY4894utf//qAX85QqWp56u+iiy7K/gz0c7PZz1B/Add6zytVJ/3KV74SRxxxxDoDYPUet9X6S9Ub99lnn17TOu+88yKF7oYMGVKX6TY74JqqWE6dOnWttfzgBz+Ivfbaqy5rrHcnzQi4tkM4/s0334wzzjgj+32g60pfXHP77bdnoc52vOoVcH3nnXey9/j0hUBXX311fPjDH14nR9fvVSeddFJ3u7IqWgu4tuOTas4ECBAgQIAAgcEjIOA6ePbaSgkQIECAAAECBAgQIECAAAECBAgQIECAAAECBAgMRoG+AdfBaNCKa+4Kuj7Sc3Lpw54uAgTqJ9BfwDWNMG3atEjBg1a+UqXYCy+8sJWnaG4E2lKg1YN2bYlq0tUI1HT+6y/8Vc2ARduk4NYNN9wQe++994BdVarImW5ql59lZQRcTzjhhLjkkktim222GdCz0xtUClJeeeWV2fmsXlezA66Vxt9xxx3jW9/61oAhwHoZ5O2nGQHXP/zhDzF58uRYtGhRr+mmip7z58+PESNG5F1G3du/++672Zn88ssv79V3K4eVB0LoL+DazJ85A82559/feuutWeXfPJeAax4tbQkQIECAAAECBMoWEHAtW9x4BAgQIECAAAECBAgQIECAAAECBAgQIECAAAECBAiUKSAxWaZ2wbEEXAsCup1AHwEBV48EAQKVBARcPRetJDDQ+a9ZYaMDDjggrrjiith5552r4uovIFpLCKmqAevcqIyA6/777x8nn3xyHHLIITFs2LA6r6C9uktBwfPPP7/XpOv9rLRiwLXVq342I+CaKkpX+uKZAw88MNJ8Ntlkk5Z4uCs9s4sXL46xY8e2xPzyTkLANROTIcj74GhPgAABAgQIECDQMAGH04bR6pgAAQIECBAgQIAAAQIECBAgQIAAAQIECBAgQIAAgRYQEHBtgU2odgoDBRyq7Uc7AgT+n4CAqyeBAIFKAgKunotWEhjo/Fd2wDVVmDzrrLNi/PjxMXz48KqpGhFw7S/4VvWkejQcKDxZRsC1azq77bZbXHbZZfGJT3wi1ltvvVqW0/b3VAqf1rsapoBr/sdEwLV/s0o2A72v5N+B8u4QcM2sZQjKe+SMRIAAAQIECBAgMICAw6lHhAABAgQIECBAgAABAgQIECBAgAABAgQIECBAgACBThYQcG3N3X0sIi6OiEd6Tm+ggENrLsWsCLSugIBr6+6NmRFopoCAazP1B/XYNZ3/ygi4br/99pGqJR555JGx++67x/rrr597owRc85FtuOGGcc4552Rh4sFWzbW/4LKAa75nqBGtmxFwffPNN+OMM86IG2+8sdeSWq2CayWbOXPmZFWZ2/EScM12TYagHR9ecyZAgAABAgQIdKiAw2mHbqxlESBAgAABAgQIECBAgAABAgQIECBAgAABAgQIECBAoAaB/y8ifhUR6b+NuLqCDY/+Z+e9AsgCro0g1+dgFuj7QfTp06fHhRdeWDVJpQBGLZWa+vsAedUT0ZAAgboKVAi4friuA3RmZ29ExBYRcWpEfKbPEv88Iv69jZfd0ue//gKuKZQ6cuTIdbKnn2PPPvtsrFq1qmK7z372s5F+Rm255ZZRNPj9zDPPxKc//el4+eWXe42VKpWed955NT0erVDBNW/oMp3nV65cmZk///zzcd9998WSJUtixYoVFQ1mzJiRhVyHDh1ak1E73lRpX7fbbrtYtGhR7LTTTnVbUrMruF5++eVx/vnn91pPeq195zvfiV122aVu66xnR80IuPb3Hjdx4sS47rrrIoXBW+F6/PHHY5999uk1lby/W7TCOrrm0Pf1kfd3nEr7lvf9sl6/a1XrWuHnnAxBtXjaESBAgAABAgQINFzA4bThxAYgQIAAAQIECBAgQIAAAQIECBAgQIAAAQIECBAgQIBA2wikqqoXNWC2fYOtXUMIuDYAW5cEugQEXD0LBAhUEhBwKPRcbB0R/9anh3YPuLb0+a+/8Fe1wap33nknnnvuuZg1a1YsXLhwrc3fbbfdIoVQP/GJT8R6661X88PxwgsvxNFHH52N1fOqdp6VBm7HgGuldaTA69VXXx1f+cpX1gobp/DeDTfcEMccc0zN9u12Y6V9HT16dNx+++2Rgtv1upodcK0UFk1ryxsCrJdHNf20UsA1VUadPXt2y1Q4rlSlusj7WzX70cg2Aq6ZrgxBIx8yfRMgQIAAAQIECOQScDjNxaUxAQIECBAgQIAAAQIECBAgQIAAAQIECBAgQIAAAQIEOlagEdW7+gu2diEKuHbs42RhrSBQtHJqvaoKFZ1HK1iaA4FOEhBwLbSb74uIVM2159XOAdeWP/8VDbh2bdTq1avjzjvvjC996UtrVRNNIctzzjknqyQ6bNiwmh6Ql156KSZMmBCPPvpor/tPOeWULFz73ve+N3e/nRJwTQtP/gsWLIjk0bei7pgxY+KWW27JKukOhmuwBFy/973vxQEHHLDWlt52221ZGLwVr2YEXPsLx6fKz+kMPWTIkJag6qSAaz1+x1HBtSUeS5MgQIAAAQIECBDoIAEB1w7aTEshQIAAAQIECBAgQIAAAQIECBAgQIAAAQIECBAgQIBAAYF6Vu8aKNjaNU0B1wIb5lYCAwn0DZZeeeWVMW3atIFu6/77enz4O3Um4Fo1uYYEShEQcC3E3GkB15Y//9Ur4Jp2fc2aNfHII4/EZz/72bVCrunvL7744izoWkvINYU2Tz311Jg/f36vB+zggw/O/rcRI0YUevCqvbm/sNytt96aBXD7uyqF11LbelbbTOeK5HvttdeuNY0UPj788MOrXWZbtxssAdelS5fG+PHjY/ny5b32K+95tMzNbkbA9Z//+Z+zIHDf4HerOXV6wHXx4sUxduzYqh83AdeqqTQkQIAAAQIECBAgUJWAgGtVTBoRIECAAAECBAgQIECAAAECBAgQIECAAAECBAgQIECgowXqVb2r2mBrF6aAa0c/VhbXTIF33303Lrzwwrj88su7pzFQuKXvfAVcm7mDxibQOAEB10K2nRRwbYvzXz0DrmnnU8h14cKFMXXq1LUCZenvZ8yYkVVyHTp0aK4HpdLP3dTB6NGj4/bbb4/tt98+V3+1Nm7lgGta01NPPRWHHnpovPzyy72WmL6AI9mvv/76tS69be6rdL7acccd41vf+lZ8+MMfrts6+n7BSOr4wAMPjBTi3GSTTeo2Tn8d9VfVuJX3uhkB1/T+cMwxx6zFmDdw2egNXbJkSYwbN67XMNOnT89+32i3q9IXEuQN8wu4ttuumy8BAgQIECBAgECrCwi4tvoOmR8BAgQIECBAgAABAgQIECBAgAABAgQIECBAgAABAgQaL1C0elfeYGvXigRcG7+3RhikApXCE7fddlscffTRVYv84Q9/iMmTJ8eiRYu678kbkk03quBaNbmGBEoREHAtxNxJAde2OP/VO+Cadv+dd96JWbNmxbnnnrvWw7DhhhvGnDlz4thjj40Kr5V1PjyVwnHphjKDaq0ecK10tkhGZQYvC70D1OHmSme01G3egN1AU2l2wLW/dY4ZMyYWLFgQm2666UBLKPT36dx71113xf777589X1tvvfWAwfWyA679BeO322677Py90047FTKo582VbG6++eY44YQT6jlMKX31/bmS3vcfeOCB+PjHP171+CtWrIjjjjsunnjiie578r6G6/VlQtVO2vmvWintCBAgQIAAAQIEmiEg4NoMdWMSIECAAAECBAgQIECAAAECBAgQIECAAAECBAgQIECgdQSKVO+qNdjatXoB19Z5DsykwwRef/31mDhxYtx7773dK8v7oetKoaL04e9PfvKTubQEXHNxaUyg4QICDoWIOyXg2jbnv0YEXNMT8Oqrr8bJJ58cd99991oPxKhRoyKF4/KGy5YuXRrjx4+P5cuX9+rzvPPOy77sYciQIYUevmpubvWA63/8x39kFXKvv/76XsvZZZddMvNtt922mmW2dZv+Qo15z2kDITQ74JrmN3fu3Kxacs9ryy23jG9/+9ux++67D7SEmv/+T3/6UxZgnz17dncfG2+8cVY9+KKLLoq/+Iu/qNh32QHX3//+99l5/f777+81n/Q+cuONN8af/dmf1WxQ7xtvueWWmDRpUq9ua/nim3rPq5b+/vVf/zWrmvvMM89kt9dSabvve20toWQB11p2zz0ECBAgQIAAAQKdKiDg2qk7a10ECBAgQIAAAQIECBAgQIAAAQIECBAgQIAAAQIECBCoTqCW6l1Fg61dMxNwrW6PtCKQW+Cll16KCRMmxKOPPprdm8IE3/nOdyIFSKq9UvgnVSZ68MEHu2+pJXwh4FqtuHYEyhEQcC3k3CkB17Y5/zUq4JqeghRITSGnZcuWrfVQHHnkkVk4b8SIEVU/MG+88Uacdtpp8Y1vfKPXPXvssUcsXLgwPvShD1XdV60NWz3gmtZVKXhZS8CsVqNWuK+SQb3Dgq0QcE0Bwk9/+tPx8ssv92JPFZSnTZuWu0pytXvX9xzcdd9BBx0U8+fPjw984AMVuyo74PrQQw/FYYcdFqtWreo1n7R3F1xwQcN8qnXs2a7S8/TYY4/F3nvvXUt3Tb2n75cR7LnnnllV4ZEjR1Y9r5/97Gdx1FFHxU9/+tPsnlrewwRcq+bWkAABAgQIECBAYBAICLgOgk22RAIECBAgQIAAAQIECBAgQIAAAQIECBAgQIAAAQIECPQjkLd6V72CrV3TEXD1aBJokEDfD103aJjSuj3wwAMjhQ422WST0sY0EIFOFRBwLbSznRBwbavzXyMDrmvWrMmqJJ500kkVH4qrrroqTj/99Fwhs0oBudR5LX3V8qS2esC1vwqutYTDavFplXsqPSdz5szJqgrX62qFgOsf/vCHmDx5cixatKjXssaMGROpImj6ApZGXHfddVccccQRa3V94YUXZhVc+6umXGbA9e23345zzjknrrnmml7zLKPCbV7zShVxa/nynLzjNqr9448/Hvvss0+jui+93/S+kaoVDxs2bJ1jO/+VvjUGJECAAAECBAgQyCEg4JoDS1MCBAgQIECAAAECBAgQIECAAAECBAgQIECAAAECBAh0mEC11bvqHWztYhRw7bAHynJaR6DTPrgt4No6z5aZtL+AgEOhPeyEgGtbnf8aGXBNT8LKlSvjC1/4Qha263uNGvPbfAIAACAASURBVDUqbrvttthpp52qfmhSpcoTTjihV/XzdHMKcKYqrqnPRl6tHnDtL/A42H7Of+9734sDDjig16Nw3nnnZdVt+wtf5n1uWiHgmuZ80003ZSHXvle9K9Z29d/fa7qa4GiZAdd0Vk8VpPtWt00VXZNZnurReZ+NvO0rvW532WWX7P1x2223zdtd09un9/tJkyY1fR71moCAa70k9UOAAAECBAgQINBMAQHXZuobmwABAgQIECBAgAABAgQIECBAgAABAgQIECBAgAABAs0TqKZ6V6OCrV2rFnBt3v4bucMF5s6dG1OnTu2YVQ624EvHbJyFtKSAgGuhbWn3gGvbnf8aHXBNT8PTTz8d48ePjxUrVqz1cEyZMiWrjDd8+PCqHpx1VYU95ZRTYubMmVX3VdWAfRq1esD1qaeeikMPPXStUF+ymTVrVrz3ve+tZdltd8/SpUuzZ2758uXdc584cWJcd911seGGG9ZlPa0ScP3Vr34Vxx57bDz55JO91rXffvvF/Pnz44Mf/GBd1tvVyeLFiyNZrlq1qle/KXj+ta99LTbaaKN+xysr4Prqq69m1XrvvvvuteZy5513xuGHH15Xk6KdpffG4447Lp544onurg4++OBs/1opiFvNOt99991IlXwvv/zyapq3RRsB17bYJpMkQIAAAQIECBAYQEDA1SNCgAABAgQIECBAgAABAgQIECBAgAABAgQIECBAgACBwSmwrupdjQ62dokLuA7OZ8+qGyzwpz/9Kc4999wskNMpl4Brp+ykdbSCgIBroV1o94Br253/ygi4plDqNddcE1/84hfXejhS2HDOnDlZQK/Ca6fiw/Tb3/42q1h57733rvX3M2bMiLPOOiuGDh1a6EHs7+ZWDri+/fbbccEFF2RB1r7XjTfeGJ/73OcaYtKKnaaAYwoMPvjgg93T23fffSMFLLfaaqu6TLlVAq7p9ZXOpOm573vVO/S9bNmyOPHEE9cK06bXcQpjjhs3bp22ZQRc0+vgyiuvjPPPP3+tuYwdOzbmzZsXm222WV2egXp18swzz8SnP/3pXsH0adOmRXo/W3/99es1TCn99FdFupTBGzSIgGuDYHVLgAABAgQIECBQqoCAa6ncBiNAgAABAgQIECBAgAABAgQIECBAgAABAgQIECBAgEBLCPRXvausYGsXgoBrSzwOJtFpApVCE+mD9OmD6NVelUKyKaxz9dVXx/vel/Jd1V99AxbTp0/PKie5CBBojoCAayH3dg64tuX5r4yAa3oi1lVRcY899sjCcdttt13VD8/DDz8cxx9//FqVSlPQ7u///u/jjDPOiA022KDq/qpp+Nprr2VVCb/61a+u1fzWW2+NCRMm9NvND3/4w/jrv/7rtf7+Bz/4Qey1117VDL/ONinkuHDhwqy6fN/KmqNGjYo77rgjdthhh8LjtEsHb731VnYumzt3bveU07PxwAMPxMc//vG6LKNVAq5pMb/5zW+yqqqPPPLIWmu77LLL4swzzyz8enjllVeyqqipgmvfq5rqremeRgdc07Of1puCoX2vtP+LFi2KAw44oC77X89OKrmk4H/ybrfrZz/7WRx11FHx05/+tHvq6ZlJ4eJqr0oh2YsuuijSn2q/CCGNVel9YKD36mrnWKmd818RPfcSIECAAAECBAg0WkDAtdHC+idAgAABAgQIECBAgAABAgQIECBAgAABAgQIECBAgEDrCfSt3lV2sLVLRMC19Z4NM+oAgUpVllJg4pOf/GTVq3vppZeyIMyjjz7afU8tH9xONwu4Vs2uIYFSBAQcCjG3c8C1Lc9/ZQVc01PRXyg1/V2qPnnppZdWHcJ75513skqlqaJ6pSsF7i655JLYZpttCj2Q6eZUEfKee+6JK664In70ox9V7G+g0FQjA64pxHXTTTdl4a8Uwu17pS+9SH83ZMiQwhbt1EGqapqCnT2veoYGWyngmtaYQoQp5No34Jz+7uyzz47zzjsvNt5445q2cMWKFVlg+O67717r/pEjR2bB1WqC2o0KuKb3gxTuTRWM+3uNNrq6c02wEVHpS29SGPe73/1uVaa1jtuo+5YsWdKrkm/64oIULN5pp52qHnLp0qUxfvz4WL58efc9N998c6T39TyXgGseLW0JECBAgAABAgQ6XUDAtdN32PoIECBAgAABAgQIECBAgAABAgQIECBAgAABAgQIECDQW6Bn9a5mBVu7ZiTg6ukk0ACBVA0sVUjrunbZZZe47bbbYtttt616tIceeigOO+ywXiGEvNWNugYTcK2aXUMCpQgIuBZibteAa9ue/8oMuKYQWgpapgqLfa9aqiu+8cYbWaAtVT+vdKUwXwrATpo0KTbbbLPcD+brr78eKayVgrQ9qxFW6qjMgGuq1rpy5cr4t3/7t7jvvvsijd3f/FLoMP19PYK+uQGbfEMKFX/qU5/qddZKFTFT8HXYsGGFZ9dqAdeBQt+77bZb9vobM2ZM1UHyFO6+8847Y/r06fHCCy9UNLvhhhti8uTJVVXWrEfAtev5T0He559/Ph5//PG46667+p1fmvQpp5wSM2fOjOHDhxfe93p38Pvf/z4LJt9///3dXe+7775ZaHirrbaq93AN7e/dd9+NFKhPla67roMPPjir0D1ixIiqx06B/fRMdV1bbrllfOc734n0O1eeS8A1j5a2BAgQIECAAAECnS4g4NrpO2x9BAgQIECAAAECBAgQIECAAAECBAgQIECAAAECBAgQ6C2QqnftGxHpv/9VmrE5SgKuzXE3agcLpA/Tn3rqqdkHtbuu9KH06667LlI4p5orhQXOOeecuOaaa7qbjx49Om6//fbYfvvtq+miVxsB19xkbiDQUAEB10K87RpwbdvzX5kB1/RkvPjii3H88cdHCh/2vVIQ6sYbb4wtttii6ocohVxTYLZSaLark/Tz+ZBDDskqp+++++6xySabxHrrrbfWGCkg+O///u/x/e9/PwvMpS+jqFQNs+eNqe8vf/nL8fnPf36d4bn+KrhWvdAaGqaAb/oCjjwV5msYpmVvefnll7OKjw8++GD3HPfcc89YsGBBpKqjRa9KAdeifVa6P88ZMb0e0hnz+uuv73cqO+64Y3zuc5/LqmxuvfXWMXTo0F5tV69eHb/97W+z53/evHnZ66G/6+KLL87GqzYwXCng2giznn2mc3oKqW+66aaNHqqm/isFsVO13FRxdv3116+pz2bd9NJLL2Xvs48++l//3yCpcnB6rVRbQTp9sUB6PntWCz7ooIOy370+8IEP5FqagGsuLo0JECBAgAABAgQ6XEDAtcM32PIIECBAgAABAgQIECBAgAABAgQIECBAgAABAgQIECDQR2DniHi2RVQEXFtkI0yjcwSeeuqpOPTQQyOFJrquOXPmRKoIVu1VqY/TTz89qyy1wQYbVNtNdzsB19xkbiDQUAEB10K87RpwbdvzX9kB1/R0pIrlKXRWKTyafqalqqt9Q3freqrSF0ekYGwKmr722mtVPYAf//jHY6ONNupuu2LFinVWgKzUaQrNXnLJJfHRj350wOqVZQdcU7g1ffnG0UcfPeDcqgJrw0apmmTan/RM9bxSRdLDDz+88IpaMeCaFpVeA+k1lMKp1Vw9XwspEPjss88OGOxO/Z5//vnZnzxVUcsOuCaHNMdqv4SmGq96tknVaC+99NKs6mnPK71Hjh07tp5DldJX+mKAI444otdYDzzwQK6QfaU+UkA5hX4rnK/WuS4B11K23SAECBAgQIAAAQJtIiDg2iYbZZoECBAgQIAAAQIECBAgQIAAAQIECBAgQIAAAQIECBDoQAEB1w7cVEtqnkCloMSoUaPijjvuiB122KGqiaXKWukD2j1DB+lD96lK0f77719VH30bCbjWxOYmAg0TEHAtRNuuAddCi67zzbnOf80IuKbQUar6eO2116619FRZM4Xg9tprr1wsKSj2k5/8JC666KK45557ct2bt/Fuu+2WjTNmzJiqv5iizIBrsrvqqqtil112yR0Iy2vR6u1TFdLDDjusV2CzyJeK9FxvqwZc0xzTayxVcU0B34GqEOfdwxSevvLKK7NKnXmC6GmcsgKu6TWaqjp/4hOfqFitOe+aG9W+UpXhfffdN3PaaqutGjVsQ/pNv+Ocdtpp8Y1vfKO7//Qeecstt8SWW25Z1ZipcvDkyZPj3nvv7W6f93etngMJuFbFrhEBAgQIECBAgMAgERBwHSQbbZkECBAgQIAAAQIECBAgQIAAAQIECBAgQIAAAQIECBBoQYFcAYcWnL8pEWgpgV/96ldx7LHHxpNPPtk9r8985jNZQKea6lUpfLNw4cKYOnVqr7BBCl7cdNNNMWLEiJrWK+BaE5ubCDRMQMC1EK2AayG+7OZc579mBFzTJJctW5b9TH3uuefWWvGRRx4Zc+fOrennYqrm+uCDD8YVV1wR3//+94tr9ughVWw99dRTY7/99qs62Np1exkB1yLzqytUC3X2+uuvx+c+97nsi0S6riKBuZ5La+WAa/ZG0IDQd3rG0rp33jkVrc5/NTLgmr4wJn1ZzMknn1zTazT/aorfUSmAnaq5pgD9kCFDig9QYg9PPfVUHHrooZFCu11XnrW88847kSq1pqq7Pa8igXQB1xIfAEMRIECAAAECBAi0vICAa8tvkQkSIECAAAECBAgQIECAAAECBAgQIECAAAECBAgQIECgYwVyBRw6VsHCCNRBIIUEZs+eHWeddVav3u688844/PDDqxohhXlOPPHEXgHZ9GH8+fPnx7hx46rqo1IjAdea6dxIoCECAq6FWAVcC/FlN+c6/zUr4Jp+rt54441x0kknVVzxDTfckFXyq/B6qkoohaXSF1KkL5ZIf1577bWq7uvbaI899sh+zh911FGRqsvWOp96BlxTBc3Ro0fH5ptvHrvuumtWqTX9v2v9ooyaYNropvQlIulZ6nmlIN20adNq3s/UV6sHXLvWu3r16uy1MGfOnCzom7eiazqrpi9jSV/Qkl4P6623Xs27X6+A6/bbb5+9HrfddtvYYYcdsnl95CMfiWHDhtU8t7JvTGH8VMn6mmuu6R46VTr99re/HbvvvnvZ0yk0Xj3W8thjj8WkSZNixYoV3XNJe7xo0aLsfa6WS8C1FjX3ECBAgAABAgQIdKqAgGun7qx1ESBAgAABAgQIECBAgAABAgQIECBAgAABAgQIECBAoPUFcgUcWn85ZkigeQKVKs2NHTs25s2bF5ttttmAE3vllVeyilKLFy/u1faUU06JmTNnVlUBtr9BBFwH5NeAQKkCAq6FuAVcC/FlNzv/9TFMYddf/OIX8cwzz8Szzz6bVY1NIaoXXnihu6XQaPEHr1V7+M1vfhMTJ06MRx55pHuKqQpv+oKRD37wg6067YbMKwX+/s//+T9Z4PVHP/pR9jpIr4eeAfAUHk3B0RQq3HPPPWO33XYTnm7AblSqeJp+V0hfqNNOQd1E8/DDD8fxxx/fq3prnrVU+hKg1O+MGTOyLxcaOnRoTTsg4FoTm5sIECBAgAABAgQ6VEDAtUM31rIIECBAgAABAgQIECBAgAABAgQIECBAgAABAgQIECDQBgICDm2wSabY+gJvvPFGVmHp+uuv7zXZW2+9NSZMmDDgAl599dXsw9kpSNHzStWmvv71r8eoUaMG7GNdDQRcC/G5mUDdBQRcC5EKuBbiy252/ituqIcOEkjVglOVzC9+8Yu9VlW0SnAHEVlKyQKp4ukFF1wQqZJw15Wqt952222x9957lzybYsNV+hKfPGtZvnx5nHbaafHAAw/0msi4ceNi7ty5WaXqWi8B11rl3EeAAAECBAgQINCJAgKunbir1kSAAAECBAgQIECAAAECBAgQIECAAAECBAgQIECAAIH2EBBwaI99MssWFkihiIULF8bUqVNj1apV3TOttnprf+HWDTfcMObMmRPHHntsVAjD5RIRcM3FpTGBhgsIuBYiFnAtxJfd7PxX3FAPHSagimuHbWibL+fpp5+O8ePHZxV0u648FU9bZfmpOnYK6Z577rm9plTtWvoLt44cOTJuvvnm2GeffQotVcC1EJ+bCRAgQIAAAQIEOkxAwLXDNtRyCBAgQIAAAQIECBAgQIAAAQIECBAgQIAAAQIECBAg0EYCAg5ttFmm2poCjz32WEyaNKnXB9BTODVVY02VhdZ1pQ+tT5s2Le6+++61ms2YMSOr6jp06NDCCxdwLUyoAwJ1FRBwLcQp4FqIL7vZ+a+4oR46UCBVxzzppJN6fWHJzJkz48wzz4whQ4Z04IotqRUF3njjjez3g3nz5nVPLwU6Fy1aFLvuumsrTrninPr7EqBq1/LjH/84Tj/99PjhD3/Yq/96fgmQgGvbPE4mSoAAAQIECBAgUIKAgGsJyIYgQIAAAQIECBAgQIAAAQIECBAgQIAAAQIECBAgQIAAgYoCAg4eDAIFBZYtWxYnnnhiPPnkk909TZkyJWbPnh3Dhw/vt/dnn302PvvZz8ZPfvKTtdpcfPHFcc4558SwYcMKzu7/3S7gWhdGnRCom4CAayFKAddCfNnNzn/FDfXQgQIrV66ML3zhC3HLLbd0r27UqFGRgq877bRTB67YklpRYPHixTFx4sSOCFpX+iKg9HtJqui6ri/xuf/++2Pq1Km9vkAo7VUKt6bfsdKXC9XjS4AEXFvxFWBOBAgQIECAAAECzRIQcG2WvHEJECBAgAABAgQIECBAgAABAgQIECBAgAABAgQIECBAQMDBM0CgDgI9P7xdbRDinXfeiZtvvjmr0LRq1aruWZx//vmR/qwrHJt3ygKuecW0J9BYAQHXQr4CroX4spud/4ob6qFDBZYuXRrHHHNMpC8w6bpOOOGE+NrXvhYbbbRRh67aslpF4MUXX4zjjz++V9XScePGxdy5c2PzzTdvlWlWPY++VVz322+/mD9/fnzwgx9cZx8peJqqJ6cv/em6Urj1sssuy4Kv9Qi3pn4FXKveSg0JECBAgAABAgQGgYCA6yDYZEskQIAAAQIECBAgQIAAAQIECBAgQIAAAQIECBAgQIBAiwoIOLToxphWewmkD2/feOONcdJJJ8UNN9wQkydPjgoBtrUWtXr16liwYEGccsop2d+lqq1nnXVW3Sq3dg0o4Npez5PZdr6AgGuhPRZwLcSX3ez8V9xQDx0q0DeQ17XMPOe7DqWxrAYLvP3223HBBRfErFmzukcaOXJk9oU4++yzT4NHb1z36Ut9LrrooiwkvmjRojjggAOqGix5XHnlldkX/2y88cbZ/z1hwoS6hVvTJARcq9oKjQgQIECAAAECBAaJgIDrINloyyRAgAABAgQIECBAgAABAgQIECBAgAABAgQIECBAgEALCgg4tOCmmFJ7CrzxxhuxcOHCOPbYY3NVX00f+p49e3Zsttlmdf/Qdpdk+kD5Pffc0w17yCGHxBe+8IX2hDZrAh0gIOBaaBMFXAvxZTc7/xU31EMHC6QzXfrSkeuvv757lSlo+M1vfjP22muvDl65pTVLoL9g9VVXXRWnn356VV+c06y5VzPuK6+8Evfff3/u33XSazFVcd1///3jwAMPrLvDf/zHf8Sll14aTz31VPcy0hcPpaq5jbic/xqhqk8CBAgQIECAAIF6CQi41ktSPwQIECBAgAABAgQIECBAgAABAgQIECBAgAABAgQIECCQV0DAIa+Y9gQIECBAoKCAgEMhQAHXQnzZzc5/xQ310OECKZB38sknx+LFi7tXmkJvc+fOjc0337zDV295ZQs89thjMWnSpFixYkX30CloOXPmzFxfnFP2vI2XT8D5L5+X1gQIECBAgAABAuUKCLiW6200AgQIECBAgAABAgQIECBAgAABAgQIECBAgAABAgQIEPgvAQEHTwMBAgQIEChZQMChELiAayG+7Gbnv+KGehgEAsuWLYsTTzwxnnzyye7VCh0Ogo0veYm/+c1v4tRTTxWmLtm9GcM5/zVD3ZgECBAgQIAAAQLVCgi4ViulHQECBAgQIECAAAECBAgQIECAAAECBAgQIECAAAECBAjUW0DAod6i+iNAgAABAgMICDgUekQEXAvxZTc7/xU31MMgEfjlL38Zv/71r3utdtttt42tt956kAhYZiMFVq9eHc8//3y89tprvYYZNWqUSsGNhG9S385/TYI3LAECBAgQIECAQFUCAq5VMWlEgAABAgQIECBAgAABAgQIECBAgAABAgQIECBAgAABAg0QEHBoAKouCRAgQIDAugQEHAo9Hw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7x9grwAAIABJREFUroX4spud/4ob6oEAAQIECOQScP7LxaUxAQIECBAgQIBAyQICriWDG44AAQIECBAgQIAAAQIECBAgQIAAAQIECBAgQIAAAQIEugVWR0T3v1uvXr06KnzoEhcBAgQIECBQJ4E1a9bEeuut17O3FDbs9T/UaahO7UbAtfjOOv8VN9QDAQIECBCoWsD5r2oqDQkQIECAAAECBJokIODaJHjDEiBAgAABAgQIECBAgAABAgQIECBAgAABAgQIECBAgED8MSKGdzmsXLkyNtxwQywECBAgQIBAgwRWrVoVG220Uc/e34iI9zdouE7sVsC1+K46/xU31AMBAgQIEKhawPmvaioNCRAgQIAAAQIEmiQg4NokeMMSIECAAAECBAgQIECAAAECBAgQIECAAAECBAgQIECAQLwYESO7HH7+85/Hdttth4UAAQIECBBokMDy5cvjf/yP/9Gz9xURsU2DhuvEbgVci++q819xQz0QIECAAIGqBZz/qqbSkAABAgQIECBAoEkCAq5NgjcsAQIECBAgQIAAAQIECBAgQIAAAQIECBAgQIAAAQIECMTjEfE3XQ7f/e5346CDDsJCgAABAgQINEjg/vvvj0996lM9e/9+ROzdoOE6sVsB1+K76vxX3FAPBAgQIECgagHnv6qpNCRAgAABAgQIEGiSgIBrk+ANS4AAAQIECBAgQIAAAQIECBAgQIAAAQIECBAgQIAAAQIxLyImdznMmDEj/u7v/g4LAQIECBAg0CCBK664Is4999yevd8YEVMaNFwndivgWnxXnf+KG+qBAAECBAhULeD8VzWVhgQIECBAgAABAk0SEHBtErxhCRAgQIAAAQIECBAgQIAAAQIECBAgQIAAAQIECBAgQCA+HxHXdzmMHTs2Fi9ejIUAAQIECBBokMC4ceNiyZIlPXs/JSL+sUHDdWK3Aq7Fd9X5r7ihHggQIECAQNUCzn9VU2lIgAABAgQIECDQJAEB1ybBG5YAAQIECBAgQIAAAQIECBAgQIAAAQIECBAgQIAAAQIEYnREPNvl8L73vS/++Mc/xnve45+yPRsECBAgQKDeAmvWrIn3v//98eabb/bseueIeK7eY3VwfwKuxTfX+a+4oR4IECBAgEBVAs5/VTFpRIAAAQIECBAg0GQB/yrY5A0wPAECBAgQIECAAAECBAgQIECAAAECBAgQIECAAAECBAa5wIsRMbLL4I477ojx48cPchLLJ0CAAAEC9RdYtGhRHHnkkT07XhER29R/pI7uUcC1Ptvr/FcfR70QIECAAIF1Cjj/eUAIECBAgAABAgTaQUDAtR12yRwJECBAgAABAgQIECBAgAABAgQIECBAgAABAgQIECDQuQJXR8TpXcsbO3ZsLF68uHNXa2UECBAgQKBJAuPGjYslS5b0HP2aiDijSdNp12EFXOuzc85/9XHUCwECBAgQWKeA858HhAABAgQIECBAoB0EBFzbYZfMkQABAgQIECBAgAABAgQIECBAgAABAgQIECBAgAABAp0r8FcR8UTP5f34xz+Oj370o527YisjQIAAAQIlC/zkJz+Jj33sY31H3TMi/qnkqbT7cAKu9dlB57/6OOqFAAECBAj0K+D85+EgQIAAAQIECBBoFwEB13bZKfMkQIAAAQIECBAgQIAAAQIECBAgQIAAAQIECBAgQIBA5wo8HhF/07W84447Lr75zW927mqtjAABAgQIlCwwYcKEWLBgQc9Rvx8Re5c8jU4YTsC1frvo/Fc/Sz0RIECAAIG1BJz/PBQECBAgQIAAAQLtIiDg2i47ZZ4ECBAgQIAAAQIECBAgQIAAAQIECBAgQIAAAQIECBDoXIGjIuL2nsv77ne/GwcddFDnrtjKCBAgQIBASQL3339/fOpTn+o72tER8a2SptBJwwi41m83nf/qZ6knAgQIECDQS8D5zwNBgAABAgQIECDQTgICru20W+ZKgAABAgQIECBAgAABAgQIECBAgAABAgQIECBAgACBzhXoVcXrL//yL2Pp0qXxnvf4Z+3O3XIrI0CAAIFGC6xZsyZ22mmneP7553sOpXpr7fACrrXbVbrT+a++nnojQIAAAQLh/OchIECAAAECBAgQaDcB/xLYbjtmvgQIECBAgAABAgQIECBAgAABAgQIECBAgAABAgQIEOhMgU9ExEM9lzZlypS44YYbOnO1VkWAAAECBEoQOOmkk2LevHl9R9o/Ih4uYfhOHELAtb676vxXX0+9ESBAgACBcP7zEBAgQIAAAQIECLSbgIBru+2Y+RIgQIAAAQIECBAgQIAAAQIECBAgQIAAAQIECBAgQKBzBa6OiNN7Lm/GjBnxd3/3d527YisjQIAAAQINErjiiivi3HPP7dv7NRFxRoOGHAzdCrjWf5ed/+pvqkcCBAgQGKQCzn+DdOMtmwABAgQIECDQ5gICrm2+gaZPgAABAgQIECBAgAABAgQIECBAgAABAgQIECBAgACBDhN4OiJ26bmma6+9Nk499dQOW6blECBAgACBxglcd911cdppp/Ud4JmI2LVxow6KngVcG7PNzn+NcdUrAQIECAwiAee/QbTZlkqAAAECBAgQ6DABAdcO21DLIUCAAAECBAgQIECAAAECBAgQIECAAAECBAgQIECAQJsLjI6IH0bE8J7rUMm1zXfV9AkQIECgNIF+Kne9ERF7RcRzpU2kMwcScG3Mvjr/NcZVrwQIECAwSASc/wbJRlsmAQIECBAgQKBDBQRcO3RjLYsAAQIECBAgQIAAAQIECBAgQIAAAQIECBAgQIAAAQJtLHBIRHyn7/ynTJkSc+fOjfe8xz91t/HemjoBAgQINEhgzZo1cfLJJ8e8efMqjfDpiLinQUMPpm4FXBu3285/jbPVMwECBAh0qIDzX4durGURIECAAAECBAaZgH/1G2QbbrkECBAgQIAAAQIECBAgQIAAAQIECBAgQIAAAQIECBBoE4GjIuL2vnP9y7/8y/jKV74SBx10UJsswzQJECBAgEDjBe6///740pe+FM8//3ylwY6OiG81fhaDYgQB18Zus/NfY331ToAAAQIdJOD810GbaSkECBAgQIAAgUEuIOA6yB8AyydAgAABAgQIECBAgAABAgQIECBAgAABAgQIECBAgEALC6RKXrdFxPC+czzuuOPi7LPPjo9+9KMtPH1TI0CAAAECjRX4yU9+El/96ldjwYIFlQZ6IyKOUbm1rnsg4FpXzoqdOf813tgIBAgQINDGAs5/bbx5pk6AAAECBAgQIFBRQMDVg0GAAAECBAgQIECAAAECBAgQIECAAAECBAgQIECAAAECrSwwOiJuiohdKk1y7NixMXHixDjiiCPiPe/xT+CtvJHmRoAAAQL1EVizZk3ceeedMX/+/FiyZEl/nT4TEZ+LiOfqM6pe/lNAwLWcR8H5rxxnoxAgQIBAmwg4/7XJRpkmAQIECBAgQIBATQL+da8mNjcRIECAAAECBAgQIECAAAECBAgQIECAAAECBAgQIECAQMkCV0fE6f2N+b73vS/GjBkTe+65Z4wePTr++3//77HFFlvE+9//fsHXkjfKcAQIECBQH4EUZPjjH/8Yv/3tb+MXv/hFPPfcc/HEE0/Egw8+GG+++ea6BrkmIs6ozyz00kdAwLXcR8L5r1xvoxEgQIBAkwWc/5q8AYYnQIAAAQIECBBoioCAa1PYDUqAAAECBAgQIECAAAECBAgQIECAAAECBAgQIECAAAECNQh8IiIujoi/qeFetxAgQIAAgU4X+P5//px8uNMX2sT1CbiWj+/8V765EQkQIECgfQSc/9pnr8yUAAECBAgQIECgHwEBV48GAQIECBAgQIAAAQIECBAgQIAAAQIECBAgQIAAAQIECLSbwFERcZqga7ttm/kSIECAQIMEUrDh2oj4VoP61+1/CQi4Nu9pcP5rnr2RCRAgQKD1BJz/Wm9PzIgAAQIECBAgQKBGAQHXGuHcRoAAAQIECBAgQIAAAQIECBAgQIAAAQIECBAgQIAAAQJNF/iriDgmIsZFxMimz8YECBAgQIBAeQIrImJxRNwWEf9U3rCDfiQB1+Y/As5/zd8DMyBAgACB5gg4/zXH3agECBAgQIAAAQINFhBwbTCw7gkQIECAAAECBAgQIECAAAECBAgQIECAAAECBAgQIECgFIHREbFnRHwsIraPiL+IiA9ERAqi+LfxUrbAIAQIECBQZ4E1EfFmRPw+In4dES9ExI8j4omIeK7OY+muOgEB1+qcymrl/FeWtHEIECBAoCwB57+ypI1DgAABAgQIECDQMgL+Ea9ltsJECBAgQIAAAQIECBAgQIAAAQIECBAgQIAAAQIECBAgQIAAAQIECBAgQKCFBQRcW3hzTI0AAQIECBAgQIAAAQIECBAgQKD9BARc22/PzJgAAQIECBAgQIAAAQIECBAgQIAAAQIECBAgQIAAAQIECBAgQIAAAQIEyhcQcC3f3IgECBAgQIAAAQIECBAgQIAAAQIdLCDg2sGba2kECBAgQIAAAQIECBAgQIAAAQIECBAgQIAAAQIECBAgQIAAAQIECBAgUDcBAde6UeqIAAECBAgQIECAAAECBAgQIECAQISAq6eAAAECBAgQIECAAAECBAgQIECAAAECBAgQIECAAAECBAgQIECAAAECBAgMLCDgOrCRFgQIECBAgAABAgQIECBAgAABAgSqFhBwrZpKQwIECBAgQIAAAQIECBAgQIAAAQIECBAgQIAAAQIECBAgQIAAAQIECBAYxAICroN48y2dAAECBAgQIECAAAECBAgQIECg/gICrvU31SMBAgQIECBAgAABAgQIECBAgAABAgQIECBAgAABAgQIECBAgAABAgQIdJ6AgGvn7akVESBAgAABAgQIECBAgAABAgQINFFAwLWJ+IYmQIAAAQIECBAgQIAAAQIECBAgQIAAAQIECBAgQIAAAQIECBAgQIAAgbYREHBtm60yUQIECBAgQIAAAQIECBAgQIAAgXYQEHBth10yRwIECBAgQIAAAQIECBAgQIAAAQIECBAgQIAAAQIECBAgQIAAAQIECBBotoCAa7N3wPgECBAgQIAAAQIECBAgQIAAAQIdJSDg2lHbaTEECBAgQIAAAQIECBAgQIAAAQIECBAgQIAAAQIECBAgQIAAAQIECBAg0CABAdcGweqWAAECBAgQIECAAAECBAgQIEBgcAoIuA7OfbdqAgQIECBAgAABAgQIECBAgAABAgQIECBAgAABAgQIECBAgAABAgQIEMgnIOCaz0trAgQIECBAgAABAgQIECBAgAABAusUEHD1gBAgQIAAAQIECBAgQIAAAQIECBAgQIAAAQIECBAgQIAAAQIECBAgQIAAgYEFBFwHNtKCAAECBAgQIECAAAECBAgQIECAQNUCAq5VU2lIgAABAgQIECBAgAABAgQIECBAgAABAgQIECBAgAABAgQIECBAgAABAoNYQMB1EG++pRMgQIAAAQIECBAgQIAAAQIECNRfQMC1/qZ6JECAAAECBAgQIECAAAECBAgQIECAAAECBAgQIECAAAECBAgQIECAAIHOExBw7bw9tSICBAgQIECAAAECBAgQIECAAIEmCgi4NhHf0AQIECBAgAABAgQIECBAgAABAgQIECBAgAABAgQIECBAgAABAgQIECDQNgICrm2zVSZKgAABAgQIECBAgAABAgQIECDQDgICru2wS+ZIgAABAgQIECBAgAABAgQIECBAgAABAgQIECBAgAABAgQIECBAgAABAs0WEHBt9g4YnwABAgQIECBAgAABAgQIECBAoKMEBFw7ajsthgABAgQIECBAgAABAgQIECBAgAABAgQIECBAgAABAgQIECBAgAABAgQaJCDg2iBY3RIgQIAAAQIECBAgQIAAAQIECAxOAQHXwbnvVk2AAAECBAgQIECAAAECBAgQIECAAAECBAgQIECAAAECBAgQIECAAAEC+QQEXPN5aU2AAAECBAgQIECAAAECBAgQIEBgnQICrh4QAgQIECBAgAABAgQIECBAgAABAgQIECBAgAABAgQIECBAgAABAgQIECAwsICA68BGWhAgQIAAAQIECBAgQIAAAQIECBCoWkDAtWoqDQkQIECAAAECBAgQIECAAAECBAgQIECAAAECBAgQIECAAAECBAgQIEBgEAsIuA7izbd0AgQIECBAgAABAgQIECBAgACB+gsIuNbfVI8ECBAgQIAAAQIECBAgQIAAAQIECBAgQIAAAQIECBAgQIAAAQIECBAg0HkCAq6dt6dWRIAAAQIECBAgQIAAAQIECBAg0EQBAdcm4huaAAECBAgQIECAAAECBAgQIECAAAECBAgQIECAAAECBAgQIECAAAECBNpGQMC1bbbKRAkQIECAAAECBAgQIECAAAECBNpBQMC1HXbJHAkQIECAAAECBAgQIECAAAECBAgQIECAAAECBAgQIECAAAECBAgQIECg2QICrs3eAeMTIECAAAECBAgQIECAAAECBAh0lICAa0dtp8UQIECAAAECBAgQIECAAAECBAgQIECAAAECBAgQIECAAAECBAgQIECAQIMEBFwbBKtbAgQIECBAgAABAgQIECBAgACBwSkg4Do4992qCRAgQIAAAQIECBAgQIAAAQIECBAgQIAAAQIECBAgQIAAAQIECBAgQCCfgIBrPi+tCRAgQIAAAQIECBAgQIAAAQIECKxTQMDVA0KAAAECBAgQIECAAAECBAgQIECAAAECBAgQIECAAAECBAgQIECAAAECBAYWEHAd2EgLAgQIECBAgAABAgQIECBAgAABAlULCLhWTaUhAQIECBAgQIAAAQIECBAgQIAAAQIECBAgQIAAAQIECBAgQIAAAQIECAxiAQHXQbz5lk6AAAECBAgQIECAAAECBAgQIFB/AQHX+pvqkQABAgQIECBAgAABAgQIECBAgAABAgQIECBAgAABAgQIECBAgAABAgQ6T0DAtfP21IoIECBAgAABAgQIECBAgAABAgSaKCDg2kR8QxMgQIAAAQIECBAgQIAAAQIECBAgQIAAAQIECBAgQIAAAQIECBAgQIBA2wgIuLbNVpkoAQIECBAgQIAAAQIECBAgQIBAOwgIuLbDLpkjAQIECBAgQIAAAQIECBAgQIAAAQIECBAgQIAAAQIECBAgQIAAAQIECDRbQMC12TtgfAIECBAgQIAAAQIECBAgQIAAgY4SEHDtqO20GAIECBAgQIAAAQIECBAgQIAAAQIECBAgQIAAAQIECBAgQIAAAQIECBBokICAa4NgdUuAAAECBAgQIECAAAECBAgQIDA4BQRcB+e+WzUBAgQIECBAgAABAgQIECBAgAABAgQIECBAgAABAgQIECBAgAABAgQI5BMQcM3npTUBAgQIECBAgAABAgQIECBAgACBdQoIuHpACBAgQIAAAQIECBAgQIAAAQIECBAgQIAAAQIECBAgQIAAAQIECBAgQIDAwAICrgMbaUGAAAECBAgQIECAAAECBAgQIECgagEB16qpNCRAgAABAgQIECBAgAABAgQIECBAgAABAgQIECBAgAABAgQIECBAgACBQSwg4DqIN9/SCRAgQIAAgf+fvbsBtqo874Z/KbwyCX6E5InGJC3a1CA1eiImUiGJaTB+JCoCEqOI4qDiGwlKSBE11CB+EFOkMkgk6viBioiIEB2tH4k+lbTYGB+NDmlsS2mrxk4rNYgtvsp5Z+2357xnH/Zhf6x99l5r79+acTJl3+u6r/t3LdOO4783AQIECBAgQIAAAQL1FxBwrb+pigQIECBAgAABAgQIECBAgAABAgQIECBAgAABAgQIECBAgAABAgQIECDQegICrq03UyciQIAAAQIECBAgQIAAAQIECBBoooCAaxPxbU2AAAECBAgQIECAAAECBAgQIECAAAECBAgQIECAAAECBAgQIECAAAECuREQcM3NqDRKgAABAgQIECBAgAABAgQIECCQBwEB1zxMSY8ECBAgQIAAAQIECBAgQIAAAQIECBAgQIAAAQIECBAgQIAAAQIECBAg0GwBAddmT8D+BAgQIECAAAECBAgQIECAAAECLSUg4NpS43QYAgQIECBAgAABAgQIECBAgAABAgQIECBAgAABAgQIECBAgAABAgQIEOgnAQHXfoJVlgABAgQIECBAgAABAgQIECBAoD0FBFzbc+5OTYAAAQIECBAgQIAAAQIECBAgQIAAAQIECBAgQIAAAQIECBAgQIAAAQLVCQi4VudlNQECBAgQIECAAAECBAgQIECAAIFdCgi4+kAIECBAgAABAgQIECBAgAABAgQIECBAgAABAgQIECBAgAABAgQIECBAgEB5AQHX8kZWECBAgAABAgQIECBAgAABAgQIEKhYQMC1YioLCRAgQIAAAQIECBAgQIAAAQIECBAgQIAAAQIECBAgQIAAAQIECBAgQKCNBQRc23j4jk6AAAECBAgQIECAAAECBAgQIFB/AQHX+puqSIAAAQIECBAgQIAAAQIECBAgQIAAAQIECBAgQIAAAQIECBAgQIAAAQKtJyDg2nozdSICBAgQIECAAAECBAgQIECAAIEmCgi4NhHf1gQIECBAgAABAgQIECBAgAABAgQIECBAgAABAgQIECBAgAABAgQIECCQGwEB19yMSqMECBAgQIAAAQIECBAgQIAAAQJ5EBBwzcOU9EiAAAECBAgQIECAAAECBAgQIECAAAECBAgQIECAAAECBAgQIECAAAECzRYQcG32BOxPgAABAgQIECBAgAABAgQIECDQUgICri01TochQIAAAQIECBAgQIAAAQIECBAgQIAAAQIECBAgQIAAAQIECBAgQIAAgX4SEHDtJ1hlCRAgQIAAAQIECBAgQIAAAQIE2lNAwLU95+7UBAgQIECAAAECBAgQIECAAAECBAgQIECAAAECBAgQIECAAAECBAgQIFCdgIBrdV5WEyBAgAABAgQIECBAgAABAgQIENilgICrD4QAAQIECBAgQIAAAQIECBAgQIAAAQIECBAgQIAAAQIECBAgQIAAAQIECJQXEHAtb2QFAQIECBAgQIAAAQIECBAgQIAAgYoFBFwrprKQAAECBAgQIECAAAECBAgQIECAAAECBAgQIECAAAECBAgQIECAAAECBNpYQMC1jYfv6AQIECBAgAABAgQIECBAgAABAvUXEHCtv6mKBAgQIECAAAECBAgQIECAAAECBAgQIECAAAECBAgQIECAAAECBAgQINB6AgKurTdTJyJAgAABAgQIECBAgAABAgQIEGiigIBrE/FtTYAAAQIECBAgQIAAAQIECBAgQIAAAQIECBAgQIAAAQIECBAgQIAAAQK5ERBwzc2oNEqAAAECBAgQIECAAAECBAgQIJAHAQHXPExJjwQIECBAgAABAgQIECBAgAABAgQIECBAgAABAgQIECBAgAABAgQIECDQbAEB12ZPwP4ECBAgQIAAAQIECBAgQIAAAQItJSDg2lLjdBgCBAgQIECAAAECBAgQIECAAAECBAgQIECAAAECBAgQIECAAAECBAgQ6CcBAdd+glWWAAECBAgQIECAAAECBAgQIECgPQUEXNtz7k5NgAABAgQIECBAgAABAgQIECBAgAABAgQIECBAgAABAgQIECBAgAABAtUJCLhW52U1AQIECBAgQIAAAQIECBAgQIAAgV0KCLj6QAgQIECAAAECBAgQIECAAAECBAgQIECAAAECBAgQIECAAAECBAgQIECAQHkBAdfyRlYQIECAAAECBAgQIECAAAECBAgQqFhAwLViKgsJECBAgAABAgQIECBAgAABAgQIECBAgAABAgQIECBAgAABAgQIECBAoI0FBFzbePiOToAAAQIECBAgQIAAAQIECBAgUH8BAdf6m6pIgAABAgQIECBAgAABAgQIECBAgAABAgQIECBAgAABAgQIECBAgAABAq0nIODaejN1IgIECBAgQIAAAQIECBAgQIAAgSYKCLg2Ed/WBAgQIECAAAECBAgQIECAAAECBAgQIECAAAECBAgQIECAAAECBAgQIJAbAQHX3IxKowQIECBAgAABAgQIECBAgAABAnkQEHDNw5T0SIAAAQIECBAgQIAAAQIECBAgQIAAAQIECBAgQIAAAQIECBAgQIAAAQLNFhBwbfYE7E+AAAECBAgQIECAAAECBAgQINBSAgKuLTVOhyFAgAABAgQIECBAgAABAgQIECBAgAABAgQIECBAgAABAgQIECBAgACBfhIQcO0nWGUJECBAgAABAgQIECBAgAABAgTaU0DAtT3n7tQECBAgQIAAAQIECBAgQIAAAQIECBAgQIAAAQIECBAgQIAAAQIECBAgUJ2AgGt1XlYTIECAAAECBAgQIECAAAECBAgQ2KWAgKsPhAABAgQIECBAgAABAgQIECBAgAABAgQIECBAgAABAgQIECBAgAABAgQIlBcQcC1vZAUBAgQIECBAgAABAgQIECBAgACBigUEXCumspAAAQIECBAgQIAAAQIECBAgQIAAAQIECBAgQIAAAQIECBAgQIAAAQIE2lhAwLWNh+/oBAgQIECAAAECBAgQIECAAAEC9RcQcK2/qYoECBAgQIAAAQIECBAgQIAAAQIECBAgQIAAAQIECBAgQIAAAQIECBAg0HoCAq6tN1MnIkCAAAECBAgQIECAAAECBAgQaKKAgGsT8W1NgAABAgQIECBAgAABAgQIECBAgAABAgQIECBAgAABAgQIECBAgAABArkREHDNzag0SoAAAQIECBAgQIAAAQIECBAgkAcBAdc8TEmPBAgQIECAAAECBAgQIECAAAECBAgQIECAAAECBAgQIECAAAECBAgQINBsAQHXZk/A/gQIECBAgAABAgQIECBAgAABAi0lIODaUuN0GAIECBAgQIB+n4DSAAAgAElEQVQAAQIECBAgQIAAAQIECBAgQIAAAQIECBAgQIAAAQIECBDoJwEB136CVZYAAQIECBAgQIAAAQIECBAgQKA9BQRc23PuTk2AAAECBAgQIECAAAECBAgQIECAAAECBAgQIECAAAECBAgQIECAAAEC1QkIuFbnZTUBAgQIECBAgAABAgQIECBAgACBXQoIuPpACBAgQIAAAQIECBAgQIAAAQIECBAgQIAAAQIECBAgQIAAAQIECBAgQIBAeQEB1/JGVhAgQIAAAQIECBAgQIAAAQIECBCoWEDAtWIqCwkQIECAAAECBAgQIECAAAECBAgQIECAAAECBAgQIECAAAECBAgQIECgjQUEXNt4+I5OgAABAgQIECBAgAABAgQIECBQfwEB1/qbqkiAAAECBAgQIECAAAECBAgQIECAAAECBAgQIECAAAECBAgQIECAAAECrScg4Np6M3UiAgQIECBAgAABAgQIECBAgACBJgoIuDYR39YECBAgQIAAAQIECBAgQIAAAQIECBAgQIAAAQIECBAgQIAAAQIECBAgkBsBAdfcjEqjBAgQIECAAAECBAgQIECAAAECeRAQcM3DlPRIgAABAgQIECBAgAABAgQIECBAgAABAgQIECBAgAABAgQIECBAgAABAs0WEHBt9gTsT4AAAQIECBAgQIAAAQIECBAg0FICAq4tNU6HIUCAAAECBAgQIECAAAECBAgQIECAAAECBAgQIECAAAECBAgQIECAAIF+EhBw7SdYZQkQIECAAAECBAgQIECAAAECBNpTQMC1Pefu1AQIECBAgAABAgQIECBAgAABAgQIECBAgAABAgQIECBAgAABAgQIECBQnYCAa3VeVhMgQIAAAQIECBAgQIAAAQIECBDYpYCAqw+EAAECBAgQIECAAAECBAgQIECAAAECBAgQIECAAAECBAgQIECAAAECBAiUFxBwLW9kBQECBAgQIECAAAECBAgQIECAAIGKBQRcK6aykAABAgQIECBAgAABAgQIECBAgAABAgQIECBAgAABAgQIECBAgAABAgTaWEDAtY2H7+gECBAgQIAAAQIECBAgQIAAAQL1FxBwrb+pigQIECBAgAABAgQIECBAgAABAgQIECBAgAABAgQIECBAgAABAgQIECDQegICrq03UyciQIAAAQIECBAgQIAAAQIECBBoooCAaxPxbU2AAAECBAgQIECAAAECBAgQIECAAAECBAgQIECAAAECBAgQIECAAAECuREQcM3WqDoiYlREjIiIYRHx+xHxvyIimZN/NzJbs9INAQIECFQm0BkR70TEv0fEP0fE30XELyPi5xHxQmUlrCJAgAABAgQIECCQLwH/ECdf89ItAQIECBAgQIAAAQIECBAgQIAAAQIECBAgQIAAAQIECBAgQIAAAQIECDRHQMC1Oe49dz0qIr4ZEWMjYmjz29EBAQIECBBomMDmiFgbEfdGxF83bFcbESBAgAABAgQIEOhnAQHXfgZWngABAgQIECBAgAABAgQIECBAgAABAgQIECBAgAABAgQIECBAgAABAgRaQkDAtXlj/EZETI+ILzavBTsTIECAAIHMCPxVRCyJiPsy05FGCBAgQIAAAQIECNQoIOBaI5zXCBAgQIAAAQIECBAgQIAAAQIECBAgQIAAAQIECBAgQIAAAQIECBAgQKCtBARcGz/ur0TE9wVbGw9vRwIECBDIhUASdE3+9+RPc9GtJgkQIECAAAECBAiUEBBw9VkQIECAAAECBAgQIECAAAECBAgQIECAAAECBAgQIECAAAECBAgQIECAAIHyAgKu5Y3queKGiJjRV8EPfvCDccwxx8SoUaOio6MjPvWpT8XHPvax2HPPPWO33fyrkfUchFoECBAg0BiBzs7OePvtt+O3v/1t/MM//EO88MIL8fOf/zyeeOKJeOedd3bVxOKIuKgxXdqFAAECBAgQIECAQH0F/FOc+nqqRoAAAQIECBAgQIAAAQIECBAgQIAAAQIECBAgQIAAAQIECBAgQIAAAQKtKSDg2pi5dkTErRFxRKntTj755Jg8eXJMmDBBkLUx87ALAQIECDRZIAm+rl69OpYvXx7r1q3rq5vnImJqRLzQ5HZtT4AAAQIECBAgQKAqAQHXqrgsJkCAAAECBAgQIECAAAECBAgQIECAAAECBAgQIECAAAECBAgQIECAAIE2FRBw7f/BnxgR90bE4N5bnXHGGfHd7343Dj/88P7vwg4ECBAgQCCjAs8//3z8+Z//edxzzz2lOtwWEd+MiIcy2r62CBAgQIAAAQIECOwkIODqoyBAgAABAgQIECBAgAABAgQIECBAgAABAgQIECBAgAABAgQIECBAgAABAuUFBFzLG6VZ8Y2IWNm7wGc+85n44Q9/GMcff3ya2t4lQIAAAQItJfDoo4/Gn/7pn8ZLL71U6lynRcR9LXVghyFAgAABAgQIEGhZAQHXlh2tgxEgQIAAAQIECBAgQIAAAQIECBAgQIAAAQIECBAgQIAAAQIECBAgQIBAHQUEXOuI2atUcnPrT3qXP++882LZsmWx227+Vcf+o1eZAAECBPIq0NnZGdOmTYubb7651BFOcpNrXierbwIECBAgQIBAewn4pz7tNW+nJUCAAAECBAgQIECAAAECBAgQIECAAAECBAgQIECAAAECBAgQIECAAIHaBARca3Mr91ZHRKyPiME9Fy5YsCAuueSScu/6nQABAgQItL3AD37wg5gzZ05vh20RMToiXmh7IAAECBAgQIAAAQKZFhBwzfR4NEeAAAECBAgQIECAAAECBAgQIECAAAECBAgQIECAAAECBAgQIECAAAECGREQcO2fQfwiIo7oWXrJkiVx4YUX9s9uqhIgQIAAgRYUuPHGG2P69Om9T/ZcRHyuBY/rSAQIECBAgAABAi0kIODaQsN0FAIECBAgQIAAAQIECBAgQIAAAQIECBAgQIAAAQIECBAgQIAAAQIECBDoNwEB1/rT3hARM3qWdXNr/ZFVJECAAIH2EOjjJtfFEXFRewg4JQECBAgQIECAQB4FBFzzODU9EyBAgAABAgQIECBAgAABAgQIECBAgAABAgQIECBAgAABAgQIECBAgECjBQRc6yv+lYh4smfJ8847L3784x/XdxfVCBAgQIBAGwmcf/75cfPNN/c+8ZiI+GkbMTgqAQIECBAgQIBAjgQEXHM0LK0SIECAAAECBAgQIECAAAECBAgQIECAAAECBAgQIECAAAECBAgQIECAQNMEBFzrS/+/I+KLXSU/85nPxIsvvhi77eZfa6wvs2oECBAg0E4CnZ2dcdhhh8VLL73U89h/FRFfaicHZyVAgAABAgQIEMiPgH8SlJ9Z6ZQAAQIECBAgQIAAAQIECBAgQIAAAQIECBAgQIAAAQIECBAgQIAAAQIEmicg4Fo/+29ExMqe5R555JE4/vjj67eDSgQIECBAoE0FHn300TjhhBN6n/60iLivTUkcmwABAgQIECBAIMMCAq4ZHo7WCBAgQIAAAQIECBAgQIAAAQIECBAgQIAAAQIECBAgQIAAAQIECBAgQCAzAgKu9RtF0e2tZ5xxRtx99931q64SAQIECBBoc4FJkybFPffc01PBLa5t/k04PgECBAgQIEAgqwICrlmdjL4IECBAgAABAgQIECBAgAABAgQIECBAgAABAgQIECBAgAABAgQIECBAIEsCAq71mcZREfHznqV++ctfxuGHH16f6qoQIECAAAEC8fzzz8eIESN6S4yKiL/GQ4AAAQIECBAgQCBLAgKuWZqGXggQIECAAAECBAgQIECAAAECBAgQIECAAAECBAgQIECAAAECBAgQIEAgqwICrvWZzA0RMaOr1Mknnxxr166tT2VVCBAgQIAAgW6BsWPHxrp163qKLI6IixARIECAAAECBAgQyJKAgGuWpqEXAgQIECBAgAABAgQIECBAgAABAgQIECBAgAABAgQIECBAgAABAgQIEMiqgIBrfSbzTxExtKvUqlWr4tRTT61PZVUIECBAgACBboH7778/Jk6c2FNkc0QcgIgAAQIECBAgQIBAlgQEXLM0Db0QIECAAAECBAgQIECAAAECBAgQIECAAAECBAgQIECAAAECBAgQIECAQFYFBFzTT6YjIv5PV5kPfvCD8fbbb8duu/lXGdPTqkCAAAECBIoFOjs7Y88994x33nmn5w+fjYgXWBEgQIAAAQIECBDIioB/KpSVSeiDAAECBAgQIECAAAECBAgQIECAAAECBAgQIECAAAECBAgQIECAAAECBLIsIOCafjr/d0Qs7Spz8sknx9q1a9NXVYEAAQIECBAoKTB27NhYt25dz9++FRE/wkWAAAECBAgQIEAgKwICrlmZhD4IECBAgAABAgQIECBAgAABAgQIECBAgAABAgQIECBAgAABAgQIECBAIMsCAq7pp3NzRJzbVWbBggVxySWXpK+qAgECBAgQIFBS4Ac/+EHMmTOn52+3RMR5uAgQIECAAAECBAhkRUDANSuT0AcBAgQIECBAgAABAgQIECBAgAABAgQIECBAgAABAgQIECBAgAABAgQIZFlAwDX9dP53RHyxq8wjjzwSxx9/fPqqKhAgQIAAAQIlBR599NE44YQTev72VxHxJVwECBAgQIAAAQIEsiIg4JqVSeiDAAECBAgQIECAAAECBAgQIECAAAECBAgQIECAAAECBAgQIECAAAECBLIsIOCafjr/FBFDu8r85je/iYMOOih9VRUIECBAgACBkgKvvPJKfPrTn+752+aIOAAXAQIECBAgQIAAgawICLhmZRL6IECAAAECBAgQIECAAAECBAgQIECAAAECBAgQIECAAAECBAgQIECAAIEsCwi4pp/O2xExuKvM7373u9hrr73SV1WBAAECBAgQKCmwdevW2HvvvXv+ti0i9sRFgAABAgQIECBAICsCAq5ZmYQ+CBAgQIAAAQIECBAgQIAAAQIECBAgQIAAAQIECBAgQIAAAQIECBAgQCDLAgKu6aezIyK6/73FHTt2xG67+dcY07OqQIAAAQIESgt0dnbG7rvv3vPHzogo+gN2BAgQIECAAAECBJop4J8MNVPf3gQIECBAgAABAgQIECBAgAABAgQIECBAgAABAgQIECBAgAABAgQIECCQFwEB1/STSkI13U8SuvEQIECAAAEC/StQ4v+ZhAxB/5KrToAAAQIECBAgUIWA/+O0CixLCRAgQIAAAQIECBAgQIAAAQIECBAgQIAAAQIECBAgQIAAAQIECBAgQKBtBQRc049e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BAgwTefvvtuOuuu+Ktt95q0I7132b8+PFx0EEH1b+wirkSEHDN1bg0S4AAAQIECBBoOwEB17YbuQMTIECAAAECBAgQIECAAAECBAgQIECAAAECBAgQIECAAAECBAgQIECAQA0CAq41oPV6RcA1vaEKBAg0SOA//uM/YtKkSfGXf/mXDdqx/ts888wzMXr06PoXVjFXAgKuuRqXZgkQIECAAAECbScg4Np2I3dgAgQIECBAgAABAgQIECBAgAABAgQIECBAgAABAgQIECBAgAABAgQIEKhBQMC1BrRerwi4pjdUgQCBBgkIuDYI2jb9LiDg2u/ENiBAgAABAgQIEEghIOCaAs+rBAgQIECAAAECBAgQIECAAAECBAgQIECAAAECBAgQIECAAAECBAgQINA2AgKu6Uct4JreUAUCmRbYsWNH/Mu//EusX7++8NfGjRvjhRdeiDfffLO772HDhsXQoUOjo6MjjjrqqBgxYkT83u/9Xuy+++6ZOpuAa6bGoZkUAgKuKfC8SoAAAQIECBAg0O8CAq79TmwDAgQIECBAgAABAgQIECBAgAABAgQIECBAgAABAgQIECBAgAABAgQIEGgBAQHX9EMUcE1vmOsKf/d3fxennXZaIfDY87nrrrti0qRJdTnb66+/HmeddVY88cQTRfVGjRoV99xzTyFY2d/Pli1bYurUqbFmzZqiraZMmRJLliyJwYMHd//5f/3Xf8XMmTNj2bJlqdvqCo5++MMfjs997nNxxBFHFEKkQ4YMSV27XIEkDLpixYr48Y9/HL/61a/KLd/p90MPPTTOP//8+MY3vhH77rtv1e/3xwulAq5Lly6N4cOH98d2qWtu3bo1rr766tiwYUN3rWeeeSZGjx6durYC+RYQcM33/HRPgAABAgQIEGh1AQHXVp+w8xEgQIAAAQIECBAgQIAAAQIECBAgQIAAAQIECBAgQIAAAQIECBAgQIBAPQQEXNMrCrimN8x1hUYEXDs7O2PRokUxa9asnaxWr14d48eP73fDZ599Nk455ZRIwrY9n1L71zPg2tfBTjzxxLj44ovj6KOPjoEDB9b1/En/N910U1x11VVFt7TWukkSzv3e975XCLv2DALXWi/Ne6UCrlkOjOat3zSz8W51AgKu1XlZTYAAAQIECBAg0FgBAdfGetuNAAECBAgQIECAAAECBAgQIECAAAECBAgQIECAAAECBAgQIECAAAECBPIpIOCafm4CrukNc12hEQHXBKivgOmMGTPiuuuui0GDBvWb4/vvvx/z5s2L+fPnF+1xzDHHxJ133hn7779/0Z83IuDatWESdE16O/zww6NE4K1qk1dffbVw++yqVauqfrfcC8cee2zhttuDDjqo3NJ++z1vgdG89dtvg1N4JwEBVx8FAQIECBAgQIBAlgUEXLM8Hb0RIECAAAECBAgQIECAAAECBAgQIECAAAECBAgQIECAAAECBAgQIECAQFYEBFzTT0LANb1hris0KuC6bdu2mD59etx+++1FXh0dHbFy5coYNmxYvzkmt7aeddZZ8cQTTxTtMXfu3LjiiitiwIABRX/eyIBrsvFee+0VV199deGG1DRB3zfeeCOmTZsWa9eu7TfLkSNHxm233RbDhw/vtz12VThvgdG89duUobbppgKubTp4xyZAgAABAgQI5ERAwDUng9ImAQIECBAgQIAAAQIECBAgQIAAAQIECBAgQIAAAQIECBAgQIAAAQIECDRVQMA1Pb+Aa3rDXFdoVMA1QXrggQdiwoQJO3ndcsstMXXq1H5zXLduXYwdO7aofnJr64MPPhhHHnnkTvs2OuDa1cBll10WyV+DBw+u2iIJEM+ePTuWLl1a8t1DDz00Jk6cGF/5ylfi05/+dOyzzz6xxx57dK999913Y8uWLfHCCy9E4rVixYp48803S9ZKLJctWxb77bdf1X2mfSFvgdG89Zt2Pt6vXEDAtXIrKwkQIECAAAECBBovIODaeHM7EiBAgAABAgQIECBAgAABAgQIECBAgAABAgQIECBAgAABAgQIECBAgED+BARc089MwDW9Ya4rNDLgumnTpjj99NNjw4YNRWZTpkyJJUuW1BTsLIe/ffv2QvBz8eLFFe/ZV8A1uR110aJF8YEPfKDctoXfd+zYEW+99VYk4dOXXnopnn766UJwdPPmzX2+v2DBgpg1a1YMHDiwoj26FiW3tk6ePDm2bt1a9N7QoUPjqquuKoRbq7kdNglmJmbJeXvXTDa45pprCq69b7+tqukaFuctMJq3fmsYiVdqFBBwrRHOawQIECBAgP7RD5IAACAASURBVAABAg0REHBtCLNNCBAgQIAAAQIECBAgQIAAAQIECBAgQIAAAQIECBAgQIAAAQIECBAgQCDnAgKu6Qco4JreMNcVGhlwff/992PevHkxf/78IrODDjoo7r///jjssMPqbtnX+XZ1a2y9Aq6lDpPUXr16dSF0mvTW+9lrr73ipptuKgSBSwTgSvokN68mN+CuWbOm6Pck3HrHHXfE0UcfXZNrZ2dnrFy5Mi688MKdbnMdPnx4rFq1Kg455JCaatf6UqnA6PTp0+OTn/xkrSX79b1k3vfdd19s3Lixe59nnnkmRo8e3a/7Kp59AQHX7M9IhwQIECBAgACBdhYQcG3n6Ts7AQIECBAgQIAAAQIECBAgQIAAAQIECBAgQIAAAQIECBAgQIAAAQIECFQqIOBaqVTf6wRc0xvmukIjA64J1Pr16+OEE07Y6VbQ66+/PmbOnFl3y1tvvTXOPffcorojR44s3KR64IEHltyvPwOuXRv++te/josuuigee+yxnXro6Ogo9JeESCt5SpnWEpQttVcSck1ucr344ot3+nnhwoWFmVUaxK3kLOXWlAq4lnsna78LuGZtIs3pR8C1Oe52JUCAAAECBAgQqExAwLUyJ6sIECBAgAABAgQIECBAgAABAgQIECBAgAABAgQIECBAgAABAgQIECBAoL0FBFzTz1/ANb1hris0OuDa122j48aNiySMOmTIkLp5bt26tXD76PLly4tqzp07N6644ooYMGBAyb0aEXBNNk5u9TznnHNiw4YNO/Uxa9asuPrqq2PQoEFlPRYtWhTf+c53itbV0/Pf/u3f4rzzzot169YV7XHqqadGchPuPvvsU7bHei0QcK2XpDrNFhBwbfYE7E+AAAECBAgQILArAQFX3wcBAgQIECBAgAABAgQIECBAgAABAgQIECBAgAABAgQIECBAgAABAgQIECgvIOBa3qjcCgHXckIt/nujA64JZ6lbVffff/948MEH48gjj6yb+LPPPhunnHJKvP766901k5tNH3nkkRg9enSf+zQq4Jo08PTTT8fZZ58dmzdvLuqnUo9333035syZE0nIteeTBHiTv+p1u+qyZcviggsuKNrj0EMPjfvuuy8OPvjgus2sXCEB13JCfs+LgIBrXialTwIECBAgQIBAewoIuLbn3J2aAAECBAgQIECAAAECBAgQIECAAAECBAgQIECAAAECBAgQIECAAAECBKoTEHCtzqvUagHX9Ia5rtCMgGtfe86fPz8uv/zyuoQyOzs7C6HP5CbUnk8lN5s2MuCa9Ll48eK4+OKLd/qOyt00m7zQV69XXnllJO/X63nuuefipJNOKgoLJ7WfeeaZXYaF67V/V51SAdelS5fG8OHDK97q1VdfLXwbya20w4YNq/i9UguTEHUSUv7Wt74VgwcP3mlJcotwchNvz1t6G22W6oBe7jcBAdd+o1WYAAECBAgQIECgDgICrnVAVIIAAQIECBAgQIAAAQIECBAgQIAAAQIECBAgQIAAAQIECBAgQIAAAQIEWl5AwDX9iAVc0xvmukIzAq7bt2+P2bNnF4KdPZ9jjjkm7rzzzkhuL037JLe2nnXWWfHEE08Ulbrlllti6tSpuyzfyIBr0khfvY4cOTJWrFgRBx54YJ/99tXrzJkzY8GCBbHHHnukpSy8n9wwe8YZZ8SOHTti7733jg9+8IMxYsSIwg25yU2ujXpKBVwrDYwmvSe39yah5+S7//rXvx433nhjDB06tKb2e9p//vOfj0suuSROPPHEGDRoUHe9NP3W1JSXciMg4JqbUWmUAAECBAgQINCWAgKubTl2hyZAgAABAgQIECBAgAABAgQIECBAgAABAgQIECBAgAABAgQIECBAgACBKgUEXKsEK7FcwDW9Ya4rNCPgmoA9+eSTkdymmtxw2fXstddesWbNmhgzZkxq01L1KwmMJhs3OuCa7Lls2bK44IILdjr32rVr4+STT96lR3Lz7Z/92Z8VrfniF78Y99xzT3zyk59MbZmlAmkCo0lYeNq0aUXf3NixYwv2++23X9XHfOyxx+LUU08tqpcEfm+44Yb4/d///UK9JFT71ltvFf6z53der+Bx1U17ITMCAq6ZGYVGCBAgQIAAAQIESggIuPosCBAgQIAAAQIECBAgQIAAAQIECBAgQIAAAQIECBAgQIAAAQIECBAgQIBAeQEB1/JG5VYIuJYTavHfmxVw7evW0ksvvTSSwOaAAQNqln/33Xdjzpw5sWjRoqIaM2bMiOuuu67ohs1SmzQj4Priiy8WwpKvvPJKUUuVeKxbty6SoGbvJ7nBNbmtdODAgTVbZu3FNAHXbdu2FW4OXrp0adGxvvWtbxW+i8GDB1d83C1bthTCsqtWrSp6Z/ny5TFp0qQoEV6suLaF7SEg4Noec3ZKAgQIECBAgEBeBQRc8zo5fRMgQIAAAQIECBAgQIAAAQIECBAgQIAAAQIECBAgQIAAAQIECBAgQIBAIwUEXNNrC7imN8x1hWYFXDs7OwsB1CSA2fMZNWpU4ebRoUOH1uy6adOmOP3002PDhg3dNaq5HbYZAdfkls9zzz037r///qJzf/3rX48kNDlkyJA+PUqdt2vxd7/73UKo86Mf/WjNnll6MU3ANTnHG2+8UQimJjfj9nyqDQPffffdceaZZxbVqCUomyVbvTRWQMC1sd52I0CAAAECBAgQqE5AwLU6L6sJECBAgAABAgQIECBAgAABAgQIECBAgAABAgQIECBAgAABAgQIECBAoD0FBFzTz13ANb1hris0K+CaoL388ssxceLE2LhxY5Hh6tWrY/z48TW7lgofjhs3Lm699dZdBkW7NmxGwPX999+PuXPnxrXXXlt07o6Ojli5cmUMGzasT48kLLx48eK4+OKLS65JwsJTp04t3BCb1Nl9991rtm32i2kDrkn/v/jFLwoWmzdv7j5OEoC+6aabCsHocrevvvrqqzF58uT42c9+1v3+yJEj47bbbovhw4c3m8j+OREQcM3JoLRJgAABAgQIEGhTAQHXNh28YxMgQIAAAQIECBAgQIAAAQIECBAgQIAAAQIECBAgQIAAAQIECBAgQIBAVQICrlVxlVws4JreMNcVmhlw3bZtW0yfPj1uv/32IsMZM2bEddddF4MGDaratq+aCxcujJkzZ5YNLyYbNiPgmux75513xtlnn73TmZ955pkYPXr0Li36upm090tJwDUJDx977LFx+OGHxz777FO1cTNfqEfANQkEr1ixIi644ILYunVr93E+//nPx1133RWf/vSn+zxiEkROvs3LLruse00Sjk1u2R07dmwzaeydMwEB15wNTLsECBAgQIAAgTYTEHBts4E7LgECBAgQIECAAAECBAgQIECAAAECBAgQIECAAAECBAgQIECAAAECBAjUJCDgWhNb0UsCrukNc12hmQHXBO6BBx6ICRMmFBlWcmtpX+gvvvhi4XbOV155pXtJcqvmqlWr4pBDDqloVs0KuD7++OOF4Gnv5957743TTjutbO/JTbjnnHNObNiwoezargVJyPWoo46K4447Lj73uc/Fxz72sUzf8FqPgGty9u3bt8fll18eSfA5eU488cT44Q9/GAcffPAu7Urd/jp//vyYM2dODBw4sGJ3CwkIuPoGCBAgQIAAAQIEsiwg4Jrl6eiNAAECBAgQIECAAAECBAgQIECAAAECBAgQIECAAAECBAgQIECAAAECBLIiIOCafhICrukNc12h2QHX1157LSZNmhRPPfVUkeMtt9wSU6dOrco2uZlz0aJFMWvWrKL3qr0RtlkB1/Xr18cXvvCFnc6c3CqaGFXybN68uXBT7Zo1aypZvtOa5IbXMWPGxNe+9rUYNWpUDBkypKY6/fVSvQKuSX+vvvpqTJ48OUaOHFm4kTW5iXVXz+9+97v49re/Xbhpt+tJbm1dtmxZ7Lfffv11ZHVbVEDAtUUH61gECBAgQIAAgRYREHBtkUE6BgECBAgQIECAAAECBAgQIECAAAECBAgQIECAAAECBAgQIECAAAECBAj0q4CAa3peAdf0hrmu0OyA6/vvvx/z5s2L5BbMns+UKVNiyZIlMXjw4Ip9t2zZUgjF9g53rl27Nk4++eSK6zQr4Prcc8/FSSedFK+//npRr9dcc01ceumlFfe/bdu2+PGPfxxXXXVVvPnmmxW/V2phcrNpEq5NAq977713qlr1eHlXAde+AsL12LdeNdLcTlyvHtTJhoCAazbmoAsCBAgQIECAAIHSAgKuvgwCBAgQIECAAAECBAgQIECAAAECBAgQIECAAAECBAgQIECAAAECBAgQIFBeQMC1vFG5FQKu5YRa/PdmB1wT3meffTZOOeWUomDnQQcdFPfff38cdthhFU/gySefjHHjxsXWrVu73znmmGMKN27uv//+FddpVsC1r1lceeWVMXfu3Ir771qYhEFXrFhRCLv+6le/qvr9ni8MHTo0Lrroojj//POrCh2n2rTEywKu9RZVr1kCAq7NkrcvAQIECBAgQIBAJQICrpUoWUOAAAECBAgQIECAAAECBAgQIECAAAECBAgQIECAAAECBAgQIECAAAEC7S4g4Jr+CxBwTW+Y6wpZCLgmgdQLL7wwli9fXmR5/fXXx8yZMyvy7esm2IULFxZqlAiT9Vm3VQKuXQd877334je/+U089NBD8cADD8SGDRsqMi21aPTo0fEXf/EXccQRR1RlWvOGvV4UcK2XpDrNFhBwbfYE7E+AAAECBAgQILArAQFX3wcBAgQIECBAgAABAgQIECBAgAABAgQIECBAgAABAgQIECBAgAABAgQIECgvIOBa3qjcCgHXckIt/nsWAq4J8a233hrnnntukXZyG2vy50OGDCk7hU2bNsXpp59eFN6s5RbYZKNmBVx//etfxze+8Y2dblut9QbXvtC2bNkSf/u3fxtPPfVUPProo/H888+X9e25ILnNNQkfJ/OpJjhc1SZ9LBZwrYeiGlkQEHDNwhT0QIAAAQIECBAg0JeAgKtvgwABAgQIECBAgAABAgQIECBAgAABAgQIECBAgAABAgQIECBAgAABAgQIlBcQcC1vVG6FgGs5oRb/PSsB11IB1f333z8efPDBOPLII8tOIbmZdMKECUXrpkyZEkuWLInBgweXfb/ngmYFXNevXx9f+MIXdur1pptuimnTplV1hmoWv/XWW/HSSy8Vwq4PP/xwRYHXJOR6xx13xNFHH13NVqnX9g64dnR0xMqVK2PYsGEV1+7tfNxxx8Xdd98dH/nIRyqu0fvvm1r6qHgzC1tSQMC1JcfqUAQIECBAgACBlhEQcG2ZUToIAQIECBAgQIAAAQIECBAgQIAAAQIECBAgQIAAAQIECBAgQIAAAQIECPSjgIBrelwB1/SGua6QlYDru+++G3PmzIlFixYVec6fPz8uv/zyXd4Uum3btpg+fXrcfvvtRe+uXr06xo8fX/V8shZwveuuu2LSpElVn6OWFzo7O+ONN96Ixx9/vBBgffLJJ/ssM3r06Eh6O+CAA2rZqqZ3BFxrYvNSBgUEXDM4FC0RIECAAAECBAh0Cwi4+hgIECBAgAABAgQIECBAgAABAgQIECBAgAABAgQIECBAgAABAgQIECBAgEB5AQHX8kblVgi4lhNq8d+zEnBNmJMw5bhx42Lr1q3d6sccc0zceeedkdzm2tfz8ssvx8SJE2Pjxo3dS7785S8XbuX8+Mc/XvUEmxVwTfo988wzd+r3sccei69+9atVnyPtCzt27Ihf/vKXMW/evHjooYdKlrvmmmti9uzZMWDAgLTbVfR+PW5OdYNrRdQW9bOAgGs/AytPgAABAgQIECCQSkDANRWflwkQIECAAAECBAgQIECAAAECBAgQIECAAAECBAgQIECAAAECBAgQIECgTQQEXNMPWsA1vWGuK2Qp4Lply5aYOnVqrFmzptt0r732KvzPY8aM6dM5ufX1O9/5TtHvc+fOjSuuuKKm4GWzAq7XXnttXHbZZUXnSIK9P/nJT+KII45o2ne2ffv2uP7663fqLWlo1KhRcc8998TQoUMb0l/v77WW/QVcGzIqm5QREHD1iRAgQIAAAQIECGRZQMA1y9PRGwECBAgQIECAAAECBAgQIECAAAECBAgQIECAAAECBAgQIECAAAECBAhkRUDANf0kBFzTG+a6QpYCrglkqbDqpZdeGvPnzy8ZVi0Vik1CoQ8++GAceeSRNc2mGQHX//7v/45Zs2bF0qVLi3quJcBZ06HLvJSEXC+//PJYuHDhTisbecPsiy++GKeeemq88sorhT6OO+64wk29H/nIRyo+toBrxVQW9qOAgGs/4ipNgAABAgQIECCQWkDANTWhAgQIECBAgAABAgQIECBAgAABAgQIECBAgAABAgQIECBAgAABAgQIECDQBgICrumHLOCa3jDXFbIWcH355Zdj4sSJsXHjxm7XXYU8k7DiCSecEFu3bu1eP2XKlFiyZEkMHjy4ptk0I+D62muvxaRJk+Kpp54q6nny5Mlx4403RnKTbe/nb/7mb+Lpp5+Of/7nf46///u/j6TvIUOGxO233174z3o/pWaT7JHc7jpz5sx6b1eyXu9w6te//vVYvnx5Veddt25djB07trt+LSHZ3n/fdHR0xMqVK2PYsGENcbBJ/gUEXPM/QycgQIAAAQIECLSygIBrK0/X2QgQIECAAAECBAgQIECAAAECBAgQIECAAAECBAgQIECAAAECBAgQIECgXgICruklBVzTG+a6QtYCrslNobNnz47FixcXua5evTrGjx9f9Gfvv/9+zJs3r3C7a8/nlltuialTp9Y8l2YEXEsFdZMD7Co8+vjjj8exxx5bdM4jjjgi7r333vjDP/zDms/f14tJiPjCCy8sBEp7PldeeWXMnTu37vuVKpiESL/5zW92/zRt2rTCrb8f+MAHKt4/ufH1zDPP7F6/qxBxX0UFXCvmtrAPAQFXnwYBAgQIECBAgECWBQRcszwdvREgQIAAAQIECBAgQIAAAQIECBAgQIAAAQIECBAgQIAAAQIECBAgQIBAVgQEXNNPQsA1vWGuK2Qt4JpgPvDAAzFhwoQi1xkzZsR1110XgwYN6v7zUreejhw5MlasWBEHHnhgzXNpdMC1r6BucmvrI488EqNHjy55luQG1yTg2vP22mThY489Fl/96ldrPn9fL/bl0siA67Jly+KCCy7objG5OXbBggWxxx57VHzeO++8M84+++zu9bWEZAVcK+a2sA8BAVefBgECBAgQIECAQJYFBFyzPB29ESBAgAABAgQIECBAgAABAgQIECBAgAABAgQIECBAgAABAgQIECBAgEBWBARc009CwDW9Ya4rZDHg+vrrr8dZZ50VTzzxRLdtR0dHJLd3Dhs2rPvPSgVhk5tEr7jiihgwYEDNc2l0wHXTpk1x+umnx4YNG4p6HjduXNx6660xZMiQkmfZvHlznHHGGfHzn/+86Pd6GJTasNkB187OzsKNvclfrfLcddddMWnSpFY5jnNUISDgWgWWpQQIECBAgAABAg0XEHBtOLkNCRAgQIAAAQIECBAgQIAAAQIECBAgQIAAAQIECBAgQIAAAQIECBAgQCCHAgKu6Ycm4JreMNcVshhwTYKMixYtilmzZhXZ3nLLLTF16tTCn23fvj1mz54dixcv7l6T3Hi6Zs2aGDNmTKqZNDLgmtzemtxMe9lll+3U88KFCyO5obREEK6wtq8+S4WBU4H8z8v//u//HpMnT45HH320qNy9994bp512Wj222GWNd955Jy666KJIvoNWeQRcW2WS1Z9DwLV6M28QIECAAAECBAg0TkDAtXHWdiJAgAABAgQIECBAgAABAgQIECBAgAABAgQIECBAgAABAgQIECBAgACB/AoIuKafnYBresNcV8hiwDUBffbZZ+OUU06J5DbXrmfKlCmxZMmSGDx4cJTqu9yNp5UOqpEB1/Xr1xdu8ExuY+35jBw5MlasWBEHHnjgLtu+++6748wzz9xpzfTp0wvB2Q984AOVHrvsurVr1xYCrlu3bu1ee9BBB8X9998fhx12WNn30y547bXXClZPPfVU2lKZeV/ANTOjaHgjAq4NJ7chAQIECBAgQIBAFQICrlVgWUqAAAECBAgQIECAAAECBAgQIECAAAECBAgQIECAAAECBAgQIECAAAECbSsg4Jp+9AKu6Q1zXSGrAddt27ZFEtK8/fbbu32HDx8eq1atikMOOSRKBTt73vCaZiiNCri++uqrceGFF0YSHO39XHPNNYUbagcMGLDLoyQB4LPOOiueeOKJonXJbbZz584t3AA7cODANByFd3/729/GueeeGw8//HBRrZ6h49SblCnw3HPPxUknnVQUeu7vPfu7voBrfwtnt76Aa3ZnozMCBAgQIECAAIEIAVdfAQECBAgQIECAAAECBAgQIECAAAECBAgQIECAAAECBAgQIECAAAECBAgQKC8g4FreqNwKAddyQi3+e1YDrgl7qRBrEggcP358Ibi5bNmy7ul0dHTEypUrY9iwYakn1oiA669//eu46KKL4rHHHtup3z/5kz+J5cuXxyc+8YmyZ+ns7Iwk2Hv++eeXXPvd7363EJT96Ec/WrZWXwuSIG7inYSLez5JiDbpc+zYsTXXrubFO++8M84+++zuV0aNGhX33HNPDB06tOIypUKyTz/9dHzpS1+quEaysPffN/X8/qpqxOLcCgi45nZ0GidAgAABAgQItIWAgGtbjNkhCRAgQIAAAQIECBAgQIAAAQIECBAgQIAAAQIECBAgQIAAAQIECBAgQCClgIBrSsCIEHBNb5jrClkOuG7atClOP/302LBhQ7fxtGnTCje7JreJ9vzzGTNmxHXXXReDBg1KPY/+DLj+7ne/i1tvvTWuuuqqePPNN3fqNQlr3nHHHXH00UdXfI6k5re//e1IAqClniT0e8kll8SECRNi7733rrhu4rB69epCr8l30vs577zzYtGiRTF48OCKa9a68N133405c+YU9ut6Jk+eHDfeeGMkQdtKnyQUfcEFF3QvP/TQQ+O+++6Lgw8+uNIShXUCrlVxWVxCQMDVZ0GAAAECBAgQIJBlAQHXLE9HbwQIECBAgAABAgQIECBAgAABAgQIECBAgAABAgQIECBAgAABAgQIECCQFQEB1/STEHBNb5jrClkOuL7//vsxb968mD9/frdxcmtncoNrcjNp15MEHNesWRNjxoypyyzqFXB97733YuvWrfHb3/42nn/++Xj00Ufj4YcfLhlsTRpPznHTTTcVQr0lwm+7PNvGjRvjnHPOKQr99n7hwx/+cEycODG+9rWvxYgRI+JDH/pQ7Lnnnt3LkhDpli1b4oUXXoiHHnoo1q1bF5s3by6578iRI+O2226L4cOH18W8XJHXXnstJk2aFE899VT30muuuSYuvfTScq92/75t27ZCOPr222/v/rNTTz21cAPuPvvsU3GdZKGAa1VcFpcQEHD1WRAgQIAAAQIECGRZQMA1y9PRGwECBAgQIECAAAECBAgQIECAAAECBAgQIECAAAECBAgQIECAAAECBAhkRUDANf0kBFzTG+a6Ql8B1/441JVXXhlz586tqvT69evjhBNOKARF+3rGjRtXuBV1yJAhVdXua3FfAde6FO+jSBJuTQKbye2iAwcOrGmrl156aaebbWsqVOaljo6O+NGPfhRHHXVUf5QvWfPxxx+PY489tui3xx57LL761a9W3MOzzz4bp5xySrz++uvd7yTh6csvv7zqQLGAa8XsFvYhIODq0yBAgAABAgQIEMiygIBrlqejNwIECBAgQIAAAQIECBAgQIAAAQIECBAgQIAAAQIECBAgQIAAAQIECBDIioCAa/pJCLimN8x1hawHXJMbRadOnVq4obWvZ+HChTFz5syqQ4p91Wt0wHXo0KHxwx/+MCZMmBC77757qu8puXE1sdiVV5oNkpDpDTfcEAcffHCaMlW9u3379pg9e3YsXry4+70vf/nLcffdd8fHP/7ximqVqrH//vvHgw8+GEceeWRFNXouEnCtmswLvQQEXH0SBAgQIECAAAECWRYQcM3ydPRGgAABAgQIECBAgAABAgQIECBAgAABAgQIECBAgAABAgQIECBAgAABAlkREHBNPwkB1/SGua6Q9YBrgpvcznruueeWdB4+fHisWrUqDjnkkLrNoZEB17POOivmzZsXBxxwQN36T8Kcq1evjuTG3GS+9Xg+/OEPx/e+9704//zzY/DgwfUoWXGNl19+OSZOnBgbN27sfie5CfiKK66IAQMGVFTnpz/9aZx55plFt7dOmTIllixZUtN5BFwrYrdoFwICrj4PAgQIECBAgACBLAsIuGZ5OnojQIAAAQIECBAgQIAAAQIECBAgQIAAAQIECBAgQIAAAQIECBAgQIAAgawICLimn4SAa3rDXFfIQ8C1VMCxC33GjBlx3XXXxaBBg+o2h/4OuCY3to4fPz7OO++8wk2oJYJudTnLtm3b4ic/+UnhptOHHnqopprDhg0rhFqTcOi+++5bU400L3V2dsaiRYti1qxZ3WX22muvwg21Y8aMqaj0G2+8EdOmTYu1a9cWrU9CwMkcankEXGtR805PAQFX3wMBAgQIECBAgECWBQRcszwdvREgQIAAAQIECBAgQIAAAQIECBAgQIAAAQIECBAgQIAAAQIECBAgQIBAVgTyGnD9bET8n4wgCrhmZBDNaiMPAdfkRtLZs2fH4sWLd2JKE1Lsy7yeAdc//uM/jo985CPx2c9+Nv7oj/4oRo0aFZ/85Cdj4MCBDR35W2+9FS+99FI8++yz8eKLL8a//uu/xiuvvBKbN2/u7iO5pbWjoyOSW3FHjBgRX/jCF+JTn/pUw3vtCbNp06Y4/fTTY8OGDd1/PG7cuMKtvkOGDClrTVJA+AAAIABJREFU+N5778XChQtjzpw5RWuTG2GXLVtWUY1Smwi4lqW3oIyAgKtPhAABAgQIECBAIMsCAq5Zno7eCBAgQIAAAQIECBAgQIAAAQIECBAgQIAAAQIECBAgQIAAAQIECBAgQCArAnkNuH4/Io6OiHkR8VSTMQVcmzwA2xMgUFogCacuWLAg5s6dW7TgrrvuikmTJpVlS25/XbFiRVxwwQWxdevW7vXJDbp33HFHHH108l/DtT0CrrW5eev/FxBw9TUQIECAAAECBAhkWUDANcvT0RsBAgQIECBAgAABAgQIECBAgAABAgQIECBAgAABAgQIECBAgAABAgQIZEUgrwHXD0XEP0XEPv8TcG1m0FXANStfsz4IECgSePrpp+Pss88uumX25JNPjptvvjn23XffXWol4dY1a9bEd77znaL3k5eS0OysWbNS3Uwr4OpjTSsg4JpW0PsECBAgQIAAAQL9KSDg2p+6ahMgQIAAAQIECBAgQIAAAQIECBAgQIAAAQIECBAgQIAAAQIECBAgQIBAqwjkNeCa+Ce3uF7RYxDJTa7NCLoKuLbK3w3OQaCFBN54442YNm1arF27tuhUldzeuqtw69ixY2PZsmWx3377pdIScE3F5+WIEHD1GRAgQIAAAQIECGRZQMA1y9PRGwECBAgQIECAAAECBAgQIECAAAECBAgQIECAAAECBAgQIECAAAECBAhkRSDPAdeet7j29Gx00FXANStfsz4IECgIbNu2LWbPnh1Lly4tEpk4cWIhnDpkyJA+pd577724++67Cze3vvnmm0XrRo4cGbfddlsMHz48tbSAa2rCti8g4Nr2nwAAAgQIECBAgECmBQRcMz0ezREgQIAAAQIECBAgQIAAAQIECBAgQIAAAQIECBAgQIAAAQIECBAgQIBARgTyHHBNCHvf4tqTtVFBVwHXjHzM2iBA4P8TSEKqCxcujDlz5nST7L///pHc3vqVr3ylT6bt27fHggUL4vvfT/6rtfhJwq033nhjHHHEEXVhFnCtC2NbFxFwbevxOzwBAgQIECBAIPMCAq6ZH5EGCRAgQIAAAQIECBAgQIAAAQIECBAgQIAAAQIECBAgQIAAAQIECBAgQCADAnkPuPZ1i2tP2v4Ougq4ZuBD1gIBAsUCvW9xveyyy2LevHkxcODAXVJt3rw5Lrzwwnj44Ye713V0dMSPfvSjOOqoo+rGLOBaN8q2LSTg2rajd3ACBAgQIECAQC4EBFxzMSZNEiBAgAABAgQIECBAgAABAgQIECBAgAABAgQIECBAgAABAgQIECBAgECTBfIecE34dnWLa0/e/gq6Crg2+SO2PQECpQVeffXVmDx5cuHH5cuXxyc+8YmKqJL3kpDr2rVrY/To0bF48eIYMWJERe9WukjAtVIp6/oSEHD1bRAgQIAAAQIECGRZQMA1y9PRGwECBAgQIECAAAECBAgQIECAAAECBAgQIECAAAECBAgQIECAAAECBAhkRaAVAq6V3OLa07veQVcB16x8zfogQGAngfXr18eOHTvii1/8YlU6GzdujOuvvz6+973vxdChQ6t6t5LF//iP/xiXXnpp/Od//mdh+Yc+9KG49tpr4w/+4A8qed0aAiHg6iMgQIAAAQIECBDIsoCAa5anozcCBAgQIECAAAECBAgQIECAAAECBAgQIECAAAECBAgQIECAAAECBAgQyIpAKwRcE8tKb3Ht6V6voKuAa1a+Zn0QIECAQNsICLi2zagdlAABAgQIECCQSwEB11yOTdMECBAgQIAAAQIECBAgQIAAAQIECBAgQIAAAQIECBAgQIAAAQIECBAg0GCBVgm4VnuLa0/mtEFXAdcGf7S2I0CAAAECAq6+AQIECBAgQIAAgSwLCLhmeTp6I0CAAAECBAgQIECAAAECBAgQIECAAAECBAgQIECAAAECBAgQIECAAIGsCLRKwDXxrOUW155zqDXoKuCala9ZHwQIECDQNgICrm0zagclQIAAAQIECORSQMA1l2PTNAECBAgQIECAAAECBAgQIECAAAECBAgQIECAAAECBAgQIECAAAECBAg0WKCVAq5pbnHtyV5t0FXAtcEfre0IECBAgICAq2+AAAECBAgQIEAgywICrlmejt4IECBAgAABAgQIECBAgAABAgQIECBAgAABAgQIECBAgAABAgQIECBAICsCrRRwTUzT3uLacy6VBl0FXLPyNeuDAAECBNpGQMC1bUbtoAQIECBAgACBXAoIuOZybJomQIAAAQIECBAgQIAAAQIECBAgQIAAAQIECBAgQIAAAQIECBAgQIAAgQYLlAq4Do6IdxrcR722q9ctrj37KRd0FXCt1/TUIUCAAAECFQoIuFYIZRkBAgQIECBAgEBTBARcm8JuUwIECBAgQIAAAQIECBAgQIAAAQIECBAgQIAAAQIECBAgQIAAAQIECBDImUCpgOvuEVEU2szZmep5i2vPo/cVdBVwzdkHol0CBAgQyL+AgGv+Z+gEBAgQIECAAIFWFhBwbeXpOhsBAgQIECBAgAABAgQIECBAgAABAgQIECBAgAABAgQIECBAgAABAgQI1EugVMD1hoj4UUR8vF6bNLjOnhGxIiKSm2j74+kddBVw7Q9lNQkQIECAwC4EBFx9HgQIECBAgAABAlkWEHDN8nT0RoAAAQIECBAgQIAAAQIECBAgQIAAAQIECBAgQIAAAQIECBAgQIAAAQJZESgVcE16eyci9shKkzX0kYRO/68a3qvmla6g6896vtTZmefLb6s5vrUECBAgQKB5AgKuzbO3MwECBAgQIECAQHkBAdfyRlYQIECAAAECBAgQIECAAAECBAgQIECAAAECBAgQIECAAAECBAgQIECAAIG+Aq5kahQQcK0RzmsECBAgQKAKAQHXKrAsJUCAAAECBAgQaLiAgGvDyW1IgAABAgQIECBAgAABAgQIECBAgAABAgQIECBAgAABAgQIECBAgAABAjkUGBgR/08O+85sywKumR2NxggQIECghQQEXFtomI5CgAABAgQIEGhBAQHXFhyqIxEgQIAAAQIECBAgQIAAAQIECBAgQIAAAQIECBAgQIAAAQIECBAgQIBAvwh09qr6i37ZpbFF/1dEHNDPWz4dEd+PiJ/13EfAtZ/VlSdAgAABAhEh4OozIECAAAECBAgQyLKAgGuWp6M3AgQIECBAgAABAgQIECBAgAABAgQIECBAgAABAgQIECBAgAABAgQIEMiSQO+A6+9lqbkaetk7Iv46IpL/7I+nK9j61P8UL/ITcO0PcjUJECBAgECxgICrL4IAAQIECBAgQCDLAgKuWZ6O3ggQIECAAAECBAgQIECAAAECBAgQIECAAAECBAgQIECAAAECBAgQIEAgSwK9A655/3fwkltVr+gH4N7B1q4tBFz7AVtJAgQIECCwKwEBV98HAQIECBAgQIBAlgXy/g/XsmyrNwIECBAgQIAAAQIECBAgQIAAAQIECBAgQIAAAQIECBAgQIAAAQIECBBoLYFWCrh+KCI2RUTyn/V6+gq2dtUXcK2XtDoECBAgQKBCAQHXCqEsI0CAAAECBAgQaIqAgGtT2G1KgAABAgQIECBAgAABAgQIECBAgAABAgQIECBAgAABAgQIECBAgAABAjkUaKWAaz1vby0XbO0atYBrDj96LRMgQIBAvgUEXPM9P90TIECAAAECBFpdQMC11SfsfAQIECBAgAABAgQIECBAgAABAgQIECBAgAABAgQIECBAgAABAgQIECBQL4FWCbjW6/bWSoOtXf4CrvX6EtUhQIAAAQIVCgi4VghlGQECBAgQIECAQFMEBFybwm5TAgQIECBAgAABAgQIECBAgAABAgQIECBAgAABAgQIECBAgAABAgQIEMihQKsEXNPe3lptsLVr1AKuOfzotUyAAAEC+RYQcM33/HRPgAABAgQIEGh1AQHXVp+w8xEgQIAAAQIECBAgQIAAAQIECBAgQIAAAQIECBAgQIAAAQIECBAgQIBAvQRaIeCa5vbWWoOtXf4CrvX6EtUhQIAAAQIVCgi4VghlGQECBAgQIECAQFMEBFybwm5TAgQIECBAgAABAgQIECBAgAABAgQIECBAgAABAgQIECBAgAABAgQIEMihQCsEXGu5vTVtsLVr1AKuOfzotUyAAAEC+RYQcM33/HRPgAABAgQIEGh1AQHXVp+w8xEgQIAAAQIECBAgQIAAAQIECBAgQIAAAQIECBAgQIAAAQIECBAgQIBAvQTyHnCt9vbWegVbu/wFXOv1JapDgAABAgQqFBBwrRDKMgIECBAgQIAAgaYICLg2hd2mBAgQIECAAAECBAgQIECAAAECBAgQIECAAAECBAgQIECAAAECBAgQIJBDgbwHXCu9vbXewdauUQu45vCj1zIBAgQI5FtAwDXf89M9AQIECBAgQKDVBQRcW33CzkeAAAECBAgQIECAAAECBAgQIECAAAECBAgQIECAAAECBAgQIECAAAEC9RLIc8C1kttb+yvY2uUv4FqvL1EdAgQIECBQoYCAa4VQlhEgQIAAAQIECDRFQMC1Kew2JUCAAIH/l737j/Wqvg8//sJ2GrjgMrtk+keLTWsJgXkVtppCf9jWtpBOwAkqMCgLIDipjlkrxmBVtolWJbprK4KpU0QRnAXbwJx21l/dTNFCMWpZM9kfxVU7V34tLtH7zfl8v/d+773eH5/PPZ977vnxuMmyfOG83+d9Hq9DZgjP7yFAgAABAgQIECBAgAABAgQIECBAgAABAgQIECBAgAABAgQIECigQJED1/6+3jrUYWvHqAWuBXzpHZkAAQIEii0gcC32/JyeAAECBAgQIFB2AYFr2Sfs+QgQIECAAAECBAgQIECAAAECBAgQIECAAAECBAgQIECAAAECBAgQIECgWQJFDVz7+nprVmFrh7/AtVlvon0IECBAgECdAgLXOqFcRoAAAQIECBAgMCwCAtdhYXdTAgQIECBAgAABAgQIECBAgAABAgQIECBAgAABAgQIECBAgAABAgQIECigQFED155fb806bO0YtcC1gC+9IxMgQIBAsQUErsWen9MTIECAAAECBMouIHAt+4Q9HwECBAgQIECAAAECBAgQIECAAAECBAgQIECAAAECBAgQIECAAAECBAg0S6CIgWvXr7cOV9ja4f9eRHT+u8X33nsveolumjUr+xAgQIAAgcoLtLe3x3HHHdfVIflvmW6/UHkkAAQIECBAgAABAsMqIHAdVn43J0CAAAECBAgQIECAAAECBAgQIECAAAECBAgQIECAAAECBAgQIECAAIECCRQxcE2+3np2RCT/+6lhtj4SES0dZzh06FCMGTNmmI/k9gQIECBAoLwChw8fjhNPPLHrAx6NiNHlfWJPRoAAAQIECBAgUDQBgWvRJua8BAgQIECAAAECBAgQIECAAAECBAgQIECAAAECBAgQIECAAAECBAgQIDBcAkUMXM+IiJ8NF1iP+74eEWM7fu0Xv/hFnHbaaTk5mmMQIECAAIHyCezfvz8+8YlPdH2wAxFxavme1BMRIECAAAECBAgUVUDgWtTJOTcBAgQIECBAgAABAgQIECBAgAABAgQIECBAgAABAgQIECBAgAABAgQIZC1QxMA1a6P+7vd0RHym44KdO3fGtGnT8nQ+ZyFAgAABAqUS2LVrV0yfPr3rMz0TEZ8t1UN6GAIECBAgQIAAgUILCFwLPT6HJ0CAAAECBAgQIECAAAECBAgQIECAAAECBAgQIECAAAECBAgQIECAAIEMBQSu6bA3RMSSji3Wrl0bV111VbodrSZAgAABAgT6FLjpppti1apVXX9/Y0QsRUaAAAECBAgQIEAgLwIC17xMwjkIECBAgAABAgQIECBAgAABAgQIECBAgAABAgQIECBAgAABAgQIECBAIO8CAtd0E7okIr7TscWMGTNi+/bt6Xa0mgABAgQIEOhTYObMmbFjx46uv/8XEfFdZAQIECBAgAABAgTyIiBwzcsknIMAAQIECBAgQIAAAQIECBAgQIAAAQIECBAgQIAAAQIECBAgQIAAAQIE8i4gcE03odaI+FnHFqNGjYojR47EiBH+KWM6VqsJECBAgMD7Bdrb22P06NFx7Nixrr95RkTs4UWAAAECBAgQIEAgLwL+Vigvk3AOAgQIECBAgAABAgQIECBAgAABAgQIECBAgAABAgQIECBAgAABAgQIEMi7gMA1/YRej4ixHdts3bo1Zs+enX5XOxAgQIAAAQLdBLZt2xZz5szp+msHIuJUTAQIECBAgAABAgTyJCBwzdM0nIUAAQIECBAgQIAAAQIECBAgQIAAAQIECBAgQIAAAQIECBAgQIAAAQIE8iwgcE0/ndsj4rKObWbMmBHbt29Pv6sdCBAgQIAAgW4CM2fOjB07dnT9tTsi4nJMBAgQIECAAAECBPIkIHDN0zSchQABAgQIECBAgAABAgQIECBAgAABAgQIECBAgAABAgQIECBAgAABAgTyLCBwTT+dT0XE8123efHFF+PMM89Mv7MdCBAgQIAAgZrASy+9FJMmTeqpMSUifoKIAAECBAgQIECAQJ4EBK55moazECBAgAABAgQIECBAgAABAgQIECBAgAABAgQIECBAgAABAgQIECBAgECeBQSuzZnO0xHxmY6t5s2bFw888EBzdrYLAQIECBAgEPPnz4/Nmzd3lXgmIj6LhgABAgQIECBAgEDeBASueZuI8xAgQIAAAQIECBAgQIAAAQIECBAgQIAAAQIECBAgQIAAAQIECBAgQIBAXgUErs2ZzAURsaXrVjt37oxp06Y1Z3e7ECBAgACBCgvs2rUrpk+f3lPgwoh4uMIsHp0AAQIECBAgQCCnAgLXnA7GsQgQIECAAAECBAgQIECAAAECBAgQIECAAAECBAgQIECAAAECBAgQIEAgdwIC1+aNpNtXXCdOnBh79+6NESP8s8bmEduJAAECBKom0N7eHqeffnrs27ev66P7emvVXgTPS4AAAQIECBAokIC/CSrQsByVAAECBAgQIECAAAECBAgQIECAAAECBAgQIECAAAECBAgQIECAAAECBIZVQODaPP4vRMSTXbdbunRp3H333c27g50IECBAgEDFBC6++OLYsGFDz6f+YkT8qGIUHpcAAQIECBAgQKAgAgLXggzKMQkQIECAAAECBAgQIECAAAECBAgQIECAAAECBAgQIECAAAECBAgQIEBg2AUErs0dwe0RcVnXLdeuXRtXXXVVc+9iNwIECBAgUAGBm266KVatWtXzSe+IiMsr8PgekQABAgQIECBAoKACAteCDs6xCRAgQIAAAQIECBAgQIAAAQIECBAgQIAAAQIECBAgQIAAAQIECBAgQCBzAYFr88l/GhGTu27b1tYWl156afPvZEcCBAgQIFBSgTvvvDNWrFjR8+l2R8QflfSRPRYBAgQIECBAgEBJBASuJRmkxyBAgAABAgQIECBAgAABAgQIECBAgAABAgQIECBAgAABAgQIECBAgACBIRcQuDafuDUinouIlq5b+5Jr86HtSIAAAQLlFOjjy61HI2JqROwp51N7KgIECBAgQIAAgbIICFzLMknPQYAAAQIECBAgQIAAAQIECBAgQIAAAQIECBAgQIAAAQIECBAgQIAAAQJDLSBwHRrhP4mIx3puvXTp0li/fn2MGOGfOg4Nu10JECBAoMgC7e3tsWzZstiwYUNvj3FuRPygyM/n7AQIECBAgAABAtUQ8Lc+1ZizpyRAgAABAgQIECBAgAABAgQIECBAgAABAgQIECBAgAABAgQIECBAgACB9AIC1/SGfe1wQURs6fmbEydOjG9/+9sxbdq0obuznQkQIECAQMEEdu3aFVdeeWXs27evt5NfGBEPF+yRHJcAAQIECBAgQKCiAgLXig7eYxMgQIAAAQIECBAgQIAAAQIECBAgQIAAAQIECBAgQIAAAQIECBAgQIBAwwIC14bJGlqQfMn1oYho6blq3rx58Y1vfCPOPPPMhjZ0MQECBAgQKJPASy+9FLfcckts3ry5t8c6GhEX+XJrmSbuWQgQIECAAAEC5RcQuJZ/xp6QAAECBAgQIECAAAECBAgQIECAAAECBAgQIECAAAECBAgQIECAAAECBJojIHBtjmN/u7RGxD0RMbm3i2bMmBELFiyI888/P0aM8E8gh34c7kCAAAECwy3Q3t4ejzzySNx///2xY8eOvo6zOyIWR8Se4T6v+xMgQIAAAQIECBBoRMDf7jSi5VoCBAgQIECAAAECBAgQIECAAAECBAgQIECAAAECBAgQIECAAAECBAgQqLKAwDW76d8eEZf1dbtRo0bFOeecE1OmTInW1tb42Mc+FieffHKMHj1a+JrdjNyJAAECBJookISsR44ciTfeeCN++ctfxp49e+L555+PJ554Io4dO9bfne6IiMubeBRbESBAgAABAgQIEMhMQOCaGbUbESBAgAABAgQIECBAgAABAgQIECBAgAABAgQIECBAgAABAgQIECBAgEDBBQSu2Q7wCxFxXUR8JtvbuhsBAgQIECiEwDP/7/9O/qgQp3VIAgQIECBAgAABAr0ICFy9FgQIECBAgAABAgQIECBAgAABAgQIECBAgAABAgQIECBAgAABAgQIECBAoD4BgWt9Ts2+6oKIWCF0bTar/QgQIECgoAJJ2NoWEQ8X9PyOTYAAAQIECBAgQKBTQODqZSBAgAABAgQIECBAgAABAgQIECBAgAABAgQIECBAgAABAgQIECBAgAABAvUJCFzrcxqqqz4VERdFxMyIGDtUN7EvAQIECBDIocCBiNgeEQ9FxE9yeD5HIkCAAAECBAgQIDAoAYHroNgsIkCAAAECBAgQIECAAAECBAgQIECAAAECBAgQIECAAAECBAgQIECAAIEKCghc8zP01oiYEhGTImJcRHwkIn4/IkZFhH8bmZ85OQkBAgQI1C+Q/HfGsYh4KyL+IyJei4gXI+L5iNhT/zauJECAAAECBAgQIFAcAX+JU5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DqRSBAgAABAgQIECBAgAABAgQIECDQJAGBa5MgbUOAAAECBAgQIECAAAECBAgQIECAAAECBAgQIECAAAECBAgQIECAAAECpRcQuJZ+xB6QAAECBAgQIECAAAECBAgQIEAgKwGBa1bS7kOAAAECBAgQIECAAAECBAgQIECAAAECBAgQIECAAAECBAgQIECAAAECRRcQuBZ9gs5PgAABAgQIECBAgAABAgQIECCQGwGBa25G4SAECBAgQIAAAQIECBAgQIAAAQIECBAgQIAAAQIECBAgQIAAAQIECBAgkHMBgWvOB+R4BAgQIECAAAECBAgQIECAAAECxREQuBZnVk5KgAABAgQIECBAgAABAgQIECBAgAABAgQIECBAgAABAgQIECBAgAABAsMrIHAdXn93J0CAAAECBAgQIECAAAECBAgQKJGAwLVEw/QoBAgQIECAAAECBAgQIECAAAECBAgQIECAAAECBAgQIECAAAECBAgQIDCkAgLXIeW1OQECBAgQIECAAAECBAgQIECAQJUEBK5VmrZnJUCAAAECBAgQIECAAAECBAgQIECAAAECBAgQIECAAAECBAgQIECAAIE0AgLXNHrWEiBAgAABAgQIECBAgAABAgQIEOgiIHD1OhAgQIAAAQIDGJ/JAAAgAElEQVQECBAgQIAAAQIECBAgQIAAAQIECBAgQIAAAQIECBAgQIAAgfoEBK71ObmKAAECBAgQIECAAAECBAgQIECAwIACAtcBiVxAgAABAgQIECBAgAABAgQIECBAgAABAgQIECBAgAABAgQIECBAgAABAgRqAgJXLwIBAgQIECBAgAABAgQIECBAgACBJgkIXJsEaRsCBAgQIECAAAECBAgQIECAAAECBAgQIECAAAECBAgQIECAAAECBAgQKL2AwLX0I/aABAgQIECAAAECBAgQIECAAAECWQkIXLOSdh8CBAgQIECAAAECBAgQIECAAAECBAgQIECAAAECBAgQIECAAAECBAgQKLqAwLXoE3R+AgQIECBAgAABAgQIECBAgACB3AgIXHMzCgchQIAAAQIECBAgQIAAAQIECBAgQIAAAQIECBAgQIAAAQIECBAgQIAAgZwLCFxzPiDHI0CAAAECBAgQIECAAAECBAgQKI6AwLU4s3JSAgQIECBAgAABAgQIECBAgAABAgQIECBAgAABAgQIECBAgAABAgQIEBheAYHr8Pq7OwECBAgQIECAAAECBAgQIECAQIkEBK4lGqZHIUCAAAECBAgQIECAAAECBAgQIECAAAECBAgQIECAAAECBAgQIECAAIEhFRC4DimvzQkQIECAAAECBAgQIECAAAECBKokIHCt0rQ9KwECBAgQIECAAAECBAgQIECAAAECBAgQIECAAAECBAgQIECAAAECBAikERC4ptGzlgABAgQIECBAgAABAgQIECBAgEAXAYGr14EAAQIECBAgQIAAAQIECBAgQIAAAQIECBAgQIAAAQIECBAgQIAAAQIECNQnIHCtz8lVBAgQIECAAAECBAgQIECAAAECBAYUELgOSOQCAgQIECBAgAABAgQIECBAgAABAgQIECBAgAABAgQIECBAgAABAgQIECBQExC4ehEIECBAgAABAgQIECBAgAABAgQINElA4NokSNsQIECAAAECBAgQIECAAAECBAgQIECAAAECBAgQIECAAAECBAgQIECAQOkFBK6lH7EHJECAAAECBAgQIECAAAECBAgQyEpA4JqVtPsQIECAAAECBAgQIECAAAECBAgQIECAAAECBAgQIECAAAECBAgQIECAQNEFBK5Fn6DzEyBAgAABAgQIECBAgAABAgQI5EZA4JqbUTgIAQIECBAgQIAAAQIECBAgQIAAAQIECBAgQIAAAQIECBAgQIAAAQIECORcQOCa8wE5HgECBAgQIECAAAECBAgQIECAQHEEBK7FmZWTEiBAgAABAgQIECBAgAABAgQIECBAgAABAgQIECBAgAABAgQIECBAgMDwCghch9ff3QkQIECAAAECBAgQIECAAAECBEokIHAt0TA9CgECBAgQIECAAAECBAgQIECAAAECBAgQIECAAAECBAgQIECAAAECBAgMqYDAdUh5bU6AAAECBAgQIECAAAECBAgQIFAlAYFrlabtWQkQIECAAAECBAgQIECAAAECBAgQIECAAAECBAgQIECAAAECBAgQIEAgjYDANY2etQQIECBAgAABAgQIECBAgAABAgS6CAhcvQ4ECBAgQIAAAQIECBAgQIAAAQIECBAgQIAAAQIECBAgQIAAAQIECBAgQKA+AYFrfU6uIkCAAAECBAgQIECAAAECBAgQIDCggMB1QCIXECBAgAABAgQIECBAgAABAgQIECBAgAABAgQIECBAgAABAgQIECBAgACBmoDA1YtAgAABAgQIECBAgAABAgQIECBAoEkCAtcmQdqGAAECBAgQIECAAAECBAgQIECAAAECBAgQIECAAAECBAgQIECAAAECBEovIHAt/Yg9IAECBAgQIECAAAECBAgQIECAQFYCAtespN2HAAECBAgQIECAAAECBAgQIECAAAECBAgQIECAAAECBAgQIECAAAECBIouIHAt+gSdnwABAgQIECBAgAABAgQIECBAIDcCAtfcjMJBCBAgQIAAAQIECBAgQIAAAQIECBAgQIAAAQIECBAgQIAAAQIECBAgQCDnAgLXnA/I8QgQIECAAAECBAgQIECAAAECBIojIHAtzqyclAABAgQIECBAgAABAgQIECBAgAABAgQIECBAgAABAgQIECBAgAABAgSGV0DgOrz+7k6AAAECBAgQIECAAAECBAgQIFAiAYFriYbpUQgQIECAAAECBAgQIECAAAECBAgQIECAAAECBAgQIECAAAECBAgQIEBgSAUErkPKa3MCBAgQIECAAAECBAgQIECAAIEqCQhcqzRtz0qAAAECBAgQIECAAAECBAgQIECAAAECBAgQIECAAAECBAgQIECAAAECaQQErmn0rCVAgAABAgQIECBAgAABAgQIECDQRUDg6nUgQIAAAQIECBAgQIAAAQIECBAgQIAAAQIECBAgQIAAAQIECBAgQIAAAQL1CQhc63NyFQECBAgQIECAAAECBAgQIECAAIEBBQSuAxK5gAABAgQIECBAgAABAgQIECBAgAABAgQIECBAgAABAgQIECBAgAABAgQI1AQErl4EAgQIECBAgAABAgQIECBAgAABAk0SELg2CdI2BAgQIECAAAECBAgQIECAAAECBAgQIECAAAECBAgQIECAAAECBAgQIFB6AYFr6UfsAQkQIECAAAECBAgQIECAAAECBLISELhmJe0+BAgQIECAAAECBAgQIECAAAECBAgQIECAAAECBAgQIECAAAECBAgQIFB0AYFr0Sfo/AQIECBAgAABAgQIECBAgAABArkRELjmZhQOQoAAAQIECBAgQIAAAQIECBAgQIAAAQIECBAgQIAAAQIECBAgQIAAAQI5FxC45nxAjkeAAAECBAgQIECAAAECBAgQIFAcAYFrcWblpAQIECBAgAABAgQIECBAgAABAgQIECBAgAABAgQIECBAgAABAgQIECAwvAIC1+H1d3cCBAgQIECAAAECBAgQIECAAIESCQhcSzRMj0KAAAECBAgQIECAAAECBAgQIECAAAECBAgQIECAAAECBAgQIECAAAECQyogcB1SXpsTIECAAAECBAgQIECAAAECBAhUSUDgWqVpe1YCBAgQIECAAAECBAgQIECAAAECBAgQIECAAAECBAgQIECAAAECBAgQSCMgcE2jZy0BAgQIECBAgAABAgQIECBAgACBLgICV68DAQIECBAgQIAAAQIECBAgQIAAAQIECBAgQIAAAQIECBAgQIAAAQIECBCoT0DgWp+TqwgQIECAAAECBAgQIECAAAECBAgMKCBwHZDIBQQIECBAgAABAgQIECBAgAABAgQIECBAgAABAgQIECBAgAABAgQIECBAoCYgcPUiECBAgAABAgQIECBAgAABAgQIEGiSgMC1SZC2IUCAAAECBAgQIECAAAECBAgQIECAAAECBAgQIECAAAECBAgQIECAAIHSCwhcSz9iD0iAAAECBAgQIECAAAECBAgQIJCVgMA1K2n3IUCAAAECBAgQIECAAAECBAgQIECAAAECBAgQIECAAAECBAgQIECAAIGiCwhciz5B5ydAgAABAgQIECBAgAABAgQIEMiNgMA1N6NwEAIECBAgQIAAAQIECBAgQIAAAQIECBAgQIAAAQIECBAgQIAAAQIECBDIuYDANecDcjwCBAgQIECAAAECBAgQIECAAIHiCAhcizMrJyVAgAABAgQIECBAgAABAgQIECBAgAABAgQIECBAgAABAgQIECBAgACB4RUQuA6vv7sTIECAAAECBAgQIECAAAECBAiUSEDgWqJhehQCBAgQIECAAAECBAgQIECAAAECBAgQIECAAAECBAgQIECAAAECBAgQGFIBgeuQ8tqcAAECBAgQIECAAAECBAgQIECgSgIC1ypN27MSIECAAAECBAgQIECAAAECBAgQIECAAAECBAgQIECAAAECBAgQIECAQBoBgWsaPWsJECBAgAABAgQIECBAgAABAgQIdBEQuHodCBAgQIAAAQIECBAgQIAAAQIECBAgQIAAAQIECBAgQIAAAQIECBAgQIBAfQIC1/qcXEWAAAECBAgQIECAAAECBAgQIEBgQAGB64BELiBAgAABAgQIECBAgAABAgQIECBAgAABAgQIECBAgAABAgQIECBAgAABAjUBgasXgQABAgQIECBAgAABAgQIECBAgECTBASuTYK0DQECBAgQIECAAAECBAgQIECAAAECBAgQIECAAAECBAgQIECAAAECBAiUXkDgWvoRe0ACBAgQIECAAAECBAgQIECAAIGsBASuWUm7DwECBAgQIECAAAECBAgQIECAAAECBAgQIECAAAECBAgQIECAAAECBAgUXUDgWvQJOj8BAgQIECBAgAABAgQIECBAgEBuBASuuRmFgxAgQIAAAQIECBAgQIAAAQIECBAgQIAAAQIECBAgQIAAAQIECBAgQIBAzgUErjkfkOMRIECAAAECBAgQIECAAAECBAgUR0DgWp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CanxehNSKmRMSkiBgXER+JiN+PiFER4d9G5mdOTkKAAAEC9Qsk/51xLCLeioj/iIjXIuLFiHg+IvbUv40rCRAgQIAAAQIECBRHwF/iFGdWTkqAAAECBAgQIECAAAECBAgQIECAAAECBAgQIECAAAECBAgQIECAAAECwysgcB1e/09FxEURMTMixg7vUdydAAECBAhkKnAgIrZHxEMR8ZNM7+xmBAgQIECAAAECBIZQQOA6hLi2JkCAAAECBAgQIECAAAECBAgQIECAAAECBAgQIECAAAECBAgQIECAAIFSCQhch2ecF0TEioj4zPDc3l0JECBAgECuBJ6JiLaIeDhXp3IYAgQIECBAgAABAoMQELgOAs0SAgQIECBAgAABAgQIECBAgAABAgQIECBAgAABAgQIECBAgAABAgQIEKikgMA127F/ISKuE7Zmi+5uBAgQIFAYgSR0Tf7v5I8Kc2IHJUCAAAECBAgQINBDQODqlSBAgAABAgQIECBAgAABAgQIECBAgAABAgQIECBAgAABAgQIECBAgAABAvUJCFzrc2rGVbdHxGV9bTRq1Kg455xzYsqUKdHa2hof+9jH4uSTT47Ro0fHiBH+aWQzBmAPAgQIEMhWoL29PY4cORJvvPFG/PKXv4w9e/bE888/H0888UQcO3asv8PcERGXZ3tadyNAgAABAgQIECDQHAF/i9McR7sQIECAAAECBAgQIECAAAECBAgQIECAAAECBAgQIECAAAECBAgQIECAQPkFBK5DP+PWiLgnIib3dqsZM2bEggUL4vzzzxeyDv0s3IEAAQIEciCQhK+PPPJI3H///bFjx46+TrQ7IhZHxJ4cHNkRCBAgQIAAAQIECNQtIHCtm8qFBAgQIECAAAECBAgQIECAAAECBAgQIECAAAECBAgQIECAAAECBAgQIFBxAYHr0L4AfxIRD0VES8/bzJs3L77xjW/EmWeeObQnsDsBAgQIEMixwEsvvRS33HJLbN68ubdTHo2IiyLiBzl+BEcjQIAAAQIECBAg0E1A4OqFIECAAAECBAgQIECAAAECBAgQIECAAAECBAgQIECAAAECBAgQIECAAAEC9QkIXOtzGsxVF0TElp4LJ06cGN/+9rdj2rRpg9nTGgIECBAgUEqBXbt2xZVXXhn79u3r7fkujIiHS/ngHooAAQIECBAgQKB0AgLX0o3UAxEgQIAAAQIECBAgQIAAAQIECBAgQIAAAQIECBAgQIAAAQIECBAgQIDAEAkIXIcGNvly62M9t166dGmsX78+RozwTx2Hht2uBAgQIFBkgfb29li2bFls2LCht8c415dcizxdZydAgAABAgQIVEfA3/pUZ9aelAABAgQIECBAgAABAgQIECBAgAABAgQIECBAgAABAgQIECBAgAABAgTSCQhc0/n1tro1Ip6LiJauv7l27dq46qqrmn83OxIgQIAAgZIJ3HTTTbFq1aqeT3U0IqZGxJ6SPa7HIUCAAAECBAgQKJmAwLVkA/U4BAgQIECAAAECBAgQIECAAAECBAgQIECAAAECBAgQIECAAAECBAgQIDBkAgLX5tP+NCImd922ra0tLr300ubfyY4ECBAgQKCkAnfeeWesWLGi59Ptjog/KukjeywCBAgQIECAAIGSCAhcSzJIj0GAAAECBAgQIECAAAECBAgQIECAAAECBAgQIECAAAECBAgQIECAAAECQy4gcG0u8e0RcVnXLX25tbnAdiNAgACB6gj08SXXOyLi8uooeFICBAgQIECAAIGiCQhcizYx5yVAgAABAgQIECBAgAABAgQIECBAgAABAgQIECBAgAABAgQIECBAgACB4RIQuDZP/gsR8WTX7ZYuXRp333138+5gJwIECBAgUDGBiy++ODZs2NDzqb8YET+qGIXHJUCAAAECBAgQKIiAwLUgg3JMAgQIECBAgAABAgQIECBAgAABAgQIECBAgAABAgQIECBAgAABAgQIEBh2AYFr80bwdER8pmO7iRMnxt69e2PECP+ssXnEdiJAgACBqgm0t7fH6aefHvv27ev66M9ExGerZuF5CRAgQIAAAQIEiiHgb4KKMSenJECAAAECBAgQIECAAAECBAgQIECAAAECBAgQIECAAAECBAgQIECAAIHhFxC4NmcGF0TElq5b7dy5M6ZNm9ac3e1CgAABAgQqLLBr166YPn16T4ELI+LhCrN4dAIECBAgQIAAgZwKCFxzOhjHIkCAAAECBAgQIECAAAECBAgQIECAAAECBAgQIECAAAECBAgQIECAAIHcCQhcmzOSbl9vnTdvXjzwwAPN2dkuBAgQIECAQMyfPz82b97cVcJXXL0XBAgQIECAAAECuRQQuOZyLA5FgAABAgQIECBAgAABAgQIECBAgAABAgQIECBAgAABAgQIECBAgAABAjkUELimH8qnIuL5rtu8+OKLceaZZ6bf2Q4ECBAgQIBATeCll16KSZMm9dSYEhE/QUSAAAECBAgQIEAgTwIC1zxNw1kIECBAgAABAgQIECBAgAABAgQIECBAgAABAgQIECBAgAABAgQIECBAIM8CAtf007k9Ii7r2GbGjBmxffv29LvagQABAgQIEOgmMHPmzNixY0fXX7sjIi7HRIAAAQIECBAgQCBPAgLXPE3DWQgQIECAAAECBAgQIECAAAECBAgQIECAAAECBAgQIECAAAECBAgQIEAgzwIC1/TTeT0ixnZss3Xr1pg9e3b6Xe1AgAABAgQIdBPYtm1bzJkzp+uvHYiIUzERIECAAAECBAgQyJOAwDVP03AWAgQIECBAgAABAgQIECBAgAABAgQIECBAgAABAgQIECBAgAABAgQIEMizgMA13XRaI+JnHVuMGjUqjhw5EiNG+KeM6VitJkCAAAEC7xdob2+P0aNHx7Fjx7r+5hkRsYcXAQIECBAgQIAAgbwI+FuhvEzCOQgQIECAAAECBAgQIECAAAECBAgQIECAAAECBAgQIECAAAECBAgQIEAg7wIC13QTuiQivtOxxYwZM2L79u3pdrSaAAECBAgQ6FNg5syZsWPHjq6//xcR8V1kBAgQIECAAAECBPIiIHDNyyScgwABAgQIECBAgAABAgQIECBAgAABAgQIECBAgAABAgQIECBAgAABAgTyLiBwTTehDRGxpGOLtWvXxlVXXZVuR6sJECBAgACBPgVuuummWLVqVdff3xgRS5ERIECAAAECBAgQyIuAwDUvk3AOAgQIECBAgAABAgQIECBAgAABAgQIECBAgAABAgQIECBAgAABAgQIEMi7gMA13YSejojPdGyxc+fOmDZtWrodrSZAgAABAgT6FNi1a1dMnz696+8/ExGfRUaAAAECBAgQIEAgLwIC17xMwjkIECBAgAABAgQIECBAgAABAgQIECBAgAABAgQIECBAgAABAgQIECBAIO8CAtd0E3o9IsZ2bPGLX/wiTjvttHQ7Wk2AAAECBAj0KbB///74xCc+0fX3D0TEqcgIECBAgAABAgQI5EVA4JqXSTgHAQIECBAgQIAAAQIECBAgQIAAAQIECBAgQIAAAQIECBAgQIAAAQIECORdQOCabkJHIqKlY4tDhw7FmDFj0u1oNQECBAgQINCnwOHDh+PEE0/s+vtHI2I0MgIECBAgQIAAAQJ5ERC45mUSzkGAAAECBAgQIECAAAECBAgQIECAAAECBAgQIECAAAECBAgQIECAAAECeRcQuKab0HsR0fnvFt97770YMcI/Y0xHajUBAgQIEOhboL29PY477riuFyT/LdPtF/gRIECAAAECBAgQGE4BfzM0nPruTYAAAQIECBAgQIAAAQIECBAgQIAAAQIECBAgQIAAAQIECBAgQIAAAQJFEhC4pptWN78kuvFDgAABAgQIDK1AL/+fSWgIhpbc7gQIECBAgAABAg0I+I/TBrBcSoAAAQIECBAgQIAAAQIECBAgQIAAAQIECBAgQIAAAQIECBAgQIAAAQKVFhC4phu/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IECBBoWEDg2jCZBQQIECBAgAABAhkKCFwzxHYrAgQIECBAgAABAgQIECBAgAABAgQIECBAgAABAgQIECBAgAABAgQIECi0gMA13fgErun8rCZAgAABAg0LCFwbJrOAAAECBAgQIEAgQwGBa4bYbkWAAAECBAgQIECAAAECBAgQIECAAAECBAgQIECAAAECBAgQIECAAAEChRYQuKYbn8A1nZ/VBAgQIECgYQGBa8NkFhAgQIAAAQIECGQoIHDNENutCBAgQIAAAQIECBAgQIAAAQIECBAgQIAAAQIECBAgQIAAAQIECBAgQKDQAgLXdOMTuKbzs5oAAQIECDQsIHBtmMwCAgQIECBAgACBDAUErhliuxUBAgQIECBAgAABAgQIECBAgAABAgQIECBAgAABAgQIECBAgAABAgQIFFpA4JpufALXdH5WEyBAgACBhgUErg2TWUCAAAECBAgQIJChgMA1Q2y3IkCAAAECBAgQIECAAAECBDKLX8YAACAASURBVAgQIECAAAECBAgQIECAAAECBAgQIECAAIFCCwhc041P4JrOz2oCBAgQINCwgMC1YTILCBAgQIAAAQIEMhQQuGaI7VYECBAgQIAAAQIECBAgQIAAAQIECBAgQIAAAQIECBAgQIAAAQIECBAgUGgBgWu68Qlc0/lZTYAAAQIEGhYQuDZMZgEBAgQIECBAgECGAgLXDLHdigABAgQIECBAgAABAgQIECBAgAABAgQIECBAgAABAgQIECBAgAABAgQKLSBwTTc+gWs6P6sJECBAgEDDAgLXhsksIECAAAECBAgQyFBA4JohtlsRIECAAAECBAgQIECAAAECBAgQIECAAAECBAgQIECAAAECBAgQIECAQKEFBK7pxidwTednNQECBAgQaFhA4NowmQUECBAgQIAAAQIZCghcM8R2KwIECBAgQIAAAQIECBAgQIAAAQIECBAgQIAAAQIECBAgQIAAAQIECBAotIDANd34BK7p/KwmQIAAAQINCwhcGyazgAABAgQIECBAIEMBgWuG2G5FgAABAgQIECBAgAABAgQIECBAgAABAgQIECBAgAABAgQIECBAgAABAoUWELimG5/ANZ2f1QQIECBAoGEBgWvDZBYQIECAAAECBAhkKCBwzRDbrQgQIECAAAECBAgQIECAAAECBAgQIECAAAECBAgQIECAAAECBAgQIECg0AIC13TjE7im87OaAAECBAg0LCBwbZjMAgIECBAgQIAAgQwFBK4ZYrsVAQIECBAgQIAAAQIECBAgQIAAAQIECBAgQIAAAQIECBAgQIAAAQIECBRaQOCabnwC13R+VhMgQIAAgYYFBK4Nk1lAgAABAgQIECCQoYDANUNstyJAgAABAgQIECBAgAABAgQIECBAgAABAgQIECBAgAABAgQIECBAgACBQgsIXNONT+Cazs9qAgQIECDQsIDAtWEyCwgQIECAAAECBDIUELhmiO1WBAgQIECAAAECBAgQIECAAAECBAgQIECAAAECBAgQIECAAAECBAgQIFBoAYFruvEJXNP5WU2AAAECBBoWELg2TGYBAQIECBAgQIBAhgIC1wyx3YoAAQIECBAgQIAAAQIECBAgQIAAAQIECBAgQIAAAQIECBAgQIAAAQIECi0gcE03PoFrOj+rCRAgQIBAwwIC14bJLCBAgAABAgQIEMhQQOCaIbZbESBAgAABAgQIECBAgAABAgQIECBAgAABAgQIECBAgAABAgQIECBAgEChBQSu6cYncE3nZzUBAgQIEGhYQODaMJkFBAgQIECAAAECGQoIXDPEdisCBAgQIECAAAECBAgQIECAAAECBAgQIECAAAECBAgQIECAAAECBAgQKLSAwDXd+ASu6fysJkCAAAECDQsIXBsms4AAAQIECBAgQCBDAYFrhthuRYAAAQIECBAgQIAAAQIECBAgQIAAAQIECBAgQIAAAQIECBAgQIAAAQKFFhC4phuf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KDEPiXf/mX+PGPfzyIlflY8pGPfCTOP//8OP744/NxIKconIDAtXAjc2ACBAgQIECAQKUEBK6VGreHJUCAAAECBAgQIECAAAECBAgQIECAAAECBAgQIECAAAECBAgQIECAAIEUAgLXFHgRIXBN52c1AQKDEHjggQfiz/7szwaxMh9Lli1bFuvWrYuRI0fm40BOUTgBgWvhRubABAgQIECAAIFKCQhcKzVuD0uAAAECBAgQIECAAAECBAgQIECAAAECBAgQIECAAAECBAgQIECAAAECKQQErinwBK7p8KwmQGBwAgLXwblZVR4BgWt5ZulJCBAgQIAAAQJlFBC4lnGqnokAAQIECBAgQIAAAQIECBAgQIAAAQIECBAgQIAAAQIECBAgQIAAAQIEhkJA4JpO1Rdc0/lZTYDAIAQEroNAs6RUAgLXUo3TwxAgQIAAAQIESicgcC3dSD0QAQIECBAgQIAAAQIECBAgQIAAAQIECBAgQIAAAQIECBAgQIAAAQIECAyRgMA1HazANZ1fpVcPFCm2trbGli1bYty4cUPm9OSTT8Z5550Xhw8f7vUemzZtivnz5w94/+eeey4+/elPv++6Z599NqZOndrv+v/5n/+JlStXxvr16we8Tz0XnHTSSZHYjRo1Ks4444yYPHlyTJo0KT784Q/HcccdV88W77umrzMuW7Ys1q1bFyNHjhzUvoNd1PPdmTVrVlxyySVx/PHHD3bLIV331FNPxfXXX995j+FyG9KHtHmmAgLXTLndjAABAgQIECBAoEEBgWuDYC4nQIAAAQIECBAgQIAAAQIECBAgQIAAAQIECBAgQIAAAQIECBAgQIAAgcoKCFzTjV7gms6v0qsHClwTnHoD08FAvvvuu7XocM2aNX0ur/f+eQpc+3qYP/zDP6xFoAsXLoyWlpaGyPIeuOY9GO35ruf9vA29HC4eFgGB67CwuykBAgQIECBAgECdAgLXOqFcRoAAAQIECBAgQIAAAQIECBAgQIAAAQIECBAgQIAAAQIECBAgQIAAAQKVFxC4pnsFBK7p/Cq9up7AdShDwF/96le1r7MmX9fs66dMgWvHM/7xH/9xrF27Nj7/+c9HL5FcrxQC13R/VAWu6fysfr+AwNVbQYAAAQIECBAgkGcBgWuep+NsBAgQIECAAAECBAgQIECAAAECBAgQIECAAAECBAgQIECAAAECBAgQIJAnAYFrumkIXNP5VXp1PYFra2trbNmyJcaNG9d0q3/6p3+KL3/5y/3uW8bANXngMWPGxF133RVz586tK3IVuKZ7/QSu6fysfr+AwNVbQYAAAQIECBAgkGcBgWuep+NsBAgQIECAAAECBAgQIECAAAECBAgQIECAAAECBAgQIECAAAECBAgQIJAnAYFrumkIXNP5VXp1PYFrAlRvZNoI5rvvvhurV6+OG2+8sd9l9d77ueeei09/+tPv2+vZZ5+NqVOn9nuPvuLRRp5nMNcmkeu2bdsGjHyTvQWugxH+/2sErun8rH6/gMDVW0GAAAECBAgQIJBnAYFrnqfjbAQIECBAgAABAgQIECBAgAABAgQIECBAgAABAgQIECBAgAABAgQIECCQJwGBa7ppCFzT+VV6db2B67Jly2LdunUxcuTIpnkdOHAg5s2bF88//3y/ew5n4DrY525vb49Dhw7F4cOH45//+Z9jw4YN8cwzz/T6nEl8mzzjqaee2q+DwDXdqydwTedn9fsFBK7eCgIECBAgQIAAgTwLCFzzPB1nI0CAAAECBAgQIECAAAECBAgQIECAAAECBAgQIECAAAECBAgQIECAAIE8CQhc001D4JrOr9Krewtck6+KJiHrr3/9606b8ePHx9atW2PChAlN89qxY0fMnDlzwP2KGLj2fKh33nkn7r777rjmmmtq0WvPn1tvvTVWrlwZvQRznZfmPXBNQt1p06bF7/zO7ww40+G4YN++fbWQuONnsPHycJzdPfMpIHDN51ycigABAgQIECBA4P8KCFy9CQQIECBAgAABAgQIECBAgAABAgQIECBAgAABAgQIECBAgAABAgQIECBAoD4BgWt9Tn1dJXBN51fp1b0FrmeffXZ89KMfje9973vdbDZu3BiLFy9uilcSfH7zm9+MO+64o3O/WbNmxcGDB+Nf//Vfu92jDIFr8kDvvfde7Uuuy5cvf5/hOeecE/fdd1+ccsopffrmPXBtyouR4SYC1wyxS3orgWtJB+uxCBAgQIAAAQIlERC4lmSQHoMAAQIECBAgQIAAAQIECBAgQIAAAQIECBAgQIAAAQIECBAgQIAAAQIEhlxA4JqOWOCazq/Sq3sLXL/yla9EEv997Wtf6/a10UWLFkVbW1u0tLSkNvv3f//3mDt3breY9bvf/W58//vfj3/8x3/stn9ZAtfkoQ4dOhRf//rXazFrz5/HH388vvSlL/VpK3BN/dp120Dg2lzPKu4mcK3i1D0zAQIECBAgQKA4AgLX4szKSQkQIECAAAECBAgQIECAAAECBAgQIECAAAECBAgQIECAAAECBAgQIEBgeAUErun8Ba7p/Cq9uq/A9fbbb4+//Mu/jF27dnX6jB8/PrZu3RoTJkxIbfYP//APcf7553fuM2XKlNrXXK+55ppSB67JA/d89g6Ev/3bv42rr766T1uBa+rXrtsGAtfmelZxN4FrFafumQkQIECAAAECxREQuBZnVk5KgAABAgQIECBAgAABAgQIECBAgAABAgQIECBAgAABAgQIECBAgAABAsMrIHBN5y9wTedX6dV9Ba7JV1PvuuuuWL16dTefjRs3xuLFi1OZvfPOO/HNb36zFrR2/KxcuTKuvPLK+PM///PSB67/9m//FhdddFHs3r27m+NAwWXeA9dZs2bFJZdcEscff3xd78d7770XjzzySLz11luxdOnS+OAHP1jXut4uOnbsWPzd3/1dfP7zn49PfvKTve7z1FNPxfXXX9/5ewN5D/owFlZGQOBamVF7UAIECBAgQIBAIQUEroUcm0MTIECAAAECBAgQIECAAAECBAgQIECAAAECBAgQIECAAAECBAgQIECAwDAICFzToQtc0/lVenVfgWvy66+++mpMnz49Dh8+3Gm0aNGiaGtri5aWlkG7vfbaa3HhhRfGnj17Ovd4/PHHY9KkSTF//vzSB66/+c1ven3OgYLLvAeuA52/6wvz5ptvxnXXXRff+c53YsyYMbFu3br42te+NujI9emnn65Fw0eOHKntc8UVV8Spp57a7R3t+a43ct5Bv+wWllpA4Frq8Xo4AgQIECBAgEDhBQSuhR+hByBAgAABAgQIECBAgAABAgQIECBAgAABAgQIECBAgAABAgQIECBAgACBjAQErumgBa7p/Cq9ur/Atb29PRYsWBC7du3qNBo/fnxs3bo1JkyYMGi3nvc8++yzI/m1E044QeC6bl2MHDmyV9uyBK5J3LpkyZLYsWNH53MmkWvyxeC5c+dGL9Fgv+/aoUOH4utf/3rcd999ndeddNJJccstt8TChQvjAx/4QO3XE7/kS68dP8kXY0888cSG7zfoF9/C0gkIXEs3Ug9EgAABAgQIECiVgMC1VOP0MAQIECBAgAABAgQIECBAgAABAgQIECBAgAABAgQIECBAgAABAgQIECAwhAIC13S4Atd0fpVe3V/gmkSCyZc1k69hdv3ZuHFjLF68eFBuvUWaq1evjm9961vx3//93wLXCgSuyYvz4x//uPal1QMHDnS+R2PHjo2///u/j8997nMNvVvbt2+vhdhdvzT81a9+NZL39OSTT25oLxcTaERA4NqIlmsJECBAgAABAgSyFhC4Zi3ufgQIECBAgAABAgQIECBAgAABAgQIECBAgAABAgQIECBAgAABAgQIECBQVAGBa7rJCVzT+VV6dX+B64c+9KF44YUXYtasWXHw4MFOp0WLFkVbW1u0tLQ0bPfyyy/HnDlz4pVXXqmtTb7c+eijj8YXv/jF+M1vflOJwPXVV1+NCy64IH7+859387v66qtjzZo1nV8c7Ylbli+4Js+VfB34wQcfjOXLl3cLU88666z43ve+F8mXguv5+fWvfx1Lly7t9jXYwYay9dzPNQS6CghcvQ8ECBAgQIAAAQJ5FhC45nk6zkaAAAECBAgQIECAAAECBAgQIECAAAECBAgQIECAAAECBAgQIECAAAECeRIQuKabhsA1nV+lVw8UuL799tu1r7UmEWrHTxIfbt26NSZMmNCw3T333BNLlizpXHfOOefEfffdF6ecckplAtfezBOQu+66K5YtW9anaZkC1+Qh33nnnbjmmmvi1ltv7fbMM2fOjPXr18cf/MEf9Pt+JZFs8pXWiy++uNt1a9eurX11+IMf/GDD76cFBBoRELg2ouVaAgQIECBAgACBrAUErlmLux8BAgQIECBAgAABAgQIECBAgAABAgQIECBAgAABAgQIECBAgAABAgQIFFVA4JpucgLXdH6VXj1Q4JpEhOvWrasFg11/krAwCV8b+Tl69GisWLEi7r333s5lyRdLk8gxCcWq8AXXN954oxb4/vCHP+xGlwS+jz32WEyePLlP0rIFrsmD/ud//mct6t2+fXu3577xxhvjyiuv7PNrtsnFr732Wlx44YWxZ8+ezrXJ14GTOPb3fu/3Gnk1XUtgUAIC10GxWUSAAAECBAgQIJCRgMA1I2i3IUCAAAECBAgQIECAAAECBAgQIECAAAECBAgQIECAAAECBAgQIECAAIHCCwhc041Q4JrOr9KrBwpcE5wXXnghZs2aFQcPHuy0WrRoUbS1tUVLS0vdfi+//HIkAeIrr7xSWzNmzJjYuXNnTJ06tfb/LnvgmgSqN998c1x33XXvM6vHs4yBawLx05/+NGbPnh0HDhyIk046KW644YZaBHzCCSf0+W719vXX1tbWePDBByP5wrAfAlkICFyzUHYPAgQIECBAgACBwQoIXAcrZx0BAgQIECBAgAABAgQIECBAgAABAgQIECBAgAABAgQIECBAgAABAgQIVE1A4Jpu4gLXdH6VXl1P4Pr222/Xvtb66KOPdlolEeHWrVtjwoQJdfslX9Zcvnx55/XnnXde3HPPPZ1f2yxz4Pr666/Ht771rbjvvvve55WEvvfff3/MnDmzX8uyBq7JV4KTLwLfeeedtf+ZMmVK7Yu+/f08/vjjtSj28OHDtcsSw7vuuivmzp074Nq6X1gXEhhAQODqFSFAgAABAgQIEMizgMA1z9NxNgIECBAgQIAAAQIECBAgQIAAAQIECBAgQIAAAQIECBAgQIAAAQIECBDIk4DANd00BK7p/Cq9up7ANQkQ161bF1dccUU3qyRKTMLXen6SEPHSSy+thZwdP7feemusXLmyM0gsS+CaeB06dCj+67/+K372s5/VQuAf/OAHnTFmT68VK1bUvuw6cuTIfimLErgmD5HMNQma8/yTfCl29erVeT6is+VcQOCa8wE5HgECBAgQIECg4gIC14q/AB6fAAECBAgQIECAAAECBAgQIECAAAECBAgQIECAAAECBAgQIECAAAECBOoWELjWTdXrhQLXdH6VXl1P4JoA7d69O84999w4ePBgp9eiRYuira0tWlpaBjTcu3dv7Yub+/fvr117yimnxPe///345Cc/2bk2j4HrgA+W8oKzzjqrFv2edtppA+4kcB2QqKELBK4Ncbm4FwGBq9eCAAECBAgQIEAgzwIC1zxPx9kIECBAgAABAgQIECBAgAABAgQIECBAgAABAgQIECBAgAABAgQIECBAIE8CAtd00xC4pvOr9Op6A9ff/va3sWTJkti2bVun1/jx42tfJ50wYcKAhskXYP/qr/6q87okdk2+APu7v/u7nb9WtcA1iVsTg4kTJw7ol1wgcK2Lqe6LBK51U7mwDwGBq1eDAAECBAgQIEAgzwIC1zxPx9kIECBAgAABAgQIECBAgAABAgQIECBAgAABAgQIECBAgAABAgQIECBAIE8CAtd00xC4pvOr9Op6A9cEqWekmvxaEmguXry4X8Pe4tjbbrstVq5c2W1dlQLXhQsXxl//9V/Hhz/84brfP4Fr3VR1XShwrYvJRf0ICFy9HgQIECBAgAABAnkWELjmeTrORoAAAQIECBAgQIAAAQIECBAgQIAAAQIECBAgQIAAAQIECBAgQIAAAQJ5EhC4ppuGwDWdX6VXNxK47t69O84999w4ePBgp9miRYuira0tWlpa+nTsue60006rfQn29NNP77am7IHrmDFj4rzzzovLL788zjjjjDjuuOMaevfyHrg2Goz29jybNm2K+fPnN+SyZs2auPbaazvXNHqOhm7mYgJdBASuXgcCBAgQIECAAIE8Cwhc8zwdZyNAgAABAgQIECBAgAABAgQIECBAgAABAgQIECBAgAABAgQIECBAgACBPAkIXNNNQ+Cazq/SqxsJXHv7Euv48eNj69atMWHChF4d29vba19+veKKKzp/f8GCBXHnnXdGEnx2/SlT4Dpu3LgYO3ZsfPzjH49JkybF5MmTI/m1kSNHDvp9E7j2TidwHfQrZWFKAYFrSkDLCRAgQIAAAQIEhlRA4DqkvDYnQIAAAQIECBAgQIAAAQIECBAgQIAAAQIECBAgQIAAAQIECBAgQIAAgRIJCFzTDVPgms6v0qsbCVwTqPXr18fy5cu7mW3cuDEWL17cq+Pbb79d+71HH3208/f7uj6PgeuyZctqgW6aMLVZL1jeAte0YakvuDbrzbDPcAkIXIdL3n0JECBAgAABAgTqERC41qPkGgIECBAgQIAAAQIECBAgQIAAAQIECBAgQIAAAQIECBAgQIAAAQIECBAgECFwTfcWCFzT+VV6daOB6969e2P27Nmxf//+TrdFixZFW1tbtLS0vM/yhRdeiFmzZsXBgwdrv9ffF18Frv2/inkPXG+77bZYuXJl3X+eBK51U7kwpwIC15wOxrEIECBAgAABAgRqAgJXLwIBAgQIECBAgAABAgQIECBAgAABAgQIECBAgAABAgQIECBAgAABAgQIEKhPQOBan1NfVwlc0/lVenWjgevhw4fj0ksvjfvvv7/Tra9otb29Pf7mb/4mVq9e3XltfzGswLX/VzFPgeu7775bm+uNN97YeehNmzbF/Pnz6/7zJHCtm8qFORUQuOZ0MI5FgAABAgQIECBQExC4ehEIECBAgAABAgQIECBAgAABAgQIECBAgAABAgQIECBAgAABAgQIECBAgEB9AgLX+pz6ukrgms6v0qsbDVwTrPXr18fy5cu7uW3cuDEWL17c7dfeeuutWLBgQezatavz1/uLIAWu/b+KeQpcezvLQw89FBdeeGHdf55++9vfxpIlS2Lbtm11vR99bbxmzZq49tprO3/7hhtu6BZV130gFxJoUEDg2iCYywkQIECAAAECBDIVELhmyu1mBAgQIECAAAECBAgQIECAAAECBAgQIECAAAECBAgQIECAAAECBAgQIFBgAYFruuEJXNP5VXr1YALXvXv3xuzZs2P//v2ddr19mfW5556L6dOnR/LV1+SntbU1tmzZEuPGjevVXODa/6uYp8D17bffrsXLP/zhDzsP/eyzz8bUqVPr/vPU27wff/zx+NKXvlT3HsmFAteGuFzcRAGBaxMxbUWAAAECBAgQINB0AYFr00ltSIAAAQIECBAgQIAAAQIECBAgQIAAAQIECBAgQIAAAQIECBAgQIAAAQIlFRC4phuswDWdX6VXDyZwPXr0aKxYsSLuvffeTrvx48fH1q1bY8KECbVfe/fdd+P666+vxYcdP5dddlncfPPNccIJJ/RqLnDt/1XMU+D6q1/9KubPnx9PPfVU7dCnnHJKPPbYYzF58uS6/zy9+eabMW/evHjiiSc61zQaySYLBa51k7uwyQIC1yaD2o4AAQIECBAgQKCpAgLXpnLajAABAgQIECBAgAABAgQIECBAgAABAgQIECBAgAABAgQIECBAgAABAgRKLCBwTTdcgWs6v0qvHkzgmoDdc889sWTJkm52mzZtqkWPyc/Bgwdj4cKF3eLFRx55JP70T/+0T2+Ba/+vYp4C11dffTUuuOCC+PnPf16KPz9f+cpXIvmz8KEPfagUz+MhshEQuGbj7C4ECBAgQIAAAQKDExC4Ds7NKgIECBAgQIAAAQIECBAgQIAAAQIECBAgQIAAAQIECBAgQIAAAQIECBConoDANd3MBa7p/Cq9erCB68svvxxz5syJV155pdNv2bJlsW7duhg5cmQ8+eSTcd5558Xhw4drv3/WWWfFgw8+GB/96Ef79Ba49v8q5ilwffrpp+Nzn/tcaf7sCFxLM8pMH0Tgmim3mxEgQIAAAQIECDQoIHBtEMzlBAgQIECAAAECBAgQIECAAAECBAgQIECAAAECBAgQIECAAAECBAgQIFBZAYFrutELXNP5VXr1YAPXo0ePxooVK+Lee+/t9GttbY0tW7bExz/+8bj++utjzZo1nb932WWXxc033xwnnHBCn94C1/5fxTwFruvXr4/ly5eX5s+OwLU0o8z0QQSumXK7GQECBAgQIECAQIMCAtcGwVxOgAABAgQIECBAgAABAgQIECBAgAABAgQIECBAgAABAgQIECBAgAABApUVELimG73ANZ1fpVcPNnBN0O65555YsmRJN79NmzbFF77whVi4cGE88cQTnb+3ffv2mDFjRr/WAtf+X8W8BK7/+7//G6tWrap9rbcsPwLXskwy2+cQuGbr7W4ECBAgQIAAAQKNCQhcG/NyNQECBAgQIECAAAEC2/KcyAAAIABJREFUBAgQIECAAAECBAgQIECAAAECBAgQIECAAAECBAhUV0Dgmm72Atd0fpVenSZwffnll2POnDnxyiuvdBomX2r98pe/HHPnzo3Dhw/Xfn3KlCmxefPmGDt2bL/WAtf+X8W8BK5vvvlmzJs3r1vAfNttt8XKlSvr/rPUWySbxNK33357jBo1qu59kguTLwVfe+21nWtuuOGGWL16dUN7uJjAYAQEroNRs4YAAQIECBAgQCArAYFrVtLuQ4AAAQIECBAgQIAAAQIECBAgQIAAAQIECBAgQIAAAQIECBAgQIAAAQJFFxC4ppugwDWdX6VXpwlcewsuzzrrrFrI+vDDD3e6Xn311bUI8QMf+EC/1gLX/l/FvASuu3fvjnPPPff/tHe3IXaWZx7A/6lCaV66LYjUL9tCXyRUTNUFqUu7S7UQwZ2pfbMapLVrTDZai9hGaSnRb9EWQtPoqqOUNm0StSKTFQylttqyFsvWOCKILcW6H2pL91MnCQhtznJCz3AyzsuZOc85z9svEALxee77un7XfQgM5++d119/fa7gH//4x/n4xz8+8GfpD3/4Q7Zs2ZKnn3567p1du3al+3uB0OCS6wq4DszuwYIFBFwLBrUcAQIECBAgQIBAoQICroVyWowAAQIECBAgQIAAAQIECBAgQIAAAQIECBAgQIAAAQIECBAgQIAAAQIEGiwg4DrccAVch/Nr9dvDBFy7cAu9Px900PCjgOvSR7EqAdf7778/27dvnyv2oosuyqFDh/K+971v4M/SU089lSuvvHLult/ui9PT05mYmBh4jd6DAq4rJvNCQQICrgVBWoYAAQIECBAgQGAkAgKuI2G1KAECBAgQIECAAAECBAgQIECAAAECBAgQIECAAAECBAgQIECAAAECBAg0UEDAdbihCrgO59fqt4cNuL7yyiu56qqrMjMzs6DjZZddlu9///s555xzlnUWcF2aqAoB19nZ2dx4443Zv3//XLHXXntt7rnnnmzYsGHZGXcfeOONN7Jz587s3bt37vlNmzbl4YcfzrnnnjvQGv0PCbiumMwLBQkIuBYEaRkCBAgQIECAAIGRCAi4joTVogQIECBAgAABAgQIECBAgAABAgQIECBAgAABAgQIECBAgAABAgQIECDQQAEB1+GGKuA6nF+r3x424LpY6LKH+o1vfCO7du3KGWecsayzgOvSRFUIuP7qV7/KJz7xibz++utzxd53333Ztm3bsvPtPbDQGjfffHPuvvvuvPWtbx14nd6DAq4rJvNCQQICrgVBWoYAAQIECBAgQGAkAgKuI2G1KAECBAgQIECAAAECBAgQIECAAAECBAgQIECAAAECBAgQIECAAAECBAg0UEDAdbihCrgO59fqt4cNuHbxFlqj+/fdGz0ff/zxXHrppQMZC7guzVR2wPVvf/tb7rzzznQDpb1fGzduzKOPPpoPfvCDA834+PHjueWWWzI1NTX3/ErPyfyNBFwHovfQCAQEXEeAakkCBAgQIECAAIHCBARcC6O0EAECBAgQIECAAAECBAgQIECAAAECBAgQIECAAAECBAgQIECAAAECBAg0XEDAdbgBC7gO59fqt4sIuL766qu5+uqr89xzz51muXnz5uzfvz9nnXXWQMYCrkszlR1wXWjOX/jCF7Jv376sW7du2Rl3Op0cPHgw27dvz+zs7NzzV155ZR566KG8853vXHaNhR4QcF0Vm5cKEBBwLQDREgQIECBAgAABAiMTEHAdGa2FCRAgQIAAAQIECBAgQIAAAQIECBAgQIAAAQIECBAgQIAAAQIECBAgQKBhAnUMuH4oyQsVmYOAa0UGUccyigi4vvHGG9m5c2f27t17GkE3ePj1r389C4TAFqQScF36BJUZcO2GU/fs2ZNbb731tCIfe+yxfPKTnxzo6L/88su57rrrTgtCd29v7YagJycnB1pjoYcEXFdN58UhBQRchwT0OgECBAgQIECAwEgFBFxHymtxAgQIECBAgAABAgQIECBAgAABAgQIECBAgAABAgQIECBAgAABAgQIEGiQQB0Drnck+ZckdyZ5uuRZCLiWPADbE2i6QDec2r2ld2ZmZq7ViYmJTE1N5eyzz162/T/96U/Ztm1bpqenT3t2x44dufvuuwe6AXaxTQRcl+X3wIgEBFxHBGtZAgQIECBAgACBQgQEXAthtAgBAgQIECBAgAABAgQIECBAgAABAgQIECBAgAABAgQIECBAgAABAgQItECgjgHXdyT5fZJ/+HvAtcygq4BrCz4kWiRQlsDx48dP3dB77733nlbCD37wg2zZsmXZsv785z+fuvm1e1Nr/6+LL7443/3ud7Nx48Zl11jqAQHXofi8PISAgOsQeF4lQIAAAQIECBAYuYCA68iJbUCAAAECBAgQIECAAAECBAgQIECAAAECBAgQIECAAAECBAgQIECAAAECDRGoY8C1S9+9xXVX3wy6N7mWEXQVcG3IB0EbBKom0Ol0cvDgwWzfvj2zs7Nz5Q16e+ti4dYNGzbkvvvuO3Ur7AIhwRUxCLiuiMvDBQoIuBaIaSkCBAgQIECAAIHCBQRcCye1IAECBAgQIECAAAECBAgQIECAAAECBAgQIECAAAECBAgQIECAAAECBAg0VKCuAdf+W1z7RzPuoKuAa0M/GNoiULbAM888k89//vN57bXX5krphlO7t7FOTk4uWV73nVtuuSWPP/74m57bvXv3qVtdzzzzzKFbFHAdmtACqxQQcF0lnNcIECBAgAABAgTGIiDgOhZmmxAgQIAAAQIECBAgQIAAAQIECBAgQIAAAQIECBAgQIAAAQIECBAgQIBAAwTqGnDt0s+/xbV/HOMKugq4NuBDoAUCVRR4+eWXc9111+W5556bK2/r1q3Zs2dP1q1bt2jJL7zwQr74xS/m6NGjb3rmjjvuyM6dO/O2t72tkJYFXAthtMgqBARcV4HmFQIECBAgQIAAgbEJCLiOjdpGBAgQIECAAAECBAgQIECAAAECBAgQIECAAAECBAgQIECAAAECBAgQIFBzgToHXBe7xbV/JKMOugq41vwDoHwCVRbov8V148aNOXToUM4///wlS/7rX/+a733ve6ducJ2dnZ179mtf+1q6v5cKx67UQsB1pWKeL0pAwLUoSesQIECAAAECBAiMQkDAdRSq1iRAgAABAgQIECBAgAABAgQIECBAgAABAgQIECBAgAABAgQIECBAgACBJgrUOeDancdSt7j2z2tUQVcB1yZ+KvREoCICnU4nDz74YG644YY88MADuf7667NAsO9N1Z48eTIHDhzIjh07Tv237q2tt956a2E3t/Y2FHCtyEFpYRkCri0cupYJECBAgAABAjUSEHCt0bCUSoAAAQIECBAgQIAAAQIECBAgQIAAAQIECBAgQIAAAQIECBAgQIAAAQKlCtQ94DrILa79wEUHXQVcSz2+NifQfIHjx4/n4MGDufrqq1d0+2r3Jtc9e/bk7LPPzpYtW3LmmWcWjvWd73wnTzzxxNy6V1xxRb70pS8Vvo8FCcwXEHB1JggQIECAAAECBKosIOBa5emojQABAgQIECBAgAABAgQIECBAgAABAgQIECBAgAABAgQIECBAgAABAgSqJFD3gGvXctBbXPvdiwq6CrhW6TSrhQABAgRaISDg2ooxa5IAAQIECBAgUFsBAdfajk7hBAgQIECAAAECBAgQIECAAAECBAgQIECAAAECBAgQIECAAAECBAgQIDBmgSYEXFd6i2s/8bBBVwHXMR9Y2xEgQIAAAQFXZ4AAAQIECBAgQKDKAgKuVZ6O2ggQIECAAAECBAgQIECAAAECBAgQIECAAAECBAgQIECAAAECBAgQIECgSgJNCLh2PVdzi2v/HFYbdBVwrdJpVgsBAgQItEJAwLUVY9YkAQIECBAgQKC2AgKutR2dwgkQIECAAAECBAgQIECAAAECBAgQIECAAAECBAgQIECAAAECBAgQIEBgzAJNCbgOc4trP/lKg64CrmM+sLYjQIAAAQICrs4AAQIECBAgQIBAlQUEXKs8HbURIECAAAECBAgQIECAAAECBAgQIECAAAECBAgQIECAAAECBAgQIECAQJUEmhJw7ZoOe4tr/1wGDboKuFbpNKuFAAECBFohIODaijFrkgABAgQIECBQWwEB19qOTuEECBAgQIAAAQIECBAgQIAAAQIECBAgQIAAAQIECBAgQIAAAQIECBAgMGaBJgVci7rFtX8EywVdBVzHfGBtR4AAAQIEBFydAQIECBAgQIAAgSoLCLhWeTpqI0CAAAECBAgQIECAAAECBAgQIECAAAECBAgQIECAAAECBAgQIECAAIEqCTQp4Np1LfIW1/45LRZ0FXCt0mlWCwECBAi0QkDAtRVj1iQBAgQIECBAoLYCAq61HZ3CCRAgQIAAAQIECBAgQIAAAQIECBAgQIAAAQIECBAgQIAAAQIECBAgQGDMAk0LuI7iFtf+kcwPugq4jvnA2o4AAQIECAi4OgMECBAgQIAAAQJVFhBwrfJ01EaAAAECBAgQIECAAAECBAgQIECAAAECBAgQIECAAAECBAgQIECAAAECVRKYH3CtUm1VrqUXdP1Zf5GdDs4qD01tBAgQINAMAQHXZsxRFwQIECBAgACBpgoIuDZ1svoiQIAAAQIECBAgQIAAAQIECBAgQIAAAQIECBAgQIAAAQIECBAgQIAAgaIFJDILFBVwLRDTUgQIECBAYBEBAVdHgwABAgQIECBAoMoCAq5Vno7aCBAgQIAAAQIECBAgQIAAAQIECBAgQIAAAQIECBAgQIAAAQIECBAgQKBKAgKuBU5DwLVATEsRIECAAIFFBARcHQ0CBAgQIECAAIEqCwi4Vnk6aiNAgAABAgQIECBAgAABAgQIECBAgAABAgQIECBAgAABAgQIECBAgACBKgkIuK5uGs8kuSPJz/pfF3BdHaa3CBAgQIDASgQEXFei5VkCBAgQIECAAIFxCwi4jlvcfgQIECBAgAABAgQIECBAgAABAgQIECBAgAABAgQIECBAgAABAgQIECBAoBoC70jyapLun6P41Qu2Pv33xU8LCAu4joLcmgQIECBA4HQBAVcnggABAgQIECBAoMoCAq5Vno7aCBAgQIAAAQIECBAgQIAAAQIECBAgQIAAAQIECBAgQIAAAQIECBAgQIDA6AS6t6ruGsHy84OtvS0EXEeAbUkCBAgQILCUgICr80GAAAECBAgQIFBlAQHXKk9HbQQIECBAgAABAgQIECBAgAABAgQIECBAgAABAgQIECBAgAABAgQIECBAYDQCo7i9dbFga68DAdfRzNKqBAgQIEBgUQEBV4eDAAECBAgQIECgygICrlWejtoIECBAgAABAgQIECBAgAABAgQIECBAgAABAgQIECBAgAABAgQIECBAgMBoBIq8vXW5YGuvAwHX0czSqgQIECBAYFEBAVeHgwABAgQIECBAoMoCAq5Vno7aCBAgQIAAAQIECBAgQIAAAQIECBAgQIAAAQIECBAgQIAAAQIECBAgQIBA8QJF3d46aLC114GAa/GztCIBAgQIEFhSQMDVASFAgAABAgQIEKiygIBrlaejNgIECBAgQIAAAQIECBAgQIAAAQIECBAgQIAAAQIECBAgQIAAAQIECBAgULzAsLe3rjTY2utAwLX4WVqRAAECBAgsKSDg6oAQIECAAAECBAhUWUDAtcrTURsBAgQIECBAgAABAgQIECBAgAABAgQIECBAgAABAgQIECBAgAABAgQIEChWYJjbW1cbbO11IOBa7CytRoAAAQIElhUQcF2WyAMECBAgQIAAAQIlCgi4lohvawIECBAgQIAAAQIECBAgQIAAAQIECBAgQIAAAQIECBAgQIAAAQIECBAgMGaB1dzeOmywtdeigOuYh207AgQIECAg4OoMECBAgAABAgQIVFlAwLXK01EbAQIECBAgQIAAAQIECBAgQIAAAQIECBAgQIAAAQIECBAgQIAAAQIECBAoTmClt7cWFWztdSDgWtwsrUSAAAECBAYSEHAdiMlDBAgQIECAAAECJQkIuJYEb1sCBAgQIECAAAECBAgQIECAAAECBAgQIECAAAECBAgQIECAAAECBAgQIDBmgUFvby062NprU8B1zAO3HQECBAgQEHB1BggQIECAAAECBKosIOBa5emojQABAgQIECBAgAABAgQIECBAgAABAgQIECBAgAABAgQIECBAgAABAgQIFCMwyO2towq29joQcC1mllYhQIAAAQIDCwi4DkzlQQIECBAgQIAAgRIEBFxLQLclAQIECBAgQIAAAQIECBAgQIAAAQIECBAgQIAAAQIECBAgQIAAAQIECBAYs8BSt7eOOtjaa1XAdcxDtx0BAgQIEBBwdQYIECBAgAABAgSqLCDgWuXpqI0AAQIECBAgQIAAAQIECBAgQIAAAQIECBAgQIAAAQIECBAgQIAAAQIECAwvsNjtreMKtvY6EHAdfpZWIECAAAECKxIQcF0Rl4cJECBAgAABAgTGLCDgOmZw2xEgQIAAAQIECBAgQIAAAQIECBAgQIAAAQIECBAgQIAAAQIECBAgQIAAgTELzL+9ddzB1l67Aq5jHrztCBAgQICAgKszQIAAAQIECBAgUGUBAdcqT0dtBAgQIECAAAECBAgQIECAAAECBAgQIECAAAECBAgQIECAAAECBAgQIEBgOIH+21vLCrb2OjiZZO57iydPnswCoZvhuvU2AQIECBAgMCfQ6XTylre8pV+k+z+bOO0vcBEgQIAAAQIECBAoU0DAtUx9exMgQIAAAQIECBAgQIAAAQIECBAgQIAAAQIECBAgQIAAAQIECBAgQIAAgdEKdG9v/dck3T+fHu1Wy65+LMm63lN/+ctfsmHDhmVf8gABAgQIECCwOoHZ2dm8/e1v73/5eJL1q1vNWwQIECBAgAABAgSKFxBwLd7UigQIECBAgAABAgQIECBAgAABAgQIECBAgAABAgQIECBAgAABAgQIECBAoCoCH0ryQkWK+X2Sd/dq+c1vfpP3v//9FSlNGQQIECBAoHkCv/3tb/OBD3ygv7HXkryneZ3qiAABAgQIECBAoK4CAq51nZy6CRAgQIAAAQIECBAgQIAAAQIECBAgQIAAAQIECBAgQIAAAQIECBAgQIBAvQR+nuQjvZKffPLJbN68uV4dqJYAAQIECNRI4MiRI7n88sv7K/5Fko/WqAWlEiBAgAABAgQINFxAwLXhA9YeAQIECBAgQIAAAQIECBAgQIAAAQIECBAgQIAAAQIECBAgQIAAAQIECBCoiMBUkut7tezevTu33XZbRUpTBgECBAgQaJ7AXXfdldtvv72/sQeTbG1epzoiQIAAAQIECBCoq4CAa10np24CBAgQIECAAAECBAgQIECAAAECBAgQIECAAAECBAgQIECAAAECBAgQIFAvgf9Icm+v5ImJiUxPT9erA9USIECAAIEaCUxOTubw4cP9Fe9I8p81akGpBAgQIECAAAECDRcQcG34gLVHgAABAgQIECBAgAABAgQIECBAgAABAgQIECBAgAABAgQIECBAgAABAgQqIrApyQu9WtauXZtjx45lzRpfZazIfJRBgAABAg0S6HQ6Wb9+fU6cONHf1YeSzDSoTa0QIECAAAECBAjUXMBPhWo+QOUTIECAAAECBAgQIECAAAECBAgQIECAAAECBAgQIECAAAECBAgQIECAAIEaCfw+ybt79T766KP59Kc/XaPylUqAAAECBOoh8KMf/Sif+cxn+ot9Lcl76lG9KgkQIECAAAECBNoiIODalknrkwABAgQIECBAgAABAgQIECBAgAABAgQIECBAgAABAgQIECBAgAABAgQIlC/w7SQ398qYmJjI9PR0+VWpgAABAgQINExgcnIyhw8f7u9qb5IvN6xN7RAgQIAAAQIECNRcQMC15gNUPgECBAgQIECAAAECBAgQIECAAAECBAgQIECAAAECBAgQIECAAAECBAgQqJHAh5M821/v888/nwsuuKBGLSiVAAECBAhUW+Do0aO58MIL5xd5SZJfVrty1REgQIAAAQIECLRNQMC1bRPXLwECBAgQIECAAAECBAgQIECAAAECBAgQIECAAAECBAgQIECAAAECBAgQKFfg50k+0ivhmmuuyQ9/+MNyK7I7AQIECBBokMCWLVty4MCB/o5+keSjDWpRKwQIECBAgAABAg0REHBtyCC1QYAAAQIECBAgQIAAAQIECBAgQIAAAQIECBAgQIAAAQIECBAgQIAAAQIEaiLw2SQP99f65JNPZvPmzTUpX5kECBAgQKC6AkeOHMnll18+v8CrkjxS3apVRoAAAQIECBAg0FYBAde2Tl7fBAgQIECAAAECBAgQIECAAAECBAgQIECAAAECBAgQIECAAAECBAgQIECgPIHTbnE977zz8uKLL2bNGl9rLG8kdiZAgACBugt0Op2cf/75eemll/pbcXtr3QerfgIECBAgQIBAgwX8JKjBw9UaAQIECBAgQIAAAQIECBAgQIAAAQIECBAgQIAAAQIECBAgQIAAAQIECBCoqMDHkjzVX9vWrVvzwAMPVLRcZREgQIAAgeoL3HDDDZmamppf6KVJflr96lVIgAABAgQIECDQRgEB1zZOXc8ECBAgQIAAAQIECBAgQIAAAQIECBAgQIAAAQIECBAgQIAAAQIECBAgQKB8gW8nubm/jN27d+e2224rvzIVECBAgACBmgncdddduf322+dXvTfJl2vWinIJECBAgAABAgRaJCDg2qJha5UAAQIECBAgQIAAAQIECBAgQIAAAQIECBAgQIAAAQIECBAgQIAAAQIECFRM4H+SXNRf0759+3LjjTdWrEzlECBAgACB6grcc889uemmm+YX+Osk/1TdqlVGgAABAgQIECBAIBFwdQoIECBAgAABAgQIECBAgAABAgQIECBAgAABAgQIECBAgAABAgQIECBAgACBsgQ2JfnvJOv6C3CTa1njsC8BAgQI1E1gkZtbjyf55yQzdetHvQQIECBAgAABAu0SEHBt17x1S4AAAQIECBAgQIAAAQIECBAgQIAAAQIECBAgQIAAAQIECBAgQIAAAQIEqiZwRZL/ml/U1q1bc//992fNGl91rNrA1EOAAAEC5Qt0Op1s27YtU1NTCxXzb0meKL9KFRAgQIAAAQIECBBYWsBPfZwQAgQIECBAgAABAgQIECBAgAABAgQIECBAgAABAgQIECBAgAABAgQIECBAoGyBzyZ5eH4R5513Xr75zW9m8+bNZddnfwIECBAgUBmBI0eO5Ktf/WpeeumlhWq6KskjlSlWIQQIECBAgAABAgSWEBBwdTwIECBAgAABAgQIECBAgAABAgQIECBAgAABAgQIECBAgAABAgQIECBAgACBKgh0b3I9lGTd/GKuueaafOUrX8kFF1xQhTrVQIAAAQIEShE4evRovvWtb+XAgQML7X88yefc3FrKaGxKgAABAgQIECCwSgEB11XCeY0AAQIECBAgQIAAAQIECBAgQIAAAQIECBAgQIAAAQIECBAgQIAAAQIECBAoXGBTkoeSXLTQyhMTE7n22mvzqU99KmvW+Apk4foWJECAAIHKCXQ6nTz22GPZv39/Dh8+vFh9v07y70lmKteAgggQIECAAAECBAgsIeCnO44HAQIECBAgQIAAAQIECBAgQIAAAQIECBAgQIAAAQIECBAgQIAAAQIECBAgUDWBbye5ebGi1q5dm8suuyyXXHJJNm3alPe+971517velfXr1wu+Vm2S6iFAgACBgQS6QdZjx47lj3/8Y373u99lZmYmzz77bH7yk5/kxIkTS62xN8mXB9rEQwQIECBAgAABAgQqJiDgWrGBKIcAAQIECBAgQIAAAQIECBAgQIAAAQIECBAgQIAAAQIECBAgQIAAAQIECBA4JfCxJHck+QgPAgQIECBA4E0Cv/j7v5M/ZUOAAAECBAgQIECgrgICrnWdnLoJECBAgAABAgQIECBAgAABAgQIECBAgAABAgQIECBAgAABAgQIECBAgEA7BD6b5CZB13YMW5cECBAgsKxAN9i6L8kjyz7pAQIECBAgQIAAAQIVFxBwrfiAlEeAAAECBAgQIECAAAECBAgQIECAAAECBAgQIECAAAECBAgQIECAAAECBAicEvhwks8lmUzybiYECBAgQKBFAq8lmU5yKMkvW9S3VgkQIECAAAECBBouIODa8AFrjwABAgQIECBAgAABAgQIECBAgAABAgQIECBAgAABAgQIECBAgAABAgQINFBgU5JLklyY5Nwk/5jkrCRrk/huZAMHriUCBAi0QKCT5ESS/0vyv0leSfJ8kmeTzLSgfy0SIECAAAECBAi0UMAPcVo4dC0TIECAAAECBAgQIECAAAECBAgQIECAAAECBAgQIECAAAECBAgQIECAAAECBAgQIECAAAECBAgQIECAAAECBMoUEHAtU9/eBAgQIECAAAECBAgQIECAAAECBAgQIECAAAECBAgQIECAAAECBAgQIECAAAECBAgQIECAAAECBAgQIECAAIEWCgi4tnDoWiZAgAABAgQIECBAgAABAgQIECBAgAABAgQIECBAgAABAgQIECBAgAABAgQIECBAgAABAgQIECBAgAABAgQIlCkg4Fqmvr0JECBAgAABAgQIECBAgAABAgQIECBAgAABAgQIECBAgAABAgQIECBAgAABAgQIECBAgAABAgQIECBAgAABAi0UEHBt4dC1TIAAAQIECBAgQIAAAQIECBAgQIAAAQIECBAgQIAAAQIECBAgQIAAAQIECBAgQIAAAQIECBAgQIAAAQIECBAoU0DAtUx9exMgQIAAAQIECBAgQIAAAQIECBAgQIAAAQIECBAgQIAAAQIECBAgQIAAAQIECBDoYA3vAAAJZ0lEQVQgQIAAAQIECBAgQIAAAQIEWigg4NrCoWuZAAECBAgQIECAAAECBAgQIECAAAECBAgQIECAAAECBAgQIECAAAECBAgQIECAAAECBAgQIECAAAECBAgQIFCmgIBrmfr2JkCAAAECBAgQIECAAAECBAgQIECAAAECBAgQIECAAAECBAgQIECAAAECBAgQIECAAAECBAgQIECAAAECBAi0UEDAtYVD1zIBAgQIECBAgAABAgQIECBAgAABAgQIECBAgAABAgQIECBAgAABAgQIECBAgAABAgQIECBAgAABAgQIECBAoEwBAdcy9e1NgAABAgQIECBAgAABAgQIECBAgAABAgQIECBAgAABAgQIECBAgAABAgQIECBAgAABAgQIECBAgAABAgQIEGihgIBrC4euZQIECBAgQIAAAQIECBAgQIAAAQIECBAgQIAAAQIECBAgQIAAAQIECBAgQIAAAQIECBAgQIAAAQIECBAgQIBAmQICrmXq25sAAQIECBAgQIAAAQIECBAgQIAAAQIECBAgQIAAAQIECBAgQIAAAQIECBAgQIAAAQIECBAgQIAAAQIECBAg0EIBAdcWDl3LBAgQIECAAAECBAgQIECAAAECBAgQIECAAAECBAgQIECAAAECBAgQIECAAAECBAgQIECAAAECBAgQIECAAIEyBQRcy9S3NwECBAgQIECAAAECBAgQIECAAAECBAgQIECAAAECBAgQIECAAAECBAgQIECAAAECBAgQIECAAAECBAgQIECghQICri0cupYJECBAgAABAgQIECBAgAABAgQIECBAgAABAgQIECBAgAABAgQIECBAgAABAgQIECBAgAABAgQIECBAgAABAmUKCLiWqW9vAgQIECBAgAABAgQIECBAgAABAgQIECBAgAABAgQIECBAgAABAgQIECBAgAABAgQIECBAgAABAgQIECBAgEALBQRcWzh0LRMgQIAAAQIECBAgQIAAAQIECBAgQIAAAQIECBAgQIAAAQIECBAgQIAAAQIECBAgQIAAAQIECBAgQIAAAQIEyhQQcC1T394ECBAgQIAAAQIECBAgQIAAAQIECBAgQIAAAQIECBAgQIAAAQIECBAgQIAAAQIECBAgQIAAAQIECBAgQIAAgRYKCLi2cOhaJkCAAAECBAgQIECAAAECBAgQIECAAAECBAgQIECAAAECBAgQIECAAAECBAgQIECAAAECBAgQIECAAAECBAiUKSDgWqa+vQkQIECAAAECBAgQIECAAAECBAgQIECAAAECBAgQIECAAAECBAgQIECAAAECBAgQIECAAAECBAgQIECAAAECLRQQcG3h0LVMgAABAgQIECBAgAABAgQIECBAgAABAgQIECBAgAABAgQIECBAgAABAgQIECBAgAABAgQIECBAgAABAgQIEChTQMC1TH17EyBAgAABAgQIECBAgAABAgQIECBAgAABAgQIECBAgAABAgQIECBAgAABAgQIECBAgAABAgQIECBAgAABAgRaKCDg2sKha5kAAQIECBAgQIAAAQIECBAgQIAAAQIECBAgQIAAAQIECBAgQIAAAQIECBAgQIAAAQIECBAgQIAAAQIECBAgUKaAgGuZ+vYmQIAAAQIECBAgQIAAAQIECBAgQIAAAQIECBAgQIAAAQIECBAgQIAAAQIECBAgQIAAAQIECBAgQIAAAQIECLRQQMC1hUPXMgECBAgQIECAAAECBAgQIECAAAECBAgQIECAAAECBAgQIECAAAECBAgQIECAAAECBAgQIECAAAECBAgQIECgTAEB1zL17U2AAAECBAgQIECAAAECBAgQIECAAAECBAgQIECAAAECBAgQIECAAAECBAgQIECAAAECBAgQIECAAAECBAgQaKGAgGsLh65lAgQIECBAgAABAgQIECBAgAABAgQIECBAgAABAgQIECBAgAABAgQIECBAgAABAgQIECBAgAABAgQIECBAgECZAgKuZerbmwABAgQIECBAgAABAgQIECBAgAABAgQIECBAgAABAgQIECBAgAABAgQIECBAgAABAgQIECBAgAABAgQIECDQQgEB1xYOXcsECBAgQIAAAQIECBAgQIAAAQIECBAgQIAAAQIECBAgQIAAAQIECBAgQIAAAQIECBAgQIAAAQIECBAgQIAAgTIFBFzL1Lc3AQIECBAgQIAAAQIECBAgQIAAAQIECBAgQIAAAQIECBAgQIAAAQIECBAgQIAAAQIECBAgQIAAAQIECBAgQKCFAgKuLRy6lgkQIECAAAECBAgQIECAAAECBAgQIECAAAECBAgQIECAAAECBAgQIECAAAECBAgQIECAAAECBAgQIECAAAECZQoIuJapb28CBAgQIECAAAECBAgQIECAAAECBAgQIECAAAECBAgQIECAAAECBAgQIECAAAECBAgQIECAAAECBAgQIECAQAsFBFxbOHQtEyBAgAABAgQIECBAgAABAgQIECBAgAABAgQIECBAgAABAgQIECBAgAABAgQIECBAgAABAgQIECBAgAABAgTKFBBwLVPf3gQIECBAgAABAgQIECBAgAABAgQIECBAgAABAgQIECBAgAABAgQIECBAgAABAgQIECBAgAABAgQIECBAgACBFgoIuLZw6FomQIAAAQIECBAgQIAAAQIECBAgQIAAAQIECBAgQIAAAQIECBAgQIAAAQIECBAgQIAAAQIECBAgQIAAAQIECJQpIOBapr69CRAgQIAAAQIECBAgQIAAAQIECBAgQIAAAQIECBAgQIAAAQIECBAgQIAAAQIECBAgQIAAAQIECBAgQIAAAQItFBBwbeHQtUyAAAECBAgQIECAAAECBAgQIECAAAECBAgQIECAAAECBAgQIECAAAECBAgQIECAAAECBAgQIECAAAECBAgQKFNAwLVMfXsTIECAAAECBAgQIECAAAECBAgQIECAAAECBAgQIECAAAECBAgQIECAAAECBAgQIECAAAECBAgQIECAAAECBFooIODawqFrmQABAgQIECBAgAABAgQIECBAgAABAgQIECBAgAABAgQIECBAgAABAgQIECBAgAABAgQIECBAgAABAgQIECBQpoCAa5n69iZAgAABAgQIECBAgAABAgQIECBAgAABAgQIECBAgAABAgQIECBAgAABAgQIECBAgAABAgQIECBAgAABAgQItFDg/wH2p3kAlEEEhgAAAABJRU5ErkJggg=="/>
          <p:cNvSpPr>
            <a:spLocks noChangeAspect="1" noChangeArrowheads="1"/>
          </p:cNvSpPr>
          <p:nvPr/>
        </p:nvSpPr>
        <p:spPr bwMode="auto">
          <a:xfrm>
            <a:off x="155575" y="-3246438"/>
            <a:ext cx="8972550" cy="67722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52" name="AutoShape 4" descr="data:image/png;base64,iVBORw0KGgoAAAANSUhEUgAADrgAAAscCAYAAACCzwrDAAAAAXNSR0IArs4c6QAANeF0RVh0bXhmaWxlACUzQ214R3JhcGhNb2RlbCUzRSUzQ3Jvb3QlM0UlM0NteENlbGwlMjBpZCUzRCUyMjAlMjIlMkYlM0UlM0NteENlbGwlMjBpZCUzRCUyMjElMjIlMjBwYXJlbnQlM0QlMjIwJTIyJTJGJTNFJTNDbXhDZWxsJTIwaWQlM0QlMjIyJTIyJTIwc3R5bGUlM0QlMjJlZGdlU3R5bGUlM0RvcnRob2dvbmFsRWRnZVN0eWxlJTNCcm91bmRlZCUzRDAlM0JvcnRob2dvbmFsTG9vcCUzRDElM0JqZXR0eVNpemUlM0RhdXRvJTNCaHRtbCUzRDElM0JleGl0WCUzRDElM0JleGl0WSUzRDAuNSUzQmV4aXREeCUzRDAlM0JleGl0RHklM0QwJTNCZW50cnlYJTNEMC41JTNCZW50cnlZJTNEMCUzQmVudHJ5RHglM0QwJTNCZW50cnlEeSUzRDAlM0Jmb250U2l6ZSUzRDE1JTNCJTIyJTIwZWRnZSUzRCUyMjElMjIlMjBzb3VyY2UlM0QlMjIzJTIyJTIwdGFyZ2V0JTNEJTIyOSUyMiUyMHBhcmVudCUzRCUyMjElMjIlM0UlM0NteEdlb21ldHJ5JTIwcmVsYXRpdmUlM0QlMjIxJTIyJTIwYXMlM0QlMjJnZW9tZXRyeSUyMiUyRiUzRSUzQyUyRm14Q2VsbCUzRSUzQ214Q2VsbCUyMGlkJTNEJTIyMyUyMiUyMHZhbHVlJTNEJTIyYWlyY2FzdCUyRm1pcmFjYXN0JTIyJTIwc3R5bGUlM0QlMjJyb3VuZGVkJTNEMSUzQndoaXRlU3BhY2UlM0R3cmFwJTNCaHRtbCUzRDElM0Jmb250U2l6ZSUzRDE1JTNCZ2xhc3MlM0QwJTNCc3Ryb2tlV2lkdGglM0QxJTNCc2hhZG93JTNEMCUzQiUyMiUyMHZlcnRleCUzRCUyMjElMjIlMjBwYXJlbnQlM0QlMjIxJTIyJTNFJTNDbXhHZW9tZXRyeSUyMHglM0QlMjI0MCUyMiUyMHklM0QlMjIxMzAlMjIlMjB3aWR0aCUzRCUyMjEyMCUyMiUyMGhlaWdodCUzRCUyMjQwJTIyJTIwYXMlM0QlMjJnZW9tZXRyeSUyMiUyRiUzRSUzQyUyRm14Q2VsbCUzRSUzQ214Q2VsbCUyMGlkJTNEJTIyN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1JTIyJTIwdGFyZ2V0JTNEJTIyOSUyMiUyMHBhcmVudCUzRCUyMjElMjIlM0UlM0NteEdlb21ldHJ5JTIwcmVsYXRpdmUlM0QlMjIxJTIyJTIwYXMlM0QlMjJnZW9tZXRyeSUyMiUyRiUzRSUzQyUyRm14Q2VsbCUzRSUzQ214Q2VsbCUyMGlkJTNEJTIyNS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IxJTIyJTNFJTNDbXhHZW9tZXRyeSUyMHglM0QlMjI0MCUyMiUyMHklM0QlMjIxOTAlMjIlMjB3aWR0aCUzRCUyMjEyMCUyMiUyMGhlaWdodCUzRCUyMjQwJTIyJTIwYXMlM0QlMjJnZW9tZXRyeSUyMiUyRiUzRSUzQyUyRm14Q2VsbCUzRSUzQ214Q2VsbCUyMGlkJTNEJTIyNiUyMiUyMHZhbHVlJTNEJTIyJTIyJTIwc3R5bGUlM0QlMjJlZGdlU3R5bGUlM0RvcnRob2dvbmFsRWRnZVN0eWxlJTNCcm91bmRlZCUzRDAlM0JvcnRob2dvbmFsTG9vcCUzRDElM0JqZXR0eVNpemUlM0RhdXRvJTNCaHRtbCUzRDElM0Jmb250U2l6ZSUzRDE1JTNCJTIyJTIwZWRnZSUzRCUyMjElMjIlMjBzb3VyY2UlM0QlMjI3JTIyJTIwdGFyZ2V0JTNEJTIyMTMlMjIlMjBwYXJlbnQlM0QlMjIxJTIyJTNFJTNDbXhHZW9tZXRyeSUyMHJlbGF0aXZlJTNEJTIyMSUyMiUyMGFzJTNEJTIyZ2VvbWV0cnklMjIlMkYlM0UlM0MlMkZteENlbGwlM0UlM0NteENlbGwlMjBpZCUzRCUyMjc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IxJTIyJTNFJTNDbXhHZW9tZXRyeSUyMHglM0QlMjI0MCUyMiUyMHklM0QlMjIzMDUlMjIlMjB3aWR0aCUzRCUyMjEyMCUyMiUyMGhlaWdodCUzRCUyMjQwJTIyJTIwYXMlM0QlMjJnZW9tZXRyeSUyMiUyRiUzRSUzQyUyRm14Q2VsbCUzRSUzQ214Q2VsbCUyMGlkJTNEJTIyOCUyMiUyMHZhbHVlJTNEJTIyJTIyJTIwc3R5bGUlM0QlMjJlZGdlU3R5bGUlM0RvcnRob2dvbmFsRWRnZVN0eWxlJTNCcm91bmRlZCUzRDAlM0JvcnRob2dvbmFsTG9vcCUzRDElM0JqZXR0eVNpemUlM0RhdXRvJTNCaHRtbCUzRDElM0Jmb250U2l6ZSUzRDE1JTNCJTIyJTIwZWRnZSUzRCUyMjElMjIlMjBzb3VyY2UlM0QlMjI5JTIyJTIwdGFyZ2V0JTNEJTIyMTUlMjIlMjBwYXJlbnQlM0QlMjIxJTIyJTNFJTNDbXhHZW9tZXRyeSUyMHJlbGF0aXZlJTNEJTIyMSUyMiUyMGFzJTNEJTIyZ2VvbWV0cnklMjIlMkYlM0UlM0MlMkZteENlbGwlM0UlM0NteENlbGwlMjBpZCUzRCUyMjk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IxJTIyJTNFJTNDbXhHZW9tZXRyeSUyMHglM0QlMjIzNTQlMjIlMjB5JTNEJTIyMTkwJTIyJTIwd2lkdGglM0QlMjIxMjAlMjIlMjBoZWlnaHQlM0QlMjI0MCUyMiUyMGFzJTNEJTIyZ2VvbWV0cnklMjIlMkYlM0UlM0MlMkZteENlbGwlM0UlM0NteENlbGwlMjBpZCUzRCUyMjEwJTIyJTIwc3R5bGUlM0QlMjJlZGdlU3R5bGUlM0RvcnRob2dvbmFsRWRnZVN0eWxlJTNCcm91bmRlZCUzRDAlM0JvcnRob2dvbmFsTG9vcCUzRDElM0JqZXR0eVNpemUlM0RhdXRvJTNCaHRtbCUzRDElM0Jmb250U2l6ZSUzRDE1JTNCJTIyJTIwZWRnZSUzRCUyMjElMjIlMjBzb3VyY2UlM0QlMjIxMSUyMiUyMHRhcmdldCUzRCUyMjEzJTIyJTIwcGFyZW50JTNEJTIyMSUyMiUzRSUzQ214R2VvbWV0cnklMjByZWxhdGl2ZSUzRCUyMjElMjIlMjBhcyUzRCUyMmdlb21ldHJ5JTIyJTJGJTNFJTNDJTJGbXhDZWxsJTNFJTNDbXhDZWxsJTIwaWQlM0QlMjIxMSUyMiUyMHZhbHVlJTNEJTIyRExOQSUyMiUyMHN0eWxlJTNEJTIycm91bmRlZCUzRDElM0J3aGl0ZVNwYWNlJTNEd3JhcCUzQmh0bWwlM0QxJTNCZm9udFNpemUlM0QxNSUzQmdsYXNzJTNEMCUzQnN0cm9rZVdpZHRoJTNEMSUzQnNoYWRvdyUzRDAlM0IlMjIlMjB2ZXJ0ZXglM0QlMjIxJTIyJTIwcGFyZW50JTNEJTIyMSUyMiUzRSUzQ214R2VvbWV0cnklMjB4JTNEJTIyNDAlMjIlMjB5JTNEJTIyMjQ5JTIyJTIwd2lkdGglM0QlMjIxMjAlMjIlMjBoZWlnaHQlM0QlMjI0MCUyMiUyMGFzJTNEJTIyZ2VvbWV0cnklMjIlMkYlM0UlM0MlMkZteENlbGwlM0UlM0NteENlbGwlMjBpZCUzRCUyMjEy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NvdXJjZSUzRCUyMjEzJTIyJTIwdGFyZ2V0JTNEJTIyOSUyMiUyMHBhcmVudCUzRCUyMjElMjIlM0UlM0NteEdlb21ldHJ5JTIwcmVsYXRpdmUlM0QlMjIxJTIyJTIwYXMlM0QlMjJnZW9tZXRyeSUyMiUyRiUzRSUzQyUyRm14Q2VsbCUzRSUzQ214Q2VsbCUyMGlkJTNEJTIyMTMlMjIlMjB2YWx1ZSUzRCUyMkZGTVBFRyUyMiUyMHN0eWxlJTNEJTIycm91bmRlZCUzRDElM0J3aGl0ZVNwYWNlJTNEd3JhcCUzQmh0bWwlM0QxJTNCZm9udFNpemUlM0QxNSUzQmdsYXNzJTNEMCUzQnN0cm9rZVdpZHRoJTNEMSUzQnNoYWRvdyUzRDAlM0IlMjIlMjB2ZXJ0ZXglM0QlMjIxJTIyJTIwcGFyZW50JTNEJTIyMSUyMiUzRSUzQ214R2VvbWV0cnklMjB4JTNEJTIyMjAxJTIyJTIweSUzRCUyMjMwNSUyMiUyMHdpZHRoJTNEJTIyMTIwJTIyJTIwaGVpZ2h0JTNEJTIyNDAlMjIlMjBhcyUzRCUyMmdlb21ldHJ5JTIyJTJGJTNFJTNDJTJGbXhDZWxsJTNFJTNDbXhDZWxsJTIwaWQlM0QlMjIxNCUyMiUyMHZhbHVlJTNEJTIyJTIyJTIwc3R5bGUlM0QlMjJlZGdlU3R5bGUlM0RvcnRob2dvbmFsRWRnZVN0eWxlJTNCcm91bmRlZCUzRDAlM0JvcnRob2dvbmFsTG9vcCUzRDElM0JqZXR0eVNpemUlM0RhdXRvJTNCaHRtbCUzRDElM0Jmb250U2l6ZSUzRDE1JTNCJTIyJTIwZWRnZSUzRCUyMjElMjIlMjBzb3VyY2UlM0QlMjIxNSUyMiUyMHRhcmdldCUzRCUyMjE3JTIyJTIwcGFyZW50JTNEJTIyMSUyMiUzRSUzQ214R2VvbWV0cnklMjByZWxhdGl2ZSUzRCUyMjElMjIlMjBhcyUzRCUyMmdlb21ldHJ5JTIyJTJGJTNFJTNDJTJGbXhDZWxsJTNFJTNDbXhDZWxsJTIwaWQlM0QlMjIxNSUyMiUyMHZhbHVlJTNEJTIyREV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OCUyMiUyMHklM0QlMjIxOTAlMjIlMjB3aWR0aCUzRCUyMjEyMCUyMiUyMGhlaWdodCUzRCUyMjQwJTIyJTIwYXMlM0QlMjJnZW9tZXRyeSUyMiUyRiUzRSUzQyUyRm14Q2VsbCUzRSUzQ214Q2VsbCUyMGlkJTNEJTIyMTYlMjIlMjB2YWx1ZSUzRCUyMiUyMiUyMHN0eWxlJTNEJTIyZWRnZVN0eWxlJTNEb3J0aG9nb25hbEVkZ2VTdHlsZSUzQnJvdW5kZWQlM0QwJTNCb3J0aG9nb25hbExvb3AlM0QxJTNCamV0dHlTaXplJTNEYXV0byUzQmh0bWwlM0QxJTNCZm9udFNpemUlM0QxNSUzQiUyMiUyMGVkZ2UlM0QlMjIxJTIyJTIwc291cmNlJTNEJTIyMTclMjIlMjB0YXJnZXQlM0QlMjIxOCUyMiUyMHBhcmVudCUzRCUyMjElMjIlM0UlM0NteEdlb21ldHJ5JTIwcmVsYXRpdmUlM0QlMjIxJTIyJTIwYXMlM0QlMjJnZW9tZXRyeSUyMiUyRiUzRSUzQyUyRm14Q2VsbCUzRSUzQ214Q2VsbCUyMGlkJTNEJTIyMTclMjIlMjB2YWx1ZSUzRCUyMkZyYW1lJTIwQnVmJTIyJTIwc3R5bGUlM0QlMjJyb3VuZGVkJTNEMSUzQndoaXRlU3BhY2UlM0R3cmFwJTNCaHRtbCUzRDElM0Jmb250U2l6ZSUzRDE1JTNCZ2xhc3MlM0QwJTNCc3Ryb2tlV2lkdGglM0QxJTNCc2hhZG93JTNEMCUzQiUyMiUyMHZlcnRleCUzRCUyMjElMjIlMjBwYXJlbnQlM0QlMjIxJTIyJTNFJTNDbXhHZW9tZXRyeSUyMHglM0QlMjI2NzglMjIlMjB5JTNEJTIyMTkwJTIyJTIwd2lkdGglM0QlMjIxMjAlMjIlMjBoZWlnaHQlM0QlMjI0MCUyMiUyMGFzJTNEJTIyZ2VvbWV0cnklMjIlMkYlM0UlM0MlMkZteENlbGwlM0UlM0NteENlbGwlMjBpZCUzRCUyMjE4JTIyJTIwdmFsdWUlM0QlMjJEaXNwbGF5JTIwRW5naW5lJTI2YW1wJTNCbmJzcCUzQiUyMiUyMHN0eWxlJTNEJTIycm91bmRlZCUzRDElM0J3aGl0ZVNwYWNlJTNEd3JhcCUzQmh0bWwlM0QxJTNCZm9udFNpemUlM0QxNSUzQmdsYXNzJTNEMCUzQnN0cm9rZVdpZHRoJTNEMSUzQnNoYWRvdyUzRDAlM0IlMjIlMjB2ZXJ0ZXglM0QlMjIxJTIyJTIwcGFyZW50JTNEJTIyMSUyMiUzRSUzQ214R2VvbWV0cnklMjB4JTNEJTIyODI3JTIyJTIweSUzRCUyMjE5MCUyMiUyMHdpZHRoJTNEJTIyMTIwJTIyJTIwaGVpZ2h0JTNEJTIyNDAlMjIlMjBhcyUzRCUyMmdlb21ldHJ5JTIyJTJGJTNFJTNDJTJGbXhDZWxsJTNFJTNDbXhDZWxsJTIwaWQlM0QlMjIxOSUyMiUyMHZhbHVlJTNEJTIyJTIyJTIwc3R5bGUlM0QlMjJlZGdlU3R5bGUlM0RvcnRob2dvbmFsRWRnZVN0eWxlJTNCcm91bmRlZCUzRDAlM0JvcnRob2dvbmFsTG9vcCUzRDElM0JqZXR0eVNpemUlM0RhdXRvJTNCaHRtbCUzRDElM0Jmb250U2l6ZSUzRDE1JTNCJTIyJTIwZWRnZSUzRCUyMjElMjIlMjBzb3VyY2UlM0QlMjIyMiUyMiUyMHRhcmdldCUzRCUyMjI0JTIyJTIwcGFyZW50JTNEJTIyMSUyMiUzRSUzQ214R2VvbWV0cnklMjByZWxhdGl2ZSUzRCUyMjElMjIlMjBhcyUzRCUyMmdlb21ldHJ5JTIyJTJGJTNFJTNDJTJGbXhDZWxsJTNFJTNDbXhDZWxsJTIwaWQlM0QlMjIyM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I5JTIyJTIwcGFyZW50JTNEJTIyMSUyMiUzRSUzQ214R2VvbWV0cnklMjByZWxhdGl2ZSUzRCUyMjElMjIlMjBhcyUzRCUyMmdlb21ldHJ5JTIyJTJGJTNFJTNDJTJGbXhDZWxsJTNFJTNDbXhDZWxsJTIwaWQlM0QlMjIyMS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MzJTIyJTIwcGFyZW50JTNEJTIyMSUyMiUzRSUzQ214R2VvbWV0cnklMjByZWxhdGl2ZSUzRCUyMjElMjIlMjBhcyUzRCUyMmdlb21ldHJ5JTIyJTJGJTNFJTNDJTJGbXhDZWxsJTNFJTNDbXhDZWxsJTIwaWQlM0QlMjIyMiUyMiUyMHZhbHVlJTNEJTIyVk9VKHZpZGVvJTIwdGltaW5nJTIwb3V0cG91dCklMjIlMjBzdHlsZSUzRCUyMnJvdW5kZWQlM0QxJTNCd2hpdGVTcGFjZSUzRHdyYXAlM0JodG1sJTNEMSUzQmZvbnRTaXplJTNEMTUlM0JnbGFzcyUzRDAlM0JzdHJva2VXaWR0aCUzRDElM0JzaGFkb3clM0QwJTNCJTIyJTIwdmVydGV4JTNEJTIyMSUyMiUyMHBhcmVudCUzRCUyMjElMjIlM0UlM0NteEdlb21ldHJ5JTIweCUzRCUyMjM0OSUyMiUyMHklM0QlMjI0NDAlMjIlMjB3aWR0aCUzRCUyMjEyMCUyMiUyMGhlaWdodCUzRCUyMjQwJTIyJTIwYXMlM0QlMjJnZW9tZXRyeSUyMiUyRiUzRSUzQyUyRm14Q2VsbCUzRSUzQ214Q2VsbCUyMGlkJTNEJTIyMjMlMjIlMjB2YWx1ZSUzRCUyMiUyMiUyMHN0eWxlJTNEJTIyZWRnZVN0eWxlJTNEb3J0aG9nb25hbEVkZ2VTdHlsZSUzQnJvdW5kZWQlM0QwJTNCb3J0aG9nb25hbExvb3AlM0QxJTNCamV0dHlTaXplJTNEYXV0byUzQmh0bWwlM0QxJTNCZm9udFNpemUlM0QxNSUzQiUyMiUyMGVkZ2UlM0QlMjIxJTIyJTIwc291cmNlJTNEJTIyMjQlMjIlMjB0YXJnZXQlM0QlMjIyNiUyMiUyMHBhcmVudCUzRCUyMjElMjIlM0UlM0NteEdlb21ldHJ5JTIwcmVsYXRpdmUlM0QlMjIxJTIyJTIwYXMlM0QlMjJnZW9tZXRyeSUyMiUyRiUzRSUzQyUyRm14Q2VsbCUzRSUzQ214Q2VsbCUyMGlkJTNEJTIyMjQlMjIlMjB2YWx1ZSUzRCUyMlRWJTIwRU5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MSUyMiUyMHklM0QlMjI0NDAlMjIlMjB3aWR0aCUzRCUyMjEyMCUyMiUyMGhlaWdodCUzRCUyMjQwJTIyJTIwYXMlM0QlMjJnZW9tZXRyeSUyMiUyRiUzRSUzQyUyRm14Q2VsbCUzRSUzQ214Q2VsbCUyMGlkJTNEJTIyMjUlMjIlMjB2YWx1ZSUzRCUyMiUyMiUyMHN0eWxlJTNEJTIyZWRnZVN0eWxlJTNEb3J0aG9nb25hbEVkZ2VTdHlsZSUzQnJvdW5kZWQlM0QwJTNCb3J0aG9nb25hbExvb3AlM0QxJTNCamV0dHlTaXplJTNEYXV0byUzQmh0bWwlM0QxJTNCZm9udFNpemUlM0QxNSUzQiUyMiUyMGVkZ2UlM0QlMjIxJTIyJTIwc291cmNlJTNEJTIyMjYlMjIlMjB0YXJnZXQlM0QlMjIyNyUyMiUyMHBhcmVudCUzRCUyMjElMjIlM0UlM0NteEdlb21ldHJ5JTIwcmVsYXRpdmUlM0QlMjIxJTIyJTIwYXMlM0QlMjJnZW9tZXRyeSUyMiUyRiUzRSUzQyUyRm14Q2VsbCUzRSUzQ214Q2VsbCUyMGlkJTNEJTIyMjYlMjIlMjB2YWx1ZSUzRCUyMlZJREVPJTIwREFDJTIyJTIwc3R5bGUlM0QlMjJyb3VuZGVkJTNEMSUzQndoaXRlU3BhY2UlM0R3cmFwJTNCaHRtbCUzRDElM0Jmb250U2l6ZSUzRDE1JTNCZ2xhc3MlM0QwJTNCc3Ryb2tlV2lkdGglM0QxJTNCc2hhZG93JTNEMCUzQiUyMiUyMHZlcnRleCUzRCUyMjElMjIlMjBwYXJlbnQlM0QlMjIxJTIyJTNFJTNDbXhHZW9tZXRyeSUyMHglM0QlMjI2NzUlMjIlMjB5JTNEJTIyNDQwJTIyJTIwd2lkdGglM0QlMjIxMjAlMjIlMjBoZWlnaHQlM0QlMjI0MCUyMiUyMGFzJTNEJTIyZ2VvbWV0cnklMjIlMkYlM0UlM0MlMkZteENlbGwlM0UlM0NteENlbGwlMjBpZCUzRCUyMjI3JTIyJTIwdmFsdWUlM0QlMjJDVkJTJTIwJUU4JUJFJTkzJUU1JTg3JUJBJTIyJTIwc3R5bGUlM0QlMjJyb3VuZGVkJTNEMSUzQndoaXRlU3BhY2UlM0R3cmFwJTNCaHRtbCUzRDElM0Jmb250U2l6ZSUzRDE1JTNCZ2xhc3MlM0QwJTNCc3Ryb2tlV2lkdGglM0QxJTNCc2hhZG93JTNEMCUzQiUyMiUyMHZlcnRleCUzRCUyMjElMjIlMjBwYXJlbnQlM0QlMjIxJTIyJTNFJTNDbXhHZW9tZXRyeSUyMHglM0QlMjI4NDElMjIlMjB5JTNEJTIyNDQwJTIyJTIwd2lkdGglM0QlMjIxMjAlMjIlMjBoZWlnaHQlM0QlMjI0MCUyMiUyMGFzJTNEJTIyZ2VvbWV0cnklMjIlMkYlM0UlM0MlMkZteENlbGwlM0UlM0NteENlbGwlMjBpZCUzRCUyMjI4JTIyJTIwdmFsdWUlM0QlMjJWR0ElMjAlRTglQkUlOTMlRTUlODclQkElMjIlMjBzdHlsZSUzRCUyMnJvdW5kZWQlM0QxJTNCd2hpdGVTcGFjZSUzRHdyYXAlM0JodG1sJTNEMSUzQmZvbnRTaXplJTNEMTUlM0JnbGFzcyUzRDAlM0JzdHJva2VXaWR0aCUzRDElM0JzaGFkb3clM0QwJTNCJTIyJTIwdmVydGV4JTNEJTIyMSUyMiUyMHBhcmVudCUzRCUyMjElMjIlM0UlM0NteEdlb21ldHJ5JTIweCUzRCUyMjg0MSUyMiUyMHklM0QlMjI1MTAlMjIlMjB3aWR0aCUzRCUyMjEyMCUyMiUyMGhlaWdodCUzRCUyMjQwJTIyJTIwYXMlM0QlMjJnZW9tZXRyeSUyMiUyRiUzRSUzQyUyRm14Q2VsbCUzRSUzQ214Q2VsbCUyMGlkJTNEJTIyMjklMjIlMjB2YWx1ZSUzRCUyMkhETUklMjAlRTglQkUlOTMlRTUlODclQkElMjIlMjBzdHlsZSUzRCUyMnJvdW5kZWQlM0QxJTNCd2hpdGVTcGFjZSUzRHdyYXAlM0JodG1sJTNEMSUzQmZvbnRTaXplJTNEMTUlM0JnbGFzcyUzRDAlM0JzdHJva2VXaWR0aCUzRDElM0JzaGFkb3clM0QwJTNCJTIyJTIwdmVydGV4JTNEJTIyMSUyMiUyMHBhcmVudCUzRCUyMjElMjIlM0UlM0NteEdlb21ldHJ5JTIweCUzRCUyMjUyMSUyMiUyMHklM0QlMjI1NjUlMjIlMjB3aWR0aCUzRCUyMjEyMCUyMiUyMGhlaWdodCUzRCUyMjQwJTIyJTIwYXMlM0QlMjJnZW9tZXRyeSUyMiUyRiUzRSUzQyUyRm14Q2VsbCUzRSUzQ214Q2VsbCUyMGlkJTNEJTIyMzAlMjIlMjB2YWx1ZSUzRCUyMiUyMiUyMHN0eWxlJTNEJTIyZWRnZVN0eWxlJTNEb3J0aG9nb25hbEVkZ2VTdHlsZSUzQnJvdW5kZWQlM0QwJTNCb3J0aG9nb25hbExvb3AlM0QxJTNCamV0dHlTaXplJTNEYXV0byUzQmh0bWwlM0QxJTNCZm9udFNpemUlM0QxNSUzQiUyMiUyMGVkZ2UlM0QlMjIxJTIyJTIwc291cmNlJTNEJTIyMzMlMjIlMjB0YXJnZXQlM0QlMjIzNCUyMiUyMHBhcmVudCUzRCUyMjElMjIlM0UlM0NteEdlb21ldHJ5JTIwcmVsYXRpdmUlM0QlMjIxJTIyJTIwYXMlM0QlMjJnZW9tZXRyeSUyMiUyRiUzRSUzQyUyRm14Q2VsbCUzRSUzQ214Q2VsbCUyMGlkJTNEJTIyMzE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NvdXJjZSUzRCUyMjMzJTIyJTIwdGFyZ2V0JTNEJTIyMzUlMjIlMjBwYXJlbnQlM0QlMjIxJTIyJTNFJTNDbXhHZW9tZXRyeSUyMHJlbGF0aXZlJTNEJTIyMSUyMiUyMGFzJTNEJTIyZ2VvbWV0cnklMjIlMkYlM0UlM0MlMkZteENlbGwlM0UlM0NteENlbGwlMjBpZCUzRCUyMjMyJTIyJTIwc3R5bGUlM0QlMjJlZGdlU3R5bGUlM0RvcnRob2dvbmFsRWRnZVN0eWxlJTNCcm91bmRlZCUzRDAlM0JvcnRob2dvbmFsTG9vcCUzRDElM0JqZXR0eVNpemUlM0RhdXRvJTNCaHRtbCUzRDElM0JlbnRyeVglM0QwJTNCZW50cnlZJTNEMC43NSUzQmVudHJ5RHglM0QwJTNCZW50cnlEeSUzRDAlM0Jmb250U2l6ZSUzRDE1JTNCJTIyJTIwZWRnZSUzRCUyMjElMjIlMjBzb3VyY2UlM0QlMjIzMyUyMiUyMHRhcmdldCUzRCUyMjM2JTIyJTIwcGFyZW50JTNEJTIyMSUyMiUzRSUzQ214R2VvbWV0cnklMjByZWxhdGl2ZSUzRCUyMjElMjIlMjBhcyUzRCUyMmdlb21ldHJ5JTIyJTJGJTNFJTNDJTJGbXhDZWxsJTNFJTNDbXhDZWxsJTIwaWQlM0QlMjIzMyUyMiUyMHZhbHVlJTNEJTIyJUU1JUIxJThGJTIyJTIwc3R5bGUlM0QlMjJyb3VuZGVkJTNEMSUzQndoaXRlU3BhY2UlM0R3cmFwJTNCaHRtbCUzRDElM0Jmb250U2l6ZSUzRDE1JTNCZ2xhc3MlM0QwJTNCc3Ryb2tlV2lkdGglM0QxJTNCc2hhZG93JTNEMCUzQiUyMiUyMHZlcnRleCUzRCUyMjElMjIlMjBwYXJlbnQlM0QlMjIxJTIyJTNFJTNDbXhHZW9tZXRyeSUyMHglM0QlMjI1MjElMjIlMjB5JTNEJTIyNjYwJTIyJTIwd2lkdGglM0QlMjIxMjAlMjIlMjBoZWlnaHQlM0QlMjI0MCUyMiUyMGFzJTNEJTIyZ2VvbWV0cnklMjIlMkYlM0UlM0MlMkZteENlbGwlM0UlM0NteENlbGwlMjBpZCUzRCUyMjM0JTIyJTIwdmFsdWUlM0QlMjJSR0IlMjAlRUYlQkMlODhMQ0QlMjAlRUYlQkMlODk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2NjAlMjIlMjB3aWR0aCUzRCUyMjEyMCUyMiUyMGhlaWdodCUzRCUyMjQwJTIyJTIwYXMlM0QlMjJnZW9tZXRyeSUyMiUyRiUzRSUzQyUyRm14Q2VsbCUzRSUzQ214Q2VsbCUyMGlkJTNEJTIyMzUlMjIlMjB2YWx1ZSUzRCUyMkxWRFM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MjAlMjIlMjB3aWR0aCUzRCUyMjEyMCUyMiUyMGhlaWdodCUzRCUyMjQwJTIyJTIwYXMlM0QlMjJnZW9tZXRyeSUyMiUyRiUzRSUzQyUyRm14Q2VsbCUzRSUzQ214Q2VsbCUyMGlkJTNEJTIyMzYlMjIlMjB2YWx1ZSUzRCUyMk1JUEk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ODAlMjIlMjB3aWR0aCUzRCUyMjEyMCUyMiUyMGhlaWdodCUzRCUyMjQwJTIyJTIwYXMlM0QlMjJnZW9tZXRyeSUyMiUyRiUzRSUzQyUyRm14Q2VsbCUzRSUzQ214Q2VsbCUyMGlkJTNEJTIyMzclMjIlMjB2YWx1ZSUzRCUyMiUyMiUyMHN0eWxlJTNEJTIyZWRnZVN0eWxlJTNEb3J0aG9nb25hbEVkZ2VTdHlsZSUzQnJvdW5kZWQlM0QwJTNCb3J0aG9nb25hbExvb3AlM0QxJTNCamV0dHlTaXplJTNEYXV0byUzQmh0bWwlM0QxJTNCJTIyJTIwZWRnZSUzRCUyMjElMjIlMjBzb3VyY2UlM0QlMjIzOCUyMiUyMHRhcmdldCUzRCUyMjIyJTIyJTIwcGFyZW50JTNEJTIyMSUyMiUzRSUzQ214R2VvbWV0cnklMjByZWxhdGl2ZSUzRCUyMjElMjIlMjBhcyUzRCUyMmdlb21ldHJ5JTIyJTJGJTNFJTNDJTJGbXhDZWxsJTNFJTNDbXhDZWxsJTIwaWQlM0QlMjIzOCUyMiUyMHZhbHVlJTNEJTIyVklERU8lMjBQT1NUJTIyJTIwc3R5bGUlM0QlMjJyb3VuZGVkJTNEMSUzQndoaXRlU3BhY2UlM0R3cmFwJTNCaHRtbCUzRDElM0Jmb250U2l6ZSUzRDE1JTNCZ2xhc3MlM0QwJTNCc3Ryb2tlV2lkdGglM0QxJTNCc2hhZG93JTNEMCUzQiUyMiUyMHZlcnRleCUzRCUyMjElMjIlMjBwYXJlbnQlM0QlMjIxJTIyJTNFJTNDbXhHZW9tZXRyeSUyMHglM0QlMjIyMDElMjIlMjB5JTNEJTIyNDQwJTIyJTIwd2lkdGglM0QlMjIxMjAlMjIlMjBoZWlnaHQlM0QlMjI0MCUyMiUyMGFzJTNEJTIyZ2VvbWV0cnklMjIlMkYlM0UlM0MlMkZteENlbGwlM0UlM0NteENlbGwlMjBpZCUzRCUyMjM5JTIyJTIwdmFsdWUlM0QlMjIlMjIlMjBzdHlsZSUzRCUyMmVkZ2VTdHlsZSUzRG9ydGhvZ29uYWxFZGdlU3R5bGUlM0Jyb3VuZGVkJTNEMCUzQm9ydGhvZ29uYWxMb29wJTNEMSUzQmpldHR5U2l6ZSUzRGF1dG8lM0JodG1sJTNEMSUzQiUyMiUyMGVkZ2UlM0QlMjIxJTIyJTIwc291cmNlJTNEJTIyNDAlMjIlMjB0YXJnZXQlM0QlMjIzOCUyMiUyMHBhcmVudCUzRCUyMjElMjIlM0UlM0NteEdlb21ldHJ5JTIwcmVsYXRpdmUlM0QlMjIxJTIyJTIwYXMlM0QlMjJnZW9tZXRyeSUyMiUyRiUzRSUzQyUyRm14Q2VsbCUzRSUzQ214Q2VsbCUyMGlkJTNEJTIyNDAlMjIlMjB2YWx1ZSUzRCUyMkRpc3BsYXklMjBFbmdpbmUlMjZhbXAlM0JuYnNwJTNCJTIyJTIwc3R5bGUlM0QlMjJyb3VuZGVkJTNEMSUzQndoaXRlU3BhY2UlM0R3cmFwJTNCaHRtbCUzRDElM0Jmb250U2l6ZSUzRDE1JTNCZ2xhc3MlM0QwJTNCc3Ryb2tlV2lkdGglM0QxJTNCc2hhZG93JTNEMCUzQiUyMiUyMHZlcnRleCUzRCUyMjElMjIlMjBwYXJlbnQlM0QlMjIxJTIyJTNFJTNDbXhHZW9tZXRyeSUyMHglM0QlMjI0MCUyMiUyMHklM0QlMjI0NDAlMjIlMjB3aWR0aCUzRCUyMjEyMCUyMiUyMGhlaWdodCUzRCUyMjQwJTIyJTIwYXMlM0QlMjJnZW9tZXRyeSUyMiUyRiUzRSUzQyUyRm14Q2VsbCUzRSUzQyUyRnJvb3QlM0UlM0MlMkZteEdyYXBoTW9kZWwlM0WbyWYxAAAgAElEQVR4XuzdCZiWZb0/8J9omJp2SEu0TuZxy5OipKYHTckFMRNccAPRFjUT09zSVNyOC1ZqVhhonVQERTADNXEHJdJccLcyS6rjcvTopUaUKfyv3/M/M9fM8M7M+868M/O+M5/7urgs5n7u5XPfzyPn5NffCqERIECAAAECBAgQIECAAAECBAgQIECAAAECBAgQIECAAAECBAgQIECAAAECBAgQIECAAAECBAgQIECAAAECBAgQ6EaBFbpxLlMRIECAAAECBAgQIECAAAECBAgQIECAAAECBAgQIECAAAECBAgQIECAAAECBAgQIECAAAECBAgQIECAAAECBAgQCAFXl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QEXN0BAgQIECBAgAABAgQIECBAgAABAgQIECBAgAABAgQIECBAgAABAgQIECBAgAABAgQIECBAgAABAgQIECBAgACBbhUQcO1WbpMRIECAAAECBAgQIECAAAECBAgQIECAAAECBAgQIECAAAECBAgQIECAAAECBAgQIECAAAECBAgQIECAAAECBAgIuLoDBAgQIECAAAECBAgQIECAAAECBAgQIECAAAECBAgQIECAAAECBAgQIECAAAECBAgQIECAAAECBAgQIECAAAEC3Sog4Nqt3CYjQIAAAQIECBAgQIAAAQIECBAgQIAAAQIECBAgQIAAAQIECBAgQIAAAQIECBAgQIAAAQIECBAgQIAAAQIECBAQcHUHCBAgQIAAAQIECBAgQIAAAQIECBAgQIAAAQIECBAgQIAAAQIECBAgQIAAAQIECBAgQIAAAQIECBAgQIAAAQIEulVAwLVbuU1GgAABAgQIECBAgAABAgQIECBAgAABAgQIECBAgAABAgQIECBAgAABAgQIECBAgAABAgQIECBAgAABAgQIECAg4OoOECBAgAABAgQIECBAgAABAgQIECBAgAABAgQIECBAgAABAgQIECBAgAABAgQIECBAgAABAgQIECBAgAABAgQIdKuAgGu3cpuMAAECBAgQIECAAAECBAgQIECAAAECBAgQIECAAAECBAgQIECAAAECBAgQIECAAAECBAgQIECAAAECBAgQIEBAwNUdIECAAAECBAgQIECAAAECBAgQIECAAAECBAgQIECAAAECBAgQIECAAAECBAgQIECAAAECBAgQIECAAAECBAgQ6FYBAddu5TYZAQIECBAgQIAAAQIECBAgQIAAAQIECBAgQIAAAQIECBAgQIAAAQIECBAgQIAAAQIECBAgQIAAAQIECBAgQICAgKs7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9LWA6xYRMSQiPh0Rm0TExyNirYhYNSL6moXbT4AAAQK9Q2BZRPwtIl6LiD9FxG8j4tGIWBARj/eOLdoFAQIECBAgQIAAAQIECBAgQIAAAQIECBAgQIAAAQIECBAgQIAAAQIECBAgQIAAAQIECBAgQIBAbxPoC6HO/4iIgyJiZESs19sO0H4IECBAgEAbAosiYlZEXB8RvyJFgAABAgQIECBAgAABAgQIECBAgAABAgQIECBAgAABAgQIECBAgAABAgQIECBAgAABAgQIECBAoFYEenPA9YCIOCYiPlsr2NZBgAABAgR6UOD+iPhhRNzQg2swNQECBAgQIECAAAECBAgQIECAAAECBAgQIECAAAECBAgQIECAAAECBAgQIECAAAECBAgQIECAAIFCoDcGXHeOiLMFW91wAgQIECBQUiCDrvn3yXv4ECBAgAABAgQIECBAgAABAgQIECBAgAABAgQIECBAgAABAgQIECBAgAABAgQIECBAgAABAgQIEOgpgd4WcL0sIo5tDXPVVVeNXXfdNYYMGRJbbLFFbLDBBjFw4MD4wAc+ECus0NsoeupKmZcAAQIEulNg2bJl8de//jVefvnleP755+Pxxx+PBQsWxF133RV/+9vf2lrK9yPiuO5cq7kIECBAgAABAgQIECBAgAABAgQIECBAgAABAgQIECBAgAABAgQIECBAgAABAgQIECBAgAABAgQINAj0llTnFhHxk4jYqtTRjhgxIsaOHRv77befIKu7T4AAAQJ9QiCDrzfeeGNMmTIlZs+e3dqeH4mIr0TE430CxSYJECBAgAABAgQIECBAgAABAgQIECBAgAABAgQIECBAgAABAgQIECBAgAABAgQIECBAgAABAgRqRqA3BFy/EBHXR8RqLVVHjx4dJ510UgwePLhmwC2EAAECBAh0t8DChQvju9/9bkybNq3U1Isj4qCIuKW712U+AgQIECBAgAABAgQIECBAgAABAgQIECBAgAABAgQIECBAgAABAgQIECBAgAABAgQIECBAgACBvitQ7wHXAyJiesvj22yzzeI73/lODB8+vO+erJ0TIECAAIEWAnPmzImTTz45nnrqqVI2B0bEDdAIECBAgAABAgQIECBAgAABAgQIECBAgAABAgQIECBAgAABAgQIECBAgAABAgQIECBAgAABAgQIdIdAPQdcs3LrzS2RjjjiiJg8eXKssEI9b607jt4cBAgQINAXBZYtWxZf/epX48orryy1/b1Ucu2Lt8KeCRAgQIAAAQIECBAgQIAAAQIECBAgQIAAAQIECBAgQIAAAQIECBAgQIAAAQIECBAgQIAAAQLdL1CvKdAtIuKXEbFaU7IJEybEKaec0v2KZiRAgAABAnUmcNFFF8Wpp57actWLI2L7iHi8zrZjuQQIECBAgAABAgQIECBAgAABAgQIECBAgAABAgQIECBAgAABAgQIECBAgAABAgQIECBAgAABAnUmUK8B14cjYqum1j/84Q9j3LhxdcZvuQQIECBAoOcEJk6cGMccc0zLBTwSEVv33KrMTIAAAQIECBAgQIAAAQIECBAgQIAAAQIECBAgQIAAAQIECBAgQIAAAQIECBAgQIAAAQIECBAg0BcE6jHgellEHNv0cFRu7QtX1R4JECBAoCsEWqnk+v2IOK4r5jMmAQIECBAgQIAAAQIECBAgQIAAAQIECBAgQIAAAQIECBAgQIAAAQIECBAgQIAAAQIECBAgQIAAgRSot4DrzhFxd9OjO+KII+KKK65wmgQIECBAgEAHBY488si48sorWz69S0Tc08EhPUaAAAECBAgQIECAAAECBAgQIECAAAECBAgQIECAAAECBAgQIECAAAECBAgQIECAAAECBAgQIECgTYF6C7jeFxGfbdjRZpttFk888USssEK9bcOtJECAAAECtSOwbNmyGDRoUDz11FNNF3V/ROxYO6u0EgIECBAgQIAAAQIECBAgQIAAAQIECBAgQIAAAQIECBAgQIAAAQIECBAgQIAAAQIECBAgQIAAgd4kUE/J0AMiYnpT/Ntuuy2GDx/em87DXggQIECAQI8IzJkzJ/bYY4+Wcx8YETf0yIJMSoAAAQIECBAgQIAAAQIECBAgQIAAAQIECBAgQIAAAQIECBAgQIAAAQIECBAgQIAAAQIECBAg0KsF6ing2qx66+jRo2Pq1Km9+nBsjgABAgQIdKfAmDFjYtq0aU2nVMW1Ow/AXAQIECBAgAABAgQIECBAgAABAgQIECBAgAABAgQIECBAgAABAgQIECBAgAABAgQIECBAgACBPiRQLwHX/4iIBU3P5dFHH43Bgwf3oaOyVQIECBAg0LUCCxcujE9/+tMtJxkSEb/q2pmNToAAAQIECBAgQIAAAQIECBAgQIAAAQIECBAgQIAAAQIECBAgQIAAAQIECBAgQIAAAQIECBAg0NcE6iXgellEHNtwOCNGjIhZs2b1tbOyXwIECBAg0OUCI0eOjNmzZzed5/sRcVyXT2wCAgQIECBAgAABAgQIECBAgAABAgQIECBAgAABAgQIECBAgAABAgQIECBAgAABAgQIECBAgACBPiVQLwHXFyJivYaTmTFjRowaNapPHZTNEiBAgACB7hCYOXNm7L///k2nWhQRn+iOuc1BgAABAgQIECBAgAABAgQIECBAgAABAgQIECBAgAABAgQIECBAgAABAgQIECBAgAABAgQIECDQdwTqIeC6RUQ81nAkq666avz1r3+NFVaoh6X3nYtkpwQIECDQOwSWLVsWH/jAB+Jvf/tb0w1tGRGP944d2gUBAgQIECBAgAABAgQIECBAgAABAgQIECBAgAABAgQIECBAgAABAgQIECBAgAABAgQIECBAgEAtCNRDSvRrEXF5A9aIESNi1qxZtWBnDQQIECBAoFcKjBw5MmbPnt10b0dHxI965WZtigABAgQIECBAgAABAgQIECBAgAABAgQIECBAgAABAgQIECBAgAABAgQIECBAgAABAgQIECBAoEcE6iHgemVEHN6gM2HChDjllFN6BMukBAgQIECgLwhcdNFFceqppzbd6o8j4oi+sHd7JECAAAECBAgQIECAAAECBAgQIECAAAECBAgQIECAAAECBAgQIECAAAECBAgQIECAAAECBAgQ6B6Begi43hcRn23guO2222L48OHdo2MWAgQIECDQBwXmzJkTe+yxR9Od3x8RO/ZBClsmQIAAAQIECBAgQIAAAQIECBAgQIAAAQIECBAgQIAAAQIECBAgQIAAAQIECBAgQIAAAQIECBDoIoF6CLi+EBHrNez/d7/7XWy00UZdxGFYAgQIECBA4LnnnouNN964KcSiiPgEGQIECBAgQIAAAQIECBAgQIAAAQIECBAgQIAAAQIECBAgQIAAAQIECBAgQIAAAQIECBAgQIAAAQLVEqiHgOtfI2K1hg2/9dZbsfrqq1dr/8YhQIAAAQIEWgi8/fbbscYaazT93cUR8QFQBAgQIECAAAECBAgQIECAAAECBAgQIECAAAECBAgQIECAAAECBAgQIECAAAECBAgQIECAAAECBKolUA8B16UR0bjOpUuXxgor1MOyq3VExiFAgAABAt0rsGzZsujXr1/TSZdFRLPf6N4VmY0AAQIECBAgQIAAAQIECBAgQIAAAQIECBAgQIAAAQIECBAgQIAAAQIECBAgQIAAAQIECBAgQKC3CdRDUjRDNY0tQzcaAQIECBAg0LUCJf5lEvXwZ4auRTE6AQIECBAgQIAAAQIECBAgQIAAAQIECBAgQIAAAQIECBAgQIAAAQIECBAgQIAAAQIECBAgQIBA1QTqIawi4Fq14zYQAQIECBAoT0DAtTwnvQgQIECAAAECBAgQIECAAAECBAgQIECAAAECBAgQIECAAAECBAgQIECAAAECBAgQIECAAAECBDomIODaMTdPESBAgACBXi0g4Nqrj9fmCBAgQIAAAQIECBAgQIAAAQIECBAgQIAAAQIECBAgQIAAAQIECBAgQIAAAQIECBAgQIAAAQI9LiDg2uNHYAEECBAgQKD2BARca+9MrIgAAQIECBAgQIAAAQIECBAgQIAAAQIECBAgQIAAAQIECBAgQIAAAQIECBAgQIAAAQIECBAg0JsEBFx702naCwECBAgQqJKAgGuVIA1DgAABAgQIECBAgAABAgQIECBAgAABAgQIECBAgAABAgQIECBAgAABAgQIECBAgAABAgQIECBQUkDA1cUgQIAAAQIElhMQcHUpCBAgQIAAAQIECBAgQIAAAQIECBAgQIAAAQIECBAgQIAAAQIECBAgQIAAAQIECBAgQIAAAQIEulJAwLUrdY1NgAABAgTqVEDAtU4PzrIJECBAgAABAgQIECBAgAABAgQIECBAgAABAgQIECBAgAABAgQIECBAgAABAgQIECBAgAABAnUiIOBaJwdlmQQIECBAoDsFBFy7U9tcBAgQIECAAAECBAgQIECAAAECBAgQIECAAAECBAgQIECAAAECBAgQIECAAAECBAgQIECAAIG+JyDg2vfO3I4JECBAgEC7AgKu7RLpQIAAAQIECBAgQIAAAQIECBAgQIAAAQIECBAgQIAAAQIECBAgQIAAAQIECBAgQIAAAQIECBAg0AkBAddO4HmUAAECBAj0VgEB1956svZFgAABAgQIECBAgAABAgQIECBAgAABAgQIECBAgAABAgQIECBAgAABAgQIECBAgAABAgQIEKgNAQHX2jgHqyBAgAABAjUlIOBaU8dhMQQIECBAgAABAgQIECBAgAABAgQIECBAgAABAgQIECBAgAABAgQIECBAgAABAgQIECBAgACBXicg4NrrjtSGCBAgQIBA5wUEXDtvaAQCBAgQIECAAAECBAgQIECAAAECBAgQIECAAAECBAgQIECAAAECBAgQIECAAAECBAgQIECAAIHWBQRc3Q4CBAgQIEBgOQEBV5eCAAECBAgQIECAAAECBAgQIECAAAECBAgQIECAAAECBAgQIECAAAECBAgQIECAAAECBAgQIECgKwUEXLtS19gECBAgQKBOBQRc6/TgLJsAAQIECBAgQIAAAQIECBAgQIAAAQIECBAgQIAAAQIECBAgQIAAAQIECBAgQIAAAQIECBAgUCcCAq51clCWSYAAAQIEulNAwLU7tc1FgAABAgQIECBAgAABAgQIECBAgAABAgQIECBAgAABAgQIECBAgAABAgQIECBAgAABAgQIEOh7AgKufe/M7ZgAAQIECLQrIODaLpEOBAgQIECAAAECBAgQIECAAAECBAgQIECAAAECBAgQIECAAAECBAgQIECAAAECBAgQIECAAAECnRAQcO0EnkcJECBAgEBvFRBw7a0na18ECBAgQIAAAQIECBAgQIAAAQIECBAgQIAAAQIECBAgQIAAAQIECBAgQIAAAQIECBAgQIAAgdoQEHCtjXOwCgIECBAgUFMCAq41dRwWQ4AAAQIECBAgQIAAAQIECBAgQIAAAQIECBAgQIAAAQIECBAgQIAAAQIECBAgQIAAAQIECBDodQICrr3uSG2IAAECBAh0XkDAtfOGRiBAgAABAgQIECBAgAABAgQIECBAgAABAgQIECBAgAABAgQIECBAgAABAgQIECBAgAABAgQIEGhdQMDV7SBAgAABAgSWExBwdSkIECBAgAABAgQIECBAgAABAgQIECBAgAABAgQIECBAgAABAgQIECBAgAABAgQIECBAgAABAgS6UkDAtSt1jU2AAAECBOpUQMC1Tg/OsgkQIECAAAECBAgQIECAAAECBAgQIECAAAECBAgQIECAAAECBAgQIECAAAECBAgQIECAAAECdSIg4FonB2WZBAgQIECgOwUEXLtT21wECBAgQIAAAQIECBAgQIAAAQIECBAgQIAAAQIECBAgQIAAAQIECBAgQIAAAQIECBAgQIAAgb4nIODa987cjgkQIECAQLsCAq7tEulAgAABAgQIECBAgAABAgQIECBAgAABAgQIECBAgAABAgQIECBAgAABAgQIECBAgAABAgQIECDQCQEB107geZQAAQIECPRWAQHX3nqy9kWAAAECBAgQIECAAAECBAgQIECAAAECBAgQIECAAAECBAgQIECAAAECBAgQIECAAAECBAgQqA0BAdfaOAerIECAAAECNSUg4FpTx2ExBAgQIECAAAECBAgQIECAAAECBAgQIECAAAECBAgQIECAAAECBAgQIECAAAECBAgQIECAAIFeJyDg2uuO1IYIECBAgEDnBQRcO29oBAIECBAgQIAAAQIECBAgQIAAAQIECBAgQIAAAQIECBAgQIAAAQIECBAgQIAAAQIECBAgQIAAgdYFBFzdDgIECBAgQGA5AQFXl4IAAQIECBAgQIAAAQIECBAgQIAAAQIECBAgQIAAAQIECBAgQIAAAQIECBAgQIAAAQIECBAgQKArBQRcu1LX2AQIECBAoE4FBFzr9OAsmwABAgQIECBAgAABAgQIECBAgAABAgQIECBAgAABAgQIECBAgAABAgQIECBAgAABAgQIECBQJwICrnVyUJZJgAABAgS6U0DAtTu1zUWAAAECBAgQIECAAAECBAgQIECAAAECBAgQIECAAAECBAgQIECAAAECBAgQIECAAAECBAgQ6HsCAq5978ztmAABAgQItCsg4NoukQ4ECBAgQIAAAQIECBAgQIAAAQIECBAgQIAAAQIECBAgQIAAAQIECBAgQIAAAQIECBAgQIAAAQKdEBBw7QSeRwkQIECAQG8VEHDtrSdrXwQIECBAgAABAgQIECBAgAABAgQIECBAgAABAgQIECBAgAABAgQIECBAgAABAgQIECBAgACB2hAQcK2Nc7AKAgQIECBQUwICrjV1HBZDgAABAgQIECBAgAABAgQIECBAgAABAgQIECBAgAABAgQIECBAgAABAgQIECBAgAABAgQIEOh1AgKuve5IbYgAAQIECHReQMC184ZGIECAAAECBAgQIECAAAECBAgQIECAAAECBAgQIECAAAECBAgQIECAAAECBAgQIECAAAECBAgQaF1AwNXtIECAAAECBJYTENdPJgwAACAASURBVHB1KQgQIECAAAECBAgQIECAAAECBAgQIECAAAECBAgQIECAAAECBAgQIECAAAECBAgQIECAAAECBLpSQMC1K3WNTYAAAQIE6lRAwLVOD86yCRAgQIAAAQIECBAgQIAAAQIECBAgQIAAAQIECBAgQIAAAQIECBAgQIAAAQIECBAgQIAAAQJ1IiDgWicHlcv8z//8zzjzzDObrfjcc8+N8ePH19EuLLUWBZYsWRLHH398TJ48uXF5d9xxR+y22261uNxOrcl71Ck+D/chAQHXPnTYtkqAAAECBAgQIECAAAECBAgQIECAAAECBAgQIECAAAECBAgQIECAAAECBAgQIECAAAECBAgQ6AEBAdceQO/olIJ5HZXrfc8tXrw4pk6dGjvvvHNsuOGGnd7gH//4xzj44IPjwQcfLMYaOnRoMf66667b6bFrbQDvUa2dSN9ez9KlS+Oee+6Jv/3tbzFixIiawhBwranjsBgCBAgQIECAAAECBAgQIECAAAECBAgQIECAAAECBAgQIECAAAECBAgQIECAAAECBAgQIECAQK8TEHCtoyMVzKujw+qipTaE4U477bR45513Yvr06bHJJpt0erbZs2fHyJEjG8fJaq4TJkyI/v37d3rsWhvAe1RrJ9J31/PCCy/EWWedFddcc01ce+21MWbMmJrCEHCtqeOwGAIECBAgQIAAAQIECBAgQIAAAQIECBAgQIAAAQIECBAgQIAAAQIECBAgQIAAAQIECBAgQIBArxMQcK2jIxXMq6PD6oKl/vnPf44zzjijCMNl22KLLaoScH3vvfdi/PjxceGFFzauuhbDdtUi9R5VS9I4HRVYsmRJTJo0Kc4777x4/fXXi2Fq8Z0TcO3oCXuOAAECBAgQIECAAAECBAgQIECAAAECBAgQIECAAAECBAgQIECAAAECBAgQIECAAAECBAgQIECgHAEB13KUaqSPYF6NHEQPLOONN96IsWPHxq233to4e7UCrq+99lox9pw5c4qxN9poo5g5c2YMGjSoB3ba9VN6j7re2AxtC2SYPKswN20Crm4NAQIECBAgQIAAAQIECBAgQIAAAQIECBAgQIAAAQIECBAgQIAAAQIECBAgQIAAAQIECBAgQIBAXxMQcK2jExfMq6PDqvJS//d//zfGjBkTt99+e+PI1Qq4PvLII7HXXnvFSy+9VIw9atSo+PGPfxwf/OAHq7yL2hjOe1Qb59CXV1HqDgq49uUbYe8ECBAgQIAAAQIECBAgQIAAAQIECBAgQIAAAQIECBAgQIAAAQIECBAgQIAAAQIECBAgQIAAgb4pIODaN8/drutMoCsDrpMnT46jjjqqUSTDd6effnqssEI9fB7q7CAtl0BECLi6BgQIECBAgAABAgQIECBAgAABAgQIECBAgAABAgQIECBAgAABAgQIECBAgAABAgQIECBAgAABAgQi6iHBtqzpQS1b1uy/OkMCfUKgqwKuS5YsieOPPz4y5NrQ7rjjjthtt936hKtNEugJAQHXnlA3JwECBAgQIECAAAECBAgQIECAAAECBAgQIECAAAECBAgQIECAAAECBAgQIECAAAECBAgQIECAQK0JCLjW2olYD4ESAl0VcF20aFGMHj06FixYUMw6ZMiQmDZtWqy33nrOgQCBLhIQcO0iWMMSIECAAAECBAgQIECAAAECBAgQIECAAAECBAgQIECAAAECBAgQIECAAAECBAgQIECAAAECBAjUlYCAa10dl8X2VYGuCrjeeeedMWzYsEbWr371q3HppZfGKqus0lep7ZtAlwsIuHY5sQkIECBAgAABAgQIECBAgAABAgQIECBAgAABAgQIECBAgAABAgQIECBAgAABAgQIECBAgAABAgTqQEDAtQ4OyRIJdEXAddmyZXH++efH+PHjG4EnTZoUGXLVCBDoOgEB166zNTIBAgQIECBAgAABAgQIECBAgAABAgQIECBAgAABAgQIECBAgAABAgQIECBAgAABAgQIECBAgED9CAi41s9ZWWkfFuiKgOubb74Zhx9+eMycObOQXWeddeLmm2+Orbbaqg9L2zqBrhcQcO16YzMQIECAAAECBAgQIECAAAECBAgQIECAAAECBAgQIECAAAECBAgQIECAAAECBAgQIECAAAECBAjUvoCAayfPaPHixfHYY4/FAw88EA8//HC88MILxX9u2jbZZJPYcMMNY+utt44hQ4bEdtttF2ussUbFM5cKRZ177rnNKnC2HPSXv/xl7LDDDs1++9prr40xY8YUv7dkyZK47bbb4vrrr4+77747Xn/99cj1/sd//EeMGjUqPvvZz5a91nfeeaewuP322wuDp59+OhYtWlTM86EPfSi22GKLwmCnnXaqaNy2oJYuXRp//vOfI/eZcy9cuDCee+65xnnz2dVXXz223HLL2GCDDQqL/LXRRhtFv379Kj6Dlg807Hnu3Lnxq1/9Kp599tn47W9/29gtz3rgwIGNe958882jf//+7c5bKtDa7kP/16Hp+bb1zCOPPBJ77bVXvPTSS0W34cOHx5QpU2KttdYq+VjL+7f77rvH1KlTY80112zs/+677xZnMHv27Jg3b15xJm+//XbjGeTZjxgxIgYPHhwrrbRSm1v6n//5n7jrrruK0G2O2eCa9zOfz7Xvuuuu8ZGPfKRcmqJfLb9HPX2fGyCzuu8rr7wSea/zff7Nb37T7LuW/nkO+T3LM8j/XI33qTu/py0vTYN93rn58+cvt+fc43rrrVcEwIcOHRrbbLNNDBgwoKy7V+rOlfNgVlO+9NJLY5VVVimne9X7rLDCcn9EqIc/M1TdwYAECBAgQIAAAQIECBAgQIAAAQIECBAgQIAAAQIECBAgQIAAAQIECBAgQIAAAQIECBAgQIAAAQJdI1APYZVlTbeewauebrmGDHxl8OjGG28sQqGVtAx7jh07Nr7xjW/EJz7xibIfrXYwL4OgJ5xwQtxyyy2triHXesUVV8R+++3Xap8MSP70pz8t+jUEWtvbVI571FFHFQYf/vCH2+u+3M8zCJeVR3/0ox/Fgw8+WPHzGdw97rjj4gtf+EKsvPLKFT+fAdSrrroqfvCDH5S955wkA3JHHnlkHHHEEW3uuzsCrpMnTy7OoKGNHz8+zjrrrFhxxRVLerQVcM134r777osLL7ywCES219I9x8vgccuWZ5t36bzzzmv33cp7dMYZZxSmq622WnvTFj+vxfeop+9zA1wGlDOY/L3vfa/N70JL6HyfzjzzzNh5550rDrr21Pe0YQ//+Mc/iiD1RRddFPfff39Zdyg7ZXB+n332Kb6hgwYNihJh0MaxBFzLZtWRAAECBAgQIECAAAECBAgQIECAAAECBAgQIECAAAECBAgQIECAAAECBAgQIECAAAECBAgQIECgDwkIuFZ42Blm/fa3vx2XX355UZmyMy3DeZdccklRTbW9apY5TzWDeZ/5zGfimGOOiTvuuKPNLWTV1enTpxcVGlu2DIZNmzYtTjrppHaDiK1NkuNmkHHfffctKxiXYbh77703Tj311HjooYc6w188mwG1DCpn8LTcltVpjz322E7N396+uzrgmpV7jz/++MiQa0PLu7Dbbru1ytBawHXVVVeNiy++uHgvKnkn0jwDylk5tiEcmMHxDB63dy9bLnL//fcvwsZrr712u8dYS+9RLdznBrA//OEPxbt80003tWvYWocvf/nLcf755xdVi8tpPfk9zfW9+uqrxbfkv/7rv8pZbsk+GXT9+te/XoyT/7lUE3DtMK8HCRAgQIAAAQIECBAgQIAAAQIECBAgQIAAAQIECBAgQIAAAQIECBAgQIAAAQIECBAgQIAAAQIEerGAgGsFh5vVSceNGxe33nprBU+13TUDUZMmTYqDDz64zQqAOUq1gnkZKnz00UfjyiuvbHcfrVX1zIqTp59+elx22WXtjtFehzTIkOlhhx3WZtA3q0teffXVRTCzkiBle/OPHDmyCHqWE47M6pa5znIr1bY1d1tn39UB11z/6NGjY8GCBcUShwwZUoSV2wr6lgq4ZqXVtLvgggvaYy7580033TSuv/76ogLms88+G1/60pc6VJE3Bz/xxBOLcGV7FXlr5T2qhfvccChZfTer4P72t7/t0Dk2fWjPPfeMiRMnthsa7+nv6SuvvBJf/epXY9asWZ3ecw5w9NFHFyHvUpWEBVyrQmwQAgQIECBAgAABAgQIECBAgAABAgQIECBAgAABAgQIECBAgAABAgQIECBAgAABAgQIECBAgACBXiYg4Frmgb711ltFlb5rrrmm5BM77bRT7LDDDrHVVlvFgAEDGvs8//zzRZj07rvvbjU8tv3228e1114bn/jEJ9pcTbWCeeuss0689NJLjXNtvvnmkRUwt9tuu+L3skJphnj/9Kc/xc9//vPIaq9NW4Zbv/nNbxZVbEu1rEybIbc02WCDDYouL774YmSIbsaMGSWrvWbYc+bMmTFs2LBWDbKq56hRo0qGWzOYOXTo0GKtWR11xRVXLMbJtT7++ONx//33xy9/+ctWg7Hf+973iqqsDZVESy3i5ZdfjsMPP7xkwDnnHDFiRDF3w57fe++94swbPLNaZcvWNODZ9GdLly6NN998M/Kv2d5444046qijinvU0PLcfvKTn8S//du/NRs2K6qussoqbd6lO++8s5l1Bv0yZNzWcy3v36677hpbb711TJgwodlcef4ZmM2z6N+/f2RY96677oqFCxeWXFO6Zzg1/9oybNjwXuX9yFDz/PnzI0PGpVr2yeqju+yyS128Rz19nxuQ2gttb7vttkWV3W222aYIb/7zn/8szvKWW24p3qtS7dBDDy0q6q6xxholf97T39MMF+e9zQB/y9bw/Ro8eHBsttlm8b73va/xG/bYY4/F7NmzW/2WZ+A7vxEtvyN//etfIyteN7Ss3N0yFJ7PZiXrpi0re6dhW9+lNi97J39YYt56+DNDJ3ftcQIECBAgQIAAAQIECBAgQIAAAQIECBAgQIAAAQIECBAgQIAAAQIECBAgQIAAAQIECBAgQIAAge4SqIewyrKmGMuWNfuv3eKUc/74xz8uKhy2bPvss0+ce+658alPfarNEFIGqu69996i6ulDDz203Dg5/le+8pU291OtgGvTSU499dQ47bTTIsOBTVsGK5955pkirNk09JgW1113XRG2bFlFNcfI/WXAa8011yy5lwy2ZdXX73znO8s9/7nPfS6mTJkSH/3oR5d79r//+79j7NixhWHTlmG0rNqZPytVObFp3wz15twZzG259gxrZng5w7+lWu77+9//fnzjG99o9uMMtF588cWx++67t1l99tVXXy2qO373u99dbvjWquQ27ViqousWW2wR06dPL0K1lbTcS5o1DfdlFeEMubbV2qtCmes45ZRTYr/99lsu2Jj3KcO5J598chE4btrSfODAgY0B2LxHWQ3zuOOOW+48cu1//OMf44wzzijuYcuW1X0zuJjB2tZaLbxHPX2fG2zaqmKaYfO8IxlW7tev33Kceab5LctwcobHW7bWwp618D19+OGHi7B800rMee/yfua9ay2Ym3vMoGoG9fMOtqzk3N53pMGo1B3Mf8nBmDFjKnmVu7yvgGuXE5uAAAECBAgQIECAAAECBAgQIECAAAECBAgQIECAAAECBAgQIECAAAECBAgQIECAAAECBAgQINCnBQRcyzj+DEZmRcKsQtm0HXTQQUXo8cMf/nAZo/z/LlkV9Ytf/OJyQc2OVNDM8TJcW6oKYcOCMniWlWVLtQwRZuiyvWBo02dfeOGFOOSQQ5YLtGW4MUOSWXGzvWqDGYybNm1aEWJsGTRtrZJqVirN4GzTloG0q6++Ovbee+9252x4Lue+8sori4Buy7Fuu+22yGq6pVpWU835s8psQ8tgZobSdt5557LOP4Nx6X3mmWc2658BwvTIKrSttWoGXFvuJfdx8803F9WH22ptBVwzDJnh4U9+8pNtjnHPPfcU96dpBeGmD6RBVrfM4Hhb96i1YGZW8Z06dWqsu+66ra6j2gHXjrxHPX2fE6e10Hb+LKtVZwi6ZfC9FGqGdceNG7dc9d3WKlPXwvc0qxWfcMIJzbaT9yID/1k1tb2WdhnYzr8vtLzLWYU4qzlX+i4JuLan7ucECBAgQIAAAQIECBAgQIAAAQIECBAgQIAAAQIECBAgQIAAAQIECBAgQIAAAQIECBAgQIAAAQK9TUDAtYwTnT17dowcObJZz0033TSuv/76GDRoUBkjNO9SKtyWFUAzmNda5dMcoZrBvI6sP0NdGQzLio1NW6VBz3w2K9qeddZZccEFFzQbK4ON6TNgwIDG3y8VLs0fZuXZc845p6xAWtNJWgvYtRUw++1vfxsHHnhgs+qjWTV24sSJZYUAG+bP6qMHH3xwPPjgg832PW/evNhxxx1bvUvVDLg+8cQTRfXK5557rphv+PDhReXctdZaq8273FrAtZK7tHjx4jjmmGPiqquuKjlXriOrWLYXks6HM2CY96VpSLqcsG5Pv0e1cJ/Tr7W7eMQRRxTveSXB97xTGfh/9tlnm53rjTfeGPvuu2+z3+vp7+mSJUsiK/1Onjy5cV0bbbRREV6v5HuegfVvfvObxb/koGnL71r+ausO13EF14r/fucBAgQIECBAgAABAgQIECBAoOYE6uF/E6g5NAsiQIAAAQIECBAgQIAAAQIECBAgQIAAAQIECBAgQIAAAQIECBDoGoF6+IdZljXdeoYsu7O99957RYXUCy+8sNm0+XsZYlpxxRUrXs4jjzwSe+21V7PKf+VU8axmMK+cirEtN/baa69FhjrnzJnT7EcdDZo+/fTTsf/++zcLxZUKKLYMZObkGaqcMWNGfOpTn6rY/5133ikqNWaIr2nLyqEZfCvVSlXCzYquWbV01VVXLXsNeZ+yguv9998fm2++eWy44Yax2WabxcYbb9xtFVwzSJ1VVBvat771rSI83d5dbi3gevHFFxdu5YRSc84MFrasoJu/Xyrc3Bbsiy++WIRh586d26zb/PnzW63Emx17+j2qhfucDi3vQcN71ZHgft7rDJunbdOW92LChAnRv3//4rdr4XtaKiye7+INN9zQbgXilvfxzjvvjFNOOSWygnWOkd+l9ddfv/jPbb1PAq5lfzJ1JECAAAECBAgQIECAAAECBKovUA//m0D1d21EAgQIECBAgAABAgQIECBAgAABAgQIECBAgAABAgQIECBAgACBmhSoh3+YpccDrk8++WQ888wz8fzzz8ejjz4aixYtiosuuih22223Dh1qqWqgW2yxRUyfPr0ISrXWqhnMmzRpUmTItZKWIc899tijWcXMjlQ+bJgzKymedNJJRcB16623Lvb+yU9+sgiHrbHGGo1Ly2DtwoUL46mnnorf//73Rf/11luvqJy4+uqrV7KFxr6VWrYWSuxIGLAjC65WBddS4d5Zs2bFiBEj2l1WKbNyKqa2HLhUWDj7tBUwLrW4rNw6bty4ovps09ZWJd7sV+nZ5zOtrbkj71Et3OdSVUxzn+WGnUudRxodd9xxkd+EwYMHF+HzDHDnf+/Xr1/xSAZce/p72tq9ueKKKyJD6+UGtdt9YdroIODaGT3PEiBAgAABAgQIECBAgAABAp0UqIf/TaCTW/Q4AQIECBAgQIAAAQIECBAgQIAAAQIECBAgQIAAAQIECBAgQIBAvQjUwz/M0qMB1644yFoIuM6bNy923HHHiraXFU9POOGEZs9kRdeJEyd2OGha0QKq2LnSkGNr1UKHDRtWVPfNQF9XBuOqFXBtuY9ygtUN7KXM9txzzyJgOmDAgLJPp1QF43y4vcqrLSdoLaTZnQHXjrxHZUNV0LHS+5wh/dGjR8eCBQuazXLHHXd0OLhfwXKr2rXS72lrVWQzNH/eeecVVaVXXnnlqq6x5WACrl3Ka3ACBAgQIECAAAECBAgQIECgbYF6+N8EnCEBAgQIECBAgAABAgQIECBAgAABAgQIECBAgAABAgQIECBAgEAfEaiHf5ilVwRcM4yXVWDvvvvu+NnPfhYPPvhgsytWTtCw0hBbTlCq8mRWSL3hhhuKaqnltr///e9x4oknxuWXX97skQsuuKCo+ljrbenSpfHyyy/Hww8/HDNnzoxbb701Xn/99WbLPvfcc2P8+PElt1Kq8mnTjl/4whcif+2+++7xsY99LFZaaaWqklQr4HrnnXdGhnIbWiUB5VL3L6sAZ/B5lVVWKXu/lQYSWxu4pwOuHXmPykZqp2Nn7/MDDzxQ3IOsZtrQttpqq8iKxFl1tdZbZ7+ns2fPjpEjR5bcZp5rhlzzXc7/XMndLtetjgOu9fBnhnKPQT8CBAgQIECAAAECBAgQINBXBJr9/9cjwv9931dO3j4JECBAgAABAgQIECBAgAABAgQIECBAgAABAgQIECBAgAABAnUgUA//MEvdBFwzdPbmm28WQcq//OUv8dRTT8UTTzwRjz/+eCxcuLDN69CdAdchQ4bEtGnTIisWltveeOONyDBkBkObtgzEHXjggeUO0+X9Mvj21ltvxe9///vIKpUZKs5Q60MPPbRcoLXlYtoKuGbfHGfUqFHFuG21dB06dGgMHz68qJI7cODA6NevX6f2Xo2A67Jly+L8889vFuK95JJL4vjjjy9rbR0JWJcauFTANb2mTp0a6667bllryU49HXDtyHtU9ub+r2NX3efp06fHQQcd1Gw5HanGW+l+Kunfld/T/J5lOHvGjBltLmn11VeP7bffvgi77rrrrrHxxhtH//79K9lGyb4Crp0mNAABAgQIECBAgAABAgQIECBQvoCAa/lWehIgQIAAAQIECBAgQIAAAQIECBAgQIAAAQIECBAgQIAAAQIECHSzgIBrB8Hffffd+N3vfldUZF2wYEFkaK+9EGtbU3VnwDXDWhkmXHPNNcve/YsvvhhjxoyJuXPnNntm/vz5RQCsJ1qG1NJ+3rx5Rfg0g8Qtq7JWsq72Aq7vvfdeXHbZZXH22Wc3q3zZ3hybbLJJEZDbZ599YptttonVVlutvUeW+3k1Aq4Zvj788MOLCrbZ1llnnfj5z38en/nMZ8paT1cGXDtyJ3s64NqRNbcF3Z33efLkyXHUUUc1W05HqvGWdXHK6NQT39Osbv2Vr3yl+HaX2z70oQ/FLrvsEnvvvXfsvPPOsfbaa8cKK1T+t1EB13LF9SNAgAABAgQIECBAgAABAgSqICDgWgVEQxAgQIAAAQIECBAgQIAAAQIECBAgQIAAAQIECBAgQIAAAQIECHSNQOXJnK5ZR1uj1lQF18WLF8c111wTP/rRj+LJJ5+smkatB1xLVd3MzXd3wDWrkGZV3Kw8etNNN1UUNG3vsNoLuObzGcTLcPAJJ5zQoTBtVoTMgNyRRx5ZVHldZZVV2ltW8fNqBFzTLSvQPvfcc8WYWWF2ypQpsdZaa5W1hlKhvKuvvjoOPfTQsp5v6FTqLnUkLNobAq49dZ9LnWVPBFx78nua9/HRRx+NY489NjLs2pG27bbbxiGHHBIHHHBAfOQjHyl7CAHXsql0JECAAAECBAgQIECAAAECBDovIODaeUMjECBAgAABAgQIECBAgAABAgQIECBAgAABAgQIECBAgAABAgQIdJGAgGuZsBlEu/fee+PUU0+Nhx56qMynmnfLSp77779/bLnllnHOOec0C8gKuLZPmtVZv/3tb8fll1/eoWBrQ7j0wAMPLCq+Xnzxxc0mLSfg2vDACy+8ENk/q6G+/fbb7S++RI/NN9+8qAab1SD79evX5hjVCLhmMDfDeA3tW9/6VmTQbsUVVyxr/dUK5Qm4/n/unrzPPR1wrYXvacOlz5DtFVdcUVRnXrRoUVnvQstOWdl13LhxcfLJJ0d+Z9pr1XqX2punsz8vUZ22Hv7M0Nlte54AAQIECBAgQIAAAQIECPQ2AQHX3nai9kOAAAECBAgQIECAAAECBAgQIECAAAECBAgQIECAAAECBAgQ6EUC9RBW6fEKrhnGuu666+Koo44qO8yYgadtttkmtttuu+LXoEGDYuDAgUWQsVTAT8C17bfqlVdeiawwOWvWrLJfv8GDB0e67rDDDrHVVltFBowbKqaWCphVEnBtWMQbb7wRt99+e0yfPj3uvvvusu9H001MmDAhTjzxxFhppZVa3VtnA67vvPNOEc6+9NJLG+dIyxEjRpTtWa1QnoBrRE/f554MuNbK97Tlxc935Ne//nXccMMNMXv27A6FXUeOHBmTJ0+Otddeu833qlrvUtkvbwc7Crh2EM5jBAgQIECAAAECBAgQIECgtgQEXGvrPKyGAAECBAgQIECAAAECBAgQIECAAAECBAgQIECAAAECBAgQIECgiYCAaxnXYd68eXHYYYe1GnjaaaedYpdddokhQ4YUIcp/+Zd/iQ984AOtjlyPAdesbDh69OhYsGBBs33Nnz8/tt9++zIUO94lKyx+85vfLCq3lmrrrbdeDB06NIYNGxb//u//Hvnfs4piW4HRagVcm64n1/nYY4/FnDlz4tZbb42FCxeWtelc66RJk+Lggw+OEoGyYozOBlxffPHFGDNmTMydO7cYr5xAdcvFVyuU19cDrrVwnzPofMIJJzQ74gyQ5+83hMDLurwd6FQr39O2lv7uu+/G888/H/fcc08Rdv3lL39Zdnj96KOPLipNr7baaq1OUa13qQP8FT0i4FoRl84ECBAgQIAAAQIECBAgQKBWBQRca/VkrIsAAQIECBAgQIAAAQIECBAgQIAAAQIECBAgQIAAAQIECBAgQCAEXNu5BFmhM4NfM2bMWK7nkUceGaeffnp8/OMfr+gq/eY3v4kDDjggnnzyycbnygkcdiSUmcGsrGDatO2+++4xderUWHPNNcted6mAZT58/fXXx4EHHlj2OB3pmJVGx44du1zALMPEeRJqrwAAIABJREFUF154YXz+85+PlVdeueyhs4LkOeecU/xq2jpSwbWtSd9888146qmnipBcBl4ffPDBVrvvuuuucc0118Q666xTsk9nA655D/bYY49Gw/ScOHFiEQQut1UrlNfXA661cJ/z/T/kkEOaHf2ee+4ZU6ZMiQEDBpR7JSruV0vf00oWn9VdM/B63333FQH2tqo15zt10003Ff/Sg9Zatd6lSvbQkb4Crh1R8wwBAgQIECBAgAABAgQIEKg5AQHXmjsSCyJAgAABAgQIECBAgAABAgQIECBAgAABAgQIECBAgAABAgQIEGgQEHBt5y5kkGmfffZZLlyZYcisKlpJsLJhqlKh01oPuC5ZsiSOP/74mDx5cjOxSy65pPj9jrYHHnggjjnmmPjXf/3X+PSnPx3rrrtuDBo0KLbccst43/veF1ntMn9+1VVXNZsivTKMt/nmm1c8dWt7qXbAtenCMlT7yiuvFGueMGFCvP7668utO4OPI0aMKLmfzgZcW1bs7Mi5VSuU15cDrrVyn0t9g7IC9bRp04oKyB1pf//734tvYoa6N91001h//fWLv+a7+rGPfawYspa+px3ZY8MzeY5ZDTlD8g899NByQ+U3Md/z/v37l5ymWu9SZ/ZQzrMCruUo6UOAAAECBAgQIECAAAECBGpeQMC15o/IAgkQIECAAAECBAgQIECAAAECBAgQIECAAAECBAgQIECAAAECfVdAwLWds88KoaeddlqzXttuu21cd911RYCrIy0rdR522GHNHq31gGsutpTF4YcfHpdddlmsuuqqHaEoqpa2tGgaDvv9738fBx10UDzyyCPNxr/44ouLYG2JAFa763j11Vdj9OjRcddddzXr25UB16YTzZs3r9jzokWLms1/wQUXxLe+9a2S6+9MwPXtt9+OcePGFeHabFlh8rbbbovtt9++XaumHaoVyuvLAddauc+trSPv5o477ljRvWjoXOq9yorEN998c2y11VZFt1r6nnZoky0eytB6VvjOcHrT1l413Gq9S9XYQ1tjCLh2tbDxCRAgQIAAAQIECBAgQIBAtwgIuHYLs0kIECBAgAABAgQIECBAgAABAgQIECBAgAABAgQIECBAgAABAgQ6IiDg2oZaViQ88cQT4/LLL2/WqzOhzn/84x9FlcPvf//7zcash4DrnXfeGcOGDWu27qzQOGPGjPjUpz5V8f1rrZLqpEmTitBYtqzwmnNmSLNp60wQ79e//nXsvffe8dJLLzUbs7WA67vvvht/+ctf4umnny5+LVy4MN54440i2LvJJptUbd9tBWw7E3DNNe+///7x7LPPFmsdOnRoTJ06taiWW0mrViivLwdca+E+55m3DD033IPx48fHWWedFSuuuGIlV6Pom1Vh99hjj2bvatO7Vgvf06yknNWTn3nmmXjyySeL9zn/+rWvfS0OPvjgivecD+S7dMghhzR7dvfddy9+f8011yw5ZrXepQ4tuIKHBFwrwNKVAAECBAgQIECAAAECBAjUroCAa+2ejZURIECAAAECBAgQIECAAAECBAgQIECAAAECBAgQIECAAAECBPq8gIBrG1egtQBmhi8vvfTSWGWVVSq+QA8//HCMGjVqueqd9RBwffHFF2PMmDExd+7cZvvOyqMZ2q00FPfEE08U1Vkbgpc56EYbbRQzZ86MQYMGFXNkaG6HHXZYznn+/PkVVyDNQTJgfPrpp0dWgG3ZWguYvvbaazF27NiYM2dOs0duvPHG2HfffSu+A++9915kkDCrWTZtXRVwbRnAa1oht5LFVyuU15cDrrVwnxvOfPLkyXHUUUc1uwLlfIdK3ZkMgWcwNr8FTVtWJM57k9+GWvieZsD1/PPPL96/pu3YY4+Nb3/727HyyitX8koUfUsF/wVcK2b0AAECBAgQIECAAAECBAgQINB1AgKuXWdrZAIECBAgQIAAAQIECBAgQIAAAQIECBAgQIAAAQIECBAgQIAAgU4KCLi2AfjOO+/EqaeeWoRZm7bhw4fHlClTYq211qqI/5VXXikqk86aNWu558oJlpUKGLYVisxJSgXq2gtftbapDGZmCOy0005r1mW99daLq6++OnbaaaeyPRYvXlyEYltWx/3iF78YP/zhD2O11VYrxnrkkUdir732Wq7a6rXXXluEbStpGW677rrrilBfy4qwOU5rlq0FUvfZZ5/IkOCHP/zhSpZR7OXQQw+Nu+66q9lz119/fRx44IElx+poBddSd7gjdrkoAdfmQeuOvEe1cJ8bLlipoHH+7Oijjy7e84Z3sJzLnRWVDzvssGbB/dVXXz1uuumm2GWXXYohauV7WiqQmt+wDIJvv/325Wy3sU9+G84555zi3Wja0jBD9O9///tLjletd6mixXagswquHUDzCAECBAgQIECAAAECBAgQqD0BAdfaOxMrIkCAAAECBAgQIECAAAECBAgQIECAAAECBAgQIECAAAECBAgQ+D8BAdd2rkKpKof5SAZcM2BZIgBUcsSXX365CHTmc6XaOuusEzfffHNstdVWra6opwOuubDWQnHbbrttTJw4sc31N2wsqz1m+CvDw01bBuKyeuuwYcMaf7u1qrF77rln/PjHP46BAweW9TIvXbo0suLqySefvFz13IYB2qpsevfdd0cGWlsGY88+++ziXMut5tva3tMvw7frr79+yf2UCrhmxwwW7rjjjq0atPRrWSG3LLz/61StUF5fruBaK/c5j7S1wHr+rJJ7nRWYv/SlL8WDDz7Y7DpliPsHP/hBrLHGGo2/Xwvf09YC5vlNyW9Yhl3LbaWCvflse9WdS71LWQE3f5X795Ry19iZfgKundHzLAECBAgQIECAAAECBAgQqBkBAdeaOQoLIUCAAAECBAgQIECAAAECBAgQIECAAAECBAgQIECAAAECBAgQaCkg4NrOnXjsscdi7733Xi4UmSGo73znO7HffvtFv379Wh1lyZIlRdjpvPPOK8KhbbX58+e3WUGwFgKubVVBTZMzzzyzqELaWvXHDJelRcvKrelyzDHHFJUjm4ZFs+rj+PHji99v2caOHVv8flsh11zvH//4x6LK4jXXXNOmf1bXzWq9pcKqb731Vnz9618vOcbBBx9crPGTn/xkm+G0V199tVjvd7/73eXWccEFFxRB2RVXXLHkGt988804/PDDiwBw05YVb3PM1qrIZgXfPfbYozGYO2rUqCIY/MEPfrDir6GAa+cruNbKfW44/LaqSrd3rzOsffvtt8eJJ5643LettYqotfA9zW9CvgNHHnnkcu9AVtI+//zzY9ddd42VV1651XfkH//4R8yYMSPOOOOM5f7eMGLEiLjyyivjIx/5SKvP53fmhBNOaPbznDsDwJ/5zGdqJuQq4FrxZ9IDBAgQIECAAAECBAgQIECgFgUEXGvxVKyJAAECBAgQIECAAAECBAgQIECAAAECBAgQIECAAAECBAgQIECgEBBwbeciZJDp9NNPLyqOlmpf+MIX4oADDoitt966MdCUYchnnnkmMrCaVTkXLVrU7NFNNtkkVl111Vi4cGGz32+vGmctBFxzwYsXL44MZOavUi3DbZ///Odjhx12iHXXXbfokuHeOXPmRFZCbVkFNX8+cuTIIty19tprLzfkww8/HBnMbOmYHXOuQw45pAikbbrpprHSSitFVmt94YUX4tFHH41bbrml+NWyDRkypAi+ZuC2oWWA9LLLLivOplRrax3ZP6uw5jqyCu+AAQOKIf75z3/GE088UdyFjuy9YR0ZjMyKtxmMa9k+9KEPRYbj3ve+9xU/OvroowvPbC2DdJdccklkpdqONAHXzgdc071W7nPDHfjVr34VX/va1+Lxxx8veS122WWXoqry4MGDizuW738Gp3/2s5+VDO1nJeZJkyZFBmRbBiRr5Xv6xhtvRAbaM6Ta1jcs3+UNNtigscvzzz8fjzzySPziF79o9Xt09dVXx0477dTmKzZ79uzGd7Rlx+22266x6m2GXfPvP+9///s78sp2+hkB104TGoAAAQIECBAgQIAAAQIECNSCgIBrLZyCNRAgQIAAAQIECBAgQIAAAQIECBAgQIAAAQIECBAgQIAAAQIECJQUEHAt42JksDIrZc6dO7eM3m13yUBsVn696aab4rTTTmvWOYNRhx56aKsD1ErANRfYXsi1Eqjtt98+fvKTn0QGf0u1rLg4ceLEwqtUOLaSuTIMeu6558bQoUPjsMMOK8JqDS3DqdOmTWu1GmquY/r06TFu3Lh4/fXXK5m21b4Ziv3pT39ahHPba2mUIdz2Wu4vK8qmVa51ypQpxSMZPLztttvarBLc1tgCrtUJuNbKfW561u2FXNu7cw0/zzuWdy9D1Bk2L9Vq5XuaofuvfOUrRVi3Gq2tYG/L8Z9++unYf//949lnn21z6t133z2mTp0aa665ZjWWWPEYAq4Vk3mAAAECBAgQIECAAAECBAjUooCAay2eijURIECAAAECBAgQIECAAAECBAgQIECAAAECBAgQIECAAAECBAgUAgKuZV6E5557Lo455pi44447ynyiebcMVp5xxhlx5JFHxmqrrRalKvhlKGzChAnRv3//knPUUsA1F5jVGDMQetJJJ3U48PnlL385zj///Bg4cGCbru+++25RFbIzIdcMF59zzjlFJcqsspth0ZkzZzbOu84668TNN99cVGBtrWU48fbbb49vfOMbJatXVnI59tlnn6LCalahLae98sorRdXJWbNmtdk9++S4f/rTn+LAAw9srMyZod4MyzVU1S1nzqZ9BFyrE3BN01q5z03P9w9/+EPxLmf4viMtA+rnnXde7LvvvtGvX782h6iF72kuMMO2+d3t6J4bNpl7/973vhcZSC0RCl3OIs8/q4JnVea2WlZmzlB9a+H/jpxTJc8IuFaipS8BAgQIECBAgAABAgQIEKhZAQHXmj0aCyNAgAABAgQIECBAgAABAgQIECBAgAABAgQIECBAgAABAgQIEBBwreAOZNXODCVl0LLcCp4ZXsxQ65e+9KXIAGVDe+KJJ2LUqFGRQa+GltU8r7vuulh//fVLrqrWAq4Ni8wg5eWXXx5XXnll2S6f/exn45RTTomsmrryyiuXdQoZLr333nvj7LPPjvvvv7+sZ7JTBlszkLrTTjs1VpV87733ikqTF154YbNx8nwz8NZeSO3VV18t9nvFFVcUIblKWu495/7c5z7XapXL1sbL+3LCCSfELbfc0uqUDVUfszLlyJEjG/u1F6Bubw8CrtULuKZ1Ld3nhrPP0Ppdd90VF110UdnvWIb3jzjiiDj66KPj4x//eHvXqPHnPf09bbrnfJ8uu+yysvfc8Gx+34877riiEuwaa6xR9t6zY1bBzn+hQc7bVmXq+fPnd7jqckULKtFZwLWzgp4nQIAAAQIECBAgQIAAAQI1ISDgWhPHYBEECBAgQIAAAQIECBAgQIAAAQIECBAgQIAAAQIECBAgQIAAAQKlBARcO3AvsvpnBix/8YtfxJNPPhmPPfZYY0ApK+1tuOGGkWHVDBpuueWWJSuyZrgpK8JeddVVzVaQgcmsLFoqYFmrAdeGDaTLAw88EHPnzi3++vjjjzcGXjMIltUIM9Q5bNiw2HjjjSsOdzbMs3Tp0qJ6alZSnTdvXjz77LON1VRXX331wnyDDTYo/LNq6dprr13S8+67746soto0XJbrmzJlSnz0ox8t62a88847xR1YsGBB8euFF14o9t7Qmq5nt912iwy3fuxjH2s3QNvW5BlCvO+++4rquWm8cOHCZt3TOX927bXXNgvw5n8fM2ZMWfsq1UnAtboB11q8z03XlGHqfJfzV75vTe/ZdtttF5/+9Kfj85//fAwZMiQGDBjQ4XvVU9/TlgvO78qf//znyGB4/srvStNvWPbP6s/5Lcuw/I477hiDBg3q8Hcsx8uQ829+85vifc1vWdO/lzSsr7PvbYcPJku8r7DcHxHq4c8MndmyZwkQIECAAAECBAgQIECAQG8UEHDtjadqTwQIECBAgAABAgQIECBAgAABAgQIECBAgAABAgQIECBAgACBXiJQD2GVZv8ATgaCNAIE2hZ47bXXYuzYsTFnzpyi40YbbRQzZ84sAnkaAQIEyhEQcC1HSR8CBAgQIECAAAECBAgQIFDzAgKuNX9EFkiAAAECBAgQIECAAAECBAgQIECAAAECBAgQIECAAAECBAgQ6LsCAq599+ztnAABAgQItCog4OpyECBAgAABAgQIECBAgACBXiEg4NorjtEmCBAgQIAAAQIECBAgQIAAAQIECBAgQIAAAQIECBAgQIAAAQK9U0DAtXeeq10RIECAAIFOCQi4dorPwwQIECBAgAABAgQIECBAoFYEBFxr5SSsgwABAgQIECBAgAABAgQIECBAgAABAgQIECBAgAABAgQIECBAYDkBAVeXggABAgQIEFj+DwgrLPdHhHr4M4OTJECAAAECBAgQIECAAAECBJoLCLi6EQQIECBAgAABAgQIECBAgAABAgQIECBAgAABAgQIECBAgAABAjUrUA9hlWb/AM6yZS3/eZyatbUwAgQIECBQtwIquNbt0Vk4AQIECBAgQIAAAQIECBBoKiDg6j4QIECAAAECBAgQIECAAAECBAgQIECAAAECBAgQIECAAAECBAjUrICAa80ejYURIECAAIGeExBw7Tl7MxMgQIAAAQIECBAgQIAAgSoKCLhWEdNQBAgQIECAAAECBAgQIECAAAECBAgQIECAAAECBAgQIECAAAEC1RUQcK2up9EIECBAgECvEBBw7RXHaBMECBAgQIAAAQIECBAgQEDA1R0gQIAAAQIECBAgQIAAAQIECBAgQIAAAQIECBAgQIAAAQIECBCoWQEB15o9GgsjQIAAAQI9JyDg2nP2ZiZAgAABAgQIECBAgAABAlUUEHCtIqahCBAgQIAAAQIECBAgQIAAAQIECBAgQIAAAQIECBAgQIAAAQIEqisg4FpdT6MRIECAAIFeISDg2iuO0SYIECBAgAABAgQIECBAgICAqztAgAABAgQIECBAgAABAgQIECBAgAABAgQIECBAgAABAgQIECBQswICrjV7NBZGgAABAgR6TkDAtefszUyAAAECBAgQIECAAAECBKooIOBaRUxDESBAgAABAgQIECBAgAABAgQIECBAgAABAgQIECBAgAABAgQIVFdAwLW6nkYjQIAAAQK9QkDAtVcco00QIECAAAECBAgQIECAAAEBV3eAAAECBAgQIECAAAECBAgQIECAAAECBAgQIECAAAECBAgQIECgZgUEXGv2aCyMAAECBAj0nICAa8/Zm5kAAQIECBAgQIAAAQIECFRRQMC1ipiGIkCAAAECBAgQIECAAAECBAgQIECAAAECBAgQIECAAAECBAgQqK6AgGt1PY1GgAABAgR6hYCAa684RpsgQIAAAQIECBAgQIAAAQICru4AAQIECBAgQIAAAQIECBAgQIAAAQIECBAgQIAAAQIECBAgQIBAzQoIuNbs0VgYAQIECBDoOQEB156zNzMBAgQIECBAgAABAgQIEKiigIBrFTENRYAAAQIECBAgQIAAAQIECBAgQIAAAQIECBAgQIAAAQIECBAgUF0BAdfqehqNAAECBAj0CgEB115xjDZBgAABAgQIECBAgAABAgQEXN0BAgQIECBAgAABAgQIECBAgAABAgQIECBAgAABAgQIECBAgACBmhUQcK3Zo7EwAgQIECDQcwICrj1nb2YCBAgQIECAAAECBAgQIFBFAQHXKmIaigABAgQIECBAgAABAgQIECBAgAABAgQIECBAgAABAgQIECBAoLoCAq7V9TQaAQIECBDoFQICrr3iGG2CAAECBAgQIECAAAECBAgIuLoDBAgQIECAAAECBAgQIECAAAECBAgQIECAAAECBAgQIECAAAECNSsg4FqzR2NhBAgQIECg5wQEXHvO3swECBAgQIAAAQIECBAgQKCKAgKuVcQ0FAECBAgQIECAAAECBAgQIECAAAECBAgQIECAAAECBAgQIECAQHUFBFyr62k0AgQIECDQKwQEXHvFMdoEAQIECBAgQIAAAQIECBAQcHUH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PD/2LsTaEmq8nDgH+ASh0URF4wR4XDYFBkGjAgqQlwYjjqIbAoiGjYFBFkE1AhChAOoERBQGIkoMMimzqhhVEwE4sQFwUGMEUIETY5LTIgyjJr45/3PbX1Dz3v95nV1VXXfqv71ORwTpvrWd3/fncf3btVXRYAAAQIECBAgQIAAAQIECBAgQIAAAQIECBDIVkCDa7apERgBAgQIEBidgAbX0dk7MwECBAgQIECAAAECBAgQqFBAg2uFmIYiQIAAAQIECBAgQIAAAQIECBAgQIAAAQIECBAgQIAAAQIECBCoVkCDa7WeRiNAgAABAq0Q0ODaijSaBAECBAgQIECAAAECBAgQ0OBqDRAgQIAAAQIECBAgQIAAAQIECBAgQIAAAQIECBAgQIAAAQIECGQroME129QIjAABAgQIjE5Ag+vo7J2ZAAECBAgQIECAAAECBAhUKKDBtUJMQxEgQIAAAQIECBAgQIAAAQIECBAgQIAAAQIECBAgQIAAAQIECFQroMG1Wk+jESBAgACBVghocG1FGk2CAAECBAgQ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JNaHB9JCJWxfnII49Ej6abalWMRoAAAQIExlhgYmIi1l577W6BdDPsav9ijHlMnQABAgQIECBAgAABAgQINElAg2uTsiVWAgQIECBAgAABAgQIECBAgAABAgQIECBAgAABAgQIECBAgMCYCTShwXVFRKw7mZdf//rXsf76649ZmkyXAAECBAgMT+Chhx6KDTbYoPuED0fEesOLwJkIECBAgAABAgQIECBAgACBigQ0uFYEaRgCBAgQIECAAAECBAgQIECAAAECBAgQIECAAAECBAgQIECAAIHqBZrQ4Hp/RDx7cur33HNPbLHFFtVLGJEAAQIECBDoCNx7772x5ZZbdms8EBGb4iFAgAABAgQIECBAgAABAgQaJ6DBtXEpEzABAgQIECBAgAABAgQIECBAgAABAgQIECBAgAABAgQIECBAYHwEmtDgemtEvGQyJTfddFPMnz9/fDJkpgQIECBAYMgCS5cujT333LP7rLdFxK5DDsPpCBAgQIAAAQIECBAgQIAAgfICGlzLGxqBAAECBAgQIECAAAECBAgQIECAAAECBAgQIECAAAECBAgQIECgJoEmNLgujIjDJud/zjnnxCmnnFITh2EJECBAgACBc889N0499dRuiI9HxOFkCBAgQIAAAQIECBAgQIAAgcYJaHBtXMoETIAAAQIECBAgQIAAAQIECBAgQIAAAQIECBAgQIAAAQIECBAYH4EmNLi+LSIumUzJggULYvHixeOTITMlQIAAAQJDFthrr71iyZIl3Wc9KiI+OuQwnI4AAQIECBAgQIAAAQIECBAoL6DBtbyhEQgQIECAAAECBAgQIECAAAECBAgQIECAAAECBAgQIECAAAECBGoSaEKD69yI+O7k/OfMmRMrVqyItdZqQug1Zc2wBAgQIECgJoGJiYlYb731YuXKld1n2D4iltd0SsMSIECAAAECBAgQIECAAAEC9QlocK3P1sgECBAgQIAAAQIECBAgQIAAAQIECBAgQIAAAQIECBAgQIAAAQIlBZrSJXp/RDx7cq7XX3997LslCDRVAAAgAElEQVTvviWn7usECBAgQIDAVIEbbrgh9ttvv+5//UBEbEqKAAECBAgQIECAAAECBAgQaKSABtdGpk3QBAgQIECAAAECBAgQIECAAAECBAgQIECAAAECBAgQIECAAIHxEGhKg+sFEXHsZEoWLFgQixcvHo8MmSUBAgQIEBiiwF577RVLlizpPuOFEXHcEENwKgIECBAgQIAAAQIECBAgQKA6AQ2u1VkaiQABAgQIECBAgAABAgQIECBAgAABAgQIECBAgAABAgQIECBAoGKBpjS47hwRy7rnfscdd8S8efMq5jAcAQIECBAYX4E777wzdthhh6kAu0TEP42vipkTIECAAAECBAgQIECAAIFGC2hwbXT6BE+AAAECBAgQIECAAAECBAgQIECAAAECBAgQIECAAAECBAgQaLdAUxpcUxZujYiXTKbjwAMPjKuvvrrd2TE7AgQIECAwRIGDDjooFi1a1H3G2yJi1yGG4FQECBAgQIAAAQIECBAgQIBAtQIaXKv1NBoBAgQIECBAgAABAgQIECBAgAABAgQIECBAgAABAgQIECBAgECFAk1qcN0/Iq7tnvtNN90U8+fPr5DDUAQIECBAYDwFli5dGnvuuefUyR8QEdeNp4hZEyBAgAABAgQIECBAgACBVghocG1FGk2CAAECBAgQIECAAAECBAgQIECAAAECBAgQIECAAAECBAgQINBOgSY1uKYMrPYW12233TbuuuuuWGutpk2jnYvJrAgQIECgmQITExOx3Xbbxd133909AW9vbWY6RU2AAAECBAgQIECAAAECBLoFNLhaDwQIECBAgAABAgQIECBAgAABAgQIECBAgAABAgQIECBAgAABAtkKNK0z9C8i4qvdmocffnhcdtll2QILjAABAgQI5C5wxBFHxMKFC6eG+bKI+PvcYxcfAQIECBAgQIAAAQIECBAgsEYBDa4WCAECBAgQIECAAAECBAgQIECAAAECBAgQIECAAAECBAgQIECAQLYCTWtwTZAXRMSx3aLnnHNOnHLKKdkiC4wAAQIECOQqcO6558app546NbwLI+K4XGMWFwECBAgQIECAAAECBAgQINC3gAbXvqkcSIAAAQIECBAgQIAAAQIECBAgQIAAAQIECBAgQIAAAQIECBAgMGyBJja4JqPbI2LHbqyLLroojj766GH7OR8BAgQIEGiswMUXXxzHHHPM1Pi/ExHPb+ykBE6AAAECBAgQIECAAAECBAh0C2hwtR4IECBAgAABAgQIECBAgAABAgQIECBAgAABAgQIECBAgAABAgSyFWhqg+vciPh6RKzbLetNrtmuM4ERIECAQGYCM7y59eGIeFFELM8sXOEQIECAAAECBAgQIECAAAECgwlocB3MzbcIECBAgAABAgQIECBAgAABAgQIECBAgAABAgQIECBAgAABAgSGINDUBtdE8+qI+PxUo8MPPzwuvfTSWGutJk9tCJl3CgIECBAYS4GJiYk48sgjY+HChb3m/5qI+MJYwpg0AQIECBAgQIAAAQIECBBop4AG13bm1awIECBAgAABAgQIECBAgAABAgQIECBAgAABAgQIECBAgAABAq0QaHoX6P4Rce3UTGy77bbxgQ98IObPn9+KJJkEAQIECBCoQmDp0qXxzne+M+6+++5ewx0QEddVcR5jECBAgAABAgQIECBAgAABAtkIaHDNJhUCIUCAAAECBAgQIECAAAECBAgQIECAAAECBAgQIECAAAECBAgQmCrQ9AbXNJ/0JtdPR8S6Uyd34IEHxkknnRTz5s2TeQIECBAgMLYCd955Z3zwgx+MRYsW9TJ4OCJe782tY7s8TJwAAQIECBAgQIAAAQIE2i2gwbXd+TU7AgQIECBAgAABAgQIECBAgAABAgQIECBAgAABAgQIECBAgECjBdrQ4JoSMDciLo+IHXtlY8GCBXHwwQfHPvvsE2ut1ZYpN3rdCZ4AAQIEahaYmJiIG2+8Ma688spYsmTJTGf7TkQcGhHLaw7H8AQIECBAgAABAgQIECBAgMBoBDS4jsbdWQkQIECAAAECBAgQIECAAAECBAgQIECAAAECBAgQIECAAAECBPoQaFu35wURcexM854zZ068/OUvj1122SXmzp0bm2++eWy88cax3nrraXztY7E4hAABAgTyE0iNrCtWrIif/exncd9998Xy5ctj2bJlcfPNN8fKlSvXFPCFEXFcfjMSEQECBAgQIECAAAECBAgQIFChgAbXCjENRYAAAQIECBAgQIAAAQIECBAgQIAAAQIECBAgQIAAAQIECBAgUK1A2xpck85fRMT7IuIl1VIZjQABAgQItELgtj/+d/LvWzEbkyBAgAABAgQIECBAgAABAgTWJKDB1fogQIAAAQIECBAgQIAAAQIECBAgQIAAAQIECBAgQIAAAQIECBDIVqCNDa6T2PtHxDEaXbNdewIjQIAAgeEKpMbWiyLiuuGe1tkIECBAgAABAgQIECBAgACBEQpocB0hvlMTIECAAAECBAgQIECAAAECBAgQIECAAAECBAgQIECAAAECBAisWaDNDa6TM985Il4fEXtFxLMtCAIECBAgMEYCD0TE4oj4dET80xjN21QJECBAgAABAgQIECBAgACBPwhocLUSCBAgQIAAAQIECBAgQIAAAQIECBAgQIAAAQIECBAgQIAAAQIEshUYhwbXbvy5EbFLROwQEVtFxCYR8ZSImBMR42aR7aIUGAECBAgUEkg3qq6MiF9GxI8j4ocRcUdELIuI5YVGcjABAgQIECBAgAABAgQIECDQNgENrm3LqPkQIECAAAECBAgQIECAAAECBAgQIECAAAECBAgQIECAAAECBFokoKmzRck0FQIECBAgQIAAAQIECBAgQIAAAQIECBAg0CWgwdVy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QKCUgAbXUny+TIAAAQIECBAgQIAAAQIECBAgQIAAAQIECBAgQIAAAQIECBAgUKeABtc6dY1NgAABAgQIECBAgAABAgQIECBAgAABAgRGJ6DBdXT2zkyAAAECBAgQIECAAAECBAgQIECAAAECBAgQIECAAAECBAgQIDCLgAZXS4QAAQIECBAgQIAAAQIECBAgQIAAAQIECLRTQINrO/NqVgQIECBAgAABAgQIECBAgAABAgQIECBAgAABAgQIECBAgACBVghocG1FGk2CAAECBAgQIECAAAECBAgQIECAAAECBAhME9DgalEQIECAAAECBAgQIECAAAECBAgQIECAAAECBAgQIECAAAECBAhkK6DBNdvUCIwAAQIECBAgQIAAAQIECBAgQIAAAQIECJQS0OBais+XCRAgQIAAAQIECBAgQIAAAQIECBAgQIAAAQIECBAgQIAAAQIE6hTQ4FqnrrEJECBAgAABAgQIECBAgAABAgQIECBAgMDoBDS4js7emQkQIECAAAECBAgQIECAAAECBAgQIECAAAECBAgQIECAAAECBGYR0OBqiRAgQIAAAQIECBAgQIAAAQIECBAgQIAAgXYKaHBtZ17NigABAgQIECBAgAABAgQIECBAgAABAgQIECBAgAABAgQIECDQCgENrq1Io0kQIECAAAECBAgQIECAAAECBAgQIECAAIFpAhpcLQoCBAgQIECAAAECBAgQIECAAAECBAgQIECAAAECBAgQIECAAIFsBTS4ZpsagREgQIAAAQIECBAgQIAAAQIECBAgQIAAgVICGlxL8fkyAQIECBAgQIAAAQIECBAgQIAAAQIECBAgQIAAAQIECBAgQIBAnQIaXOvUNTYBAgQIECBAgAABAgQIECBAgAABAgQIEBidgAbX0dk7MwECBAgQIECAAAECBAgQIECAAAECBAgQIECAAAECBAgQIECAwCwCGlwtEQIECBAgQIAAAQIECBAgQIAAAQIECBAg0E4BDa7tzKtZESBAgAABAgQIECBAgAABAgQIECBAgAABAgQIECBAgAABAgRaIaDBtRVpNAkCBAgQIECAAAECBAgQIECAAAECBAgQIDBNQIOrRUGAAAECBAgQIECAAAECBAgQIECAAAECBAgQIECAAAECBAgQIJCtgAbXbFMjMAIECBAgQIAAAQIECBAgQIAAAQIECBAgUEpAg2spPl8mQIAAAQIECBAgQIAAAQIECBAgQIAAAQIECBAgQIAAAQIECBCoU0CDa526xiZAgAABAgQIECBAgAABAgQIECBAgAABAqMT0OA6OntnJkCAAAECBAgQIECAAAECBAgQIECAAAECBAgQIECAAAECBAgQmEVAg6slQoAAAQIECBAgQIAAAQIECBAgQIAAAQIE2imgwbWdeTUrAgQIECBAgAABAgQIECBAgAABAgQIECBAgAABAgQIECBAgEArBDS4tiKNJkGAAAECBAgQIECAAAECBAgQIECAAAECBKYJaHC1KAgQIECAAAECBAgQIECAAAECBAgQIECAAAECBAgQIECAAAECBLIV0OCabWoERoAAAQIECBAgQIAAAQIECBAgQIAAAQIESglocC3F58sECBAgQIAAAQIECBAgQIAAAQIECBAgQIAAAQIECBAgQIAAAQJ1CmhwrVPX2AQIECBAgAABAgQIECBAgAABAgQIECBAYHQCGlxHZ+/MBAgQIECAAAECBAgQIECAAAECBAgQIECAAAECBAgQIECAAAECswhocLVECBAgQIAAAQIECBAgQIAAAQIECBAgQIBAOwU0uLYzr2ZFgAABAgQIECBAgAABAgQIECBAgAABAgQIECBAgAABAgQIEGiFgAbXVqTRJAgQIECAAAECBAgQIECAAAECBAgQIECAwDQBDa4WBQECBAgQIECAAAECBAgQIECAAAECBAgQIECAAAECBAgQIECAQLYCGlyzTY3ACBAgQIAAAQIECBAgQIAAAQIECBAgQIBAKQENrqX4fJkAAQIECBAgQIAAAQIECBAgQIAAAQIECBAgQIAAAQIECBAgQKBOAQ2udeoamwABAgQIECBAgAABAgQIECBAgAABAgQIjE5Ag+vo7J2ZAAECBAgQIECAAAECBAgQIECAAAECBAgQIECAAAECBAgQIEBgFgENrpYIAQIECBAgQIAAAQIECBAgQIAAAQIECBBop4AG13bm1awIECBAgAABAgQIECBAgAABAgQIECBAgAABAgQIECBAgAABAq0Q0ODaijSaBAECBAgQIECAAAECBAgQIECAAAECBAgQmCagwdWi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MMYC20fEXhFxQUT8z4AOVTW4PikijouIxRHx3QFj8TUCBAgQIECAAAECBAgQIECAAAECBAgQIECAAAECBAgQIECAAAECqwlocLUgCBAgQIAAAQIECBAgQIAAAQIECBAgQIBAngJfi4i5EXH+gI2uZRtcJxtb3xERyyNitzyZREWAAAECBAgQIECAAAECBAgQIECAAAECBAgQIECAAAECBAgQINBEAQ2uTcyamAkQIECAAAECBAgQIECAAAECBAgQIEBgHARSQ+k//HGi6S2uRRtdB21w7W5sTf93+uweEanh1ocAAQIECBAgQIAAAQIECBAgQIAAAQIECBAgQIAAAQIECBAgQIBAJQIaXCthNAgBAgQIECBAgAABAgQIECBAgAABAgQIEKhFIDWVvrRr5CKNrkUbXHs1tqZT3+LtrbXk1qAECBAgQIAAAQIECBAgQIAAAQIECBAgQIAAAQIECBAgQIAAgbEW0OA61uk3eQIECBAgQIAAAQIECBAgQIAAAQIECBDIXKD7La7dofbT6Npvg+tMja2T5/P21swXifAIECBAgAABAgQIECBAgAABAgQIECBAgAABAgQIECBAgAABAk0U0ODaxKyJmQABAgQIECBAgAABAgQIECBAgAABAgTGSWDqW1y7576mRtfZGlxna2xN5/H21nFaaeZKgAABAgQIECBAgAABAgQIECBAgAABAgQIECBAgAABAgQIEBiigAbXIWI7FQECBAgQIECAAAECBAgQIECAAAECBAgQGEBgpre4dg/Vq9F1pgbXfhpbJ8f29tYBEuYrBAgQIECAAAECBAgQIECAAAECBAgQIECAAAECBAgQIECAAAECswtocJ3dyBEECBAgQIAAAQIECBAgQIAAAQIECBAgQGDUAmt6i2t3bN2Nrg9OCXrDiDguIt4REanJdbaPt7fOJuTPCRAgQIAAAQIECBAgQIAAAQIECBAgQIAAAQIECBAgQIAAAQIEBhbQ4DownS8SIECAAAECBAgQIECAAAECBAgQIECAAIGhCfTzFtfuYFKj69Qm1l7/bk0T8PbWoaXXiQgQIECAAAECBAgQIECAAAECBAgQIECAAAECBAgQIECAAAEC4yegwXX8cm7GBAgQIECAAAECBAgQIECAAAECBAgQINBMgX7f4lrF7Ly9tQpFYxAgQIAAAQIECBAgQIAAAQIECBAgQIAAAQIECBAgQIAAAQIECMwooMHV4iBAgAABAgQIECBAgAABAgQIECBAgAABAs0QKPoW1zKz8vbWMnq+S4AAAQIECBAgQIAAAQIECBAgQIAAAQIECBAgQIAAAQIECBAgMKuABtdZiRxAgAABAgQIECBAgAABAgQIECBAgAABAgSyERjGW1y9vTWbdAuEAAECBAgQIECAAAECBAgQIECAAAECBAgQIECAAAECBAgQINBeAQ2u7c2tmREgQIAAAQIECBAgQIAAAQIECBAgQIBA+wSG8RZXb29t37oxIwIECBAgQIAAAQIECBAgQIAAAQIECBAgQIAAAQIECBAgQIBAdgIaXLNLiYAIECBAgAABAgQIECBAgAABAgQIECBAgMAaBep8i6u3t1p8BAgQIECAAAECBAgQIECAAAECBAgQIECAAAECBAgQIECAAAECQxHQ4DoUZichQIAAAQIECBAgQIAAAQIECBAgQIAAAQKVCdT5Fldvb60sTQYiQIAAAQIECBAgQIAAAQIECBAgQIAAAQIECBAgQIAAAQIECBBYk4AGV+uDAAECBAgQIECAAAECBAgQIECAAAECBAg0T6COt7h6e2vz1oGICRAgQIAAAQIECBAgQIAAAQIECBAgQIAAAQIECBAgQIAAAQKNFdDg2tjUCZwAAQIECBAgQIAAAQIECBAgQIAAAQIExligjre4envrGC8oUydAgAABAgQIECBAgAABAgQIECBAgAABAgQIECBAgAABAgQIDFtAg+uwxZ2PAAECBAgQIECAAAECBAgQIECAAAECBAhUI1DlW1y9vbWanBiFAAECBAgQIECAAAECBAgQIECAAAECBAgQIECAAAECBAgQIECgTwENrn1COYwAAQIECBAgQIAAAQIECBAgQIAAAQIECGQmUOVbXL29NbPkCocAAQIECBAgQIAAAQIECBAgQIAAAQIECBAgQIAAAQIECBAg0HYBDa5tz7D5ESBAgAABAgQIECBAgAABAgQIECBAgECbBap4i6u3t7Z5hZgbAQIECBAgQIAAAQIECBAgQIAAAQIECBAgQIAAAQIECBAgQCBTAQ2umSZGWAQIECBAgAABAgQIECBAgAABAgQIECBAoA+BKt7i6u2tfUA7hAABAgQIECBAgAABAgQIECBAgAABAgQIECBAgAABAgQIECBAoFoBDa7VehqNAAECBAgQIECAAAECBAgQIECAAAECBAgMW6DMW1y9vXXY2XI+AgQIECBAgAABAgQIECBAgAABAgQIECBAgAABAgQIECBAgACBjoAGVwuBAAECBAgQIECAAAECBAgQIECAAAECBAg0W6DMW1y9vbXZuRc9AQIECBAgQIAAAQIECBAgQIAAAQIECBAgQIAAAQIECBAgQKCxAhpcG5s6gRMgQIAAAQIECBAgQIAAAQIECBAgQIAAgVUCg7zF1dtbLSACBAgQIECAAAECBAgQIECAAAECBAgQIECAAAECBAgQIECAAIGRCWhwHRm9ExMgQIAAAQIECBAgQIAAAQIECBAgQIAAgcoEBnmLq7e3VsZvIAIECBAgQIAAAQIECBAgQIAAAQIECBAgQIAAAQIECBAgQIAAgaICGlyLijmeAAECBAgQIECAAAECBAgQIECAAAECBAjkKVDkLa7e3ppnDkVFgAABAgQIECBAgAABAgQIECBAgAABAgQIECBAgAABAgQIEBgbAQ2uY5NqEyVAgAABAgQIECBAgAABAgQIECBAgACBlgsUeYurt7e2fDGYHgECBAgQIECAAAECBAgQIECAAAECBAgQIECAAAECBAgQIEAgdwENrrlnSHwECBAgQIAAAQIECBAgQIAAAQIECBAgQKB/gX7e4urtrf17OpIAAQIECBAgQIAAAQIECBAgQIAAAQIECBAgQIAAAQIECBAgQKAmAQ2uNcEalgABAgQIECBAgAABAgQIECBAgAABAgQIjECgn7e4envrCBLjlAQIECBAgAABAgQIECBAgAABAgQIECBAgAABAgQIECBAgAABAqsLaHC1IggQIECAAAECBAgQIECAAAECBAgQIECAQLsE1vQWV29vbVeuzYYAAQIECBAgQIAAAQIECBAgQIAAAQIECBAgQIAAAQIECBAg0FgBDa6NTZ3ACRAgQIAAAQIECBAgQIAAAQIECBAgQIBAT4E1vcXV21stGgIECBAgQIAAAQIECBAgQIAAAQIECBAgQIAAAQIECBAgQIAAgSwENLhmkQZBECBAgAABAgQIECBAgAABAgQIECBAgACBSgV6vcXV21srJTYYAQIECBAgQIAAAQIECBAgQIAAAQIECBAgQIAAAQIECBAgQIBAGQENrmX0fJcAAQIECBAgQIAAAQIECBAgQIAAAQIECOQp0Ostrt7emmeuREWAAAECBAgQIECAAAECBAgQIECAAAECBAgQIECAAAECBAgQGEsBDa5jmXaTJkCAAAECBAgQIECAAAECBAgQIECAAIExEOh+i6u3t45Bwk2RAAECBAgQIECAAAECBAgQIECAAAECBAgQIECAAAECBAgQINAkAQ2uTcqWWAkQIECAAAECBAgQIECAAAECBAgQIECAQP8C3W9x9fbW/t0cSYAAAQIECBAgQIAAAQIECBAgQIAAAQIECBAgQIAAAQIECBAgMASBcWtwnRsRu0TEDhGxVURsEhFPiYg5ETFuFkNYXk5BgAABAkMQmIiIlRHxy4j4cUT8MCLuiIhlEbF8COu4xzQAACAASURBVOd3CgIECBAgQIAAAQIECBQRsD9XRMuxBAgQINAEAftzTciSGAnUJ6C+rc/WyAQIECAwGgH17WjcnfVRAfWV1UCAAAECbRNQX7Uto/nPRz2Vf45ESIAAAQLFBNRTxbwaefQ4NHXuHBGvj4i9IuLZjcySoAkQIECAwGACD0TE4oj4dET802BD+BYBAgQIECBAgAABAgRKC9ifK01oAAIECBBoqID9uYYmTtgEZhFQ31oiBAgQIDCuAurbcc18/fNWX9Vv7AwECBAgkKeA+irPvDQxKvVUE7MmZgIECBCoQkA9VYViBmO0ucF1/4g4JiJekoGzEAgQIECAwKgFbouIiyLiulEH4vwECBAgQIAAAQIECIyNgP25sUm1iRIgQIBAHwL25/pAcgiBzAXUt5knSHgECBAgMFQB9e1QuVt7MvVVa1NrYgQIECAwgID6agA0Xwn1lEVAgAABAgQeFVBPNXg1tLHB9S8i4n0aWxu8KoVOgAABAnUKpMIt/Xfy7+s8ibEJECBAgAABAgQIEBhrAftzY51+kydAgACBWQTsz1kiBJonoL5tXs5ETIAAAQLDE1DfDs+6TWdSX7Upm+ZCgAABAlULqK+qFm3neOqpdubVrAgQIECgGgH1VDWOQx2lbQ2uF0TEsTMJzpkzJ17+8pfHLrvsEnPnzo3NN988Nt5441hvvfVirbXaRjHUdeRkBAgQIDAigYmJiVixYkX87Gc/i/vuuy+WL18ey5Yti5tvvjlWrly5pqgujIjjRhS20xIgQIAAAQIECBAg0F4B+3Ptza2ZESBAgEAPAftzlgWB1guob1ufYhMkQIAAgW4B9a31MAQB9dUQkJ2CAAECBPIRUF/lk4sWRaKealEyTYUAAQIEZhdQT81u1IYj2tLVOTciLo+IHXslZcGCBXHwwQfHPvvso5G1DavWHAgQIEBgVoFUyN14441x5ZVXxpIlS2Y6/jsRcWhELJ91QAcQIECAAAECBAgQIEBgzQL256wQAgQIECDQJWB/znIg0HgB9W3jU2gCBAgQIFClgPq2Ss2xHUt9NbapN3ECBAgQ6CWgvrIuBhBQTw2A5isECBAg0F4B9VS7ctuGBtdXR8SnI2Ldqak58MAD46STTop58+a1K2tmQ4AAAQIECgjceeed8cEPfjAWLVrU61sPR8TrI+ILBYZ0KAECBAgQIECAAAECBLoF7M9ZDwQIECBAYA0C9ucsDwKNE1DfNi5lAiZAgACBYQqob4ep3Zpzqa9ak0oTIUCAAIE6BNRXdai2bkz1VOtSakIECBAgUKWAeqpKzdGM1fQG1/0j4tqpdNtuu2184AMfiPnz549G1VkJECBAgECGAkuXLo13vvOdcffdd/eK7oCIuC7DsIVEgAABAgQIECBAgEDeAvbn8s6P6AgQIEAgIwH7cxklQygEZhZQ31odBAgQIECgTwH1bZ9QDlNfWQMECBAgQKBPAfVVn1Djd5h6avxybsYECBAgMKCAempAuAy+1uQG1/Qkks9PNTz88MPj0ksvjbXWavLUMlgZQiBAgACBVgpMTEzEkUceGQsXLuw1v9d4k2sr025SBAgQIECAAAECBOoSsD9Xl6xxCRAgQKC1AvbnWptaE2uHgPq2HXk0CwIECBAYooD6dojYzTyV+qqZeRM1AQIECIxQQH01Qvw8T62eyjMvoiJAgACBjAXUUxknZw2hNbULdG5EfD0i1u2e2znnnBOnnHJKMzMhagIECBAgMESBc889N0499dSpZ3w4Il4UEcuHGIpTESBAgAABAgQIECDQTAH7c83Mm6gJECBAIBMB+3OZJEIYBB4VUN9aDQQIECBAoISA+rYEXnu/qr5qb27NjAABAgSGIKC+GgJy/qdQT+WfIxESIECAQMYC6qmMk9MjtKY2uN4eETt2z+eiiy6Ko48+uln6oiVAgAABAiMUuPjii+OYY46ZGsF3IuL5IwzLqQkQIECAAAECBAgQaIaA/blm5EmUBAgQIJCxgP25jJMjtHEUUN+OY9bNmQABAgQqFVDfVsrZhsHUV23IojkQIECAwEgF1Fcj5c/h5OqpHLIgBgIECBBotIB6qjnpa2KD6wURcWw3sTe3NmfBiZQAAQIE8hKY4ckkF0bEcXlFKhoCBAgQIECAAAECBDISsD+XUTKEQoAAAQLNFrA/1+z8ib41Aurb1qTSRAgQIEBg1ALq21FnIJvzq6+ySYVACBAgQKDpAuqrpmdw4PjVUwPT+SIBAgQIEFhdQD3VjBXRtAbXv4iIr3bTHn744XHZZZc1Q1uUBAgQIEAgQ4EjjjgiFi5cODWyl0XE32cYrpAIECBAgAABAgQIEBitgP250fo7OwECBAi0UMD+XAuTakpNElDfNilbYiVAgACBRgiobxuRpjqDVF/VqWtsAgQIEBhLAfXV2KVdPTV2KTdhAgQIEKhbQD1Vt3D58ZvW4HprRLxkctrbbrtt3HXXXbHWWk2bRvnEGYEAAQIECFQlMDExEdttt13cfffd3UPeFhG7VnUO4xAgQIAAAQIECBAg0BoB+3OtSaWJECBAgEAuAvbncsmEOMZUQH07pok3bQIECBCoT0B9W59tQ0ZWXzUkUcIkQIAAgeYIqK+ak6uKIlVPVQRpGAIECBAgMCmgnsp/LTSpM3T/iLi2m/Smm26K+fPn568sQgIECBAgkLnA0qVLY88995wa5QERcV3moQuPAAECBAgQIECAAIHhCdifG561MxEgQIDAmAnYnxuzhJtuLgLq21wyIQ4CBAgQaJ2A+rZ1Ke13QuqrfqUcR4AAAQIECgqorwqCNfdw9VRzcydyAgQIEMhcQD2Vd4Ka1OC62tNIDjzwwLj66qvz1hUdAQIECBBokMBBBx0UixYt6o7YW1wblD+hEiBAgAABAgQIEBiCgP25ISA7BQECBAiMr4D9ufHNvZmPTEB9OzJ6JyZAgACBcRBQ345DlqfNUX01lmk3aQIECBAYloD6aljSIz2Pemqk/E5OgAABAm0XUE/lm+GmNLjuHBHLuhnvuOOOmDdvXr6yIiNAgAABAg0TuPPOO2OHHXaYGvUuEfFPDZuKcAkQIECAAAECBAgQqF7A/lz1pkYkQIAAAQKrCdifsyAIDFVAfTtUbicjQIAAgXEUUN+OXdbVV2OXchMmQIAAgWELqK+GLT7086mnhk7uhAQIECAwbgLqqXwz3pQG1wsi4thJxgULFsTixYvzVRUZAQIECBBoqMBee+0VS5Ys6Y7+wog4rqHTETYBAgQIECBAgAABAtUJ2J+rztJIBAgQIEBgRgH7cxYHgaEJqG+HRu1EBAgQIDDOAurbscq++mqs0m2yBAgQIDAqAfXVqOSHcl711FCYnYQAAQIExl1APZXnCmhKg+v9EfHsScLrr78+9t133zxFRUWAAAECBBoscMMNN8R+++3XPYMHImLTBk9J6AQIECBAgAABAgQIVCNgf64aR6MQIECAAIE1Ctifs0AIDE1AfTs0aiciQIAAgXEWUN+OVfbVV2OVbpMlQIAAgVEJqK9GJT+U86qnhsLsJAQIECAw7gLqqTxXQBMaXOdGxHcn+ebMmRMrVqyItdZqQuh5Jl1UBAgQIEBgJoGJiYlYb731YuXKld2HbB8Ry6kRIECAAAECBAgQIDC2Avbnxjb1Jk6AAAECwxawPzdscecbUwH17Zgm3rQJECBAYPgC6tvhm4/ojOqrEcE7LQECBAiMn4D6qrU5V0+1NrUmRoAAAQK5CaincsvIH+JpQpfo2yLikkm+BQsWxOLFi/PUFBUBAgQIEGiBwF577RVLlizpnslREfHRFkzNFAgQIECAAAECBAgQGEzA/txgbr5FgAABAgQGErA/NxCbLxEoIqC+LaLlWAIECBAgUFJAfVsSsBlfV181I0+iJECAAIGWCKivWpLI1aehnmplWk2KAAECBHIVUE/ll5kmNLgujIjDJunOOeecOOWUU/KTFBEBAgQIEGiJwLnnnhunnnpq92w+HhGHt2R6pkGAAAECBAgQIECAQHEB+3PFzXyDAAECBAgMLGB/bmA6XyTQr4D6tl8pxxEgQIAAgQoE1LcVIOY/hPoq/xyJkAABAgRaJKC+alEyH52KeqqVaTUpAgQIEMhVQD2VX2aa0OB6a0S8ZJLupptuivnz5+cnKSICBAgQINASgaVLl8aee+7ZPZvbImLXlkzPNAgQIECAAAECBAgQKC5gf664mW8QIECAAIGBBezPDUzniwT6FVDf9ivlOAIECBAgUIGA+rYCxPyHUF/lnyMREiBAgECLBNRXLUrmo1NRT7UyrSZFgAABArkKqKfyy0wTGlzvj4hnT9Ldc889scUWW+QnKSICBAgQINASgXvvvTe23HLL7tk8EBGbtmR6pkGAAAECBAgQIECAQHEB+3PFzXyDAAECBAgMLGB/bmA6XyTQr4D6tl8pxxEgQIAAgQoE1LcVIOY/hPoq/xyJkAABAgRaJKC+alEyH52KeqqVaTUpAgQIEMhVQD2VX2aa0OC6IiLWnaT79a9/Heuvv35+kiIiQIAAAQItEXjooYdigw026J7NwxGxXkumZxoECBAgQIAAAQIECBQXsD9X3Mw3CBAgQIDAwAL25wam80UC/Qqob/uVchwBAgQIEKhAQH1bAWL+Q6iv8s+RCAkQIECgRQLqqxYl89GpqKdamVaTIkCAAIFcBdRT+WWmCQ2uj0TEqjgfeeSRWGutJoSdX7JFRIAAAQIE+hGYmJiItddeu/vQiYhY7V/0M45jCBAgQIAAAQIECBBojYD9udak0kQIECBAoAkC9ueakCUxNlxAfdvwBAqfAAECBJoloL5tVr4GjFZ9NSCcrxEgQIAAgUEE1FeDqGX/HfVU9ikSIAECBAi0SUA9lV82m9ApmppqVn3SIvIhQIAAAQIE6hXo8TCJJtQM9aIYnQABAgQIECBAgMD4CtifG9/cmzkBAgQIjEjA/tyI4J12XATUt+OSafMkQIAAgWwE1LfZpKKuQNRXdckalwABAgQIzCCgvmrd0lBPtS6lJkSAAAECuQuop/LKUBOaVRRsea0Z0RAgQIDAGAgo2MYgyaZIgAABAgQIECBAoH8B+3P9WzmSAAECBAhUImB/rhJGgxCYSUB9a20QIECAAIEhC6hvhww+/NOpr4Zv7owECBAgMOYC6qvWLQD1VOtSakIECBAgkLuAeiqvDGlwzSsfoiFAgAABAlkIKNiySIMgCBAgQIAAAQIECOQi4IJqLpkQBwECBAiMjYD9ubFJtYmORkB9Oxp3ZyVAgACBMRZQ37Y++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UcmsHLlyviTP/mTWHvttUcWQ5kTT0xMRPqnqfGXmbvvEiAwegEF2+hzIAICBAgQIECAAAECGQm4oJpRMoRCgAABAuMhYH9uPPJsliMTUN+OjN6JCRAgQGBcBdS3rc+8+qr1KTZBAgQIEMhNQH2VW0ZKx6OeKk1oAAIECBAgUExAPVXMq+6jNbjWLWz8kQg89NBDcfTRR8ett94au+22W7zyla+MHXfcMTbffPN4zGMeM5KYip70Rz/6UfzlX/5lzJs3r/O/z3nOc0o1u/72t7+Ns846K771rW+tCmWTTTaJ8847LzbccMNp4f3+97+Pe+65J7beeutS5y06b8cTIJCHgIItjzyIggABAgQIECBAgEAmAi6oZpIIYRAgQIDA+AjYnxufXJvpSATUtyNhd1ICBAgQGGcB9W3rs6++an2KTZAAAQIEchNQX+WWkdLxqKdKExqAAAECBAgUE1BPFfOq+2gNrnULG38kAnfddVfsu+++ce+99646/9577x2XX355z2bOkQQ5y0lTrIcddtiqo17ykpd0GlTT/w7y+c1vfhPHH398XHrppau+vscee8TVV18dG2200WpDpjfHXnPNNfHWt741ktv73//+eNaznjXIaX2HAIGGCijYGpo4YRMgQIAAAQIECBCoR8AF1XpcjUqAAAECBGYUsD9ncRCoVUB9WyuvwQkQIECAwHQB9W3rV4X6qvUpNkECBAgQyE1AfZVbRkrHo54qTWgAAgQIECBQTEA9Vcyr7qM1uNYtbPyRCHz4wx+OE044YbVz/83f/E2nwbMJnwcffDAOPfTQ+OxnP7sq3Llz58a1114bW2211UBTKNLgesstt8QhhxwSDzzwQOdc6ZypyfV1r3udt7kOpO9LBJonoGBrXs5ETIAAAQIECBAgQKBGARdUa8Q1NAECBAgQ6CVgf866IFCrgPq2Vl6DEyBAgACB6QLq29avCvVV61NsggQIECCQm4D6KreMlI5HPVWa0AAECBAgQKCYgHqqmFfdR2twrVvY+EMX6NUcus0228T1118fz33uc4cezyAn/MxnPhP77LPPal89++yz4+STT4511llnkCGj3wbXhx9+OE488cTV3vQ6ecKjjjoq3ve+98VTn/rUgWJYsWJFXHXVVfGrX/1qoO/n8qVNNtmkk5/HPe5xfYf0jW98I1LjcFM/g8y5qXMV9x8EFGxWAgECBAgQIECAAAECXQIuqFoOBAgQIEBgyAL254YM7nTjJqC+HbeMmy8BAgQIjFxAfTvyFNQdgPqqbmHjEyBAgACBKQLqq9YtCfVU61JqQgQIECCQu4B6Kq8MaXDNKx+iqUDgq1/9auy9997x0EMPrRrt2GOPjfPOOy8e//jHV3CGeodIDabHHHNMXHHFFatOtNNOO8U111wTm2222cAnn5iYiDPOOKPzz+Rnjz32iKuvvjo22mij1cb93e9+F5dddlm85z3vWc0xHfSiF70ozj///Nhxxx17NcCtMb7/+q//ioMOOii+9KUvDTyPHL545JFHRnpL8BOe8IS+w0nOb3zjG/s+PrcDB5lzbnMQTzEBBVsxL0cTIECAAAECBAgQaLmAC6otT7DpESBAgEB+Avbn8suJiFoloL5tVTpNhgABAgSaIKC+bUKWSsWovirF58sECBAgQKC4gPqquFnm31BPZZ4g4REgQIBA+wTUU3nlVINrXvkQTUmB1JiZ3nJ64YUXrhpp/fXXj89+9rPxspe9rOTow/l6rwbdD33oQ3H88ccXbiidGvFf//Vfx2mnnbbqX8/U4JoOSA2xy5Yti6OPPjqWL1++2lBPfvKT48wzz4zDDjusUNOwBlcNrsP5W+QsVQgo2KpQNAYBAgQIECBAgACB1gi4oNqaVJoIAQIECDRFwP5cUzIlzoYKqG8bmjhhEyBAgEBzBdS3zc1dn5Grr/qEchgBAgQIEKhKQH1VlWQ246inskmFQAgQIEBgXATUU3llWoNrXvkQTUmB73//+7HffvvFD37wg1Ujpbe5Xn755bHhhhuWHL3+r//mN7/pNLJeeuml02js3QAAIABJREFUq06W3ph61VVXxaabblo6gCINrpMne+CBBzoxpSbhqZ/U/Pr+978/nvSkJ/UVmwZXDa59LRQHZSGgYMsiDYIgQIAAAQIECBAgkIuAC6q5ZKKlcaQHrf385z+Pb33rW/GP//iPceedd8a9994baV9q8vPsZz87tthii9hyyy0j7ZftuOOOsfnmm8djHvOYlqqYFgEC4y5gf27cV4D51yygvq0Z2PDDFXjkkUfiJz/5SXz961/v/JOulacHGP/3f//3qkDmzZsXqabeeeedY7fddovtt98+Hve4xw030D+e7cEHH4xvf/vbcfvtt3f+N9X96XeAyU962PLcuXNjm2226dT+u+yyS/zZn/2Z2n8k2XJSAtUJqG+rs8x0JPVVpokRFgECBAi0V0B91brcqqdal1ITIkCAAIHcBdRTeWVIg2te+RjLaH7729/GWWed1bmBreznP//zP1e7+JXG22qrrToX60b5efWrXx1vf/vbZw0hGbz2ta+Nn/70p6uOveyyyzpvSu3xw3PW8aYeMLXBNV0MXLRo0aw+Dz30UJx99tlxzjnnrDZk+v9PPPHEvi8m9mpwTRdTn/rUpxaeyzC/kC6q/vCHP1x1yiOPPDI+/OEPxxOe8IS+w7j66qvjjW98tME15fltb3vbyC4czxb41772tTjjjDNKzXm2c/jzvAUUbHnnR3QECBAgQIAAAQIEhizgguqQwYueLt3E/uIXv7jo1yo5fpB9kskTP/zww7F48eL42Mc+FrfddlvheNKe36GHHhoHH3xwZ3+riv2zwkH88QtT934GHWfyZv45c+Z0mg5SI+8OO+wQz3rWs2LttdcedNiBv/e73/0uTj755LjwwgunjfHe9743Tj/99FhnnXUKjd/rIX+FBqjw4NRQnZom+v2kZoy05no9DPDjH/945898CFQlYH+uKknjEOgpoL6tYWE0qR5qav08NW0//vGP41Of+lTnYcnd1zL7SW+qO1Mdner5rbfeuvZaOtWA6frjJZdcEl/4whf6CXG1Y9I1/3St9U1velNssskmhb/f6wtVrYP111+/U7una8epMXeyjq/ygTyjfJB0mtO1117bue9ipk9d8U3abrDBBh3X5zznOZ36fVS/H1Wy8MZ4EPVt65Ovvso4xXX9nF7TlMvsGWZMKbQGCUy9T3LQ0CfrkWc+85mdB6+kf573vOdle8/foPOc/N4vfvGL+PznPx8333xz5z7cyd8zuh3StYhDDjkk1ltvvbKn8/2SAuqrkoD5fT2beqrK6ziT9/CnfYjnP//5nete6ffMql5alX5OHXDAAZ0HfU1++vk9Nr/0Dy+iXv+NPPPMMyNd9/OpT6CqfahBIlSb96/mZ0r/Vm05Uj2VVyY1uOaVj7GMpspCOFfAfgq/XjeL7b777nHllVdG2iCp4pPeDPvWt751oCL+97//faQL0yeccELnab9HHXVUnHfeebHuuuv2HVqvDdN0wfWggw7qe4xRHDi1mB+k0Jt6UX+QMYY596bFO0ybcTmXgm1cMm2eBAgQIECAAAECBPoSyOaCal/RjuFBTbsglvaZrr/++s7DtYreiN8rvenmmrRXlR7ENqoHqVXV0DHT8k03TaWHpaV9tHRz97A+vS7iTZ57p512imuuuSY222yzQuHktB9ctME1/V3bc889Iz0QcOpn7733jssvv7yymzIKoTq4lQL251qZVpPKR0B9W0MumlQPNa1+npqu+++/Pz70oQ/FJz/5yZ51SZH01l1Lp2vgqaH13HPP7bytteynynjrXgfpITxHHHFEvOUtb4lnPOMZpaY+isakyYD7uTF42PFN/n6UGp6L3K9QKgm+XFpAfVuaMPcB1FcZZ2jYP6cTRe73RWWcLqFVJFBVg2uvcFKTVroH85hjjild51U03dLDpLo9PcDvtNNO69wbuqZPelDOxRdfHKk29xmtgPpqtP41nD2bemoY13HSi6Pe8Y53xEtf+tK+X7LUy1wzWvGVqMG1uFkV36h7H2pNMarN+8+gnyn9W7XlSPVUXpnU4JpXPsYymmEUwqOG7afBtdfbW6tu/px6Ybmfi1HddhMTE/GlL32p8xTgdNH06U9/eiFaDa6PvsE192JRg2uhpd3KgxVsrUyrSREgQIAAAQIECDRLYPuI+G4mIWdzQTUTj+zCaNIFsdQY+J73vCc+8pGPVO6Y9ro++tGPxs4771z52LMNWHdDx+T505Ou001G++yzTzz+8Y+fLazSf54aNg877LAZxxnkraU57QcXaXD9f//v/3WastOF/16fdENXerPry172stLuBiCQBOzPWQctFFDftjCp3VNqUj3UpPq52zjddL5o0aI46aSTZr3pvOhyS7V0ukk9vZGqx3+Dig7XOf4nP/lJnHLKKZ2HolT9SXXx6aefHvvtt9/AN8IOax2kBoi/+qu/6jS7DtqMOYrGpMmc9XNPwajiS29zvfDCC2OHHXaoeokZrwYB9W0NqBHqq1pY2zfoKH5O535fVPuybEZTBepscJ08V3qgydlnnx3777//wDVpDplLD6RM94KeeuqpfYXzrne9q7NHus466/R1vIPqE1BfVWKrnurBOMzrOKnRNV17mTdv3kD7EZrRiv890OBa3KyKbwxrH6pXrGrz/jPoZ0r/Vm05Uj2VVyY1uOaVj7GMZpiF8KiAZ2tw7WVQxxP/yza4Tvqlm7kG2aDQ4KrBdVR/B523uICCrbiZbxAgQIAAAQIECBCoWOB9EfHSiDgjIr5W8dhFh9PgWlRsyMc35YLYww8/HCeffHJccskltQmlm4rSm6zSE5+H+RlWQ8fknNJT8s8777zYeOONa5vmgw8+GIceeminaXOmzyB7mDntBxdpcP3Rj34Ub3jDG+Kb3/zmjB7HHntsJy/DaD6uLfEGzkbA/lw2qRBIdQLq2+ossxypSfVQU+rn7kSntyi9973v7auWTg/e2H777eMJT3hCZ4j/+7//i+XLl8/aFJsaMVOT6wEHHDDQTaWT8aaHJi9btiyOPvroznln+6TzpibKxz72sZ1Df/3rX8c3vvGN2b7W+fO3v/3tcdZZZw309qhhr4NXvvKVccEFF8TWW2/d19y6DxpFY9Lk+XNucE0xpmbnyy67LHbdddfCrr4wXAH1bS3e6qtaWNs36Cj+O+Im+vato6bNaBgNrskk1d6pTj/++OMb2+S6ePHiSPvN6eGU/Xw+9rGPdd7S7DN6AfVVJTlQT/VgHPZ1nPSzNP1unx4MVfT6ima04n8PNLgWN6viG8Peh+qOWW3efwb9TOnfqi1HqqfyyqQG17zyMZbR/O///m/ceOON8eMf/3ig+afvf/GLX5x2Y9Fb3vKWzsWMHD7bbrttvOpVr5oxlFtvvTVe//rXx09/+tPOMalYv/LKK2OvvfaqNPyqGly7g0r+aXMjPYE3Nb6mC1yPecxjesatwVWDa6UL2mC1CijYauU1OAECBAgQIECAAIF+BJ4UEfdHxBP/2OA6ykZXDa79ZGyExzThgthsT4FPjampeXD33Xfv7C9tsMEGq27IT7Tp+//zP/8T6aLSTTfdFFdddVU88MADPdV32mmn+MQnPhHbbLPN0LIy7IaONLF0g/xFF10UW2yxRS3z/Na3vhWvfe1rV+1ZppM84xnPWO3/H+StpcO+MWJNOEUaXD/zmc903pw7+UlzT00jv/jFL1b9u7Tmrr/++njuc59bS04MOl4C9ufGK99jMlv1bcsT3aR6qAn1c/dy+fnPf965gTzdeN7rk+qS9MaTgw46KF74whdGahid+t+R1HSammS/8pWvxBVXXBFf+tKXeo5Vtsk1nWfp0qXxtre9bcZ6PcWbHpSSruenN7Q88Ynp197VP4888kjn+vPf/d3fdd4Ae9ttt834NyjdjJ/eOPXUpz610N+yUayD9LvORz/60dh5550LxTqKxqTJAMs0uKb7NdLveoN+0u986XfA2T7pd8B0f0VdvxvNdn5/3p+A+rY/p4JHqa8Kgo3r4aP474ib6Md1teUz72E1uKYZp/o2NX2m/e0e/73LB6VHJL/61a/isMMOixtuuKFnnN313OSDcz796U/HK17xiqznNS7Bqa8qybR6qgfjqK7jvPvd7470z7rrrtt3cjWj9U216kANrsXNqvjGKPahJuNWm/efQT9T+rdqy5HqqbwyqcE1r3yIZgCB22+/Pfbdd9/VLpAtWLAgFi5cGE972tMGGHG4X0lPoE1Plv3Upz616sRvetOb4iMf+UjnRr7uT7ogmC5cpo2D9GTXohsiU4ujdIEnbU5st912PSedbhxMzavp5sF08ei+++6LdAH1e9/7XvzHf/xHfPe7313tyV177LFHpIvXG220Uc/xNLhqcB3u3y5nKyOgYCuj57sECBAgQIAAAQIEKhNITw0+vWu09CbXUTS6anCtLKX1DDTTBbHUBJpucs/h02sPL8WVbv457bTTOjfAF7lgnd4Gm25gfs973tPzTVTDvlDXq6GjnxvBp+ZmxYoVkW4cSPtw6a1VqalyTTfzpwfkXXrppfH0pz+90jSnB9mdccYZkS5yT3523HHHePOb39y5uaD7af7DfGtpr4vus+1JVgGT1tsxxxzTaQaZ/KQHGr74xS+Od73rXaudIjVXpDc2FN27rSJOY7RLwP5cu/JpNqsE1LctXgxNqoeaUD9PLpV0bTZdS04P0ej1SdeVTz/99Nhss836rj9S82h6aMyJJ57Ys3kwNSSma8jPf/7zC6/YW265JQ455JCeza2p9j/qqKPiuOOO6zw4pd9Pumb9D//wD53a/9vf/nbPr6VxzzvvvEK/U8y0Doo8BCUFk+r3lStXdhpyv/nNb8YXvvCFzj8zfQZ5IM9MjUnD/r1npjnNFN+ZZ57ZeaNZmU964PY999zT+d0ovQE3NWr3+qTfU9LvMDM9jLtMDL5bjYD6thrHHqOor2qjbc/Adf6cbo+SmbRNoIp9xFQ3pwbQtDd49913d2q89PCVXvVI2gtOfzbMhy5WkbN/+Zd/if33379zP2j3Jz1cMb1NcYcddoi11167ilMZowYB9VVlqOqpKZQzNbgW/R106s/RtGeQflbO9ADbFMY555zT2a/o93c7zWjF/x5ocC1uVsU3mrQfWcV8mzqGnylNzdzgcaunBrer45saXOtQNebQBNLmQbpZKDWzTn7qevtpXZNKDavpqbKTN4Wli3npKVe77rrrtFP+6Ec/6jzp65//+Z87Tb3vfOc7CzW69iqO0sXJ1Aj8y1/+snNhKG1a/Pu//3vce++9a/wlopfHbDftaXB9tMH1RS96UcyfPz8e+9jH1rW0So2bNuXSTbCTn6K/mJY6uS9nIaBgyyINgiBAgAABAgQIECDQ/dTgbo1hN7pqcM18LeZ+Qex3v/tdnHzyyXHhhReuJlnFk+1vvfXWOOKII6bdmD/Im0XLpLmqho6pMaSL/3fccUfnRu2ZbpIf5Gb+2eaabi448MADY9myZasOTXuYqangrW99a3zta+nH0B8+w3xraRU3ps02915//p3vfCde85rXrPb22tTYut9++8UBBxzQ2Uud/Lz85S/vPMywSNPGIDH5TvsF7M+1P8djOkP1bYsT36R6KPf6eXKZpMbOdGNnrwbB1IT6gQ98oPOG+UFvOE81THqIx5e//OVpKzPVOelBKhtuuGHfq/YHP/hB562sqclz6ufP//zP4/zzz++8uXTQB4Gk6+lnn312x6TXp+hNsFU1uE6NJT20Ol3XTzV890Ouu48r+qCacW5w7Xb7t3/7tzjppJPis5/97LQlUKYxu+9F7sBSAurbUnxr+rL6qjba9gyswbU9uTST/gXq2kdM9Uh64N8Xv/jFacGkuj09fGadddbpP9ARH9mrJk77mp/73OfiBS94wYijc/rZBNRXswn1/efqqSlUVTW49spAGvvGG2+M97///T0fulXFtcO+Mz+mB2pwHU3im7IfORodZyUwOgH11Ojse51Zg2te+RBNQYGpzaHp6zO9/bTg0EM5/Be/+EUcfvjhsWTJklXnm+nJoumtCemps+nPJz+pkE8bIyeccMJqGyPpoll6M+xvf/vb+Nd//ddI50nNq+mpEp/4xCdqm1va3Pj85z8f6W0OvT4aXB9tcK0tCTUNrMG1JtiMh1WwZZwcoREgQIAAAQIECIybwNSnBnfPf1iNrhpcM191uV8Q6/Wk00Ra9Ab0mdLQa48wHTvMN4vW1dAxOefZbuZPb7NNb+sdtFlgqm16O1Jqluj+pGaC1Kg89c2u6ZhhvbW0rhvT1vRXPO21fvjDH+48Mbz7kx5S+OpXv3ram13TMenmjNe97nWZ/+QQXu4C9udyz5D4Sgiob0vg5fzVJtVDudfPk3meqc5NjXx/+7d/G7vvvnvp+m9NTakf//jH49BDD+1r2aVr0+lNs70aOl/1qlfFxRdfHCnusp/U9PvJT36y8xDsyQdIT45Z9EHYdTW4TsaTHvRz2WWXdR4SMzXWdEyqbU899dS+3kqjwfXRlZPeapyuXae/H1M/yTR5V/V7Udn16vurC6hva10R6qtaeZs/uAbX5ufQDIoL1LmPOFMNvdNOO3XeTLjZZpsVD3hE30j3raaHr3R/0otX0u8CT3ziE0cUldP2K6C+6leqr+PUU11MdTa4Tp4mvYzpuOOO6/nQraa+FbuvlZbBQRpcR5OEpuxHjkbHWQmMTkA9NTr7XmfW4JpXPkRTQOD++++PN77xjZH+gz/5SRfF0sXT9HbM3D/pxqj01op3vOMdq0Jd0xtQe90ImN6OcNZZZ8V9993XeQpsamZNb1dIxw77s9VWW3UuSqYb3QZtcJ3pZsdhz2VqHqYW84M0e/a6qD/seZU53yBzLnM+3x29gIJt9DkQAQECBAgQIECAAIE/Csz01OBuoLobXTW4Zr4cc78g1usmmSpv9pnpQvsuu+wSixYtquRG+tmWQN0NHen8Dz/8cKfB9JJLLpkWTtoPveqqq2LTTTedLdRZ/zydJ73J64orrlh1bPcbcb/61a/G3nvvvdpN+sN6a2mdN6bNBPPTn/6081DFm2++edUh3W+tvfzyy+Owww5b7etvfvOb46KLLop11113Vm8HEJhJwP6ctdFiAfVtS5PbpHoo9/o5LZFeD0pO/76ON5nM1Ejbb42XrnunG+CPOOKIaau76JtK+/nrkZpc0wNWUnPo1E9q+k0Pf3nmM58561B1N7imANYUa5E3jmpwXT2dt99+e6TGi3RvRPcnNVOn/Bd58/CsC8UBlQmobyuj7DWQ+qpW3uYPrsG1+Tk0g+ICde8jznQvYKqtFyxYUDzgEX2j1zzcJziiZAxwWvXVAGgzf0U91WUzjAbXdLo1PXQrPXQ03R//+Mc/vtJEG+wPD9w67bTTVqM488wzOy/c8qlPoAn7kfXN3sgE8hVQT+WVGw2ueeVDNH0KpAtBp59+eqeZsvtT5CmnfZ6qtsNSYf6GN7whli9fvuoc559/fufNElN/UM403/RG1z333DMOPPDA+N73vldbrE9+8pMjNX2mi2xbb711bLnllvGUpzyl87SxdBF1gw026OspqLO9wVWDa20pLD2wjavShI0bQMHWuJQJmAABAgQIECBAoN0Ca3pqcPfM62p01eCa+frK/YJYevvlCSecsJpiagi84IILYs6cOZXofuUrX4lXvvKV08a65ZZbYtddd63kHGsaZBgNHen8a3pbUVVvUb3rrrs6N4vfe++9q6a82267dR4s+Kd/+qfRq+EzHfjlL385XvGKV9RqXfeNab2C77W2Dj744M5byNLe6Pe///3Yb7/9OjdiTH622GKLuOGGG2K77bar1cPg7RawP9fu/JpdqG9buAiaVA/lXj+n5dHrIRrp37/73e+OM844o6+3fva7zGa6cTV9v5830/d6MHX6bp1vXFnTw19muuY+1WMYDa7pnGuKNd0bkK75z3bDrgbX1bM305p93vOeF9ddd13nngaf/ATUt7XnRH1VO3FzT6DBtbm5E/ngAnXvI6aXkaR7P7/5zW+uFmS6n/Vd73rX4IEP+ZsaXIcMXvHp1FcVg4b9qknRYTW4pvOl63iHHHLItAcYPeMZz4jPfe5z8YIXvKDyRI/7gBpcR7MCmrAfORoZZyUwWgH11Gj9p55dg2te+RBNnwK9niJb5GmsfZ6mtsN6XcRKT+5auHBhPO1pT5t23l5PIJ2c7+Me97hOg2v3GwSKBv7CF74wNt544//P3nkAz1HcabtPRIENJ2ORfRZHMIdABhFNEphgokQSQXAgkYookgEBBkEVydjGSAIhITDBHCIHEW0EyMCJjCSC4Qw2cCbDwRFMAZ+Nv3rHN39mZ3ty2N7Zp6tUdvGf6el+unfn3e5+fz8zdOhQs8QSSxhlY9VhNf03HdKaf/75s1ZpvR6D6z59XHbaaSdz6KGHGo1fmvLVV195G8jvv/++OeiggwqNyWeffWYmTZpkNIeifvzNmjXL2xz3CwbXNKPUrGsQbM0aT3oDAQhAAAIQgAAEIND1BNJEDQ52smyjKwZXx6eQ6xtito3SstcalLlHa2SzZ89uGS1lNd17770rH8G6DB3qSFS2orQZtuJgKPuWDMmKjB0sxxxzjDn33HO9tSxdo6jZ4UjOaQ/nFxmMqg+mhdv2xRdfeFlzJ06c2PKn888/34iJStRBj7IMx0V4cW93E2B9rrvHj9YnEkDfJiLqvgu6SQ+5rp+jAoqsv/76Zvr06V4Q4rLL448/brR/qWcHSxrdHmXGveSSS7xM95Z3WinNtwWUVsUbbbSR0e+AQYMGxT6nLoOrGhFlAv63f/s3c8MNN5jBgwfHthWDazueqVOnmkMOOaTtDw8//LA3ByjuEUDfVj4m6KvKEXfvAzC4du/Y0fL8BKpeR/zoo488rasgd8HSbRnwMLjmn2Mu3Im+Kn0U0FP/h7ROg6v2nLQHc/TRR7cNqPahlAxrvvnmK32we7lCDK6dGX3X1yM7Q4WnQqDzBNBTnR+DYAswuLo1HrQmBQFtVI0ZM6Yt+tUee+xh1lprrRQ1VHPJ6quvbrbffvvEyiXGtfGozZZPPvnEu14mUi122LJM2A5R6fpf//rXZsSIEUZmxaOOOspceuml1mfLrKrMqyuttJIZOHCgF7E0mE2grkN+ahwG168Nrmk2g/0Bfe+998zpp59uJk+e7M0VHTJUxKK8xuMHH3zQ7LnnnubTTz/16tGBxfAGb3jxKkt7Ez8EXNAVBBBsXTFMNBICEIAABCAAAQhAoLcIpM3CEKRSltEVg6vjc831DTHbRqkyhGo9a/HFFy+Frn+g6I9//KO3BrbAAguYNddc08j0qeyjVZc6DR1/+9vfvMBk4houaTJsxbFQcDVlJ73nnntaLgtnZ7UZINIezi8yFlUfTAu37b/+67+M1p3nzZvX9ydbdtabb77Z7Lrrri23l2E4LsKKe7ufAOtz3T+G9CCRAPo2EVF3XdBNesh1/WzLIK/ZUGUADQVoPuKII8wVV1zRMvF22GEHL3BulFn0ww8/NAcccIC55ZZbatdCUcFZ1BD91lC74kqdBle1I8oInGZcMbi2j6TtO0dXYXB1992Bvq1lbNBXtWDuvodgcO2+MaPFxQlUvY4YZf7C4Fp87KghPQH0VXpWGa5ET8UE9qzqHHEnAn1lmBONuxSDa2eG1PX1yM5Q4akQ6DwB9FTnxyDYAgyubo0HrUkgYMt86gq0tIsTNoOuDIbKerDQQgu1dcc3Iwaj5SqDp0yOiy66qJcx4aqrrjJvv/22WWWVVcy3v/1tL2qv/qYDgv369eurM8lgWjXLpOf/9a9/9Uy/ylbaySJmwcy1YTGf50daXsOozK2K9jZjxow+JGrblClTzF577ZU54vHHH39sjjzySG/O+OVb3/qW+fnPf2723XffvkhHWoSTedovMtMutthimZ/XyXHk2cUIINiK8eNuCEAAAhCAAAQgAAEIVEAga9TgYBOKGl0xuFYwoGVW6fqGmO3gsUyC1113XUcD1pU5BnUaOtTuZ555xsgk/NJLL7V0I5hpNU//7rvvPrPzzjv3BeZTHTajptbwDj/8cC8IX7CkOZyfp13+PVUfTAu3zWZCGD16tLnwwgu99Ve/vPnmm16m4Fmz9HX7dSlqOC7Cinu7nwDrc90/hvQgkQD6NhFRd13QTXrIZf385ZdfmnHjxnl7wcGyzDLLmNtvv92svfbalU0MmVvvuusus8kmm5gNN9zQrLbaaqZ///6xzxPLbbfdtkU/6oaqdaHfqOeff96MHDmyJcCz/mbTbOGO1G1wjdKMaYL/YHBtn4YYXCv7KqisYvRtZWiDFaOvasHcfQ9xzeAaXt/5/ve/760TKomDis7IXXPNNZ72+d3vfuf9tw022MBboxo+fLi3npgmKYDOn/35z382eufPnTvXzJkzx1tLe+211/oGUWewFCRvxRVXNBtvvLH3T+uWwfN2aUbcxth2llDnth566CEvEYYCqqlNKkpeIQ7bbLONUYCR5ZdfPvaMlvqmwGxidP/995snnnjCfPDBB32s1ltvPW+Nb/3110/Uc2n6p2t0RvGdd97x1r/Uh2effdbj6if40PgpAN6wYcPMj370I288s3JM25Y011W9jhiVlOTss882J510UmwTbUH1wp+DNH30r7HVpzGQXlpiiSX6qrJdl+U5ec5MZqmfa7MTQF9lZ5biDvRUBwyuGpepU6d6iaPC5bbbbvPe/1GlrO9UXzfMnDnTC5z04osvmkcffbTvsX6yKa3LKLDuuuuuawYMGJBiSrVekqSDdLX0wm9+8xtvjSasFwYPHuy9a6UX5BlIo4nCjSzb4KrgZ9IiTz75pPe/0lq+xvGfLf0mvfODH/zAbLTRRmbo0KGpNYptr67Ie9NvU1TgtKrWtFxej0yrZbVuqSDImpv6nAS1oPS6xnW77bbz1hblOShc3vVDAAAgAElEQVSryNPw2GOPGQVk1udSn4s02tf2/ZDk98nzneI6P42DPFj6fErL63+1pur/LpKPRJ8pjaGS9ZX5G6KsOVBlPeipKulmrxuDa3Zm3NEhAjI/SjRoQ8/FkvTCU5ujInfJsCojY9BQqOv14tCLMlgk8LTItc4662TGYHuBpllUyfygiBuSDK5lPafsejppcFVftFirTKvBBVbNgyuvvNL7oZKl6MeesnD4i4u6V5mHFcV46aWXzlIV1zacAIKt4QNM9yAAAQhAAAIQgAAEupVAnqjBwb7mNbpicHV8xri8ISZ0Tz31lNlxxx29w2nBcthhh5nzzjuvxSjoOOrI5tVt6IgymGpTXW1ZdtllM6P84osvzAknnGAmTpzYcq/Wxk455ZS2Q3W2DeWqs5ZWfTAt2PGobGRXX321Z2YNlqisummMFZkHiht6hgDrcz0z1L3eUfRtg2ZAN+khl/VzERNk3dNJBwEVxPnUU09tebQt431VbYvSsDJX3HDDDUYHP6NK3QZXaUaxOuecczLzwuDaOoqae2eccYb3L1jqMIJXNZd7oV70bW2jjL6qDXX3PKhbDK4yadx6662eOTB8Xi5IWwfmFZjjX//1X62DoMPbOlt38cUXewfhsxbVf9RRR3nGEVuyClt9SYfadWZQbZ4wYUJs31S3TLdaN9U6nQ6bh8urr75qxo8f35LcIKqPMt/obOAPf/jD3GZTvXdlUjnzzDPNLbfckhpnHo6pK09xYdXriFG6XcaLrbbaKraFeYwTcRVicE0xIRp6CfqqsoHteT0Vdda9SqN7VGBX6QJ9p88333zWAS/6nap1BZlaf/rTn3oBHNIWva8VTOLYY481Q4YMSZ08KM7gqrYocKr8CHFayG+j3rWnnXZa5vd8GQZXGYJnz57t7Snec889bYHPkjjqDPzBBx9s5J8YOHBg7OWvvPKKlxAqrOt07v2AAw5IelTk322Zg9OsJ+V9oMvrkUlaVnPz5ptv9ta0FOQkqUjDyrB+9NFHJ45vXF3S9dLQkyZNSvWZWGONNbzfErvssoun410xuHaKn9jKn3TBBRd4idV8U3DS+GX5fCbV1Q1/R0+5NUoYXN0aD1oTQUALJdOnT/dedkFjnkvA0hhcoyLuZumHDv1JEEeJ9bi6bD860rQ7S/virsXguk8fniw/9KLmvyJkXH755V70uzTl3Xff9X4MBLPB5jXKpnke13Q3AQRbd48frYcABCAAAQhAAAIQaCyBIlGDg1CyGl0xuDo+pVzeEBO6KKOg/qYNSR2yGjRokOOU45tXt6FDrVFWL60TBos21HWIShFWsxbbBrEOiOtgobI+hEvUhnKVWUurPpgW7KMiEO+0004txmytx2mdeoUVVmjjYbs+jl/W8eH63iPA+lzvjXmP9hh926CB7yY95LJ+VhYCRcoP74lHBR3p5BT66KOPzIEHHugZSIIlTUbSMtsdlcnz2muvNXvssUfko+o2uKoh2qcdMWJEW5uS2orBtRWZ7RCqrigS8KfMOUlddgLo29pmBvqqNtTd86BuMbgqi5DWuoIJAGyUo85c6XzVAw884CXPUFaiokWmFa2/6WxVUokzBag/xxxzTCZzqJ6nhAUXXXRR3/NlJNG62/HHH5/IKNherRcqyIbakDXLmw7B66zi5MmTc5/ZFMef//znkYbkJLZ5/171OqJMHrvuumtL89IG/ytqxgozweCad5Z0/33oq8rGsOf1VCcMrlFrDHof/vrXv47MllrkO1XGL+mGX/3qV7knk96zRx55pFeP/n9SiTK4yuSp97XeuVnL/vvv7wUgS5vkqKjB9c9//rP5yU9+kirYRlJflBlX5jtlHrd8p3m3RwUMKxpk9r777vNMysE1uKJ1xvXX5fXIOC2rz8lxxx3nfQ6zFmUFVdAZZe7NWpRFWUFntO+dtShYjOa52q61QWV89UuSbybPd4qL/JRYUMH/FBwujWHexlifTyUn3HbbbXMHy8k6dp24Hj3VCerRz8Tg6tZ40JoIArYMlv6lEnNpDX5lAZaYkRgMRgNJeuH5z47aYEvTtqKZNm0/OpKi26RpV9prMLjmM7iKr6J3KFOGhEKwaAN06tSpZqmlloodBi3iKlqNIt4Ey7nnnusJz6wLmGnHnOu6lwCCrXvHjpZDAAIQgAAEIAABCDSeQNGowUFAaY2uGFwdn1Yub4j56G677Tbz7//+79aDUIriqr8pK+Zaa63VlesUnTB03HvvvZ75IVxsGUbTTGFbRlaNiw7S2Tblo4L5Vbn5W/XBNJ9TVEbWuLXUqMMXOpCgrBp5AhamGTeuaS4B1ueaO7b0rI0A+rYhk6Kb9JDL+vmqq64y++23X9uskJ4ePny4U7Pl5ZdfNnvuuad56qmnWtpV5/6zHhyV5UUaTP+iDkh2wuAa1dakswYYXL+eYlH73rpCxh3tfy+44IJOfVZozD8IoG9rnQnoq1pxu/+wbjC4av1E6z7Bw+c2slqjUhbRLbbYouXPOsB95ZVXeu+CMpNnpD2XFXWoXVrpiCOOyHUwXx3cd999vYxV6neR5CC6X6YEW6CNqBn80ksvFWp7sF4djr/kkkvMpptuWtsHpsp1xLffftsL9HLnnXe29EcGnbFjxyZm8ctjnIgDh8G1tmnl3IPQV5UOSU/rqU4YXKNMjDLIXXfddUbvElvJ+536zjvvGAXN0HpLGUWGOgWFWHTRRWOrsxlctT8nk20ec6v/sHBgjLhGFDG4ag3o8MMPb8umWoRhmkRNNjOqgszefvvtZu211878+Kg9ziqD+Lq8HhmlZeU5KPo50fgqON4666yTepwefPBBz++Q15ipB40cOdLoc6kssp0yuHaKnzLfKsC4/hUtRYLlFH12Xfejp+oine45GFzTceKqDhJ44YUXzJgxYyLF0MMPP2w22mijWluYlIo9rjFRm1ZJHdALQi9426G1pHv9v2uzR5EY9M8vWTKJpnmOosXpn80wicE1v8FV7KN+UJ1zzjledL64Q3K2H3ESbzLHDhgwIM3Qck2PEUCw9diA010IQAACEIAABCAAgW4iUFbU4GCfk4yuGFwdnyEub4j56LSRcsIJJyRuzmqTa7vttvMyFCgLqcyvUQfSXRqWThg6FLl29913N88++2wLiqTD8TZuUeZMBUw74IADIlFHbShHZX0tOmZVHkwLtk2ZNUaNGmVmz57d95+jDlAG77OZhOOyvhblwf3NJsD6XLPHl961EEDfNmRCdJMeclk/2/TOyiuv7O0TDxkyxKnZEsVR5hKZMeoqUaaduGAtalsnDK7KHCGdOXPmzBY8SXv2GFy/xhUVHD2NXq9rTvIcOwH0ba0zA31VK273H+a6wVXf4f379zfvvvtuH8wddtjB6J/MLB9++KFRoLe77rrLDB061Gj9JXzWSZmdlEXeZm7VeqOyfK+33npeff75Kq1X6rD7Qw895OmCKGNsGtOijbEO1Ovdr8xJwaI2KIvVqquu6v1nnY2cNWtWZFZWGS2WWGIJLwhKMLut1k1l9F1zzTW9Pv33f/+30VpdlBEgbXZRtUl1aE1QXGxFfVDwFfVDYyFTku7ROc477rgjchykE4cNG1bLh6aqdcSobGJpzdA+33A2sSQDVxy0tAZXGcE1z3W20y/KRBtOmKGzuuK38MILtzxW50EXW2yxrlivr2WSOfAQ9FWlg9DTeqoTBleNZlTQrzifQB6Dq74PFRxJATbCRe9X7VEqIO/qq69uFlhgAe+SN99808ydO9fMmDEj8l2rYA4KgBC3rxl+P2nNZ4011jD6Pg6WTTbZxHsXKziEvns1Js8995wX8ELBPmy6Je27KK/B9Y033vACFj/wwANt3KTn5OVQu/VO842+vkZ4/PHHY/VO0nl26UHxUN+DRUmjFOAk617yK6+8Yvbaa68Wb8qGG25orrnmGiPtWEVxeT3SpmWPPfZY8/nnn7ft7eszIlbS1gowprmoz6jWa6KKH7RFczmpJPmGpH/1O0GfG2ngP/7xj96zFXjkgw8+aKlen2MFJnnrrbf6/nvSPnqe7xSX+Ok3jhKqTZgwwYra/46TJl9xxRX7vt/mzJnj/W4J/t4IVtDkhGroqaRPZb1/x+BaL2+elpFAmggp3WZw/fTTT42yKGihwF80kxjSS7tfv35exDWJYC26BV8Siuam6C5a0CtSwsI0aWPP9iyJ+//93/81Enivv/66t9Cmg3R6qesFd+2113op3cMFg2sxg6t4Pvnkk31zQyJDQks/iBZaaKHIaWHL/qofEPqhU3f24yJzl3vrJYBgq5c3T4MABCAAAQhAAAIQgEBGAmVGDQ4+OsroisE14wDVfbnLG2JBFmnW+sLs/ANfW221lbdZtvzyyzuZ4bUThg5tpivrrQ7ABYsOz2lDN3wAKW5eamN5p512atngS2PMfP/9973N7Hvuuael+qqyllZ1MC3MRgcJdt1115b/vPPOO1sPUAYvsm166u9JRuG6vzN4XncQYH2uO8aJVpZGAH1bGsrOVdRNeshV/Rx1gLTqA3Z5Z41tzFWXDpXVmZ0riptMHDqYOHDgQGsXO2Fw1aE/ZTpRBrVg0eFZ/beowMQYXI13mFcGn5/85CfWw3YHHXSQ+eUvf5mYLSfvfOe+4gTQt8UZZqwBfZURWJMvd93gGmSvM3Q/+9nPvHUZnaMLFh3W/tOf/uQdZg+WKLOFzlWdddZZ3tpVUjY1HXrXIXBlTgsbRtIYQ6MYB9upg/gKAChTaDhxhPp28cUXe+fAws8fPHiwUZYxZVRV0Xqp3odiFD5HqDN9999/v/ccWzZcZamTMTWuyECi4BthY67ukVH4tNNO80yq4fHx65SpV2uTNpYyvujc5KBBgyr/yJW1jqiznr4ZWvrXZirSOurll1+e+hxeHuNEHLC0BldbHTZNnxR8pfLB4wGpCaCvUqPKe2HP6qlOGVwV0MKWBCrqTLoGNs93avActj85dHZfiYaOOuoo7zx/VNF5bL0jbb9N02gG2/sprIXOPPNML/uk7Vy4El3pnP5JJ51kzRCv+seNGxe7l5rH4CqNMX78eGtGSAVKkKHuX/7lX2I/a/7vevUvHJAjKWiV+q3f/Mcdd1zLM9Ls3aV9/1W1t+k/39X1SLUvjZZdd911vc+INK3NyyI9ff7555uf//znbciTxte/IU6H6rlK8CbTqs3QHKfngw2qy+AahlAHP31OJk6c6GWtDRf9zvrxj3/sJR2M+m2k7zetvYmR7TOqtUsZ6ZtW0FNujSgGV7fGg9YECGixQ0IkvLkThtRtBtekQf7444/NkUce6UWi8YsWQcRBkVqKlvCixI9+9COj/6ZIb8GihTFlbnj11Ve9BTJFuHj66ac9M2tSyvcpU6Z4C13hgsG1uMFV4kMH4i666CLvnza0kyLPhKMUSihqjBR9JuneovON+7uXAIKte8eOlkMAAhCAAAQgAAEI9ASBKqIGB8GFja4YXB2fVlEbYlU2O29EeUVO1QahDjjlKX7GhW222cY7ULXUUks5sb7RCUNHWYfcFT1ZG4La0A6WsWPHegH34gKrRW0opzHH5hn/sg6mxT1bB9YUbPCKK65ouSxNFGht/OkAoTYPgyXvBnseRtzTHAKszzVnLOlJKgLo21SY3L6om/SQq/o5yvwYtZ/b6Rmhg4XK5hAs2ofU3uQGG2xQW/OkSaVn9S9Ykn6zdMLgGnVIOGmM0xw0rAK4DCgKqpNUqjBOiZXOTuh8grLR6QBx1DmFrKaSpP7w92oIoG+r4RpTK/qqduTuPrCu90haU1yUsSPveSZldFVygLAmUbZQBXRLezZKySqmTZtmDjnkkLa67r77bi8rWVRJYiyjycknn+wlvogqcdnk/Htk+rnwwgsTzxBGZTyXGUb8/Sy24bbEHYrXeUYZhuP64NenehQQ79BDD20LTCEO0m1hk2/Zn6AkA1FZz9OYyBztZ+RNU28eM1ZcvRhc01Bv5jXoq8rHtWf1VKcMrnkMgHm+U23rGWmMocH3nH6nKitlMDOk/p4UTCLu/aR1DAW8UDCMpBIVVFj7qDfeeKNZZ511IqvIY3B9/vnnPdOtfqMHi9aFZFjNkrxLXoR99tmnrS61S0bZKO1ma4N0SZJOC4Ow7QPmqSdpjMJ/d3U9Uu1M0rIKKiYdGBVEzu+r9KzOAMgoHi5pdKj8EeHM8qpH+lH/koLWSM/LEC/dGs7m6renEwbXOvipfzbzvv67fsdMnTrVKHBOmqIEfQrQp6y4wbL55pt7fqblllsuTTVdcw16yq2hwuDq1njQmv8joM27E0880RNqSaVJBlct7mjzV5HjgkUvA20cpV1wi2M2Y8aMlugJyuCpyGoSbMrIqsguEoFRKcaTxkN/V5QW/Qu3N4/BNSryb5p2pL0maQ6FxXzaBdng88P98OvQNcccc4wnHFwuSYLO5bbTtnwEyvi+yfdk7oIABCAAAQhAAAIQgAAEHCLgG10fCLZJ6xcUtwi4vCFmIxUX/TMr2U022cTbBNVhtSWXXDLr7aVd3wlDh4LT6fCeNqqDJSn7U7jTtkywaSPpqq5nnnnG7Lbbbn1ZJPz6q8haWofB1dYfraHqQH2ajT9bhPEsPEublFTU9QRYn+v6IaQDbhJA31Y4Lt2kh1zVz1GHyaT5dGh+kUUWqXAEs1dt02ZJptLsT0l3h60tyu52/fXXR5oNOmFwVZBpGVx0mDZY1l57be8A3korrWTtcNJBw3SUsl9V1OCa/YnZ71AWu0suuaTWrMHZW8kdIoC+bew8QF91wdDW9R5Je54qytghk8ikSZNis6aFcUetj+U1UcqkonbMnDmz5VFJ78Q4xln6FWUeUWOks6ZPn54qS2hUQDut4WnNbvHFF7fOXJ0dVMKExx57rOXvhx12mBcIL8lUELxJ+wjKdjp69OiWrLRpjDdlfKyqNrgqQ7Cy98mEkYWL+pbHjBXHBINrGTOmO+tAX3XnuFla7Zye6pTB9amnnjI77rhjm2n07LPP9jKW2krW71Rb35R8SnttQ4YMST2pogKeRp2f9yuOej/p/ajgHMqSnrYogZX2SLW+ESxKLiYzYlQA2zwGV5spOK/ZLUqnJGnJqHmZNfOqbR+wjkC1rq5Hau6UpWVVly3Rm/570v51lA7PqkOlQaWZFbRGfqRwSfJDZP1OcYVf1HdS3qBwL7/8sqfjw98vF1xwgVGQ7CZpEAyuad869VyHwbUezjwlA4E4c+suu+xinn322ZbDUknmxAyPTn2p7UWe9MJLU7kypcrcGlwkyrLIZXvGp59+apQN909/+pO3OKLoKYrkVmWJEpkYXNszuGocMLhWORupOy+BJonPvAy4DwIQgAAEIAABCEAAAhCwE8Dg6t7McHlDLI6WAq4pkvGUKVPMQw89VAisDhRpo+roo49OjB5b6EERN3fC0JE3+1O4CzfffLPZddddW/7zlltuaa666iqzzDLLJOKKyniqTS+tQ2Y94BX3wKoNrlEZabP0JWoDNusGeyJ4Lmg8AdbnGj/EdNAhAujbcgajm/SQq/o56jBZ0gG/ckYwey0uGVylXffbb7+2TsSdJeiEwVUNzMOtLmNSGGCSmce/vlPtU8a0n/70p2bNNdfMPoG5o3YC6NvakXf0geirjuJve3hd39NpNUuUsSPteyfYwaKBysKwooJRnH/++d75rqgSxVhra7feeqtZb731Uk0KnZtUtiQlwwiXX/ziF14b0n6f2oKwJWWNt2XD1aF4tUfmn6xFB+2ViU1tD5Y61snqMLiOGDHCHHHEEZ4W6devX2o8eYwTcZVjcE2NvnEXpv0+aFzHe6RDndRTnTK42r7PNNxx5/Ozfqfa3tlJAbKippzetUrmpcBLqkPBUldYYQXv/0dlS496P2XJIBtsj22PLyn4WFaDa5Q+KRLoNpysS31KCsSha2z93WyzzbzkYssuu2zit0PUPqD2qqVlqyyurkeqz2VpWZ+fbZ04Kbhb1FxOG+AlOHZR32FJ3yf6e9bvFFf4RWU4VlC4PffcM9fU1jkO+ZqCRuEsZwhyPbQDN2Fw7QD0mEdicHVrPHq+NUoHroil06ZNa2OhyGoyuB5wwAFm3rx5fX9visFVL9MTTjihxXwqsatIrXFRYSS2FO1CmRZef/1189xzzxlFTZAReO7cudboE2VNtLXWWssoaszQoUPN6quvbpZffnlPnP/zP/+zmX/++dseg8EVg2tZc496qifAAlj1jHkCBCAAAQhAAAIQgAAEupVAJzdUu5VZ1e12eUMsTd+/+uor8+c//9ncdddd5qabbjL33Xdfmtus12gTWQemtt1220yHinI/8P9u7CZDR7CvUebUrAfmbJuOWQ/wpRmDqg2uUeZUzUutTacpUZvjOgyoTVitn1IgkIYA63NpKHENBMohgL4th2M36SFX9XM3GVw///xzo4wgkydPbplASYcoy5lt7bXY5p+uwuBajHhao1Fdxim/NzosrPmnw69lBtQpRou7kwigb5MINevv6Cu3xrOu7+kiBtc8mdNE+f333zdz5szpOy+nxA86yzZx4kTzzW9+M9dAZDV96CFRjNMYNcKNtD1f62y33367kTEgbbGZf+O0WlQ23KzrhOH2SXtrrbbug/FVG1yD/VQCkzPOOMMMGjQo1fDkMU7EVYzBNRX2Rl6EvmrksPZ1qpN6qskG1yizpkxgBx54YOpAEnlnn+39JK/ADTfcYAYPHpy52jzZ57NqHQWskN6SgU7Z3uVNkPaZOnVqpqy3wc7Z1uaSAnHofnkl9t57bzNrlhIff11kxBs+fHgivw8//NDzoSjLvF+K8E98YOACV9cj47SszI0XXXRRZl2dVYdGZR8tEhTl8ccfNzvttFNbRuikhHZ5dFrUb4G6+GkMbVmWi2Ym1m8t9eGee+7pm8n6jaXPzxZbbJFl+jt9LQZXt4YHg6tb49HTrVGWUW1C2CKQ+enFZeDcY489WgyuioIlY2WdReL9+uuv97Kh+iXphZfUPhlZDz744JbFnKQ03nFR25Kel/bvWU2scfVicMXgmnbecV3nCbAA1vkxoAUQgAAEIAABCEAAAhBwgMDvjDGnG2MeCLalkxuqDjBxsgkub4jlASbTpTZH77//fs/s+rvfaSqmL9pYOfvss72MrrYgbOlrSn9lJwwdn332mTnqqKOMIiQHS5oNYP96WzTXPAfmXnvtNTNq1Cgze/bslrYU2Xi00a/a4Kr5ps2+4IG7DTfc0FxzzTXe4ci05amnnjI77rhj26ZpkWjWaZ/Ndc0hwPpcc8aSnjhFAH1b4XB0kx5yVT9jcM0/QbvF4Krf0zI/6F+wJBmD6zImhUfAJYOrghnpt87IkSO9LHgLLrhg/gnDnR0hgL7tCPY6Hoq+qoNywWfU9R4pYnBVJiCtvwwcOLBgb4vfntX0oSdGMdYa5UknnZSpUbbD6VnW+/yHZT2cbzMi5FknDHfWZkTR+u1vf/tbs8EGG2Rik+XiOg2uape0is56aqyS3nlZxyap3xhckwg19+9Jc625PW9cz5zTU50yuL744otm99139xI8BUuZGVz/9re/Ge1dnXPOOS3P0B7QmWee6f3mXGihhSqbZLb309ixY815552X67laZzjrrLO8PgWLsr6fe+651t/OebRO2UDyGlw1flpTUR+CJS1D2z5g2nuLMnB1PTJOy55//vlGcylryap1bPvM0ot333232WijjbI+3rs+ymOT5PfJ2nYX+EX1Ne/4+cCjvi/z/MbJNYg13YTBtSbQKR+DwTUlKC6rloBeTIcffri588472x4k578igWkBy/bSqLZl6WtPeuHF1SSj7JgxY8xjjz3Wd5lEsqKbDBgwIPLWqBdH+lb/40otsCgCiZ+JVVkEJNYlDso8BFiGwVURH6ZMmRLLJa7/f/rTn7zoK8EfQElZgMNiPu2CbLAd4U3VrPPF9oMx7YZisB3hvmRtR9a5xfXdSwDB1r1jR8shAAEIQAACEIAABHqCwD8bY14xxuh/qyj+Rqof+vTvwYdgcK0CebE6ozbE8qwdFGtJNXdrXeT3v/+9Z3ZVltc0hleta2kNaa+99ko8UFRGqzth6CgaDTYq0+jo0aPNhRdemCkTUtSGctlZS6s0uJYZHTgqM27RSLllzFXq6B4CrM91z1jR0lIIoG9LwdjZSrpJD7mqn5VFQnvj4T3zPJm/6pgNNm2WZNSsql22tiRlgouaB0l7x0X6EHVIeLPNNjP6DC277LLW6l03P0e1T+cQkgLFiIkCHAWDzAQh7L///t7BVRlsOMBfZPZ1/l70be1jgL6qHbm7D4z6nu7UmSHbe1sZ0yZMmGAWWWSR2kF+9dVX5u233zZPPvmkufHGGz0t9sEHH7S0I4lVFOM867M2XZ3nrFrWw/kzZswwI0aMaOl3kkZJM1hR+ufKK680ynxaVSlrHfGvf/2rp1P8OXLzzTd769Q27SLdo34NGzYstltZxyaJEQbXJELN/Tv6qvKx7Vk91SmDa9TvdO336V1oK3m+U23vPL/uNdZYwzO5KmCB/n///v1LnWi291PRd6KtP9tvv72XcMzmQeiUwVXZ4p977jkvG6Qy1mrsgiVtQA9bZs40+5FRe5lps78WnQiurkeqX1FaNi8bW31xa4aPPvqo2XrrrVv0VRk6VEb2k08+OZOuz/Od0ml+UYGoFVBmq622KjR1bb9NOvnbrVBnIm5GT1VBNX+dGFzzs+POkggoS4CEp17c4aJFE5k8l1pqKe9PTTS46rCToltMmzatr/ta7NCC2TrrrJNIWXyUjSKpBDOxSgjoMKBflCFXJuKFF144qRrv7zr8dscdd5jlllvOM8WmLWUYXNMK2Kg22eZQ0iYlBte0I8x1TSKAYGvSaNIXCEAAAhCAAAQgAIEGElBW1fEV9CtsbPUfgcG1AthlVunyhliZ/fTr0sH/hx56yFx++eWRh4l0bdch6YQAACAASURBVJY1tqLtdMnQkfbA2/vvv+8ZKLSRHCx5Dt7pfs3Dbbfdtu1wV5lZS8s6mGYbb9u6YZHowLY5ofpuueUWoyB+FAgkEWB9LokQf28YAfRtAwa0m/SQq/o56gBp0f3RqqaX6wbXJLOtSwbXpDHuVoNrkhnIn5syjsybN887szB9+vS2KbvuuusaZYf44Q9/aPr161fVlKbeigmgbysG3F49+qp25O4+sBsMrnFZxsoiK6318ccfm5dfftnoELgC6snU+sQTT7QZWsPPTHqnRTFOOpNm65tNVysLrLTXfPPNlxpH1sP5tsyxMouccsopXpKMIkXZeYNnI1VXEtMiz9O9Va0j6tyk5tCJJ57orfOFi5jJUKRgK1El69gkscDgmkSouX9HX1U+tj2rp1wzuMbtW+X5TtU+o/bSZLKMK3r/KXukfrMr2/wqq6xizYiaZSba3k959ELwmU899ZTZcccdzVtvvdX3n9dee21z7bXXmpVWWqmteVUaXP3AENJab7zxhpFHZM6cOd6/sKE13LCktRH/eo2fEl2F38NJ+5s2E6DG9aqrrvKCalVdXF2PVL/L1LJR9cWt09n0r/awL7rookI61Gb+TtKgeb5TOs3P9h2gcZg8ebKXAK9IURI/+YyCJe1ntchz67wXPVUn7eRnYXBNZsQVFRJQFk1lUZCACZewuVV/b5rBVUJOmzTjxo1r6f4ll1xiFN0gTQTSe++914taobLBBhuYQYMGGZlZBw8e7BlQdZBv8cUXb9noCZti4yK12IZfWTL2228/77Ca0pfvvffeqTK99rLBtWjmVDK4VvhFRNVWAgg2JgYEIAABCEAAAhCAAAScJVBFtOAoY6sPAYOrs9PhHw1zeUOsSnQ6TPTKK6+YM844w9t8tJW0Zs+i7eyEoSNqrTTtgTdlGlBG0ahMSUWZ+PeXmbW0qoNpautll13mrclWXcaOHWvOO+88s9BCC1X9KOrvcgKsz3X5ANL8LATQt1loOXxtN+khV/WzMkmceuqpRtkFgiXuUGInp4Q0uPaMw6XowcysfYo6eKtDijJTDBw40FplJwyuUQfekg7tNd3g6g+QMujddNNN5vjjj/eMR8Gig8UnnHCCOe6440rPoJN1znF9PgLo23zcct6FvsoJrqm3dYPBNemgedaxkfFh9uzZRmfcZGJVIIVwVtYsdSa1r8xD7TZdnfR8W1+yHs63rbtlYZT12qwJObLWX+U6otqiNVWZXC+++OK2pknTjx8/PtKQnHVskvqOwTWJUHP/jr6qdGx7Wk91yuBqewdqlOOyEOb9TtWagEySSabL4Cz71re+5QUw3WmnnbwATEreleacf7CO8PspKThXmlluY6Dss9dff71ZddVV26ooy+D65Zdfmrlz55pZs2aZRx55xMgIl4VnuGFZTHO2Pb3Ro0ebCy+80Cy66KJWbMrCvuuuu7b8TSwUzCPrOKYZl/A1rq5Hqp02LatgHUrWNmTIkMzdzZrB1ZZptQytaGOepKvzfKd0ml/U3Mo8cClvcHWtOmXz2y5DT+UlV819GFyr4UqtKQl88cUXnjCQyTNYRo4caSZNmtSXudX/m+2lUUZ0gZTN7btMCxRnnXWWeeyxx/r+W9ILz/YM3yga3Jw56KCDjCKiRQks1SNjrF6GiionA6uywIZNrHF9CppidV2ckA3XIwE6ZsyYlr7/+Mc/Njo4J/EeVzC4ntaHR8ZgRR9MWzC4piXFdWURQLCVRZJ6IAABCEAAAhCAAAQgUDqBMqMFJxlb/cZjcC19GMut0OUNsXJ7aq9Nh6B1cF0bXWGzpiLu3n777UYbLVWWThg6Hn30US/wXbjPadadtOmsoHtah6y6lJm1tKqDaR999JFnbtVGbdVFkXIVFVwBCikQiCPA+hzzo4cIoG8bMtjdpIdc1s/hQMWaHnVp2qxT8cEHHzTDhg1ru00ZQvbYY4+s1eW+XgYWGUTvvPPOljqSTKOdMLgq29eee+5plFkhWJKy1vWKwVVMFMjogQceMPvvv3+byVV/P/300z2ja//+/XPPGW7sDAH0ba3c0Ve14nb/Yb1icNU75JlnnvGSNSijV5lB3ZLOBdoYZzmPF5xFnTC4fv75514QCZ3DrKtUHZiwqnXEIJ+XXnrJ06HBM6T6u7K4Kiv9CiusYMWZxzgRNy4YXOuate49B31V6Zj0tJ7qlMHVZnJLWhMp8p369NNPGwUl1fpAnqLv+3322cfsvvvuZskll0xVRV0GVzUmKgBZUYPre++952VmVzKvcHCqVBAiLspicLWNe5wh0zanNbduvfVWs9566xVpdup7XV6PzGpITep01vqKzsmo9tgymybp+jzfKVn7Wza/6667zltvrKuUYcyvq61pnoOeSkOpvmswuNbHmidFEFAKev3Q1yaFiv6/DK+2SKq2l0bdEWDVRtuLKOmFF+6+zSgqsXv55Zf3pQP3jax/+MMfjLLdKtOtBLUOr6mkOaxmw/7iiy96glp1+iUuwo1/zTvvvGO0uHTbbbe1VBtud9Rk71WDqy3a8tVXX+1lvk1bMLimJcV1ZRFAsJVFknogAAEIQAACEIAABCBQKoGyogWnNbb6jcfgWuowll+Zyxti5ffWXqMOsE2cONEcffTRbRdMmTLFW9OqsnTC0BG1WaW1u+HDh8d2V5lv99prr7bDV1UxKitraVUH0x5//HEv4vZbb71VFYKWerX+LRNDHRGha+kQD6mEAOtzlWClUvcIoG/dG5PcLeomPeSyfg4HKvYHJI3Gyz14OW+07TmrqjqzX+h5Ue1QgGa1Zb755rP2sBMG17xBanrJ4KrB0u87mUIOOeQQqznp3HPP9Uw4888/f87Zy22dIIC+rY06+qo21N3zoF4wuCo763nnnecZNPMYWxWgTRnZFKRDGV/DyTqSzgWWeai9EwbXKCNTlbO8CQZXaRYFEJQuCZc4/Z7HOBE3Fhhcq5ypbteNvqpsfHpeT3XC4BoVbGHDDTf0gtwqGZStFP1OVYIpGTUnTJiQ26yp5FCHH364Of744400RVwJ73NlMXVG1WtjoGvLNrjK06AArmeccUbuTK3yG+yyyy5m2WWX9fwiwZKFhRKsKfiV9oaDJcpXIf+Fkq/Ju+GXpMBoZX/DuLweWaaWFbes9VVlcLV9NpJ0fZ7vlKz9TZpbWeuLyn6d9Jy8f8fgmpcc96UhgME1DSWuqZyAftBLKCh6gDYjojKBNsXgGmUU3XfffT1z67x58zzxN2fOnFj2WU2SfmW2KLZJZllFXNFizK9//euWNulHw5VXXmmNzhtufK8aXG0/9rJGLrZlkcgz/mERmCTUKv/w8wBnCbAA5uzQ0DAIQAACEIAABCAAgd4mUDRacFZjq08bg6vj887VDTFFsL/55pu9TSytd/2///f/jNZJtL600korlU5V5kStr82cObOl7qRsSGU0pG5Dhy2gmvoRF5042M/LLrvMy1haVykra2kVBlex1Ga86q6rbLnlluaqq67ysrFRIBBFgPU55kaPEEDfNmigu0kPuaqfNR2iDiWOHz/e6F+VATKk1U8++WTz5Zdfmu22285ssMEG3r591DNt+5fqQ90HBGfMmGFGjBjR9mlK2kvthMHVlqFXDU8KRt1rBlcx0cFZmYvGjRvXNrY6MKxARgraU+VnokFf0U50BX1b2zCgr2pD3T0ParrBNeocXtwIrbXWWkYHszfeeGOz9tprm+9973t92cHzHLDPegg9rm0YXMv5bFWxjmhrmS0zmK6LO5OXxzgRRwWDazlzphtrQV9VNmo9r6c6YXB98803vaRBs2bNahnYpDWGsr5TtRaiYKjXX3+90TpDnsykWpvQ7/6llloqcnKG30+bbbaZ0btfhs+8xcZAv5u11qC1nXDJo3XifqNHtVv+AumtjTbayMuSquz2/jqTbU0mi8FVz7QFidt5552N9kAHDBjQ0izbesyll15qDjjggLzYM9/n8npkmVpWYLLWl2dOphmAZ555xuy2225GZxb8kuSbyPOdkrW/SW3PWh8G1ySi8X9HTxXjV/bdGFzLJkp9uQhIDEsQ7rDDDmbRRReNrKMJBldFmdEmjKK9FC15s9dKiKsNiiDmFx1oU5sWWWSRtmYpyp2unzZtWsvfJD5/9atfmc033zzVxlGvGlxthuKsY2djl7TRaZtfGFyLfup6534EW++MNT2FAAQgAAEIQAACEOgaAkWiBec1tvpwMLg6Pk1c3RCzbRrFbagWxRxl+qw6G4DaXbeh4/333/eMA/fcc08LNm3SaUN28cUXj8SpLBaKJB0OZKcMpraN7qzj8vrrr5sLL7yw7bYyspZWcTAt6tDEmDFjvMONRctzzz1nZK4Il5tuusmLUk2BQBQB1ueYGz1AAH3bsEHuJj3kqn7WlIjSalEH9MqcRjq8OWrUKDN79uy+aqWHpKeVSbN///4tj1PGqrPOOsuceuqpLf89bdCVMtpeJPBL3QbXqAPCSdloxKkXDa7qt4Jwa/7dcsstbdNFQXQUVHrIkCFlTCXqqIEA+rYGyMagr2rB3H0PabLBVVnXlL1LmVttRWfbZBzZeuutzWqrreZlf9P6ZFwW8DwH7LMeQo+bRZ0wuErXKQCc/gVLkgHA5U9DFeuItv6+/PLLXlIXGV2D5bDDDvOCdSy88MJtt+UxTsSxfvHFF83uu+9unn322b7L0pqEbPOtjvV0l+dON7UNfVXJaKGnjPGC1Sp4rEyBwVLl94N+o2+77bZtmdiTkjeV/Z2q/srM+cc//tHcf//9nrdBbUubIV7f/8oqH+WFCL+fysiEmJVBVq0jnTB9+nRvbcjGQdpKJla9exQ4ZJVVVjGLLbZY2zpScC6VYXC1BT5WYNlbb73VM9T6xRagTZlk1acVVlihki8SW6Uur0eWqWWj1rHi5rptTsZpqbSDZmOepG+zfp7y9Dep/VnH48EHH2xLVJdWCya1pRf+jp5ya5QxuLo1HrQmgUATDK7q4jnnnONFvy1SJMJuv/12TwzmKcoQsN9++/XdGrVxFpW5VVFULrroIrPHHnukMrdGvcCTIueGF1GKvnDzzKGwcMr6Iy18SC7P2GkctKEczECS1SSrMcDgmufT0pv3INh6c9zpNQQgAAEIQAACEICA0wTyRAsuamz1gWBwdXpqGG9jVdkGwiVp3aXqbkUd7lGmHa2vVFFsG2BZ13LytKtuQ8d9991nZHIIbySr/6ecckrsep0iUMvMqo1fv2jzWYfGt9hiizzdb7knKpPuNtts45lqv/3tb+d+RhUH05RleNddd21pU1kZZ1Xp888/b0aOHGleeOGFlmfUMS9zg+ZGJwiwPufEMNCIagmgb6vlW3vt3aSHXNXP/qApSPGxxx7bMoa2A3plD7It84WeEacxbdpS95QR3CRN/1555RUvi+djjz3WcnlShhddXLfBtYgu7FWDq8ZJgZNkGgnraf1NOlsHrsOZWdLMHa6pnwD6thbm6KtaMHffQ5pscL3tttu8IHDhNTIF6dD5PGWlX2ihhVIPWl6jZ9ZD6HEN6oTB1dd8p512WkvTyjAWpIZf8oVVrCPamphHp+UxTsThKWISwuBa8sSruTr0VSXA0VMdMLgqeJWCLOi7O1i0d3X33Xd75smoUvZ3qu05Siolw6tMZAo8qz26KMNr0n5b+P1URpAw23sgLjNsVoPrq6++avbZZx9vHSU8PjJCjx071iyxxBKZPpBlGPKk27SGdtxxx7U8W4HYxo8fb+abbz7vv9vWrtRmGZGz6MRMHbRc7PJ6ZJlaVl3PWl/Y06I60qztJY2JDOrKrBwsTTS42uaW/EUKDLfSSislYer5v6On3JoCGFzdGg9ak0AgjzmxCqi2F2/SCy/YDtsLM66dMpOuu+66Zp111vGiyUnQ/uu//qu3UdOvX79cXVTUsB133LHlIFs4I6ii9Cqbw5133tkmSnUQUZuFli/1yPb0agZXW5S0XIPmyE1FTcaOdINmJBBAsDFFIAABCEAAAhCAAAQg4BSBrNGCyzK2+hAwuDo1Hdob4+qGmC0irlo/evRoL8NnVPTiIrh7weD6xRdfeJkpJk6c2IIqjekh6pBAGebTvi+MiExeSZv6aca97INpyvJxxBFHmCuuuKLl8WWaT6MinZdpok3Djmu6jwDrc903ZrQ4EwH0bSZc3XFxnQbXInpINF3Vz/5I2/Zx9bfwAb0yZ0YU0yQN9+GHH5oDDjigLcOmDp8q4M6gQYPKbGZLXTrIKE189NFHtz3j0ksv9doVV+o0uEYdulT7brrpJrPLLrvEtjWPcaIy8JaKqzROiZ3G8+CDD7Z26YILLvAO02Y5t1AnG571NQH0beWzAX1VOeLufUCV39N5qGQ1VUQ9I2pdR9mhFGRtjTXWyNy8qHWcpHOBWQ/xxzWsUwZX23PLXDPMPBgFbyh7HTGqOVFBHuPWF8s2Y9kC1aQ934fBteBE6/Dt6KvSBwA99X9I687gGhW8SoFeL7vsstigRmV/p6aZVdIgs2bN8ky5TzzxRNstMn2ee+65ZsEFF2z7m+39pIAdw4cPT/No6zVZzYFZtZjG4MADD2x7tvbWZELM42OwvX/SvruCDbGZV7fccksjJto3ta3HJK115R6IhBtdXo8sU8sKQ9b6bIbnOJN22jGyBRFM0vV5vlOy9jep/Vnrs7U5TYCApHb0yt/RU26NNAZXt8aD1iQQaIrBVVFGd9ttN/PSSy+19FjR43SwSWZWLbbJxPqd73zHfOMb3yh9brz//vuesFQ0Gb+cdNJJXgQcRS15+umnvY2gcMSVPJlb/fp71eBqE16lD2iNFeb5EVFj83hUSQQQbCWBpBoIQAACEIAABCAAAQiUQyBttOCyja1+6zG4ljOOldXi6oaYNg3POuss7yB+sGhDURFDN91001KZRG24n3322UbrXlWWOg0dWmtSBqNgBlb1Lc1Gf1R21bIzbEVl8ioaEbnsg2lRWbTSmAyyzCdblljdXzb3LG3iWvcJsD7n/hjRwkIE0LeF8Ll5c7foIdFzVT/7Ixtn1rjuuuuM9pTLLlFZMtNoTNvYq33S4QrM4mfMKLvN2mvXfnc4e+v6669vpk+fblZYYYXYR9ZpcLWdc1Dj0ra1lw2u4vTxxx+bI4880jugGi46X6Hfl0OGDCl7ilFfyQTQtyUDba8OfVU54u59QFMNrlHGwiLrLe+9954ZNWqUmTlzZsuAJx2Ez3oIPW42dcrgaguykiagXtInQwFRZPbUWcXvfve7ZvDgwd75SJ2L1P9WVcpeR4xqZ1Rwmrg5Y9OGMmRff/31ZtVVV82MxGbeSHu+D4NrZtxO3YC+Kn040FP/h7ROg6sCsyqT5sknn9w2oGne6XnMaGXNnHfeecd7x8mgGizbb7+9F2xDSazCxfZ+0n875ZRTcgVuUnbZcePGeZlMgyWuziwG188//9zLkDp58uSW+tOsF0Vx1v6xzMH6Fyxp313Be2xraEEDqy0wW9AAW9ZcSFOPy+uRZWpZschan03XFzVo5g1ck+c7JWt/k+ZL1vqigo6n+Q6Na4tvEL/hhhvM0ksvbYYOHWpWXHFFT8evtdZatWZATmJW5O/oqSL0yr8Xg2v5TKmxQgK2l4Yi7C+//PIVPrW9ar30tKDwwgsv9P0xaSErWItePGeeeabX7jXXXNPbhFxiiSVM//79a+uHfhTocOE555zT90xFu5ConjdvnidIxTtYtMh08cUXG0VnyxMBtQyDqwy2Mv8usMACuVhp7ObOnWs++eSTvvsffvhhoyjCUSUs5rNmcJg6dao55JBDcrXXxZvy/IhwsR+0KZ4Ago0ZAgEIQAACEIAABCAAAWcIpIkWXJWx1YeAwdWZ6WBviMsbYmrbtttu27IWo15o41NrJgMHDiyN7pNPPukFlXvttdda6vztb39rttpqq9KeY6uoLkOHDtlpbeqWW25pa0YaU6bNaFnGQbVwY7T2dvjhh3trjcFSNGtpmQfTorJopTUZZJlQb775ptl77729iN7B0qlN9Cxt59rOEWB9rnPseXLlBNC3lSPuzAO6RQ+Jjsv62R+9qAAZOvCpA4Dzzz9/aQOt7K06SKlDT+FyySWXeFk64vaG3333XXPQQQeZGTNmtNyuveUrr7zSDBs2rLS2+hXpAKPMs+EDlvp72oyedRlctT+ttl544YVtHNIeNOt1g6vARf3e0980/3SYd9FFFy19rlFheQTQt+WxtNSEvqoUb/dX3lSD66OPPmq23nrrtnXH3/3ud7kD60UFbUs6F5j1EHrcrOqUwdWWLEPt1PnC8ePH5w5act9993lrwcGzeqo3zVpmkU9fmeuIUe2IWl/U9QrAsccee1hv1fq1jNSzZ89u+XvSGUZbZVHBcdKe78PgWmSWdf5e9FWpY4CeCuCs0+Cq3+baPwnv7aXdq8liRtP39gcffGB+//vfm2effdYoCKr+99BDDzV77bVXrgmVNROp7f1UZK/Ilv02KUNpFoOrDKIKLnbnnXe28JE20L88XgKb6VSVp313hQfKNga+fpFfYMcdd2wJGpx2LSbXhIi5yeX1yDK1rBBkrS9KzxQxf0cFOU7S9Vm+U/zhztrfpLmVtb6ooONFvlvUxqjA2UUDWif1v+6/o6fqJh7/PAyubo0HrUkgEBXZ1AVwSS88F9oYbsO9997rLfQFi0yuiiwWXlSSqfSiiy4yG264YZsgVeQMbU5qUWa11VYz/fr1s3a3DINrFRyTFoeKGFyjouNU0Y+66sz7I6Ku9vGccggg2MrhSC0QgAAEIAABCEAAAhAogUBctOCqja1+8zG4ljCQVVbh8oZY1IaUeBx11FFehtcyDiHrOcccc4yZNm1aC+qiGzdpx60OQ4eMB+eff741ivXw4cO9vi+55JKRTY46kFAkynIcn8suu8wzQ4RLkY3jMg+mRR3aq2JTTsEGZURR+8Ol6sN8aecw17lHgPU598aEFpVGAH1bGkq3KuoGPeQTc1k/+22MOuynQ4pTpkzxDl7mOUQYnjU6AKVspwrWG94fVoDgq6++2gwaNChxsilbiQ48huvQgdTLL7+81Oxcf/3rXz0zrjKUhMvmm2/uBVlZbrnlEttch8H1q6++Mtdcc4057LDDrPvvaTPyYnA1RnN14sSJ5uijj24b27I/F4mThwtyEUDf5sKW9ib0VVpSPXpdUw2uZb/L44J+JJ0LzHoIPW4qdsrgGrV+VSRbelQW9rSmpSIf2TLXEaPa8eqrr5p99tnHC6ATLElB/qI+k9L5Cm6YpUSZstOe78PgmoW2e9eir0odE/RUAGddBtc33njDC5YazoCqppx99tlesKj55psvdqCzmNGiTGBF9oVs5/DjvoNt7yd1UOsvMvpmKXp3a99QnIIlaW80i8G1Ch0ZtYaU9t0VZmQz+SqRl9aH9O/YY4/tu2XllVc2N954oxkyZEgW1KVc6/J6ZJlaVrDy1GfbV86rGeMyQyfp+izfKf7EyNPfuEmVp76ooDJpghfa2qLvy0svvdQcfPDBbX9u2t42eqqUr7jSKsHgWhpKKqqDAAbXcilHRVYIP0Um2AkTJphVV13V2gAZYv0IJ5tssokXIVWH6hZffPGW63vR4KqsGoq4NnPmzD4W+kGhA5dpi80kq8OBGpNFFlkkbTXedeEfJklCLVPlXNwoAgi2Rg0nnYEABCAAAQhAAAIQ6F4CUdGC6zK2+uQwuDo+h1zeEBM6ZVBVZtXwYXf9TQfztUmd5tB81DCoXmWcmjRpUtslabM3FR3iqg0d6qM4nXvuuW1N1WFubcaGA9mFL4yKVJt1rSotq6i13KSN9bj6yzyYFrXRp411rW2WXaKyGY8ePdrL5lWG0bvsNlNfZwmwPtdZ/jy9MgLo28rQdr7ibtBDPiXX9bPfzigdrcyov/rVr4zMnEVNrspwtt9++7VlSlEbshyAisuoKp0qvaNDhEWLzK0KvKy91vDvC+liHVwcMWJEqseUbYoJP1QmGTHUbxXbb6EsfDG4/oOu9t5l+rjlllvaxliHHjX+ZcyzVBOIizITQN9mRpb2BvRVWlI9fF0VxoQiOLOYKuKeEzyvFrwuj0EkLuiH6k46X5XnEHpU3zplcFV7ojKmS19NnTrVLLXUUqmHPo5p0aywaRpR5jqi7Xlx+jdpve+zzz7zgj/KNBAsaYIYBq9/5513PG1kM4alNQlhcE0zm9y9Bn1V2tigp0Io6zC4vvjii953odY+wiVL8KqsZjSbIVXrLPo+VKCvLCUqOISCXCkw18ILL9xWXZTBNU+AsKg1naT1hixa7KOPPvKC2WofMlj0/vnlL39p+vfvnwWZeeGFF8yYMWPMY4891nZf2ndX+EaNg7TFOeec0/enZZZZxhtTBV3TWoFfkt7RmTqT8WKX1yPL1LLCkqc+Gd4VPO+BBx5oIavP03nnnZdpHzVuvTNJ12f9Tsnb37jpk4efgiXqc3nDDTe0VK3vN62lDhs2LNOMjfqsFtnnz9SAGi9GT9UIO8WjMLimgMQl7hDA4FruWMRlDvCfJLEgYbD00ktHPvzBBx9sefFp81A/OjbYYIOWe3rR4GpbTBWbrbbaKvVgvvnmm15knlmzZvXdM378eKN/WTetMbimxt7zFyLYen4KAAACEIAABCAAAQhAwA0C4WjBdRtbfQoYXN2YD5GtcHlDTI3WIXStY8igaSvf+ta3vOxLOlgfl4E0fK/q1SaXDow/8cQTbVVvv/323iGhuHWtsoa2KkNHUh/VfplejzvuODP//PNHdkcHyrTRrOuCpcpIxTrQr6jRyrIULnkju5Z1MC2qbZtttpm34b3sssuWNTX66onKwqZN9ltvvdWst956pT+TCrubAOtz3T1+tD6SAPq2wZPDdT0URO+6fvbbGpdFTIeTpK933333WB0YNeWkD3/zm9942TC1Bx8uO++8s2diGDhwYOpZ+9JLuIWpFAAAIABJREFUL3kH0WyHFL///e+biy66yGy44YaZ9zf9BsQFfdE1J598sjnjjDNS86jK4KqsrU8//bTXljvuuMPKL+vhPAyuX2O8//77vUxpCuYdLvq9c9ZZZ5mFFloo9bzlwvoIoG8rY42+qgxtcypuqsHVdp5Ko5Z1TVDvbq1VHX/88dagH6pTwTW0BrfgggtaJ0aeQ+hRM6yTBte4ddw0Zwj9Pklr3nPPPebQQw9tY5qU3bSsT15Z64i29rz++uveereCzoSLzk0qGMcWW2wR2xWt1QYzyvkXS+Prvyfpmbfffttbew2adoIPTGsSwuBa1ozrTD3oq9K4o6dCKKs0uCq7tzI1nnnmmeaDDz5oG8SsZqysZrSoxFDSD1q30PPTligTXdweWJTB1dcwadvwyCOPeO/ZefPmtTQ3jTk4i8HVZh7VA7W3paAiP/zhD9PiMnGmZlWiNaNrrrkm0xj4D7cFtVXmSa1RBRnl3Z9M3cmYC11ejyxTywpBnvriMoaefvrpnu5JY6iO+mz4Q9NUg6v6FxUsMeu67GuvveZl177zzjvbZrTOXhxwwAFlfCScqQM95cxQeA3B4OrWeNCaBAI2ITp58mSjhY86izbPtDES3JxLeuGV2T69xCXsZZ589913vQwYtkgvcc9UHXPmzPEWW2wba1pskRjQJlCSIAgvdKy99trm2muvNSuttFJLE8owuCpKjQ4tqn1lldVXX918+9vfjqwuLOazRJ7Rxu8hhxzSV3cUm7i+2IR33kwSGFzLmjXNrwfB1vwxpocQgAAEIAABCEAAAs4TCEYL7pSx1YeEwdXx6eLyhpiPLi6avH+N1nt22GEH798PfvADI+PrYost1ncAXges/vd//9c7gK8DUopAajuMr/qyboAXHeIyDB1ar9PGvtYen3vuOaOgcjfffHNkH9XmtAfjo8yVVUcqnjFjhjWDVt7nlnUw7ZVXXvGyB4fNF1Vnj4g6uFb1c4vOb+7vDAHW5zrDnadWSgB9Wynezlfuuh4KEuoG/ZxWR++7775esJhVV101tXFUWTCVSUT77LbMotp7117vkCFDMk8saVgdILTpdOl96VdlaNFByLRFphOZGmVgtQW2UT0jR440kyZNypRVrCyD66effmqUwUuZDR566CHv8JfN5Ov3N08GNAyuX8+WOOON5piyyihrMMU9AujbSsYEfVUJ1uZV2lSD65dffull61LihnBJY8bUWpzWiBSU4qqrrood+KSzYnkO8Uc9sJMGV7UpKnuW/qbD8dJkO+64Y+R5Qq1vKnOczlIWzWJf5NNY1jqi2uCvS2vNVlpj+vTpVlOWrk0bcOPxxx83O+20kzVohzS+5uWgQYPaEIivzDk//elP+zS3NJDOd+ocqV8wuBaZPd1zL/qqlLFCT1kwlmVw1fen3gUy5eu8uvb29JvZZmxVM/R9NmXKFG//Jm3yn6wG1zgTnd5z8gYoQ2FcoAEFJNMe5U9+8pO2QA5J2bjjDK7+u1baRsZRW2BbrT/oPWszCIufAh9o3SGuZDG4qh6NmcYk/F5Pa5pLMjX7bVV91113nfne976X+cMdtQ8arEj+A73DV1hhhcz1l3GDy+uRZWpZscpbX1QWUtWpOSjtH7UGGvfZCI5fkt8n63dKkf5Gzau8/JLWzH784x+bgw46KHJdVvdrDVb+obB5Xm2VRtX6q85vNKmgp9waTQyubo0HrUkgYHtpPPzww2ajjTaqlZ3txZH0wivSQG3aSeA/+eSTXiRdGR79TcGkBTTbc5M2LXWPNi0V8TfNj4Sw2FUkG4nkAQMGtDy+DINr2sWXIrzD9+Y1uErMK4JFMFKaFlAVYSetQdeWTaKIiMfgWubMaHZdCLZmjy+9gwAEIAABCEAAAhDoCgKKFryZMUb/O6vDLcbg2uEBSHp81IZY0n1l/T3t+pQOR2mtRIG7qiwyt55//vlGWafSrG2V0RbbwbMy6o2rQ+tMMiakyaplC6CmuquOshoVCTtv1tKyDqYpOviBBx7YgjdtdoUi4/r888975guZH4Kl05vqRfrEvdURYH2uOrbU3DEC6NuOoa/nwa7roSCFbtHPfpulHcaMGRNrmlSQGB1Q0r65AsWE3yMygPzhD3/wsklJCykSv61IS1988cVmm222ya2l40yueqbap0NpCuK81lprmcUXX7ytKTpQpf3xBx54wEybNs0zjkaVPOZW1dWJeSDj5YUXXmhWXnnlTB/MKGNSpkoKXJy0P123cerVV1/1srhqDMMla9a+Ali4NSMB9G1GYOkuR1+l49TzV9X9PZ0EPKupIq4+naWTprBpG+kavS9kUlEAD5lEdAZP7xFlW1dCCFtSCGUPk/E1mC1c60gTJkwwiyyyiLU5eQ+h2yrrtMFVbUrKfCW22223ndl4443Nsssu63Xjj3/8o1EmuzjjUtpgfUlzKM3fkwxEaerIeo203uWXX97HJO5+nQlUkg+t70aVYcOGeYy1bik9P3v2bE//hA1Gyi6soCsyO/kl7RlLMrhmHWW3rkdflTIe6CkLxiiDaynEIyrRd52yWCuhkM3YGfXsPGa0OBOdnuO/55TQaMUVV+x7tN51Skx11113RWqPK6+80uj7O6qkfT+tscYaZpdddjHrrruuWXTRRY3arPeAjLVRazp6HyjQQhK/rFosjpcfvFhrM2uuuWaf8U1BF5SxVZ4HtTlsah48eLDXzqCJTn2+/vrrPQNj1iLjsoLMqv9RpdPBZjuxDhVkEbefX6aW1TOL1Je0DrrFFlt4gc20prjAAguYN99808hLFPW5DM+HJL9Pnu+UIv21zdci9ckjpM9B0LsSfIY+s2IoE/1qq61m5ptvPu/7RfpfgaujgotrL1s6t+6khFm/C/Jcj57KQ626ezC4VseWmisg0CsGV23Yvf76654YVbrwWbNmRQrSpBdtcBi0MKIIXron6gXkX68NUIk9CeO48vnnn3svQkX49csxxxxjJJQXXHDBllt7zeBqi7Sm6EISiWmLrY6xY8d60QfjIgSl/XGUZf6kbTPXNYMAgq0Z40gvIAABCEAAAhCAAAS6msCaxpi5jvQAg6sjAxHVDJc3xMJt1gamNhCDa0ll4k0bLbjMZ6quug0dytKlbAlpgqjp8JOu11pfsGgDSpvK2kSuqmhDWdGuNebhkmcjuQyD60cffeSZW5VtIVh02FHZOrJkE8vKLe5QSNVm46xt5frOE2B9rvNjQAtKJ4C+LR2pWxW6rIfCpLpJP/tt1wFKBYuJywzqXysDqXSxDnmp6GCTMqUklTIDxcg0oj1NmwEx3A49V4bPfv36eX9SZo9HH300qbne32WSkEZUn7OWuudBmkxyUX3A4NpORoGTxNSWGU5zQr+Bkg71Zp0zXF+MAPq2GL+Iu9FXlWBtXqVNNrhq7UmJBrROZnsnZBlN6Qmdo9pss83Mfvvt5xlY/KJ1o2uuuSYy0FyRQ+jhNrpgcFWbkkyuWdjq2kMPPdTLOppmPTNr3bbr0xqIyniW6lCgGQWSyZJ1LsnAkaZtvmlYAR9PO+20vlswuKah1/3XoK9KGUP0lAVj3QZXrQv87Gc/M7vuumvf2kDa0c1jRlPduu+AAw5ItW6Rpi1ps8/a3k86b6/3bpEAwTIHH3vssanOlWc1uKr/0kV77713ovcgDav999/fy37785//vG2/WMEyNt100zTVtF0TFWRWF9YR5Dap0XWvQ4Xb0y0GV7Vb80B6PMrMncRafz/qqKM886Y0UrAk+SbyfKeU+VtAbS1aX5LJNQ2/4DUyt2ofe/XVV896a1dcj55ya5gwuLo1HrQmgUBTDa76MfD73//eizyrbAoytoajlUShSXrR6j4ZZhXdVqI0Lrpt8BlpxbaiNmjjSNHX/CIxIJNruOQxuEqcKCqeXxZeeGEv6kYec2feD1ieDK5/+9vfzBlnnOEx90vWQ4N/+ctfPI6KSuyXoiKbDK55Z0Hv3Ydg670xp8cQgAAEIAABCEAAAhCIIYDB1fHp4fKGmA2dMiXcf//93sGzJ554ohS6WjPRYR4FYkuT0bSUhwYqqcvQoUjN2qRWVFXfAJDUF62tKUNW2AyRNvNuUv1Jf7cFcNM9ebKWlmFwjWqP6lbWhKqz/t58883eIY1wUcZhHYIbMGBAElL+3iMEWJ/rkYGmm50igL6tgLzLeijc3W7Tz377//znP5sTTzzRTJ8+vfQR1IH8iRMnmqFDh5ZWtw5TnX766ZUEt5FxQAf4pavy7hvXNQ/KaCsG1/ZpqTMWJ5xwgpcRN1x0OFrfSZrXFHcIoG/dGYuKWoK+qghsGdU22eAqPjoXp4QDRUyuO+ywg3fOS2fSFGwjHBxNAdFuv/12o0xutlL0EHqwTlcMrmqT9KcMKAoKl7fIOKw6lJGvf//+eavJfF+dBletS0v35lmXVnY7GTCUBCVrCQZBDPcXg2tWmt15PfqqO8ctptXO6Kk6Da777ruv9w4eNGhQrgHNY0bzH6Tz6Tqjfcstt+R6tn+TfvdfcMEFRt+9SXtMtvfT1Vdf7QXYUFsUmDZL0bOVwVvZXtPuG+YxuKpNRYNfhNdHFJhXptxgifIfpGESN29d2IOrax0qilU3GVzVhyzB84J91pkBrRfpzIBM1MEAILouyXeT5zulzN8CamMZ9enzoN9I+n5I60myzR19R6uO73znO2k+hl15DXrKrWHD4OrWeNCaBAJNMLhqUe3tt9/2XrxKiT5z5sxUEXNtaLQxI3Gn6Le2omcpioUi2/zmN7+JpKuXjw7FnXTSSeatt97qu071X3nllWbYsGGR97788stmzz33bIlapwWXrbbaqu2ePAZXFz4UeQyutoODo0eP9jbYkrLiqs+KMKjNaS3uBSMMFhXZGFxdmFHd0QYEW3eME62EAAQgAAEIQAACEIBATQSc2VCtqb9d9xiXN8TiYH7xxRfmwQcfNJdffrm54447cmVZ0PrVqFGjzMEHH2z0/5M2jqsa3CoNHdqI22KLLYw2HjfffPPMB/hlmtShvHC56aabvA3vqktUxlQ9N2sbihpcbUHp1A4dUrz11lvNeuutVzUOL9qw5qyCHAZLnW2ovJM8oBQCrM+VgpFKIBBFAH1bwdxwWQ+Fu9ut+ln9kIaWhtJhLO2dFy1+oBgd/MqTBTXp+Qpuo/1qZeuK269Oqsf/u9qo/dOjjz46l4Eg+Jyq54E0vLKSjBgxItX+cBwDDK52Osp6pmA+8+bNa7tg5MiRZurUqQSQSfvhquE69G0NkDv7CPRVZ/nHPr3pBld1XueslPxBJsO0yR90n4yt0hU6G+dn/tb60amnnmrOOeecFq6/+MUvPOOJbf2xjEPo/sNcMriqTb6ek+FEa7hpi3Tmbrvt5pkK8pqW0j7Ldl3VBlfpUiUF0ZrtqquuWmhdWkkwLrnkEjNhwoRUmcpsQRAxuBaZLd17L/qqe8cuouXO6KmqDa7az9P+1EEHHVT4OzSPGS3IX+sser/pOziLhlAd6oeCFCgT7GKLLZZqQkYZXJUdNYshTe8h6RK9h7IGWMhrcFUHFfxi/Pjx5sYbb0y9r7vGGmt4mdzVxyCne++912y99dYt3IqekY8KMlvEOJtqYFNcVPU6VFITus3gqv74GimtSTOskfLM9TzfKWX+FlC/y6zv1Vdf9Qz4v/71rzMZXTfZZBNPx2cJup00B139O3rKrZHB4OrWeNCaBAKuGFxtps6kiA7qmoyKhx9+uPeSyFMUvUQbYYryss4665ill17aGnFFglvGWW0Uxgnu4Itci1ESncoAESzKpKBDhso+ais6hBg0wH7/+9831113nVFbw6VXDK5aNFVkGUX/CJYsB/a0GTdmzJiWzBpa+NPc0SZo3oLBNS+53rsPwdZ7Y06PIQABCEAAAhCAAAQgEEPAmQ1VRslOwOUNsbRjpk3b3//+995ayPPPP2+0/iYjYPDQvtZG1lxzTbPiiisarWtp3UqbogsuuGDax1R2XVmGDq2paUN8pZVWMoMHD/b6uNpqq+XObqCNvyOOOMJcccUVbWt+Cq62wgorVMYkWHGUyTZLQDjVV9TgquB+CvantdNgKbphngVilMlWdejwpNZo55tvvixVcm1DCbA+19CBpVuuEEDfVjASruohW1eboJ+l82677TYvEn/WA5hiIs2pA5j77bef+Zd/+ZcKZkRrlQrMLK2vg/vKjBIM8Jvm4dL9Cmqz++67myWXXDLNLYnXlDUPxHLllVc2yy+/vBkyZIgXNGX11Vc3iy++eGIb0l6AwdVOSvvyl156qTc3bEXzTcF+OhUIKe349sp16NvGjzT6yuEh7gWDq49f59+0nqjAGgqyofNX/vpicG1RZ++UKW2ppZayvifuu+8+o/WioGZR4Dmd21puueXaRrvMQ+iuGVz9zuq9+84775hZs2Z5+lNsFWTCzwglo43ODepMo84Sbrjhhh0NNFGmwTW4Zjt06FAvk6/WbMtel9YauTSzkosoccrcuXO9OejPXXEdPny4l2nYN2T744PB1eEv4Qqbhr6qEG5nqnZGT5VpcN1ggw3MEkss4e3v6btT7wf9fg5/j+VFnseMZnuWNITMm1or0L/we0736PtXawD6Pt500029NYCs/YgzuPrtUjb5u+66y1s/0XtB+6UqYqn30HbbbWdkPktrqg33N4/pL1zHu+++a+6//35Pcykb+aOPPtp3SZCTDKyrrLKKlZNtz07vPJlnw8bXtPPjzTff9Iy00it+kf9BmXG179rJUtY6VN4+dKPB1e+r1kGfeOKJNo3kfy6k07fffntvXz34mUzzeQvzzPOdUuZvAbWn7PpUp89Qn40nn3zSO4sRPIeh7xcFbdl4443Nlltu6WVsTZsVOu+cdOU+9JQrI/GPdmBwdWs8aE0CAVcMrraoIWmje8j4qKyraYpE3jbbbOMtqGlhRAtBcZsvErVa5Lr44ovNs88+G/kI1fOTn/zE2+gJZhNVlIZ99tnHE+fBIqGozKPamAsW22EsRV7TJpJtw64bDa5ffvmlGTdunGdY9UucyNM1tkixWlyaNm1aqg1XLQbqGdqUDpbDDjvMnHfeeYUi/GJwTfPJ4xpPIPxTm0ToBs3A4EEAAhCAAAQgAAEIQAAC1RBwZkO1mu5RKwQgAAEIQMA9AqzPuTcmtKhRBNC3jRrO3u6MjAYyFTz11FPe4SQd9nr77bdbDhaKkA4pKXOWDpLqXycDxehAlQ7ra0/6kUceaWuvbxjVAciNNtrI+9dLh6p6e0bT+yYTQN82eXS9vqGvGj/EdBACEIAABFwjgL5ybUQKtwc9VRih+xXkMdy53yt3Wigz8KhRo8zs2bP7GjV27Fjv7P1CCy3kTkNpSeUEooz61157rdljjz0qfz4P6B4C6Cm3xqobzCoINrfmTEdb44LB9Y033vCysIbNh1dffbUX9SOpaKNu2223tUalDRpalYViwIABSdUZRY1RdguZSpPShyuyiYyTRx55ZGQkXkWvU6ReP+KL3wBFWPvZz37mZZD1IzLYjJwS36eccorViNuNBtenn37aM/2qr36JM7hqQ/aEE04wkydPbhm7tPPjvffe8zK/hrP8JmXSTZwo/3cBBte0pLgOwcYcgAAEIAABCEAAAhCAAAQCBFifYzpAAAIQgAAEaibA+lzNwHlcrxFA3/baiNNfCEAAAhDoOAH0bceHoOoGoK+qJkz9EIAABCAAgRAB9FXjpgR6qnFD2t4hDK7VDvLNN99sdt1115aH3HTTTWaXXXap9sHU7hyBTz75xPP7hP0YDz/8sBdMjwIBnwB6yq25gMHVrfGgNQkEqjK4Tpo0ydxxxx1mpZVWajF+KiqsbzL98MMPvYgeSlMfNn8us8wy5vbbb/eyrCaV999/3/z7v/+7ueeee8z3vvc986Mf/chLi54mQ2uwbrXn7rvvNlOmTDEPPfRQ7GNlbFVmVWVtXWGFFWKzwCrK7/Tp080hhxxiNeHusMMO5gc/+IGXqlyiL5ieXM+55ZZbPBOsrbhgcFX23RNPPNEMHDjQLLLIImbo0KFmwQUX9Jr77W9/26y44ore/1f/HnzwQc84rKjHwTJ+/Hijf+EXWhS7tNlbo8yt4qpx3muvvWLHLmnu6e8YXNNQ4hoRQLAxDyAAAQhAAAIQgAAEIACBAAE2VJkOEIAABCAAgZoJsD5XM3Ae12sE0Le9NuL0FwIQgAAEOk4AfdvxIai6AeirqglTPwQgAAEIQCBEAH3VuCmBnmrckLZ3CINrdYOsc/9HHHGEueKKK/oesuWWW5qrrrrKyOdBcZvAWWedZe677z6zzjrreP4aeXhWW201s8QSS+RquC2br7w6yuAqvxAFAj4B9JRbcwGDq1vjQWsSCFRlcP2P//gPL0tn3jJ69Ghz4YUXmkUXXTSxir/97W/mySefNN/5znfM0ksv3ZcNNfHGwAWPP/64196XXnop9jbf2Hr88cebVVddNbU58q9//au58sorzTHHHGM1uUY9dOeddzaXXXZZZOZZFwyuL774otl9993Ns88+mwV537VxJl5b9ltdr+gfI0aMiH2ehJR4yyAcLueee66X1XX++efP1ebgTRhcCyPsmQoQbD0z1HQUAhCAAAQgAAEIQAACaQiwoZqGEtdAAAIQgAAESiTA+lyJMKkKAu0E0LfMCghAAAIQgEDNBNC3NQOv/3Hoq/qZ80QIQAACEOhxAuirxk0A9FTjhrS9QxhcqxtkeSt22mkn89Zbb/U95Be/+IV3Nt/yfVldQ6g5FwHbZ+P888/3xi9PsXmDlCxOic8WX3zxPFVyT0MJoKfcGlgMrm6NB61JIFCVwfXRRx81W2+9dSYzp9/U7373u54ZdNiwYbWNnzKF6sWrTLC28q1vfcscdNBBXhZWtS+PMPvqq6+8KBVHHnlkWwZT2zPTGDldMLgqS+qoUaPMzJkzc43XYYcdZs477zyrmfmFF14wY8aMMY899lhf3RqHX/7yl7Hm57lz55r999/fzJkzp61Np59+ujnhhBNM//79c7U3fBMG11Iw9kQlCLaeGGY6CQEIQAACEIAABCAAgbQE2FBNS4rrIAABCEAAAiURYH2uJJBUAwE7AfQtMwMCEIAABCBQMwH0bc3A638c+qp+5jwRAhCAAAR6nAD6qnETAD3VuCFt7xAG12oGWYm9xo8fb84+++y+B/zbv/2bueGGG8zgwYOreSi1lkrguuuuM3vuuWdLnUmJ16Ia8MYbb3gemwceeKDlEgzPpQ5ZYypDT7k1lBhc3RoPWpNAoCqD68svv+y9FJ966qlMY6AU6BdccIH50Y9+lMtEmulhoYv/8pe/eMbHyZMn9/1ljTXWMAcffLDZa6+9cqdkD7dJ5stTTz3V3HHHHbHNTZNl1AWD62effWaOOuooLwJH1iKxI3EzcODAyFuDWVwljmUSHjJkSOyjojLmnnzyyUb/0mQGTtsXDK5pSXEdgo05AAEIQAACEIAABCAAAQgECLChynSAAAQgAAEI1EyA9bmagfO4XiOAvu21Eae/EIAABCDQcQLo244PQdUNQF9VTZj6IQABCEAAAiEC6KvGTQn0VOOGtL1DGFzLH2QlDZs+fbqXFOyTTz7pe8DYsWO9hFYLLbRQ+Q+lxtIJPPPMM0YZVl966aWWuq+44grPrNqvX79Uz/zggw/MuHHjzLRp01quT+vpSPUQLmoUAfSUW8OJwdWt8aA1CQSqMrh++OGH3svvzjvvjGyBMqGuvPLK3gty2WWXNdttt51nbF1sscU6Nm6vvvqq2WeffcyAAQPM4YcfbjbffPNKhNgXX3zhRbGYOnWque+++1oEoEy+inoycuRIM//888eycMHgKiE7YcIEc/fdd7e19bXXXjOaY37xx3zdddc1O+64o1l//fUTBZLql3lWRuNLLrnEHHjgganMz8qYe8011xhliFWRefm4444rLXOr3ycMrh37uHbdgxFsXTdkNBgCEIAABCAAAQhAAAJVEmBDtUq61A0BCEAAAhCwEGB9jmkBgUoJoG8rxUvlEIAABCAAgXYC6NvGzwr0VeOHmA5CAAIQgIBrBNBXro1I4fagpwojdL8CDK75x+j111/3bl566aU9v4KSS+nc/5QpUzx/Q9Dcuswyy5hbb73VrLfeevkfyJ21ElDityOOOMLI0Bos3/zmNz1vhZKbaVyjinwYs2fPNvqM/fa3v227LE0it1o7zMOcIYCecmYovIZgcHVrPGhNAoG3337by4gpw6VfdtllF8942qvlyy+/NAsuuGBt3dfzfBEos6+EQ5Kx1W+cxMNHH31k9L9+WWSRRUo3cdYGI+JBElmKBqNMulmyr0ps//KXvzRLLrmk2XvvvVNzzdLfSZMmtWTj3WGHHcyRRx6ZpQqu7RECCLYeGWi6CQEIQAACEIAABCAAgXQE2FBNx4mrIAABCEAAAqURYH2uNJRUBAEbAfQt8wICEIAABCBQMwH0bc3A638c+qp+5jwRAhCAAAR6nAD6qnETAD3VuCFt7xAG1/yDfO+995qtt946VQUnn3yyOeOMMyo5h5+qAVyUi8B//ud/ev4JGZfDRX6VLbbYwmy88cZmyJAhZoEFFvAuefPNN83cuXPNjBkzWpKcBe8fMWKEZ4JeaqmlcrWLm5pNAD3l1vhicHVrPGgNBCAAAQhAwAkCCDYnhoFGQAACEIAABCAAAQhAwBUCbKi6MhK0AwIQgAAEeoYA63M9M9R0tDME0Led4c5TIQABCECghwmgbxs/+Oirxg8xHYQABCAAAdcIoK9cG5HC7UFPFUbofgUYXPOP0aOPPuoZXIOZWm21bbTRRubqq682gwYNyv8w7uwIgb///e9egrFDDjkkcZzTNnDkyJFe8rHlllsu7S1c12ME0FNuDTgGV7fGg9ZAAAIQgAAEnCCAYHNiGGgEBCAAAQhAAAIQgAAEXCHAhqorI0E7IAABCEB6GDE3AAAgAElEQVSgZwiwPtczQ01HO0MAfdsZ7jwVAhCAAAR6mAD6tvGDj75q/BDTQQhAAAIQcI0A+sq1ESncHvRUYYTuV4DBNf8Y/dd//ZfZY489zLx58yIr+d73vmcuueQSs+mmm+Z/EHd2lIBMrr/5zW/M0UcfHZmRNU0DlfH1yCOPNOPGjTP6/xQIRBFAT7k1NzC4ujUetAYCEIAABCDgBAEEmxPDQCMgAAEIQAACEIAABCDgCgE2VF0ZCdoBAQhAAAI9Q4D1uZ4ZajraGQLo285w56kQgAAEINDDBNC3jR989FXjh5gOQgACEICAawTQV66NSOH2oKcKI3S/Agyu+cfovffeM6NGjTIzZ860VqLMrRMnTjRDhw7N/xDudIbA//zP/5grrrjCTJo0ybz22mup2yUz62677WaOP/54s+qqqxrLuzJ1XVzYGwTQU26NMwZXt8aD1kAAAhCAAAScIIBgc2IYaAQEIAABCEAAAhCAAARcIcCGqisjQTsgAAEIQKBnCLA+1zNDTUc7QwB92xnuPBUCEIAABHqYAPq28YOPvmr8ENNBCEAAAhBwjQD6yrURKdwe9FRhhO5XgME1/xh98cUXZsaMGebGG280jz32mGd6/O53v2vWX399M3r0aLPZZpuZ/v37538AdzpJ4MsvvzRz5841s2bNMo888og37nPmzOlrq+bAyiuvbNZdd11vDuh/BwwY4GRfaJSbBNBTbo0LBle3xoPWQAACEIAABJwggGBzYhhoBAQgAAEIQAACEIAABFwhwIaqKyNBOyAAAQhAoGcIsD7XM0NNRztDAH3bGe48FQIQgAAEepgA+rbxg4+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3g8H1K2NMXzu/+uorY5lEVXOifghAAAIQgEDPEPj73/9u+vXrF+yvFk9a/kPPwKCjEIAABCAAAQhAAAIQgIAIsD7HPIAABCAAAQjUSID1uRph86heJYC+7dWRp98QgAAEINARAujbjmCv+6Hoq7qJ8zwIQAACEOhpAuirRg4/eqqRw0qnIAABCEDAVQLoKfdGphsMrp8aYxb10X388cfmm9/8pnskaREEIAABCECgIQQ++eQTs9hiiwV78xdjzDca0j26AQEIQAACEIAABCAAAQhkJ8D6XHZm3AEBCEAAAhDITYD1udzouBECaQmgb9OS4joIQAACEIBACQTQtyVAdL8K9JX7Y0QLIQABCECgQQTQVw0azK+7gp5q5LDSKQhAAAIQcJUAesq9kekGg+urxpjv+uj+8Ic/mJVXXtk9krQIAhCAAAQg0BACL730kllllVWCvXnNGDOoId2jGxCAAAQgAAEIQAACEIBAdgKsz2Vnxh0QgAAEIACB3ARYn8uNjhshkJYA+jYtKa6DAAQgAAEIlEAAfVsCRPerQF+5P0a0EAIQgAAEGkQAfdWgwfy6K+ipRg4rnYIABCAAAVcJoKfcG5luMLg+aIzZxEd39913m2222cY9krQIAhCAAAQg0BAC99xzj9l2222DvXnIGLNpQ7pHNyAAAQhAAAIQgAAEIACB7ARYn8vOjDsgAAEIQAACuQmwPpcbHTdCIC0B9G1aUlwHAQhAAAIQKIEA+rYEiO5Xgb5yf4xoIQQgAAEINIgA+qpBg/l1V9BTjRxWOgUBCEAAAq4SQE+5NzLdYHCdZow50Ed37rnnmhNPPNE9krQIAhCAAAQg0BACP/3pT824ceOCvbnUGHNQQ7pHNyAAAQhAAAIQgAAEIACB7ARYn8vOjDsgAAEIQAACuQmwPpcbHTdCIC0B9G1aUlwHAQhAAAIQKIEA+rYEiO5Xgb5yf4xoIQQgAAEINIgA+qpBg/l1V9BTjRxWOgUBCEAAAq4SQE+5NzLdYHA91Bgz2Uc3fPhwc9ttt7lHkhZBAAIQgAAEGkJgxIgRZsaMGcHeHGaMubgh3aMbEIAABCAAAQhAAAIQgEB2AqzPZWfGHRCAAAQgAIHcBFify42OGyGQlgD6Ni0proMABCAAAQiUQAB9WwJE96tAX7k/RrQQAhCAAAQaRAB91aDB/Lor6KlGDiudggAEIAABVwmgp9wbmW4wuH7fGDPXR7fIIouYTz/91PzTP3VD090bcFoEAQhAAAIQiCPw97//3XzjG98wn332WfCyNY0x8yAHAQhAAAIQgAAEIAABCPQsAdbnenbo6TgEIAABCNRNgPW5uonzvB4lgL7t0YGn2xCAAAQgUD8B9G39zDv0RPRVh8DzWAhAAAIQ6D0C6KvGjjl6qrFDS8cgAAEIQMA1Augp10bkH+3pFpfoq8aY7/oIb7jhBrPbbru5SZRWQQACEIAABLqYwI033mhGjhwZ7MFrxphBXdwlmg4BCEAAAhCAAAQgAAEIlEOA9blyOFILBCAAAQhAIJYA63NMEAjURgB9WxtqHgQBCEAAAr1MAH3bU6OPvuqp4aazEIAABCDQKQLoq06Rr+W56KlaMPMQCEAAAhDodQLoKTdnQLcYXCcYY8b6CIcPH25uu+02N4nSKghAAAIQgEAXExgxYoSZMWNGsAcTjTFHdXGXaDoEIAABCEAAAhCAAAQgUA4B1ufK4UgtEIAABCAAgVgCrM8xQSBQGwH0bW2oeRAEIAABCPQyAfRtT40++qqnhpvOQgACEIBApwigrzpFvpbnoqdqwcxDIAABCECg1wmgp9ycAd1icP2BMWZ2EOHTTz9t1lprLTep0ioIQAACEIBAFxKYM2eOGTp0aLjlGxpjHunC7tBkCEAAAhCAAAQgAAEIQKBcAqzPlcuT2iAAAQhAAAJtBFifY1JAoFYC6NtacfMwCEAAAhDoRQLo254bdfRVzw05HYYABCAAgboJoK/qJl7789BTtSPngRCAAAQg0GsE0FPujni3GFxF8EFjzCY+ylGjRpn/+I//cJcsLYMABCAAAQh0GYG9997bXHPNNcFWP2SM2bTLukFzIQABCEAAAhCAAAQgAIHqCLA+Vx1baoYABCAAAQgY1ueYBBConQD6tnbkPBACEIAABHqJAPq2l0a7r6/oq54cdjoNAQhAAAJ1EUBf1UW6o89BT/1/9u4H1uryvh/4h9mUIGJ/rE0qzTJmnGNEA7UQWe26tIVazDYBuZSKxbCB4q8QCrNVMofONW6KteAV24GQGakKvRdR6iJroD+3rm4aWofTGOsae7elNpkL6wCNZnp/+d556f1zLvece77fc75/Xichabnf7/N8ntfnIX085e3TVn6TEyBAgEDZBZyn8tvhIgVcPxsRewdSPvHEEzF//vz86qqMAAECBAgURODgwYNx2WWXDa12aUR8qyBLUCYBAgQIECBAgAABAtkL+H4ue2MzECBAgEBFBXw/V9HGW3a7BZxv290B8xMgQIBAaQWcb0vb2tEW5nw1mpCfEyBAgACBMQo4X40RrnivOU8Vr2cqJkCAAIGCCDhP5btRRQq4JpKD/q0kF154YTz33HMxblzRlpHvTaE6AgQIEKiWQG9vb8yYMSOef/75gQt3e2u1toHVEiBAgAABAgQIEKhXwPdz9Up5jgABAgQI1Cng+7k6oTxGIBsB59tsXI1KgAABAhUWcL6tcPP/d+nOV5XfAgAIECBAIG0B56u0RXM/nvNU7lukQAIECBAomoDzVP47VrRk6Kci4vBA1muuuSZ27NiRf2kVEiBAgACBnApce+21cd999w2tbm5EfDenJSuLAAECBAgQIECAAIH2Cfh+rn32ZiZAgACBkgr4fq6kjbWsogg43xalU+okQIAAgcIION8WplVZFep8lZWscQkQIECgsgLOV5VrvfNU5VpuwQQIECCQtYDzVNbCzY9ftIBrsuK7I2LdwKXffvvtceONNzavYQQCBAgQIFAxgTvuuCM2btw4dNWdEfHFilFYLgECBAgQIECAAAEC9Qv4fq5+K08SIECAAIHTCvh+zgYhkAsB59tctEERBAgQIFAGAefbMnQxlTU4X6XCaBACBAgQIBDhfFXZXeA8VdnWWzgBAgQIpC3gPJW2aDbjFTHgmkgciYhZA0m2bdsWa9asyUbJqAQIECBAoIQC9957b6xdu3boyn4QEbNLuFxLIkCAAAECBAgQIEAgXQHfz6XraTQCBAgQqKCA7+cq2HRLzrOA822eu6M2AgQIECiEgPNtIdrUyiKdr1qpbS4CBAgQKKWA81Up29rIopynGtHyLAECBAgQqCHgPFWcbVHUgOvMiPh+REwcSO0m1+JsPJUSIECAQHsFRvg3kZyMiI9FxNH2Vmd2AgQIECBAgAABAgQKIOD7uQI0SYkECBAgkF8B38/ltzcqq6yA821lW2/hBAgQIJCGgPNtGoqlG8P5qnQttSACBAgQaKWA81UrtXM7l/NUblujMAIECBAogoDzVBG69IsaixpwTVbwexHx7aHc11xzTWzfvj3GjSvy0oq1iVRLgAABAsUR6O3tjdWrV8d9991Xq+jfj4jHi7MalRIgQIAAAQIECBAg0GYB38+1uQGmJ0CAAIHiCfh+rng9U3GlBJxvK9VuiyVAgACBNAScb9NQLPUYzlelbq/FESBAgEAWAs5XWagWekznqUK3T/EECBAg0A4B56l2qDc/Z9FToJ+NiL1DGS688MK48847Y/78+c0LGYEAAQIECJRE4ODBg/HlL385nn/++VorWhoR3yrJUi2DAAECBAgQIECAAIHWCfh+rnXWZiJAgACBggv4fq7gDVR+VQScb6vSaeskQIAAgaYFnG+bJqzKAM5XVem0dRIgQIBA0wLOV00TlnUA56mydta6CBAgQCB1Aeep1ElbNmDRA64JVPJvJtkTEROHqi1btiy+9KUvxUUXXdQyUBMRIECAAIG8CTz77LPx1a9+NR566KFapZ2MiM+5uTVvXVMPAQIECBAgQIAAgUIJ+H6uUO1SLAECBAi0WsD3c60WNx+BpgWcb5smNAABAgQIlFnA+bbM3c1sbc5XmdEamAABAgTKIOB8VYYuZr4G56nMiU1AgAABAkUWcJ4qcvf+t/YyBFyTdcyMiF0RMatWSy6//PJYvnx5LF68OMaNK8uSi7/5rIAAAQIEshPo7e2Nffv2xe7du+PAgQMjTfSDiFgZEUezq8TIBAgQIECAAAECBAhURMD3cxVptGUSIECAQH0Cvp+rz8lTBHIs4Hyb4+YojQABAgRaL+B823rzEs7ofFXCploSAQIECIxdwPlq7HYVftN5qsLNt3QCBAgQGC7gPFWuXVG2tOfdEbFupBadeeaZMW/evLjkkkti5syZcd5558U555wTZ511luBrufa11RAgQKAyAsnB7MSJE/Gzn/0sfvzjH8fRo0fjqaeeikOHDsXrr79+OofOiPhiZaAslAABAgQIECBAgACBVgn4fq5V0uYhQIAAgVwI+H4uF21QBIEsBZxvs9Q1NgECBAjkTsD5NnctKWNBzldl7Ko1ESBAgMCIAs5XNkcGAs5TGaAakgABAgTyK+A8ld/epFlZ2QKuic2nIuJPI+LjaUIZiwABAgQIlETge+/+7+R3S7IeyyBAgAABAgQIECBAIH8Cvp/LX09URIAAAQL5EfD9XH56oRIC9Qo439Yr5TkCBAgQqKKA820Vu978mp2vmjc0AgECBAiUV8D5qry9TXNlzlNpahqLAAECBMom4DxVwI6WMeDa34bPRsRaQdcC7kolEyBAgEAWAslBbVtEfCuLwY1JgAABAgQIECBAgACBGgK+n7MtCBAgQIDALwR8P2c3ECi+gPNt8XtoBQQIECCQnoDzbXqWVR7J+arK3bd2AgQIEBgq4HxlT4xFwHlqLGreIUCAAIGyCjhPFbizZQ649rfloxHxuYhYEBFTC9wrpRMgQIAAgUYFeiLisYjYExH/0OjLnidAgAABAgQIECBAgEBKAr6fSwnSMAQIECBQOAHfzxWuZQomUJeA821dTB4iQIAAgRIKON+WsKk5WZLzVU4aoQwCBAgQaLmA81XLyUs7ofNUaVtrYQQIECAwioDzVEm2SBUCrgNbNTMiLomIj0TEtIj41Yj4QEScGRFVsyjJFrYMAgQIVF6gNyJej4jXIuJfI+KliPhhRDwVEUcrrwOAAAECBAgQIECAAIG8Cfh+Lm8dUQ8BAgQINCvg+7lmBb1PoNgCzrfF7p/qCRAgQGC4gPOtXdFuAeerdnfA/AQIECCQtoDzVdqixhtNwHlqNCE/J0CAAIGiCThPFa1jY6hXqHMMaF4hQIAAAQIECBAgQIAAAQIECBAgQIAAAQIFEPhERPy/d+v8ZEQ8WYCalUiAAAECBAgQIECAAAECBAgQIECAAAECBAgQIECAAAECBAgQIFARAQHXijTaMgkQIECAAAECBAgQIECAAAECBAgQIECgcgJJuDUJuSafJNyahFx9CBAgQIAAAQIECBAgQIAAAQIECBAgQIAAAQIECBAgQIAAAQIECORCQMA1F21QBAECBAgQIECAAAECBAgQIECAAAECBAgQSFVg4O2t/QO7xTVVYoMRIECAAAECBAgQIECAAAECBAgQIECAAAECBAgQIECAAAECBAg0IyDg2oyedwkQIECAAAECBAgQIECAAAECBAgQIECAQD4FBt7e2l+hW1zz2StVESBAgAABAgQIECBAgAABAgQIECBAgAABAgQIECBAgAABAgQqKSDgWsm2WzQBAgQIECBAgAABAgQIECBAgAABAgQIlFig1u2t/ct1i2uJG29pBAgQIECAAAECBAgQIECAAAECBAgQIECAAAECBAgQIECAAIEiCQi4FqlbaiVAgAABAgQIECBAgAABAgQIECBAgAABAqML1Lq9tf8tt7iO7ucJAgQIECBAgAABAgQIECBAgAABAgQIECBAgAABAgQIECBAgACBFggIuLYA2RQECBAgQIAAAQIECBAgQIAAAQIECBAgQKBFAqe7vbW/BLe4tqgZpiFAgAABAgQIECBAgAABAgQIECBAgAABAgQIECBAgAABAgQIEBhZQMDV7iBAgAABAgQIECBAgAABAgQIECBAgAABAuURON3trf2rdItrefptJQQIECBAgAABAgQIECBAgAABAgQIECBAgAABAgQIECBAgACBwgoIuBa2dQonQIAAAQIECBAgQIAAAQIECBAgQIAAAQKDBOq5vbX/Bbe42jwECBAgQIAAAQIECBAgQIAAAQIECBAgQIAAAQIECBAgQIAAAQJtFRBwbSu/yQkQIECAAAECBAgQIECAAAECBAgQIECAQGoC9dze2j+ZW1xTYzcQAQIECBAgQIAAAQIECBAgQIAAAQIECBAgQIAAAQIECBAgQIDAWAQEXMei5h0CBAgQIECAAAECBAgQIECAAAECBAgQIJAvgUZub+2v3C2u+eqhaggQIECAAAECBAgQIECAAAECBAgQIECAAAECBAgQIECAAAEClRIQcK1Uuy2WAAECBAgQIECAAAECBAgQIECAAAECBEoq0Mjtrf0EbnEt6WawLAIECBAgQIAAAQIECBAgQIAAAQIECK3OnxUAACAASURBVBAgQIAAAQIECBAgQIBAEQQEXIvQJTUSIECAAAECBAgQIECAAAECBAgQIECAAIGRBcZye2v/aG5xtbMIECBAgAABAgQIECBAgAABAgQIECBAgAABAgQIECBAgAABAgTaIiDg2hZ2kxIgQIAAAQIECBAgQIAAAQIECBAgQIAAgdQExnJ7a//kbnFNrQ0GIkCAAAECBAgQIECAAAECBAgQIECAAAECBAgQIECAAAECBAgQaERAwLURLc8SIECAAAECBAgQIECAAAECBAgQIECAAIF8CTRze2v/Stzimq+eqoYAAQIECBAgQIAAAQIECBAgQIAAAQIECBAgQIAAAQIECBAgUAkBAddKtNkiCRAgQIAAAQIECBAgQIAAAQIECBAgQKCkAs3c3tpP4hbXkm4OyyJAgAABAgQIECBAgAABAgQIECBAgAABAgQIECBAgAABAgQI5FlAwDXP3VEbAQIECBAgQIAAAQIECBAgQIAAAQIECBAYWSCN21v7R3eLq51GgAABAgQIECBAgAABAgQIECBAgAABAgQIECBAgAABAgQIECDQUgEB15Zym4wAAQIECBAgQIAAAQIECBAgQIAAAQIECKQmkMbtrf3FuMU1tbYYiAABAgQIECBAgAABAgQIECBAgAABAgQIECBAgAABAgQIECBAoB4BAdd6lDxDgAABAgQIECBAgAABAgQIECBAgAABAgTyJZDm7a39K3OLa756rBoCBAgQIECAAAECBAgQIECAAAECBAgQIECAAAECBAgQIECAQKkFBFxL3V6LI0CAAAECBAgQIECAAAECBAgQIECAAIGSCqR5e2s/kVtcS7pZLIsAAQIECBAgQIAAAQIECBAgQIAAAQIECBAgQIAAAQIECBAgkEcBAdc8dkVNBAgQIECAAAECBAgQIECAAAECBAgQIEBgZIEsbm/tn80trnYeAQIECBAgQIAAAQIECBAgQIAAAQIECBAgQIAAAQIECBAgQIBASwQEXFvCbBICBAgQIECAAAECBAgQIECAAAECBAgQIJCaQBa3t/YX5xbX1NpkIAIECBAgQIAAAQIECBAgQIAAAQIECBAgQIAAAQIECBAgQIAAgdMJCLjaHwQIECBAgAABAgQIECBAgAABAgQIECBAoDgCWd7e2q/gFtfi7AeVEiBAgAABAgQIECBAgAABAgQIECBAgAABAgQIECBAgAABAgQKKyDgWtjWKZwAAQIECBAgQIAAAQIECBAgQIAAAQIEKiiQ5e2t/Zxuca3gxrJkAgQIECBAgAABAgQIECBAgAABAgQIECBAgAABAgQIECBAgECrBQRcWy1uPgIECBAgQIAAAQIECBAgQIAAAQIECBAgMDaBVtze2l+ZW1zH1iNvESBAgAABAgQIECBAgAABAgQIECBAgAABAgQIECBAgAABAgQI1Ckg4FonlMcIECBAgAABAgQIECBAgAABAgQIECBAgECbBVpxe2v/Et3i2uZmm54AAQIECBAgQIAAAQIECBAgQIAAAQIECBAgQIAAAQIECBAgUHYBAdeyd9j6CBAgQIAAAQIECBAgQIAAAQIECBAgQKAMAo3e3vrziHjfkIXX+r3T2bjFtQw7xxoIECBAgAABAgQIECBAgAABAgQIECBAgAABAgQIECBAgAABAjkVEHDNaWOURYAAAQIECBAgQIAAAQIECBAgQIAAAQIEBgjUe3trEmLd+u6vY0MEJ0fE+nd/DQ2/1sJ2i6stSIAAAQIECBAgQIAAAQIECBAgQIAAAQIECBAgQIAAAQIECBAgkJmAgGtmtAYmQIAAAQIECBAgQIAAAQIECBAgQIAAAQKpCNRze+vAYOt/vTtr75DZ+/8/gf/TQNDVLa6ptNAgBAgQIECAAAECBAgQIECAAAECBAgQIECAAAECBAgQIECAAAECQwUEXO0JAgQIECBAgAABAgQIECBAgAABAgQIECCQb4HT3d5aK9jav5qRAq79P68n6OoW13zvDdURIECAAAECBAgQIECAAAECBAgQIECAAAECBAgQIECAAAECBAorIOBa2NYpnAABAgQIECBAgAABAgQIECBAgAABAgQqIDDS7a2nC7b2s4wWcO1/brSgq1tcK7DRLJEAAQIECBAgQIAAAQIECBAgQIAAAQIECBAgQIAAAQIECBAg0GoBAddWi5uPAAECBAgQIECAAAECBAgQIECAAAECBAjULzD09tZ6gq39o9cbcO1/fqSgq1tc6++XJwkQIECAAAECBAgQIECAAAECBAgQIECAAAECBAgQIECAAAECBOoUEHCtE8pjBAgQIECAAAECBAgQIECAAAECBAgQIECgxQIDb29tJNjaX2ajAdf+92oFXd3i2uLmm44AAQIECBAgQIAAAQIECBAgQIAAAQIECBAgQIAAAQIECBAgUHYBAdeyd9j6CBAgQIAAAQIECBAgQIAAAQIECBAgQKCoAsntrRdFxNZ3f/1XgwsZa8C1f5qBQddnIyIJufoQIECAAAECBAgQIECAAAECBAgQIECAAAECBAgQIECAAAECBAgQSEVAwDUVRoMQIECAAAECBAgQIECAAAECBAgQIECAAIFUBT4cEQvHGGztL6TZgGv/OP1B10cj4p9SXaXBCBAgQIAAAQIECBAgQIAAAQIECBAgQIAAAQIECBAgQIAAAQIEKisg4FrZ1ls4AQIECBAgQIAAAQIECBAgQIAAAQIECJRcIK2Aa8mZLI8AAQIECBAgQIAAAQIECBAgQIAAAQIECBAgQIAAAQIECBAgQKAdAgKu7VA3JwECBAgQIECAAAECBAgQIECAAAECBAgQyF5AwDV7YzMQIECAAAECBAgQIECAAAECBAgQIECAAAECBAgQIECAAAECBAiMUUDAdYxwXiNAgAABAgQIECBAgAABAgQIECBAgAABAjkXEHDNeYOUR4AAAQIECBAgQIAAAQIECBAgQIAAAQIECBAgQIAAAQIECBCosoCAa5W7b+0ECBAgQIAAAQIECBAgQIAAAQIECBAgUGYBAdcyd9faCBAgQIAAAQIECBAgQIAAAQIECBAgQIAAAQIECBAgQIAAAQIFFxBwLXgDlU+AAAECBAgQIECAAAECBAgQIECAAAECBEYQEHC1NQgQIECAAAECBAgQIECAAAECBAgQIECAAAECBAgQIECAAAECBHIrIOCa29YojAABAgQIECBAgAABAgQIECBAgAABAgQINCUg4NoUn5cJECBAgAABAgQIECBAgAABAgQIECBAgAABAgQIECBAgAABAgSyFBBwzVLX2AQIECBAgAABAgQIECBAgAABAgQIECBAoH0CAq7tszczAQIECBAgQIAAAQIECBAgQIAAAQIECBAgQIAAAQIECBAgQIDAKAICrrYIAQIECBAgQIAAAQIECBAgQIAAAQIECBAop4CAazn7alUECBAgQIAAAQIECBAgQIAAAQIECBAgQIAAAQIECBAgQIAAgVIICLiWoo0WQYAAAQIECBAgQIAAAQIECBAgQIAAAQIEhgkIuNoUBAgQIECAAAECBAgQIECAAAECBAgQIECAAAECBAgQIECAAAECuRUQcM1taxRGgAABAgQIECBAgAABAgQIECBAgAABAgSaEhBwbYrPywQIECBAgAABAgQIECBAgAABAgQIECBAgAABAgQIECBAgAABAlkKCLhmqWtsAgQIECBAgAABAgQIECBAgAABAgQIECDQPgEB1/bZm5kAAQIECBAgQIAAAQIECBAgQIAAAQIECBAgQIAAAQIECBAgQGAUAQFXW4QAAQIECBAgQIAAAQIECBAgQIAAAQIECJRTQMC1nH21KgIECBAgQIAAAQIECBAgQIAAAQIECBAgQIAAAQIECBAgQIBAKQQEXEvRRosgQIAAAQIECBAgQIAAAQIECBAgQIAAAQLDBARcbQoCBAgQIECAAAECBAgQIECAAAECBAgQIECAAAECBAgQIECAAIHcCgi45rY1CiNAgAABAgQIECBAgAABAgQIECBAgAABAk0JCLg2xedlAgQIECBAgAABAgQIECBAgAABAgQIECBAgAABAgQIECBAgACBLAUEXLPUNTYBAgQIECBAgAABAgQIECBAgAABAgQIEGifgIBr++zNTIAAAQIECBAgQIAAAQIECBAgQIAAAQIECBAgQIAAAQIECBAgMIqAgKstQoAAAQIECBAgQIAAAQIECBAgQIAAAQIEyikg4FrOvloVAQIECBAgQIAAAQIECBAgQIAAAQIECBAgQIAAAQIECBAgQKAUAgKupWijRRAgQIAAAQIECBAgQIAAAQIECBAgQIAAgWECAq42BQECBAgQIECAAAECBAgQIECAAAECBAgQIECAAAECBAgQIECAQG4FBFxz2xqFESBAgAABAgQIECBAgAABAgQIECBAgACBpgQEXJvi8zIBAgQIECBAgAABAgQIECBAgAABAgQIECBAgAABAgQIECBAgECWAgKuWeoamwABAgQIECBAgAABAgQIECBAgAABAgQItE9AwLV99mYmQIAAAQIECBAgQIAAAQIECBAgQIAAAQIECBAgQIAAAQIECBAYRUDA1RYhQIAAAQIECBAgQIAAAQIECBAgQIAAAQLlFBBwLWdfrYoAAQIECBAgQIAAAQIECBAgQIAAAQIECBAgQIAAAQIECBAgUAoBAddStNEiCBAgQIAAAQIECBAgQIAAAQIECBAgQIDAMAEBV5uCAAECBAgQIECAAAECBAgQIECAAAECBAgQIECAAAECBAgQIEAgtwICrrltjcIIECBAgAABAgQIECBAgAABAgQIECBAgEBTAgKuTfF5mQABAgQIECBAgAABAgQIECBAgAABAgQIECBAgAABAgQIECBAIEsBAdcsdY1NgAABAgQIECBAgAABAgQIECBAgAABAgTaJyDg2j57MxMgQIAAAQIECBAgQIAAAQIECBAgQIAAAQIECBAgQIAAAQIECIwiIOBqixAgQIAAAQIECBAgQIAAAQIECBAgQIAAgXIKCLiWs69WRYAAAQIECBAgQIAAAQIECBAgQIAAAQIECBAgQIAAAQIECBAohYCAaynaaBEECBAgQIAAAQIECBAgQIAAAQIECBAgQGCYgICrTUGAAAECBAgQIECAAAECBAgQIECAAAECBAgQIECAAAECBAgQIJBbAQHX3LZGYQQIECBAgAABAgQIECBAgAABAgQIECBAoCkBAdem+LxMgAABAgQIECBAgAABAgQIECBAgAABAgQIECBAgAABAgQIECCQpYCAa5a6xiZAgAABAgQIECBAgAABAgQIECBAgAABAu0TEHBtn72ZCRAgQIAAAQIECBAgQIAAAQIECBAgQIAAAQIECBAgQIAAAQIERhEQcLVFCBAgQIAAAQIECBAgQIAAAQIECBAgQIBAOQUEXMvZV6siQIAAAQIECBAgQIAAAQIECBAgQIAAAQIECBAgQIAAAQIECJRCQMC1FG20CAIECBAgQIAAAQIECBAgQIAAAQIECBAgMExAwNWmIECAAAECBAgQIECAAAECBAgQIECAAAECBAgQIECAAAECBAgQyK2AgGtuW6MwAgQIECBAgAABAgQIECBAgAABAgQIECDQlICAa1N8XiZAgAABAgQIECBAgAABAgQIECBAgAABAgQIECBAgAABAgQIEMhSQMA1S11jEyBAgAABAgQIECBAgAABAgQIECBAgACB9gkIuLbP3swECBAgQIAAAQIECBAgQIAAAQIECBAgQIAAAQIECBAgQIAAAQKjCAi42iIECBAgQIAAAQIECBAgQIAAAQIECBAgQKCcAgKu5eyrVREgQIAAAQIECBAgQIAAAQIECBAgQIAAAQIECBAgQIAAAQIESiEg4FqKNloEAQIECBAgQIAAAQIECBAgQIAAAQIECBAYJiDgalMQIECAAAECBAgQIECAAAECBAgQIECAAAECBAgQIECAAAECBAjkVkDANbetURgBAgQIECBAgAABAgQIECBAgAABAgQIEGhKQMC1KT4vEyBAgAABAgQIECBAgAABAgQIECBAgAABAgQIECBAgAABAgQIZCkg4JqlrrEJECBAgAABAgQIECBAgAABAgQIECBAgED7BARc22dvZgIECBAgQIAAAQIECBAgQIAAAQIECBAgQIAAAQIECBAgQIAAgVEEBFxtEQIECBAgQIAAAQIECBAgQIAAAQIECBAgUE4BAddy9tWqCBAgQIAAAQIECBAgQIAAAQIECBAgQIAAAQIECBAgQIAAAQKlEBBwLUUbLYIAAQIECBAgQIAAAQIECBAgQIAAAQIECAwTEHC1KQgQIECAAAECBAgQIECAAAECBAgQIECAAAECBAgQIECAAAECBHIrULWA68yIuCQiPhIR0yLiVyPiAxFxZkRUzSK3m1JhBAgQINCQQPIXVV+PiNci4l8j4qWI+GFEPBURRxsaycMECBAgQIAAAQIECBAgQIBA2QQEXMvWUeshQIAAAQIECBAgQIAAAQIECBAgQIAAAQIECBAgQIAAAQIECJRIoAqhzo9GxOciYkFETC1R7yyFAAECBAiMJtATEY9FxJ6I+IfRHvZzAgQIECBAgAABAgQIECBAoHQCAq6la6kFESBAgAABAgQIECBAgAABAgQIECBAgAABAgQIECBAgAABAgTKI1DmgOtnI2JtRHy8PO2yEgIECBAgMGaB70XEtoj41phH8CIBAgQIECBAgAABAgQIECBQNAEB16J1TL0ECBAgQIAAAQIECBAgQIAAAQIECBAgQIAAAQIECBAgQIAAgQoJlDHg+qmI+FPB1grtYkslQIAAgUYEkqBr8r+T323kJc8SIECAAAECBAgQIECAAAEChRQQcC1k2xRNgAABAgQIECBAgAABAgQIECBAgAABAgQIECBAgAABAgQIEKiGQNkCrndHxLqRWnfmmWfGvHnz4pJLLomZM2fGeeedF+ecc06cddZZMW5c2SiqsYGtkgABAlUX6O3tjRMnTsTPfvaz+PGPfxxHjx6Np556Kg4dOhSvv/766Xg6I+KLVfezfgIECBAgQIAAAQIECBAgUHIBAdeSN9jyCBAgQIAAAQIECBAgQIAAAQIECBAgQIAAAQIECBAgQIAAAQJFFihLqnNmROyKiFm1mnH55ZfH8uXLY/HixYKsRd6taidAgACBugWS4Ou+ffti9+7dceDAgZHe+0FErIyIo3UP7EECBAgQIECAAAECBAgQIECgSAICrkXqlloJECBAgAABAgQIECBAgAABAgQIECBAgAABAgQIECBAgAABAhUTKEPA9fciYk9ETBzau2XLlsWXvvSluOiiiyrWVsslQIAAAQK/EHj22Wfjq1/9ajz00EO1WE5GxOci4nFmBAgQIECAAAECBAgQIECAQOkEBFxL11ILIkCAAAECBAgQIECAAAECBAgQIECAAAECBAgQIECAAAECBAiUR6DoAdfPRsTeoe248MIL484774z58+eXp1NWQoAAAQIEmhQ4ePBgfPnLX47nn3++1khLI+JbTU7hdQIECBAgQIAAAQIECBAgQCBfAgKu+eqHaggQIECAAAECBAgQIECAAAECBAgQIECAAAECBAgQIECAAAECBAYIFDngmtzc+u2h3bzmmmti+/btMW5ckZdmjxIgQIAAgWwEent7Y/Xq1XHffffVmuD33eSajbtRCRAgQIAAAQIECBAgQIBAmwQEXNsEb1oCBAgQIECAAAECBAgQIECAAAECBAgQIECAAAECBAgQIECAAIHRBYqaAp0ZEd+PiIkDl3j77bfHjTfeOPqqPUGAAAECBCoucMcdd8TGjRuHKpyMiI9FxNGK81g+AQIECBAgQIAAAQIECBAoi4CAa1k6aR0ECBAgQIAAAQIECBAgQIAAAQIECBAgQIAAAQIECBAgQIAAgRIKFDXgeiQiZg3sx7Zt22LNmjUlbJElESBAgACBbATuvffeWLt27dDBfxARs7OZ0agECBAgQIAAAQIECBAgQIBAiwUEXFsMbjoCBAgQIECAAAECBAgQIECAAAECBAgQIECAAAECBAgQIECAAIH6BYoYcL07ItYNXKKbW+tvuCcJECBAgMBAgRFucu2MiC+SIkCAAAECBAgQIECAAAECBAovIOBa+BZaAAECBAgQIECAAAECBAgQIECAAAECBAgQIECAAAECBAgQIECgvAJFC7h+KiIOD2zHNddcEzt27Chvh6yMAAECBAhkLHDttdfGfffdN3SWuRHx3YynNjwBAgQIECBAgAABAgQIECCQrYCAa7a+RidAgAABAgQIECBAgAABAgQIECBAgAABAgQIECBAgAABAgQIEGhCoGgB17+LiI/3r/fCCy+M5557LsaNK9oymuiYVwkQIECAQMoCvb29MWPGjHj++ecHjvy9iPidlKcyHAECBAgQIECAAAECBAgQINBaAQHX1nqbjQABAgQIECBAgAABAgQIECBAgAABAgQIECBAgAABAgQIECBAoAGBIiVDPxsReweu7Yknnoj58+c3sFyPEiBAgAABArUEDh48GJdddtnQHy2NiG8RI0CAAAECBAgQIECAAAECBAorIOBa2NYpnAABAgQIECBAgAABAgQIECBAgAABAgQIECBAgAABAgQIECBQfoEiBVwH3d66bNmyePDBB8vfISskQIAAAQItErjqqqvioYceGjibW1xbZG8aAgQIECBAgAABAgQIECCQkYCAa0awhiVAgAABAgQIECBAgAABAgQIECBAgAABAgQIECBAgAABAgQIEGheoCgB149GxFMDl/vDH/4wLrroouYFjECAAAECBAj0CTz77LPxkY98ZKjGJRHxD4gIECBAgAABAgQIECBAgACBQgoIuBaybYomQIAAAQIECBAgQIAAAQIECBAgQIAAAQIECBAgQIAAAQIECFRDoCgB17sjYl1/Sy6//PJ47LHHqtEhqyRAgAABAi0UWLBgQRw4cGDgjJ0R8cUWlmAqAgQIECBAgAABAgQIECBAID0BAdf0LI1EgAABAgQIECBAgAABAgQIECBAgAABAgQIECBAgAABAgQIECCQskBRAq4/iYip/Wvv6uqKjo6OlCkMR4AAAQIECHR3d8eSJUsGQvRExK+RIUCAAAECBAgQIECAAAECBAopIOBayLYpmgABAgQIECBAgAABAgQIECBAgAABAgQIECBAgAABAgQIECBQDYEiBFxnRsQ/9bfjzDPPjBMnTsS4cUUovRqbyCoJECBAoDwCvb29cdZZZ8Xrr78+cFEfjoij5VmllRAgQIAAAQIECBAgQIAAgcoICLhWptUWSoAAAQIECBAgQIAAAQIECBAgQIAAAQIECBAgQIAAAQIECBAonkARUqL/NyK+3k97+eWXx2OPPVY8aRUTIECAAIGCCCxYsCAOHDgwsNovRMQ3ClK+MgkQIECAAAECBAgQIECAAIFfCAi42g0ECBAgQIAAAQIECBAgQIAAAQIECBAgQIAAAQIECBAgQIAAAQK5FShCwPW+iFjVL3j77bfHjTfemFtQhREgQIAAgaIL3HHHHbFx48aBy9gZEdcUfV3qJ0CAAAECBAgQIECAAAECFRQQcK1g0y2ZAAECBAgQIECAAAECBAgQIECAAAECBAgQIECAAAECBAgQIFAUgSIEXP8uIj7eD/rEE0/E/Pnzi+KrTgIECBAgUDiBgwcPxmWXXTaw7u9FxO8UbiEKJkCAAAECBAgQIECAAAECBARc7QECBAgQIECAAAECBAgQIECAAAECBAgQIECAAAECBAgQIECAAIHcChQh4PqTiJjaL/ijH/0ozj///NyCKowAAQIECBRd4OWXX47f+I3fGLiMnoj4taKvS/0ECBAgQIAAAQIECBAgQKCCAgKuFWy6JRMgQIAAAQIECBAgQIAAAQIECBAgQIAAAQIECBAgQIAAAQIEiiJQhIDriYiY2A/63//93zFp0qSi+KqTAAECBAgUTuD48eNx9tlnD6z7ZEScVbiFKJgAAQIECBAgQIAAAQIECBAQcLUHCBAgQIAAAQIECBAgQIAAAQIECBAgQIAAAQIECBAgQIAAAQIEcitQhIDrOxFxqs533nknxo0rQtm57bnCCBAgQIDAaQV6e3vjl37plwY+k/xl2EG/gZAAAQIECBAgQIAAAQIECBAohICAayHapEgCBAgQIECAAAECBAgQIECAAAECBAgQIECAAAECBAgQIECAQDUFipAUHfQXcJLQjQ8BAgQIECCQrUCNf5lEEc4M2aIYnQABAgQIECBAgAABAgQIFE9AwLV4PVMxAQIECBAgQIAAAQIECBAgQIAAAQIECBAgQIAAAQIECBAgQKAyAkUIqwi4VmY7WigBAgQI5EVAwDUvnVAHAQIECBAgQIAAAQIECBBoSkDAtSk+LxMgQIAAAQIECBAgQIAAAQIECBAgQIAAAQIECBAgQIAAAQIECGQpIOCapa6xCRAgQIBAQQUEXAvaOGUTIECAAAECBAgQIECAAIHBAgKudgQ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U6Q70wAAIABJREFU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ESBAgACB9gkIuLbP3swECBAgQIAAAQIECBAgQCBFAQHXFDENRYAAAQIECBAgQIAAAQIECBAgQIAAAQIECBAgQIAAAQIECBAgkK6AgGu6nkYjQIAAAQKlEBBwLUUbLYIAAQIECBAgQIAAAQIECAi42gMECBAgQIAAAQIECBAgQIAAAQIECBAgQIAAAQIECBAgQIAAAQK5FRBwzW1rFEaAAAECBNonIODaPnszEyBAgAABAgQIECBAgACBFAUEXFPENBQBAgQIECBAgAABAgQIECBAgAABAgQIECBAgAABAgQIECBAgEC6AgKu6XoajQABAgQIlEJAwLUUbbQIAgQIECBAgAABAgQIECAg4GoPECBAgAABAgQIECBAgAABAgQIECBAgAABAgQIECBAgAABAgQI5FZAwDW3rVEYAQIECBBon4CAa/vszUyAAAECBAgQIECAAAECBFIUEHBNEdNQBAgQIECAAAECBAgQIECAAAECBAgQIECAAAECBAgQIECAAAEC6QoIuKbraTQCBAgQIFAKAQHXUrTRIggQIECAAAECBAgQIECAgICrPUCAAAECBAgQIECAAAECBAgQIECAAAECBAgQIECAAAECBAgQIJBbAQHX3LZGYQQIECBAoH0CAq7tszczAQIECBAgQIAAAQIECBBIUUDANUVMQxEgQIAAAQIECBAgQIAAAQIECBAgQIAAAQIECBAgQIAAAQIECKQrIOCarqfRCBAgQIBAKQQEXEvRRosgQIAAAQIECBAgQIAAAQICrvYAAQIECBAgQIAAAQIECBAgQIAAAQIECBAgQIAAAQIECBAgQIBAbgUEXHPbGoURIECAAIH2CQi4ts/ezAQIECBAgAABAgQIECBAIEUBAdcUMQ1FgAABAgQIECBAgAABAgQIECBAgAABAgQIECBAgAABAgQIECCQroCAa7qeRiNAgAABAqUQEHAtRRstggABAgQIECBAgAABAgQICLjaAwQIECBAgAABAgQIECBAgAABAgQIECBAgAABAgQIECBAgAABArkVEHDNbWsURoAAAQIE2icg4No+ezMTIECAAAECBAgQIECAAIEUBQRcU8Q0FAECBAgQIECAAAECBAgQIECAAAECBAgQIECAAAECBAgQIECAQLoCAq7pehqNAAECBAiUQkDAtRRttAgCBAgQIECAAAECBAgQICDgag8QIECAAAECBAgQIECAAAECBAgQIECAAAECBAgQIECAAAECBAjkVkDANbetURgBAgQIEGifgIBr++zNTIAAAQIECBAgQIAAAQIEUhQQcE0R01AECBAgQIAAAQIECBAgQIAAAQIECBAgQIAAAQIECBAgQIAAAQLpCgi4putpNAIECBAgUAoBAddStNEiCBAgQIAAAQIECBAgQICAgKs9QIAAAQIECBAgQIAAAQIECBAgQIAAAQIECBAgQIAAAQIECBAgkFsBAdfctkZhBAgQIECgfQICru2zNzMBAgQIECBAgAABAgQIEEhRQMA1RUxDESBAgAABAgQIECBAgAABAgQIECBAgAABAgQIECBAgAABAgQIpCsg4Jqup9EIECBAgEApBARcS9FGiyBAgAABAgQIECBAgAABAgKu9gA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5VHg+9//fvz2b/9206VNmjQpPvzhD8eECRNi5syZff951qxZcd5558V73vOepsdPBhip1r//+7+Pj33sY6nMUc8gX/nKV+Lmm28e9uiOHTti1apVUSNEV8+wIz7z0ksvxdKlS+Po0aOnnkmM9+7dG9OmTWtq7IEvv/nmm3HDDTdEZ2fnsDE3bdoUt9xyS5xxxhmpzWcgAq0WEHBttbj5CBAgQIAAAQIECBAgQIBAJgICrpmwGpQAAQIECBAgQIAAAQIECBAgQIAAAQIECBAgQIAAAQIECBAgQCANAQHXNBSNURmBtAKuI4FNnTo1rr322viDP/iDmDJlSlOueQ+4Tp8+Pfbs2RMzZsxoap1DX25VwLXWPP21zJkzJx5++OE499xzU12bwQi0UkDAtZXa5iJAgAABAgQIECBAgAABApkJCLhmRmtgAgQIECBAgAABAgQIECBAgAABAgQIECBAgAABAgQIECBAgACBZgUEXJsV9H6lBLIOuPZj/vIv/3L8yZ/8SV/YdeLEiWMyznvANVnU1VdfHffcc0+cffbZY1pjrZdaFXDdtWtX3w20I3127twZK1euTG1dBiLQagEB11aLm48AAQIECBAgQIAAAQIECGQiIOCaCatBCRAgQIAAAQIECBAgQIAAAQIECBAgQIAAAQIECBAgQIAAAQIE0hAQcE1D0RiVEWhVwLUf9NJLL4277747fvM3f7Nh4yIEXJNF7dixoy8oWiNM1/CakxdaEXA9duxYX3h1//79I9a4aNGiSEKwkydPHtM6vESg3QICru3ugPkJECBAgAABAgQIECBAgEAqAgKuqTAahAABAgQIECBAgAABAgQIECBAgAABAgQIECBAgAABAgQIECBAIAsBAdcsVI1ZWoFWB1wTyJkzZ8Y3vvGN+OhHP9qQa1ECrtOnT489e/bEjBkzGlrfSA+3IuD6zDPPxMKFC+PVV189VcaUKVMG/fdJkyb1BWDnzp2byroMQqDVAgKurRY3HwECBAgQIECAAAECBAgQyERAwDUTVoMSIECAAAECBAgQIECAAAECBAgQIECAAAECBAgQIECAAAECBAikISDgmoaiMSojkFZo9I033ojXX389/u3f/i2efvrpePzxx/t+jfSZM2dO/NVf/VUkYdB6P2nVWu98Iz33la98JW6++ebTDnP11VfHPffcE2effXaz02V+g+vbb78dt956ayTr6v/MmjUrVqxYEX/8x38cx48fP/X769ati82bN8f48eObXpcBCLRaQMC11eLmI0CAAAECBAgQIECAAAECmQgIuGbCalACBAgQIECAAAECBAgQIECAAAECBAgQIECAAAECBAgQIECAAIE0BARc01A0RmUEsgqN9vb2xiuvvNIXnHzggQdqei5YsCC2b98eH/zgB+vyzqrWuiYf8FA9Adfk8R07dsSqVauiRqiuoSmzvsG1p6cnli1bFk899dSpupYvXx433XRTXHfddfHkk0+e+v0kkNzV1RUXXHBBQ2vwMIE8CAi45qELaiBAgAABAgQIECBAgAABAk0LCLg2TWgAAgQIECBAgAABAgQIECBAgAABAgQIECBAgAABAgQIECBAgACBrAQEXLOSNW4pBbIOjb755pt9Qc8kLDnwJtB+zCQsunHjxnjPe94zqm/WtY5awLsP1BtwTcKge/bsiRkzZtQ7dM3nsg64PvLII7F48eJBc//5n/953HDDDcNudk0euuuuu2LDhg1NB3ebQvEygTEICLiOAc0rBAgQIECAAAECBAgQIEAgfwICrvnriYoIECBAgAABAgQIECBAgAABAgQIECBAgAABAgQIECBAgAABAgTeFRBwtRUINCDQitDo//zP//SFIpMg69DP1KlTo7u7O2bPnj1q1a2oddQiIqLegGsy1tVXXx333HNPnH322fUMXfOZLAOuJ0+ejLVr18b9999/au5JkybF/v37Y+7cuXH48OFYtGjRoHDyvHnz+m7lnTJlypjX5EUC7RAQcG2HujkJECBAgAABAgQIECBAgEDqAgKuqZMakAABAgQIECBAgAABAgQIECBAgAABAgQIECBAgAABAgQIECBAIC0BAde0JI1TCYFWhUaTIGVyI+jXv/71Ya7r1q2LzZs3x/jx409r3qpaR2t8rYDrJz/5yXjnnXfib//2b4e9ntxgu2rVqjHfeJplwPW5556Ljo6OePnll0/V/YlPfCIefPDB+NCHPhSvvvpqX0j30KFDg9b1ne98Jz796U+PRuXnBHIlIOCaq3YohgABAgQIECBAgAABAgQIjFVAwHWsct4jQIAAAQIECBAgQIAAAQIECBAgQIAAAQIECBAgQIAAAQIECBDIXEDANXNiE5RJoJWh0Z/85Cfx+c9/PpI5B36mT58eXV1dccEFF5yWtpW1nq6QWgHX1atXxxVXXBHXXntt9PT0DHq9kVtqa82bVcC1t7c3tmzZEtdff/2gaTds2BC33357vPe9743kmdtuuy02bdo06Jl6Q8ll+rNiLcUXEHAtfg+tgAABAgQIECBAgAABAgQIRISAq21AgAABAgQIECBAgAABAgQIECBAgAABAgQIECBAgAABAgQIECCQWwEB19y2RmF5FGh1aHTXrl19t5kO/dx1112RBCtrBNBOPdrqWkfq10gB1zvvvDP+8i//su+m2qGfJUuWxPbt22Py5MkNb4OsAq6vvfZaLF++PA4ePDiopqG3sz7zzDOxcOHCvttc+z/1hpIbXqwXCGQoIOCaIa6hCRAgQIAAAQIECBAgQIBA6wQEXFtnbSYCBAgQIECAAAECBAgQIECAAAECBAgQIECAAAECBAgQIECAAIEGBQRcGwTzeLUFWh0a/elPfxpXXXVVPPnkk4PgOzo6YufOnfG+971vxIa0utaRChkp4JrchnrixIlIbnPdv3//sNe3bt0ayc2npwvx1pozq4Dr4cOHY9GiRXH8+PFT086bNy8eeOCBmDJlyqnfS36+Zs2a2L1796Dy6gklV/tPl9XnTUDANW8dUQ8BAgQIECBAgAABAgQIEBiTgIDrmNi8RIAAAQIECBAgQIAAAQIECBAgQIAAAQIECBAgQIAAAQIECBAg0AoBAddWKJujNAKtDo2+/fbbsWnTpviLv/iLQYbnn39+dHd3x4wZM0a0bXWtIxVyuoDrhAkT4siRI5EEdnt6egYNMXXq1L41zp49u6H9k0XA9c033+y7abazs3NQLcnabrrppmEh3Fo379YKwza0MA8TaLGAgGuLwU1HgAABAgQIECBAgAABAgSyERBwzcbVqAQIECBAgAABAgQIECBAgAABAgQIECBAgAABAgQIECBAgAABAikICLimgGiI6gi0IzR64MCBWLBgwTDkPXv2xNKlS0fEb0ettYoZLeDa29vbFxxdv379sNeXLFkS27dvj8mTJ9e9ybIIuL7yyitx5ZVXxtNPP32qjuTW1kcffTQuvvjiYbXVej55aN++fXHFFVfUvRYPEmingIBrO/XNTYAAAQIECBAgQIAAAQIEUhMQcE2N0kAECBAgQIAAAQIECBAgQIAAAQIECBAgQIAAAQIECBAgQIAAAQJpCwi4pi1qvFILtCM0+txzz/XdcPryyy8Psv2zP/uzvttdR/q0o9ZatYwWcE3eOXbsWKxevTq6urqGDbF169ZYt27dsFtSR1p3FgHXWjeyLl++PO69996YNGnSsFLeeuut2LhxY2zZsmXQz1asWBHbtm2LiRMnlvrPicWVQ0DAtRx9tAoCBAgQIECAAAECBAgQqLyAgGvltwAAAgQIECBAgAABAgQIECBAgAABAgQIECBAgAABAgQIECBAgEB+BQRc89sbleVQoB2h0f/4j/+IZcuWxaFDhwaJJIHQJEA5YcKEmlLtqLVWIfUEXJP3jhw50hfk7enpGTTM1KlTo7u7O2bPnl3Xjkg74Przn/88Vq1a1VfDwM/OnTtj5cqVI9Z0+PDhWLRoURw/fvzUM6e79bWuxXmIQAsFBFxbiG0qAgQIECBAgAABAgQIECCQnYCAa3a2RiZAgAABAgQIECBAgAABAgQIECBAgAABAgQIECBAgAABAgQIEGhSQMC1SUCvV0ugHaHRJCC5Zs2a2L179yDs3/3d3+37vcmTJ9dsQjtqrVVIvQHX3t7e6OzsjPXr1w8bZsmSJbF9+/YR1zrwhbQDrs8880wsXLgwXn311VPTzJkzJx5++OE499xzR/wD8Nprr0Vyy+vBgwcHPZPcunvLLbfEGWecUa0/PFZbOAEB18K1TMEECBAgQIAAAQIECBAgQKCWgICrfUGAAAECBAgQIECAAAECBAgQIECAAAECBAgQIECAAAECBAgQIJBbAQHX3LZGYXkUaEdo9I033ogNGzb0BTwHfj7zmc/Egw8+GO9///trUrWj1lqF1BtwTd49duxYJDfTdnV1DRtq69atsW7duqgRuhv0bJoB17fffjtuvfXWSNYw8JPUsXnz5hg/fvyI2zQJ7CY37F5//fWDnqknHJvHva+m6gkIuFav51ZMgAABAgQIECBAgAABAqUUEHAtZVstigABAgQIECBAgAABAgQIECBAgAABAgQIECBAgAABAgQIECBQDgEB13L00SpaJNCO0Ohbb70VGzdu7AtLDvzMmjUr9uzZE7/+679ec/XtqLVWIY0EXJP3jxw5Eh0dHdHT0zNouKlTp0Z3d3fMnj37tN1OM+D605/+NK666qp48sknT805adKk2L9/f8ydO3fUXffcc8/1reXll18e9OzOnTtj5cqVo77vAQLtFBgtTN7O2sxNgAABAoUWKMI/gxYaWPEECBAgQIAAgSECAq62BAECBAgQIECAAAECBAgQIECAAAECBAgQIECAAAECBAgQIECAQG4FivCXiwf9BZzkVkQfAu0SaFdotFZIdObMmbF3796YNm1aTY521Tq0mEYDrsmf8c7Ozli/fv2wdS1ZsqTvJtvJkyePuAXSDLg+8sgjsXjx4kFzzZs3Lx544IGYMmXKqNvw5MmTsXbt2rj//vsHPbtixYrYtm1bTJw4cdQxPECgXQICru2SNy8BAgRKL1CEfwYtfRMskAABAgQIEKiUgIBrpdptsQQIECBAgAABAgQIECBAgAABAgQIECBAgAABAgQIECBAgACBYgkU4S8XC7gWa0+Vutp2hUarFHBNNtCxY8di9erV0dXVNWw/bd26NdatWxcjhe/SCriOFE696667YsOGDSPOP7TgWiHZJBz76KOPxsUXX1zqPy8WV2wBAddi90/1BAgQyLFAEf4ZNMd8SiNAgAABAgQINCwg4NowmRcIECBAgAABAgQIECBAgAABAgQIECBAgAABAgQIECBAgAABAgRaJVCEv1ws4Nqq3WCeUQXaEXBNbjS99dZb+34N/JT1Btf+NR45ciQ6Ojqip6dn0LqnTp0a3d3dMXv27Jr9Sivg+sILL0RyY+yLL754ap4kmPrtb387Zs2aNepe6X8gqX/ZsmXx1FNPDXpn06ZNccstt8QZZ5xR91geJNBKAQHXVmqbiwABApUSKMI/g1aqIRZLgAABAgQIlF5AwLX0LbZAAgQIECBAgAABAgQIECBAgAABAgQIECBAgAABAgQIECBAgEBxBYrwl4sFXIu7v0pXeTsCrm+88UbfjaHbt28f5PmJT3wiHnzwwfjQhz5U07kdtdYqpNbts8ntrFu2bIkJEyaMuEeSYG9nZ2esX79+2DNJ8DTxmDx58rCfpRFwTeZO6rv++usHjb9ixYrYtm1bTJw4se69/fbbb/eFkxOHgZ85c+bEww8/HOeee27dY3mQQCsFagRci3BmaCWRuQgQIECgPgGBivqcPEWAAAECBAgQyErAeSwrWeMSIECAAAECBAgQIECAAAECBAgQIECAAAECBAgQIECAAAECBAg0LVCEsIqAa9NtNkBaAu0IjY4UcP3MZz7TF3B9//vfX3N57ai1ViFjDbgmYx07diySMGxXV9ewobdu3Rrr1q2LoSG8NAKur732WixfvjwOHjw4aN5vfvObcdVVVzW8nZJeXHbZZXH8+PFB7+7cuTNWrlzZ8HheINAKAQHXViibgwABApUQEKioRJstkgABAgQIEMixgPNYjpujNAIECBAgQIAAAQIECBAgQIAAAQIECBAgQIAAAQIECBAgQIBA1QUEXKu+A6y/IYF2hEb/8z//sy9U+Td/8zeDak0CmPfee29MmjSp5hraUWutQpoJuCbjHTlyJDo6OqKnp2fQ8FOnTo3u7u6YPXv2oN9PI+B6+PDhWLRo0bBAakObpY6Hkzl27dpV8ybaOl73CIFMBQRcM+U1OAECBKokIFBRpW5bKwECBAgQIJBHAeexPHZFTQQIECBAgAABAgQIECBAgAABAgQIECBAgAABAgQIECBAgAABAn0CAq42AoEGBNoRGv2Xf/mX+NznPhc/+MEPBlW6YcOGuP322+O9731vzRW0o9ZahTQbcO3t7Y3Ozs5Yv379sOGXLFkS27dvHxQQbTbg+tZbb8XGjRtjy5YtDeyMsT2ahJP3798fc+fOHdsA3iKQoYCAa4a4hiZAgEC1BAQqqtVvqyVAgAABAgTyJ+A8lr+eqIgAAQIECBAgQIAAAQIECBAgQIAAAQIECBAgQIAAAQIECBAgQOBdAQFXW4FAAwLtCI3+4z/+Y1x66aXDbhP92te+FknIdaRPO2qtVUuzAddkzGPHjsXq1aujq6tr2BRbt26NdevWRX8Yr9mA6yuvvBJXXnllPP300w3sjLE/mtS+efPmGD9+/NgH8SaBDAQEXDNANSQBAgSqKSBQUc2+WzUBAgQIECCQHwHnsfz0QiUECBAgQIAAAQIECBAgQIAAAQIECBAgQIAAAQIECBAgQIAAAQJDBARcbQkCDQi0IzSa3FB63XXXDavyO9/5Tnz6058esfp21FqrmDQCrsm4R44ciY6Ojujp6Rk0zdSpU6O7uztmz57d9/vNBlx37doVq1atamBXNPfo9OnT+4K7F1xwQXMDeZtAygICrimDGo4AAQLVFRCoqG7vrZwAAQIECBDIh4DzWD76oAoCBAgQIECAAAECBAgQIECAAAECBAgQIECAAAECBAgQIECAAIEaAgKutgWBBgRaHRp94403+m5pTUKuAz+XXHJJPPTQQ5GEO0f6tLrWkepIK+Da29sbnZ2dsX79+mFTLVmypM9o8uTJTQVcjx8/HmvWrIndu3cPmmPhwoXxW7/1Ww3slNqP/vu//3ts27Zt2A/vuuuuvj7XCBQ2PacBCIxVQMB1rHLeI0CAAIEhAgIVtgQBAgQIECBAoL0CzmPt9Tc7AQIECBAgQIAAAQIECBAgQIAAAQIECBAgQIAAAQIECBAgQIDAaQQEXG0PAg0ItDo0+sILL0QS3nzxxRcHVbl69erYsmVLTJgwYcTqW13rSIWkFXBNxj927Fgka09uPB362bp1a6xbty5+9KMfxdKlS+Po0aOnHpk5c2bs3bs3pk2bdtpuP/PMM5GEWV999dVTz02aNCn2798fc+fObWCn1H40Gffqq6+OQ4cODXpg/vz5faHaD3zgA03PYQACaQkIuKYlaRwCBAhUXkCgovJbAAABAgQIECDQZgHnsTY3wPQECBAgQIAAAQIECBAgQIAAAQIECBAgQIAAAQIECBAgQIAAAQIjCwi42h0EGhBoZWg0ubE0CbFef/31wyrct29fXHHFFaetvJW1nq6QNAOuyTxHjhyJjo6O6OnpGTRtcpttd3d3JIHUsQRc33777bj11lsjqXfgJ83wadLT2267LTZt2jRojjRDtA1sZ48SOK2AgKsNQoAAAQIpCQhUpARpGAIECBAgQIDAGAWcx8YI5zUCBAgQIECAAAECBAgQIECAAAECBAgQIECAAAECBAgQIECAAIHsBQRcszc2Q4kEWhkafemll4YFNRPKOXPmxMMPPxznnnvHoDG3AAAgAElEQVTuaWVbWevpCkk74JqERDs7O2P9+vXDpk1uu/2jP/qjuO666xq+wXWk21Xvuuuu2LBhQ9QI+41pZ9e6JTYZKLl9dvPmzTF+/PgxjeslAmkLCLimLWo8AgQIVFZAoKKyrbdwAgQIECBAICcCzmM5aYQyCBAgQIAAAQIECBAgQIAAAQIECBAgQIAAAQIECBAgQIAAAQIEhgsIuNoVBBoQaFVo9I033ogbbrghtm3bNqy6egOXrap1NL60A67JfMeOHYvVq1dHV1fXsOk///nP94Vb//mf//nUz2bOnBl79+6NadOmjVjuI488EosXLx708ylTpsSjjz4aF1988WjLrPvnx48fjzVr1sTu3bsHvTN9+vS+9VxwwQV1j+VBAlkKCLhmqWtsAgQIVEpAoKJS7bZYAgQIECBAIIcCzmM5bIqSCBAgQIAAAQIECBAgQIAAAQIECBAgQIAAAQIECBAgQIAAAQIE/ldAwNVOINCAQCtCo++880489NBD8YUvfCGSMOTATz1Bzf7nW1FrPXRZBFyTeY8cORIdHR3R09MzahmjuSWB4uSW1u3btw8aa9GiRbFr166YPHnyqHM08kAy5qpVq4a9Um94uZG5PEtgrAICrmOV8x4BAgQIDBEQqLAlCBAgQIAAAQLtFXAea6+/2QkQIECAAAECBAgQIECAAAECBAgQIECAAAECBAgQIECAAAECBE4jIOBqexBoQCDr0Oibb74ZO3bsiJtuumlYuDUpM/lZEoysETwbtoqsa62XLauAa29vb3R2dsb69etHLWW0gOsLL7wQS5YsiRdffHHQWF/72tf6gq9pf1566aVYunRp302zAz/z5s2LBx54IJKbY30ItFtAwLXdHTA/AQIESiMgUFGaVloIAQIECBAgUFAB57GCNk7ZBAgQIECAAAECBAgQIECAAAECBAgQIECAAAECBAgQIECAAIEqCAi4VqHL1piaQFah0eTW1h/+8Idx6623xuOPP16z3uRG182bN8fEiRPrWk9WtdY1+YCHsgq4JlMcO3YsVq9eHV1dXact63QB1yQou2XLlrj++usHjXH++edHd3d3zJgxo9Elj/p8EmS+4YYb+gK6Qz/79u2LK664YtQxPEAgawEB16yFjU+AAIHKCAhUVKbVFkqAAAECBAjkVMB5LKeNURYBAgQIECBAgAABAgQIECBAgAABAgQIECBAgAABAgQIECBAgECEgKtdQKABgbRCoydOnIiTJ0/23Rj6ve99L/76r/86nn766RErWbBgQWzfvj0++MEP1l1tWrXWPeEID2YZcE2mPHLkSHR0dERPT8+IpZ4u4JqEZFeuXBn79+8f9P6KFSti27ZtdQeKG3U6cOBAJH0d+sl63kbr9Hx1BQRcq9t7KydAgEDKAgIVKYMajgABAgQIECDQoIDzWINgHidAgAABAgQIECBAgAABAgQIECBAgAABAgQIECBAgAABAgQIEGidgIBr66zNVAKBkUKjWS7t0ksv7QtaJjeKNvJpZa3f/OY346qrrqpZXtYB1+QG1uQm1PXr14/Ic7qA6+HDh2PRokVx/PjxQe/v3LmzL/ia1efVV1+Nq6++Og4dOjRoiilTpsSjjz4aF198cVZTG5dAXQICrnUxeYgAAQIERhcQqBjdyBMECBAgQIAAgSwFnMey1DU2AQIECBAgQIAAAQIECBAgQIAAAQIECBAgQIAAAQIECBAgQIBAUwICrk3xeblqAq0MjSa2y5cvj82bN8c555zTMHUra21nwDWBSW5hXb16dXR1ddV0Ging+tZbb8XGjRtjy5Ytg96bPn1631gXXHBBw+71vpAEc2+77bbYtGnTsFeS37vlllvijDPOqHc4zxFIXUDANXVSAxIgQKCqAgIVVe28dRMgQIAAAQJ5EXAey0sn1EGAAAECBAgQIECAAAECBAgQIECAAAECBAgQIECAAAECBAgQIDBMQMDVpiDQgECrQqPTpk2Lm2++ORYvXhzjx49voMJfPNqqWpMZ2x1wTWo4cuRIdHR0RE9PzzCvkQKur7zySlx55ZXx9NNPD3onCcsmodcJEyaMyb7el5555plYuHBhJLe5DvzMmTMnHn744Tj33HPrHcpzBFIXEHBNndSABAgQqKqAQEVVO2/dBAgQIECAQF4EnMfy0gl1ECBAgAABAgQIECBAgAABAgQIECBAgAABAgQIECBAgAABAgQIDBMQcLUpCDQgkHVodO7cufGHf/iHsWDBgpg4cWIDlQ1/NOtaB86Yh4BrciNqZ2dnrF+/fhjGSAHXXbt2xapVq4Y9v2/fvrjiiiua8q/n5Z///Od983d3d7ethnrq9Ew1BQRcq9l3qyZAgEAGAgIVGaAakgABAgQIECDQgIDzWANYHiVAgAABAgQIECBAgAABAgQIECBAgAABAgQIECBAgAABAgQIEGitgIBra73NVnCBtEKjU6dOjfPPPz9+5Vd+JWbMmBEXX3xxXHjhhfG+970vNaG0aq2noDwEXJM6jx07Fsntq11dXYPKrhVwPXnyZKxduzbuv//+Qc+2+vbUkUK2K1asiG3btjUddK6nf54hUEtAwNW+IECAAIGUBAQqUoI0DAECBAgQIEBgjALOY2OE8xoBAgQIECBAgAABAgQIECBAgAABAgQIECBAgAABAgQIECBAgED2AgKu2RubgQABAgQIFE5AwLVwLVMwAQIE8iogUJHXzqiLAAECBAgQqIqA81hVOm2dBAgQIECAAAECBAgQIECAAAECBAgQIECAAAECBAgQIECAAIECCgi4FrBpSiZAgAABAlkLCLhmLWx8AgQIVEZAoKIyrbZQAgQIECBAIKcCzmM5bYyyCBAgQIAAAQIECBAgQIAAAQIECBAgQIAAAQIECBAgQIAAAQIEIgRc7QICBAgQIEBgmICAq01BgAABAikJCFSkBGkYAgQIECBAgMAYBZzHxgjnNQIECBAgQIAAAQIECBAgQIAAAQIECBAgQIAAAQIECBAgQIAAgewFBFyzNzYDAQIECBAonICAa+FapmACBAjkVUCgIq+dURcBAgQIECBQFQHnsap02joJECBAgAABAgQIECBAgAABAgQIECBAgAABAgQIECBAgAABAgUUEHAtYNOUTIAAAQIEshYQcM1a2PgECBCojIBARWVabaEECBAgQIBATgWcx3LaGGUR+P/s3QuwnVV5N/CHm9QQoCgtVOwH1gIyIhHQchvQKpdEJbGGiyTgMOWmchMQiVJAUOQmWCiigExrA8hVTbRDqrEgVAqOXIJ0WkUGaAcU+1UKBBAEzjdrfz2ZfU7OZd/evdfa7++dcdTkfdf7rN+zkrMys/97ESBAgAABAgQIECBAgAABAgQIECBAgAABAgQIECBAgAABAgQiBFytAgIECBAgQGA1AQFXi4IAAQIEeiQgUNEjSMMQIECAAAECBDoUsB/rEM5jBAgQIECAAAECBAgQIECAAAECBAgQIECAAAECBAgQIECAAAEC1QsIuFZv7A0ECBAgQKA4AQHX4lqmYAIECOQqIFCRa2fURYAAAQIECNRFwH6sLp02TwIECBAgQIAAAQIECBAgQIAAAQIECBAgQIAAAQIECBAgQIBAgQICrgU2TckECBAgQKBqAQHXqoWNT4AAgdoICFTUptUmSoAAAQIECGQqYD+WaWOURYAAAQIECBAgQIAAAQIECBAgQIAAAQIECBAgQIAAAQIECBAgECHgahUQIECAAAECqwkIuFoUBAgQINAjAYGKHkEahgABAgQIECDQoYD9WIdwHiNAgAABAgQIECBAgAABAgQIECBAgAABAgQIECBAgAABAgQIEKheQMC1emNvIECAAAECxQkIuBbXMgUTIEAgVwGBilw7oy4CBAgQIECgLgL2Y3XptHkSIECAAAECBAgQIECAAAECBAgQIECAAAECBAgQIECAAAECBAoUEHAtsGlKJkCAAAECVQsIuFYtbHwCBAjURkCgojatNlECBAgQIEAgUwH7sUwboywCBAgQIECAAAECBAgQIECAAAECBAgQIECAAAECBAgQIECAAIEIAVergAABAgQIEFhNQMDVoiBAgACBHgkIVPQI0jAECBAgQIAAgQ4F7Mc6hPMYAQIECBAgQIAAAQIECBAgQIAAAQIECBAgQIAAAQIECBAgQIBA9QICrtUbewMBAgQIEChOQMC1uJYpmAABArkKCFTk2hl1ESBAgAABAnURsB+rS6fNkwABAgQIECBAgAABAgQIECBAgAABAgQIECBAgAABAgQIECBQoICAa4FNUzIBAgQIEKhaQMC1amHjEyBAoDYCAhW1abWJEiBAgAABApkK2I9l2hhlESBAgAABAgQIECBAgAABAgQIECBAgAABAgQIECBAgAABAgQIRAi4WgUECBAgQIDAagICrhYFAQIECPRIQKCiR5CGIUCAAAECBAh0KGA/1iGcxwgQIECAAAECBAgQIECAAAECBAgQIECAAAECBAgQIECAAAECBKoXEHCt3tgbCBAgQIBAcQICrsW1TMEECBDIVUCgItfOqIsAAQIECBCoi4D9WF06bZ4ECBAgQIAAAQIECBAgQIAAAQIECBAgQIAAAQIECBAgQIAAgQIFBFwLbJqSCRAgQIBA1QICrlULG58AAQK1ERCoqE2rTZQAAQIECBDIVMB+LNPGKIsAAQIECBAgQIAAAQIECBAgQIAAAQIECBAgQIAAAQIECBAgQCBCwNUqIECAAAECBFYTEHC1KAgQIECgRwICFT2CNAwBAgQIECBAoEMB+7EO4TxGgAABAgQIECBAgAABAgQIECBAgAABAgQIECBAgAABAgQIECBQvYCAa/XG3kCAAAECBIoTEHAtrmUKJkCAQK4CAhW5dkZdBAgQIECAQF0E7Mfq0mnzJECAAAECBAgQIECAAAECBAgQIECAAAECBAgQIECAAAECBAgUKCDgWmDTlEyAAAECBKoWEHCtWtj4BAgQqI2AQEVtWm2iBAgQIECAQKYC9mOZNkZZBAgQIECAAAECBAgQIECAAAECBAgQIECAAAECBAgQIECAAAECEQKuVgEBAgQIECCwmoCAq0VBgAABAj0SEKjoEaRhCBAgQIAAAQIdCtiPdQjnMQIECBAgQIAAAQIECBAgQIAAAQIECBAgQIAAAQIECBAgQIAAgeoFBFyrN/YGAgQIECBQnICAa3EtUzABAgRyFRCoyLUz6iJAgAABAgTqImA/VpdOmycBAgQIECBAgAABAgQIECBAgAABAgQIECBAgAABAgQIECBAoEABAdcCm6ZkAgQIECBQtYCAa9XCxidAgEBtBAQqatNqEyVAgAABAgQyFbAfy7QxyiJAgAABAgQIECBAgAABAgQIECBAgAABAgQIECBAgAABAgQIEIgQcLUKCBAgQIAAgdUEBFwtCgIECBDokYBARY8gDUOAAAECBAgQ6FDAfqxDOI8RIECAAAECBAgQIECAAAECBAgQIECAAAECBAgQIECAAAECBAhULyDgWr2xNxAgQIAAgeIEBFyLa5mCCRAgkKuAQEWunVEXAQIECBAgUBcB+7G6dNo8CRAgQIAAAQIECBAgQIAAAQIECBAgQIAAAQIECBAgQIAAAQIFCgi4Ftg0JRMgQIAAgaoFBFyrFjY+AQIEaiMgUFGbVpsoAQIECBAgkKmA/VimjVEWAQIECBAgQIAAAQIECBAgQIAAAQIECBAgQIAAAQIECBAgQIBAhICrVUCAAAECBAisJiDgalEQIECAQI8EBCp6BGkYAgQIECBAgECHAvZjHcJ5jAABAgQIECBAgAABAgQIECBAgAABAgQIECBAgAABAgQIECBAoHoBAdfqjb2BAAECBAgUJyDgWlzLFEyAAIFcBQQqcu2MuggQIECAAIG6CNiP1aXT5kmAAAECBAgQIECAAAECBAgQIECAAAECBAgQIECAAAECBAgQKFBAwLXApimZAAECBAhULSDgWrWw8QkQIFAbAYGK2rTaRAkQIECAAIFMBezHMm2MsggQIECAAAECBAgQIECAAAECBAgQIECAAAECBAgQIECAAAECBCIEXK0CAgQIECBAYDUBAVeLggABAgR6JCBQ0SNIwxAgQIAAAQIEOhSwH+sQzmMECBAgQIAAAQIECBAgQIAAAQIECBAgQIAAAQIECBAgQIAAAQLVCwi4Vm/sDQQIECBAoDgBAdfiWqZgAgQI5CogUJFrZ9RFgAABAgQI1EXAfqwunTZPAgQIECBAgAABAgQIECBAgAABAgQIECBAgAABAgQIECBAgECBAgKuBTZNyQQIECBAoGoBAdeqhY1PgACB2ggIVNSm1SZKgAABAgQIZCpgP5ZpY5RFgAABAgQIECBAgAABAgQIECBAgAABAgQIECBAgAABAgQIECAQIeBqFRAgQIAAAQKrCQi4WhQECBAg0CMBgYoeQRqGAAECBAgQINChgP1Yh3AeI0CAAAECBAgQIECAAAECBAgQIECAAAECBAgQIECAAAECBAgQqF5AwLV6Y28gQIAAAQLFCQi4FtcyBRMgQCBXAYGKXDujLgIECBAgQKAuAvZjdem0eRIgQIAAAQIECBAgQIAAAQIECBAgQIAAAQIECBAgQIAAAQIEChQoIeD6ajSdNPvqq6/GBKGbAumVTIAAAQIE8hQYGRmJNddcs7m49GHYMb+QZ+WqIkCAAIEMBQQqMmyKkggQIECAAIFaCdiP1ardJkuAAAECBAgQIECAAAECBAgQIECAAAECBAgQIECAAAECBAgQKEughIDryohYb5T1mWeeifXXX78sZdUSIECAAIGCBJ599tnYYIMNmit+LiJmFjQFpRIgQIBAPgICFfn0QiUECBAgQIBAPQXsx+rZd7MmQIAAAQIECBAgQIAAAQIECBAgQIAAAQIECBAgQIAAAQIECBQhUELA9dGI2HxU8+c//3lsueWWReAqkgABAgQIlCjw0EMPxVZbbdVc+mMRsUWJc1EzAQIECAxcQKBi4C1QAAECBAgQIFBzAfuxmi8A0ydAgAABAgQIECBAgAABAgQIECBAgAABAgQIECBAgAABAgQI5CxQQsD19ojYfRTxlltuidmzZ+dsqjYCBAgQIFC0wLJly2LOnDnNc7gjIvYoelKKJ0CAAIFBCQhUDEreewkQIECAAAEC/1/AfsxKIECAAAECBAgQIECAAAECBAgQIECAAAECBAgQIECAAAECBAgQyFaghIDrlRFx+KjgueeeG6ecckq2oAojQIAAAQKlC5x33nmxaNGi5ml8LSKOKH1e6idAgACBgQgIVAyE3UsJECBAgAABAqsE7McsBgIECBAgQIAAAQIECBAgQIAAAQIECBAgQIAAAQIECBAgQIAAgWwFSgi4fiwiLhsVnDt3bixZsiRbUIURIECAAIHSBebNmxdLly5tnsbHI+Irpc9L/QQIECAwEAGBioGweykBAgQIECBAYJWA/ZjFQIAAAQIECBAgQIAAAQIECBAgQIAAAQIECBAgQIAAAQIECBAgkK1ACQHXWRFx/6jgjBkzYuXKlbHGGiWUnm3fFUaAAAECBCYUGBkZiZkzZ8bzzz/f/Ptvj4gVyAgQIECAQAcCAhUdoHmEAAECBAgQINBDAfuxHmIaigABAgQIECBAgAABAgQIECBAgAABAgQIECBAgAABAgQIECBAoLcCpaREH42IzUenfuONN8Z+++3XWwmjESBAgAABAnHTTTfF/vvv3yzxWERsgYYAAQIECHQoIFDRIZzHCBAgQIAAAQI9ErAf6xGkYQgQIECAAAECBAgQIECAAAECBAgQIECAAAECBAgQIECAAAECBHovUErA9eKIOG50+nPnzo0lS5b0XsOIBAgQIECg5gLz5s2LpUuXNitcEhHH15zF9AkQIECgcwGBis7tPEmAAAECBAgQ6IWA/VgvFI1BgAABAgQIECBAgAABAgQIECBAgAABAgQIECBAgAABAgQIECBQiUApAdddIuLOZoF77703tt9++0pQDEqAAAECBOoocN9998UOO+wwfuq7RsS/1NHDnAkQIECgJwICFT1hNAgBAgQIECBAoGMB+7GO6TxIgAABAgQIECBAgAABAgQIECBAgAABAgQIECBAgAABAgQIECBQtUApAdfkcHtE7D4KsmDBgrjmmmuq9jE+AQIECBCojcDChQvj2muvbZ7vHRGxR20ATJQAAQIEqhAQqKhC1ZgECBAgQIAAgdYF7Mdat3InAQIECBAgQIAAAQIECBAgQIAAAQIECBAgQIAAAQIECBAgQIBAnwVKCrgeEBHXN/vccsstMXv27D6TeR0BAgQIEBg+gWXLlsWcOXPGT+zAiLhh+GZrRgQIECDQRwGBij5iexUBAgQIECBAYAIB+zHLggABAgQIECBAgAABAgQIECBAgAABAgQIECBAgAABAgQIECBAIFuBkgKuCXHMKa7bbrttPPDAA7HGGqVNI9v1oDACBAgQqKHAyMhIbLfddvHggw82z97prTVcC6ZMgACBCgQEKipANSQBAgQIECBAoA0B+7E2sNxKgAABAgQIECBAgAABAgQIECBAgAABAgQIECBAgAABAgQIECDQX4HSkqHviYgfNBMdccQRccUVV/RXzdsIECBAgMAQCRx55JFx5ZVXjp/ReyPin4ZomqZCgAABAoMREKgYjLu3EiBAgAABAgRGBezHrAUCBAgQIECAAAECBAgQIECAAAECBAgQIECAAAECBAgQIECAAIFsBUoLuCbIiyPiuGbRc889N0455ZRskRVGgAABAgRyFTjvvPNi0aJF48u7JCKOz7VmdREgQIBAUQICFUW1S7EECBAgQIDAEArYjw1hU02JAAECBAgQIECAAAECBAgQIECAAAECBAgQIECAAAECBAgQIDAsAiUGXJP9TyJix+YmXHrppXH00UcPS1/MgwABAgQIVC7w5S9/OY455pjx77knIt5R+cu9gAABAgTqIiBQUZdOmycBAgQIECCQq4D9WK6dURcBAgQIECBAgAABAgQIECBAgAABAgQIECBAgAABAgQIECBAgECUGnCdFRE/ioj1mnvoJFcrmgABAgQItCYwycmtz0XEbhGxorVR3EWAAAECBKYVEKiYlsgNBAgQIECAAIFKBezHKuU1OAECBAgQIECAAAECBAgQIECAAAECBAgQIECAAAECBAgQIECAQDcCpQZc05w/EBHfGT/5I444Ii6//PJYY42Sp9ZNSz1LgAABAgQmFxgZGYmjjjoqrrzyyolu2jcivsuPAAECBAj0UECgooeYhiJAgAABAgQIdCBgP9YBmkcIECBAgAABAgQIECBAgAABAgQIECBAgAABAgQIECBAgAABAgT6I1B6CvSAiLh+PNW2224bF1xwQcyePbs/it5CgAABAgQKEFi2bFmcfPLJ8eCDD05U7YERcUMB01AiAQIECJQlIFBRVr9US4AAAQIECAyfgP3Y8PXUjAgQIECAAAECBAgQIECAAAECBAgQIECAAAECBAgQIECAAAECQyNQesA1NSKd5HpdRKw3visLFiyIT37yk7H99tsPTcNMhAABAgQItCtw3333xRe/+MW49tprJ3r0uYj4sJNb21V1PwECBAi0KCBQ0SKU2wgQIECAAAECFQnYj1UEa1gCBAgQIECAAAECBAgQIECAAAECBAgQIECAAAECBAgQIECAAIHuBYYh4JoUZkXEVRGx40Qkc+fOjUMOOSTmz58fa6wxLFPuvvlGIECAAIHhFRgZGYmbb745Fi9eHEuXLp1sovdExGERsWJ4JcyMAAECBAYsIFAx4AZ4PQECBAgQIFB7Afux2i8BAAQIECBAgAABAgQIECBAgAABAgQIECBAgAABAgQIECBAgACBfAWGLe15cUQcNxn3jBkzYs8994xdd901Zs2aFW9+85tj0003jZkzZwq+5rtGVUaAAAECUwikIOvKlSvjV7/6VTz88MOxYsWKuPPOO2P58uXx/PPPT2V3SUQcD5cAAQIECFQsIFBRMbDhCRAgQIAAAQLTCNiPWSIECBAgQIAAAQIECBAgQIAAAQIECBAgQIAAAQIECBAgQIAAAQLZCgxbwDVBvyciPhsRu2errjACBAgQIDA4gTv+9+fkPw2uBG8mQIAAgRoJCFTUqNmmSoAAAQIECGQpYD+WZVsURYAAAQIECBAgQIAAAQIECBAgQIAAAQIECBAgQIAAAQIECBAgkASGMeA62tkDIuIYQVcLnQABAgQINARSsPXSiLiBBwECBAgQ6KOAQEUfsb2KAAECBAgQIDCBgP2YZUGAAAECBAgQIECAAAECBAgQIECAAAECBAgQIECAAAECBAgQIJCtwDAHXEfRd4mID0fEvIjYPNtOKIwAAQIECPRe4LGIWBIR10XEv/R+eCMSIECAAIFpBQQqpiVyAwECBAgQIECgUgH7sUp5DU6AAAECBAgQIECAAAECBAgQIECAAAECBAgQIECAAAECBAgQINCNQB0Crs0+syJi14jYISK2joj/ExEbR8SMIT/Ntps14lkCBAgQyFsgfVD1+Yj4vxHxHxHxs4i4NyLujIgVeZeuOgIECBCogYBARQ2abIoECBAgQIBA1gL2Y1m3R3EECBAgQIAAAQIECBAgQIAAAQIECBAgQIAAAQIECBAgQIAAgXoL1C3gWu9umz0BAgQIECBAgAABAgT6KyBQ0V9vbyNAgAABAgQIjBewH7MmCBAgQIAAAQIECBAgQIAAAQIECBAgQIAAAQIECBAgQIAAAQIEshUQcM22NQojQIAAAQIECBAgQIBA8QICFcW30AQIECBAgACBwgXsxwpvoPIJECBAgAABAgQIECBAgAABAgQIECBAgAABAgQIECBAgAABAsMsIOA6zN01NwIECBAgQIAAAQIECAxWQKBisP7eToAAAQIECBCwH7MGCBAgQIAAAQIECBAgQIAAAQIECA/u+28AACAASURBV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DAQAXeHhHzIuLiiPifDivpVaDi9yPi+IhYEhH3d1iLxwgQIECAAAECdRTo1X6sjnbmTIAAAQIECBAgQIAAAQIECBAgQIAAAQIECBAgQIAAAQIECBAgULGAgGvFwIYnQIAAAQIECBAgQIBAwQK3RcSsiPjrDoOu3QYqRoOtn4iIFRHx7oItlU6AAAECBAgQGIRAt/uxQdTsnQQIECBAgAABAgQIECBAgAABAgQIECBAgAABAgQIECBAgAABAjUREHCtSaNNkwABAgQIECBAgAABAh0IpEDprf/7XDrFtd2ga6eBiuZga/rf6frziEiBWxcBAgQIECBAgEDrAp3ux1p/gzsJECBAgAABAgQIECBAgAABAgQIECBAgAABAgQIECBAgAABAgQIdCgg4NohnMcIECBAgAABAgQIECBQE4EUKn1X01zbCbq2G6iYKNiaXv1Dp7fWZLWZJgECBAgQINBrgXb3Y71+v/EIECBAgAABAgQIECBAgAABAgQIECBAgAABAgQIECBAgAABAgQITCog4GpxECBAgAABAgQIECBAgMBUAs2nuDbf10rQtdVAxWTB1tH3Ob3VGiVAgAABAgQIdCbQ6n6ss9E9RYAAAQIECBAgQIAAAQIECBAgQIAAAQIECBAgQIAAAQIECBAgQKALAQHXLvA8SoAAAQIECBAgQIAAgZoIjD/FtXnaUwVdpwtUTBdsTe9xemtNFplpEiBAgAABApUITLcfq+SlBiVAgAABAgQIECBAgAABAgQIECBAgAABAgQIECBAgAABAgQIECDQioCAaytK7iFAgAABAgQIECBAgEC9BSY7xbVZZaKg62SBilaCraNjO7213mvP7AkQIECAAIHuBARcu/PzNAECBAgQIECAAAECBAgQIECAAAECBAgQIECAAAECBAgQIECAQIUCAq4V4hqaAAECBAgQIECAAAECQyQw1SmuzdNsDro+NW7+G0XE8RHxiYhIIdfpLqe3Tifk9wkQIECAAAECUwsIuFohBAgQIECAAAECBAgQIECAAAECBAgQIECAAAECBAgQIECAAAEC2QoIuGbbGoURIECAAAECBAgQIEAgK4FWTnFtLjgFXceHWCf6takm6fTWrJaAYggQIECAAIECBQRcC2yakgkQIECAAAECBAgQIECAAAECBAgQIECAAAECBAgQIECAAAECdREQcK1Lp82TAAECBAgQIECAAAEC3Qu0eopr92+KcHprLxSNQYAAAQIECNRdQMC17ivA/AkQIECAAAECBAgQIECAAAECBAgQIECAAAECBAgQIECAAAECGQsIuGbcHKURIECAAAECBAgQIEAgM4F2T3Htpnynt3aj51kCBAgQIECAwP8XEHC1EggQIECAAAECBAgQIECAAAECBAgQIECAAAECBAgQIECAAAECBLIVEHDNtjUKI0CAAAECBAgQIECAQJYC/TjF1emtWbZeUQQIECBAgECBAgKuBTZNyQQIECBAgAABAgQIECBAgAABAgQIECBAgAABAgQIECBAgACBuggIuNal0+ZJgAABAgQIECBAgACB3gj04xRXp7f2pldGIUCAAAECBAgIuFoDBAgQIECAAAECBAgQIECAAAECBAgQIECAAAECBAgQIECAAAEC2QoIuGbbGoURIECAAAECBAgQIEAgW4EqT3F1emu2bVcYAQIECBAgUKCAgGuBTVMyAQIECBAgQIAAAQIECBAgQIAAAQIECBAgQIAAAQIECBAgQKAuAgKudem0eRIgQIAAAQIECBAgQKB3AlWe4ur01t71yUgECBAgQIAAAQFXa4AAAQIECBAgQIAAAQIECBAgQIAAAQIECBAgQIAAAQIECBAgQCBbAQHXbFujMAIECBAgQIAAAQIECGQtUMUprk5vzbrliiNAgAABAgQKFBBwLbBpSiZAgAABAgQIECBAgAABAgQIECBAgAABAgQIECBAgAABAgQI1EVAwLUunTZPAgQIECBAgAABAgQI9FagilNcnd7a2x4ZjQABAgQIECAg4GoNECBAgAABAgQIECBAgAABAgQIECBAgAABAgQIECBAgAABAgQIZCsg4JptaxRGgAABAgQIECBAgACB7AV6eYqr01uzb7cCCRAgQIAAgQIFBFwLbJqSCRAgQIAAAQIECBAgQIAAAQIECBAgQIAAAQIECBAgQIAAAQJ1ERBwrUunzZMAAQIECBAgQIAAAQK9F+jlKa5Ob+19f4xIgAABAgQIEBBwtQYIECBAgAABAgQIECBAgAABAgQIECBAgAABAgQIECBAgAABAgSyFRBwzbY1CiNAgAABAgQIECBAgEARAr04xdXprUW0WpEECBAgQIBAgQICrgU2TckECBAgQIAAAQIECBAgQIAAAQIECBAgQIAAAQIECBAgQIAAgboICLjWpdPmSYAAAQIECBAgQIAAgWoEenGKq9Nbq+mNUQkQIECAAAECAq7WAAECBAgQIECAAAECBAgQIECAAAECBAgQIECAAAECBAgQIECAQLYCAq7ZtkZhBAgQIECAAAECBAgQKEagm1Ncnd5aTJsVSoAAAQIECBQoIOBaYNOUTIAAAQIECBAgQIAAAQIECBAgQIAAAQIECBAgQIAAAQIECBCoi4CAa106bZ4ECBAgQIAAAQIECBCoTqCbU1yd3lpdX4xMgAABAgQIEBBwtQYIECBAgAABAgQIECBAgAABAgQIECBAgAABAgQIECBAgAABAgSyFRBwzbY1CiNAgAABAgQIECBAgEBRAp2c4ur01qJarFgCBAgQIECgQAEB1wKbpmQCBAgQIECAAAECBAgQIECAAAECBAgQIECAAAECBAgQIECAQF0EBFzr0mnzJECAAAECBAgQIECAQLUCnZzi6vTWantidAIECBAgQICAgKs1QIAAAQIECBAgQIAAAQIECBAgQIAAAQIECBAgQIAAAQIECBAgkK2AgGu2rVEYAQIECBAgQIAAAQIEihNo5xRXp7cW114FEyBAgAABAgUKCLgW2DQlEyBAgAABAgQIECBAgAABAgQIECBAgAABAgQIECBAgAABAgTqIiDgWpdOmycBAgQIECBAgAABAgSqF2jnFFent1bfD28gQIAAAQIECAi4WgMECBAgQIAAAQIECBAgQIAAAQIECBAgQIAAAQIECBAgQIAAAQLZCgi4ZtsahREgQIAAAQIECBAgQKBIgVZOcXV6a5GtVTQBAgQIECBQoICAa4FNUzIBAgQIECBAgAABAgQIECBAgAABAgQIECBAgAABAgQIECBAoC4CAq516bR5EiBAgAABAgQIECBAoD8CrZzi6vTW/vTCWwgQIECAAAECAq7WAAECBAgQIECAAAECBAgQIECAAAECBAgQIECAAAECBAgQIECAQLYCAq7ZtkZhBAgQIECAAAECBAgQKFZgqlNcnd5abFsVToAAAQIECBQoIOBaYNOUTIAAAQIECBAgQIAAAQIECBAgQIAAAQIECBAgQIAAAQIECBCoi4CAa106bZ4ECBAgQIAAAQIECBDon8BUp7g6vbV/ffAmAgQIECBAgICAqzVAgAABAgQIECBAgAABAgQIECBAgAABAgQIECBAgAABAgQIECCQrYCAa7atURgBAgQIECBAgAABAgSKFpjoFFentxbdUsUTIECAAAECBQoIuBbYNCUTIECAAAECBAgQIECAAAECBAgQIECAAAECBAgQIECAAAECBOoiIOBal06bJwECBAgQIECAAAECBPorMNEprk5v7W8PvI0AAQIECBAgIOBqDRAgQIAAAQIECBAgQIAAAQIECBAgQIAAAQIECBAgQIAAAQIECGQrIOCabWsURoAAAQIECBAgQIAAgeIFmk9xdXpr8e00AQIECBAgQKBAAQHXApumZAIECBAgQIAAAQIECBAgQIAAAQIECBAgQIAAAQIECBAgQIBAXQQEXOvSafMkQIAAAQIECBAgQIBA/wWaT3F1emv//b2RAAECBAgQICDgag0QIECAAAECBAgQIECAAAECBAgQIECAAAECBAgQIECAAAECBAhkK1C3gOusiNg1InaIiK0j4v9ExMYRMSMi6maR7aJUGAECBAi0JZA+qPp8RPzfiPiPiPhZRNwbEXdGxIq2RnIzgXoI2A/Wo89mSYAAgToJ2A/WqdvmSoAAgfYFBFzbN/MEAQIECBAgQIAAAQIECBAgQIAAAQIECBAgQIAAAQIECBAgQIBAnwTqEOrcJSI+HBHzImLzPrl6DQECBAgQyEHgsYhYEhHXRcS/5FCQGggMSMB+cEDwXkuAAAECAxewHxx4CxRAgACBgQsIuA68BQogQIAAAQIECBAgQIAAAQIECBAgQIAAAQIECBAgQIAAAQIECBCYTGCYA64HRMQxEbG79hMgQIAAAQJxR0RcGhE3sCBQIwH7wRo121QJECBAYFoB+8FpidxAgACBoRQQcB3KtpoUAQIECBAgQIAAAQIECBAgQIAAAQIECBAgQIAAAQIECBAgQGA4BIYx4PqeiPisYOtwLFCzIECAAIGeC6RgQ/o5+U89H9mABPIRsB/MpxcqIUCAAIH8BOwH8+uJiggQIFClgIBrlbrGJkCAAAECBAgQIECAAAECBAgQIECAAAECBAgQIECAAAECBAgQ6Epg2AKuF0fEcZOJzJgxI/bcc8/YddddY9asWfHmN785Nt1005g5c2asscawUXS1LjxMgAABAoUIjIyMxMqVK+NXv/pVPPzww7FixYq48847Y/ny5fH8889PNYtLIuL4QqapTALtCNgPtqPlXgIECBAoXsB+sPgWmgABAgSqFhBwrVrY+AQIECBAgAABAgQIECBAgAABAgQIECBAgAABAgQIECBAgAABAh0LDEuqc1ZEXBURO04kMXfu3DjkkENi/vz5gqwdLxUPEiBAgEBJAinocPPNN8fixYtj6dKlk5V+T0QcFhErSpqbWglMImA/aGkQIECAAIEmAftBy4EAAQIE/ldAwNVSIECAAAECBAgQIECAAAECBAgQIECAAAECBAgQIECAAAECBAgQyFZgGAKuH4iI6yJivfHKCxYsiE9+8pOx/fbbZ9sAhREgQIAAgaoF7rvvvvjiF78Y11577USvei4iPhwR3626DuMTqFDAfrBCXEMTIECAQPkC9oPl99AMCBAg0IWAgGsXeB4lQIAAAQIECBAgQIAAAQIECBAgQIAAAQIECBAgQIAAAQIECBCoVqD0gOsBEXH9eKJtt902Lrjggpg9e3a1ekYnQIAAAQIFCSxbtixOPvnkePDBByeq+sCIuKGg6SiVwKiA/aC1QIAAAQIEWhSwH2wRym0ECBAYLgEB1+Hqp9kQIECAAAECBAgQIECAAAECBAgQIECAAAECBAgQIECAAAECBIZKoOSAazqp6zvju3HEEUfE5ZdfHmusUfLUhmqNmQwBAgQIZCQwMjISRx11VFx55ZUTVbWvk1wzapZSWhGwH2xFyT0ECBAgQKBJwH7QciBAgEDtBARca9dyEyZAgAABAgQIECBAgAABAgQIECBAgAABAgQIECBAgAABAgQIlCNQagp0VkT8KCLWa6Y+99xz45RTTilHX6UECBAgQGBAAuedd14sWrRo/Nufi4jdImLFgMryWgLtCNgPtqPlXgIECBAgME7AftCSIECAQG0EBFxr02oTJUCAAAECBAgQIECAAAECBAgQIECAAAECBAgQIECAAAECBAiUJ1BqwPUnEbFjM/ell14aRx99dHkdUDEBAgQIEBiQwJe//OU45phjxr/9noh4x4BK8loC7QjYD7aj5V4CBAgQIDCBgP2gZUGAAIFaCAi41qLNJkmAAAECBAgQIECAAAECBAgQIECAAAECBAgQIECAAAECBAgQKFOgxIDrxRFxXDO3k1vLXHyqJkCAAIHBC0xyctclEXH84KtTAYFJBewHLQ4CBAgQINAjAfvBHkEahgABAvkKCLjm2xuVESBAgAABAgQIECBAgAABAgQIECBAgAABAgQIECBAgAABAgRqL1BawPU9EfGD5q4dccQRccUVV9S+kQAIECBAgECnAkceeWRceeWV4x9/b0T8U6djeo5AhQL2gxXiGpoAAQIE6ilgP1jPvps1AQK1ERBwrU2rTZQAAQIECBAgQIAAAQIECBAgQIAAAQIECBAgQIAAAQIECBAgUJ5AaQHX2yNi91HmbbfdNh544IFYY43SplHeQlExAQIECAyvwMjISGy33Xbx4IMPNk/yjojYY3hnbWYFC9gPFtw8pRMgQIBAngL2g3n2RVUECBDokYCAa48gDUOAAAECBAgQIECAAAECBAgQIECAAAECBAgQIECAAAECBAgQINB7gZKSoQdExPXNBLfcckvMnj279ypGJECAAAECNRNYtmxZzJkzZ/ysD4yIG2pGYbp5C9gP5t0f1REgQIBAwQL2gwU3T+kECBCYWkDA1QohQIAAAQIECBAgQIAAAQIECBAgQIAAAQIECBAgQIAAAQIECBDIVqCkgOuY07oWLFgQ11xzTbawCiNAgAABAqUJLFy4MK699trmsp3iWloTh79e+8Hh77EZEiBAgMAABewHB4jv1QQIEKhOQMC1OlsjEyBAgAABAgQIECBAgAABAgQIECBAgAABAgQIECBAgAABAgQIdClQSsB1l4i4s3mu9957b2y//fZdTt/jBAgQIECAwKjAfffdFzvssMN4kF0j4l8oEchAwH4wgyYogQABAgSGW8B+cLj7a3YECNRWQMC1tq03cQIECBAgQIAAAQIECBAgQIAAAQIECBAgQIAAAQIECBAgQIBA/gKlBFwvjojjRjnnzp0bS5YsyV9XhQQIECBAoDCBefPmxdKlS5urviQiji9sGsodTgH7weHsq1kRIECAQGYC9oOZNUQ5BAgQ6F5AwLV7QyMQIECAAAECBAgQIECAAAECBAgQIECAAAECBAgQIECAAAECBAhUJFBKwPXRiNh81ODGG2+M/fbbryISwxIgQIAAgfoK3HTTTbH//vs3AzwWEVvUV8TMMxKwH8yoGUohQIAAgeEVsB8c3t6aGQECtRUQcK1t602cAAECBAgQIECAAAECBAgQIECAAAECBAgQIECAAAECBAgQIJC/QAkB11kRcf8o5YwZM2LlypWxxhollJ7/AlAhAQIECBBoFhgZGYmZM2fG888/3/zLb4+IFaQIDFDAfnCA+F5NgAABAvUSsB+sV7/NlgCBWggIuNaizSZJgAABAgQIECBAgAABAgQIECBAgAABAgQIECBAgAABAgQIEChToISU6Mci4rJR3rlz58aSJUvK1FY1AQIECBAoQGDevHmxdOnS5ko/HhFfKaB0JQ6vgP3g8PbWzAgQIEAgQwH7wQyboiQCBAh0LiDg2rmdJwkQIECAAAECBAgQIECAAAECBAgQIECAAAECBAgQIECAAAECBCoWKCHgemVEHD7qcO6558Ypp5xSMYvhCRAgQIBAfQXOO++8WLRoUTPA1yLiiPqKmHkGAvaDGTRBCQQIECBQHwH7wfr02kwJEKiFgIBrLdpskgQIECBAgAABAgQIECBAgAABAgQIECBAgAABAgQIECBAgACBMgVKCLjeHhG7j/LecsstMXv27DK1VU2AAAECBAoQWLZsWcyZM6e50jsiYo8CSlfi8ArYDw5vb82MAAECBDIUsB/MsClKIkCAQOcCAq6d23mSAAECBAgQIECAAAECBAgQIECAAAECBAgQIECAAAECBAgQIECgYoESAq6PRsTmow4///nPY8stt6yYxfAECBAgQKC+Ag899FBstdVWzQCPRcQW9RUx8wwE7AczaIISCBAgQKA+AvaD9em1mRIgUAsBAddatNkkCRAgQIAAAQIECBAgQIAAAQIECBAgQIAAAQIECBAgQIAAAQJlCpQQcF0ZEeuN8j7zzDOx/vrrl6mtagIECBAgUIDAs88+GxtssEFzpc9FxMwCSlfi8ArYDw5vb82MAAECBDIUsB/MsClKIkCAQOcCAq6d23mSAAECBAgQIECAAAECBAgQIECAAAECBAgQIECAAAECBAgQIECgYoESAq6vRsSqOl999dVYY40Syq64c4YnQIAAAQIVCYyMjMSaa67ZPHr6MOyYX6jo1YYlMJmA/aC1QYAAAQIE+ihgP9hHbK8iQIBA9QICrtUbewMBAgQIECBAgAABAgQIECBAgAABAgQIECBAgAABAgQIECBAgECHAiUkRcd8ACd9yNJFgAABAgQIVCswwZdJlLBnqBbF6IMUsB8cpL53EyBAgEAtBewHa9l2kyZAYDgFBFyHs69mRYAAAQIECBAgQIAAAQIECBAgQIAAAQIECBAgQIAAAQIECBAYCoESwioCDUOx1EyCAAECBEoSEGgoqVu1qNV+sBZtNkkCBAgQyEnAfjCnbqiFAAECXQkIuHbF52ECBAgQIECAAAECBAgQIECAAAECBAgQIECAAAECBAgQIECAAIEqBQRcq9Q1NgECBAgQKFRAoKHQxg1v2QKuw9tbMyNAgACBTAXsBzNtjLIIECDQvoCAa/tmniBAgAABAgQIECBAgAABAgQIECBAgAABAgQIECBAgAABAgQIEOiTgIBrn6C9hgABnYKv4QAAIABJREFUAgQIlCQg0FBSt2pRq4BrLdpskgQIECCQk4D9YE7dUAsBAgS6EhBw7YrPwwQIECBAgAABAgQIECBAgAABAgQIECBAgAABAgQIECBAgAABAlUKCLhWqWtsAgQIECBQqIBAQ6GNG96yBVyHt7dmRoAAAQKZCtgPZtoYZREgQKB9AQHX9s08QYAAAQIECBAgQIAAAQIECBAgQIAAAQIECBAgQIAAAQIECBAg0CcBAdc+QXsNAQIECBAoSUCgoaRu1aJWAddatNkkCRAgQCAnAfvBnLqhFgIECHQlIODaFZ+HCRAgQIAAAQIECBAgQIAAAQIECBAgQIAAAQIECBAgQIAAAQIEqhQQcK1S19gECBAgQKBQAYGGQhs3vGULuA5vb82MAAECBDIVsB/MtDHKIkCAQPsCAq7tm3mCAAECBAgQIECAAAECBAgQIECAAAECBAgQIECAAAECBAgQIECgTwICrn2C9hoCBAgQIFCSgEBDSd2qRa0CrrVos0kSIECAQE4C9oM5dUMtBAgQ6EpAwLUrPg8TIECAAAECBAgQIECAAAECBAgQIECAAAECBAgQIECAAAECBAhUKSDgWqWusQkQIECAQKECAg2FNm54yxZwHd7emhkBAgQIZCpgP5hpY5RFgACB9gUEXNs38wQBAgQIECBAgAABAgQIECBAgAABAgQIECBAgAABAgQIECBAgECfBARc+wTtNQQIECBAoCQBgYaSulWLWgVca9FmkyRAgACBnATsB3PqhloIECDQlYCAa1d8HiZAgAABAgQIECBAgAABAgQIECBAgAABAgQIECBAgAABAgQIEKhSQMC1Sl1jEyBAgACBQgUEGgpt3PCWLeA6vL01MwIECBDIVMB+MNPGKIsAAQLtCwi4tm/mCQIECBAgQIAAAQIECBAgQIAAAQIECBAgQIAAAQIECBAgQIAAgT4JCLj2CdprCBAgQIBASQICDSV1qxa1CrjWos0mSYAAAQI5CdgP5tQNtRAgQKArAQHXrvg8TIAAAQIECBAgQIAAAQIECBAgQIAAAQIECBAgQIAAAQIECBAgUKWAgGuVusYmQIAAAQKFCgg0FNq44S1bwHV4e2tmBAgQIJCpgP1gpo1RFgECBNoXEHBt38wTBAgQIECAAAECBAgQIECAAAECBAgQIECAAAECBAgQIECAAAECfRIQcO0TtNcQIECAAIGSBAQaSupWLWoVcK1Fm02SAAECBHISsB/MqRtqIUCAQFcCAq5d8XmYAAECBAgQIECAAAECBAgQIECAAAECBAgQIECAAAECBAgQIECgSgEB1yp1jU2AAAECBAoVEGgotHHDW7aA6/D21swIECBAIFMB+8FMG6MsAgQItC8g4Nq+mScIECBAgAABAgQIECBAgAABAgQIECBAgAABAgQIECBAgAABAgT6JCDg2idoryFAgAABAiUJCDSU1K1a1CrgWos2myQBAgQI5CRgP5hTN9RCgACBrgQEXLvi8zABAgQIECBAgAABAgQIECBAgAABAgQIECBAgAABAgQIECBAgECVAgKuVeoamwABAgQIFCog0FBo44a3bAHX4e2tmREgQIBApgL2g5k2RlkECBBoX0DAtX0zTxAgQIAAAQIECBAgQIAAAQIECBAgQIAAAQIECBAgQIAAAQIECPRJQMC1T9BeQ4AAAQIEShIQaCipW7WoVcC1Fm02SQIECBDIScB+MKduqIUAAQJdCQi4dsXnYQIECBAgQIAAAQIECBAgQIAAAQIECBAgQIAAAQIECBAgQIAAgSoFBFyr1DU2AQIECBAoVECgodDGDW/ZAq7D21szI0CAAIFMBewHM22MsggQINC+gIBr+2aeIECAAAECBAgQIECAAAECBAgQIECAAAECBAgQIECAAAECBAgQ6JOAgGufoL2GAAECBAiUJCDQUFK3alGrgGst2mySBAgQIJCTgP1gTt1QCwECBLoSEHDtis/DBAgQIECAAAECBAgQIECAAAECBAgQIECAAAECBAgQIECAAAECVQoIuFapa2wCBAgQIFCogEBDoY0b3rIFXIe3t2ZGgAABApkK2A9m2hhlESBAoH0BAdf2zTxBgAABAgQIECBAgAABAgQIECBAgAABAgQIECBAgAABAgQIECDQJwEB1z5Bew0BAgQIEChJQKChpG7VolYB11q02SQJECBAICcB+8GcuqEWAgQIdCUg4NoVn4cJECBAgAABAgQIECBAgAABAgQIECBAgAABAgQIECBAgAABAgSqFBBwrVLX2AQIECBAoFABgYZCGze8ZQu4Dm9vzYwAAQIEMhWwH8y0McoiQIBA+wICru2beYIAAQIECBAgQIAAAQIECBAgQIAAAQIECBAgQIAAAQIECBAgQKBPAgKufYL2GgIECBAgUJKAQENJ3apFrQKutWizSRIgQIBATgL2gzl1Qy0ECBDoSkDAtSs+DxMgQIAAAQIECBAgQIAAAQIECBAgQIAAAQIECBAgQIAAAQIECFQpIOBapa6xCRAgQIBAoQICDYU2bnjLFnAd3t6aGQECBAhkKmA/mGljlEWAAIH2BQRc2zfzBAECBAgQIECAAAECBAgQIECAAAECBAgQIECAAAECBAgQIECAQJ8EBFz7BO01BAgQIECgJAGBhpK6VYtaBVxr0WaTJECAAIGcBOwHc+qGWggQINCVgIBrV3weJkCAAAECBAgQIECAAAECBAgQIECAAAECBAgQIECAAAECBAgQqFJAwLVKXWMTIECAAIFCBQQaCm3c8JYt4Dq8vTUzAgQIEMhUwH4w08YoiwABAu0LCLi2b+YJAgQIECBAgAABAgQIECBAgAABAgQIECBAgAABAgQIECBAgACBPgkIuPYJ2msIECBAoHcCL7/8coyMjMQ666zTu0EjIo37wgsvxMyZM2OCD/T39F25DybQkHuHalefgGvtWm7CBAgQIDBoAfvBQXfA+wkQINAzAQHXnlEaiAABAgQIECBAgAABAgQIECBAgAABAgQIECBAgAABAgQIECBAoNcCAq69FjUeAQJFCaxcuTKuvvrqePrpp1fVveGGG8bBBx/cCDm68hJ48cUXY/ny5XHmmWfG/Pnz46STToq11167Z0U+8MADsd9++8VLL70Us2bNip122inmzJkT22+/fc/eUcpAAg2ldKo2dQq41qbVJkqAAAECuQjYD+bSCXUQIECgawEB164JDUCAAAECBAgQIECAAAECBAgQIECAAAECBAgQIECAAAECBAgQIFCVgIBrVbLGJUCgCIH//u//joULF8Y//uM/rqp3n332iWuuuSZe//rXZzeHz33uc3H66aevquuss86K0047Lbs6e11QOq319ttvj3POOWdVrzbffPNGn3bbbbeevW7p0qUxb968MeN973vfi7322qtn7yhlIIGGUjpVmzoFXGvTahMlQIAAgVwE7Adz6YQ6CBAg0LWAgGvXhAYgQIAAAQIECBAgQIAAAQIECBAgQIAAAQIECBAgQIAAAQIECBCoSkDAtSpZ4xIgUISAgGvv25ROP3322WfjhRdeiEceeSSeeeaZeOKJJ+Kggw7q6lTcFDRNp6umsUev/fffPy6//PLYaKONup5ICtGeffbZYwLD6RTX66+/Prbeeuuuxy9tAIGG0jo29PUKuA59i02QAAECBHITsB/MrSPqIUCAQMcCAq4d03mQAAECBAgQIECAAAECBAgQIECAAAECBAgQIECAAAECBAgQIECgagEB16qFjU+AQNYCAq6Tt2flypXx4osvNm4YDau+8sor8dxzz8W//du/RfrfyW/FihWNex577LH42c9+NuGAO+64Y1x33XXxp3/6px2vh1TLqaeeGhdeeOGYMRYvXtw4hXeCD+C39a6nn346Dj/88LjppptWPXfIIYfEl7/85Vh//fXbGmsYbhZoGIYuDtUcBFyHqp0mQ4AAAQIlCNgPltAlNRIgQKAlAQHXlpjcRIAAAQIECBAgQIAAAQIECBAgQIAAAQIECBAgQIAAAQIECBAgMAgBAddBqHsnAQLZCAxzwDWddJrCp//1X/8VP//5z8eYp1NW77333nj++edX/fpUAdVeNOyHP/xh7LHHHl0NlYK16STY0VBtGmy33XaLq6++OrbYYouuxk7h3AMPPHDM2BdddFGccMIJXY1b6sMCDaV2bmjrFnAd2taaGAECBAjkKmA/mGtn1EWAAIG2BQRc2ybzAAECBAgQIECAAAECBAgQIECAAAECBAgQIECAAAECBAgQIECAQL8EBFz7Je09BAhkKTDMAdcUbF2wYEEsX748C/uvfvWrcdRRR3VVy8jISFxyySXxiU98Ysw4X/jCF+JTn/pUrLXWWh2P/81vfjPmz5+/6vl0austt9zSCNDW8RJoqGPXs56zgGvW7VEcAQIECAyjgP3gMHbVnAgQqKmAgGtNG2/aBAgQIECAAAECBAgQIECAAAECBAgQIECAAAECBAgQIECAAIESBARcS+iSGrMWePXVV+M///M/40c/+lHjP+mEyXS65G9+85tVdW+99dax+eabx6xZs2KXXXaJHXbYIf74j/841lxzzaznVofihjng+tvf/jZOOumkuOyyy/rWyte97nWNdb7OOuvEG97whnjLW97SCJ1us8028Sd/8ieN/+72evzxx+OQQw6JW2+9ddVQadzrrrsutttuu46GTyfaLlq0KL70pS+ten727NmxePHi2HjjjTsas/SHBBpK7+DQ1S/gOnQtNSECBKoWSF8M8uSTT8b9998fd911V/zkJz+JtPdN/7v52nnnnWPTTTeNd77znfGOd7yj8d8bbbRR1eUZvwAB+8ECmqREAgQItCYg4Nqak7sIECBAgAABAgQIECBAgAABAgQIECBAgAABAgQIECBAgAABAgQGICDgOgD0OrzymmuuiYMPPnjMVM8666w47bTTspl++sD32WefPaamdk6YTB8O/8Y3vhFXXHFF/PSnP217Xm9729viyCOPjAMOOCD+8A//sO3nRx+YyLqTwUaDiTNmzIi3v/3tseOOO9YiiDvMAde0DlJg88QTT2x5SaQg9pZbbtkIX7/wwguNQMSzzz7beH6nnXaKU089NdLJpim0+qY3vSle+9rXNu5Nv7b22muvek/685X+U1WIe6J1/+lPfzrOPPPMRri23euJJ56IhQsXxm233bbq0fT31RlnnNHVqbDt1pHT/QINOXVDLREh4Dqky2Cin8NVTzWdJp5+PqafYRNdP/vZz+LAAw9sfGFJv66p9smt1HP11Vc3fo5Vdf3yl7+Mj3zkI5OeCj+daaqr170e3bPMnDmzEchMXyCT9rCbbLJJTPAzbFqaXtc37QubbkhfDnL99ddH+lKcXly//vWv44Ybboi0Lu6+++6Ohnzve98bf/mXfxkf+MAHYoMNNuhoDA+VL2A/WH4PzYAAAQL/KyDgaikQIECAAAECBAgQIECAAAECBAgQIECAAAECBAgQIECAAAECBAhkKyDgmm1ryi6shIDrU089FYcddlh861vfamCnUN9NN9007QmQKfSXgrCf//znx5zS2mnHUrD0r/7qrxph1/XWW6/tYXoVcJ3sxSmI+7GPfawRmhjGD7cPe8D1sccei0ceeWRVe9OH1NNaX3fddRu/NlE4dfTm8YGaffbZJ9J6e/3rXz/lOn355Zcbf0Z+8YtfxOc+97lG+LXXV/rzm8I0N954YyMMcsoppzTC4p38GUq1ff/734+99957VZmp5vR3Qwp31PUSaKhr57Odt4Brtq3prrBBhAqnC2O2EijtbtarP91twHW6OXVb7w9+8IP4i7/4i1VfejF+vFbe369e77777nH88cc3gpmj+51W5t+v+iaqpVcB10cffTQuvPDC+PrXvz5pr1qxaL4n7bOOPfbYOPTQQzveZ7X7TvfnI2A/mE8vVEKAAIEuBQRcuwT0OAECBAgQIECAAAECBAgQIECAAAECBAgQIECAAAECBAgQIECAQHUCAq7V2dZ65BICrvfcc0/su+++kU6kStd+++0XX/va12LDDTectHePP/54nHDCCY1QXa+vFK679NJLG+HDdq6qA66jtaQPt59++ukxf/78tsIC7cxlEPcOKszQ6UlrKTCa+jB6tXMyclq/J510UuOEsxT8mC700UnANYVb06l4qc508msKw6T/n05Z6/W1fPnyxunJKajeTfj6pZdeikWLFjXqHL1mz54dixcvjo033rjXZRcznkBDMa2qstC3R8T9Vb6gjbEFXNvAKunWQfwcni6MWWLAtVcByYnWziuvvBLpVPNzzjln0qU1nWl6sN+9TgHXtB9Jp7q2cvW7vuaauu1fr7+AZyKv5HnBBRfEW97yllY43TMkAvaDQ9JI0yBAgECEgKtVQIAAAQIECBAgQIAAAQIECBAgQIAAAQIECBAgQIAAAQIECBAgkK2AgGu2rSm7sBICrpdffnl89KMfXQWdPgB/6qmnxgQf4m3c8+STTzZOjFyyZEllzdlpp53ib//2b2ObbbZp+R39CriOFnTIIYfE+eefH5tuumnLNeZ846DCDP0OuD700ENxzDHHxPe+971GOz7+8Y83Qh/pBOHJrnYDrilckdbGZz/72TFD7rnnnvF3f/d3sdlmm034qpUrV8aLL77Yt2UyY8aMeO1rX7vqfemE24MOOijuvvvuVb+WTj9LYfbJ/j7oW7EDfJFAwwDx83l1+sP8rog4MyJuG3BZAq4DbkBVrx/Ez+HpwpglBlxTfzrdW0zX2yeeeCIWLlwYt902+V8D05mmdwyi1+kLNtJppu96V/qrbOprEPWNVtRNwPWxxx5r7FnSyfOtXGnvl963zjrrNG7/3e9+FytWrIjf/OY30z6evvDmiiuuiD322GPae90wHAL2g8PRR7MgQIBACLhaBAQIECBAgAABAgQIECBAgAABAgQIECBAgAABAgQIECBAgAABAhkLCLhm3JySS8s94JqCeOmD4CnkOnql4N9ee+01Iftzzz0Xn/rUp+Kyyy6b8Pff9ra3xf777x/vec97YquttmqcAvua17xm1b3phMinnnqq8eHxpUuXxje+8Y1JP0Q+b968Rl2bbLJJS0ug3wHXVFSnp822NKE+3zSoMMNkIZRXX301nn766Uj/PdF10UUXxRe+8IVVv/WZz3wmTjzxxNVuXXvttRunmqYPpf/2t79tPJMCrc3XdKerthNwTae1poD43/zN34x5RwpCfPWrX20ESyYLi44/lbbqJTDe/qqrrorDDz98zGt33nnnrk6FHT+HdOrZscceW/XUejq+QENPOUsd7Pcj4tGISEebp2TbIIOuAq6lrqJp6h7Ez+HpwpilBlynm1enS+j73/9+Y+831dXKuwfR61Rz+uKY6667Lrbbbrsp5zCo+lJRnQZcx3+ByUQTTP9OOfjgg+N973tfvPnNbx7zJR/N96f953333Rc33XTTlP9W6eQLeTpde54bvID94OB7oAICBAj0SMAJrj2CNAwBAgQIECBAgAABAgQIECBAgAABAgQIECBAgAABAgQIECBAgEDvBQRce29qxIjIPeCaTjpasGBB3HnnnY1+7brrrnHttddGOuVpoiud2ppOLk0hvuYr3f/5z3++EW5dd911W+59+gD9JZdcEl/60pdWGzMNksKIKVC71lprTTvmRNadfEg+naKZgr8PP/xw3HXXXfHNb34z7rjjjknf324Qd9qJDOiGQYUZJgu49qqe8UGTdELqxRdf3Fivzet4t912awSq3/rWt67WgVYDrr/61a8a63Xx4sVjxphq7OYbBxlwTcHzww47rOVTzzpdpmeddVacdtppnT4+kOcEGgbCnuNL0ymuZzQVNqigq4BrjqujBzVN9nNvkH9vThZwreqE1OkYWw3cdrL/m+7d6UtaFi1a1NizTnV1E3DttNejXwryP//zP40vkElfWPHTn/50wjLTXj3tdzbaaKNJpzHZWmxlbtM5VvH7Tz75ZKTa0r9TJrr22WefOPnkkxtfMpK++KSd65e//GVj35i+3Gf8v3/SOOlLUpLnH/zBH7QzrHsLFLAfLLBpSiZAgMDEAgKuVgYBAgQIECBAgAABAgQIECBAgAABAgQIECBAgAABAgQIECBAgEC2AgKu2bam7MJyD7iOP4lqqg+uTxaAS+HWr3/9640PjXdyjYyMxPXXXx9HH330aqe5ppOmbrzxxglDh+Pf1auA6/hxU2jg3nvvjTPPPDO++93vTjjFj3/843H++efHeuut1wlBFs9MFGZIJ1Ol00jXX3/9ymp805veNGGguqqAa5rIyy+/3DhNNZ362hxWSIGYr3zlK7HLLruMmW8rAdd//dd/bYQrfvSjH415NgVJUhhms802m9ZwkAHXH/zgB42QxkThjWkLb+OGTsM7bbyi57cKNPSctNQBm09xbZ5Dv4OuAq6lrqBp6hZwnb6xkwVc/+iP/ihSELH5+trXvtb44oZeXeO/FGaycVsJgVbd6/SzPH1JzLnnnjthmTfffHN86EMfmpSmpIDrc8891/hykRRAHX+l/esZZ5wRaZ/+2te+tuOlkP6tkr4MKP1bZcWKFauN89d//ddx3HHHxQT7hY7f6cH8BOwH8+uJiggQINChgIBrh3AeI0CAAAECBAgQIECAAAECBAgQIECAAAECBAgQIECAAAECBAgQqF5AwLV641q+IeeAa/qw9tlnnz3mNMUU+ksfzJ/oSsG9OXPmjAnApQ+Op2cOOuigrj7UnWpJJ7l+4hOfWO3VF154YZxwwgnTjl9VwHW0oOnCAunUzoULF05bZ65/ECYKM6QTr5Lr61//+r6XXWXANU0mBZfTacUp9NAc6nz3u9/dOIH1jW9846o5Txdwffzxx+PQQw+N5cuXj3FKJ72lEG2rAeFBBVzTqbYpHJL+DFZ9CbhWLWz8igXGn+La/Lp+BV0FXCtu8qCGrzr02Mm8SjnB9ZRTTlnthM30c/nSSy/t2ZePfPOb34z58+evYkxfApKCtd/+9rfH0OYQcE0FpZ/t6ctZzjnnnNVaP51NKQHX9O+HtE895JBDVptj+gKeiy66qPHlHb0Knt5zzz2NkOvdd9895n1pLXzjG9+I9KUtruEVEHAd3t6aGQECtRMQcK1dy02YAAECBAgQIECAAAECBAgQIECAAAECBAgQIECAAAECBAgQIFCOgIBrOb0qqtKcA65PP/10HH744XHTTTc1TNOH9L/zne/EjjvuOKFxOoXyxBNPHPN76UPjV111VWy00UZd9+XXv/51HHHEEbF06dIxY+23336RTuHacMMNp3xH1QHX9PKpTonabbfd4uqrr44tttiia4tBDFC3gGsyHh9y3XvvvRthmC233HJMC6YLuKabH3zwwcafpxR6SIHWFB4/8sgjY9111225nStXrmwEUia6UkgjncY2er33ve9thMu7+bM3Y8aMxolmP/7xj+ODH/zgmNPv3ve+98Uee+zRcu2/+93vYtmyZWNOsE1/JmbPnh3rrLPOqnG23XbbeP/739/yuDncKNCQQxeyqWGyU1ybC6w66Crgms1y6G0hAq7Te04WuE3h0yuuuKLxc2j02mabbeLGG2+Mt771rdMPPM0dE30RRDqxc7311lstQJpLwDVNKX0BRwp/3nrrrWNmmPY5af+/3XbbTTjzUgKuk62HXn0Bz3icFKhNQdaPfvSjq5143+sTg7tetAbouYD9YM9JDUiAAIFBCQi4DkreewkQIECAAAECBAgQIECAAAECBAgQIECAAAECBAgQIECAAAECBKYVEHCdlsgNnQjkHHB94IEHIoVHH3roocbUUhAtnVy58cYbrzbVl156KdJplCnk2nydccYZkf7Tq5ORLr/88saHxpuvt73tbXHDDTfEW97ylilb0I+AayrgySefbJxyu2TJktXqafW02U7WUtXP5BZwnW6+40877fRk0NGwQgpWp/5tttlmq726lYBreiid7JX+nJx00kmRTr/t1Z+LNPb4+fbqdN3JTm9tJaDTDPXCCy80TlpOf4ZHr3Q6bjL9vd/7venamfXvCzRk3Z5BFDfVKa7N9VQVdBVwHUTX+/BOAdfpkScLNP7zP/9zI8R52mmnjRmkV6HDRx55JA466KAxJ3emfeCKFSvi9NNPH/POVn5+9qvXaY+T9u5pXzL+uu666+LAAw+cEL2EgOsrr7wS559/fnzmM59ZbQ7p19LptWuvvfb0i6rNO5555pk49thj4+///u/HPNnLL/1psyS390nAfrBP0F5DgACB6gUEXKs39gYCBAgQIECAAAECBAgQIECAAAECBAgQIECAAAECBAgQIECAAIEOBQRcO4Tz2NQCOQdcx9f26U9/uhGiW2uttVab1EThtXRTp6HCydRSQHDfffcdc5JkujcFF9JpkFNd/Qq4php+8pOfNMLBjz322JiS9txzz8YH3tNpuKVdwxpwTQGUyy67bMp2pNNHX3755cZpphNdaf3ff//9q07ret3rXhezZs0aczLp6HMp+LDBBhu03P50KutkpyY3D1JVwPX222+PD3/4w6v9mWsloNNc31NPPdU4Je4f/uEfVv1yr/9+aBm1xzcKNPQYtPzhWjnFtXmWvQ66CriWv4YmnEG/Qo/t8E0WKE0n1i9cuLCdoXpy71QB1/SCOXPmjDlZ89BDD22czJ5OWu3mSifEzp8/f9UQu+66a1x77bWNPV/OAddU8F133RXphPpnn312DMFUP6NLCLhOFDpOE/zzP//zxhf2TPSFJd2sgeZnv/e97zX+HdBsmvb+3/72t+PP/uzPevUa42QmYD+YWUOUQ4AAgc4FBFw7t/MkAQIECBAgQIAAAQIECBAgQIAAAQIECBAgQIAAAQIECBAgQIBAxQICrhUD13X4XAOuE53ImoKAc+fOnbBVkwVc04mN5557brzmNa/pSYtTYHTBggXx6qt2w5v5AAAgAElEQVSvNkKCM2bMiB122CE++MEPRjrJdaqrnwHXdGpUOhkqhQ7HXzfffHN86EMf6olHPwcZ1oDrROuin67TvauV8HYaY3zAtd0A6kR1THYKWbq33RNiJ1o/F110UeNU19IvgYbSO1hJ/a2e4tr88l4FXQVcK2np4AcVcJ2+B1MFXLfeeuvGFy0sW7Zs1UDbbLNN3HjjjfHWt751+sEnuWOiPfDol8KkL6nIPeA6mVnpAderrroqDj/88NW61qtTe6daML/85S/jIx/5SCxfvnzVbTvttFPjBOH3v//9Ha81D+YtYD+Yd39UR4AAgTYEBFzbwHIrAQIECBAgQIAAAQIECBAgQIAAAQIECBAgQIAAAQIECBAgQIBAfwUEXCvyniwY2enJT5ON12pIbHSaIyMj8eSTT8Ztt90Wd9xxR/z0pz8dc0Lj5ptvHltuuWVstdVWjaBXOo1nk002iQk+2DqlXCsB13Ry5N133904+fDWW29tnLSUrnRK5Dvf+c7GyaWzZ8+O7bffPtZee+2edGo0SHrnnXc2xkunUV5//fWRwgGTXeMDdum+3XffvXGC1Rvf+Mae1NXNIP0MuKY6H3jggcbpTQ899NCYsnsd+u3GpJ1nBVzb0erdva3+3VVFwDWF2lMYaPypbml27373uyP9mXrDG97Q0mR/8YtfNE6CTacwj16d/j3f0gv7eJNAQx+xy3lVu6e4Ns+s26CrgGs566StSgVcp+eaKuCaTlU9++yzGyHD5qvbwONE70wneO61116rfflEem8rX0DRz14PY8A1nRp/2GGHxbe+9a0xvd5zzz0bp+qm01SrvNK/Iy+44IJ49NFHG4HWnXfeufHvtnb/nVhljcbuvYD9YO9NjUiAAIEBCQi4DgjeawkQIECAAAECBAgQIECAAAECBAgQIECAAAECBAgQIECAAAECBKYXEHCd3qijO3ILuKaTQVOoM50sOP5D0dNN8AMf+ECceOKJ8a53vSvWXHPN6W5v/P5UAdf04egUaP3sZz/bCNlOd6UTTNOJUel00HXXXXe626f8/e9///ux9957r7rn0EMPjUsvvTTWW2+9SZ9bunRpzJs3b7XfTye4nnTSST0L33Y6sX4HXFMo8Oijj47FixePKbndYGCn8+31cwKuvRZtbbxBBVwff/zxRrg1/R000dVK6L35uX//93+PAw44oPFlAaPXD3/4w9hjjz1ag8j4LoGGjJsz2NI6OcW1ueJOg64CroPte2Vv72fosdVJTBaOHNQXGEwVcE1fCPPjH/84PvjBD0Y6YXP0amWPO5XH+P1lc4hyoi9/EXBtdXV1fl/6Mo199913TJ/TaKkfp556qqBp57SenELAftDyIECAwNAICLgOTStNhAABAgQIECBAgMD/Y+8+oCQty7xx3zJkEBYQBNklSBYEAdEFVFCyCEh2iLoEEQYMRIk7HgUEAUEYiStJ0hAcwsIiKGAiCCzBxT8jCgYE4cCigoIy8z/3+2213dVVXW91VXVXVV/vOZz9zvTzPuF63qp++rN+dRMgQIAAAQIECBAgQIAAAQIECBAgQIAAAQL9JyDg2qE97aaA66uvvhoZxjzzzDNrViwsS/Bv//ZvRYWoJZdcsuEt9QKuGVQ999xz4+ijj256Lhm0zapBq666asPxazXIYG11haucS34gf6TrV7/6VUyePLmoNlt9HXbYYXHEEUfE4osvPqo5teOmsQ645pzPOOOMIvQ8+HrrW98aWdkrqzn10tWvAddm9qASOs/XeFY5ziurOefr9Zvf/GY88sgjxb9lVedPfepTkdV6KyGanXfeuXgell566WaGLN22nRVcs2p0vhdWV7mrnkzZ8G3e96Mf/Sg+8IEPDHSR1dNuuummWHfddUuvsVsbCjR0686M+7xaqeI6ePLNBl0FXMd96zszAQHXxq6NAq61KnuuttpqMX369Fh99dUbD1DVIv92mDJlSlx88cUDP8nfnSeccEJMmjSpJyq43nPPPcWX81RfI5396z2LZcK7TSOP4obzzjsvDjjggGHn71tvvTUy6Owi0AkB58FOqOqTAAEC4yIg4Dou7AYlQIAAAQIECBAgQIAAAQIECBAgQIAAAQIECBAgQIAAAQIECBAoIyDgWkZpFG26JeCaH1DPAOa0adNGsYrht2Ql0/xw9dvf/vYR+6sVujz22GNjwQUXjKOOOmrUc3n/+98f55xzzqjCY6+88krsu+++ce211xbjlw2iZfjvrLPOis997nM1551BwH322Sd22mmnWGWVVUpXuR01QtWN4xFwra6EW5lSpyqbvfHGG00Hosv6ZigkwwJ33nnnwC2bbLJJEcReZJFFynbTcrsMCM8999wN+6kOfH7pS19qGNgcqdN8vm+77bb4zGc+MxBuzbnk+jOkueuuuw4JuF5yySVF4GXw6zhDFfkaWWeddRrOv9kG7Qy4ZmXVvffee2CdOZcM6GZAffB75FVXXVWsu8xV/frbYIMN4oorrigCwr1+CTT0+g52dP6tVnEdPLmyQVcB145u6fh1LuDa2L5RwDV/l+eXTRx66KFDOrvwwguLM2qz189+9rPi9+MTTzxR3JrnghtuuCHyfJRXt1dwrfWlNhWD/DKWzTbbrCZJNwdc//rXvxb7W/033cYbbxx5FnnHO97R7DZrT6CUgPNgKSaNCBAg0AsCAq69sEvmSIAAAQIECBAgQIAAAQIECBAgQIAAAQIECBAgQIAAAQIECBCYoAICrh3a+G4IuOaHu/MDz3vuueewVeYH1fND6uuvv35R2WmBBRYo2mTY78EHH4w77rijZsXSbJPVV6dOnRpzzjlnXb1aocslllgi0uVPf/rTwH2LLrpobL311rHlllsWH8z+29/+Fg8//HDcfPPN8YMf/KBm/xlyveyyy2KllVZqavceffTRIoQ6c+bM4r4cM/t529ve1rCf559/vqj0OmPGjBHbZsB1hx12iM033zzWXnvtWHjhhRv23WqD8Qi4/vznP49ddtklHnvssSHTbzVsWc+iukpmq2bdeH/ZqqHtDLjme0QGVrIab6Vya9pkldMMUTz11FPDAq75vM0777zDgvMZ6Pzyl79cBGLmmWeethDn/PK9Jv+rXKOtovbcc88VAfdbbrlloK8MuWeYNQM8gyuinXjiiUX12jLXSSedVLwnVq58P8v3lbEMR5eZ52jaCDSMRm3C3NOuKq6DwRoFXQVc+/TxEnBtvLGNAq7Zw/333x8f//jHByqs57998pOfjLPPPnvgnN94pP/X4qKLLip+Z1au6jNztwdc8/f65MmTB76go7KORl9C0c0B13pzy30688wzY/755y+7vdoRaErAebApLo0JECDQzQICrt28O+ZGgAABAgQIECBAgAABAgQIECBAgAABAgQIECBAgAABAgQIEJjgAgKuHXoAuiHg+vTTT8cee+wRGQ4cfB144IGR1VQz3FXvmjVrVlHR8vDDDx/24fDVVlstpk+fXgRj6121QpeD22bANueRIbqsnlh95fjf+973iuDYAw88MOznU6ZMiVNOOSXmm2++0jtYPacMsOUH9CdNmlSqj/yw/Kc+9am6wd9anWTINUPEW2yxRbz3ve+NJZdcsu0VXscj4Prss8/G7rvvHnfdlXmkf1y5p6eddloRgGznJeD6D81GAdcMhb7wwgtFuHqkoOnrr78e559/fhxzzDFDQue5h/naytB7daAmn+N83hZbbLHiniOPPDK++c1vDtnqvfbaqwikLrfcci0/ArXeRzO8k9Vmy1S7rUwgw/hzzTVXfPaznx3y+q2E9f/zP/8zsjp15Sr7HNeqpvb5z3++CAg3M7+WoTrUgUBDh2D7p9t2VnEdrFIv6Crg2j/PzpCVCLg23tgyAdf8kpqs1ppfXFG5ypzZq0d/9dVXI8/ZWa29cuXZI88Lld8L3Rxwfemll4oq8xdccMEw2OOOOy5OOOGEumf/bg641nsGOvXlMo2fSi0mioDz4ETZaeskQGACCAi4ToBNtkQCBAgQIECAAAECBAgQIECAAAECBAgQIECAAAECBAgQIECAQK8KCLh2aOe6IeB64403Dglt5VL322+/OOOMM0pXcsoKnVkB9pFHHhkidfrpp0cGuepdIwVcs2rrN77xjfjEJz7RMOz5u9/9rhgnA7WDrwzIXnvttUWl1DLXG2+8UXzYPddeubIa67bbblvm9oE2WeUy5zM4PNBMB1nhNSvnfvSjH42sItWOKo/jEXAd6wCAgOs/nrJ6Ade///3v8ZOf/KR4xl977bWBIGqt5zPDHxnymDZt2pAfZ3D0q1/9auTrK6+RAq7583ohknyN5+skq63WCrCXfc3Uex8te3+l3VprrRVXX311ZBXXvffeu6hW++EPf7iotLr00kvHvffeW7yXVKpLl63CmkHi3Xbbrah4XbkavTc2O/fxbC/QMJ76PTF2J6q4Dl54ddBVwLUnHovmJ1nvTNF8TyPf0UwF8HphwnbPqWw4sUzANb/gIs8A+eUxg68LL7ywCL6WvR599NHYaaedYubMmcUt+YU43/nOd+J973vfQBfdGHDN9T/88MNFgPXmm28ettysNJ9/O+QXztS7xupZrB7/8ssvL744ZqSr3ln4kksuifxyEReBTgk4D3ZKVr8ECBAYcwEB1zEnNyABAgQIECBAgAABAgQIECBAgAABAgQIECBAgAABAgQIECBAgEBZAQHXslJNtuuGgGutD5/ffvvtsdlmm5VeTb0Py++7775x5plnxvzzz1+zr3oB1wzOnXvuuTF58uSBKlCNJpOhtBzvlltuGdL0k5/8ZJx99tmlwrrVFUcrgbcMnDZ7ZWWrrHz55S9/uQj4tXJ97GMfKz7QnoHXhRZaaFRdjUfA9ZVXXin2JIMCg6+ywcBmFyrg+g+x6td1BlnWWWed+PrXvz5Q7XjdddeNq666KlZcccUh1JXwR1YvzveCwVd1uDV/1ijgmm3y9XDiiScW/1VfGXTNqqn5Wl1mmWWa3fZod8B15ZVXjiuvvLII32a4tRKQ/8UvflEE7h988MFiju9+97vjmmuuiVVXXXXEOVeHgLJxs++xTaOM4Q01Ag1jOLqhCAwIVIKu3x9sku9nrv4QGKtQYb8HXPNpuP/++yMrnf/+978feDiaOS/nTeedd14ccMABA/dvv/32cdFFFw35UpZuCLjOmjUr8jyafyf89Kc/LX5v1wq2VhaS1em/8IUv1K3emu3G6lmsfuWWCbjec889sdFGGw170Ze5tz/eKaxivAScB8dL3rgECBDouEAv/G8CHUcwAAECBAgQIECAAAECBAgQIECAAAECBAgQIECAAAECBAgQIECAQHcI9MKHWXqyYtd4B1zrjX/33XfHhz70oaaevgxxZShgySWXLIJ0K6ywQrzzne+MtddeO+aZZ56afdULuDYTLhjccYbGsppUpcJi/qxWRal6C8uA5FZbbTVwf1alPeeccwYqVTYF8n+N80PwGZbLsGtWum3lyqpSGQTcf//9SwV2B481HgHXes/XFltsMWLl0NEaZQXewXs/2n66+b4Mf88999wNp1grVFJ900orrVSEj9dcc82BH40UzD766KMj/1tggQWGdFUm4Jo3ZPXYfA4zOFIr9J1ryzB3hmw23HDD0s94uwKuWS35iiuuiHyd5Vzz/SDnMeeccxbrrRXYLlPhubpKdtlgbMNN7pIGAg1dshGmUVNAwLV/HoyxChU2cwbtxQqu9X6frbbaajF9+vRYffXVGz40edY66KCDii+BqFynnXZa8cUQg38ntDvg2nBiLTbIkG4GdxtVlR+rZ7F6OWVCqvX+tvrhD39YnGlcBDol4DzYKVn9EiBAYNwFeuF/Exh3JBMgQIAAAQIECBAgQIAAAQIECBAgQIAAAQIECBAgQIAAAQIECBAYG4Fe+DCLgGtE3UqG9T7U/Oabb8Zxxx0XJ5100pAnKUNsU6dOHQh2deoxq/Uh7GYCqdXzevnll2OfffaJG264YciPTj/99OJD942uM844owjfVa6y9zXqN3+egbknn3yyqBp1/fXXx3333Vfmtppt8gPqWYkzK3CW/TDxRAi4jhq0z258/fXX49hjj42vfe1rDVdWqSQ6UtXWDJ5+5StfKYLVtcLqZQOuOZkcJyugfu5znysCpPWurOqalX4zsJ7P+2KLLVa37WuvvVYEvy+88MKG6x2pQaPgda33ywzvHHPMMXVfh7XuyTXlXBdeeOGW5tstN5d9D+qW+ZrHxBIQcO2f/R6rUOFECLjmU1F95s1/y99NeY5udOXv8W222WagAmye3W+66abiXDr46qWA63bbbVd8qc3SSy/daPldXcG1EwHXdr72BG0bPl4928B5sGe3zsQJECDQSKAX/jeBRmvwcwIECBAgQIAAAQIECBAgQIAAAQIECBAgQIAAAQIECBAgQIAAgT4R6IUPswi4jiLgms9nVio64IADhjyqGWg7/vjj4zOf+UzpKoqjedZrfQi71fBXrQ/sl6nEWl2NKg1uvfXWjlU7yjDuAw88EHfddVfcdttt8fDDDzdFmFUmM4Cb1abKfKB4PAKu9YKHjYKETUGMUePcryOOOCJ+/etfD4z4vve9rwg3zjvvvGM0i5GH+cMf/hDXXHNNqWrB+dxk6Hv99deP3/72t/GlL32pqOZaXQF3lVVWKcLUuWf1nrNmAq6VFYxUKXbwKjPcmhXLlltuubqLrxW8GE2VszLP5aWXXhp77733wFwavV+9+OKLke8/+RqvXI1CsV3xMDUxiTLvP010pymB0QrcHRH/HhHfH9yBgOtoObvvvnaG7EZa3UQJuFaHVNMkK6ifffbZDc/+1Wfter8LeyHgmuf9Aw88sDjj5ZdrlLnG6lmsnstozjaVPloJlrZzva3Mo8zeaDN+As6D42dvZAIECHRYoBf+N4EOE+ieAAECBAgQIECAAAECBAgQIECAAAECBAgQIECAAAECBAgQIECgWwR64cMsAq6jDLjW+oB75cHLEOXkyZOLcNvaa6/d9oqDtUKXrYa/7rnnnthoo42GvHY22GCDuOKKKyLXU+969NFHi2qRM2fOLJpsvPHGkfN7xzveMSavw1deeSUef/zxIgh3yy23lAq85nouueSSYeutNeHxCLjW+0B8mcDxmKA3MUittTQTgmliqKaaZmXgrAZ8/vnnF5WLqwOqgzvLEEc+41ml+F3velcRbJ02bVpccMEF8dJLLw0bN0OwWQX2ne9854hz+uUvfxlf/OIX43//93+Ldssss0yccsopscgiizRcy9NPPx0nnHBCZHC0+sr5XnbZZZFV1Ua6RhtwzcrVWa26cpUJuFa/X6600kpFMHjNNdesOcX7778/Pv7xjw9UuctGlaq5DXF6pEGNQEMvnBl6RLcvpvlPEfGriMj/24mrEmy96/8678nzYCdg+q3PemeK/IKG4447blyWW/0FD5VJlAkidmLC9eZTK1SY58599923+B1WuVZbbbWYPn16rL766nWnV+u+c889N/JMVH11c8A1w6x5Hj3kkENi+eWXL/VlMZX11XsWu+FceOONN9Y8N1111VWx6667juqxE3AdFduEu8l5cMJtuQUTIECAAAECBAgQIECAAAECBAgQIECAAAECBAgQIECAAAECBAgQIECAAIExF+iFsEpPBhr+8pe/FFUUs4rq4Gu0H4yv199I1XJef/31ogrlaaed1vDByuDoJptsUgRe3/3ud8d8883X8J6RGtQKXbbyAewcq9aH+5daaqm46aabYt111607neq55L6cfPLJMffcc7e0xtHcnBXnnn/++fjud79bBFjvvPPOut2UqXCZN3dTwLUbAgDN7ku3BVxzPldeeWWpaq251gxxZAgoQ9G///3vI8Od+WzVCsRm6OPYY48tKju3+hov4zxr1qx46KGH4sQTTyxCupVrypQpRVC20RxGG3CtDt6UCV4/++yzsfvuuxeVlyvXhRdeGPvss8+wpebrOKvcHXrooQM/KxO2L2PWTW0EGrppN7pyLllV9YQOzKw62FoZoifPgx3w6bsuBVwbb2kzAdfsrboSa/5bvd9pldGrv7hhpC966JaAa35Jz+KLLx5rrbVWvOc97ym+tGeFFVYY9Rm/mwOuP/rRj+IDH/jAsIdltH9bZkcCro1fe1pErZB4L/z/Idk6AgQIECBAgAABAgQIECBAgAABAgQIECBAgAABAgQIECBAgAABAgQIECBAoIcEeuHDiT0ZaOiGgGs+h7/4xS/ik5/8ZOSHosteWV0xw5XbbrttfPSjH41/+Zd/iTnmmKPs7UW7WqHLkcK4ZTp/4YUXYrfddos77rhjSPOR+n3jjTfiqKOOKj7oX7muu+662GGHHcoM2dE2lfDf1KlT4+abb645VgYDjzjiiJg0aVLduYxHwLVe0CKrfWboYaT5dhR1FJ13W8C1XoCh3tIGV7h79dVXi+clq7dWX0sssUTxs5HC4KPgK3VLPuu/+c1v4nvf+148+eST8R//8R+R1eQaXbWeszJBjurgTZngda33inzvPPvss2OBBRYYMtWXX365CL4ODu1mpbgM7c4zzzyNltUzPxdw7ZmtGo+JdqJ6a71ga2V9PXkeHI/N6bUxBVwb71izAddHH320qOw+c+bMgc7r/U7LBrW+uGGk9u0OuI5ntd7B+t0ccK21pzn3/Fshz9+juQRcR6M28e5xHpx4e27FBAgQIECAAAECBAgQIECAAAECBAgQIECAAAECBAgQIECAAAECBAgQIEBgrAUEXDsk3i0B11zeM888U1STHRzGambZq6yySuyxxx7Ff1klssaHXId114mAa70PYY8UcK2uypgVnq6++urINXXLlZV2Tz/99Dj66KOHTalMVcjxCLjee++9sfnmmw+rEprryGetl66RAq5PP/10HHbYYbHLLrvE9ttvHwsttFDHl1YvxJIDZ3XleeedNx544IGBeVSHQqpDrvmszz///PHwww93fO4jDVCZ51//+tciBFrmfaSWxd133x0f+tCHRlzLaAKu2eH1118fO+6440Df9arXZeXlfB4GV8ntluB8OzdZoKGdmn3XVzurtzYKtlbwBFz77jH6fwsScG28sc0GXPP300EHHRSXXXbZQOf5xRLTp0+P1VdffdiAtb64YaSKrwKujfes3S1qVZrPMQ488MA47bTTivPhWFz1voil1S8yGou5G2N0As6Do3NzFwECBAgQIECAAAECBAgQIECAAAECBAgQIECAAAECBAgQIECAAAECBAgQIFBeQMC1vFVTLbsp4JoTzxBlhrdOOumkeOyxx5paS6VxVnb9xCc+ERlUW3LJJUfso1sCrvkh7K222mogiLbnnnvGOeecE7mWbrpyf4455pjiA+rV1+233x6bbbZZ3emOR8A1Q8L5LFRfM2bMKCr/9tJVL+B6/PHHx+c+97kiDJJXhrsPPvjgoiLyYost1rEl1prPBz/4wTjyyCNj0003LaqE5twqV62qZ88//3x85jOfiZVXXjkOPfTQOPfcc4fc07HJj9DxaKqz1QpSNwpQvPnmm3HccccV73WVq0wF12xbK0CUr8kMbVc+3J+v1ayEe9ZZZw30//73vz+uvPLKWH755ceDtmNjCjR0jLbXO25X9daywdaKl4Brrz85deYv4Np4Y5sNuGaP5513XhxwwAFDOq8XWq0+L48Uhs0OBVwb71m7W9QKLecYW265ZRFkftvb3tbuIWv2J+A6JsxdNYjzYFdth8kQIECAAAECBAgQIECAAAECBAgQIECAAAECBAgQIECAAAECBAgQIECAAIG+FBBw7dC2dlvAtbLMv//97/HEE0/ENddcUwT38gPzzV4Z5vrWt74V+eH3ele3BFzPOOOM+MIXvjAwzWYqjGa4LqtF/vrXv45f/OIXkXu6yCKLxMUXX1z833ZfP/vZz2LnnXcu9mfw1WjOYx1wrRUgzPnWq3bZbqd291crWJMh1qWXXjq+8pWvDBtu0UUXjc9+9rNF0HWZZZZp93QiK5xmKHXatGkxefLkIlSbr7k55pijGKs6VFIvOPq3v/0t5pxzziKYWSuI0vaJN+hwNAHX6hBFVrDN965VV1217mi13ntPOOGEyP8aVY2tFV7NUPGll14aSy21VDHmo48+WoS7B79OM1Cb/U+aNGmsWTs6nkBDR3l7ufNWq7c2G2ytWAm49vJTM8LcBVwbb+xoAq75+2qnnXaKmTNnDgyQZ5ezzz47FlhggYF/mz17dnHeyd9llavRF0MIuDbes3a3qLVPOUaeT2666aZYd9112z1kzf4EXMeEuasGcR7squ0wGQIECBAgQIAAAQIECBAgQIAAAQIECBAgQIAAAQIECBAgQIAAAQIECBAg0JcCAq4d2tZ2B1xfe+21IlSXlZcGX42qGY60vFmzZsVvfvObuOeee4oPRt95553x0ksvlRLZbrvtispQb3/722u270TA9dlnn43dd9897rrrrlIG1ZWOsmrrrbfeGhtuuGGpNX73u9+NzTfffEjb/PD4VVddFSuuuGKpPpppVK8yU6Ng4FgHXF988cXISri33XbbkOVliCKfz4UXXriZZY9723rBmkYTy+dp7733Lqp7ZuXORuHJRv0N/nmGODPMmUHO6n7LBlwH91d9z/nnnx877LBDwym9/PLLRfW3fG/Ia5NNNimqwZYJeGfF6P33339gjEbPca3JVD/bZV5/td57mxk7573jjjsOmc51111XeOUXBGSQ9cQTTxz4eQZLvvOd78T73ve+hp691kCgodd2bEzm20r11tEGWysLE3Adky0e+0EEXBubjybgWutcWasya61z3eWXX16cuetdAq6N96wTLWr9bZLj5NksQ8ljcQm4joVyd43hPNhd+2E2BAgQIECAAAECBAgQIECAAAECBAgQIECAAAECBAgQIECAAAECBAgQIHOXhIsAACAASURBVECgHwUEXDu0q+0OuNb78H8rAdfqpWd467e//W38+Mc/LsKLt9xyy4iB1wwz7rPPPjUFa4UuZ8yYEdtuu+2oxX/+85/HLrvsEo899thAH2uttVZcffXVscoqqwzrtzoMsPHGG0fO6x3veEepOWQF1wy4ZkBg8HX77bfHZpttVqqPZhrVe2YahfPGOuCaYcftt99+mEuGHY455pi2Bj2b8Rtt21qvrQwJZHA1KxVfcMEFI74OMuia4d5jjz227UHXWmtqR8C1UXClMm61zRZbbFG8hhZbbLGG3NXPZaPnuFaH1RWYy4zfasD197//fey1115xxx13DEwpn/eLLroonnrqqWKvn3nmmYGf1aqG1xCnRxoINPTIRo3tNEdTvbXVYGtlhQKuY7vXYzaagGtj6tEEXLPX/N217777Dhmg+vxefa7LqvFXXnllcaapdwm4Nt6zTrSodUbJcSrnlDJfQNLqvARcWxXsvfudB3tvz8yYAAECBAgQIECAAAECBAgQIECAAAECBAgQIECAAAECBAgQIECAAAECBAj0moCAa4d2rN0B12arl7ZjWW+88UZkyPPUU0+Nm2++eViXI1XsrBW6PP3004vQ4GivWlWLNt1007jiiiti8cUXH9btjTfeGFlptnLl2CeffHLMPffcpaaQIbbddtutCPwOvo477riiiuOkSZNK9VO2US8EXF9//fU44ogj4qyzzhqyrF6uYlkv4Jrhyvnmmy8yTHD22WcX1bFGqnBcCboefvjhNSuvln0OGrWbKAHXN998M/K1dtJJJw2QZPC4si/1nLLqbFYYzoB+5WrmvWf27NnFGIceeuiQIbJi9UMPPVRUrq5cuec33HBDUdm2Hy+Bhn7c1ZbW1Gz11nYFWyuTFnBtafu692YB18Z7M9qA689+9rPYeeed44knnqj5uzR/106dOjXybFG5DjnkkDjllFNinnnmqTsxAdfGe9aJFnlG+cpXvlKcjwZfeR657LLLhvzd04nxs08B107Jdm+/zoPduzdmRoAAAQIECBAgQIAAAQIECBAgQIAAAQIECBAgQIAAAQIECBAgQIAAAQIE+kVAwLVDO1kvrHjJJZcU1QGbvR588MHYZpttirDd4KudFVzrzenVV18tQo3Tpk0b0mTdddeNq666KlZcccVht9YKuJYJp9WbQ70PdNcLrdYKx5WtWlmZQ709HKlqbLP7Orj9iy++WATzsnru4CuNd91117pdj2UF13vuuSc+8YlPDHsOx7JyVCvGte5tFHCt3NMtQdeJEnDNyskHHXRQEdioXGWqwNbaz2Zf+7UCQbWenX6u3prrFWho97tNz/dXtnpru4OtFTgB155/hGovQMC18caONuCaZ/gpU6bExRdfPDDI4HNsrYqg1113Xeywww4jTkrAtfGedapFvTPK1ltvHVmdd8kll+zU0EW/Aq4d5e3Kzp0Hu3JbTIoAAQIECBAgQIAAAQIECBAgQIAAAQIECBAgQIAAAQIECBAgQIAAAQIECPSVgIBrh7Yzq58eddRRRSXAwVeZgFatKV100UWx7777DvtRvYDrK6+8Ek8++WQ8+uijkR+K/+lPfxqbbbZZMacaH1JtqJAfZt5qq60iQ2eVa6SgZ63Q5fvf//648sorY/nll284XnWDWh/Azzb1gmvV7VdaaaW49tprY80112xq7FrryA4yLJDVrbLCZ7uuGTNmFAHXwcZl5j1WAdcXXnghMqScFSurrzJhiHY5tbufsgHXyrjNBl2PPfbY4pkfzeuu1lonSsC1VgXlRmHv9GpHwLVWRbvqvciqxTmfD33oQ+1+JLumP4GGrtmKbphImeqtnQq2VtYv4NoNT0IH5iDg2hh1tAHX7LnW3xCV8/Odd94Z+SUllbNn2bO6gGvjPetUi7///e9xwgknxIknnjhsiJNPPrmoQD/nnHN2angB147Jdm/HzoPduzdmRoAAAQIECBAgQIAAAQIECBAgQIAAAQIECBAgQIAAAQIECBAgQIAAAQIE+kVAwLWDO1nrw98ZYDznnHPirW99a+mRX3755dhnn31qBgvrBVxrhR5bqbKZQdmddtopZs6cOTDvZgOueePXv/71OOSQQ5oK+2X11qxItP/++w8xG2n86kBuzj37WHjhhUu7Z8N6wdrcv+OOOy6ygmw7PkT+3HPPFQHmW265Zcj8ylSIHIuA6+uvvx6nn356HH300cP8tt1227jgggtiiSWWaMq2Wxo3G3CtzPvXv/51fOMb34jzzjtvSCi5el35rOy9995F4GC55ZZredkTJeB67733xuabbz5gm4HSm266KbJy9EjXL37xi6LKcFa9rlxlgrHVfdYLE1Xa5Wth6tSpbXn9t/xQdKgDgYYOwfZmtyNVb+10sLUiJuDam89Ow1kLuDYkKr6sZtddd41HHnlkSON6fwcMblSr4md+Ycmpp55a/JfnisqV59oMSc4999wjTkrAtfGedbLFE088EZMnTx72POSZ89xzzy1+1q4vVqlehwqundzZ7uzbebA798WsCBAgQIAAAQIECBAgQIAAAQIECBAgQIAAAQIECBAgQIAAAQIECBAgQIBAPwkIuHZwNy+99NIi2Db4arbqX1bpOe2004rKq7Wueh9srxVIzQ89n3/++UX4q9mrVvWnrbfeOi677LJYZJFFhnVXr/LpsssuG5dccklstNFGpafw0EMPxR577BH5Ye7B10gBs6yc+4UvfGGgeX4Q/5hjjmn6w971wrWVjg877LA44ogjYvHFFy+9nuqGv/vd74qg7PTp04f8KPcrfbfbbrsR++50wDWremWVqAw8VF85x6yMm0HEXr1GG3CtrPfpp58uXqP5XA+uvlvtseiii8YBBxwQn/vc51p6XtoRcF177bVLzeFvf/tbEZ546aWXiuXkGjJYPtdcczXc7qz4+/DDDw+0a7Z6dfX758Ybbxz5rL/jHe8YcexaIaAyAaDqTvO1f9ZZZxX7VX1tuOGGRfXodgSWG0KOYwOBhnHE766h61VvHatga0VDwLW7nou2zUbAtTFlKwHXV199NaZMmRIXX3zxwEBZqTXPLv/+7/8ed9xxx8C/z5gxI/KLSxpdAq6NhDr78zyj5Jkovzip1nkzv4Al/96bY4452jqR3/zmN3HkkUfGlVdeOazf0Zy12jo5nXVMwHmwY7Q6JkCAAAECBAgQIECAAAECBAgQIECAAAECBAgQIECAAAECBAgQIECAAAECBP5PQMC1g49CVhDcZpttiiqgg68MLGYV16WXXnrE0bNqZgZSM5hZLzhX78PEtT7MnoPlB9pz7EZVEAdPLIOln/rUp+K+++4bMt/8YHwGM2tVCKoXcK3MIauprrHGGg310/Cggw4aNvZqq60WWZVxzTXXHNZHWuU9GQ6tXLfffntsttlmDcer1eCPf/xjHHzwwZGBu1rXKqusUnzYe8cdd4yFFlqo9Bh/+ctf4rrrrosvf/nLRWWu6mu//faLDOousMACI/bZqYBrhqu///3vF8/fAw88UHMOGXrNyqTtqGJbGq7NDVsNuOZ0Mmjw85//vAgB13tOKtPOkOixxx5bVCRutLe1ltqOgGubCUt110zANd/7MjieAdPKdeCBBxZhnHnnnXfE8XIfdtlll3jssccG2o0mdDFSeKTsa7MUTBc3Emjo4s0Z26lVV28d62BrZbUCrmO772M2moBrY+pWAq7Ze62zYlZxveKKKwb+xij7RRLZn4Br4z3rdIv8Wy/PStOmTRs2VH4BTZ6b8ozeypfwVDrOsTIgncHZWn+zZLvRnLU6baT/9gg4D7bHUS8ECBAgQIAAAQIECBAgQIAAAQIECBAgQIAAAQIECBAgQIAAAQIECBAgQIBAfQEB1w4+HS+//HLss88+ccMNNwwbZb311iuqYn7kIx8ZVl0ng4U/+clP4pRTTombb7554N6s/lodlh3pw8QZ6txpp52GhWOziurxxx8fu+6664gBu1mzZsWdd94Zhx9+eFHFcfCVVRyvvvrqyHBnrWukgGu2z/tyDhkKnWeeeYZ1UQl/ZhDwmWeeGfbzDK/uvvvuNcO11SGADTbYoPgAf657tFe9kO/g/jK4uPPOO8dHP/rRWGeddeKf/umfYsEFFxxo8sYbb0Q+E2mZ+3rjjTfWXFvekEHkb33rW5FB3kZXOwKuGebLIG+Ggx9//PG455574vrrr6/7IfacU35wPp/R0YQ0G61pLH/ejoBrZb75msmKw1OnTh3y2q21nqwwnO8BtZ7/kdY/EQKuv/rVr2Ly5MlDgu3nnntuZBin0fWjH/0oPvCBDwxp1mzoIl8PWZ0sK+7W+3KB3Lvcw2b3r9H8u+nnAg3dtBvjNpfB1VvHK9haWbyA67g9Bp0dWMC1sW+rAdd69w8e+Ytf/GIRXJ00aVLDCQm4NiQakwbPP/988SU806dPrzneaL+EJzvLs1D2n39nZLC11t9jgwdt9qw1JkAGaYuA82BbGHVCgAABAgQIECBAgAABAgQIECBAgAABAgQIECBAgAABAgQIECBAgAABAgQIjCAg4Nrhx2PGjBmx55571g1J5QePN9lkk1hmmWWKmWSQ8q677hr2IeKs+pqBzqxMOPga6cPEWQUxq29m1cNaVwYyt9566/jXf/3XInBa+UD7s88+G//93/9dBDBrVenJqkAZNssAWq3qrTlWrdBljnXLLbcMmUqOu8MOO8SGG25YBCWzQlAG1EYKVx599NGR/9ULVua806tyZZXZrKw599xzt7TbGfzcd999h1WTbanTGjdnePib3/xmrL/++qW6bhQmLtVJk43ymc7nqh1VoZocuu3N2xlwrUyuUfXbD3/4w0WF4UZVnGstth0B1z322KNUBeUMml9zzTXF+1JeGbjO96D55puv4T7k6+Xyyy8faNdMBdeLLrqoeK1VrpVWWimuvfbamhWbqydSHXBtFMavvj8DHfmlBBlebRTm6IcKxiNtpEBDw8d8IjTI6q0bR0T+37vGecECruO8AZ0aXsC1sWyrAdf8fZ7n4fPOO6/mYHm2z999+TdJmWuiBVzLmLSjTbNnlhzzhRdeKCq15rmy3pV/8+XfbfnFRzlGfglPrb/h8st4nnrqqeJv0euuu674oqNGV36B0Je//OXiS376+Us/Gjn088+dB/t5d62NAAECBAgQIECAAAECBAgQIECAAAECBAgQIECAAAECBAgQIECAAAECBAh0h4CAa4f3IQObRxxxREybNm3UI1Wqeb700ktNVyZsVNlnNJMqE+qqFbq87bbbitBsKxaNwq1vvvlmHHfccXHSSScNLC1DdhkObseVgbcMCNSqytuO/jfffPM488wzY9VVVy3d3VgHXI866qgiYJxhiH64OhFwrbjk6//iiy8uKl9VwuJZiTmfyazePJqrHQHXsq+JapstttiiCK8vtthiDade/VyWDbjWqnydgepzzjmn1DNXPW4zYZEMt2Zl6oMOOijy/bbM1c+VXAUayjwBfd/mPRHx312ySgHXLtmIdk9DwLWxaKsB1xxhpPPipptuGpdeemnkGaXMJeBaRqn5Ns2cWQb3ntXm8++zPG/Wqzw/uH2e4d/znvcMfGHJrFmzYubMmQ2/2KN6RXvttVdMnTo1lltuueYX646eEXAe7JmtMlECBAgQIECAAAECBAgQIECAAAECBAgQIECAAAECBAgQIECAAAECBAgQINCzAgKuY7B1+UHjDEHlB4+bvQYHHqsrE2ZfI1VwrYyVQa0MfbYSLM2+svrP6aefXoRF55xzzhGXUutD9DnXNddcs6gqmx/AbubKsTMgl1UdR6oO9OKLLxYVczNMm1czlR/Lzicr42ZVo5xPrQq3ZfsZ3C7Xd+yxx8b+++9ftzJtvX7HKuC63nrrFc9xBjPnmGOO0SyzK+/pZMC1suCsrpUVb/M1mM9/Vtpq9Bqqh9XvAdfbb7+9qDA2OKBx4YUXxj777FPq+cnqdAcccMBA23XXXTeuuuqqWHHFFUe8P6vuXnLJJUWAvTockhWmszrZ17/+9ciq3NVXo+B9qYl3YSOBhi7clIk9JQHXPt1/AdfGG9uOgGu9PnL0/DvhhBNOiEmTJjWeTEQIuJZiarrRaAOuOVCGVL/3ve8VX0LzwAMPND12Mzd87GMfiyOPPDI22GCDvvqboBmDidTWeXAi7ba1EiBAgAABAgQIECBAgAABAgQIECBAgAABAgQIECBAgAABAgQIECBAgACB8REQcB0j98qHjjMU+YMf/KDhqLUCj6MNuOZgOf7dd99dBFRvvvnmhuMPbpBzycDYlClTSld2qhdwzaBYMwHRrDCUYbfjjz++VHWgBx98MLbZZpv4/e9/Xywh781w3MILL9zUmss0zuqcN910U1ERq1nTSv+rrLJKEWrdY489Yoklligz7LA2nQy4pv8mm2wSn/70p+PDH/7wiOHiUU2+C24ai4BrLjOrgz755JOx+OKLF2Hx0V79HHDN6q35rE2fPn2AJytYX3nllbH88ss3JHvjjTciKwyfccYZA23LVJ39y1/+UgSQTznllGHh1koF7dVWW60ItGfQNt+Lq6/JkyfHV7/61fiXf/mXhvPslQYCDb2yUxNmngKufbrVAq6NN7YdAdc8fx9xxBFx1llnDRkwz3q33npr5Bm97CXgWlaquXatBFwrI+XfJ9dee21xrnnssceam8AIrfM52X777Yu/CfNs1E9fdtM2pD7tyHmwTzfWsggQIECAAAECBAgQIECAAAECBAgQIECAAAECBAgQIECAAAECBAgQIECAQBcJCLiO8WZk0DQ/pP5f//Vf8f3vfz8eeeSReOaZZ4pZrL322pEfbM5Q5gc/+MFYaKGFhsyulYBrpaMM2T3//PNx//33F9VfH3744Zg5c+bAHLJdhi6z2mF+eDmrda6zzjox33zzNSU1UsC10tEf//jHIuybH8L+yU9+MlANNcdPi0033TS23nrrePvb3x41Plhbcz7V1RvzA/hZMbPs/U0tclDjV155JR5//PHC9dFHH43f/va3w1wz1Jj7m0G5NP3ABz4QK6ywwqgreVaGb1fANd2XXXbZYu9XX331Yv/f9a53Nb33ozUcr/vGKuDarvX1a8A135vyWc4KzIOvZqrKPfHEE5FB03xfrVxZ9fnMM8+M+eefv+YWPPfcc0Xg57LLLhv288Hh1soPc4xPfepTcd999w1rn6/vU089tQiF90PwQ6ChXa9a/bRJQMC1TZDd1o2Aa+MdaUfANUe5/vrrY8cddxwy4JZbbln8Dnzb297WeCL/10LAtTRVUw3bEXCtDJhf3pF/Z1188cXFF/FUV6cvO7E80+yyyy7x8Y9/fNRfxlN2LO26U8B5sDv3xawIECBAgAABAgQIECBAgAABAgQIECBAgAABAgQIECBAgAABAgQIECBAgEA/CQi49tNuTvC15Ae5P//5z0eGXCvX7bffHpttttkEl7H8kQQEXOvrVNuUqYZa6a06eJ3VqzOsWu+qFRxdaqml4jvf+U68733vi6zOmv8tuOCCNbv45S9/GYccckjccsstQ34+Usj9oYceKu6pVZE1K9lddNFFReC/+hop5JoVzg488MA49NBDi2q9vXwJNPTy7vXl3AVc+3JbLYoAgU4L5Pnpf/7nf+LBBx+MPPs8+eSTw76IJ7/kZqWVVop//ud/jvXWW6/4Mp53v/vdscACC3R6evrvcgHnwS7fINMjQIAAAQIECBAgQIAAAQIECBAgQIAAAQIECBAgQIAAAQIECBAgQIAAAQJ9ICDg2gebaAkECIxeoJcCrln1+OCDD45LL710YMGNgqPZsLrS2h577BFrrLFGQ7QMjV9zzTWRgc68svpwVvEqU9E5Kxpffvnlpeb56quvFlVUp02bNmROGRL9yle+EvPMM09R4XnXXXctqrNmiPQ973nPwDzS5d577x22nmx3ww03FBVVB1+vv/56XHHFFXHYYYfFSy+9NOy+rBx9zjnnFBWN611Z+XrKlCmRIfpaVwZjjz322KJSXhmvhpsxDg0EGsYB3ZAjCQi4ej4IECBAgMAYCzgPjjG44QgQIECAAAECBAgQIECAAAECBAgQIECAAAECBAgQIECAAAECBAgQIECAwAQUEHCdgJtuyQQI/EOg2wKuf/jDH+KHP/xhLLroojHXXHPFiiuuGHPOOWe8/PLLRQD0jDPOGLJ9J554Ynzxi18ccUurA67jsf/1grh///vf47TTToujjjpqyLQyTHvVVVfFmmuuWfz7K6+8Evvuu29ce+21pae/1157xTe+8Y1YaKGFBu75zW9+UwRPB4eEB3e43377xcknn1z4N7qee+65Iph72WWX1W2aVdAOP/zw+NjHPtZzQVeBhkZPgJ+PsYCA6xiDG44AAQIECDgPegYIECBAgAABAgQIECBAgAABAgQIECBAgAABAgQIECBAgAABAgQIECBAgACBTgsIuHZaWP8ECHS1QLcFXDPIuueee8Ytt9xSym3GjBmx7bbbjti2WwOus2fPjiuvvDIOOOCA+NOf/jRkDaecckp84QtfiEmTJhX//uabb8Zxxx0XJ510UimXrKD67W9/O9Zdd92ifQZpp0+fHlOnTi2qwVZfWe01w6pZNbaZiqtZ5TYDujnf6jUMHmPTTTeNiy++OJZeeulS8++GRgIN3bAL5jBIQMDV40CAAAECBMZYwHlwjMENR4AAAQIECBAgQIAAAQIECBAgQIAAAQIECBAgQIAAAQIECBAgQIAAAQIEJqCAgOsE3HRLJkDgHwLdFnDNwOTnP//5OO+88xpu04YbbhiXX355LLfcciO27daAa0767rvvjr333jueeeaZgTVst912xfrf/va3D1lXVl3Nto2udDnrrLNinXXWKZo+++yzRZXbelVbl1122Tj11FNjxx13jDnmmKNR98N+PmvWrLj++uuLyrC1wrNLLbVUsU8f+chHmu57PG8QaBhPfWPXEBBw9VgQIECAAIExFnAeHGNwwxEgQIAAAQIECBAgQIAAAQIECBAgQIAAAQIECBAgQIAAAQIECBAgQIAAgQkoIOA6ATfdkgkQ+IdAtwVcc2ZlAqlZcfTcc8+NyZMnR40Png/Z4ur+zj///Nhhhx06+hhk4HP//fcfGONLX/pSUYG1+qqu4pph00suuSQ22mijYW3vu+++OP7442vOe6655or3vve9sfHGG8f73//+IVVYX3311TjmmGPizDPPHHbv5ptvXvz7qquu2rLH008/HSeccMKwIO3JJ59cVIadc845Wx5jLDsQaBhLbWOVEBBwLYGkCQECBAgQaKeA82A7NfVFgAABAgQIECBAgAABAgQIECBAgAABAgQIECBAgAABAgQIECBAgAABAgQI1BIQcPVcECAwoQW6MeDaqFLpeuutFyeeeGJREbRMxdHqgGtWE9199907uu/f/va3Y4899hgYo17ANRu8/vrrRQA1g7dlQ7vNTj5DrkcccURMmzatuDUDwgcffHAcddRRxf+7XVeu5brrrotcb1Zz3X777YtqtIsvvni7hhizfgQaxozaQOUEBFzLOWlFgAABAgTaJuA82DZKHREgQIAAAQIECBAgQIAAAQIECBAgQIAAAQIECBAgQIAAAQIECBAgQIAAAQJ1BARcPRoECExogW4MuD7//PPxxBNPDNuXrFK68sorx2KLLVYq2FrpoNsDrjnP3/3ud3HbbbfF3nvv3bFKp+n66U9/Op599tnIqqof/vCHG1a/He2L44UXXohvfetb8cEPfjDWX3/90XYzrvcJNIwrv8GHCwi4eioIECBAgMAYCzgPjjG44QgQIECAAAECBAgQIECAAAECBAgQIECAAAECBAgQIECAAAECBAgQIECAwAQUEHCdgJtuyQQIEJioAhk8nXvuuWPhhReeqASl1y3QUJpKw7EREHAdG2ejECBAgACBAQHnQQ8D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i6KA9wAAIABJREFU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ARcPRsECBAgQIDAMAGBBg9FlwkIuHbZhpgOAQIECPS/gPNg/++xFRIgQIAAAQIECBAgQIAAAQIECBAgQIAAAQIECBAgQIAAAQIECBAgQIAAgfEWEHAd7x0wPgECBAgQ6EIBgYYu3JSJPSUB14m9/1ZPgAABAuMg4Dw4DuiGJECAAAECBAgQIECAAAECBAgQIECAAAECBAgQIECAAAECBAgQIECAAAECE0xAwHWCbbjlEiBAgACBMgICDWWUtBlDAQHXMcQ2FAECBAgQSAHnQc8B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Hoh4DorIgbmOWvWrKjxIUs7TIAAAQIECLRJYPbs2THHHHMM7i3DhUP+oU1D6YZAWQHnwbJS2hEgQIAAgTYIOA+2AVEXBAgQIECAAAECBAgQIECAAAECBAgQIECAAAECBAgQIECAAAECBAgQIECAQEOBXgi4/jkiFqis5I9//GO89a1vbbgwDQgQIECAAIHRCfzpT3+KhRZaaPDNr0bEgqPrzV0E2iLgPNgWRp0QIECAAIFyAs6D5Zy0IkCAAAECBAgQIECAAAECBAgQIECAAAECBAgQIECAAAECBAgQIECAAAECBFoT6IWA69MRsWxlmU8++WSstNJKra3a3QQIECBAgEBdgZkzZ8bKK688+OfPRMRyyAiMo4Dz4DjiG5oAAQIEJp6A8+DE23MrJkCAAAECBAgQIECAAAECBAgQIECAAAECBAgQIECAAAECBAgQIECAAAEC4yHQCwHXeyLigxWcW2+9NbbccsvxsDImAQIECBCYEAK33XZbbLXVVoPX+oOI+NCEWLxFdquA82C37ox5ESBAgEBfCjgP9uW2WhQBAgQIECBAgAABAgQIECBAgAABAgQIECBAgAABAgQIECBAgAABAgQIEOg6gV4IuF4QEftW5E4++eQ48sgjuw7ShAgQIECAQL8IfPWrX42jjjpq8HIujIj9+mV91tGTAs6DPbltJk2AAAECvSrgPNirO2feBAgQIECAAAECBAgQIECAAAECBAgQIECAAAECBAgQIECAAAECBAgQIECgtwR6IeD6mYiYVmHddtttY8aMGb2lbLYECBAgQKCHBLbbbru48cYbB8/4wIj4Zg8twVT7T8B5sP/21IoIECBAoIsFnAe7eHNMjQABAgQIECBAgAABAgQIECBAgAABAgQIECBAgAABAgQIECBAgAABAgQI9JFALwRc14qI/66Yzz///PHnP/853vKWXph6Hz0plkKAAAECE0Jg9uzZseCCC8Zrr702eL3viYhHJgSARXargPNgt+6MeREgQIBA3wk4D/bdlloQAQIECBAgQIAAAQIECBAgQIAAAQIECBAgQIAAAQIECBAgQIAAAQIECBDoWoFeSYk+HRHLVhSnT58eO+20U9eimhgBAgQIEOhVgWuvvTZ23nnnwdN/JiKW69X1mHdfCTgP9tV2WgwBAgQIdKuA82C37ox5ESBAgAABAgQIECBAgAABAgQIECBAgAABAgQIECBAgAABAgQIECBAgACB/hPolYDrmRFxSIV/2223jRkzZvTfblgRAQIECBAYZ4HtttsubrzxxsGzOCsiPjvO0zI8gRRwHvQcECBAgACBMRBwHhwDZEMQIECAAAECBAgQIECAAAECBAgQIECAAAECBAgQIECAAAECBAgQIECAAAEChUCvBFzXj4gfD96zhx56KNZee23bSIAAAQIECLRJ4OGHH4511lmnurcNIuInbRpCNwRaEXAebEXPvQQIECBAoISA82AJJE0IECBAgAABAgQIECBAgAABAgQIECBAgAABAgQIECBAgAABAgQIECBAgACBtgn0SsA1F3xPRHywsvLddtstvv3tb7cNQkcECBAgQGCiC+y+++5xxRVXDGb4QUR8aKK7WH9XCTgPdtV2mAwBAgQI9JuA82C/7aj1ECBAgAABAgQIECBAgAABAgQIECBAgAABAgQIECBAgAABAgQIECBAgACB7hbopYDrLhFx9WDOW2+9NbbccsvuFjY7AgQIECDQAwK33XZbbLXVVtUz3TUirumB6ZvixBFwHpw4e22lBAgQIDDGAs6DYwxuOAIECBAgQIAAAQIECBAgQIAAAQIECBAgQIAAAQIECBAgQIAAAQIECBAgQCB6KeCa2zWkatcaa6wRjz76aLzlLb22DE8eAQIECBDoHoHZs2fHmmuuGY8//vjgSane2j1bZCZDBZwHPREECBAgQKDNAs6DbQbVHQECBAgQIECAAAECBAgQIECAAAECBAgQIECAAAECBAgQIECAAAECBAgQIFBKoNeSoR+JiDsHr2y//faL888/v9RiNSJAgAABAgSGC+y///5xwQUXVP9gk4j4Hi8CXSjgPNiFm2JKBAgQINDbAs6Dvb1/Zk+AAAECBAgQIECAAAECBAgQIECAAAECBAgQIECAAAECBAgQIECAAAECBHpVoNcCrul8ZkQcMhj85JNPjiOPPLJX98C8CRAgQIDAuAl89atfjaOOOqp6/LMi4rPjNikDE2gs4DzY2EgLAgQIECBQSsB5sBSTRgQIECBAgAABAgQIECBAgAABAgQIECBAgAABAgQIECBAgAABAgQIECBAgEAHBHox4JoMP42IdQd7nH322XHQQQd1gEiXBAgQIECgPwXOOeecmDJlSvXiHoyI9/bniq2qzwScB/tsQy2HAAECBMZewHlw7M2NSIAAAQIECBAgQIAAAQIECBAgQIAAAQIECBAgQIAAAQIECBAgQIAAAQIECPxDoFcDrmtFxI8iYoHBm6mSq0ebAAECBAiUE6hTqevViNgwIh4p14tWBMZVwHlwXPkNToAAAQK9LuA82Os7aP4ECBAgQIAAAQIECBAgQIAAAQIECBAgQIAAAQIECBAgQIAAAQIECBAgQKD3BXo14JryH4uIm6q3YL/99ovzzjsv3vKWXl5a7z9YVkCAAAEC3Skwe/bs+PSnPx0XXHBBrQluExE3d+fMzYpATQHnQQ8GAQIECBBoUsB5sEkwzQkQIECAAAECBAgQIECAAAECBAgQIECAAAECBAgQIECAAAECBAgQIECAAIGOCfR6CnSXiLi6WmeNNdaIU089NbbccsuOwemYAAECBAj0msBtt90Whx9+eDz++OO1pr5rRFzTa2syXwIR4TzoMSBAgAABAiUFnAdLQmlGgAABAgQIECBAgAABAgQIECBAgAABAgQIECBAgAABAgQIECBAgAABAgQIjIlArwdcEykrd10VEQtUi+22225x2GGHxdprrz0mmAYhQIAAAQLdKPDwww/H1772tbjiiitqTe/ViPiEyq3duHPm1ISA82ATWJoSIECAwMQTcB6ceHtuxQQIECBAgAABAgQIECBAgAABAgQIECBAgAABAgQIECBAgAABAgQIECBAoBcE+iHgms5rRcRFEbFuLfRtt9029txzz9hxxx3jLW/plyX3wuNljgQIECAwXgKzZ8+O6667Li677LK48cYb603jwYjYJyIeGa95GpdAGwWcB9uIqSsCBAgQ6H0B58He30MrIECAAAECBAgQIECAAAECBAgQIECAAAECBAgQIECAAAECBAgQIECAAAEC/S7Qb2nPMyPikHqbNv/888emm24aG2ywQay11lqxwgorxJJLLhkLLrig4Gu/P+nWR4AAgT4VyODCn//853juuefiqaeeikceeSR+/OMfxx133BGvvfbaSKs+KyI+26csljWxBZwHJ/b+Wz0BAgQmnIDz4ITbcgsmQIAAAQIECBAgQIAAAQIECBAgQIAAAQIECBAgQIAAAQIECBAgQIAAAQJ9I9BvAdfcmI9ExL9HxAf7ZpcshAABAgQItE/gB//3e/J77etSTwS6TsB5sOu2xIQIECBAoIsEnAe7aDNMhQABAgQIECBAgAABAgQIECBAgAABAgQIECBAgAABAgQIECBAgAABAgQITGSBfgy4VvZzl4iYIug6kR9vaydAgACBQQIZZDg7Iq6hQmACCTgPTqDNtlQCBAgQaCjgPNiQSAMCBAgQIECAAAECBAgQIECAAAECBAgQIECAAAECBAgQIECAAAECBAgQIEBgLAX6OeBacVw/Ij4REdtFxLJjiWssAgQIECAwzgLPRMSMiLgqIn4yznMxPIHxFHAeHE99YxMgQIDAeAo4D46nvrEJECBAgAABAgQIECBAgAABAgQIECBAgAABAgQIECBAgAABAgQIECBAgACBEQUmQsB1MMBaEbFBRKwTEatExDIR8baImD8iJpqFlwYBAgQI9IfA7Ih4LSJejIhfR8T/FxEPRcSPI+KR/liiVRBoq4DzYFs5dUaAAAECXSDgPNgFm2AKBAgQIECAAAECBAgQIECAAAECBAgQIECAAAECBAgQIECAAAECBAgQIECAQPMCQp3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jDBlwNAAAgAElEQVQ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IH/n307pAEAAGAY5t/1NSynFTBSPg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FWhbw4AACAASURBV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ReN4mwAAIABJREFU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iMvTuBmqI68z/+RI2MkugomrjEUWfAZVBcMIi4jqBCVFyAsIkbuEQRVAzBLS4RF9wioiMuiSuyqUhiJIpr4oIRFQ0HDXEUHXdH/2I0kTHyP78y/U53v1Vda3fXrf7WOZ6T8Fbduvdzb3U/faueu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VotwXU7M+tlZjua2ZZm9i9mtp6ZrWlmrWYRf7RwBAIIIIBAHgVWmtnnZvahmb1hZq+Y2XNm9qSZLcpjhakTAk0WIB5scgdwegQQQACBzAWIBzMnpcAqAeInhgQCCCCAQNEEiJ+K1qO0B4FKAeJXRgQCCCCAQNEEiF+L1qOt1x7is9brc1qMAAIIFF2A+KzoPUz78i5AfJn3HqJ+CCCAAAJxBYgvWySpcxczG2JmB5nZpnFHCfsjgAACCCDgsMAyM7vXzKab2VMOt4OqI5BWgHgwrSDHI4AAAgi4KkA86GrPNb/exE/N7wNqgAACCCDQHAHip+a4c1YE0goQv6YV5HgEEEAAAVcFiF9d7bni15v4rPh9TAsRQAABBPwFiM8YGQjUR4D4sj6ulIoAAgggkH+Blokvi7xq6Q/NbLSZ7Z7/8UYNEUAAAQQQqLvA78xsipnNrPuZOAEC+REgHsxPX1ATBBBAAIHmCxAPNr8PXKgB8ZMLvUQdEUAAAQQaJUD81ChpzoNAcgHi1+R2HIkAAgggUDwB4tfi9amLLSI+c7HXqDMCCCCAQL0EiM/qJUu5rSRAfNlKvU1bEUAAAQTCBAodXxYxwXVvMzuXxNawcc3fEUAAAQRaVECBjb4nH27R9tPs1hAgHmyNfqaVCCCAAALJBIgHk7kV/Sjip6L3MO1DAAEEEEgjQPyURo9jEaiPAPFrfVwpFQEEEECgGALEr8XoR9daQXzmWo9RXwQQQACBRgoQnzVSm3MVRYD4sig9STsQQAABBOohUMj4smgJrleZ2Zig3l9zzTWtT58+1qtXL9tuu+3s3/7t32yDDTawb33rW/aNbxSNoh7XAGUigAACCORNYOXKlfaXv/zF3n33XXv11Vdt0aJF9uSTT9r8+fPt888/r1XdyWY2Nm/toT4IZCBAPJgBIkUggAACCLgjQDzoTl/luKbETznuHKqGAAIIIJC9APFT9qaUiECDBYhfGwzO6RBAAAEEmitA/Npcf84eSYD4LBITOyGAAAIIFEWA+KwoPUk7cixAfJnjzqFqCCCAAALZCxBffm1alKzO7czsJjPr7jdU+vfvbyNGjLABAwaQyJr9tUSJCCCAAAI5FFCgc9ddd9ltt91mc+fODarhQjMbaWaLctgEqoRAXAHiwbhi7I8AAgggUGgB4sFCd29WjSN+ykqSchBAAAEECiFA/FSIbqQRxRYgfi12/9I6BBBAAIGYAsSvMcHYvR4CxGf1UKVMBBBAAAFnBYjPnO06Kp4fAeLL/PQFNUEAAQQQyIFAq8WXRUhwPcDMpptZx+rxM2zYMDvttNNshx12yMHQogoIIIAAAgg0R+D555+3yy67zKZNm+ZXgc/MbIiZ/bo5teOsCGQiQDyYCSOFIIAAAggUVYB4sKg9m6pdxE+p+DgYAQQQQKDoAsRPRe9h2uegAPGrg51GlRFAAAEEGidA/No4a87UJkB8xmBAAAEEEECghgDxGcMDgdgCxJexyTgAAQQQQKCVBFohvnQ9wfWHZjajelBus802dumll1rfvn1babzSVgQQQAABBGoKzJs3z3784x/bH//4R7/9BpvZTAgRcFCAeNDBTqPKCCCAAALNESAebI57Ds9K/JTDTqFKCCCAAAL5FCB+yme/UKuWEyB+bbkup8EIIIAAAkkFiF+TynFcTAHis5hg7I4AAggg0LoCxGet2/e0PJYA8WUsLnZGAAEEEGhlgSLHly4nuOpNHb+qHpjHHHOMTZ061b7xDZeb1sqXG21HAAEEEKingJaqP+644+yGG27wO82BrORaT33KroMA8WAdUCkSAQQQQKDYAsSDxe7fCK0jfoqAxC4IIIAAAgiUCxA/MR4QaKoA8WtT+Tk5AggggICLAsSvLvaaU3UmPnOqu6gsAggggEAeBIjP8tAL1CHHAsSXOe4cqoYAAgggkE+BosaXrmaBbmdmT5hZx/LhcvHFF9tPfvKTfI4gaoUAAggggECOBC655BKbMGFCdY0+M7NdzWxRjqpKVRAIEiAeZGwggAACCCCQQoB4MAWeu4cSP7nbd9QcAQQQQCAHAsRPOegEqtBqAsSvrdbjtBcBBBBAIFMB4tdMOSnsawHiM0YCAggggAACKQSIz1LgcWhRBYgvi9qztAsBBBBAoCECRYsvXU1wfdbMupf3+JQpU+zEE09syCDgJAgggAACCBRB4JprrrHRo0dXN2Whme1UhPbRhsILEA91YCD8AAAgAElEQVQWvotpIAIIIIBAvQWIB+stnLvyiZ9y1yVUCAEEEEDANQHiJ9d6jPo6LkD86ngHUn0EEEAAgeYLEL82vw8KVgPis4J1KM1BAAEEEGi8APFZ4805Y64FiC9z3T1UDgEEEEDABYEixZcuJrheZWZjygcKK7e6cNlQRwQQQACBPAoEvLljspmNzWN9qRMC/xAgHmQoIIAAAgggkJEA8WBGkPkvhvgp/31EDRFAAAEEHBEgfnKko6im6wLEr673IPVHAAEEEMiNAPFrbrrC9YoQn7neg9QfAQQQQCA3AsRnuekKKtJcAeLL5vpzdgQQQACBAgkUJb50LcF1bzN7qHwcHXPMMXb99dcXaGjRFAQQQAABBBorcOyxx9oNN9xQfdLeZvZwY2vC2RCIJEA8GImJnRBAAAEEEIguQDwY3crRPYmfHO04qo0AAgggkF8B4qf89g01K4QA8WshupFGIIAAAgjkSYD4NU+94WRdiM+c7DYqjQACCCCQZwHiszz3DnVrgADxZQOQOQUCCCCAQGsJFCG+dC3B9XEz2700zLbZZht78cUX7RvfcK0ZrXWh0FoEEEAAgXwLrFy50rp162Z//OMfyyv6OzPbI981p3YtKkA82KIdT7MRQAABBOonQDxYP9uclEz8lJOOoBoIIIAAAsURIH4qTl/SklwKEL/msluoFAIIIICAywLEry73Xi7qTnyWi26gEggggAACRRIgPitSb9KWBALElwnQOAQBBBBAAIFaAkWIL13KDP2hmc0o75D777/f+vbtyyhFAAEEEEAAgZQC8+bNs379+lWXMtjMZqYsmsMRyFKAeDBLTcpCAAEEEECgTIB4sLDDgfipsF1LwxBAAAEEmi1A/NTsHuD8BRUgfi1ox9IsBBBAAIHmCxC/Nr8PHK0B8ZmjHUe1EUAAAQTyL0B8lv8+ooZ1ESC+rAsrhSKAAAIIIGDmenzpUoJrxds6hg0bZnfccQdjEAEEEEAAAQQyEhg+fLhNmzatvDRWcc3IlmIyEyAezIySghBAAAEEEGgvQDxYyFFB/FTIbqVRCCCAAAJ5ESB+yktPUI8CCRC/FqgzaQoCCCCAQP4EiF/z1ycO1Ij4zIFOoooIIIAAAu4KEJ+523fUPLEA8WViOg5EAAEEEEAgXMDl+NKVBNddzOzJ8q547rnnbIcddgjvHfZAAAEEEEAAgUgCzz//vO24447V+/Yys6ciFcBOCNRXgHiwvr6UjgACCCCAgBEPFm4QED8VrktpEAIIIIBA3gSIn/LWI9THcQHiV8c7kOojgAACCORfgPg1/32UsxoSn+WsQ6gOAggggEDxBIjPitentKimAPElAwQBBBBAAIE6C7gcX7qS4HqVmY0p9WP//v3t3nvvrXO3UjwCCCCAAAKtJ3DQQQfZ3Llzyxs+2czGtp4ELc6hAPFgDjuFKiGAAAIIFE+AeLBQfUr8VKjupDEIIIAAAnkVIH7Ka89QLwcFiF8d7DSqjAACCCDgngDxq3t91sQaE581EZ9TI4AAAgi0jgDxWev0NS014ksGAQIIIIAAAg0QcDW+dCXB9XUz27TUj7NmzbKBAwc2oFs5BQIIIIAAAq0lMHv2bBs0aFB5o5eZ2WatpUBrcypAPJjTjqFaCCCAAALFEiAeLFR/Ej8VqjtpDAIIIIBAXgWIn/LaM9TLQQHiVwc7jSojgAACCLgnQPzqXp81scbEZ03E59QIIIAAAq0jQHzWOn1NS434kkGAAAIIIIBAAwRcjS9dSHDdzsxeKPXhmmuuaX/5y1/sG99woeoNGHmcAgEEEEAAgQwFVq5cad/61rfs888/Ly91ezNblOFpKAqBuALEg3HF2B8BBBBAAIGEAsSDCeHydxjxU/76hBohgAACCBRUgPipoB1LsxotQPzaaHHOhwACCCDQsgLEry3b9XEbTnwWV4z9EUAAAQQQSChAfJYQjsNcEyC+dK3HqC8CCCCAgLMCrsaXLmSJ/sjMri2NjP79+9u9997r7ECh4ggggAACCORdwGdZ+hPM7D/zXm/qV2gB4sFCdy+NQwABBBDImwDxYN56JFF9iJ8SsXEQAggggAACyQSIn5K5cRQCZQLErwwHBBBAAAEEGihA/NpAbHdPRXzmbt9RcwQQQAABBwWIzxzsNKocV4D4Mq4Y+yOAAAIIIJBCwMX40oUE1xvMbFSpXy6++GL7yU9+kqKbOBQBBBBAAAEEaglccsklNmHChPJdbjSzY1BDoIkCxINNxOfUCCCAAAKtJ0A8WIg+J34qRDfSCAQQQAABVwSIn1zpKeqZYwHi1xx3DlVDAAEEECieAPFr8fq0Di0iPqsDKkUigAACCCAQJEB8xthoAQHiyxboZJqIAAIIIJAfARfjSxcSXB83s91L3Xz//fdb375989Pr1AQBBBBAAIGCCcybN8/69etX3qrfmdkeBWsmzXFLgHjQrf6itggggAACjgsQDzregV9Xn/ipEN1IIxBAAAEEXBEgfnKlp6hnjgWIX3PcOVQNAQQQQKB4AsSvxevTOrSI+KwOqBSJAAIIIIBAkADxGWOjBQSIL1ugk2kiAggggEB+BFyML11IcH3dzDYtdfOf/vQn69KlS356nZoggAACCCBQMIGlS5faFltsUd6qZWa2WcGaSXPcEiAedKu/qC0CCCCAgOMCxIOOd+DX1Sd+KkQ30ggEEEAAAVcEiJ9c6SnqmWMB4tccdw5VQwABBBAongDxa/H6tA4tIj6rAypFIoAAAgggECRAfMbYaAEB4ssW6GSaiAACCCCQHwEX40sXElz/YmYdS928fPly+/a3v52fXqcmCCCAAAIIFEzg008/tbXWWqu8VZ+Z2bcK1kya45YA8aBb/UVtEUAAAQQcFyAedLwDv65+y8VPX331lb355pv2xBNP2AsvvGDPP/+8abJ22TK9r+frbcstt7TOnTvbTjvtZL169bLu3bvbuuuua9/4hgtTpIUYlzQCAQQQKKwA8VNhu5aGNU6g5eLXxtFyJgQQQAABBNoLEL8yKiIIEJ9FQGIXBBBAAAEEshIgPstKknJyLEB8mePOoWoIIIAAAsUTcDG+dOHpra/MrK2eeliNh86Kd/HQIgQQQACB/AisXLnSVllllfIKrTSzin/IT22pSYsIEA+2SEfTTAQQQACBfAgQD+ajH1LWol389Itf/MJGjRrVrtgrrrjCTjnllJSni3b43XffbQMGDKjYWS+yu+eee6x3797RCqna6/3337eZM2fa9ddfby+99FLsMnTeo48+2g466CDr2LHtHXuxyykd8Ne//tXznDp1akUZxx13nF155ZW2xhprJC476MCf/exn9tOf/rTiz/vtt5/dcccd1qlTp9Tne+yxx+yII45oSxa+7bbbbPjw4bmZo/2f//kfrz6//e1vK9r6+9//3nbdddfU7Y9SQFC/N7IOUerJPrUFXnnlFRs8eLAtWrSobcftttvOZsyY4SXIF3nLw3Xkui/xk+s9SP1zIMD8Xw46gSoggAACCLSOAPFr6/R1ipYSn6XA41AEEEAAAQTiChCfxRVjfwcFiC8d7DSqjAACCCDgroCL8aULCa5KqmnbhMyGAAIIIIAAAvUV8HmZhAsxQ31RKL2ZAsSDzdTn3AgggAACLSlAPOh8t7eLn1577TUbOnSoLViwoKJxhxxyiN100022zjrr1LXRX3zxhY0fP94mT56cyfk/+OADL4lUSaMfffRR6roreU1JokrA7dChQ+Lyipbg+vrrr9thhx3mrYyrbdCgQZ57vcdLnA7IQ2IeCa5xeqxx+3722Wdeovfee+/trd4ctpHg2txE8bD+ceHvxE8u9BJ1zLEA83857hyqhgACCCBQTAHi12L2a4atIj7LEJOiEEAAAQQQiCJAfBZFiX0cFiC+dLjzqDoCCCCAgJsCrsWXLiSrENC4eS1QawQQQAABhwVcC2gcpqbq0QSIB6M5sRcCCCCAAAKZCRAPZkbZrILaxU9BCaYbbrihzZkzx3r06FHXui5evNhLjlyyZEnFeW688UYbOXJk5HPr5XcPP/ywjRs3rmKVxcgFhOx4wAEHmFZE3X777RMVWaQEV7VFSclTpkzxLDRWpk+fbnvssUcim3odRIJrvWTdLferr77yPifOOOMMW7FiReQVWElwJcE17agnfkoryPEtLsD8X4sPAJqPAAIIINB4AeLXxps7dkbiM8c6jOoigAACCLgvQHzmfh/SgpoCxJcMEAQQQAABBBos4Fp8SYJrgwcIp0MAAQQQQMAFAdcCGhdMqWMqASa4UvFxMAIIIIAAAvEFiAfjm+XsCN/46aGHHjKt2Prpp59WVFcJnWeeeab59HtmzdIqsaNGjaoob+utt7ZZs2ZZ165dI51HSbrXX3+9V9fqNvgVoFVZN91007Y/LVu2zJTAFratu+66dvXVV9uQIUNslVVWCdu94u9FSnBVMuuxxx7bZq2k4okTJ6Za4TYWZsSdSXCNCNUiu7355pt21lln2a233uq1eLvttiPBNULf5+E6ilDN3O9C/JT7LqKC+RZg/i/f/UPtEEAAAQQKKED8WsBOzbZJxGfZelIaAggggAACoQLEZ6FE7OC2APGl2/1H7RFAAAEEHBRwLb4kwdXBQUaVEUAAAQQQqLeAawFNvT0ov+kCTHA1vQuoAAIIIIBAqwkQDzrf477x08cff+ytlnrPPfdUNLBPnz5eMphW6KzH9sknn3jJrbNnz64ofsyYMTZp0qRICZNKHNW+5557bmAVlcyq9imJd4sttrDVV1+93b5azfGFF16wuXPn2u23325KevXbvv3tb9uFF15oxx9/vK222mqRWYqS4Lp06VIbMWKELViwwGu7kpGV8NqtW7fIFo3aMQ+JeUH9/vvf/9523XXXRlG0/Hn0Gadxe99997VZkOAabVjk4TqKVtN870X8lO/+oXa5F2D+L/ddRAURQAABBIomQPxatB7NvD3EZ5mTUiACCCCAAAK1BYjPGCEFFyC+LHgH0zwEEEAAgfwJuBZfkuCavzFEjRBAAAEEEGi6gGsBTdPBqEC9BZjgqrcw5SOAAAIIIFAlQDzo/JDwjZ9WrlxpV155pWklzvJNyZxKeu3du3ddGv7MM8/YwQcfbO+8805b+XHO+eWXX9rll19uEyZM8K2fVmrVio0DBgywNdZYI3Ibli9fblpZ9oILLrCPPvqo3XGq43XXXWdDhw6NvLptERJctVKuVsmVeWlTsu/48eNt1VVXjezbqB3zkJhHgmujerv2efzGAgmu0fomD9dRtJrmey/ip3z3D7XLvQDzf7nvIiqIAAIIIFA0AeLXovVo5u0hPsuclAIRQAABBBCoLUB8xggpuADxZcE7mOYhgAACCORPwLX4kgTX/I0haoQAAggggEDTBVwLaJoORgXqLcAEV72FKR8BBBBAAIEqAeJB54dEYPy0ePFiGzRokC1ZsqSikaeffrr97Gc/yzyBUUm1EydOtLPPPrvifFFXjdXxd955p7eS6qefftquY44++miv/A022CBxp7388ss2duxYe+CBB9qVoVVhb7nlFttzzz0jlV+EBNeHH37YDjvssLaEZK1AqtVuN9tss0gGrbgTCa756PW0Ca75aAW1cFmA+Mnl3qPuORBg/i8HnUAVEEAAAQRaS4D4tbX6O0Fric8SoHEIAggggAACaQSIz9LocawDAsSXDnQSVUQAAQQQKJaAa/ElCa7FGn+0BgEEEEAAgUwEXAtoMmk0heRZgAmuPPcOdUMAAQQQKKQA8aDz3RoYPwUl4vXq1cumTZtmSujMctOqrYcffrjNnz+/olitDnrKKaeEroz64osv2pAhQ9ol5Kqwc88911tVNM6qrUFt0wquWiH2hhtuaLdLnARP1xNcP/74YzvuuONs1qxZbQ4///nPbcyYMaF9leW4ca0sElzz0WMkuOajH1q5FsRPrdz7tD0DAeb/MkCkCAQQQAABBOIIEL/G0WrJfYnPWrLbaTQCCCCAQDMFiM+aqc+5GyBAfNkAZE6BAAIIIIBAuYBr8SUJroxfBBBAAAEEEGgn4FpAQxcWXoAJrsJ3MQ1EAAEEEMibAPFg3nokdn1qxk933323DRgwoF2hd911lx166KGxT1brgAcffND23Xffil223nprL4Gya9euNc+1fPlyO+mkk+zWW29tt9/FF19s48aNs9VWWy2z+r733ntecue9997brswzzjjDzjvvvNDzuZ7gWj02dt55Z28F3c033zwz5yIWRIJrPnqVBNd89EMr14L4qZV7n7ZnIMD8XwaIFIEAAggggEAcAeLXOFotuS/xWUt2O41GAAEEEGimAPFZM/U5dwMEiC8bgMwpEEAAAQQQKBdwLb4kwZXxiwACCCCAAALtBFwLaOjCwgswwVX4LqaBCCCAAAJ5EyAezFuPxK5PzfgpaFVVrdI5adIk69ChQ+wT+h3wxRdfeCusTp48ueLPSiK98sorQ1deVaLpiBEj7NNPP604/phjjvGO79ixYyb1LC9kyZIldtRRR9mCBQsqytbKtrNnz7addtqp5jldTnDV6q0jR460e+65p62NZ599tp1zzjm26qqrZm5dpAJJcM1Hb5Lgmo9+aOVaED+1cu/T9gwEmP/LAJEiEEAAAQQQiCNA/BpHqyX3JT5ryW6n0QgggAACzRQgPmumPudugADxZQOQOQUCCCCAAALlAq7FlyS4Mn4RQAABBBBAoJ2AawENXVh4ASa4Ct/FNBABBBBAIG8CxIN565HY9akZP61cudImTpxoSl4s37bbbjubMWOGbbnllrFP6HfAa6+9ZkOHDm2XLBplpdjPPvvMRo8ebTfffHNF0Vr9dfr06datW7dM6lhdiGzuuOMOL7G2etOKsXKrlQDscoJr9eqtG264oc2ZM8d69OhRF+siFUqCaz56kwTXfPRDK9eC+KmVe5+2ZyDA/F8GiBSBAAIIIIBAHAHi1zhaLbkv8VlLdjuNRgABBBBopgDxWTP1OXcDBIgvG4DMKRBAAAEEECgXcC2+JMGV8YsAAggggAAC7QRcC2jowsILMMFV+C6mgQgggAACeRMgHsxbj8SuT2j89Mwzz9jBBx9sWs21fLvxxhu9VTyz2G666SYbNWpURVF9+vSxW2+91ZQ8WWsLql8jVhT1W8lUdVVy7axZs6xr166BVXc1wVVt1sq6al9pU5LvNddcY9/+9rezGA6FLoME13x0Lwmu+eiHVq4F8VMr9z5tz0AgNH7N4BwUgQACCCCAAAJlAsSvDIcQAeIzhggCCCCAAAINFiA+azA4p2u0APFlo8U5HwIIIIBAywu4Fl+S4NryQxYABBBAAAEE2gu4FtDQh4UXYIKr8F1MAxFAAAEE8iZAPJi3Holdn9D4KWiF1COPPNKmTJliHTt2jH3S8gOCyr/88svtlFNOMZ8x1nZ40AqzjVxR1C85VxUMSwB2NcH1oYceskMOOcQ+/fTTtn4Ia6t2VIL04YcfbvPnz68YL7fffrsNHz481RjyS3Leeeed7c4777TNN9+8rWy/pEb98fe//73tuuuuseugPlywYIE98MADXhkvvPBCm0vPnj1txx13tIMOOsh23313W2ONNbzy65HgumLFCu/cjz76qD311FO2ZMkSe+WVV7zzKel4++23t2233dZ+8IMfeHVZa621Yrc17ICvvvrK3nzzTa9/ZfHyyy/b008/3XbYDjvs4K343KtXL+vdu7dtscUWttpqq4UVm9nfg/o+ygn8xqh8Bw8ebIsWLWorImxla786nH/++e1WyF6+fLn97ne/s9mzZ3vlP//88945Nt10U9M5+vbtawcccIB973vfq/n5qD5RPX/1q1/Zww8/bH/4wx/so48+8srS+NSKy7qWda2UxmcUj6TX0c9+9jP76U9/2naK/fbbz1sFu1OnTm3/pjq//vrrNnfuXHvkkUe89i9btsz7u8aPxtFee+3ljeWw9kdpS2kffZf893//t/3mN7/xriO5RXWvblfYOCidk/gpTg+xLwLtBELjV8wQQAABBBBAIFsB4tdsPQtYGvFZATuVJiGAAAII5FuA+Czf/UPtUgsQX6YmpAAEEEAAAQTiCbgWX5LgGq9/2RsBBBBAAIGWEHAtoGmJTmntRjLB1dr9T+sRQAABBJogQDzYBPRsTxkpfvJL4uzSpYuXgNWtW7dUNVq4cKEdeOCBFSvERk1Q/fDDD02rh86bN6+iDo1cUfS1116zoUOHeomO5VtYArCLCa5KpJwwYYJdeeWVbU2NOg6CkpHDnMIGV1C5fiv4Jk3Mq66DkrKvv/56u+qqq9qS72rVU4mJY8eOtWOPPdZWWWUVL3F76tSpFYckSbKNWw+dcN111/WumZNPPtk222yzMN7Qv3/xxRdeUusll1ziJWVG3ZRwO27cOBs4cGDqJPko53QhwVWfCTfffLM3rkoJykFtU+LyCSecYOPHj/f6tHpTkug555zjrYIdtn3/+9+3Cy+80Pbee29vfIZtSa+jWgmuuo6VUHrBBRfYPffcE1YF7+9Kzj3rrLO8pNdaL0KoVZjO++KLL3rjVwnxYZvcNWaVqFu6fkhwDVPj7wjURSBS/FqXM1MoAggggAACLSrA/F+Ldnz0ZhOfRbdiTwQQQAABBDIRID7LhJFC8itAfJnfvqFmCCCAAAIFFXAtviTBtaADkWYhgAACCCCQRsC1gCZNWznWCQEmuJzoJiqJAAIIIFAkAeJB53szUvwUlMR5xRVXeMl6STclFylZUolu5VvUpEe/5FiVk7ZecdoTlKjavXt3mz59unXu3Nm3OBcTXP3GQZxkYr+VVqMmyAb1id/KsEpCU5KcVgot35Im5pWX8dxzz9mYMWPsiSeeiDNMvH333Xdfu+iii7zk2DQJrrputLqlko21KmeSTUmRl112mQ0bNsw6dOiQpAhv1VglEv/6179OdLwOUnLlz3/+c9tll10SJylGOXneE1y1Sqk+S6Mmd5bavP/++9s111zjre6qTSug3nXXXfbjH/84UvJ1qRxdM+pL1SFsZd2k11FQguvaa69t1113nZ1xxhkVK0NH6VfVW8m5xx9/fGi9q8tTcrauxTPPPDP2ebWarMatVqFVUm75yrSs4Bql59gHgdQCkeLX1GehAAQQQAABBBBoE2D+j8EQIkB8xhBBAAEEEECgwQLEZw0G53SNFiC+bLQ450MAAQQQaHkB1+JLElxbfsgCgAACCCCAQHsB1wIa+rDwAkxwFb6LaSACCCCAQN4EiAfz1iOx6xMpfvr73/9u5513nilBqXzTCnpa3XWdddaJfWIdELQCqxK0Dj300NAyZ8yYYUOGDGm33wMPPGD77LNP6PFZ7aBkRSVYVW+PPfaY7bHHHr6ncTHB9e6777YBAwZUtCdOMrFWHB09erS3SmX5FqeMaswHH3zQSxyNMi6TJuapbCWVaqXgH/3oR7ESB6vrq4Te1Vdf3RYvXlzxp6gruH755ZeJkwH9BqJWlp04cWKsVVRloUTMU089NZVFqT5KttUYGD58eOwkxajXcJ4TXPUZputCn1tJtsMPP9yuvvpqU7KnViHVZ9Gnn34auygdf9ttt9lBBx1U89ik15Ffgustt9zifR4oWTvNpmRTJZ5HXclVn0VKbNVquUk3jVslF//pT3/yVsstbSS4JhXlOARiCUSKX2OVyM4IIIAAAgggUFOA+T8GSIgA8RlDBAEEEEAAgQYLEJ81GJzTNVqA+LLR4pwPAQQQQKDlBVyLL0lwbfkhCwACCCCAAALtBVwLaOjDwgswwVX4LqaBCCCAAAJ5EyAezFuPxK5P5PjpoYceMiW0lidObbjhhjZnzhzr0aNH7BPrAL8yd955Zy9Ja/PNNw8tszphSgdsu+22NnPmTNtqq61Cj89qB63mudtuu7UrTqsSHnfccb6ncS3BdcWKFV4SmlbcLd/iJhMrIXrUqFEVZSRNlA6qU1DCbNLEPFVWycpHHHGEb0KnEgO1Wmzfvn1NKztqe/XVV73xrdVNoyQbRklwVXKr/DXu/cos1WPvvfe2f//3f7dVV13VPv74Y9NKx3PnzrWXXnrJdyyecMIJNmnSpEhJrkpuVWL5iSeeaB999JFvebqGZaHVWTt27Gj/+7//a88//7yXwCkTv0111/UydOjQyEmKca5frWz6ySefeCucapOLEkHL66PPDo3Pf/3Xf60oes0117Q11lij4t9eeeUVGzx4sC1atKjt38MSG/3Gn+w/+OADmzVrVkX5Gkda1bb0ObZkyRJ79NFHAxOK9VKATp06tRujSsLU2Nx+++298fDGG294bVb9/bY+ffrYrbfeavpsD9qSXkfVn9c61w9+8AMvObR6PPfs2dN23313r016wYJWC1a9g8bc1ltv7a2Y3a1bt9Bhoevo8ssvD0yq1Wq4qpdekqCXNygZVislK8F9wYIFFeVr33/+53+ONQ5KBRA/hXYVOyBQSyBy/AojAggggAACCGQjQPyajWOBSyE+K3Dn0jQEEEAAgXwKEJ/ls1+oVWYCxJeZUVIQAggggAAC0QRciy9JcI3Wr+yFAAIIIIBASwm4FtC0VOe0ZmOZ4GrNfqfVCCCAAAJNFCAebCJ+NqeOHD8pIWzkyJHeyo3lm5KWtBJe1JXzSscqaenss8+2iy66qKI8/ZsSnpSMVWsLShBV0tS0adNs/fXXz0YoQil+yW46TO3Qf342riW4vv32294Km0qyK23du3f3kso6d+4cQenrXV577TUvibE8USxporRfWUp0U7Jg165d29UpaWLeu+++6yXl3nfffe3KVFsuvPBC22yzzXwN3nnnHW910ssuu6ymUZQE13vvvddGjBjRLhlQyaGnnXaat7ps0LhXYufDDz9sZ5xxhpesV71FXQHz2WeftYEDB/omWh5wwAHeeN9xxx1tlVVWaXcOJceqz7QatJIoqzclC2pFzz333NmfGBcAACAASURBVDPyeEq6o99YCEtQLT9XVgmu1fWX4fjx473k1tVWW63iz0q0/M///E87//zz240BjXclfC9dutQ7RgmyZ511lrficnVyrhI8NRZ0nvIE3dLJNM769+8fSJv0OvJ7IUH5SZSMe8opp3jfM34JtvrMVCKv2rVs2bJ29Yv63RF0Hen8KvvYY4/1TfaW2yOPPOJ93/ldQ6UKRR1HxE9Jr16OQ8ATiBy/4oUAAggggAAC2QgQv2bjWOBSiM8K3Lk0DQEEEEAgnwLEZ/nsF2qVmQDxZWaUFIQAAggggEA0AdfiSxJco/UreyGAAAIIINBSAq4FNC3VOa3ZWCa4WrPfaTUCCCCAQBMFiAebiJ/NqWPFT1OnTvVWPSzfoqz451fVtImOWo1RSYezZ8+uKH7//fe32267zVt5r1GbVmAcNmyYzZ8/v+KUWr1VK25WJ5hpJ9cSXLVKbb9+/SoS65ToeOONN9raa68dmTpo1dUkidJ33HGHHXbYYZHNkyTmKSlz8uTJdvLJJ7dr47nnnuslCfr1b/nOSoxT4qaS94JWcw1LcH399de9tqofyjclMmrlUyWFRkky1wqYWon3hhtuqCgnygqYy5cvt5NOOsk3OTWqhU76xRdf2PXXX+8lClZ76PrVmNpggw0ij6kkO+YxwVX9ogRkJSwHbRpLF198sfdygKBt3333tSlTpliXLl1q0gStSnz66ad7qwQHvWQgyXWkitRKcNWqv1dffbXttNNOoeP4ySef9D77tapt+bbXXnuZPhM22mijwHa/9dZbXpK4ElXLNyWlKnlYicVhm8rQtVy96m7pOBJcwwT5OwKZCMSKXzM5I4UggAACCCDQ4gLM/7X4AAhvPvFZuBF7IIAAAgggkKkA8VmmnBSWPwHiy/z1CTVCAAEEECi4gGvxJQmuBR+QNA8BBBBAAIEkAq4FNEnayDFOCTDB5VR3UVkEEEAAgSIIEA8634ux4qfFixfboEGDKhKLlIylVV179+4dC+Puu+/2Vhcs3+IkTAYlWdVKKo1VwRg7B9VFSVhXXXWVrbnmmu1Kcy3B1S+5OSwRLojwoYceskMOOaQiuTFuorRWsxw9erTdfPPNFafRCo+HHnqo76mTJOa98cYbdvjhh5uSAcu3E044wSZNmuS70qPfyZWYePnll3vJpX5brQRXJdkqUXrcuHEVhyZd8VRJrrpOqpPDVf7EiROtQ4cOvnUMWvlSCZc6tnrF0VqXUC0PJb/q2omSsBvjMq3YNW8JrhpjSvBca621Qpvk9zlcOkjJlXfeeacpYTls0yraWk1XiadxPoeTXEcqPyjBNUpydXn9dD0oCVorrZZv+i564IEHrGfPnoFNv+mmm7yxVb4luY7ee+897xrSNVG9keAaNvL4OwKZCMSKXzM5I4UggAACCCDQ4gLM/7X4AAhvPvFZuBF7IIAAAgggkKkA8VmmnBSWPwHiy/z1CTVCAAEEECi4gGvxJQmuBR+QNA8BBBBAAIEkAq4FNEnayDFOCTDB5VR3UVkEEEAAgSIIEA8634ux4ietvKgVK7WiZfkWN9ExKDlRSUsjR46MhJqnBNfPP//cxo4d6yVdlW/77beft6Jgp06d2rXJpQRXJcJpxciLLrqooh1aOVRJXnG3jz/+2OtnJUaXtriJ0i+++KIpIXrp0qVtZYQlySZJzPNLxFZCnlZv7Nq1a6ymq93y8lv5sVaC6zvvvOMl2VavEKwE21NPPTVwpc1alXv22Wc9v2XLlrXtVqtdQddsmhVXg1aEDevHWOgBO+cpwXXDDTe0OXPmWI8ePSI1Tavennjiid5K1dWbkqi1umjU5OAHH3zQtOJr1M8t7ZfkOtJxQQmuceussl555RUbPHiwLVq0qKLu06dP9/7db/P73CnVS4nncRK0ddzjjz9uQ4YMMV2f5RsJrpGGMTshkFYgVvya9mQcjwACCCCAAALm9xvDhWfI6LrGCRCfNc6aMyGAAAIIIOAJcH+WgVBwAeLLgncwzUMAAQQQyJ+Aa/GlC5OTBDT5G+fUCAEEEECg4AKuBTQF7w6aZ0Y8yChAAAEEEECgwQLEgw0Gz/50seMnv4SoXr162bRp00wr4UXZ/FYg3Hnnnb2VBzfffPMoRdif//xnL7lo4cKFFfs3YwXXoGTVoiS4BiXUafXC/v37R+qv8p2CViRVYp5WA1199dVDy9SKpkruLN+UhHvOOecEJnzGTcxbsWKFt+KqzlW+xU3oLj/WL2FWf6+V4Dp37lw76KCDKuoQ93qpBg0as0FJ5kGrhtZaMTe0E83MbzXfuMnOUc5TvU+eElzjrFxdaodfsqgSZX/1q19Z9+7dI5P4JYqHJWjGvY5q1blLly7eSsLdunWLXGftGPSZdPvtt9vw4cN9y3rmmWfs4IMPrkhITZqsrhMEvfAhzK9UOeKnWF3OzghUC8SOXyFEAAEEEEAAgXQCxK/p/FrgaOKzFuhkmogAAgggkC8B4rN89Qe1yVyA+DJzUgpEAAEEEECgtoBr8SUJroxoBBBAAAEEEGgn4FpAQxcWXoAJrsJ3MQ1EAAEEEMibAPFg3nokdn1ix09Bq0lGTXQLSm6MmzRIgmvsvvZdQbFWEm7pDB988IENGzas3QqitZIyw2qXJsnZbyXGKKtgxk3Me/vtt71kuUcffbSiOQ888IDts88+YU30/btWTJXlk08+WfH3IMug1XPjJAMHVXTq1Kl2/PHHV/z5hBNOMK2o+U//9E8V/z5jxgwvobx8i5vY7lePoFU1L7zwQtNnQr22PCW4JmmrX4J3lGu52tNvJdSwBM2411HpnH5JuUmSe1VeUIJ2rQRXP7O0L0Twe+FDmF/Jg/ipXlc35baIQOz4tUVcaCYCCCCAAAJ1EyB+rRttUQomPitKT9IOBBBAAAFnBIjPnOkqKppMgPgymRtHIYAAAgggkFjAtfiSBNfEXc2BCCCAAAIIFFfAtYCmuD1By/4hwAQXQwEBBBBAAIEGCxAPNhg8+9PFjp+CElTHjBljkyZNsg4dOtSspV9CW5IVG4OSrNImLCUhDqrLiBEj7JprrjG1r3oLStCqZ/39EsyiJMX5JcFtu+22NnPmTNtqq62SkNlnn31mo0ePtptvvrni+CiJ0k888YT169fPW8WxtEVJlIubmKfVgQ888MCKFR+jJq8FoXz++ec2duxY00qp5VtQgusnn3xio0aN8la5LN+uu+4601hJs8lxt912qyiiT58+3mrM66+/fsW/+42dLMaqPk/OO+8877/yLYuya9nkKcG1VlJmUBvuuOMOO+yww1KbNTvBNU2itt+YDLL829/+ZuPGjbNrr7020+vI70ULUT8jiJ/SfHpxLAIWO37FDAEEEEAAAQTSCRC/pvNrgaOJz1qgk2kiAggggEC+BIjP8tUf1CZzAeLLzEkpEAEEEEAAgdoCrsWXJLgyohFAAAEEEECgnYBrAQ1dWHgBJrgK38U0EAEEEEAgbwLEg3nrkdj1SRQ/pUn8e+ihh+yQQw6pSE7U/7/ppptsnXXWidwAFxJcayXpuZTgmqa/a3Xo3XffbQMGDKjYJSyxUSuaKhlSyW3lmxJGR44cWXP8xE1wnTt3rh100EEVZUZJCA4bxH6JeUEJrkErvp5zzjm21157hZ2q5t/feustz3Lp0qVt+/kl5wWN1SQrj/pVyC9ZMwvnWo3PU4JrkpWQ/cziroItn2YnuJ5//vl29tlnJxrHcRJcg679NKsxq9J+CegkuCbqTg5CIK5Aovg17knYHwEEEEAAAQT+T4D5P0ZDiADxGUMEAQQQQACBBgsQnzUYnNM1WoD4stHinA8BBBBAoOUFXIsvSXBt+SELAAIIIIAAAu0FXAto6MPCCzDBVfgupoEIIIAAAnkTIB7MW4/Erk+i+Clo9c2wJMOg5MQkq1EGrYRZ78Q4P2G/JDHtpyRE/edznZhLCa5+K3326tXLW+lz0003jT3oSgf4JW9uvfXWNmvWLOvatatvue+8844dfvjhNn/+/La/R00oi5vg6pdEqNVUr7rqKltzzTUTt/vWW2+1I444ouL4oCTHoLGV+OQhB2q1YSX99ezZs23PoFVkk6w86nf6eo2vWk0tYoJrkmTRZie4JvnsL/VrnARXv5VW/cZ63OvK73M86ucR8VNcbfZHoEIgUfyKIQIIIIAAAggkFyB+TW7XIkcSn7VIR9NMBBBAAIH8CBCf5acvqEldBIgv68JKoQgggAACCAQLuBZfkuDKaEYAAQQQQACBdgKuBTR0YeEFmOAqfBfTQAQQQACBvAkQD+atR2LXJ3H85Lf65pFHHmlTpkyxjh07+lYkSUJjUItWrlzprT6p/8q37t272/Tp061z586xMZIe8PTTT9u+++5bsSqtyqqVvPW3v/3Nxo0bZ9dee23Faffff3+77bbbYq1mG7XefglhURKC/RIQoxwXVq8kq7H6rao6ZswYmzRpknXo0KHmKeMmuF500UV2xhlnVJQZtsJsWJv1d7/E2aAE16CxFeU8SfeprkuQm66zwYMHJz1N23F+4ytqkmDSk+clwXXbbbe1mTNn2lZbbRWrKX5jyMUE1zRJ0nESXJMk8kbpkBUrVtiECRPsyiuvbNs96tglfooizD4IBAokjl8xRQABBBBAAIFkAsSvydxa6CjisxbqbJqKAAIIIJAPAeKzfPQDtaibAPFl3WgpGAEEEEAAAX8B1+JLElwZyQgggAACCCDQTsC1gIYuLLwAE1yF72IaiAACCCCQNwHiwbz1SOz6JI6f/JJVu3TpYrNnz7Zu3br5VsQvKTZqcqJfgX4rYWpVvvvvv9923XXX2BhJD/Crh8rSSpj77LNPYLFJE06T1NMvEUvlRElUrVeCq87/zDPP2MEHH2xambW0DRw40LQa8Nprr13R1C+++MLGjx9vkydPrvj3MOfSznETXP36p9EJrn72Sfo/zjFRE1yDknLjnEv7tnKCa9RkyGpTElzN8pDgqn6prkfUPiV+ivtJwf4IVAgkjl9xRAABBBBAAIFkAsSvydxa6CjisxbqbJqKAAIIIJAPAeKzfPQDtaibAPFl3WgpGAEEEEAAAX8B1+JLElwZyQgggAACCCDQTsC1gIYuLLwAE1yF72IaiAACCCCQNwHiwbz1SOz6JI6fglbfvOKKK+yUU05pV5G//vWv3r9PnTq17W9KRr3nnnusd+/esSuuAxYuXGgHHnhgRXKk/r3WyqmJTlTjoKDE0ShJTo1McPXzV7OiJGzWM8H1448/tpEjR3rjoLRtuOGGNmfOHOvRo0eFvN8qjH369DElGOuYsC1ugmseVnDNc4IrK7gOtkWLFrUNu7BrPu2qseXjmwTXfCS46nvw7LPPNn1WlLawcVDaj/gp7BObvyNQUyBx/IorAggggAACCCQTIH5N5tZCRxGftVBn01QEEEAAgXwIEJ/lox+oRd0EiC/rRkvBCCCAAAII+Au4Fl+S4MpIRgABBBBAAIF2Aq4FNHRh4QWY4Cp8F9NABBBAAIG8CRAP5q1HYtcnVfzkt/rmIYccYjfddJOts846FZVZvHixDRo0yJYsWdL273GSE/1a9uGHH9qIESNs3rx5FX/Wv11zzTWmBNp6b2+//bYNHz7cHn300dh1ULLv8ccfX3Fc9+7dTYmDnTt3zrTqn3zyiY0aNcpbYbd8S5rgmmU9NV5Ut/Lt8ssv9xKiyz9jou4XBBc3wdUviVD1vOqqq2zNNddM3D9+5Qathvryyy/bD3/4Q3vppZfazhc1gS5xBasODBo7t99+uzf2026PP/647bnnnhXF6LNh2rRptv7666ct3vf4tMmmfsnWYf2S9pzlDSHBNX2Cq74ftPpzz549E48xvxcHhI2D0smInxKzcyACEkgVv0KIAAIIIIAAAvEFiF/jm7XYEcRnLdbhNBcBBBBAoPkCxGfN7wNqUFcB4su68lI4Aq0p8OCDD9o3v/lN23bbbW3dddeteA4ha5GVK1fa8uXL7csvv6woepVVVvGeYVlttdWyPiXlIZBawLX4kgTX1F1OAQgggAACCBRPwLWApng9QIuqBJjgYkgggAACCCDQYAHiwQaDZ3+6VPFTnNU3/ZI5/ZIY4zRRNwauvPJKGzduXMVhQSuAxik76r533323DRgwoN3uUVaRnTFjhg0ZMqTi2C5dunhJqN26dYtahUj7BSXinn/++d4KhLW2F1980QYOHGhLly5t2y1qEleUyvklP/ft29duu+02W2+99bwiPvvsMxs9erTdfPPNbUXG7ee4Ca66ybXvvvtWNGG//fYzJRd26tQpStN899GYPfXUUyv+FpTg6pdImUViXpzKB63+e+GFF9rpp58epyjffbUC7xFHHFHxt/3339/r/+pE+dQn+0cBaZNNSXAdbr/97W8jjeHSTn4rVqdJko5T3gcffGDDhg2z+fPnV9RZCa777LNP4mHll/wd9bOR+CkxOwciIIFU8SuECCCAAAIIIBBfgPg1vlmLHUF81mIdTnMRQAABBJovQHzW/D6gBnUVIL6sKy+FI9B6Ap9++qmdeOKJ3v1nbZtuuqldfPHF7Z7VyErmscce8+5/L1u2rKJI3d+cMGGCUwmufvdkg55tyMqPcpoj4Fp8SYJrc8YJZ0UAAQQQQCDXAq4FNLnGpHJZCDDBlYUiZSCAAAIIIBBDgHgwBlY+d00dP/mtqqlJ7jPPPLPtrZd+ibBbb721zZo1y7p27ZpKxm8VWRWopNeJEydahw4dUpVf62C1Syugqh3lW9S2PfHEE7bbbru1O0XapCu/Oi9cuNAOPPBAe+eddyr+fMstt9jhhx9e08gvmS/LRNwvvvjCxo8fb5MnT26rh5I477nnHuvdu7f3b371P/LII23KlCnWsWPHSH0cN8HVL7FXb3SdOXOmbbXVVpHOWb3TihUrvJtWSnIt34JuAgXVOU1iYJKK+924irL6b9i5/v73v3sJ1hdddFHFrlmUXevcJLh+rZNVoq7KCruRGSchNWzc6O9xyvv8889t7NixduONN1YUHeVFBLXqopvSSpx98skn23YjwTVK77EPAqkFUsevqWtAAQgggAACCLSYAPN/Ldbh8ZtLfBbfjCMQQAABBBBIJUB8loqPg/MvQHyZ/z6ihgg4JVB9T08v0v7Vr35l3bt3z7wd7777ro0aNcruu+++dmVPmjTJexH2qquumvl561UgCa71ks1fua7FlyS45m8MUSMEEEAAAQSaLuBaQNN0MCpQbwEmuOotTPkIIIAAAghUCRAPOj8kUsdPr732mg0dOtQWLFjQhtGnTx/Tqoy6MaDNLwk1bnJikHTQ6pI69/Tp022PPfaoWyep/GOPPdb0xs/ybcyYMaabE2HJtX/+85+9t4IqebN8q04QzqIBWnX0sMMOa1eU3h4aZhQ3MTRJff1WS1Xi4znnnGOrrLKK70q9cZM847YjaNXHu+66yw499NAkzbQPP/zQRowYYfPmzas4Pig5MCghNuoYq1VJrT58wQUX2EYbbWTbb7+9bb755rbllluaEvSUYFy++a023KtXL5s2bZr3htukW5BHVqvDBtWLBNevZVolwVVtVRL1GWecUTEk0iZS6yUF/fr1q/gOIME16acBxyEQSyB1/BrrbOyMAAIIIIAAAm0vMCujcOEZMnqucQLEZ42z5kwIIIAAAgh4AtyfZSAUXID4suAdTPMQaLTA008/bfvuu2/bPb2+fft6q7mut956mVbls88+817sfe211/qWq/vqegH5nnvumel561kYCa711M1X2a7Fly5MThLQ5GuMUxsEEEAAgRYQcC2gaYEuafUmEg+2+gig/QgggAACDRcgHmw4edYnTB0/ha2+uXLlSm8lVSUrlm9pkgSrER5//HEvUbR6ddKDDjrIpk6dat/97nezdrMlS5bYUUcdVZHYq5PopsTs2bNtp512Cj2nEmNPPPFE7+ZJ+XbIIYeYVsZdZ511QsuIskNQEnDUBMWgeirBd/DgwVGqELqP+k4ryc6fP79t39KNJb3BdOTIkd6KrqVt5513tjvvvNNLyoy6xU1wDVpdNE1y9kMPPWTq3+qk6FqrX/olJ0ddJTjIRjfXRo8ebTfffHOksbd48WIbNGiQN+7Lt7hJxtX1CfKoxyrG5ecmwfVrjVZKcPUba1GTUf2uI30+nHfeed5KsuVb1DKJn6J+crMfAr4CqeNXXBFAAAEEEEAgngDxazyvFtyb+KwFO50mI4AAAgg0V4D4rLn+nL3uAsSXdSfmBAi0loCeGTn++OPbGn3KKafYxRdfbKuvvnpmEF9++aVdfvnlNmHChJpl7r///nbjjTfaBhtskNm561kQCa711M1X2a7FlyS45mv8UBsEEEAAAQRyIeBaQJMLNCpRTwEmuOqpS9kIIIAAAgj4CBAPOj8sMomf/BKHSqtvfvzxx+1WrKxe4TWtopJszzzzTO+GQfV2wgkneKupduzYMe1p2o5/7733TCv/3Xvvve3K1AqBSnpabbXVIp3vyiuvtFNPPbViX62eqaRXJehmsT377LM2cOBAW7ZsWUVxUVcvDEr0vOKKK0w3f7LYlAgti3HjxrUVJ4f777/fvvnNb9rBBx9ckcB8+umne4llSn6NusVNcFW5fmNbqwMrsXPvvfeOempvv6BEY/2tVoJrUHJp3LFWXlklkGpMVCfa6hpSn1Z/tgclxKa5Abd8+XI76aSTvNWey7esPx/8OokE169VWinB1S+JXgZBYz7s4vaz0zEkuIbJ8XcEMhHIJH7NpCYUggACCCCAQIsIMP/XIh2dvJnEZ8ntOBIBBBBAAIFEAsRnidg4yB0B4kt3+oqaIpB7gRUrVnhJp3oWobSlfYlzdaP1rINezq0k2vL773ppt17yredVyp/VqMczLPXqCBJc6yWbv3Jdiy9JcM3fGKJGCCCAAAIINF3AtYCm6WBUoN4CTHDVW5jyW0pAbxZ79dVXvYSL5557zluxa9GiRfbRRx+1Oeywww7eSnW77LKL7brrrrbNNtvY2muv3VJOzWjsV199ZW+++aY98cQT9sILL9jzzz9vS5curZgM23LLLa1z587eCoJaoa979+627rrrtktYqXf9y+uq+vqNI9VV40gJARpLO+64o22yySa2yiqr1Lt6lJ+BAPFgBojNLSKT+OnDDz9sl8RaWn1TSUD9+vWrmMjXJLgSUn3GT2KNoBVVVaASAfVfFkmu+h7UDZAbbrihXV31XaibIZtttlnkdjzzzDPtkjd1sG52/PKXvzSt1JlmU2KiEhb96htnFV0lIR5xxBEVVcn6zaZ+Fkqi1VaeBKzEV63m2rt371g0SRJclaCtROBZs2ZVnCvu6sBBN7VKhdZKcA1K4JbDddddZ0OHDo11LQUlaIetCquE7hEjRrRLij3//PNt/Pjx1qFDh8j9UesNtkkTDiOf3MxIcP1aq5USXHUN6m3Ixx57bMVQUQx6yy232J577hl5COlzVWP+2muvbXcMCa6RGdkRgTQCmcSvaSrAsQgg8LVA+dyh4lnNI2qeqvwhrp49e3q/jzQ3pfh9iy22iPwyoCydXZpLy7LdlIVAVgLM/2UlWdhyiM8K27U0zGUB4h+Xey9fdXcp7s+XXH1rQ3xWX19Kb7oA8WXTuyC8AlGeBSp/pmyvvfay7bffPtMVM8NryR5JBXQvTPN8es7rqaee8p5H07NppU33qdWfG2+8sTfv9/3vf9+23XbbTJ7HSFrnoOOqn2Xp0qWLzZ4927p165bZqR577DHvWYryJNbSPcg99tjDJk+ebCeffHLF+bSCrF7+HfXF6VEqq2RePQPyxhtvtO2u5zgPO+ww+9a3vhWliHb7ZJ3g+u6779r06dNNz0CUtn/5l3+xAQMG8PmQqIeyO8i1+JIE1xh9X+tt/DGK8XYtPeirB5H1YLIeStZDEuuss07conz3T/IQSyYndrgQvw9qPcillUnY6iegIGm33Xar3wlqlBx1RZOmVC5nJ+UzJWcd0oDquBbQNICEUzRXoNATXFo5S6uBKRap3vSwef/+/euu77eylk5a62H4O+64w/uRXL5Ffeg3KAkhSUM1abb++uvbRhtt5E2qKIEu64kVv7YmqWuSY7KKR9XHmmzRqnE33XRTu5XewuqmCSw9rKb46T/+4z9iJTqElZ3m71nHko0YT37tff/9923mzJl2/fXX20svvRSbRH1z9NFHeysCZpHkVasCun71drqkddX1qQSEH/7wh/ad73wncluz/D0e+aQBO9ZKVkpbdp6OJx7MU28kqksm8VPQ6pv33Xef/eEPf6hYlVOrX86ZM8d69OiRqMK1DtJEuD47qlel1DFKzNObMTfYYIPE53355Zdt7NixptUvqzd9B+pGyL777hur/KCVMVWIVse85pprvJcAJNn0mag2n3vuue0Oj7tK5sKFC+3AAw+sWEVV9VPMkNU8pZ+F5kK16fyl7ZBDDvHilLjnTZLgqnMGrXY6aNAg702vunFXa9P1MW/ePPvRj34UGFuFfWe8+OKLNmTIEO9FEeWbxsall17q3fCJ8mKIWgnapVWXg1bFDVpxVfXRGFPC3xprrBE6VHWzSvGBktyrr9UkSeKhJ/TZIWgs6OajbjKGbUnmv9Im1ZbXye93R5LfA1m1Q3ULG8N+c+pp3o6cpLy33nrL+y545JFHKrpYLxTQZ23p86ZW/+tz6sILL/T+89ui/tYlfgq7yvg7ArW/Wsv/qu/ZZm5+n0fNqE9pdXm9DX7+/PkVVdADRtOmTUscU8Zpj14OMnLkSO9lJOXbkUceaVOmTMl8LiLLucM47dS+UT7zg1b81pyZ4uiwODJunbR/ve9j65rT7yK9QOfuu++OPXeo+FVjRA986cGlem95nEvLag5Zz49oHK655preA4WKZbJ+aVzWc6px+jvK/fl61U/jVA87rrfeeqZ5YPnqnkLc36Bx2pv3fYlfAJYN0gAAIABJREFU895DTa9fJvOLTW9FAyqg+axRo0a1O5Ne8KYXyTVi0/e35pHKt1ovkwv6rA2bByiVz/detF6N8r0XrSSzPMY/UesetF+WcX+z7vEGtS3oN5T218vaFDs3Y3Mt7m+GUbPPSXzW7B7g/HUWIL6sM3Ca4pU4pxcjaz5Sc19xNs1l6D6NYp+tttoq8gt8Fy9ebLovW32fdODAgd73ZSMWYnjttde8lw4vWLCgosl+91eznK9Q7KJnHUuLG9RzfkJJy2qfXrCs+V2/Zy5q9bd+V+g+vp7X0L23LBM344yz6n11n11jRQtHaMv6GQe/5NbqF1X7vTw36cusa1n4PTO33377mX6XderUKRFj1gmufnPmWf4eStRIDvIEXIsvSXCNMXAb8UDtAQcc4GXy683iab4AkjzEEoOikLvW+8ZgIdEyaFSWAV/c6vDFGV2Mz5ToVkXZ07WApijutCNQoPATXEErfI0ZM8ZLXoizalKScRR0g6XW+fOS4OrX3tLEihJV9JBKlKSAWm5Z3aRN0jdJHmivPs/rr79uWjFLKxjFnaTyq7Mm1fTg9957753aNolJ+TGNiCVL40krzOktb1muSvjBBx/Y1KlTvSSa8hV0k7roRUo//elPvYcYsv7c0O9hTXZecMEFmdRVE9xnnXWWNwEaJSm3Eb/Ho7pHfcAjanl53Y94MK89E7lemcVPfjeWtGrqn/70Jy/xs7TV6+F2la83ieuzUnM3ft9l+vzTZ4o+/6Ik4pXqrBsOSsgL+mzTd4BuXulBtCTzdPqeGj58uO/D4Uk+s/Xwid6ges4559ivf/3rdoNB9dUD9XrhQdTt7bff9ur46KOPth1Sj7ebRomnkq7wmTTBNWgFVUGExTtKCtXYUaxWK74K+84IWn2y1BlKnj3ttNNs8803941BdEPyueee85JK/RK0oyZZPPvss94NwPK3z5bqoPlqjTk9VO8XV6sNuvmrl/boxnf1pnEpKyXy1nv75JNPvAdKyz+bdE59Pul3lV6MU2tLMv9FguvPvPizfGt0gqvOHbQSsZIYVL/Bgwf7xpxhn6uldkVJdtK+xE/1vsopv+ACmcWvWTjlKcF12LBhXiyst75Xb3pr+6GHHppFk2uWETR3Wa/zZ/mge1ycKJ/5QQmuOpd+KykuSvL7oVZd63UfW9+Fehjskksu8V5olnaLO98T93x5nkuL8psnbnvL99dL4/T7QL/f1lprrTRFeat05PkF1I2un37zaO5Xz+ikvZeQqmOacDDxaxPQ3TplruKzPNMFPRSf9GVucduqOS69oEyrB5Vvtc6flwTXoLa20vdeWH/nOf4Jq3vY3+sd92f9zEBYe8r/rmusX79+vnPHjfpsKK+Pa3F/HOui7Ut8VrQepT1VAsSXORwSWT5Tpu/eE044wZvHDLsnJ4qgOLaeL9au7gK/F8UEnb/e8xWKETS3GHRPNsnw0Wqtet7B79mCJOVpDkVzn0rQzfL5uSR1mTFjRsX959NPP917niTopc9xzvH44497z7OVJ3sHJa4qQfuoo46qSJLOOsmVBNc4vce+1QKuxZckuMYYw418oDbtF0CSh3FiUBRy13rdGCwkVoaNqnfAV6uqJLhG70g+U6JbFWVP1wKaorjnrB3bm9kLOalT4Se4ghJM9dYrPVikB9rruT300EPem7bKH86v9VZf1SXPCa7lVlrhQhMrm222WWLCej+cVKtiaRJclQykVUE1+eWXrJAY5B8HylYJQZtssknaohIf38hYsjQRq4cE9LBemk03ER9++GFvUnfRokVpivI9Vr8n9ftGCd5ZbFoVS8lds2bNyqK4ijK0IqJWe1EyVa2tkb/HwxoZlqwUdrwrfyceTNRThYyfol5/9Xq4vdQTYUmu2k8PPmmF+R/84Ae2xRZb2Oqrr96uI9WeV1991Xs7aa1VzdMmt+rEqrOSNidMmBA4oEp11mrcnTt39h5ULl1/Sl5Uwp6+x5966imTseK2oE1JXLpBFedh+r///e/eMRdddFFFsUoW69+/f6ILwe+goAf9SvtuvfXW3vdM165dY58zaYKrTvTee+95bxNWe/02xeN622vPnj3tm9/8pikhWN8Dv/nNbyLFV1G+M8JWjlS9ND70nambhaqHjtEqylpBtvqNwqV2KLFPLzjRQ9phm2IT3QQ88cQTA19kIYu+fft6yb96OcX//u//egnXSqwNGpdZXEdhdS//+4oVK7zrTUlA1VtpJSz5adMN9upk8CTzXyS45iPBNezzVteDvhuUyKE3YkcZv+VjKEqyk/YnfopzxbJvTgQKGb9mYZunBFclszXz5XiKFzW3JpPyrU+fPt7LLfTAV9ZbvR90r1XfKJ/5tRJcFf/oZRuK3bLc6nEfWzGlVpa79NJLM3kpXnl71f6rrrrKW7Uji82FubRGzSEneVlSdR80ck61+txR7s83q376jaBrLe3cbxZjvlFlEL82SjrWeYjPYnHlY+dmP5gftPJVrVUi857gWurZVvjeCxrFLsQ/aa/ARsb9WTwzELW9Qb+hSseHPYcR9TxR93Mp7o/apiLvR3xW5N5tWtuIL5tGn+8TK4adNm2a96LdLF7IX95aza9dc8011qtXr9AkSL8EU5WV9MXIcdT1HTl69Gi7+eabKw4LerF3o+Yr1CdK1kwzP6HnDKZPn24nnXRS5v2rWEYLYxx//PGxnkuI0zelfXXvV89IaIXh6k1JqLpnX9r0nMg222wTehotGKEXM2+wwQbt9lUMrpVb1bbqlYwvvvhi7zk/v2cx/FZ7Vf/pOtBLeNMmA5PgGtqt7FBDwLX4kgTXGMM56gN9MYqsuau+ACZOnOi9ASDu6jtJHsbJqt6ullOPG4OuWjSy3o0K+PzaFOUGWiMt8nwuPlPy3Dv1qZtrAU19FFq+1HPNTE9Cn2dm/7ecU3NYCp/gKlYlWGi1oeotzeo3Ubor6UNqriS4ykAPM+tBLa3qluQN7I16OMmvv5ImuCpZWZNJmlyJsilZovT2PE1yLV26NFLShm4sa1VPJU6knYyJUs/qfZoRSyoRQquufve7301SZe8NhFrFTCutRVlRV8Yaw6VNSU7Vk2h+FdFE2dVXX+1NyiUZ96UywxJ/EiFUHaSEmV/+8pem5KagrdG/x2u1K0qyUhYuzS6DeDBRDxQ2fgq6sVRSatRLOZTApO9lrawS5UZb+feb6hrnM1QPeiuZIE6yqN+o0Y0xvRzh2muvTTSooh6kB3G1QmWUVbGry5w7d267RL8s33Cq8wUl0pbqkmYF4DQJrqVxocTO++67Lyp3u/10Dey6665egkD5FvU7I0qSa5zKKXb4xS9+YVrBNWqMpht2SvzW9ZXFy1EaeXOz3Cbod1W1n1+cnWT+iwTXfCS4qn+z+LxV7D1mzBgvXi9/EU2UZCfVgfgpzicV++ZEoLDxa1rfvCW4Bj1sFfXzKY3HO++8Y3oYfP78+RXF6CUpWuU9izfiV9evkQ+6V587immtBFeVpxjstttus4033jgNfcWxWd/HVrynl5kp/gvbql8Uojkarf4QNq+l71V9p+6xxx5hp6j5d1fm0ho9hzxixAjvN6Dfw3hh4M2YUy3VKcr9+WbWb9CgQd6catK53zD7vP2d+DVvPeLVh/gsl90SXim/lwnrKH2H635Q1PmZ8DO138NvLiTsZXKuJLiWWlvk7z2/Pncl/kkyXsuPaXTcn/aZgajtDXvZo8rR/JNiubjPBEetQ2k/l+L+uG0r6v7EZ0Xt2aa2i/iyqfz5PLnus2tuL8r9a93v08v111hjDa8xeoGo7p+E3auPmtwXNPeol+5qfm299darG2LcF8U0cr4izfyE7vlqQRUlaYbN36XBrZXwmabc8mPr8axY0PxvrXvlegZT99CDYrcgc10/ejHzEUcckeq5ExJcsxpRrVmOa/ElCa4xxmk9PiSjnF4rLum/OA+oJXkYJ0pdirxP1jcGi2yVZdsaGfBV1zvKDbQs2+pyWXymuNx7yeruWkCTrJUcFSLwz2b2upmt/Y8E12YmurZEgmvQjY40D/tHGeW6qTFs2DB78sknK3YPexOaSwmualiaB+wb/XBSeUckSXDVJKJWrrrhhhsCh4BWixs5cqSXzPK9733PdxKltDKYVp3QxFfQ5KRuBiqZQ6sA1/MGvV9jmhVL6sFOPeikVfbibPpNqZuV556rewj+mzzVN/IMWn1Qb6jTg4RKSFISfFASSppxr9qFJQloHGlSde+99/bquvbaa1eslqh6aoVqTW6rrrXGUVjicLN+j/v1UtRkpThjI4/7Eg8m6pXCxk9BN5ZKSvV8uL26J3RzYOHChXbyySebvgey3rQKtlaoUnJsVt9r+jzVDR6tYFSPm0hJ5g7L3fziwXrcNAx60E91SbMCcNoEV50/zo3c6jGnxFa9/ELfzXozbPkW5ztDCdxaxVbjL8rLLILGftqV3NUOXdO//vWvE19eWuX15z//ue2yyy6ZXUdRKxP15Rx+84JJ5r9IcM1PgqvGiGJG/ZZVzB3381bX8uTJk737MHqbMgmuUa869nNcoLDxa9p+yVuCq9oT9NKZWitzpXXQ8X4vQ9GqrXPmzLEePXpkcYp2ZTT6QffyCmSR4KryFKMrrkv7wpxS3bK8j71kyRI76qijbMGCBb79pwcQhw4dagMHDvR+F2m+p3rTC/LeffddL2bUGPzDH/7gW1baJFeX5tKaMYeslXKnTJliXbp0iXUtNmtOVZWMcn8+qH49e/aMPR9bgon6AK721+otiidLD+/GwnVsZ+b/ctlhxGe57JbwSuleiO7tVL88op6r3qtWn3zyifcCZd3LK9/CkudcS3BV24r6vVc9ulyKf8KvjNp7NCPuT3vvNEqbq3+76ZyKK95///22w8OS0KOcJ2wfl+L+sLa00t+Jz1qptxvWVuLLhlG7caKw+2j63tK9Rr0IWr/DNU9U/dmk+/W6t/rggw96q5/+9re/DZxjClvBUmUpAVArY5ZvjVjxXOdV0mL5VuvF3o2eT0n6gmu/1URLbSz1r/pY93HVv3r2rdTH6o/ly5fb22+/bY8++qj3nNfvfvc73/5VWVoUQ/OIWT1X4Rcb6yV9uhef1eY3/6v79Lfccov3QsDq+4t6xk8vNA+bJ9J8qVZFVr8lLSOojSS4ZtX7rVmOa/ElCa4xxmnQA7VRJuHLT6MPME0w6eG2P/7xj95S1voCqPVm/LhvOUjyME4MikLumuWNwUIC1alRQQFfvVerq1NzClssnymF7drAhrkW0LReDzWsxcrAOqfsbFrJtRmJri2R4Ko3serHsB6oLd/qfXPD7+G4KOesR4Jr3GROTS5oQuD//b//5yUUaMJMSQFBiZhJJ1aCHk6Kk7DQqKs2LCFRyQYTJ070VpKI84CdEpuUlKO39/k9KK6kTE30aCXXRm5pb8BX11UJmWrfq6++6k066W2AQeNJSRt6QCDqJJ3Gqx62V/Kx36YH/s466yxvpeGwSbHy4zWxqLdzX3DBBb51TTrudY57773X9Fbs6j5Xf+t8Sm6N82Zh3ajWZ5wmif3Gkd54p8/BrFd/8futt99++3mrQHbq1KmRQ9apcxEPJu6uQsZPQSu+S6neD7cH9YS+83TDTC8cSJMMWCpfSftatfTQQw+N9dkWdaRoPvDhhx/2HnQPevg7alml/fS9rs9OvWggzWrdfv1bj34NetCvV69e3vdu+YrlcSyySHDV+dRHmqe95JJLAm/EltdLN/z05lvdcNX/9osZk8SLH3zwgfeiEq12FWcl1SzHsH6bKFlBFnHG6+67724nnXSSd+M7TjwTp7+j7Lt06VLvhnStJF2/WCDJ/BcJrvlKcNX40M33559/3ltVMEqituJl3WzWtbz++ut73ykkuEa50tinQAKFjF+b1T9p5svC6tyMl+MFzVfW+4V8QfFd3HvyYaZJ/x62gqvK1feLEk2UiJHFltV9bNVdyTd+LwsqfSeOHTvW+50XddM4UTx/2mmn+c5N6SUSuu+72WabRS3S28+1ubSsrv+//OUv3ks7ND/59NNPe8ntQQ8SyinspXF+6Hm/P5/1nG+5gZ7TUayo31t6Rsdvy/r6jTXwG7wz838NBo9+OuKz6Fa52bNZD+Y/88wzdvDBB5vu45W2KMkAaT9r+d6rz9BzLf5JqxAU9+f1mYEo7dV9C70sQ/cuStv+++9vu+22m3f/oXwLe+F4lPMF7eNS3J+mnUU8lvisiL2aizYRX+aiG5pfCSW36j6enq3z2/Syf91b2XzzzSM/C6X7q/fff793j8Xvnr3u/2qObKeddgoE8ItptXM9X7IddN+61jnTxtAlgPK5n8cff9ybN3vppZd8ffTcmpKNoz6bpnZpDtWvj5WIqmcL4szRqX91v1vPOPjNJ0Z5WWCakV+PxRCq66zn1+SiXK3qLWpya+k4xfNK+pVX9XNxWuhCz8sleSaCBNc0o4hjXYsvSXCNMWazSnD1O6XK1koFekjY7ws+zUPJMZrY0rtmdWOwpRETND7vN9ASNIlDECiEgGsBTSHQ89mI8re4ldew0YmuLZHgKuCgVa30w1eTD1lvQfFtlIfU0ty4zOpmlZ9HWLJfkkRMVxJca9301O8JTVIquVL/O8mmm/Na6ffEE0+sWM2oVJbeYvfLX/7SlCDdqC2rycOg+r788sumh/oeeOCBdrvUemtf9c6y0wNTSoLxS+w8+uijvcTjDTbYIDFdrbomGfdBk7lJyipvlCxmzJjhjaPq5OEoyfVJgEhwTaJmfhPkLswhJWtstkcVNn4KurGkiXgl2q+zzjrZSkYsTd/9SmBSvFTrod+g4pSIp8SmvfbaqyEJeYq/VF+9ZVSxX5JNSYT6TtGDzFppMIvNr3/r8YCN35tw096czCrBteSoG3Wan9XLUx555BEv7iklmmoFK930UnKkEou/853vtPFnleBaKrC0YrvejvvUU095ddCD2KVNddELMpQg3Lt3b2819TgvMIkybmShZFHVQf/Jxa8Oun606u8mm2ySKtk6Sp2i7qNEC90UVrKF+rC83irD74ZrksRGElzzl+Bafi2/+eabNm/ePG/8agyU7r0oplU8r6SjAw88sOJa9hsHUV+Ownxa1CuU/XImUNj4tRnOaebLwuob9NIZrdyoh8S6desWVkTsvwclctZ71dgiJLgKWy+Y00NoG2+8cWz76gOyuI+th+21CoFeplK9KTbSihqKLaM+MFddhmLWH/3oR77zhnrIUXNfUV+U5uJcWr2uf8Xkzz33nLcicNDLO+Ku6JH3+/P1nvPV2A17AFcv9tPv9mbNdaT+0IhYAPFrRKjG70Z81njzTM64ePFi78WgWjWxfFNSm77Ls365p74v9f2qubXyLcqqsWk/a/ney2TIVBTiYvyTVsG1ZwaitHfhwoXeXFN50rk+A/TZoBeqaa61tEW5VqOcs3ofl+L+JO0r+jHEZ0Xv4aa1j/iyafT5ObGeKVMCX3XsqBrqnsmll17qvZA/6UuV9R2nlzz4PV8V9hvb7wURqpfuPyru3GijjTKHVDzcr1+/ime4wl4UkzaGDmqE2i9/zf1Ub3HjBb+FTlRm3Lmj6nrUSo5Oe6+/VueWVpTV+C1tmie/6KKLTAtTlLZ77rnH9AxFlE1jXH2t++r/9V//5b20T8eXb/q7FqnQM4NR5zNLx9dKctW9feWK6aXrca41Elyj9Cz7BAm4Fl+68HBibhIa6pngWhpQtR5K1o0lPRTdyAfGW+lSz+LGYCt5ZdXWvN9Ay6qdlIOAawKuBTSu+TpW3+q3uJVXv1GJrrmJB+vddx9++KG3WqIewC3fBg4caHpwbO211860CkE3WvXiFf2QrrWluXFZz5tVqnNYIqbekirPqMmEriS4apJQY6U6gVKTLkomOeKIIzJJelByhZIT77vvvnZDJGxSMtMBbOa9HU5vvK3ekqyWFlS3N954w5T0rQSX6i3qA50vvviiDRkypN1DDSov7tveahkqYVRJzH4PKsZdLSNoMlcJZHqrX9KHHUvXqFZyPfnkk9s1px7JVCS4JrvyiAeTuf3jKOKnVHzJDtb3v26sKFFT3wOlpMTyF8kpIVA3wPSGWD24rRVQm/Wwquqrz2098PLss896q2S+++673go95ZtucuimouYF9Z2nuiuGiXPDI4qo343DuDfMopyHfRBAAIG8C/j9xtBvSCUohX1nED/lvXepXw0B4teMhkea+bIoVfD7ra7jrrjiCi9xMetNL7IZNWpURbFxXviVtD5FSXBV+/W2fj2clvZFJGnvY+v3R9BcjPpUc1zbbLNN0i5rO+6xxx7z5iBLL4gp/SHsAcHqE7s4l1bv67/WahLyi7OiR97vzzdizrc05mqNWa1AoznVIm/Er7nuXeKzXHePf+WCnivUPKRewJVkpZ5aDEqg0ypb8+fPr9gtyn2WtJ+1fO9lP0BdjH/SKrj2zEBYe4NWcp4+fbrpRZvVK7uqvCjPZYSdt/zvrsX9cdrWKvsSn7VKTzelncSXTWHPz0nvvfde75nE6mfKFKP+4he/8F7UluY5ILVUL3o56qijbMGCBe0aHvZ8VdCzeap3//79M4UMepFg2Iu908bQtRqhe/Xjx4+3a6+9tt1uUeOFoN8jemm2XuL13e9+N5Xj66+/bocddli7lVwbMV9cXvFPPvnEm7PWSx+1Jfm9VevFZ1k8Z6nyFQNqMZLqxR9UZ/2O05xx1NV0SXBNNXRb/mDX4ksSXGMM2UYkuIZ9wcd9u2mM5rX8rmlvDLY8YEKAvN9AS9gsDkPAeQHXAhrnwfPdgKC3uJXXut6Jri2T4Bp002PDDTe0OXPmWI8ePTIdLZq80Opf5VvURIY0Ny7rfbOq1J6gh1P0d73Fa8yYMZEm51xIcH3rrbe8icjqJExNumSRkFg98GpNSl5//fXeRFLaic8og72ek4fl5w9KHpa5VreotSquVhbUhNWtt97arkl6O6J+46V9yLG8YCV3acVnTfJWb3EeqvRbYS9sMjdKn5X2ef/99+2YY46xuXPnVhxWj4R+Elzj9Mz/7Us8mMztH0cRP6Xi4+BmCVTf2Iz7EHqz6s15EUAAgSwFHnzwQW9l1/JN8bXi4zXWWKPmqYifsuwJymqwAPFrRuBp5suiVOHjjz+2kSNHtnujfJa/10v10MNuesGZkubKt3q+kb90niIluCqm1sNW1d8tUfq7fJ+097GDVuPVQ4y33HKL7bnnnnGr5Lt/rQfq9QK5KVOmWMeOHWuey9W5tHpf/0Kr9bBjnJfb5f3+fKPmfGVaa8xeeOGFphXXirwRv+a6d4nPct09wZULWjEp6kPpcZrt9/tVi2bMmjXLunbtWrOotJ+1fO/F6anwfV2Nf8JbVnsP154ZCGuvX9J5+TXp9wKhqDFy2LlLf3cp7o/aplbbj/is1Xq8oe0lvmwod75OFvR8Tj2eKQtKpA17HvG1117zXrZfnRyrZ/smTZoUexXNWj3w9ttv2/Dhw+3RR/XI6/9tYUm4aWPosFER9D2uFxvq+bLVV1+9ZhF64dywYcPsySefrNgvy98ijUxEDmqsXgyjZ8u0arC2qPfwSuV98MEH3pi67LLLwrok9d91jeneoq7B6m3dddf1FrE4+uijrVOnTjXPRYJr6q5o6QJciy9JcI0xXBuV4KoqBT2MX6/khhgMhd017Y3BwsLUuWF5v4FW5+ZTPAK5FXAtoMktZHEqVustbuWtrFeia8skuAozaFXVKG/bjTPkgh6IU0x05plnhiYnprlx2aibVXo45c477/SSeKvfQBfn7WF5T3Ct9RCO+lOTIVkmUJbGWdBvljgPU8UZs3771nvysHTOoOule/fu3hvXOnfuHNiUoMlbJXfqIfmwh/qSGAUlIOuhRT1UqdX/am0rVqzwxo3qV76dc845pv+ySl72S7LfdtttbebMmbbVVlslabrvMSS4JqMkHkzmVnYU8VNqQgpotIDf9109bho2ul2cDwEEiiugm/1jx471VlbVKt16gHeTTTbxVqBLutK134teoiY3ED8Vd6y1SMuIXzPo6DTzZVFP7/dQdD3uHz/zzDN28MEHmx7SLm16IKcRKxq6muCqFQw0D1Q9D6kVMJQovPHGG0ft5nb7pbmPHbQqhU5SjxfVBT00GXWcujiXJstGXP86T62X20W9h5D3+/ONmvMtXWhBD5DqJY5XXfX/2XsX8C2K8n18/mogWvDFc1ZKiYAaeDbEAyiKKCqekKNgiYog4iFN8UCaIGmCgicUE8EQEEXxjJCoROIRD6XfzK9aeUrToPRXZva/7qn9tO++M7uzM7v77ux7z3VxWZ93duaZ+5ndffaZ536eq8UGG2xgfe+W/ULar2XXkKB9VnoV1Quoq6qatY/t73//u6zwhArt4WYa3O36rOV7L9vN6av944qCbzEDSetVkc7DyZJVcSDbbrutPLvt1q1b0vCJv/tm9ycuqEk70D5rUsUXt2zal8VhXaqZVP5ECJgmSb7pgnRcG1wfR7TUvcfSxPeZyqhKSrPjjjuK+fPni86dO2uHcbWhk+TT2fj9+vWTvkWchcW1Z599Vhx22GE1/tysY7B05OCs48ni1gk9DRo0qKULCn/gOyipoarqz3/+c7nvn3766bru2AMgziLBY1btoIMOEhdccIGAbxfFNVQNRFeQmEePHi3wv1WNBNesNNKc4/hmX5LgmmKfFklwjQtSLyIzbgpYKtPV5WCwMiA0YCFlP0BrACSckgiUAgHfDJpSgFZtIUyyuIURyJro2lQEV53N2bdvX+ms2GSTTTLZbaogNdMgIwjgcnBZ1GEV5ITzB4RdBPdEW1LmtaB/2QmuusPyLILn4jbb559/LjPEqRw7aSrkumzovJ2HYdkuu+wy6eSKthUrVgiQelUNVRVOPfVUMWvWrJqfka0XxNgsDitV8+J7EvsWh6bRhoqxEyfG5NYSAAAgAElEQVROjM1uqHsOXXLJJZk68lTOVcgbh6nNfiHB1QY1oSIy++BDsltsPlfRfsoHV46aMwLRYCrTqg85i8XhiQARIAJKBFRkhB49eoi5c+cKJHdJ23SEHDwbDz/88MTh6E9LhIgdyo0A7dcM9OPiLzOdXkfEMk1aZzIP/Aog/MOHEG55VIpVyeMrwRVBSosXL5ZVSm38MXG6cTnH1iVUzFOfuup1SfvUV18adFfE/R/skWeeeUYG3KEyR7glVUMJ+pb9fL5Iny8w0VWsRhAi9JpURcPkuVrWPrRfy6qZFrlon5VeRfUCwo7CGUz07MwkYD7NcnUVrkyrM7k+a/neS6Ot+L4+2z+uKPgWMxC3Xh0hZcqUKZKwgKY7fzVNUpKEt092f9Jamvl32mfNrP1C1k77shCYyzWJLqYsD+JosHJVTCJ+S0rGAhv14IMPrksed9ttt8mKq1k03TvbJCGNqw1tIr8qCaupf0IlX9bfIbqCCUm6NVm7SR8QofGthRg+NMS63nvvvQIFKuLa73//e0k0nT17trIb/KTA/g9/+IPYe++9TUQx6hPoDtV3EWM5ffr0uv2NgUBuRVVZXZEMElyN4GYnDQK+2Zc+BCeWhtBQJMEV+6sRRkUz39kuB4PNjJvr2st+gOa6Pl5PBHxFwDeDxlecPZPbNItbeFlZEV1LYw8WpTNVABAqJCxatEj07t3bWQxd1rPjjz9eBmCZVJR0Obgs8rAKYLke5pSd4KoLGDMl8LpsKN0BumkwlcvcuLYI52Ego80+0Dlti0hapKs6a0JU0n374gAWDjc43rJoCMIbMmSIQJa8tm3bymoIu+yyi6wQgyyCWTUSXO2QpD1oh1vkKtpPmcDIQYpEAO8PHEDdcccdLdMW8d4qco2ciwgQgeoggGcWkrrcf//9NYsyDegNX4QgZHxDnXTSSTVjpQnyoP1Unb3VxCuh/eqofBd/menUuiCsLH0xujPqInxNwMFXgisSdm222Wby3bRq1aoalcK3i+SF/fv3N1V1TT+Xc+wZM2aIUaNG1c1r8740FV61h4ABSJkIFmvXrp1yKF99aVhMEfd/AFpcdS4TvZb9fL5Iny8w1flCTQNITe+LMvaj/VpGrdTJRPvMCzXVCql7n2VpS6mqcKWxB12ftXzvZbcxfbZ/XFHwLWYgbr2qRESq6qyqc/00926cDD7Z/a57p8rX0z6rsnZLszbal6VRRTGCqCqMY+asEiyoVqFL4HHooYdKgl+HDh2Ui9fFOaWJZ0xCVRVDaBqT6WpDJ8mm8y+Z+idU8pkSQE1kC/rAt3f11VcL2DrrrLOO6Nixo9hjjz3EscceK9q0aZNmqNR9P/zwQ+l7feihh+S1QcEYVLd96aWXxJ///Gf59/XXX1/svPPOLcUf3n//fRkDgYS24Qbdn3322eLMM8+U8bIo1KAqfpFa0P9csNVWW0niKuRDbNyDDz4ok0rCdgwaimqAxK27L9CPBFdbDfA6IOCbfUmCa4p9WzTBFaLpPjyTMoarPpptsjDgYYqsBUuXLpVVdF599VXx5JNPtqCGUuzIhI7MB7169RK77757Ygl0FeTRQzmVrGvXrhUPP/yweOCBB8QLL7wgnn/+eTkU5t9hhx1Ez549BYyfTp06ifXWWy+FZv/d1eVgUDUZDC2UMEcGVfwXwduBzEF/vDwh/5577imrPiGY2/TlrnJW2ug4KrsuK3NexmyZD9BUjjRV1SpkJIHDEXsT98nq1atbMmx0795d6vWQQw4R++yzjwzcz6rhmYQDcmSExn2J++Kjjz6Sw2NeGIzIKoIgrPC+Uj0fkqpx2TxTyo4fcMKHFO7P5cuXy//i4yXIdrzRRhsJ3FPAsk+fPnU4ZqXHso7jm0FTVhwrJlfaLG7h5bsSXZuO4KoLIsuKXKAb3yT4JVCsy8Fl0YdV0exdwRpMnTg2xMai7n/dN0qaIGwXWXXBVKbOP5e5cW0RzsO4PY/fdNVGdVm601RKdsVH9c2AMU2CKFTfR7BnUQ3r61//uqtohV5Pgqsd3LQH7XCLXEX7KRMYOUjRCMDPgMBzVLFBy8LfVPQaOB8RIALNgYDuW69fv37ihhtuMLZbYbvjMPyUU06pq4SGg+yLL77Y6MyB9lNz7LuKr5L2q6OCXfxlaaZetmyZPP8J7DVcm6UvRjV+Ub4mrMVngivOe+fNmycTJoT1g3WZBCvp9oHtOfaaNWvEyJEjxcKFC2uGdql4brJX8Y6eNGmSeP311+X5KObbZpttYpOm+e5LK+r+D/B/8cUX5Xfba6+9VqMSkwR1ZT6fL9rni/lIcK3ZQj7EkJk8hqrUh/aZh9rUBfRnFZivGz9NXJfr+Rrfe9lsTN/tH1cUfIsZiFuv6kxWdc+/8847sgId4tTCLU2chkoOn+x+131T9evpX6y6hkuxPtqXpVBDMULoqm2axsu5SDlr1iwZUx/4hbbffnsjfoTqnWqSyN9UVtX48LPi7yAhxjVXG9pERlQYHTFiRE1XnHkhcV6SfKo4fwx03XXXyeR3ineMiUil6gMC6mGHHSaLCKKdd955kv+DvQ6fGHhXaCpScJTkCg4UvqFQNRhE3aLaBx98IOeFXsBTuPXWWyUHKq6R4FqUdqo5j2/2pQ/OydIQGhpBcNUdTAQP5HXXXVd5J9mQ0cIDIfsvSK0//vGPxRNPPGF8t+LwFC96ZDLo1q2b8cswjuAKWfARDwJeOGOBTigYQxdddJHYf//9U71wbA8Gw3KAELxy5Uoxbdo0GRATPbhMAhJkVxx4nnjiiWLTTTeN7a6rlmUSrB43sIrwkqVxGJ27zAdoSQRN7E1kVkOpe2T+SGowRGAknn766Yn6jRsLzmoY/8hkY3JPoPoVnhlHHXWUzEZSFoJro/ADtjAQr7rqKhnoFpCCk/SX5v5MGsuH330zaHzAtCIy2mRxCy/dluhaGnuwKD3qSINIKIIDwy233NJJlMWLF9dVC0gbpOZycFn0YRXA0mWkw7sAGbriWpkJrjrnVNL3gtMGilzcyMzCRTgPg+Wm3QfRrHHBOMgkd+2118rA07yb7pvBJIhC9ZyAvKjgimxyNkmF8l6vbnwSXO2Qpz1oh5viKtpPmUHJgYpCAN/r559/vjxYCRqC08855xyh80UWJRvnIQJEgAhEEVCRsNAHyTgnTpwo9ttvv1jbFd+n8Kmjb9Sfj+/kW265RcA/btJoP5mgxD4eIED71UFJLv6yNNPqktdl4Q/SBb6ddtppMts8zpnybr4TXFX2dIAZfCp456TF0fYc24UEmbeeo+P77ksr6v4PcIPdMmbMGBngGG4mZwhlPp/HWor0+WI+nBsPGTJExseEGwjEsBN1FYeLvkfymI/2ax6o5jIm7bNcYM13UFXgvKqao40U0aBujJE2uarrs5bvPRvN1V/ju/3jioJvMQO69eqqzaESF8is4aaLAzE5u43D2ye733XfVP162mdV13Bp1kf7sjSqyFcQXWKFMn/vqiqsAiWT+L4kNHUJIUwTxbja0Eny6ZK6mvp8detLe9aVJGcjf48WDgwKBkY5Xrqqt6+88ooYPHiwLOwHH+0WW2zRkOUg0Q2K5r388svSXkyKwSDBtSFqqsykvtmXJLim2HqNILjqXjZJ2RhcCK5w4J977rnipz/9aQp0arsiWHvs2LFyHJPAbR3BFSRPVCpDloK07Xvf+16ql4/twWAgFyrdXnDBBQLZM1wbskKAfIcXrC5jhs6QcXV4qAKCXMeMw6PMB2hxBFfcJziEjh4amugelU+uv/56Wbk3bUMV5XHjxsmqrWnb6NGjZaYSyD5w4EBZ8TVoRVdwbRR+n3/+ubjjjjtk1QUTcrAK40ZlbUmrb9f+vhk0ruvl9cYIuGRxC0+SlujadARXgKUjDQYf5sZai3REgBXICUjIEW5pq8O6HFw24rAKFboRpIJkJOGG9yMcVeuvv74W0rTERlvd2FynIyG67pM0sugOX5O+WdLMoeubt/MwmBeOJdgP+BduccEIqgADXDtlyhSZNa6IpvuGhaMO1UQ6duyoFUNHjsUF3//+9+VzJCkpTxFrNJmDBFcTlOr70B60w01xFe2nzKDkQEUiEBzuBL4DVnEtEn3ORQSIQBoEYPPCNr3mmmuUl8GXd/jhh4uddtqpJVnUP/7xD4HAvxUrVgj4w1WJKnGugYAJHHSbZrWm/ZRGc+xbYgRovzoox8VflmZa+CmmTp0qz6nCLYuqnCp/QJbVYU3W6TvBFWt88803xbBhwyRRL9yAJc4W+/fvbwJFSx/bc+z58+eLQYMG1c2lCrZPJVAOnX33pRV1/4ehx3MAicejewznyN27d9dqqczn8xC6KJ9vAJAuYYppAGkOt0NhQ9J+LQxq14lon7ki2IDrdWcsrmdEOjswbVyX67OW771sNpXv9o8rCr7FDOjWq4rriEsuruqflqQelcUnu99131T9etpnVddwadZH+7I0qshXkCeffFL06dOn7gwEfiYkOzY9+8hXytrRdXGNWZByVe/gNAXAXG3oJBxd/bK6bwXMi7P+K664QvTu3TtV8bgkmYv8PRoDF45fMCW4AiMQv2F7FVm11RUnElxdEWzu632zL0lwTbFfG0Fw1ZEYk4LKbAmu0fLbKeBRdgVhANl8N9xww9ihVARXZLMDydaG3BpMhqB6VEdC5cWkZnswiHHhcEKG1FWrViVNY/w7ZE4qO646bMFL995775XZJdI2XVZmVNBF9c88WpkP0HQEV1TZRaU3EEdsG/S7cOFCsdtuuxkP8fjjj8sKv7bETEw0YMAAgfsSVWQbRXBtFH6ofIuKM/jn2hCAACIYyCk+VS9Ls27fDJo0a2NfZwRcs7iFBTAlujYlwRXPrVNPPVVW7Q4312oJKjvR5sDE5eCyEYdVuoz2uoxdYczLTHBFJfnx48fX7JGsMkCbPi103yyoIr9gwQLRpUsX06FS98vbeRgIpCPxxlVE0B0kIsDswAMPTL1W2wui2euCcR577DGx7777aoeFUw9EeNiNqgZ79oQTThBwIoM0UGbHHwmudruH9qAdbpqraD9lCicHKwIBvAdgA6HyeNBgcyDZQ1W/g4vAlXMQASKQDwJZn2tstNFGYvr06ZIQlMbOpf2Uj345akMQoP1qCbuLvyztlLpqBq5neqo1HHnkkQLntu3bt08rplX/KhBcsXCcI8KejiZS2GuvvQQIph06dDDGx+YcW5ewzeUs2Vhgi46++9KKvP8DeB955BEZqBptSQTmMp/PYy1F+Xwx19q1a2XidlUS8yKTSFrcMplcQvs1ExiLGoT2WVFIZzSPrkqjq12lO69KawO6Pmv53stmo/hu/7ii4FvMgGq9uns9LlGGruBN2oTkgTy+2f2u+6bq19M+q7qGS7U+2pelUkc+wuBbd8SIEXWDl/17V8eNuPvuu8Uee+xhBRbel6jYifdtuKWJw3S1oeMER/GmyZMn18mHmH/EfZn6ZXVJ94K5Dz30UHHiiScKxLu1bdvWCstGXRQlAIeT/JgSXBslO+b961//Kn3CsAXR2rVrJxMkfvnLX04UiwTXRIjYIQYB3+xLElxTbOdGEFwhns7AQHZxHICpmg3BVfdyxPgI6ABZdOeddxbf/va3xZe+9CU5LbIYrF69WqBylI50d+ONN4qRI0fGZvqIHsohKB8B8XfddVfN8vbZZx8ZRI1AbLxYoROU57799tvFokWLlJnWkQEXL/fNN988Vts2B4MY8O2335aHk48++mjd+CDBQUeQG6TkgOgL5wbwQjaQ5cuXC1QUU7Ukw+Tjjz+WeGDt4YYqZCDepc2uosr+kUW25zjgy3yApnKkIQvu3/72tzriNe4RYAXjuVWrVnIv4h4FcUDXhg8fLgOlTIxEVE757ne/qyVRI6sKDE/cNyhV//rrr8u577//fvHRRx/ViID7+L333hPvvvtuy9+LquDaKPxAEkPGoauvvlqpjuAZ17NnT7HNNtu0PN+ef/55WfFVd4/igwIZ0qsY3OubQZPidc6u7ghklcUtLEkS0bUpCa4ACIFjsKPCLS7bp4l6VWPaHKa6HFw24rBKd7CTlDgGmJaV4Kr7PjnggAPE3LlzC62uqcMobzJnns7D4H5SEXyC32Bzwx6A/Rdtqu+LIki/UTl0GKEaFZK2xDVTogAIrkiIg4A62JpwwpWpkeBqpw3ag3a4aa6i/ZQpnBysKATwLY2qiEHyOZtkXUXJynmIABEgAvCBIjDBJWEmUNx9993FVVddJfbcc8/U/nXaT9yHFUKA9qulMl38ZWmnzCM5nm5M23PHtGsK+leF4IqKEzibAn7RhrMlBNW1bt3aCCabc2yd7zAuYZuRMDl18t2XVuT9H6jg1VdfFccee6x46aWXarSSdO5b5vN5LKQIny/mQXwM7s9zzz23blfDx444HRDCq9xov3qlXdpnXqnr38LmEZivGtPm7Nj1Wcv3XjYb0nf7xxUF32IGVOtFPNmQIUPEypUrW35GvChiORHLp2tZxoH4Zve77puqX0/7rOoaLtX6aF+WSh35CKOyNYoummCzMsS2I75+6dKlNZe7+Ch1Y6ZJFONqQ+uwAN8AhZsQfxZuJoXSomMixg2cmlGjRik5NUF/2CuwVfr27StQHOTrX/966ePgwVUCJyho4bi3tATX1157rY6jZLpX4c9FgtwtttjC9BLZL2r7mhRlCSbQ2XupBGhAZ8QlTp06VbRp06YBs3PKAAHf7EsSXFPs3UYRXHWZN+fNmycGDhyoXIENwfWZZ56R1XfCRC68wM4++2wxbty4WBIeDuhAArvgggvqiGAmzn+VERV9SV966aWy+qTqoA8vZBDRkP0KQfTRhvFxMBFHQrM5GMShx4QJE5QVIVGlEoeWW221Vewuw76CgYT1RUnCSQ4PXTl5G5IKhFQ5IG2zg5neWmU+QNM50sJrQ8AT7hGQS1UvYBjFU6ZMET/5yU/qIEnSb3ABiMx4yeMeizbMi+opIBKoCM2YH6ROBHZFM0SHx0o66LR5ppQFv7jqY/gA+P73vy/Jw7pK03i+4R4FRqp7dM6cOTVGs+neL3s/3wyasuNZQfmyzOIWhkdHdG1agqsq+QQAS8rArttzuiqmM2fOlEkz0jSXg8tGHFZhbapKlngfw37s3r27dvllJbjqcAQpGu//DTbYII1KnfrqbLpbb71VOh3zank5D8PyPvvss2LMmDF1iUbibLkykY9VdhzWh+8Y/EtKipOUaEWlW9imIATAGbfbbrtJp16ayldZ7xcSXO0QpT1oh1vMVbSfMoeUAxaBQPQ9kCZZVxHycQ4iQASIQBiBL774QgYUwh8bTQqZhBSS0YBshDMSnZ8waQzaT0kI8XfPEKD9aqEwF3+ZxXQyCOfoo4+uudQkmZturhdffFE+BxHgE7TttttOnk/tsMMONiJaXVMVgisWr6uaAL9SmvMlm3NsHY7QMfzBZUpQVgVfWtH3P/YXkpEPHTpUJtQOt9GjR0vi5vrrr6+8B8t8Pg+Bi/D5xp3hQwbcn8A2yXdq9ZAr0UW0X0ukDDNRaJ+Z4VSaXrqiBXivI54s7TMGxRQQw3XZZZfVrNEmrsv1Wcv3nvs2q4L944qCbzEDqvWqvslM4jZ157c2cRs+2f2ue6YZrqd91gxaLtUaaV+WSh3ZCqOzNfIuepXFKnTcCJAx8b2+ySabpJ5GxcUx4beEJ3K1oYOxPvvsMxnPD7/hAw88IAugRIswwXcIAufgwYNTfzfEJfTSARcU+QLpFUXdtt9++1KREqPfQkhIdu+994pdd91VLiktwVWnS5ONZet/J8HVBF32yQMB3+xLElxT7IJGEVxtDhhsyGhgyKO6YriZEEOD/jAokCkOgW7hypD4PamcfRzBFS+C66+/XgZIJzVdhSGTChM2B4O/+tWvJOkWwX7hBhxBWE2TceC5556TpcajYyU5NlUywLB58MEHtRV+VTiqsjLbjJOko+jvLkZC2rmC/qbGRRJB88QTT5TZlTfddNNYUWAsgmAKoni0gZQNHaPqqqrhvoLzCoTpaBs/frzAv6SAKwR2gRA/duzYumquwZiNILgWgR/WpyLv4++orgyik2lQBj4gQG5BVdxw22+//eRH09e+9jXbLVnK63wzaEoJYrWFyiOLWxixKNG1aQmuuoPK448/XlxzzTWJ74DoNkT1+COOOKLGVrPJ6otxXQ4uG3VYZUtU1V2X521ukqVLlREWMiUFMOUht221AFdZsnIequSIS3KB/vgOgC3Rvn37usvXrFkjqy8vXLiw5rd+/fpJu0F1jSsWuus/+OADmTk4mtkwTZY07DVUq01LEghkQoVXOEEPOeQQAWd5keuHDCS42u0u2oN2uMVcRfspc0g5YFEIPPbYY2LEiBHyYA2+ohtvvFFmJWUjAkSACJQVAfhUcVYAsscTTzwhfe4vvPBCjW8USY46dOggUMUO/7bZZhvn7NS0n8q6IyiXJQK0Xy2Ac/GXWUynJbfZBEXrAsdOO+00cfnllxtXGrVZR/SapPO5LOZQjWGaVFAXjL5ixQrl2SzOyY877ri6RLQ4p8KceB8lNZtzbB35MY1PKEmurH6vgi+t6Psf2NuSwct8Po91Ze3zxfNt7dq10hZcvXq19HHivBf/X9XgX8dzL+kMPqv938hxaL82En2ruWmfWcHW2ItUyXfTBtIHK1AlRkZg99133y322GOPVAt1fdbyvRcPt0lcWhXsn1SbTtHZt5iB6BJUsZboY1JdDufQ55xzjpg2bVrNsCbk2KgcPtn9rnumGa6nfdYMWi7VGmlflkod2QqjK4JhEo+WrSR2o6kS8ZkWlYrOqHvvmryzw2MV5U8B5+WKK66QiQ1tiwmAtwCbHXwWnf8jTjPAGr5L7Jc+ffqITp06OZ+h2e2Ef18VtXeiZOdGE1yR3Ai23e9+9zspL77PkNQonHyOBFeXHcBrXRDwzb4kwTWFthtFcEXFoMMOO6yONIpy5CDHqVpagqtqbTZl6HVGQFJ1IB3B1aa8ui4TLrKvg4yoqgALDG0OBlWkYFuyGwgsqMQJOcIt6ZBRty/TZuhTGYM2TpMUt5TsWpTBF5bLxJGI/nEH6GkrluDQDATT2bNn10CURHIAWRxzRQkJaQ/WcHB3++23i1GjRikruRZNcC0KP90zCWSuW265RSDzeJr229/+VoBUhn0bbldddZVAkEfaDJtp5i66b5XWUjR2nC9TBAKi66PhUfFMa6aGBCJ4J4crcdtUTtAFqYG0NnnyZNGqVatUsLocXDbqsGrx4sXKqttIBDFw4EDt+stKcNUF0yW911Mp2rCza5VQw2nqurkewIcHRIY8HCa//vrr4vHHH5cBhi+99JJSNHynYF/AmadqtsFltjjEXZdVpV8c0oLQhEQ+Ns7PsIyHHnqorIAAwmvbtm3zWHbNmCS42kFMe9AOtxJcRfupBEqgCESACBABItCcCNB+ak69c9XOCFTKfnXxl9kgqTtbtEmOp6swlpTE2EbupGuqRnDFWRUCmhA0F21J59dBf5tz7Eb565L0W1VfWtH3P3C0JcaU+Xwe62qEfMG+RFLD6dOni80339xmK3t3De1X71RWlMCVss+KAk03j65oAcj2SAyapqkqRdpWZnc9X+N7L15zJnFpVTxLTLOf0de3mIHo+lSxlmniOFSV5GyIOz7Z/Wn3SDP2p33WjFpvijXTvmyAmrOKFWqA6HJKXSKJtNwIjKVLFBOuAGqyziL8FYitB5fEJCFeksyIFX3++ecFODz33XdfUvfY3xEnhyJuSIKN6q62xFtbIaLxs9HicY0muEbvNxX3hwRXW+3zOlcESHB1RbD++tJU7GoUwdUmcD0twVVlyHTt2lUsWLBAdOnSJZVW8fH9gx/8QKBKD8bAh/s3v/lN+b91VSp1BNc0FWTDQqqceknOo7QHg7rsJjZZkQPZVaQLE2ekar3IOg+H4pZbbpmoPx3hBeXt8ZLNsxVh8EXlT9oLQX+dgW+bAVHl4N11111lddWOHTsqYdbtZZBV05Izdc8wTJxEhEn7TIlzRBaJn+6wwKXajCrTtm2GzTzvLdex6TBzRZDX54lAsxFcdcFlad/TqqQJNgckgW5dDi4bdVilszuSqjOQ4Jp8R2dRJTR5lvoejbAlIQUy+CPLne77pkyH0p9++qkYN26cwHdKuNlmZcTaYIvCntIRgE11CQcoZDvppJNyrYhAgqupRmr70R60w62sVzWb/VRWPVAuIkAEiAARqDYCtJ+qrV+urlgEfLVfXfxltgg/9dRT4ogjjqhJlGyTxFiVZK9RZx9VI7hCt7oEzfDPzpkzR5mUL7wn0p5j41qbGAPbfeh6XRV8aY24/3Vnv0l+v0b4VE3P57GXGiEf5v3+978vE8xvtNFGrlvam+tpv3qjqlII6qt91mjwdEnZ8bzB+113zhSVWxfgbxuj5iPBtWrvvSrYP673l28xA+H16mIt0yQb0hW9SEvc8cnud90zzXA97bNm0DLXGCBA+zLfvVAmW8N2pa7ciGDem2++WYwcObJGjDTv7ODCIvwVSIID3gYKB7Rp08YWuprrvvjiC7Fq1SqBWFMk2gkXWbGZAIVaLrjgArHzzjsXUhRKleRxyZIl4sADD2wR35XgumLFCm2RC0wS9vupfFx5E1yBAWL0/vznP9uoTHnN3LlzxU033VTz23XXXZeamxIM8Pbbb0ty9muvvdYyZlKRv8wWw4FiESDBNfsNQoLr//6vrCj1wgsv1KAbR0hLS0bTkTURtIyXet4fTqpDuTQZraLbTucAiCMvpD0YhBMSmS1AoEN2j9WrV8vMYjNmzBDdunWzuhNUxk/SARQmipZeDyY3zaqsIs644J9m8UUYfFF5TA/QdAb+cccdJ6699lqBQ+c0TZW5LU4WnaM7rSMrLKMq0AG/F0lwLQo/rEtVZdm1MvGHH34osIaHHnqoBd4hxY8AACAASURBVFoXgliaPVRk37yf+0WuhXNVD4FmdHDBvkAV7nAzSYIR7q8KUnN5JroE7Ph2WFVWguuTTz4p+vTpU+d4Snqv5/FUaJRjtBG25KRJkyS5tXXr1looUfUdWeueffbZmj6NcNzYHvgn7ZPPP/9c/OY3v5FZ/uBUhjPUtqES7lVXXSWQ/CUPG4QEVzvN5KELO0l4VRYINKP9lAVuHIMIEAEiQASIQBoEaD+lQYt9iUA8Ar7ary7+Mts9oTvjnTJlijjjjDOMhtVVgkXFUYxR9POtigRXKEKVQBV/h18EZ9hxlRnSnmNjXJ8C3avgS2vE/W/r92uET9X0fB57t2j5cE4Cf2+PHj0Kr0Bi9JDOsVPRz/ccl8KhC0DAV/usAGgSp1BVacQzBwHFSARq0lTJ3b/zne/IhKQoOpG2keCaFrF0/U3ee1Wwf9KhUt/bt5iB8Ap0sal33nmnOOqoo4yg0ZFk097bPtn9RsA0eSfaZ02+AZps+bQv81V4o+K4slyVKzcCsugSxaR5ZwdrKtJfsfvuuwvEp+2///6Z+irAF1m5cqWYP3++uP/++8VHH31kpTLEzJ999tnSn7LhhhtajWF6UdTuUn1LVZ3gaopVmn4qf3MS0TdufJVN2og4yTQYNEtfElyz13TTE1xfffVVceyxx9ZVx8mS4IqDS5DmLrvsshoNwpF26aWXigEDBsQGcLuqXfWQPO2002RlpLjAcd28MHwnTpwo1xRuOISdPHmyaNWqVd2lNgeDruuOXm9LcNUdPJtiqCK8mF7rikGRBl8gq4kjEX11Bn6aoIAwPmmJ52+99ZYYMmSINCaDBqPwwQcfjM0UEqcTXaBDEhEmrexlwC+LoA4VlrrnJT4mkGWzKo0Os6po0vt1PCaE+KEQ4tHwSprRwaU6tExTEVuXNCFtFdiwHlwCdhp1WPX444+Lnj171t0YvlZwJcG12GCnzp07iwkTJshvo/XWWy/2AduMh9Jwgj799NNi+fLlMhEIkgGlafj2hJ2NgLKs7RASXNNo4r99s9aDnRS8ygIB2k8WoPESIkAEiAARIAJZIED7KQsUOUYTIlAp+9XFX+aie1UVgjSJ7ZDId/DgwTXJq2yqwLqsIXxtVQmu8NGef/75AsThaDvrrLPk2bbuXNzmHNunQPcq+NIacf9/+umnYty4cQLV+8ItKYF2mc/nsY4i5MM5wSGHHCKQSBTk8nXWWSerR5hX49B+9UpdRQpbKfusSOB0c7kS4XQkuLRVYMPy+Uhwrdp7rwr2j+v95VvMQHi9qljLtMR1jIdkyYcddpjAcyLc0lRn9snud90zzXA97bNm0HJTrpH2ZQPUXgWCqys3ArCrikL16tVLVuTccsstU2mmCH9FWCDwBc455xwBv2FW1VzD46Owweuvvy7jvGDb4F9awiuKRcHXuemmm6bCMk3nqK2D+DL4rsO+HFSpReVQ8C7QNtpoIwGuyJe+9KWaqVAZd+zYsXW+pyRiZ6MruKbBy7Rv1gTX9957T8ybN0/ABx60rbbaShx99NFK3papnOznjgAJru4YRkdoeoKr7oUYR0iwIaMtXrxY9O/fX6nBrl27ykBuHIbgf2f9olQ9JG+99VYxfPhw6x2lWk+/fv3EnDlzRPv27evGtTkYtBYudOGaNWvEyy+/LIPA77jjDplNN9ySDqCCviojzCSjl84ANK3+6oqBbn8nEU1c5zW5Xmfg22KjGi+ObKsirdga1uH1gsg+fvz4GgiKJLgWhZ+KIIxFL1myRBx44IEmW0DbR3VIjWrXV199tdhggw2cxi7Lxb4ZNGXBrYnk+B8hxBtCCPw3jxY4tpb/Z/DS2IN5LNZkTB1B1bSKgipIzbVau0vATqMOq3SVWJPeDbrrkpwbJrp16VOmwyqdLC6H6ybYFOE8xPfPKaecIoYOHSratm1rIpY2UUojMpPp7jc4Ga+99loBh2geLfydg6x/JoRXOCHxHagiorvISIKrHXq0B+1wi7mK9lPmkHJAIkAEiAARIALlQoD2U7n0oZCmxr8khPj/Si9xYwWk/WqBv4u/zGK6lktUvr80yfHuuusuGWgSbscff7y45pprcs/Ar1p32QPwdH4wE1/hm2++KYYNGyaDqMIN/hmcYevO6m3OsXWkibiE0C770OXaMunc1pfWiPvfVtYyn89jH+nk6969e6J/9oMPPoj1Q950002S0J93dRGX+6HIa2m/Fol2JnPRPssExuIH0RFUTQsPIMHoCSecIBYtWtQiPGwH/P/evXtbLchHgmvV3ntVsH+sNl/oIt9iBgLRdbEbKMSCZMnrrruuMTS6qnJpEhb5ZPcbA9PEHWmfNbHyG7N02peNwb2QWWFDIi4I8TrhhkRPSKTQrl27QuRwncSWG4F5dXa4zTs7zl9h4hMM4wC51q5dK1DECfyRBx54QIDzEpAzo5ihsBtIrknFGFyxBuH1D3/4g3jiiSfEvffea0x4HT16tCxol5evReeLtVlvwJWIfg8l6ZAEVxu0eU1ZEPDNvvTh8LY0hIZo+epg0+UdpGxzwGBDcIUxg7WAZBnX4CTba6+9JNn1gAMOEJ06dXJm1medBQDyqzJc7brrrjI7QMeOHeuWaHMwaPrgwUsfhgiMj7ffflugChsCvPEvSmiNjmlKcFU5NDFWElFURQKEXmfPni1w+J13s9nfecsUjK9zpCUZMjr50hJcVQehWRARVOTvIgmuReGny3J33XXXCZC6XNorr7wiYJSHm+m96jJvkdf6ZtAUiQ3nkgigquqEHLCIEluDKUpjD+awZuMhVc/vvn37ysCnTTbZJHYcVRUH00NT3cAuATtlO6xKejeR4Jq8TRtFts2S4IrvnJ122klsvPHGYvfddxe77LKL6Natm9hiiy1SZ/D34VA67+/Y8K6Bc/b9998XjzzyiCSwIuufruFbE98wqJyQVSPB1Q5J2oN2uMVcRfspc0g5IBEgAkSACBCBciFA+6lc+lBIQ4JrOhXRfk2Hl+zt4i+zmK7lks8++0yce+65YurUqTXD4HsYFUPjKsDoAqrvvPNOcdRRR7mIZX1tmfwqqkW4EFwxHhLB4rwPZ8fhFucTsTnHLjuO4bWXSVZbWRpx/9vKWubzeewLV9IVnmsIDr3iiivE008/XXcbI8n6xRdfnKn/0fqB1+ALab82WAHpp6d9lh6z0lyhil+JS4gfFlxVKTIN+U0Fguuzlu89961l+x53n7l+hEbJ4lvMQICc6nsA58wPPvigjKlN21T3UxoSe6P0l3ad7G+GAO0zM5zYKzMEaF9mBmX5BtJxXnyLc0ZyfRQfWrhwYQ3ISdwIdEaFdPgAli5d2nJtmqSAUa262tBxuwSEVxRYgi8j6jOEXXDjjTeKQYMGFbrR4HNevXq15N0gQaKOgAuhrrrqKoFY1DwqkZPgmo/a8+Bu5SMpR3VFwDf7kgTXFBpvFMHVptKUDcEVUODli6xvSaTLMGwo442McEcccYTYf//9xeabb576BRV9SJo68eLUp8IA1ZcWLFggunTpUnepzcGgav7ghY6S7b/85S8FiHBp8IyOmcaYVJFXkjIsq7Iymxx4p7h1YruW+QBN5QBCWXsYyiA7pG1pCa6qSqsgVaJa3/rrr592+pb+KsyLIrgWiV+WhBcTsOMI9CbXl62PbwZN2fCruDx5ZG/TEVsDKElw1ThdTA42dEFqSVVLk/axy8Flow6rVPaeybuprARXZKMfMmRIjSMOeiuSuBjsE917F2RGOAvzank6D11k/vTTT8W4ceNk1sNwS2Pbu8wfvlbn6EMGYfzLw7kYJ/sXX3whnnvuORlEdt999ym7Tpo0SZxzzjmpMhzHzUmCq91uoj1oh5vmKtpPmcLJwYgAESACRIAIlBMB2k/l1EtIKhJczVVE+9Ucq5qeLv4yyylbLlMRH0wS2iIp74ABA+R5ZtB69eolybpbbrmlq1hW15c9QNuV4IqKTyAe47wv2lCNYeLEiaJ169Y1P9mcYyMYbsyYMTJBYrj169dP/q19+/ZW+snjoir40hpx/+v24nnnnSewZ3TVw8p8Po/9lZXPF/cA/IyodBJtnTt3lsGX8NcW7R/N4x6yHZP2qy1yDbmO9llDYM9uUt15Lc6REKena//85z/leQqe6+F2ww03yPNA2+b6rOV7zxb5/15XBfvHFQXfYgaC9ariM12xUF1vmrDcJ7s/D5yqNibts6pptNTroX1ZavW4Cwc7EpVKEYcebj7GOdtwI7Bmlb/UpciUqw2dpFXEU82dO1cWX4qSXE38vEnju/wOAi70cOmll4qPPvqobqgseD86+YoguCYVzgInCN9laKq1Ru1aVexmtE8jYgjDGJPg6nJH+HWtb/YlCa4p9lejCK4qkhsySKD8NwwNVbMluGIsBBvjAxkvYpv2ne98RwwbNkwce+yxYrPNNjMaoiiCK4TRVeiyORgMLw4Eg5tuuklmyYjLUmEESKhTmheYSu9xpA3VnnbJTpJ2behf5gO0tITUpPWnHc91T+rkUWWGLIrg6mLEpsVv/vz5hWascVlb0t5pxO++GTSNwKiJ58wye1sSsTWAmQRXIQQqIKIKA4Kcwg3OKJDUdMEqqud+Fk4Pl4PLRhxW/e1vf5PYwSERbj169JDOoa233lp7W5eV4Ko7+GxEkJruvetKpE561ubtPEyaX/c77lc4tgLnVtCvEY7iJ598UvTp06fO+eka/GCLTXAdgjmnTJkixo8fXzeUyX2ZZn4SXNOg9d++tAftcNNcRfspUzg5GBEgAkSACBCBciJA+6mceglJRYKruYpov5pjVdPTxV9mOWXLZR9//LEkRyxatKjlbybJ8eBvPPPMM2umT/I3usqadH3VCa5Y/5tvvinP06Pn8dAZyKf9+/evgcnmzFAXyJi13yVJnya/V8GX1oj7X+f3g8/tjDPO0EJf5vN5CJ2lzzfOB4kzgeuvv1707du3aUmutF9NnlCl6UP7rDSqsBdEVYAgqWgB4s+Q7HblypUtE2+33XbijjvuEDvssIO1MK7PWr73rKFvubAK9o8rCr7FDGC9uipyrliorje9132y+/PAqWpj0j6rmkZLvR7al6VWTzbCzZgxQ4waNapmsCT+STYzZzvKG2+8IQYPHixWrVplbBOjWNm5554rYy3DLSnBTJzkrja0CSrgdaAgwDXXXFPX/c477xRHHXWUyTC59Xn55ZdlRd2wLoLJkvxRuQklhIjyYZK4Ny4FtIomuGJtiBENtw022EC0adPGCdK8CK55yeu02Ca/2Df7kgTXFBu2EQRX20B8F4IrIEHmOBA1Ue7clqyJyq7ICnv22WcLHMbFtehDMunFYqK2tNlzbQ4GIcfnn38uHYcIXret1ApSMIwOZEJGdpBwS4MFDmhg2EybNq1mDJ3RoMrK7JKdxEQv0T5lPkBLS6hMWn/a8Wz3ZJIcqnujigRXHRkpCR/b30lwtUWO13mGQFbZ20yJrQE8JLj+BwkVWTWuooKOFIvqAAhwcclM7nJw2YjDKgT5wc65//77a267Y445RlbZbNeunfZ2LCvBVXfwWfQ7SSeHSXVc12dgEc5DWxlnz54tRowYUXM5vosefPBBsddee9kOm/o6lRwYJG/ysYmgcRVLspSPBFcTbdT38c3BZbfKQq6i/VQIzJyECBABIkAEiEDjEaD91HgdJEhAgquZimi/muGk7OXiL3OYtuVSFVk1rpKjihRbdCJc1bqbgeCKdd9zzz3SXxmtyAC/0W233SY6dOjQAo/tmaFPgYy++9Iacf/rkg5ibx1++OHax0qZz+chdNY+X8S+IIYimvwSc4Hkeuutt4qePXtm8Rj2bgzar96ojPaZN6qKF1RFVk06S1ORYk2rOsZJ4/qs5Xsvm03pu/3jioJvMQNY71NPPSWOOOII8e6777ou3+h607gOn+x+o4U3cSfaZ02s/GKXTvuyWLwbNtsjjzwiE+JHW5LfoGECaybWkVXjEvurSLHgatx+++3im9/8ptUSXW1o00l19gZiPSdPnixatWplOlQu/Z555hmBeMsov6ho/kl4cVUmuKq+veA7Hjp0qJN+8yK45iWv02Kb/GLf7EsSXFNs2EYQXN955x35AEJp63BLegm4ElyDuWAU4EW5YMECsXjxYiuyKzLM4iN6880316IdfUjGETVMVabCAAHlCJTu3r173TA2B4Mgt8KRgCwfpg2HJCAd4HByjz32EF27dhUgA+PhoTJ+0hBcIYPKID3yyCNlafj27dvXiKlybrhkJzHFINyvzAdoaQmpSetPO57NnkySAb+/+OKL0rh87bXXWrqT4GqCXHyfoslE7hLHj+CbQZM3Hhy/BQHX7G1pia3BxCS4/gcJBGKceuqpYtasWTXbUud4+vDDD2WQ1EMPPdTS3zTTZ9K+dzm4bMRhler9hzXGBfkFGJSV4Ar5YKNHKzrg71mSA5P2gi5TLTLfo+LEJptskjSE9e9FOQ9tBFQR0jFOkZVTdU7eOLsFlR8ee+wx8bvf/U789re/lVnu8B2B5070e8IGl+g1qqQ76JNlZj8SXO00RXvQDjfFVbSfMoOSAxEBIkAEiAARKDcCtJ/KrR8hBAmuZiqi/WqGk7KXi7/MYdqWS1Xf2HHVOuFXOfjgg2sIlklVxLKQM2mMZiG4xiX+Ouuss8TEiRNF69atJVy2Z4YqHWM8EPqGDx+epAqn3+GbPv3008VWW20lgyl33nnn2CSDvvrSApCKvv91lbqSiFKQt8zn83HyrVixwjpx4Pvvvy9OPvlkSSyPNgS43nLLLQJnJ83WaL96o3HaZ96oKl5QPLtRPAHv9XDTnYeo4hQR97Zo0SLRu3dvJ1Rcz9f43nOCv+Vi3+0fVxR8ixnQ3cOuOMRdf8ABBwgQoZGIKK75ZPfniVcVxqZ9VgUterEG2pdeqMldSF2hsAkTJgj8cymMkSQdbNnx48cLxC0dcsghkrcRcCWSrlX9vmzZMgEuRDhRXFxRC5W9euGFF8p1r7vuujYiZJ6QSyeELg5Pxyf561//KpPlffDBB+K5556T1T5BPsW3x8CBA63WGneRziaK80NnLkRkQBJc0yNMgmt6zHy9wjf7kgTXFDutEQRX3cdnUrBvVgTXMDwgc77++uvi5z//uQykh2zRjLI6OEePHi0uv/xyseGGGyq7RB+SWRDF0mKQ9mAQlaqQyWPUqFFKHOBUBIkVBsWuu+4qOnXqJNq2bRtbEjwLgisyhOFAcunSpS1Yq7Itqwwg1+wkKW6nlq5lPkBLS0hNWn/a8VR7EvcSSNXrr79+0nTa31WYV5Hg+vjjj9dl201LGLcGuQIX+mbQVAByH5bgkr3Nltga4EKCa2iHpMnUq3LuZBWk5nJw2YjDKh1J1SQrXZkJrjpnpAlxN6sHjwt52FUG1wN41/njrlcRzNE/KVlRljLZJExSJczB98y8efNEx44dsxRPjoVvyjFjxkgydLgl2adpBCHBNQ1a/+1Le9AOt8hVtJ8ygZGDEAEiQASIABHwAwHaT6XXEwmuySqi/ZqMUWwPF3+Z49TychAmUaVw2rRpNcPdeeed4qijjqr5my4QqehEuKp1NwvBFWt/8803xbBhw+S5e7jhnBm+kiCxXdpz7GAsnW8oi8pvSXtWRdjAWTQSOA4ePLgumNBXX1qAQ9H3vw6vuODOQNYyn89Dxrx8vhgXyeWjFUYwJ+Irpk+fLuM5mqnRfvVC27TPvFCTuZCqaky6ogWq5CWmZLckiVyftXzvJSFs9rvv9o/ZKvW9fIsZ0NnW3/3ud0Xnzp1d4RAvv/yyJKdEm+p7LtrHJ7vfGaiKD0D7rOIKLsfyaF+WQw+FSKGLx9HZn1kKhW/vIUOGiJUrV7YMi/clkk+Bd9GmTZtU03388cfihBNOkMlegqbiRuA3VQGRLBLFuNrQpgv+29/+JpD87rrrrqu5RBe7pdPzpEmTZOGPPJoqtiwL7o+trK4E16SkauHvH9U6o3Yt9vnUqVNr9nm0jymfIa+KqCS42u42/67zzb4kwTXFHiua4Ko7WMRL9sEHH4zNTpmW3JkChpauyKoBwitIZKgKBgKFjvCaZBhEH5ImmUWTZFYZEnGVYdMeDMYdOKIMPA4GN9544yQxa37PgpAH4i1eijBuwi2aeUTlNC3iMDMKSJkP0NISUpOUnXY8ZGAbMWJEzbBZECJUld6SCAQ2z5S0680aP9XeypOckSS/b7/7ZtD4hq+n8tpkb3MltgZQkeAa2jRvvPGGDABatWpVy19VSSp0GdxNDkBM9qjLwWXRh1W6yremjpUyE1x1gYtFJS7R2Z7YQ0VUkS3KeWhyT0T76LDROVht5ki6RkWIxzVxVWRRwRVVNaLfdnnpU/ednWSfJq09/DsJrmnQ+m9f2oN2uEWuov2UCYwchAgQASJABIiAHwjQfiq9nkhwTVYR7ddkjGJ7uPjLHKduudw0OZ4qALoof1LSWpuJ4AoskIAP539RXwwSKSPAvUOHDtYVXHGef+6558qz43ArQtczZsyQAYvRhjWBZFgVX1qwjqLvf1VyS8gCP9j5558fW4WlzOfzWENePl/4a0HiP+mkk5SPoauuukrGeORZwSbp+Vf077Rfi0bcaj7aZ1awlfeiNIH5qncpEuIjJs31WeX6rOV7L5s95utZYjarF8K3mAHVtxYqwN9xxx1ihx12cIZFRWrHoCqCRHQyn+x+Z6AqPgDts4oruBzLo31ZDj0UJgV8QmeeeWbNfEXELakIkKZ+CxU4OrtJZR+rCjVkQep1taHTKF0V56SLc9QRYrPgG+hkVmFhGoeZBgfTviS4miL1334kuKbHzNcrfLMvSXBNsdOKJriqyAsQ1+Qla0NGSwGFsiuIA8uXL5clzZ9++um6PnCwTZ48WbRq1aruN9VD0qSaVpzMacmBaQmuN998sxg5cmSdCLNmzZKHkOuss05qSFUOQNMMDeHJVOTVcBY/laGXREJOvRjDC8p8gNZogqaK8BxH0jaEXB5iRz9YkggENs+URuOnktkkQYApjlXv55tBU3V9lGB9abO3ZUVsDZZOgmtoE+iSoEQDg1S2ZFZZfSGOy8Fl0YdVKtsIazBN7lFmgivWoSMxFhGQo0v6kuVei3sGFuk8tHkW6/YektFMnDhRtG7d2mZYo2sQJIEDTxyqhlvSQasqiyKujybMMRLCoBMJrgYgNagL7UFn4Gk/OUPIAYgAESACRIAI+IUA7afS64sE13gV0X7NYAu7+MsymF4O8e6778pKhEuXLm0ZUhVcpPIn5fXtn3ZtzUZwRQI7EBIRkBdtgQ/p8ssvFxdddFHNz0lne0FnVeJb/JZntV4VeQdzJvmlfPSlBTgXef/rkh6aBqiW+XweeObp8127dq0YO3asQCxJtG299dZi4cKFYrfddkv72PK2P+3X0quO9lnpVWQnoCreLJqgQPUuTXqPppHG9VnL914atOP7+mz/uKLgU8yALqG2CfnUFCfdmanpve+T3W+KSTP2o33WjFovdM20LwuFuxyTPfvss+Kwww6TPsNwy9MPqPNbuPIUVMkg+vbtK+bMmSM22WQTuTwdETYLP5irDW26I3SE1TgCqYoXYGpDmMoV7keC63yBisRBYwXX/+6OvCrO2uxTXvNvBHyzL0lwTbFziyS4griAg6rx48fXSWiSjc2GjJYCitiu77//vgykBkE13Pr16yeNiPbt29ddryKXmmQX1Qmiy0oVN2YagqvOeDAhH+tkhlEFcjD+hZsNwVXlVAkbhipHaFEkhOj6y3yA1miC5m9/+1sxaNAggQ+MoLkSNG0JBDbPlEbjt2bNGklCx0FkuJk8Q+MecsEHEMgiW2yxhdhll13ENttsI771rW+JnXfeOVeiSlbPaZNxfDNoTNbEPk4ImGZvy5rYGghNgmtEfaqDruOPP15cc801YsMNN5S98w5Sczm4LPKwSvfuA0am1WzLTnD94x//KE488USBQ6twyzszGr5ZpkyZIs455xyrbxanp9J/Li7KeWgrq27/Idhs3rx5Yt9997UdOvE6jI9qBNHqH0nEbp3Mee2nDz/8UCYIeuihh2rWBPkHDhyYuE6TDqzgaoJSfR/ag3a4ha6i/eQMIQcgAkSACBABIuAXArSfSq8vElzjVUT7NYMt7OIvy2B6OYRJEJcqyMw1wCwr+TFOsxFcsWZdEjnoBefrqDxhS3BVkZ4x5+GHHy5uuukmsdlmm2WpPjnWkiVLxDHHHJOZX6rMvrQAvCLvfyRJxhlyNDjVNFahzOfzwDNvny/uJ+D3yiuv1O19JAiYPn26aNu2beb3RRkHpP1aRq3UyET7rPQqshPQJEmxyVmw3ez/vsr1Wcv3ngv6tdf6eJaY1ep9ihnQVVc1jTcwxUyX2Nok1s0nu98Uj2bsR/usGbVe6JppXxYKdzkm0yVpyCsGCKvWfXeb+i10yJn4NPNMFONqQ5vuCF3sexyfBLIdfPDBdb64SZMmybi+dddd13R6o36q74E4npDRoA6dWME1PXis4JoeM1+v8M2+JME1xU4rkuCKF83QoUMFqueE23e+8x1x++23i29+85uxkqcho+Gg86OPPhK//vWvxUsvvSTwQY7/nnLKKWLw4MEpEPpv17SVSFUPSRfCpcoZmHQwm4bgCgMIQdj3339/DT4TJkwQ+Kd4ECTiqMtka0NwxWQqHQQZV1avXl2XkcXEEZK4CIsOZT5AazRBU/dh4UL+1jnckrI8p3mmBNug0fjh2YbKaNj34ebybME4OodgElnE4vZo6CW+GTQNBav6k5tkb8uL2BqgS4JrZJ8lOWNUdqtp9nbTLe1ycFnkYZWO5JfGaVZ2gqvO9sPfR48eLRPnBMRnU/2a9HvsscfEiBEj6r5Z9tprL4GKwh06dDAZxqlPUc5DFyF1AWf9+/cXM2bMEJtvvrnL8MprEZz13e9+V6xatarmd9MqBLo9s+z4TQAAIABJREFUf+qpp8r91KZNm8xkRmIkfFuFibjbbrutTFLSrVu3TOYhwdUORtqDdrj95yraT07w8WIiQASIABEgAn4iQPup9HojwVWvItqvGW1fF39ZRiLIYZIIEaoznzS+sixlVY3VjARX4KDykeDv8LWBhLpo0aIauJLO9oLOOtIzfr/xxhtlslibs23dPoDvGsmwkSg23HBWD39Pnz59YreQj740LKio+/+DDz6Q+Eb3A2QwJViU+Xwe68jb54t7Ytq0aeL0009X7kWQyhGrk+V9kfdz03Z82q+2yBVyHe2zQmBuzCRJgfm6WBfT57zJqlyftXzvmaBs3sdX+8d8heqevsQM6Oxp0zjeNDi988470g5Zvnx5zWUmsW6+2f1pcGmmvrTPmknbha+V9mXhkJdnQl0CBRRhQ1Gu9dZbLzNhYeuef/75ApyEaMvCD5VU8ENF9MwqttvVhjYFWeXbxbWIAQSu66+/ft1QuuICiBOD7Q7/YlZN5/s777zzBOKzsibTmsitI7jCHwl5UXDs1VdfFa+99postvDpp5+Kvffeu2XoFStWxGIU/v5RkcNZwfW/WmIFV5MdW2wf3+xLElxT7I+iCK5vv/22GDNmTF0FVIhqmkkhDRlN5xhzeaE/8sgjdYdTcURNVcAx1ovAeHy0p2m6SlJJH/ppCK55OFh0h5a2BFcVybdv374yyy/+nXnmmS2wZh1AnkZfZT5AazRBEzjefPPN8mA53GwdZHGVoZMOwdM8UwJZy4DfsmXLBIIyopXLbD+U8LycOXOmrIYWbVkeJqS5h/Lq65tBkxcOHFciEJe9LW9ia6ACElwVm1H1jsAz6oQTThCq53a0wqvr/nY5uMzDllKt5+WXX5bv0SjJL62d6QPBVec8wlonT54szjrrrEwdkjoCJeazfc/a7MminIc2sgXXxDlv8yAgv//++zLIDd8X0WbqnNYl9IDjD8lDzjjjjEz203vvvSfv0WjioKyfVyS42u1g2oN2uP3nKtpPTvDxYiJABIgAESACfiJA+6n0eiPBVa8i2q8ZbV8Xf1lGIshhVAlUt9tuO0k43GGHHZREvMCvmKUctmM1K8E1zoekwjLpbC98jercGL8jyO3WW28VPXv2tFVXzXWff/65DLQ799xz68YbMGCATPbWvn372Ll89KVhQUXc/8BmypQpAj6+aEtTkbfM5/NYVxE+3zh/Os7ib7nlFoHnZtUb7ddSa5j2WanV4y6cKpYlKFoQFF146KGHWiZKinlLK5Hrs5bvvbSIx/f31f5xRcGXmAEdYcQltlaHHWL7QDTC2Wa0mcSl+WT3u+6fql5P+6yqmi3FumhflkINjRFCV4ALMUA33HCDLIaWRZInxFejiNuoUaPqYrazKpagimcKbOUtttiirihSUnG0NBpxtaFN5oqzC5P8t6pYUswJ7PFb586dTUSI7QMd41sAhQzCLUuc0wgJedauXStgV8IfGSTcgzwo3vDHP/6xZriAnAr7Lkxwve6662L9QEg+AhsNjQTXeA2R4JpmBxfT1zf7kgTXFPuiCIIrsgOMGzdOLFmypE6y/fbbTxITv/a1ryVKnZaMpiKk2mZt0H1ox2WO0BFcbQ4PdJWkkgLt0xBcdeXfEUg+derU1BWN4ggCtgRX6AHOz8suu6xlv6ByG14cOJDBXgpa1gHkiRs01KHMB2hlIGiC8A5D8NFHH62B1YYMobs3MHDSIXjaZwrGLAN+usNJ2wN73b2a9WFCmnsor76+GTR54cBxhS57W1HE1kAFJLgqNqPq2RzYIshWNmzYsJqrbBKHxN0DLgeXeR9WwXmxcuVKmTTmhRdeqFvG8OHDxfTp00Xbtm2NbnMfCK5YiO5dD6cNEuXAgZhF1r233npLYhslJUIG00A1I+ANOhXhPDQQI7FLnL2PgDT8y6LK7kcffSQddjfddFOdTGmcxXFJPTDw97//fXHOOeeITTfdNHHtug6wc0GUVVXzwLcKKtxm1UhwtUOS9qAdbkLQfrJGjhcSASJABIgAEfAcAdpPpVcgCa5qFdH/l+HWdfGXZSiGHEoXSHLUUUfJ73EQDYOmCsrJWp404zUrwRUYvfnmm9KvC59XUks62wtfH+frwXk8AuS+/e1vJ00Z+3tcEKNp9dZgAt98abp7Lst7C8l84eNFMsNoS4tvmc/nsbaifL6YB8nW4e+OtlNPPVVcfvnlqeM+nG6iBlxM+7UBoJtNSfvMDCeve6kIc0HRApwBH3zwwTWkAJxzoBJWFsSDLJ61edu9zfTe89n+cb0JfYkZ0BVXQLJhJBnJuqkqz2EOk/hO3+z+rLGrwni0z6qgxVKugfZlKdVSrFDgpRxzzDF1xFPEUv/0pz8V4Ki42ppxMepJHA5TNFRF3eAXefDBByWBE/H24UQxgY29ySabmE6h7Ze3vyLOtxZOXqgTUMc3QH/4qK644grRu3dvsc4661hh8cUXX4h58+aJsWPHCsSnhVte8YKYEzyA//u//xN//vOfBYqdwIZcvXq1QOX7559/PtVaEOs/d+5c8Zvf/KaG4JpmEBJc49EiwTXNbiqmr2/2JQmuKfZFngRXZA9AdoRLL7207qEPEdOSsdKS0XQVevr16yeuvfZaOb9p0xkocVmkdARXzJlGhl/+8pfilFNOqSMymJCD0xBcVeRRyAoCKcgj+++/vylcsuS5jtSMQXr06CFfpml0EEyucrCg8iSqmIXJHiYZvowXlLJjmQ/QykDQjHM8/fCHP5TEAmQZSWq6eyO4LukQPO0zBeOWAT/Iofswg5GJ5xvuMZMPszgyT1JmnCT9lPF33wyaMmJYEZmi2duKJrYGMJLgqthQyNiF98C0adNafsWzbfbs2dKuDP/dtvp33D52ObjM87AKdu3VV18tkFkrWsEb67FJoOILwRU2KjL4Y1+oGoiPIFLCsWfTkojDcKbBkdWtWzeb4a2uydt5aCWU5iJgA1tctS/hYEXAFLIJ2ra474q0QW6QAd+ocErimaJqcAz/4Ac/EEcffbQxWRzj4Lsa3x/49oWNGW0nnniiTBqUBeE3GJsEV7tdRXvQDjchBO0na+h4IREgAkSgMQhED3xtEss1RnLOWjYEaD+VTSN18pDgqlYR7dcMt66LvyxDMeRQqso9SI4H0tbIkSPlWWHQ8qg85LKeZia4AjcEysNXpPIhhXFNOtuL6iCuYiX8yqi8ijNukzOz6Nio3Ir9f+aZZypjHWzIgr750vK6/4EtEiGD1PT0008rby2QXs866yzj5IZlPp/HAovy+QJbYIek4dEGf2rWSfhcnot5XUv7NS9kncelfeYMYfkHwJkbzkLw/A4anj1ILovnffjviEW7++67xR577JHZwlyftXzvZaaKmoF8s39cUfAhZkAVk4F19+rVS9q/W265pSsMddfrquyZPgt8s/szB9DzAWmfea7A8opP+7K8uilMsrjKoOAnIKnWsccea+xbCAsO2/bhhx8Wp59+ujIO6Mgjj5TJ9lyS6Ifne+qpp8QRRxwhECMYNMQFHXjggQJzhf8OfxeS/dn4u6LKcbWh45SNWCrEe06YMEHpW4PvAr+tu+66sXtGFy8fXISiIGeffbbYfvvtjYmu0C98zahgqoohs+HOmG582DXwk6qKcJiOEe4XFJ1DjF24gmuasUhwjUeLBNc0u6mYvr7ZlyS4ptgXWRFc4SjHgdR7770nMwcgUwQevNFsBmEHVtoS8GnJaHEkOjyIJ06cKJC1oHXr1lrEYPyg+s4FF1xQl+US2apQRWizzTZTXh9HcMUFkAEB3zhUU1Wd+uSTTwSye6gIwqaHD2kIrpAJOhs8eHDd4aIpaS6J1BwA5ZLZVefwCCshD8JLittKe0CVdZW5NDIFfctC0IxzPGEPwnDt0qWL0gCPuzfCmCQdgqd9pmDssuCHZy4Me3yARRueD6hABiIFjGxVw/U///nPJVkoiyqANnuxEdf4ZtA0AqMmmDOcva1RxNYAZhJcNRtOlcziJz/5iUAFV1QwDZqpkyPNvnY5uMzqsOqzzz6Tttjvf/97GZQHuxqY6IK/0iaNCfDwheAKefHuR7ATSL6qtvvuu0vbHglg0lRz/eCDD2SQm444vNFGG8nEEQMHDszEKWi6F/N0HprKYNoPNgWCFfDdodqjIIziWwqEUZMEJsG8SfYe7B08A+CwTaNzjB9XLSOYH7pHJr5DDjlE7LLLLuJ//ud/xJe//OUWWHCfwp6FHXXfffeJxYsXK6si4AIbAroJ/iS4mqBU34f2oBVutJ+sYONFRKCxCMAvCh8tMr1+73vfa6wwnD0TBGx0Gg4ghP2U1h+fieAcxHsEaD+VXoUkuNariPZrxtvWxV+WsSgCidAQdIRv4qAh4ScquOJcJGh47y1atEhm7y9La3aCa1zAYVhHSWd7Kn3G+XqwF0CCRsKzrbbayng7oOoszuF0SdJMElGrJvPNl5bF/Q87FjEE8B2iIsXjjz8uff2qJHEBZjbJWUhw/e+Oi6tuYrt3jW+eEnSk/VoCJdA+K6USihLqV7/6lTxfwfs5aEhUi2pCCxcubPmbSdXGtDK7nq/xvZcWcbP+vtk/ZqvS9/IhZkCVOAgryiP+IowUzpSRPCbaTOf1ye533UdVu572WdU0Wor10P9XCjWUQ4j3339f+n6QXE3VQH5E8QRdPLrqmqR4sjyKJSBOCsnUZs2a1SISqtN26tSpJk7cpOppGs242tDhuQIfEGIeH3jgAVlc7aWXXlKKs9dee8nfO3TokCgu7EnE90GPcW2fffaRfmL891vf+pYslhHElAWyoULq8uXLZREDxGPqWtrEa4mLCHXQcbdMxkA8Gzg42AcdO3YU3/72t6XPc9tttxUoGhYmuHbv3j22uAP2eVAtlgTXePRJcDXZncX28c2+JME1xf5weUimmKamK14YIGWNGjUqVTCyDRktjkQHoUAIQNDyrrvuKrbZZpsWOV9//XXx7LPPyhcsKhxGmwmRIIngGozZtWtX+UJFYD4q+kBmkDdArFXNjetMX5xpCa5xeEFvhx56qHRE7rTTTi0vvT/+8Y+yYisylUDmKKl5hx12kHoOk+iw5gULFkiDMW1TZfyLjmHq+Eg7t2l/ncFner1rPxjrcAqpSARlIWhijUnkAgQe9OnTR+y8887iS1/6koBhuWLFCu19GcUt6RDc5plSJvxgXCLDJTLtqhruWWAIEj0y0yDLDe5xGLEgYegOjvMiYbju6yyu982gyWLNHKMOAWRv6/WfKmTLG4wPCa4aBXz44YcySxWInbpmmskzrY5dDi51h1VpZUjTHzYpqpsiU1varGw6gmua+V36Jr2no2MnkVzRHw4qJMo4+OCDxde//nXlt8Zf//pX8etf/1rMnTtXvkN1CXkaRW7FOrJ0HrroyPTapINpjAP7f9iwYfLbC87XVq1a1Q2Pb1N8hyEAFRn8dN9CLuTWYFIE00Uru5iuN00/OACvv/56seeee6a5zKgvCa5GMNV1oj1ohRvtJyvYeBERaBwC4UNXZKtVVe5pnHSc2QYBW51Gq9fnceBusx5e4xcCtJ9Kry8SXOtVRPs1423r4i/LWBQ5HPwm8P3EVQKFrwy+hfbt2+chgtWYjfAdhgVNSj6sOjPD9TiXQ8BZFg2kUfiHoENdS+szDMZ57LHHxIgRI2L9SdgX3/3ud+W5Y7t27epEgG8KQXdJfkOcoyEpHuILbJpPvrRG+JBxNoCgxbQVUMp8Ph88u1RVNLK8x8L7Ma5qMvyKCApNmzjQZr834hrar41APXFO2meJEFWng2kcIgLKESuXZXM9X+N7z1wbcXFpqlF8sn/MUVD3bITdnzZmAN9KOCcNtyKSBKkI8JAhTSETn+x+171Upetpn1VJm6VZC+3L0qiiHIIkxaJDSvAfUDQIfi7EhEWfTUh0j6QsSTFLeO8iDqhv376pY/WS0DKxR0877TRZXC2uuFvSPOHfG+FPAf5I0ovqtKYNyfMQI4nkOXk3zIF/4PTk1ZI4RiCngtcEf2rgSw0qtW688cZKsaK6TPI5hfcbCa7xmibBNa87wX5c3+xLElxT6NrUsZRiyNiueLFfccUVsoLPOuusk2pYGzIaJsB1J5xwQuxhWRpBTLPdq14+IKaCXKbLFGIiB8jByGZlYpykJbhifhB7hw4dGps11URO9EGFCFRsQtU1VMYKNzgc9t13X9OhavrpHB7oVITDJUnoRhh8YZl8IbhC5iTHUxLW+H3cuHGSvAnjNdySDsFtnillIrhirUkkVxP8wn3gNJw5c6bM6lLF5ptBU0UdlGBNOwkhVpdADohAgqtGESbJLPIKUnMJ2Cv6sAqOBQRSoUpFWnIroDdxiuV5ryS9p1Vz49sFwU1w1MUFMQbXhjORffHFF+K1117TBrmF50PV0auuukrAMWSDrSturgfwrvPbXI+DaewpfKfoSMPhcRFIGA5SA5k1rmpDcC2cnLD58L3iGoCFOVEBFs7pPBoStaDqsE1SHxN5SHA1Qam+D+1BK9xoP1nBxouIQPEI4H2M5HOoaha8V21sruIl54w6BLLQKSpkDRo0SLz77rtyGiQvnDFjRqkIP9wB5UaA9lO59RP1LwkhfDgjzRtU2q8ZI+ziL8tYFDkcEnni3Dfuex7+I3zzN8Kvo1tz0b7DqBxlILhCpjjSHX63tV/hU0bCxFNOOcXI/4eYBVQ2COIVTH1TWSUz88WXVrQPGaRLBBDivD9tK/P5PNZStM83rmoyEoiiSgqSJFex0X4tpVZpn5VSLfkJhUrdiAvUtTRktjRSuj5r+d4zRzstwRUj+2L/mKOg7lm03Z82ZmDNmjWS3BquqIyVHHDAAWL27NkCdkJeLS5OGbFq+M5Lar7Z/UnraZbfaZ81i6YLXSfty0Lh9mMycB/GjBkjVq1alShwUAUThZfQwpUs4y5Om1QiUZBIB12V9XC3rBPFFO1PcSk4kdaeTIs//FETJ04UJ510khFHJ+344f749jj//PMFisghhg5FrPAPewyJ+eCzjNpORRNcUUQE/iPYj2ioFIvvvHBRi6jtmyRjgEFehFFVLF0S0ddEj3nJazI3+6gR8M2+9OHwtjSEhiIJrijzjgArk3Liqq1oQ0YLxskqeDlNsLvqIYkHfa9eveShKgLO0jTMfemll8oMdqbkYBuCK2QCCRcHgOGqq2llveiii+SLDERcVBNFsHu4ITAdONi0uH2bF+EljZxFG3xR2XwiuEL25557TiCrTFzGZhX+MCbPOeccWcUUJGrsuXBLOgS3eaaUjeCK9eJ+uOGGG+TzwYRQotvLeEZjjG984xtptrtXfX0zaLwCl8LaIFAae9BG+LyviUtmgblNDzjSyukSsFfUYRXef6NHj5bvv7RZ7MN4FH1IG9VF0ntapzsQVR988EG5fhNCZNo94PrNknY+VX/XA/gsZLAZAweKcBiffvrpqe06k/mQTRHfk3DsZRWgikAvOH+xH7PaT3DGIskPHJ5FZ/MzdRSa4F3VPrQHvdcs7SfvVcgF5InA/PnzJZExjW8kT3k4tjsCWehUFdh+4403ykC2rGwq95VyhDIjQPupzNqRsrGCa7lVVAn71cVflpd6VBWHgrlQsRxnsAgOKlMryneoW3NZCK5xpDvIbuszDNa9evVq8YMf/EAsWbIkc/XjDBpn3gg0y6L54Esryoe8++67CyT5BuHSNA4iqoMyn89D1kb4fJHwERVxVcG92M9IfONyxpDFfZDHGLRf80C1UmNWwj4ru0aQZAvnbUuXLlWKeuGFF4oJEybIRPZZNtdnLd975tqwIbjKD1gPzxLNUfl3z6LsftuYgaeeekocccQRLcnwgvUhxhQki7z9hToCfNp4T5/s/rR7qIr9aZ9VUatcUwgB2pcl2g6///3vpV/o9ttvz1wqVH6dNm2a2GWXXTIfOxjwn//8p4yLwntZ1fJISFGkPwUYouDErrvu6mRzoKopvieQnCOrlkdMmqtsjSa4mshPgutQE5jYJwcEfLMvSXBNsQnyJrjigAeETJR1R+Ual49gGzJaGAocmN13332yis4TTzyRAiUhD6pQJRKZotq2bWt0rY7gimpDaQhpCJAGERTOobQHDLYEVywQhh4MAGTsMqmQhWu6du0qibFYYxinRx55RKCCUbildUxEQdc5PFyIs0aKNehUpMGnEsc3givW8MknnwgE15mSNKMHnTZ73eaZUkaCa7AHYLTD+J8zZ04qous+++wjycEuh8YGt0Upuvhm0JQCNAqRJwJ0cMWgi/fCqaeeKmbNmlXXK6+svpjIJWAv78MqJDsZNmyYPBBGRizXVtQhrU5O12A1ZM9DAA6CylwSPATylel96HoA77o3XK/H/Yt7d/r06ZmQRvGNcd5558nvSiTPyaNB5nvvvVc+A/DNaNNwj4LUivt0s802sxki1TWs4JoKrpbOtAftcCvRVbSfSqQMilI+BFT2navNVb5VNpdEWen0xRdflOTnV155RQIIggsO90EAYiMCSQjQfkpCqOG/k+DacBXEClAJ+9XFX5aXeuKS4yGh6uWXX56bD8F2TXn7DpPkKgvBFXLiPAv+E1Xi2yzs17RnjknYBcnMRo0aJdq0aZPUPfXvZfal5elDBimjd+/eMgZiv/32c75ny3w+j03RCJ8vSETQIUiuqoZzZTwzXWJ4Um/4Ai6g/VoAyH5PUQn7rOwqiAvMR3XIu+++W+yxxx6ZL8P1Wcv3nrlKbAmuwQxltn/MUVD3zNvud4kZ0N2bed6XUZRQpGbIkCFi5cqVNT/ZyOCb3e+6t3y+nvaZz9qj7AYI0L40AKnILlknug+SSqAYE3xEebdly5YJ8CtUvI0rr7xS8kmy/I4vwp8C8iiq62bh/wnwh8/j1VdflX4PFJ+DjZG2Qbd9+/YVY8eOFXvuuadYb7310g6Ra38SXNPDywqu6THz9Qrf7EsSXFPstCwJrt27dxcbb7yx2GmnnWSZ7B49eoivf/3rmT3wbchoKihQ9QnkTbyU8Q+BPahUGg6MR1UgkFp79uwp9t13X9GtW7fU64gjuAZyrV27VjzwwANi0aJFMnNm8IIFlsjyccghhwgE25uSaqPrtSH9Rcf44x//KH7+85+Lhx9+WBoDTz75ZEuXME4gsHbq1EmJkyo7HwwDkGejxFfT7fvOO+9IIu3y5ctbLilLVuYiDL44nHwkuIadmE8//bTMrIyy8Mi4FhjquC9g4Pbr10+A3BQ2Jk3utyhmNs+UMhNcoxji3njmmWfEb3/72xpyCXBEwoG9995bIKMPKrbaZkM2vV/L0s83g6YsuFGO3BCggysBWl0yizyD1FwC9rI6rIKNBHsadjXsQQSf7bbbbmKLLbbI9Hmd5yGtyV2TRbAa5oGtumDBApko46WXXjKZuqUPsIZTEKTEqG2RaqCMO7sewGcsjvVw+NYBWRSV5tMmGMKkcHCiWnGvXr1yCR7ULWzNmjXi5ZdfFshgDDLIH/7wB4FqB2FnKJzWuDfx/YH7FHbVNttsk/qb0RpcIWTGRiQpCTdWcE1GlPZgMkYl70H7qeQKoniNRSArMmRjV8HZwwhkpVMEr4HoM378+JbhkVAIf8uDpEEtVgsB2k+l1ycJruVWUSXsVxd/WV7qQaAagspQNSHa7rzzTpkkq2wtK9+h7brKRHDFGu655x5JuosG62XlM8QcwBxJPWz8hrgeSdfgNxw8eLD01ebdyuhLy8qHDCIGYi86duwoqyvDF4t4kixt0TKfz2PvNMrni32FQE1VVRP4NufNmydjYarUaL9WSZu5rKUS9lkuyGQ8qK5KpGsxhDgxXZ+1fO+ZbwJXgmswUxntH3MU1D2zsvvziBnQVVfO876MohRHgLet7uyb3e+6x3y8nvaZj1qjzCkQoH2ZAqwiuyIRAvxPtjFL8GOgKNqIESMyKURhuvaPP/5YzgteSbjZJIMwmTNLf0oQS7X55pvLWEdUaoVPsn379iaiWPf5/PPPZWwXEmj8+te/lrwD2AdhvgsGDzgvKLAF+fDfvGWzXpQQspgeCM0oAIKWFBMW1SU4GKiaq2vh758k37FuDFZwZQVXlz3ucq1v9iUJri7a5rWZIWBDuMts8iYYSJXRK0/CSxNA6u0SdUR9HMgNHDjQ23VR8OwR8M2gyR4BjlgyBOjgKplCKI7fCEST2PzmN7+pIyUiyQOIwsi6BgcOiMQbbrih3wv3QHpkzXv//fclYRTOMyQXgi2PZCNBgxNxyy23lA5EJEoquxPRA9gpogYB2oPebw3aT96rkAvIE4GsyJB5ysix0yGQpU6jid5ckw+mWwl7+4wA7afSa48E13KriPZrufVD6ZoEAfgN33vvPZkUFv4pBLkhkfLzzz/fgkBAIEACMyQya0Qys0AY+tKaZGNymbkhQPs1N2irMjDts6pokuuoFAK0fyqlzoYtxje7v2FANWBi2mcNAJ1TFokA7csi0baYC3YGCqA9++yz0jeEAkzwE0XJj4gp69Chg4xZwj8kPmvVqpXFjLyECGSDQLMRXIcNGya+/e1vO4H3+OOPy8KD4YakzyjY6NJQKAOVgsMN/x+F+tgag4Bv9iUJro3ZJ5w1ggAJrvluCVVVt7JmZc4XCY6O7M5jxowRc+bMqQEjKfsIkWs+BHwzaJpPQ023Yjq4mk7lXDARIAJEgAg0GgHag43WgPP8tJ+cIeQAVUYgSzJklXHyaW1Z6lRVHWH48OFi+vTpom3btj7BQlkLRoD2U8GAp5+OBNf0mBV5Be3XItHmXESACBABIkAEhBC0X7kNEhCgfcYtQgSIABEgAkSgYARonxUMOKcrGgHal0UjzvmIQJMg4APBFUkEQfJcvny51EpSldlAdaozcN/USoJrYzXmm31Jgmtj9wtn/w8CJLjmtxU++eQTgYwKs2bNapnkgAMOELNnzxZf/epX85uYI2eCwMSJE8WyZctkha7SctaCAAAgAElEQVTOnTuLTp06ie23315svPHGVuOrqvnuuuuuAhVcO3bsaDUmL6omAr4ZNNXUAlcVQoAOLm4HIkAEiAARIAIFI0B7sGDAs5+O9lP2mHLECiGQJRmyQrB4vZSsdYrM1Mccc4yALw0NlcqQMK5///5e40Th80WA9lO++GYwOgmuGYCY4xC0X3MEl0MTASJABIgAEVAhQPuV+yIBAdpn3CJEgAgQASJABApGgPZZwYBzuqIRoH1ZNOKcjwg0CQJ5ElxR2RhcjgsvvFCiueOOO4r58+dLTodpwxg4yz7uuONaLsE59MyZM0W7du1ihyHB1RRl9tMh4Jt9SYIr93IpECDBNT81PPXUU+KII44Q7777bsskV155pTjjjDNUGTnzE4QjWyGgujemTJki9WfTVIaOqZFkMx+v8RcB3wwaf5Gm5IYI0MFlCBS7EQEiQASIABHICgHag1kh2bBxaD81DHpO7AMCWZMhfVhz1WXMWqeqpIEDBgwQM2bMEO3bt686nFyfJQK0nyyBK+4yElyLw9pmJtqvNqjxGiJABIgAESACDgjQfnUArzkupX3WHHrmKokAESACRKBECNA+K5EyKEoeCNC+zANVjkkEiIDIguDao0cPsXbtWvHFF19I0uk666wj/zd4OKeffrpYtWqVRFpVVAzVWceOHSv++te/ymJjW221VY1WXnjhBXHfffeJv/zlLy1/Bw9k8uTJolWrVrEaJMGVG9wVAd/sSxJcXTXO6zNBgATXTGCsG+Tzzz8XEyZMEJMmTWr5bbvtthN33HGH2GGHHfKZlKNmigCyfAwaNKhmzCOPPFLcfPPNqYPp3n77bZn949FHH60Zj4TnTFVWmcF8M2gqAzwXokOADi7uDSJABIgAESACBSNAe7BgwLOfjvZT9phyxAohkDUZskLQeLuUPHR61113iaOPProFE1RxXbRokejdu7e3OFHwfBGg/ZQvvhmMToJrBiDmOATt1xzB5dBEgAgQASJABFQI0H7lvkhAgPYZtwgRIAJEgAgQgYIRoH1WMOCcrmgEaF8WjTjnIwJNgkAWBNfdd99dnHvuuWLq1KmxqKmKin366adi3LhxsiKrabvzzjvFUUcdldj9nnvuEdddd11iv7J0+OCDD8Tzzz9fI85tt90mhg4dWhYRm04O3+xLElybbouWc8EkuGavF5Qzv/3228WoUaNqMj6cdtpp4vLLLxetW7fOflKOmDkCL774ooAx9Nprr9WMPWvWLElWRYYQk/bRRx9Jw+umm26q6Q7C87x580S3bt1MhmGfJkLAN4OmiVTTrEulg6tZNc91EwEiQASIQMMQoD3YMOizmpj2U1ZINsE4yDz6+9//XixdulSsWLFCvPrqq+LJJ59sWfnOO+8sOnfuLJC1FMS+Tp06ifXWWy81MtGDpWAA2wMN3XhYw1577VUjn21m04MOOkjg2o033rhmvKgvc8cddxRIUgacgoYMrw8//LB44IEHBLKyBgc5W2+9tUw817NnT3HooYda4xmnACS9+81vfiOWLVsmVq5cKf73f/+35iCpe/fuokuXLmLvvfcWBxxwgPjGN75h7GMKz4txBw4cKNcXNBUWpptFNZ5OB1nrVCXjW2+9JYYMGSIxDBp9q6babM5+tJ9Kr3cSXMutItqv5dYPpSMCRIAIEIEKIkD7tYJKzXZJtM+yxZOjEQEiQASIABFIRID2WSJE7OA3ArQv/dYfpScCpUUgC4Ir4gtmzJgheTdxTRfbcNlll4nx48cbYTRgwAA5V/v27Y36+9RJdYZvGw/i07rLLKtv9iUJrmXeTU0kGwmu9sr+wx/+IC/eYostZHAhAtgQfHXDDTfIl1+4nPlXv/pVcffdd4s99tjDfkJeWSgCn3zyiTj11FMFCK3hhooRo0ePlhk/oFddQ5AqgvBwjy1ZsqSuG8rbn3XWWVaBqYUCwckKR8A3g6ZwgDhh0QjQwVU04pyPCBABIkAEmh4B2oPebwHaT96rMP8F/P3vf5ek1h//+MfiiSeeMJ6wa9eu0peAhFwbbrih8XXNQnAFrsi4eskll0hiaVLbZ599xEUXXST2339/K5JpeHz4kRYuXCiuvPJK8dJLLyVN3fI7ZPjBD34gya5pkuJVneD62Wef1WXqRbK4O+64Q5KU2YhAFAHaT6XfEyS4lltFtF/LrR9KRwSIABEgAhVEgPZrBZWa7ZJon2WLJ0cjAkSACBABIpCIAO2zRIjYwW8EaF/6rT9KTwRKi0BWBFckAe/Tp08N9yZYNHgbF1xwgeRtqM7TkQx70KBBiRh973vfExMnTpS8nyo2ElzLp1Xf7EsSXMu3h5pSIhJc7dX+yCOPyJepSUNmiIsvvphkRhOwStTnF7/4hSzNDuJytMFgQvUUVNxAFdYvfelLsss777wjVq9eLRYvXqwNpuzfv78kQW+++eYlWi1FKQsCvhk0ZcGNcuSGAB1cuUHLgYkAESACRIAIqBGgPej9zqD95L0K810AfAYXXnihuO+++6wn2n333cVVV10l9txzT6F4ZtSN2wwE10033VTiet1116XG1eUw61//+pd49NFHJRnz6aefTj13cAEqyl5xxRWyuqtJqzrBFRjcdddd4uijj66BY8qUKeKMM84wgYh9mgwB2k+lVzgJruVWEe3XcuuH0hEBIkAEiEAFEaD9WkGlZrsk2mfZ4snRiAARIAJEgAgkIkD7LBEidvAbAdqXfuuP0hOB0iKQFcEVReVeeOEFWWwu3MDN2H777WMrrn744Yfi5ZdfFv/4xz/kf5FIOdw6deokdtllF/GNb3zDOel1aRVBwUqJgG/2JQmupdxGzScUCa72Oo/LFhEeFaXTUeK7Q4cO9pPxyoYggCDF22+/XZa9D1fkdREG5e2nTp0qvva1r7kMw2srjIBvBk2FVcGl/RsBOri4E4gAESACRIAIFIwA7cGCAc9+OtpP2WNaiRHhY1i0aJE488wzlYm00i5yo402EiD7ITHXeuutF3t51QmuN998s/jpT39qRW4NgOvXr5+49tprxdZbb22sChyw3XDDDQKJ7bLwG3Xu3FkSlw866KBE4nIzEFxfffVVceyxx9ZUxEX14pkzZ4p27doZ64kdmwMB2k+l1zMJruVWEe3XcuuH0hEBIkAEiEAFEaD9WkGlZrsk2mfZ4snRiAARIAJEgAgkIkD7LBEidvAbAdqXfuuP0hOB0iKAGIi1a9e2EFPXWWcdeY6L/7IRgWZHwDf7kgTXZt+xJVk/Ca72ilAFkkVHQ2DajTfeKPbdd1/7iXhlQxGA8fXwww+L008/XVuR1URAVHwdO3asrOiB/81GBHQI+GbQUJOVR4AOrsqrmAskAkSACBCBsiFAe7BsGkktD+2n1JBV/wL4FubPny/GjBkjPvroI+WCv/Od74i+ffsKVGfdcMMNZYbR559/XixZskQsW7ZMeQ38CyBYDh48OJYQ2UiCK+b+9NNPW+RHVc6TTjqpZj0giIL4G266w6+oL3PbbbcVXbt2ldU+w22fffYRJ5xwgvTJtW3bVkAOZGxFIjMQjVWE1P79+4sZM2aIzTffPHFTgtyKBGaQR0du7d27t+jTp4/YeeedBbLLfvLJJ7LK60MPPSRWrVqlnAME21tvvVX07NkzVoZGElyz1qluoWvWrBEjR44UCxcubOkCfeP/d+vWLVFH7NBcCNB+Kr2+SXAtt4pov5ZbP5SOCBABIkAEKogA7dcKKjXbJdE+yxZPjkYEiAARIAJEIBEB2meJELGD3wjQvvRbf5SeCBABIkAEPETAN/uSBFcPN1kVRSbB1V6rH3zwgRgyZIhYunSpchBUbp02bZosa87mPwJ/+tOfxKxZs8T06dNTVVpBsCmqS5x99tmiS5cuiRU4/EeKK3BFwDeDxnW9vL70CNDBVXoVUUAiQASIABGoGgK0B73XKO0n71WY/QKeeeYZ6Rt466236gY/9NBDxYQJE6T/SJXJFOTYN954Q1x88cVi9uzZddebECIbSXCNCvyzn/1MDBs2rObPl1xyibjwwguNgFf5MsMXAo9LL71UDBgwQLRu3bpuTOAJ4vB5550nycPRhvGRnCypKu4999wjjjvuOCW5dfjw4VKn3/zmN5V+oC+++EI899xzUqf33XdfnQwgO99yyy1iu+2202LSSIJr1jrVLfKf//yn3BeXXXZZTRcQgIExGxEII0D7qfT7gQTXcquI9mu59UPpiAARIAJEoIII0H6toFKzXRLts2zx5GhEgAgQASJABBIRoH2WCBE7+I0A7Uu/9UfpiQARIAJEwEMEfLMvSXD1cJNVUWQSXO21+ve//10sXrxYVg1A1QUEKSKIDkFoxx9/vOjVq5do06aN/QS8spQIfPbZZ2L16tVi+fLl4pe//KXUOwIjg4Y9gGoSqLiCPYD/tm/fvpRroVDlRMA3g6acKFKqDBGggytDMDkUESACRIAIEAETBGgPmqBU6j60n0qtnuKFW7t2rRg7dqySnPrDH/5QnHPOOUb+I/ihbrzxRnH++efXkSr79esnZs6cKbbYYgvlApuF4LrjjjuK66+/Xuy5556Jin7//ffFySefLEBUDTf4deDr22233bRjvP3225Lc+uijj9b0QZIzVHUdMWJEIkEWF6Ly66RJk8TkyZPr5jrxxBPlWKjmq2rNQHDFulWE6DPOOENi1qpVq0Q9s0PzIED7qfS6JsG13Cqi/Vpu/VA6IkAEiAARqCACtF8rqNRsl0T7LFs8ORoRIAJEgAgQgUQEaJ8lQsQOfiNA+9Jv/VF6IkAEiAAR8BAB3+xLElw93GQUmQgQASJABIhA3gj4ZtDkjQfHbzgCdHA1XAUUgAgQASJABJoNAdqD3muc9pP3Ksx2AbpKnyDonXXWWUZEyECizz//XFx55ZWywmi0gfw6cuRIZcXQZiC4mlSyjWL25ptvymqyv/jFL2p+gl4mTpyorQA7bdo0cfrpp9dcA3LrDTfcIAYPHqzUgW5XffLJJ5LkfN1119WNB6Jtnz59lJc2C8H1ySeflBiADBy0vn37ijlz5ohNNtkk25uVo3mNAO2n0quPBNdyq4j2a7n1Q+mIABEgAkSgggjQfq2gUrNdEu2zbPHkaESACBABIkAEEhGgfZYIETv4jQDtS7/1R+mJABEgAkTAQwR8sy9JcPVwk1FkIkAEiAARIAJ5I+CbQZM3Hhy/4QjQwdVwFVAAIkAEiAARaDYEaA96r3HaT96rMLsFgLx46qmnilmzZtUMmlRxNU4CXUXYAw44QFaJ/epXv1p3eTMQXH/0ox9J4u96662XSoF33XWXOProo2uuQSXY+fPni86dO9eN9e6774rhw4eLpUuX1vyWVHE1TihdRdjjjz9eXHPNNcoqrs1CcFWts2vXrmLBggWiS5cuqXTNztVGgPZT6fVLgmu5VUT7tdz6oXREgAgQASJQQQRov1ZQqdkuifZZtnhyNCJABIgAESACiQjQPkuEiB38RoD2pd/6o/REgAgQASLgIQK+2ZckuHq4ySgyESACRIAIEIG8EfDNoMkbD47fcATo4Gq4CigAESACRIAINBsCtAe91zjtJ+9VmN0CfvWrX4kBAwaIV155pWbQO++8Uxx11FHWEy1btkwceeSRNVUtUUF00aJFonfv3nXjVp3gut1224k77rhD7LDDDqkx1RFWb7vtNjF06NC68VTYg1R89913iz322CP1/MEFN998s6zAG25x62oWguuf/vQnqYeHH364BpvHHntM7LvvvtZ488LqIUD7qfQ6JcG13Cqi/Vpu/VA6IkAEiAARqCACtF8rqNRsl0T7LFs8ORoRIAJEgAgQgUQEaJ8lQsQOfiNA+9Jv/VF6IkAEiAAR8BAB3+xLElw93GQUmQgQASJABIhA3gj4ZtDkjQfHbzgCdHA1XAUUgAgQASJABJoNAdqD3muc9pP3KsxuAagCOmjQoJoBe/ToIebOnSu23npr64k+/vhjccIJJ0hCa7hNmjRJnHfeeXXjVp3getppp4nLL79ctG7dOjWm//rXv8TEiRPFhRdeWHPtGWecISZPnixatWpV8/fLLrtMjB8/vuZvxxxzjJg5c6Zo165d6vmDC9544w0xePBgsWrVqpox5s2bJwYOHFg3brMQXD/99FMxbtw4iW+46QjI1grghd4jQPup9CokwbXcKqL9Wm79UDoiQASIABGoIAK0Xyuo1GyXRPssWzw5GhEgAkSACBCBRARonyVCxA5+I0D70m/9UXoiQASIABHwEAHf7EsSXD3cZBSZCBABIkAEiEDeCPhm0OSNB8dvOAJ0cDVcBRSACBABIkAEmg0B2oPea5z2k/cqzG4BP/rRj8RFF11UM+DJJ58spk6dKtq0aWM9EUiZF198sfwXbrqxq05wvfXWW8Xw4cOt8Vy8eLHo379/zfX9+vUTc+bMEe3bt2/5uw5H6Pn8888Xiue3sUw6Iucll1xSR77FoM1CcNVhriNzGwPOjpVDgPZT6VVKgmu5VUT7tdz6oXREgAgQASJQQQRov1ZQqdkuifZZtnhyNCJABIgAESACiQjQPkuEiB38RoD2pd/6o/REgAgQASLgIQK+2ZckuHq4ySgyESACRIAIEIG8EfDNoMkbD47fcATo4Gq4CigAESACRIAINBsCtAe91zjtJ+9VmM0C8ibm/exnPxPDhg2rEfaggw4S+PvGG29c8/eqE1xXrFgh9tprL2vFPfvss+Kwww4T7777bssYu+66q0D11I4dO7b87U9/+pMYOnSoePjhh2vm0lVZTStQGkJ0sxBcgaEKFx3xNy3m7F8dBGg/lV6XJLiWW0W0X8utH0pHBIgAESACFUSA9msFlZrtkmifZYsnRyMCRIAIEAEikIgA7bNEiNjBbwRoX/qtP0pPBIgAESACHiLgm31JgquHm4wiEwEiQASIABHIGwHfDJq88eD4DUeADq6Gq4ACEAEiQASIQLMhQHvQe43TfvJehdksYM2aNWLkyJFi4cKFNQPedtttkiTp2n7xi1+Ivffeu2aYHj16iLlz54qtt9665u9VJrjuuOOOYv78+aJz587WkKrIol27dhULFiwQXbp0aRn3rbfeEkOGDBErV66smcuVYBsMpiItH3PMMWLmzJmiXbt2NXM2O8F19OjR4sorrxTrr7++td55YbUQoP1Uen2S4FpuFdF+Lbd+KB0RIAJEgAhUEAHarxVUarZLon2WLZ4cjQgQASJABIhAIgK0zxIhYge/EaB96bf+KD0RIAJEgAh4iIBv9iUJrh5uMopMBIgAESACRCBvBHwzaPLGg+M3HAE6uBquAgpABIgAESACzYYA7UHvNU77yXsVZrOAvKt9qgiuOrInCa7xOlWRRXFFlLiq6veVr3xFLFmyRHTv3t1546SpytvsBNeTTz5ZTJ06VbRp08YZdw5QDQRoP5VejyS4lltFtF/LrR9KRwSIABEgAhVEgPZrBZWa7ZJon2WLJ0cjAkSACBABIpCIAO2zRIjYwW8EaF/6rT9KTwSIABEgAh4i4Jt9SYKrh5uMIhMBIkAEiAARyBsB3wyavPHg+A1HgA6uhquAAhABIkAEiECzIUB70HuN037yXoXZLEBHcM2q2icJrv/W00EHHSRADN14442tFedCcM2igmwgOAmuahX+6Ec/EhdddFHNjyS4Wm/3yl5I+6n0qiXBtdwqov1abv1QOiJABIgAEaggArRfK6jUbJdE+yxbPDkaESACRIAIEIFEBGifJULEDn4jQPvSb/1ReiJABIgAEfAQAd/sSxJcPdxkFJkIEAEiQASIQN4I+GbQ5I0Hx284AnRwNVwFFIAIEAEiQASaDQHag95rnPaT9yrMZgGs4KrGUUXivOSSS8SFF15oBHyU7NirVy9JcN1yyy2Nrld1Mq3MatrPVhASXNXIkeBqu6Oa6zraT6XXNwmu5VYR7ddy64fSEQEiQASIQAURoP1aQaVmuyTaZ9niydGIABEgAkSACCQiQPssESJ28BsB2pd+64/SEwEiQASIgIcI+GZfkuDq4SajyESACBABIkAE8kbAN4Mmbzw4fsMRoIOr4SqgAESACBABItBsCNAe9F7jtJ+8V2E2C1izZo0YOXKkWLhwYc2At912mxg6dKjzJI8//rjo2bNnzTgHHHCAmDt3rth0001r/v7//t//E2eccYaYMWNGJrJ8+umnYty4cWLmzJk145lUp82a4JpFBVUVcVU17ltvvSWGDBkiVq5cmXrdJgqfPXu2GDFiRE1X7KGrr75abLDBBjV/N5XZZF70efXVV8Wxxx4rXnrppZZLTKvjuuo0SUYVwRX7efLkyaJVq1ZJl/P3JkGA9lPpFU2Ca7lVRPu13PqhdESACBABIlBBBGi/VlCp2S6J9lm2eHI0IkAEiAARIAKJCNA+S4SIHfxGgPal3/qj9ESACBABIuAhAr7ZlyS4erjJKDIRIAJEgAgQgbwR8M2gyRsPjt9wBOjgargKKAARIAJEgAg0GwK0B73XOO0n71WYzQJ0pNJJkyaJ8847z3kSFRmyX79+Ys6cOaJ9+/Y142dNcNVVp20EwXXbbbeVJOJu3bpZY/qLX/xC7L333jXXqyrD5lmV91//+pe4+OKL5b9wGz16tLjyyivF+uuvX/P3rAmuKgzKTHBNU/XXemPwQq8QoP1UenWR4FpuFdF+Lbd+KB0RIAJEgAhUEAHarxVUarZLon2WLZ4cjQgQASJABIhAIgK0zxIhYge/EaB96bf+KD0RIAJEgAh4iIBv9iUJrh5uMopMBIgAESACRCBvBHwzaPLGg+M3HAE6uBquAgpABIgAESACzYYA7UHvNU77yXsVZrcAVeXJk08+WUydOlW0adPGeqJ//vOf4sILLxSXXXZZzRi6sbMmuL7zzjuyCu3y5ctr5m8EwRUC3HPPPeLwww+3xlNFFj7uuOPEtddeK77yla+0jKvDEXo+//zzheL5bSzTX/7yFzFmzBhJUA43HZEza4LrI488Ivr06VMzdxkIrjrMp0yZIqsSsxGBAAHaT6XfCyS4lltFtF/LrR9KRwSIABEgAhVEgPZrBZWa7ZJon2WLJ0cjAkSACBABIpCIAO2zRIjYwW8EaF/6rT9KTwSIABEgAh4i4Jt9SYKrh5uMIhMBIkAEiAARyBsB3wyavPHg+A1HgA6uhquAAhABIkAEiECzIUB70HuN037yXoXZLWD+/Pli0KBBNQP26NFDzJ07V2y99dbWE3344YcCBMyHHnqoZgxddVgdSfDWW28Vw4cPTy3Hs88+Kw477DDx7rvv1lzbKIKrC8H0s88+E+eee64kHYebbkyQisePH1/T95hjjhEzZ84U7dq1S41lcIGKsIrf5s2bJwYOHFg3rqp/165dxYIFC0SXLl1Sy4H1n3nmmTXXlYHgqiP+3nbbbZJkzUYEAgRoP5V+L5DgWm4V0X4tt34oHREgAkSACFQQAdqvFVRqtkuifZYtnhyNCBABIkAEiEAiArTPEiFiB78RoH3pt/4oPREgAkSACHiIgG/2JQmuHm4yikwEiAARIAJEIG8EfDNo8saD4zccATq4Gq4CCkAEiAARIALNhgDtQe81TvvJexVmt4Bf/epXYsCAAeKVV16pGdSVnLds2TJx5JFHCpD/wm3JkiXiwAP/f/buP2avsr4f+KeAM7SFRCIbZJnFGGRkSG3ZxoABG/A1ZWIrWn7YDmQpBYQKwhS6X6DbYtoiTrAwSzG6IAgCwVY26sYPgVmGA2oJhqExWhMztriRQKnBIc9y7vn0+/y4nz7nvp9zn/tc13k9yf6h51zX53p9TsfHwpvr/006wFQhzqluB51O4POf/3ycf/75kx4bVsD1lFNOieIW1oMPPni60if9+g9+8IP4wAc+EE888cTuXytubb333nvj5JNPnvR8N/ti3yKIesIJJ/S8/+gL3UwPPfTQuPvuu+PII4+ctO6OHTti2bJlsXXr1nG/VqYHExd75ZVXYtWqVfHFL35x3C81IeD6X//1X50g69e//vUZn7Pv5ngxCQHzU+PbJODa7BaZX5vdH9URIECAQIYC5tcMm1rtkcxn1XpajQABAgQITCtgPpuWyANpC5gv0+6f6gkQIEAgQYHU5ksB1wQ/MiUTIECAAIFBC6Q20Azaw/pDF/AHXENvgQIIECBAoG0C5sHkO25+Sr6F1R1gquDgu9/97s6NnwcddFDPm7300kvx4Q9/uBPoHPszXcizuJH06quvHvdOcQvsjTfeGEWgs+zPiy++GCtWrOgEQCf+lAlX3nbbbfGHf/iH417tJWjb7RzFYv2Ehn/+85/Hpz/96bjyyitLWxa31ha33j7wwAPj3lm5cmXnFtg5c+aUpdz93I9//OPOjbwPP/zwuHfPO++8WL9+fdc1pwp+fu5zn4sLL7ywpxq+9a1vxXvf+95JN/I2IeDa7aba+fPnR3E78mGHHdbTOT2ct4D5qfH9FXBtdovMr83uj+oIECBAIEMB82uGTa32SOazaj2tRoAAAQIEphUwn01L5IG0BcyXafdP9QQIECCQoEBq86WAa4IfmZIJECBAgMCgBVIbaAbtYf2hC/gDrqG3QAEECBAg0DYB82DyHTc/Jd/Cag+wadOmTnhx4m2rRaizCFa+8Y1vLL3ha6+9Ftddd12sXr160jvFX7/88sujy/8P6TxbBGI/+MEPjnuv15tH97R/sfAwA65HH310fOELX4jDDz+8tOcjjzzSMSluQx37c/PNN3duqO1mOTIyEjfccEN85CMfmbRPcQNq0eu99tqrdA1FCLr4Dm666aZJ79xzzz3xvve9r+tau3btissuu6wTlB77s3jx4ti4cWP88i//cqka/uM//qMTiC2+04k/TQi4Pvroo3HiiSeOK60IiN96663xpje9qdQZPdQOAfNT4/ss4NrsFplfm90f1REgQIBAhgLm1wybWu2RzGfVelqNALTddFsAACAASURBVAECBAhMK2A+m5bIA2kLmC/T7p/qCRAgQCBBgdTmSwHXBD8yJRMgQIAAgUELpDbQDNrD+kMX8AdcQ2+BAggQIECgbQLmweQ7bn5KvoXVHmCqG1eLXT7+8Y93wo377rvvtJu++uqrUQQv/+zP/mxSWPa4447r3GB6yCGHTLnOU089Fe95z3sm3dK5ZMmSzi2uv/qrv7rHGva0/+iL/QZcizDp9ddfH7Nnz57WYaobXIsXi+BjcZZ58+ZNu87jjz8eH/rQh2L79u3jnv393//9TnhyTx5T3bha3IRb3OJahGb32WefaWsoQs+f/OQnY82aNZOePeOMM2LDhg17DHEWe11xxRWT3i3WLP76dOHpF154ofP9Feft9jOTgGsvPd0TVGFw0UUXjXvkT/7kT6L4Dvbee+9pjT3QHgHzU+N7LeDa7BaZX5vdH9URIECAQIYC5tcMm1rtkcxn1XpajQABAgQITCtgPpuWyANpC5gv0+6f6gkQIEAgQYHU5ksB1wQ/MiUTIECAAIFBC6Q20Azaw/pDF/AHXENvgQIIECBAoG0C5sHkO25+Sr6F1R/gySefjKVLl066KbTY6bTTTotrrrkmFi5c2PXmz+LG0B/84AfxiU98onML68SfIlRZBF/PPvvsPRb+4osvxooVK+Lee++d9Nxv/dZvdYKWJ5100qQailtbizDounXr4r777tv9bnH767//+7+PW6tMwHXz5s1RhGrH/hRrfe5zn+tYTHf76Z4CrsWa8+fP79RanKVbyLS4MbXw+uu//uv47//+73F1FJZF2HNifd1gp7qZt3j23HPP7fT0rW99a9dbYF9//fV4+umnOz0dazq6TxHQve2226IILu/p51vf+la8973vndSH0RqK9buFnovQdXE77Nq1a+P555/vbFGcvQha/+d//ufuLcsGXGfa06nO+LOf/axzW3ER5B37U4S5ly9fXv1vVCsmLWB+anz7BFyb3SLza7P7ozoCBAgQyFDA/JphU6s9kvmsWk+rESBAgACBaQXMZ9MSeSBtAfNl2v1TPQECBAgkKJDafCngmuBHpmQCBAgQIDBogdQGmkF7WH/oAv6Aa+gtUAABAgQItE3APJh8x81Pybew+gMUIdU777wzLrnkkkmhytHdjj766Fi0aFEUYdM5c+bE//zP/8S2bdviH//xH+PBBx/sWlQRSvyLv/iLuPzyy0vdGLqnUGaxwWGHHRYnn3xyvOUtb+ns99xzz8U3vvGNScHcIgBaBAzPPPPMcXWVCbhOdZNssdCCBQviwAMP7KxZ1FAEVd/0pjeN22O6gOvow+94xzvife97327PIuC7devWuOuuu7oGjYv3iptU//iP/7iUZRH8LYKXRT3FTazdfgrLd73rXZ1zveENb4giXPuv//qvsWXLlnjiiSe6vnPAAQd0bqE966yzuoZjx75U3Kpb3Oh73XXXTfnRnnjiifG7v/u7nQBrERgtDL75zW9Oqrk4+86dOzvB39GfsgHXmfZ0quJ/8pOfxDnnnNPxGv05/PDDOz38jd/4jep/o1oxaQHzU+PbJ+Da7BaZX5vdH9URIECAQIYC5tcMm1rtkcxn1XpajQABAgQITCtgPpuWyANpC5gv0+6f6gkQIEAgQYHU5ksB1wQ/MiUTIECAAIFBC6Q20Azaw/pDF/AHXENvgQIIECBAoG0C5sHkO25+Sr6FgzlAEXItbk+94oorpgxY9rJzEVgsbl296KKLSgUyi7WLgOWVV14ZN910Uy9bjXu2COJ+4Qtf6AR1i+Dk2J8yAdfi1tfihtMHHnhgjzUUN7EWoeAidDv2p1vAtQhnFrfMFgHefn8Ky6I3b3zjG0svUYRci5tn//RP/3TKkGvpxSKiuLn105/+dJx++unThltH1y1CyH/0R380ZWC2zP4XX3xxJ0xc7H311VfvfqVswHWmPZ2qxm7B2fPOOy/Wr1/fCYH7ITBWwPzU+O9BwLXZLTK/Nrs/qiNAgACBDAXMrxk2tdojmc+q9bQaAQIECBCYVsB8Ni2RB9IWMF+m3T/VEyBAgECCAqnNlwKuCX5kSiZAgAABAoMWSG2gGbSH9Ycu4A+4ht4CBRAgQIBA2wTMg8l33PyUfAsHe4Bvf/vbnVtX77vvvr43Km55/cxnPhPHHHNM6SDk6GbFbaNFmLMIhfb6U9xGev3118ev//qvd24B7SfgWgR9v/zlL3eCuVPdfDpaV7fAbLeA65e+9KX4vd/7vc5NtsXtnr38FAHa4tbS4rbXvfbaq5dXO88W53n44Ydj9erVndtZ+/057bTT4tprr+3Y9vrzb//2b3HZZZd1bvvt9aeouwjoFoHpibZlA64z7elUNW/YsKHznYz9ueWWW2LFihW9HtPzLRAwPzW+yQKuzW6R+bXZ/VEdAQIECGQoYH7NsKnVHsl8Vq2n1QgQIECAwLQC5rNpiTyQtoD5Mu3+qZ4AAQIEEhRIbb5MIeD6ekTsrvP111/v+V+YSvA7UjIBAgQIEBiaQPEvhU74F2qLP1zo/d+wHdoJbJyhgHkww6Y6EgECBAg0V8A82Nze9FCZ+akHrLY++uqrr3YCrmvXru0pFHn88cfHhz/84SjCkPvuu2/ffMWf8z700EPxl3/5l/HYY49Nu84BBxwQf/7nfx4XXHDB7psz+w24FpsVN59u3Lixs2ZxE+xUP0Vwdfny5eN+eaqAa/HcT3/6086NqkVgdU/rFgsWZyoCsRdeeGEceOCB0xpM90BxO+4Xv/jF+OxnPxvPP//8dI/v/vWilx/5yEfixBNPLH0Tb7fFi/1vvvnmTgB5x44d0+5fhKSLoPNJJ520+88h+g24zrSnU51n1apVHdPRn+L24CIc/da3vnXa83mgXQLmpyT6LeDa7DaZX5vdH9URIECAQGYC5tfMGjqY45jPBuNqVQIECBAg0FXAfObDaIGA+bIFTXZEAgQIEGiOQIrzZQoB150RMWe0zS+99FLnv+TuhwABAgQIEBiMQHF7zf777z928VciYu5gdrMqgVIC5sFSTB4iQIAAAQLVCJgHq3Ec8irmpyE3IKXti6Dp9773vfjGN77R+b8iGLlt27bdR1iwYEEUN4wWt5MuWrQofu3Xfq2vW0anMin2L/b8+te/3rmFdPv27bvDkcXe8+fPj6VLl0YRrJ3wv1X7vsF1bC0/+tGP4o477uiEbYvbTyeGUosAbnHb7difPQVcx/459j/8wz/EvffeG0888cTuM/3O7/xOLFy4MP7gD/6g65mq+HaK8O4zzzwTjz76aDzyyCPx3HPPjQu8FjUUt7QWt6MWff2VX/mVSv+jkkXItzhzcZtrcQNucWNw8feW4s/13/nOd3aCtIsXL46iv/vss88ebcve4DrTnnZz/853vhNnnHFGx2/0p/gWrrnmmth7772raJU1MhIwPyXRTAHXZrfJ/Nrs/qiOAAECBDITML9m1tDBHMd8NhhXqxIgQIAAga4C5jMfRgsEzJctaLIjEiBAgEBzBFKcL1MIuP4wIuaNtvm73/1uHHrooc3pukoIECBAgEBmAsW/2Pz2t7997KmKa1cOyeyYjpOWgHkwrX6plgABAgQSFzAPJt7A/yvf/JRFGx2iqQJlAq5NrV1d5QU2bNgQF1100e4XDj744PjqV78av/3bv11+EU+2RsD8lESrBVyb3Sbza7P7ozoCBAgQyEzA/JpZQwdzHPPZYFytSoAAAQIEugqYz3wYLRAwX7agyY5IgAABAs0RSHG+TCHg+mhEHD/a5vvvv79zU4AfAgQIECBAYDACW7ZsiVNPPXXs4o9FxAmD2c2qBEoJmAdLMXmIAAECBAhUI2AerMZxyKuYn4bcANvnLSDgmnd/i9O9+OKLsWLFis4NvKM/5513Xqxfvz7mzJmTP4AT9ixgfuqZbBgvCLgOQ738nubX8laeJECAAAECMxYwv86YsA0LmM/a0GVnJECAAIHGCJjPGtMKhQxOwHw5OFsrEyBAgACBSQIpzpcpBFw3RsT5o9pr1qyJq666yudHgAABAgQIDEhg7dq1sXr16rGr3xIRKwe0nWUJlBEwD5ZR8gwBAgQIEKhIwDxYEeRwlzE/Ddff7pkLCLhm3uCIePDBB+P000+Pl19+uXPY/fbbrxN2Pfnkk/M/vBP2JWB+6out7pcEXOsW720/82tvXp4mQIAAAQIzEjC/zoivLS+bz9rSaeckQIAAgUYImM8a0QZFDFbAfDlYX6sTIECAAIFxAinOlykEXD8UETeNSi9evDg2bdrk0yNAgAABAgQGJLBkyZLYvHnz2NUvjoi/HdB2liVQRsA8WEbJMwQIECBAoCIB82BFkMNdxvw0XH+7Zy4g4Jp3g1999dW48sor44Ybbth90HPPPTc++9nPxv7775/34Z2ubwHzU990db4o4Fqndu97mV97N/MGAQIECBDoW8D82jddm140n7Wp285KgAABAkMXMJ8NvQUKGLyA+XLwxnYgQIAAAQK7BVKcL1MIuM6PiG+PKs+ePTt27twZs2alULrfHQQIECBAIC2BkZGRmDt3buzatWts4e+MiO1pnUS1mQmYBzNrqOMQIECAQHMFzIPN7U2PlZmfegTzOIFeBARce9FK79lnnnkmzj777Hjuuec6xbu9Nb0e1l2x+alu8b73E3Dtm66WF82vtTDbhAABAgQIRJhffQUlBcxnJaE8RoAAAQIEZipgPpupoPcTETBfJtIoZRIgQIBA+gKpzpeppER/GBHzRj+Tu+66K5YuXZr+V+MEBAgQIECgYQJ33313nHHGGWOr2hERhzSsTOW0U8A82M6+OzUBAgQI1CxgHqwZfLDbmZ8G62v1FgsIuObb/J///OfxiU98Iooej/6sWrUq1q1bF/vuu2++B3eyGQmYn2bEV+fLAq51ave3l/m1PzdvESBAgACBngTMrz1xtf1h81nbvwDnJ0CAAIFaBMxntTDbpBkC5stm9EEVBAgQIJC5QKrzZSoB1+sj4tLRb2jx4sWxadOmzD8pxyNAgAABAvULdLmO/oaIuKz+SuxIYJKAedBHQYAAAQIEahAwD9aAXN8W5qf6rO3UMgEB13wb/p3vfKfzH/4avb318MMPjzvuuCOOPPLIfA/tZDMWMD/NmLCuBQRc65Lufx/za/923iRAgAABAqUFzK+lqTwYYT7zFRAgQIAAgRoEzGc1INuiKQLmy6Z0Qh0ECBAgkLVAqvNlKgHXYyJi69gv6Omnn44FCxZk/VE5HAECBAgQqFNg27ZtsXDhwolbHhsRj9dZh70ITCFgHvRpECBAgACBAQuYBwcMXP/y5qf6ze3YEgEB1zwb/dprr8U111wTn/zkJ3cf8DOf+UxceumlMWtWKv8oJc/eNPlU5qcmd2dSbQKuzW+X+bX5PVIhAQIECCQuYH5NvIH1l28+q9/cjgQIECDQMgHzWcsa7rjmS98AAQIECBAYsEDK82VK/1bGoxFx/Ggvly1bFrfddtuAW2t5AgQIECDQHoHly5fH7bffPvbAj0XECe0RcNIEBMyDCTRJiQQIECCQroB5MN3e7aFy81OWbXWoYQsIuA67A4PZ/8knn4ylS5fGjh07OhucfvrpsWHDhjjwwAMHs6FVsxAwPyXVRgHXNNplfk2jT6okQIAAgUQFzK+JNm64ZZvPhutvdwIECBDIXMB8lnmDHa+bgPnSd0GAAAECBAYokPJ8mVLA9cyIuHNsH++///5YtGjRAFtraQIECBAg0A6BLVu2xKmnnjrxsGdFxFfaIeCUiQiYBxNplDIJECBAID0B82B6PStZsfmpJJTHCPQiIODai1Yaz/70pz+Nyy+/vBNoLX7mzZvX+Q9sHnfccWkcQJVDETA/DYV9JpsKuM5Er753za/1WduJAAECBFomYH5tWcOrO675rDpLKxEgQIAAgXEC5jMfREsFzJctbbxjEyBAgMDgBVKfL1MKuBbdHPdf7TjiiCPimWeeiVmzUjvG4D9MOxAgQIAAgbICIyMjceSRR8azzz479hW3t5YF9FzdAubBusXtR4AAAQLZC5gHs2+x+Sn7Fjtg3QICrnWLD36/TZs2xTnnnBMvv/xyZ7Obb745zj//fP/sYfD0ye5gfkqydQKu6bTN/JpOr1RKgAABAokImF8TaVRzyzSfNbc3KiNAgACBRAXMZ4k2TtlVCZgvq5K0DgECBAgQ+IVADvNlasnQkyLiwbFf4MqVKzv/sokfAgQIECBAoD+BCy64IDZu3Djx5ZMj4qH+VvQWgYEKmAcHymtxAgQIEGijgHkw+66bn7JvsQPWLSDgWrf4YPf78Y9/3Am3Pvzww52NLr744li3bl3MmTNnsBtbPWkB81OS7RNwTadt5td0eqVSAgQIEEhEwPyaSKOaW6b5rLm9URkBAgQIJCpgPku0ccquSsB8WZWkdQgQIECAwC8EcpgvUwu4FvTXR8SlY7/CNWvWxFVXXeXDJECAAAECBHoUWLt2baxevXriWzdExGU9LuVxAnUKmAfr1LYXAQIECGQtYB7Mur1jD2d+ak2rHZQAAQIEBi1gfhq08MDWF3AdGO1AFja/DoTVogQIECDQRgHzaxu7PpAzm88GwmpRAgQIEGijgPmsjV135i4C5kufBQECBAgQqEggl/kyxYBr0cInI+Kosb1cv359XHLJJRW11zIECBAgQCB/gRtvvDFWrVo18aBPRcRv5n96J8xAwDyYQRMdgQABAgSGK2AeHK7/EHY3Pw0B3ZYECBAgkJeA+Snpfgq4ptc+82t6PVMxAQIECDRMwPzasIakX475LP0eOgEBAgQIDFnAfDbkBti+aQLmy6Z1RD0ECBAgkJxATvNlqgHX+RHxzYiYM/brcZNrcr+XFEyAAAECQxKY4r/U8UpEHBcR24dUlm0J9CJgHuxFy7MECBAgQGCCgHmwlZ+E+amVbXdoAgQIEKhKwPxUleTQ1hFwHRp93xubX/um8yIBAgQIEIgwv/oKBiBgPhsAqiUJECBAoD0C5rP29NpJSwuYL0tTeZAAAQIECEwWyG2+TDXgWnTmtIj42sQWrVy5MjZs2BCzZqV8NL/1CBAgQIDAYARGRkbiwgsvjI0bN3bb4D0Rcd9gdrYqgYEImAcHwmpRAgQIEMhZwDyYc3dLnc38VIrJQwQIECBA4P8LmJ+y+RoEXNNspfk1zb6pmgABAgSGKGB+HSJ+O7Y2n7Wjz05JgAABAhUKmM8qxLRUjgLmyxy76kwECBAgMFCBXOfL1FOgZ0bEnRM7f8QRR8S1114bixYtGuhHYXECBAgQIJCSwJYtW+JjH/tYPPvss93KPisivpLSedRK4BcC5kGfAgECBAgQKClgHiwJlf9j5qf8e+yEBAgQIFCRgPmpIshmLCPg2ow+9FOF+bUfNe8QIECAQCsFzK+tbPswDm0+G4a6PQkQIEAgSQHzWZJtU3T9AubL+s3tSIAAAQKJCuQ8X6YecC0+qeK/3HFHRMyZ+H0tW7YsPvrRj8aCBQsS/fSUTYAAAQIEZi6wbdu2+NSnPhW33357t8VeiYiz3dw6c2crDFXAPDhUfpsTIECAQNMFzINN79BQ6jM/DYXdpgQIECCQioD5KZVO9VSngGtPXI172PzauJYoiAABAgSaJGB+bVI3WlOL+aw1rXZQAgQIEOhHwHzWj5p3Wi5gvmz5B+D4BAgQILBngTbMlzkEXIsuzo+Iz0fEUd1aunjx4jjnnHPi/e9/f8yalcuR/fYlQIAAAQJTCxRXz99zzz1x6623xubNm6d68KmIWBER21kSyEDAPJhBEx2BAAECBKoTMA9WZ5nxSuanjJvraAQIECDQu4D5qXezxN4QcE2sYV3KNb+m30MnIECAAIEKBcyvFWJaql8B81m/ct4jQIAAgSwFzGdZttWh6hUwX9brbTcCBAgQaLhA2+bL3NKe10fEpVN9Y7Nnz45TTjkljj322Jg/f3687W1vi4MOOijmzp0r+Nrw35jKI0CAAIHuAsXgsnPnznjhhRfi+9//fmzfvj22bt0aDzzwQOzatWtPbDdExGVcCWQoYB7MsKmORIAAAQJTC5gHfR0VCJifKkC0BAECBAikI2B+SqdXFVcq4Fox6BCXM78OEd/WBAgQIFC/gPm1fnM79ixgPuuZzAsECBAgkLKA+Szl7qk9EQHzZSKNUiYBAgQIVCNgvvw/x9wCrsWZToqIj0fE8dV8KlYhQIAAAQJZCTz2i79PPpTVqRyGwHgB86AvggABAgQITC1gHvR1dBMwP/kuCBAgQICA+Sn3b0DANa8Om1/z6qfTECBAgEC1Av78r1pPq5UTMJ+Vc/IUAQIECLRTwHzWzr479cwEzJcz8/M2AQIECOQtkOV8mWPAdfQzPDMiVgm65v270ukIECBAoLRAMcisj4ivlH7DgwTSFzAPpt9DJyBAgACB6gTMg9VZ5ryS+Snn7jobAQIECPQqYH7qVazZzwu4Nrs//VZnfu1XznsECBAgkKOA+TXHrqZ3JvNZej1TMQECBAgMTsB8NjhbK7dHwHzZnl47KQECBAhML5D1fJlzwHW0tcdExNkRsSQi5k3fb08QIECAAIFsBHZExKaIuCMiHs/mVA5CoHcB82DvZt4gQIAAgTwEzIN59HEYpzA/DUPdngQIECDQBAHzUxO6MJgaBFwH49qUVc2vTemEOggQIECgbgHza93i9isrYD4rK+U5AgQIEMhNwHyWW0edpykC5sumdEIdBAgQIFC3QGvmyzYEXMd+PPMj4tiIWBgRh0XEWyLizRExOyLaZlH3byr7ESBAgMBgBIp/MWtXRPwkIn4UEc9HxNMRsTUitg9mS6sSSFrAPJh0+xRPgAABAl0EzIM+i0ELmJ8GLWx9AgQIEKhbwPxUt3gz9hNwbUYf6qjC/FqHsj0IECBAoE4B82ud2vYahID5bBCq1iRAgACBYQqYz4apb28CEeZLXwEBAgQI5CZgvhTqzO2bdh4CBAgQIECAAAECBAgQIECAAAECBAgQIECAAAECBCYICLj6JAgQIECAAAECBAgQIECAAAECBAgQIECAAAECBAgQINBAAbeWNrApSiJAgAABAgQIECBAgAABAgQIECBAgAABAgQIECBAoDIBAdfKKC1EgAABAgQIECBAgAABAgQIECBAgAABAgQIECBAgACB6gQEXKuztBIBAgQIECBAgAABAgQIECBAgAABAgQIECBAgAABAs0TEHBtXk9URIAAAQIECBAgQIAAAQIECBAgQIAAAQIECBAgQIAAgRBw9R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KUPdiQAAIABJREFU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oOEC8yPi2IhYGBGHRcRbIuLNETHb5W8N75zyCBAgQGAqgeKfY+6KiJ9ExI8i4vmIeDoitkbE9rawCbi2pdPOSYAAAQIECBAgQIAAAQIECBAgQIAAAQIECBAgQKCdAgKu7ey7UxMgQIAAAQIECBAgQIAAAQIECBAgkL7AMRFxdkQsiYh56R/HCQgQIECAQGmBHRGxKSLuiIjHS7+V4IMCrgk2TckECBAgQIAAAQIECBAgQIAAAQIECBAgQIAAAQIECJQWEHAtTeVBAgQIECBAgAABAgQIECBAgAABAgQINELgzIhYFRHHN6IaRRAgQIAAgeEKPBYR6yPiK8MtYzC7C7gOxtWqBAgQIECAAAECBAgQIECAAAECBAgQIECAAAECBAg0Q0DAtRl9UAUBAgQIECBAgAABAgQIECBAgAABAgSmEzgpIj4u2Dodk18nQIAAgZYKFEHX4u+TD+V0fgHXnLrpLAQIECBAgAABAgQIECBAgAABAgQIECBAgAABAgQITBQQcPVNECBAgAABAgQIECBAgAABAgQIECBAoPkC10fEpVOVOXv27DjllFPi2GOPjfnz58fb3va2OOigg2Lu3Lkxa5ZoTPPbq0ICBAgQmPQPMUdGYufOnfHCCy/E97///di+fXts3bo1Hnjggdi1a9eewG6IiMtyEfV38Vw66RwECBAgQIAAAQIECBAgQIAAAQIECBAgQIAAAQIECHQTEHD1XRAgQIAAAQIECBAgQIAAAQIECBAgQKC5AvMj4vMRcVS3EhcvXhznnHNOvP/97xdkbW4PVUaAAAECFQqMjIzEPffcE7feemts3rx5qpWfiogVEbG9wq2HspSA61DYbUqAAAECBAgQIECAAAECBAgQIECAAAECBAgQIECAQE0CAq41QduGAAECBAgQIECAAAECBAgQIECAAAECPQqcFhF3RMScie8tW7YsPvrRj8aCBQt6XNLjBAgQIEAgH4Ft27bFpz71qbj99tu7HeqViDg7Iu5L+cQCril3T+0ECBAgQIAAAQIECBAgQIAAAQIECBAgQIAAAQIECEwnIOA6nZBfJ0CAAAECBAgQIECAAAECBAgQIECAQP0CZ0bEnRO3PeKII+Laa6+NRYsW1V+RHQkQIECAQEMFtmzZEh/72Mfi2Wef7VbhWRHxlYaWPm1ZAq7TEnmAAAECBAgQIECAAAECBAgQIECAAAECBAgQIECAAIGEBQRcE26e0gkQIECAAAECBAgQIEBPmnzcAAAgAElEQVSAAAECBAgQyFKguLn1axNPtnLlytiwYUPMmiXqkmXXHYoAAQIEZiQwMjISF154YWzcuLHbOu9J9SZXf9ef0WfhZQIECBAgQIAAAQIECBAgQIAAAQIECBAgQIAAAQIEGi4g4NrwBimPAAECBAgQIECAAAECBAgQIECAAIFWCcyPiG9GxJyxp16zZk1cddVVrYJwWAIECBAg0I/A2rVrY/Xq1RNffSUijouI7f2sOcx3BFyHqW9vAgQIECBAgAABAgQIECBAgAABAgQIECBAgAABAgQGLSDgOmhh6xMgQIAAAQIECBAgQIAAAQIECBAgQKC8wJMRcdTYx9evXx+XXHJJ+RU8SYAAAQIEWi5w4403xqpVqyYqPBURv5kajYBrah1TLwECBAgQIECAAAECBAgQIECAAAECBAgQIECAAAECvQgIuPai5VkCBAgQIECAAAECBAgQIECAAAECBAgMTuD6iLh07PJubh0ctpUJECBAIG+BKW5yvSEiLkvp5AKuKXVLrQQIECBAgAABAgQIECBAgAABAgQIECBAgAABAgQI9Cog4NqrmOcJECBAgAABAgQIECBAgAABAgQIECBQvcBJEfHg2GVXrlwZN998c/U7WZEAAQIECLRE4IILLoiNGzdOPO3JEfFQKgQCrql0Sp0ECBAgQIAAAQIECBAgQIAAAQIECBAgQIAAAQIECPQjIODaj5p3CBAgQIAAAQIECBAgQIAAAQIECBAgUK3AoxFx/OiSRxxxRDzzzDMxa5ZYS7XMViNAgACBNgmMjIzEkUceGc8+++zYYz8WESek4mASSKVT6iRAgAABAgQIECBAgAABAgQIECBAgAABAgQIECBAoB8BAdd+1LxDgAABAgQIECBAgAABAgQIECBAgACB6gTOjIg7xy53//33x6JFi6rbwUoECBAgQKClAlu2bIlTTz114unPioivpEAi4JpCl9RIgAABAgQIECBAgAABAgQIECBAgAABAgQIECBAgEC/AgKu/cp5jwABAgQIECBAgAABAgQIECBAgAABAtUIjLu9ddmyZXHbbbdVs7JVCBAgQIAAgVi+fHncfvvtYyWSucVVwNUHTIAAAQIECBAgQIAAAQIECBAgQIAAAQIECBAgQIBAzgICrjl319kIECBAgAABAgQIECBAgAABAgQIEGi6wDERsXVskU8//XQsWLCg6XWrjwABAgQIJCOwbdu2WLhw4cR6j42Ix5t+CAHXpndIfQQIECBAgAABAgQIECBAgAABAgQIECBAgAABAgQIzERAwHUmet4lQIAAAQIECBAgQIAAAQIECBAgQIDAzASuj4hLR5dYvHhxbNq0aWYrepsAAQIECBCYJLBkyZLYvHnz2L9+Q0Rc1nQqAdemd0h9BAgQIECAAAECBAgQIECAAAECBAgQIECAAAECBAjMREDAdSZ63iVAgAABAgQIECBAgAABAgQIECBAgMDMBH4YEfNGl7jrrrti6dKlM1vR2wQIECBAgMAkgbvvvjvOOOOMsX99R0Qc0nQqAdemd0h9BAgQIECAAAECBAgQIECAAAECBAgQIECAAAECBAjMREDAdSZ63iVAgAABAgQIECBAgAABAgQIECBAgED/AvMj4tujr8+ePTt27twZs2aJsvRP6k0CBAgQINBdYGRkJObOnRu7du0a+8A7I2J7k81MBU3ujtoIECBAgAABAgQIECBAgAABAgQIECBAgAABAgQIEJipgIDrTAW9T4AAAQIECBAgQIAAAQIECBAgQIAAgf4EPhQRN42+unjx4ti0aVN/K3mLAAECBAgQmFZgyZIlsXnz5rHPXRwRfzvti0N8QMB1iPi2JkCAAAECBAgQIECAAAECBAgQIECAAAECBAgQIEBg4AICrgMntgEBAgQIECBAgAABAgQIECBAgAABAgS6CmyMiPNHf2XNmjVx1VVXoSJAgAABAgQGJLB27dpYvXr12NVviYiVA9qukmUFXCthtAgBAgQIECBAgAABAgQIECBAgAABAgQIECBAgAABAg0VEHBtaGOURYAAAQIECBAgQIAAAQIECBAgQIBA9gKPRsTxo6e8//77Y9GiRdkf2gEJECBAgMCwBLZs2RKnnnrq2O0fi4gThlVPmX0FXMsoeYYAAQIECBAgQIAAAQIECBAgQIAAAQIECBAgQIAAgVQFBFxT7Zy6CRAgQIAAAQIECBAgQIAAAQIECBBIXeCHETFv9BDf/e5349BDD039TOonQIAAAQKNFfje974Xb3/728fWtyMiDmlswREh4Nrk7qiNAAECBAgQIECAAAECBAgQIECAAAECBAgQIECAAIGZCgi4zlTQ+wQIECBAgAABAgQIECBAgAABAgQIEOhPYGdEzBl99aWXXor99tuvv5W8RYAAAQIECEwr8PLLL8f+++8/9rlXImLutC8O8QEB1yHi25oAAQIECBAgQIAAAQIECBAgQIAAAQIECBAgQIAAgYELCLgOnNgGBAgQIECAAAECBAgQIECAAAECBAgQ6Crw+tiL2V5//fWYNUuMxbdCgAABAgQGJTAyMhJ77bXX2OWLf1Y67i8Mau9+1zUZ9CvnPQIECBAgQIAAAQIECBAgQIAAAQIECBAgQIAAAQIEUhAQcE2hS2okQIAAAQIECBAgQIAAAQIECBAgQCBHgXF/PluEbvwQIECAAAECgxXo8h+TaHSGtNHFDbZVVidAgAABAgQIECBAgAABAgQIECBAgAABAgQIECBAoAUCAq4taLIjEiBAgAABAgQIECBAgAABAgQIECDQSAEB10a2RVEECBAgkLOAgGvO3XU2AgQIECBAgAABAgQIECBAgAABAgQIECBAgAABAgRSExBwTa1j6iVAgAABAgQIECBAgAABAgQIECBAIBcBAddcOukcBAgQIJCMgIBrMq1SKAECBAgQIECAAAECBAgQIECAAAECBAgQIECAAAECLRAQcG1Bkx2RAAECBAgQIECAAAECBAgQIECAAIFGCgi4NrItiiJAgACBnAUEXHPurrMRIECAAAECBAgQIECAAAECBAgQIECAAAECBAgQIJCagIBrah1TLwECBAgQIECAAAECBAgQIECAAAECuQgIuObSSecgQIAAgWQEBFyTaZVCCRAgQIAAAQIECBAgQIAAAQIECBAgQIAAAQIECBBogYCAawua7IgECBAgQIAAAQIECBAgQIAAAQIECDRSQMC1kW1RFAECBAjkLCDgmnN3nY0AAQIECBAgQIAAAQIECBAgQIAAAQIECBAgQIAAgdQEBFxT65h6CRAgQIAAAQIECBAgQIAAAQIECBDIRUDANZdOOgcBAgQIJCMg4JpMqxRKgAABAgQIECBAgAABAgQIECBAgAABAgQIECBAgEALBARcW9BkRyRAgAABAgQIECBAgAABAgQIECBAoJECAq6NbIuiCBAgQCBnAQHXnLvrbAQIECBAgAABAgQIECBAgAABAgQIECBAgAABAgQIpCYg4Jpax9RLgAABAgQIECBAgAABAgQIECBAgEAuAgKuuXTSOQgQIEAgGQEB12RapVACBAgQIECAAAECBAgQIECAAAECBAgQIECAAAECBFogIODagiY7IgECBAgQIECAAAECBAgQIECAAAECjRQQcG1kWxRFgAABAjkLCLjm3F1nI0CAAAECBAgQIECAAAECBAgQIECAAAECBAgQIEAgNQEB19Q6pl4CBAgQIECAAAECBAgQIECAAAECBHIREHDNpZPOQYAAAQLJCAi4JtMqhRIgQIAAAQIECBAgQIAAAQIECBAgQIAAAQIECBAg0AIBAdcWNNkRCRAgQIAAAQIECBAgQIAAAQIECBBopICAayPboigCBAgQyFlAwDXn7jobAQIECBAgQIAAAQIECBAgQIAAAQIECBAgQIAAAQKpCQi4ptYx9RIgQIAAAQIECBAgQIAAAQIECBAgkIuAgGsunXQOAgQIEEhGQMA1mVYplAABAgQIECBAgAABAgQIECBAgAABAgQIECBAgACBFggIuLagyY5IgAABAgQIECBAgAABAgQIECBAgEAjBQRcG9kWRREgQIBAzgICrjl319kIECBAgAABAgQIECBAgAABAgQIECBAgAABAgQIEEhNQMA1tY6plwABAgQIECBAgAABAgQIECBAgACBXAQEXHPppHMQIECAQDICAq7JtEqhBAgQIECAAAECBAgQIECAAAECBAgQIECAAAECBAi0QEDAtQVNdkQCBAgQIECAAAECBAgQIECAAAECBBopIODayLYoigABAgRyFhBwzbm7zkaAAAECBAgQIECAAAECBAgQIECAAAECBAgQIECAQGoCAq6pdUy9BAgQIECAAAECBAgQIECAAAECBAjkIiDgmksnnYMAAQIEkhEQcE2mVQolQIAAAQIECBAgQIAAAQIECBAgQIAAAQIECBAgQKAFAgKuLWiyIxIgQIAAAQIECBAgQIAAAQIECBAg0EgBAddGtkVRBAgQIJCzgIBrzt11NgIECBAgQIAAAQIECBAgQIAAAQIECBAgQIAAAQIEUhMQcE2tY+olQIAAAQIECBAgQIAAAQIECBAgQCAXAQHXXDrpHAQIECCQjICAazKtUigBAgQIECBAgAABAgQIECBAgAABAgQIECBAgAABAi0QEHBtQZMdkQABAgQIECBAgAABAgQIECBAgACBRgoIuDayLYoiQIAAgZwFBFxz7q6zESBAgAABAgQIECBAgAABAgQIECBAgAABAgQIECCQmoCAa2odUy8BAgQIECBAgAABAgQIECBAgAABArkICLjm0knnIECAAIFkBARck2mVQgkQIECAAAECBAgQIECAAAECBAgQIECAAAECBAgQaIGAgGsLmuyIBAgQIECAAAECBAgQIECAAAECBAg0UkDAtZFtURQBAgQI5Cwg4Jpzd52NAAECBAgQIECAAAECBAgQIECAAAECBAgQIECAAIHUBARcU+uYegkQIECAAAECBAgQIECAAAECBAgQyEVAwDWXTjoHAQIECCQjIOCaTKsUSoAAAQIECBAgQIAAAQIECBAgQIAAAQIECBAgQIBACwQEXFvQZEckQIAAAQIECBAgQIAAAQIECBAgQKCRAgKujWyLoggQIEAgZwEB15y762wECBAgQIAAAQIECBAgQIAAAQIECBAgQIAAAQIECKQmIOCaWsfUS4AAAQIECBAgQIAAAQIECBAgQIBALgICrrl00jkIECBAIBkBAddkWqVQAgQIECBAgAABAgQIECBAgAABAgQIECBAgAABAgRaICDg2oImOyIBAgQIECBAgAABAgQIECBAgAABAo0UEHBtZFsURYAAAQI5Cwi45txdZyNAgAABAgQIECBAgAABAgQIECBAgAABAgQIECBAIDUBAdfUOqZeAgQIECBAgAABAgQIECBAgAABAgRyERBwzaWTzkGAAAECyQgIuCbTKoUSIECAAAECBAgQIECAAAECBAgQIECAAAECBAgQINACAQHXFjTZEQkQIECAAAECBAgQIECAAAECBAgQaKSAgGsj26IoAgQIEMhZQMA15+46GwECBAgQIECAAAECBAgQIECAAAECBAgQIECAAAECqQkIuKbWMfUSIECAAAECBAgQIECAAAECBAgQIJCLgIBrLp10DgIzEPinf/qneMMb3hDveMc74oADDogu4bsZrD7+1ZGRkXjppZfitddeG/cLe+21V+y3336xzz77VLaXhQg0VUDAtamdURcBAgQIECBAgAABAgQIECBAgAABAgQIECBAgAABAm0UEHBtY9edmQABAgQIECBAgAABAgQIECBAgACBJggIuDahC2ogMESBl19+OS655JK49dZbO1XMmzcv1qxZE2efffZAqnrkkUfigx/8YOzYsWPc+n/1V38Vq1evTirgWtR89dVXjzvHP//zP8dxxx03EDuL5iMg4JpPL52EAAECBAgQIECAAAECBAgQIECAAAECBAgQIECAAIH0BQRc0++hExAgQIAAAQIECBAgQIAAAQIECBAgkKaAgGuafVM1gcoEiqDpsmXLYuvWrZ01Dz744Pja174WRx11VGV7jC70wgsvxPnnnx9///d/P2ntdevWxRVXXBF777135fsOakEB10HJ5r+ugGv+PXZCAgQIECBAgAABAgQIECBAgAABAgQIECBAgAABAgTSERBwTadXKiVAgAABAgQIECBAgAABAgQIECBAIC8BAde8+uk0BHoW+Jd/+Zd417veFcVNrsXPokWLOre5vvnNb+55rT298Morr8SVV14ZN910U9fHiptj/+7v/i5OPPHESvcd5GICroPUzXttAde8++t0BAgQIECAAAECBAgQIECAAAECBAgQIECAAAECBAikJSDgmla/VEuAAAECBAgQIECAAAECBAgQIECAQD4CAq759NJJCPQlsGHDhrjooot2v3v55ZfHmjVr4pd+6Zf6Wq/bS6+99lpcd911sXr16j2u+e53vztuueWWOOiggyrbe5ALCbgOUjfvtQVc8+6v0xEgQIAAAQIECBAgQIAAAQIECBAgQIAAAQIECBAgkJaAgGta/VItAQIECBAgQIAAAQIECBAgQIAAAQL5CAi45tNLJyHQs8DPfvazTuj0b/7mb3a/+6UvfSmWL1/e81pTvTAyMhJf/vKXOyHa0Vtii2ePPvroOPfcc2PdunWxY8eO3a9ffPHFnb82Z86cymoY1EICroOSzX9dAdf8e+yEBAgQIECAAAECBAgQIECAAAEC/8ve/QBrWZb5A78EkxCJQdpZ3dn1z6ixhMoam5Za7QQrWP4DJETANDDcQstMRJFY1kyslF0ifhK4iQhKCKi5iSUtmVpYphguGZVpm7qKkSI2uuL5zf324/zOezh/3vec57zned/388w0K+fcz31f9+d6dnSG+c5FgAABAgQIECBAgED1CAi4Vk+vVEqAAAECBAgQIECAAAECBAgQIECAQG0JCLjWVj9r5jZp4uevf/3reOSRR+LBBx+MX/3qV4UQ5JNPPtl4x/333z+GDBkSBx98cLz3ve8tBCaPOuqoTCeP1gxoKxfZtm1bTJo0KdatW1dYccQRR8Ttt98eRx99dGZX/8EPfhAf//jHi0KsqWdLly6ND37wgzF//vz47Gc/W3RemiB7ySWXxN57751ZHSnMu3r16njmmWca9+zXr19MnDgx9ttvvw6dk3XA9fnnn4/bbrstXn/99cZ6DjrooBgzZozvukMdyu9LAq757Y3KCBAgQIAAAQIECBAgQIAAAQIECBAgQIAAAQIECBCoPwEB1/rruRsTIECAAAECBAgQIECAAAECBAgQIJAPAQHXfPShrCpuvPHGmDJlyh7vXH/99XHxxReXtVdHF69Zs6YQumv69O3bN9auXRvDhg3r0LZvvfVW/Nd//Vf8+7//e6T9m071LHXDFHo9/fTTY/LkyYXAa5YByfZq2L59e+HcZND8WbJkSeF3eXsef/zxOPPMM2Pr1q2F0j760Y/GsmXLon///pmU2lK4NX0nN9xwQ4wfPz5SyG/nzp0xffr0WLhwYeOZzddkUcyf/vSnwv9/LFq0qHG7ESNGxPLly2PAgAEdOiLrgGsKcI8bNy42bdrUWM/UqVMLE3Z79+7doRq9lE8BAdd89kVVBAgQIECAAAECBAgQIECAAAECBAgQIECAAAECBAjUp4CAa3323a0JECBAgAABAgQIECBAgAABAgQIEOh+AQHX7u9B2RU89dRThXDgxo0bi94dNWpUpPBrVuHE1gpL0yVTIDFN3mz6dPT8FGxNQchrr7027r333rI9WnshhRcvu+yy+NCHPhQ9evTIbN/WNkqTZk8++eTYsWPHHks6atPVRa9cuTLOOuusxmMuv/zySKHNnj17dvro+++/Pz75yU8WTd1tLbi6ZcuWOO+884q+6axDrgKunW6pDTIUEHDNENNWBAgQIECAAAECBAgQIECAAAECBAgQIECAAAECBAgQ6KSAgGsnAb1OgAABAgQIECBAgAABAgQIECBAgACBDgoIuHYQrjtfay1geuCBB8Ydd9wRxx57bJeW98QTT8TYsWMjhRKbPh2ZUvq73/0urrzyyrj55pu7pOYUkrzwwgtjxowZkf65q55du3bFnDlzCuHQlp7OTrftTN1vvPFGrF69Op555pk9tkkh1O985zuNP584cWIceeSR7R7Xq1evQjD2gAMO2GNtQ0NDIbB8wQUXFIVb08K5c+fGJZdc0uJk3ZamvaaJvF//+tcLU01bCAS2W2fTBQKuZXFZ3MUCAq5dDGx7AgQIECBAgAABAgQIECBAgAABAgQIECBAgAABAgQIlCEg4FoGlqUECBAgQIAAAQIECBAgQIAAAQIECBDIUEDANUPMSm61fv36SFNBm08LTQHLmTNndjoM2NZd0pTYKVOmFC0ZNGhQrFq1KgYPHlwSQwpBpmmtn/3sZ/cIQba2wcCBA+Pggw9u/PUrr7wSP/7xj0s6LwVyv/a1r8Vf/uVflrS+3EWtTdVtus9FF10UX/7ylyOFQyv5tBTs7Oz5Q4YMiTT9NfWk6ZP6unbt2vjc5z4XTz/9dNHvvvSlLxV+3tr907u33nprIRjb9LtO4eB58+bFxz/+8RaDsaXeRcC1VCnrKiEg4FoJZWcQIECAAAECBAgQIECAAAECBAgQIECAAAECBAgQIECgNAEB19KcrCJAgAABAgQIECBAgAABAgQIECBAgEDWAgKuWYtWaL/t27fH5MmTC2HCps/w4cML01DTNNeueF5++eVCuPX2228v2r6c8GZbIcimm55yyikxfvz4+OAHP1iYFLr33nvvcaW33nornn/++diwYUMhHHn33Xe3eu1PfepThYBpnz59MqdZs2ZNjBkzpnHfFMrs3bt3vPDCC40/KzcEnFWRlQq4vvnmm7F06dK4+OKL9whe//M//3NMnz69YNLWk/q5YsWKSL1qHt4udY/W9hdwzeqLsk8WAgKuWSjagwABAgQIECBAgAABAgQIECBAgAABAgQIECBAgAABAtkICLhm42gXAgQIECBAgAABAgQIECBAgAABAgQIlCsg4FquWE7Wp5Bommp5ySWXFFWUgpUp9Dps2LAuqfThhx+OM844I5577rnG/cs98wc/+EFhGmfzCZ9pw7RX+l0KSR566KFlTaJN4cif/exnMWfOnFaDringmqaI9uzZMzOfnTt3xrRp0+Kmm25q3POjH/1onHjiiXH55ZcXnXPdddcV7tZCuC2zeppvVImAawqjpgmtc+fO3eMe5QZTU1D2hhtuiCuuuGKPkGuaWpy++6aTfEuFE3AtVcq6SggIuFZC2RkECBAgQIAAAQIECBAgQIAAAQIECBAgQIAAAQIECBAoTUDAtTQnqwgQIECAAAECBAgQIECAAAECBAgQIJC1gIBr1qIV3O+JJ56IsWPHxpYtW4pOTaHKq666KtMQZzoghWqvvvrqmDVrVtF55UyNTbWed955sXHjxj2khgwZEikA+uEPf7hTAdDXX389vvGNb8TMmTP3CEimYGSaPvv3f//3mXXqkUceiVNPPbUo9Jt6kHozbty42Lp1a+NZ5VhlVWDq2yuvvBIpOLr72bVrV1xzzTXxr//6r40/S8HoD3zgAyUd26NHj0IYOU3V/c1vfhOf//zn95gmnH5/5ZVXxmc+85no1atXSfvuXtRWyHXgwIHxxS9+MUaPHh2pjlIfAddSpayrhICAayWUnUGAAAECBAgQIECAAAECBAgQIECAAAECBAgQIECAAIHSBARcS3OyigABAgQIECBAgAABAgQIECBAgAABAlkLCLhmLVrB/VqbzHn88cfHihUrOjTlsq3y09TWc845J+67776iZaVOJU2TTtP00sWLF+9xzEknnRQLFiyII444IhPBFJBcunRp4bw0XbTpc9FFF0Wa5Fpu6LKlwlqbpHvbbbfFKaecssdk17TH6tWrC+HM7nxefvnlmDJlSiHsm56OfDNpYu4999xTmCL85JNPFl0nhVvTpNU0jTeFYDvypP2T44UXXhh/+MMf9tgifYtpWu8hhxxS0vYCriUxWVQhAQHXCkE7hgABAgQIECBAgAABAgQIECBAgAABAgQIECBAgAABAiUICLiWgGQJAQIECBAgQIAAAQIECBAgQIAAAQIEukBAwLULUCu55Zo1a2LMmDF7HNkVIcrvfe97kYKoTZ9BgwbFqlWrYvDgwe1ee/ny5TFx4sQ91h133HHxzW9+M9JeWT4pUDt9+vRYuHBhh2tur56WQr9NTW688cZCkLTpc+655xbCvH369Glv+y77/eOPPx5nnnlm43TZqVOnFgKpvXv3LunMF198sRAS/upXv1rS+s4sSmHZVNcLL7ywxzb7779/zJgxIz7xiU/EgAED2jxGwLUzXfBu1gICrlmL2o8AAQIECBAgQIAAAQIECBAgQIAAAQIECBAgQIAAAQIdFxBw7bidNwkQIECAAAECBAgQIECAAAECBAgQINAZAQHXzujl4N3WpqpmOaU0XfP1118vhEXnz59fdOtSg5EpnHj++efHXXfdVfR+Ci+mKaLNg7NZ0aYg51lnnRVbtmwp2rLUqbPt1dFS6HfSpEnx9a9/PdLdnnjiiRg7dmzR+WlKbbrz0Ucf3d72Xfb7lStXFlx2PzfccEOkXrb3pKmq3//+9+OKK66In/zkJ3ssHzJkSCE4O2vWrPa2Kvn3I0aMiCuvvDKuuuqq+O53v9vieynomqb1fupTn4r0zy09Aq4lk1tYAQEB1wogO4IAAQIECBAgQIAAAQIECBAgQIAAAQIECBAgQIAAAQIlCgi4lghlGQECBAgQIECAAAECBAgQIECAAAECBDIWEHDNGLTS2zU0NMTVV1+9R6AwBQ1TiHHgwIGZlPTUU0/F+PHjY+PGjUX7lToptrVJsykoOWfOnNh7770zqbP5JlQX2PkAACAASURBVG+++WbMnj07vvSlLxX9atSoUZGmq/bv37/D57YW+r3++usLYcv0tBSqTD/PKmDbkeJ37dpV+F6uueaawusHHnhgfPvb346hQ4e2ud3vfve7QtD05ptvbnFdMk1TYP/7v/87TjzxxI6U1uI7KeCapv/us88+MXfu3Pja174WO3bs2GNtCremqbKtTcYVcM2sJTbKQEDANQNEWxAgQIAAAQIECBAgQIAAAQIECBAgQIAAAQIECBAgQCAjAQHXjCBtQ4AAAQIECBAgQIAAAQIECBAgQIAAgTIFBFzLBMvj8ocffjjOOOOMSNNcmz5LliyJyZMnZ1JyCoNOmTKlaK/hw4cXwo4pINnWs3Pnzpg2bVrcdNNNRcsGDRoUq1atisGDB2dSY2ubrF+/PlL4cncoMk1W/chHPlIISx5yyCEdPvvJJ5+McePGxaZNmxr3aGk6a0vh3lLtOlxcGy9u27Yt0pTZdevWFVaNHDkyli1bVgj7/vznP48//vGPhZ+//e1vj2OOOSZ69epV+PP//M//FKa83nnnnUW7J89LL700Pve5zxXCpY888khhwmtWz0EHHVQIrqb60gTZe+65Jy655JJI/rufE044IW655ZY2+yngmlVH7JOFgIBrFor2IECAAAECBAgQIECAAAECBAgQIECAAAECBAgQIECAQDYCAq7ZONqFAAECBAgQIECAAAECBAgQIECAAAEC5QoIuJYrlsP1rQVIzz333FiwYEGrEy1LvUpr+5c6hbS1AG6aIpqmq/bs2bPUUjq0LgU6UyDy8MMPjzQN9KijjorevXt3aK+mL7UU+m3J/Nlnn40JEybEhg0bis4sdfptpwtttkEKoJ566qmNgejLL788rrrqqnjjjTcKk2cXLVpUeGP35NQBAwY07tA85JomBKfv4OSTT44ePXpkXWqr+7344ouFcxcuXBj7779/LF26ND70oQ+1eb6Aa8Xa46ASBARcS0CyhAABAgQIECBAgAABAgQIECBAgAABAgQIECBAgAABAhUSEHCtELRjCBAgQIAAAQIECBAgQIAAAQIECBAg0ExAwLVGPomWwpYtTRPtyHWbByLTHmlq6x133BHHHntsu1vOmzevMN2z6ZOmfqZJnGnyZjU+27dvL0zHXbt2bVH5aYpoCrM2fXbt2hVz5swphEibPlkFkMv1SwHWCy64oPG1NJH1tNNOi+YB0JYCrumlLVu2xPjx42Po0KFx9dVXxwEHHFBuCZmsb2hoiEcffTQ2b95cMG8vKC3gmgm7TTISEHDNCNI2BAgQIECAAAECBAgQIECAAAECBAgQIECAAAECBAgQyEBAwDUDRFsQIECAAAECBAgQIECAAAECBAgQIECgAwICrh1Ay+MrTz31VCF0uHHjxqLyrr/++sJUzo4+KUSYAqppAmrTp9Rw5o4dO+LTn/50LFu2rOj9kSNHFn72zne+s6Oldet7LU2lPe644+LWW2+NQw89dI/aWlpfTkg4q8s2D3kOGTIkVq5cGWkSa6kB1/RNpKm0qf5KTm3trIGAa2cFvZ+lgIBrlpr2IkCAAAECBAgQIECAAAECBAgQIECAAAECBAgQIECAQOcEBFw75+dtAgQIECBAgAABAgQIECBAgAABAgQIdFRAwLWjcjl7r7UpoaNGjYo03bV///4dqnjbtm0xadKkWLduXdH7q1evjtGjR7e7569+9as466yzIk2BbfpcfvnlhYmm7U3dbPeAbljQmnVbd3r55ZdjypQpcfvttxdVPGvWrJg9e3bFHJoHoZsGlUsNuHYDeeORr776aqQpuckzPf369YuJEyfGfvvt125ZAq7tEllQQQEB1wpiO4oAAQIECBAgQIAAAQIECBAgQIAAAQIECBAgQIAAAQLtCAi4+kQIECBAgAABAgQIECBAgAABAgQIECDQPQICrt3j3iWnrl+/PlKgNU1N3f10dkpoS3u2Nam0+cUefPDBOPHEE/e479KlS+Occ87pEoeu3vTpp5+Os88+Ox566KHGo/r27Rtr166NYcOGtXp8ChqnkGvTpxzLLO511113xemnn9641Q033BBTp04t/LncgOvWrVtjzZo1HSqrV69eheDzAQccUNb7L730UkyYMCHuvffewnsjRoyI5cuXx4ABA9rdp6WAa7sv5WBB6k+aoty7d+8cVKOErAQEXLOStA8BAgQIECBAgAABAgQIECBAgAABAgQIECBAgAABAgQ6LyDg2nlDOxAgQIAAAQIECBAgQIAAAQIECBAgQKAjAgKuHVHL6Tvbt2+PyZMnF4KWTZ80KXXmzJnRQqCqzZukSaVpwug111xTtK6cqaMpfJgmbDZ/HnjggTjhhBNyKtl2WSnUOWbMmKJFpUzKffLJJ2PcuHGxadOmoneXLFlS6FtXP837mcLP3/72t2Po0KGFo8sNuLYWXi7lHkOGDImVK1fGwIEDS1neuEbAtSwui3MsIOCa4+YojQABAgQIECBAgAABAgQIECBAgAABAgQIECBAgACBuhMQcK27lrswAQIECBAgQIAAAQIECBAgQIAAAQI5ERBwzUkjsipj0aJFccEFFxRtN3z48Lj55psjBRrLeZ566qkYP358bNy4sfG1cifCpnDtF77whaJjjzrqqPjWt74Vf/u3f1tOOblYu3Pnzpg2bVrcdNNNRfVcd911cfHFF7cZIn799ddj+vTpMX/+/KJ3SwnHZnH5Z599tjD9dMOGDYXtRo4cGcuWLYt3vvOdhT93d8A1BbSTzzPPPFOo59hjjy0Es9/+9rc3Xl/ANYsvwR55EBBwzUMX1ECAAAECBAgQIECAAAECBAgQIECAAAECBAgQIECAAIE/Cwi4+hIIECBAgAABAgQIECBAgAABAgQIECDQPQICrt3j3mWnPvHEEzF27NjYsmVL4xl9+/YtTHUdNmxYWee2NKn0zDPPjDRxtF+/fu3u1dDQEHPmzCn8r+nT0emd7R5YgQWPP/54JIOtW7c2njZo0KBYtWpVDB48uN0Kvve978VJJ51UtK6j/Wn3sGYL1q9fHylMu2PHjsJvmk/27e6Aa/Pw6tSpU2PevHnRu3fvxpsIuJbbdevzKiDgmtfOqIsAAQIECBAgQIAAAQIECBAgQIAAAQIECBAgQIAAgXoUEHCtx667MwECBAgQIECAAAECBAgQIECAAAECeRAQcM1DFzKsobUpoZdffnkh0NizZ8+STmttUmkKt06ePLmkPZoHJne/NGLEiFi+fHkMGDCgpH3ysigFdlPg8pJLLikq6dxzz40FCxZEnz592i31ueeei3POOSfuu+++orWzZs2K2bNnl9yfdg9qtmDXrl2FoHH6BnY/3/3ud+Mf//EfG//c2YDrAw88ECeccEKrpaWeT5w4sfD7lkLOXR1wTQY///nP449//GO5fK2uX7FiRSxevLjo9wsXLowUeu7I8/vf/77Qp6YB6paCvh3Z2zv5EhBwzVc/VEOAAAECBAgQIECAAAECBAgQIECAAAECBAgQIECAQH0LCLjWd//dngABAgQIECBAgAABAgQIECBAgACB7hMQcO0++y47uaUpoccff3ykMN7BBx9c0rktTYI97rjj4tZbb41DDz20pD26KuD64IMPxoknnlhSDW0tKjdo21o4dfXq1TF69OiS6mktJFuubUmHNVnUvPaWvodaD7iWa1bK+hQY/sIXvlC0tL2gb1v7PvnkkzFu3LjYtGlT4zIB11I6UX1rBFyrr2cqJkCAAAECBAgQIECAAAECBAgQIECAAAECBAgQIECgdgUEXGu3t25GgAABAgQIECBAgAABAgQIECBAgEC+BQRc892fDlXX2SBmayHMcqfA1lrAdf369TFq1KjYsWNHY1/KDQ6nFx955JE49dRTI/Wp6VPOdNxyP4zmwckUdD7iiCOiR48ejVu99dZbhcmhTz/9dOFn+++/f2HS6tve9rai40455ZS48MILo3nQuL1gZ3dPcC3XrJT1WQdcn3/++bjtttsiTWLe/Rx00EExZsyY2GeffUopyZoqERBwrZJGKZMAAQIECBAgQIAAAQIECBAgQIAAAQIECBAgQIAAgboQEHCtiza7JAECBAgQIECAAAECBAgQIECAAAECORQQcM1hUzpbUmsB1Ysuuii+/OUvR69evdo8Yvv27TF58uRYu3Zt47q+ffsW/jxs2LCSy3vjjTdixowZMW/evKJ3hg4dWgjxHX744SXv1XRhd0xwTYHD6dOnx/z584tqnjVrVsyePTt69uxZ8l127twZ06ZNi5tuuqnonRSevfHGG6N///4l71XqwpYmg5b6bvN1//Iv/xLp3gKuEVkHXDvaE+9Vn4CAa/X1TMUECBAgQIAAAQIECBAgQIAAAQIECBAgQIAAAQIECNSugIBr7fbWzQgQIECAAAECBAgQIECAAAECBAgQyLeAgGu++9Ph6lqaEpqmca5cuTIGDhzY5r4tTSrtaPiypQBgqXW0VmR3BFxbCoim0O8999wTJ5xwQtl9ajrNdPfLHQkRl3qwgGupUuWtE3Atz8vq/y8g4OprIECAAAECBAgQIECAAAECBAgQIECAAAECBAgQIECAQH4EBFzz0wuVECBAgAABAgQIECBAgAABAgQIECBQXwICrjXa79amhC5ZsqQwnbW1Z9euXTFnzpzCZMqmzw033BBTp04tW2vRokVxwQUXFL2Xgpzf/e53433ve1/Z+6UXuiPgmiarTpkypUP1lvNSqVN2y9kzra1EwHXhwoUxaNCgVkvbsGFD4dtKT0sh55deeikmTJgQ9957b2FN+t7S9N/evXs37tl8zYgRIyKFhQcMGFAuSSbrBVwzYazLTQRc67LtLk2AAAECBAgQIECAAAECBAgQIECAAAECBAgQIECAQE4FBFxz2hhlESBAgAABAgQIECBAgAABAgQIECBQ8wICrjXc4jVr1sSYMWOKbnjuuefGggULok+fPi3e/Omnn46zzz47Hnroocbfp9DiqlWrYvDgwWVrfe9734uTTjppj/duu+22GDduXNn7dfSFloKIpYYjX3755UK49fbbb+/o8SW/1xnrkg9pZeGf/vSnuPjiiyOFktPTnk9ngsaVDrimu7322mtFN993332LwrMd8euqgGtX1duRO3qnawQEXLvG1a4ECBAgQIAAAQIECBAgQIAAAQIECBAgQIAAAQIECBDoiICAa0fUvEOAAAECBAgQIECAAAECBAgQIECAAIHOCwi4dt4wtzu0FFY94ogjCkHNo48+usW6WwrFdmaq6OOPPx5nnnlmbN26tei8FAycOXNmtBDy6hLPzgRcH3744TjjjDPiueee65Lamm963XXXFYKmlbLZfX4tB1zTlNeJEycWUd9yyy2FibGdeboq4NpV9Xbmrt7NVkDANVtPuxEgQIAAAQIECBAgQIAAAQIECBAgQIAAAQIECBAgQKAzAgKundHzLgECBAgQIECAAAECBAgQIECAAAECBDouIODacbvcv7lr166YM2dOpBBe0+f6668vBCibP80Djun3ffv2jbVr18awYcM6dN9t27bFpEmTYt26dUXvp9DrkiVLol+/fh3at9yXOhpwbc2w3PPLWT98+PC4+eab48ADDyzntU6vFXAtn1DAtXwzb/xZQMDVl0CAAAECBAgQIECAAAECBAgQIECAAAECBAgQIECAAIH8CAi45qcXKiFAgAABAgQIECBAgAABAgQIECBAoL4EBFxrvN8tTR8dNWpU3HjjjdG/f/+i2z/xxBMxduzY2LJlS+PPOxu2TAHRWbNmxTXXXFN0VnuTZLNuS0cDrs8++2xhyueGDRuKSjrvvPNi4MCBnS5z8+bNkSaJNn9Wr14do0eP7vT+5WzQ2YDrAw88ECeccEKrRzadSjpkyJBYuXJlkeFLL71UsL733nsLe0ydOjXmzZsXvXv3btyz+ZoRI0ZE2nfAgAFtXrWrJqIKuJbzhVnbVEDA1fdAgAABAgQIECBAgAABAgQIECBAgAABAgQIECBAgACB/AgIuOanFyohQIAAAQIECBAgQIAAAQIECBAgQKC+BARca7zf27dvj8mTJxemsO5+0mTQO+64I4499tii2y9atCguuOCCop9dd911hWmvLYSxSpZbv359pFDtjh07Mt+71CI6GnBds2ZNjBkzpuiYQYMGxapVq2Lw4MGlHt/qupZCxWlxS+HOTh/WzgYCruULC7iWb+aNPwsIuPoSCBAgQIAAAQIECBAgQIAAAQIECBAgQIAAAQIECBAgkB8BAdf89EIlBAgQIECAAAECBAgQIECAAAECBAjUl4CAax30O01rnTJlStFNUzBv5syZjSGrloKwWQU5t23bFpMmTYp169YV1ZCmfabppYccckiXd6EjAdedO3fGtGnT4qabbiqqL8vwafNQ6e6DsrIvB1bAtRytP68VcC3fzBt/FhBw9SUQIECAAAECBAgQIECAAAECBAgQIECAAAECBAgQIEAgPwICrvnphUoIECBAgAABAgQIECBAgAABAgQIEKgvAQHXOuj3U089FePHj4+NGzc23nb48OFx8803R5rmmp6HH344zjjjjHjuueca15x77rmxYMGC6NOnT6eVWgrZpk1TQHDGjBmx9957d/qMtjboSMC1temqq1evjtGjR2dWb0tTYtPmWUzPLadIAddytP68VsC1fDNv/FlAwNWXQIAAAQIECBAgQIAAAQIECBAgQIAAAQIECBAgQIAAgfwICLjmpxcqIUCAAAECBAgQIECAAAECBAgQIECgvgQEXOug36+//npMnz495s+f33jbvn37xtq1a2PYsGHR0NAQV199dcyaNatII8sg5+9///vCFNf//M//LDrj4IMPjqVLl8aHPvShLu1EuQHXZDJv3ry45JJLiuo67rjj4tZbb41DDz00s3qfffbZmDBhQmzYsKFoz+Yh5MwObGWj1gKu6VtJE35/9atfxS9+8YvYunVrjBs3Ll577bU48cQTG3d74IEHIk3lbe1Zvnx5TJw4sfDrIUOGxMqVK2PgwIGNy1966aWCw7333lv4WUuTcpuvGTFiRKR9BwwY0CZP07N3L0zTg9N5nXkEXDujV9/vCrjWd//dngABAgQIECBAgAABAgQIECBAgAABAgQIECBAgACBfAkIuOarH6ohQIAAAQIECBAgQIAAAQIECBAgQKB+BARc66TX69evj1GjRsWOHTsab5wCrbNnzy6EF1P4dN26dY2/yzpcmQKjKWSYzmn+pNDoN7/5zRg0aFCXdaPcgOu2bdv2MEnFXXTRRfHlL385evXqlVmtu3btijlz5hSmgTZ/sgwZt1Zw6s0rr7wSKTyapumuWrWqsDQFW3v37h0vvPBC0au7w6nJqGnAdeHChW32MAV40z3TI+Da9ufTVYHczD5aG3VaQMC104Q2IECAAAECBAgQIECAAAECBAgQIECAAAECBAgQIECAQGYCAq6ZUdqIAAECBAgQIECAAAECBAgQIECAAAECZQkIuJbFVb2LWwpsjhw5MpYtWxZPPvlknHzyyUXh1xS2nDlzZrQQwuowws6dO+Piiy+OxYsX77FHmvy5aNGiGDx4cIf3b+nFFN78/ve/X5jEumnTpqIlbU3/bCkQnF6+884747TTTsu0xrTZgw8+uEcP0s/PPffcWLBgQfTp06fDZ7711luFEPNvfvOb+OMf/xibN28uhFkfe+yxSNNjH3300bL2TuHnFStWxC9/+cuigGs5mwi4tq0l4FrO11SdawVcq7NvqiZAgAABAgQIECBAgAABAgQIECBAgAABAgQIECBAoDYFBFxrs69uRYAAAQIECBAgQIAAAQIECBAgQIBA/gUEXPPfo0wqTEHPefPmFYKeu580ofM//uM/4ic/+UnRzw888MC444474thjj83k7KabbNmyJc4777zYuHHjHnsPHDgwvvCFL8SYMWMymZD629/+Nq677rpYunRpUXh398GtBVxff/31mD59esyfP7+oxn/4h38oTKH9q7/6q8xdUgB18uTJsXbt2qK9s+jF7gm9qddZPLvdfvGLXwi4XnVV4Ztt+jzwwAORAtudeQRcO6NXHe8KuFZHn1RJgAABAgQIECBAgAABAgQIECBAgAABAgQIECBAgEB9CAi41kef3ZIAAQIECBAgQIAAAQIECBAgQIAAgfwJCLjmryddVtETTzwRY8eOjRQy3f1cccUVhUmct99+e+PPspga2tYl7r///vjkJz9ZmBzb0nPKKacUAqbvf//7Y++99y7L48033yzcL4V505127NjR6vutBVyfeuqpGD9+/B4h3FmzZsXs2bOjZ8+eZdVU6uJU8+c+97k9lnf23D/96U+FyblpQm65z/777x9p2uqgQYPi8MMPjyOPPDIOOuigOOKII+JHP/pRUcD1fe97X7zjHe9o9YgXX3yxcVqsCa5td0LAtdwvtfrWC7hWX89UTIAAAQIECBAgQIAAAQIECBAgQIAAAQIECBAgQIBA7QoIuNZub92MAAECBAgQIECAAAECBAgQIECAAIF8Cwi45rs/mVZXatBx9erVMXr06EzPbr5ZCkf+0z/9U2zatKnVc4466qiYOHFifOQjH4nDDjssevfu3eLal19+OTZv3hzr1q2LVatWtRqcbfrySSedFNdcc00cc8wx0TxoduONN8aUKVOKzkrTbtN01WHDhnWZS0sB5HTYcccdF7feemsceuihHT77qhYmjTbdLIVTk3Gaevvggw8WftVaAHj3e2ndiSee2LhNe5NLm4Y2BVzbbqWAa4c/9ap5UcC1alqlUAIECBAgQIAAAQIECBAgQIAAAQIECBAgQIAAAQIE6kBAwLUOmuyKBAgQIECAAAECBAgQIECAAAECBAjkUkDANZdt6bqi1qxZE2PGjGn1gCzClKVW/4tf/CIuvfTSuPvuu0t65eCDDy5MDu3Ro0dhfQrsPvbYY21OaW2+cZpIeuWVVxYmyPbp02ePc1NYNoVbm060TYuGDx8eN998cxx44IEl1dqRRW0FkJcsWRKTJ0/uyLaFd1JgcubMmTF48OBCqPfd73534X/JtF+/fgXT5udXOuD66quvxi233BKpB+lJk2LTt7rPPvs03vull16KCRMmxL333lv4WXs17n6xqwKjLQWH2wv6ltLErqq3lLOtqYyAgGtlnJ1CgAABAgQIECBAgAABAgQIECBAgAABAgQIECBAgACBUgQEXEtRsoYAAQIECBAgQIAAAQIECBAgQIAAAQLZCwi4Zm+a6x2fe+65OOecc+K+++5rsc5Zs2bF7Nmzo2fPnhW5x86dO+Mb3/hGfPGLX4w//OEPXXZmmsA6derUuPDCCwvBydaehx9+OM4444xITk2fFGRMAdEWQmmZ1txaAHnUqFGRJsv2798/0/OabtbdAddSLibgOqEUJmuqQEDAtQqapEQCBAgQIECAAAECBAgQIECAAAECBAgQIECAAAECBOpGQMC1blrtogQIECBAgAABAgQIECBAgAABAgQI5ExAwDVnDenqcnbt2hVz5syJFNhs/qTppHfccUcce+yxXV3GHvs/88wzsXDhwli8eHGmQdc0oTRNPv34xz/eZrA1FdSaTSVdnn766Tj77LPjoYceKjKqRA0CruV/9ia4lm/mjT8LCLj6EggQIECAAAECBAgQIECAAAECBAgQIECAAAECBAgQIJAfAQHX/PRCJQQIECBAgAABAgQIECBAgAABAgQI1JeAgGt99btw29amlFZiSmh73C+88EIhZHvLLbfED3/4w/aWt/j7/fffPz760Y/GxIkT4wMf+ED07t27pH1am25bSZe2AshdPV1XwLWkz6RokYBr+Wbe+LOAgKsvgQABAgQIECBAgAABAgQIECBAgAABAgQIECBAgAABAvkREHDNTy9UQoAAAQIECBAgQIAAAQIECBAgQIBAfQkIuNZXv6vqttu3b49NmzbFI488Ej/96U/j97//fTz22GOxY8eOxnscc8wx8Rd/8RcxZMiQ+Lu/+7sYOnRoHHbYYbH33ntX1V3zUGy9BVxTAPrII4/sFP39998f3/nOd4r2mDZtWvz1X/91p/bdvHlzIeTd9El/njBhQqf29XJ+BARc89MLlRAgQIAAAQIECBAgQIAAAQIECBAgQIAAAQIECBAgQEDA1TdAgAABAgQIECBAgAABAgQIECBAgACB7hEQcO0ed6cSyJ1ANQRcn3322ULIc8OGDQW/ESNGxPLly2PAgAFteqY1KdBazY+AazV3b8/aBVxrq59uQ4AAAQIECBAgQIAAAQIECBAgQIAAAQIECBAgQIBAdQsIuFZ3/1RPgAABAgQIECBAgAABAgQIECBAgED1Cgi4Vm/vVE4gU4GuDLg2NDTE1VdfHbNmzSrUnCburly5MgYOHFjyHdIeKag6adKkxnfOPPPMWLJkSfTr16/NfQRcS2a2sEICAq4VgnYMAQIECBAgQIAAAQIECBAgQIAAAQIECBAgQIAAAQIEShAQcC0ByRICBAgQIECAAAECBAgQIECAAAECBAh0gYCAaxeg2pJANQpkEXA9/vjj45VXXom33nqrEDrt0aNH4Z8ffvjh+OxnPxsbN24s0AwdOjRuu+22OPzwwxup0nTWCy+8MF599dXCzw866KAixk2bNsXdd98dO3bsaPz5xRdfHHPnzo199tmnTXIB12r8Imu7ZgHX2u6v2xEgQIAAAQIECBAgQIAAAQIECBAgQIAAAQIECBAgUF0CAq7V1S/VEiBAgAABAgQIECBAgAABAgQIECBQOwICrrXTSzch0CmBLAKu733ve2PGjBkxb968NmtpafLqa6+9Fp/5zGcKE1lLfVavXh2jR49ud/mdd94ZCxcubHddXha8+OKL8eijjxaVc8stt8SECRPyUqI6Oikg4NpJQK8TIECAAAECBAgQIECAAAECBAgQIECAAAECBAgQebxAyQAAIABJREFUIEAgQwEB1wwxbUWAAAECBAgQIECAAAECBAgQIECAAIEyBARcy8CylEAtC2QRcD3hhBNi0aJFccEFF7RJ1VpY85prrokrrriiJOaxY8cWzurfv39J66tpUUsTZwVcq6mD7dcq4Nq+kRUECBAgQIAAAQIECBAgQIAAAQIECBAgQIAAAQIECBColICAa6WknUOAAAECBAgQIECAAAECBAgQIECAAIFiAQFXXwQBAgWBrAKuP/7xj+Okk06KHTt27CHbt2/fuPLKKwuTWnv16rXH71euXBlnnXVWux35xCc+EVdffXUccMAB7a6txgUCrtXYtfJqFnAtz8tqAgQIECBAgAABAgQIECBAgAABAgQIECBAgAABAgQIdKWAgGtX6tqbAAECBAgQIECAAAECBAgQIECAAAECrQsIuPo6CBAoCGQVcE3B1k2bNsWbb75ZJPu2t70t3v3ud7c5cXXbtm2xefPm+N///d/C/33jjTeK9njXu94V73nPe+Jv/uZvokePHjpHoGoFBFyrtnUKJ0CAAAECBAgQIECAAAECBAgQIECAAAECBAgQIECgBgUEXGuwqa5EgAABAgQIECBAgAABAgQIECBAgEBVCAi4VkWbFEmg6wUaGhrilVdeaQympgBpv379BEm7nt4J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fgrYjYa3cJb731VrQQuuneCp1OgAABAgRqSKChoSF69OjR9Ebp70qLfpC36zb+h0LeClMPAQIECBAgQIAAAQIECBAgQIAAAQIECBAgQIAAAQIEMhAQcM0A0RYECBAgQIAAAQIECBAgQIAAAQIECBDogMCrEdFn93uvvPJK9O3btwPbeIUAAQIECBAoRWDHjh3xjne8o+nSnRGxXynvdtcaAdfukncuAQIECBAgQIAAAQIECBAgQIAAAQIECBAgQIAAAQKVEBBwrYSyMwgQIECAAAECBAgQIECAAAECBAgQILCnwG8j4uDdP/7lL38ZRxxxBCcCBAgQIECgiwS2bt0a73rXu5ru/nREHNJFx2WyrYBrJow2IUCAAAECBAgQIECAAAECBAgQIECAAAECBAgQIEAgpwICrjltjLIIECBAgAABAgQIECBAgAABAgQIEKh5gfsj4gO7b3nPPffEyJEja/7SLkiAAAECBLpLYN26dXHyySc3Pf6HEfHB7qqnlHMFXEtRsoYAAQIECBAgQIAAAQIECBAgQIAAAQIECBAgQIAAgWoVEHCt1s6pmwABAgQIECBAgAABAgQIECBAgACBahdYHBFTdl9i7ty5cdlll1X7ndRPgAABAgRyK3DttdfGjBkzmta3JCLOz23BESHgmufuqI0AAQIECBAgQIAAAQIECBAgQIAAAQIECBAgQIAAgc4KCLh2VtD7BAgQIECAAAECBAgQIECAAAECBAgQ6JjAP0XEwt2vnnbaaXHnnXd2bCdvESBAgAABAu0KnH766XHXXXc1XfepiPg/7b7YjQsEXLsR39EECBAgQIAAAQIECBAgQIAAAQIECBAgQIAAAQIECHS5gIBrlxM7gAABAgQIECBAgAABAgQIECBAgAABAi0KDImIx3b/Zt99941XX3019tpLlMX3QoAAAQIEshZoaGiI/fbbL1577bWmW/9dRGzK+qws9/NfBVlq2osAAQIECBAgQIAAAQIECBAgQIAAAQIECBAgQIAAgbwJCLjmrSPqIUCAAAECBAgQIECAAAECBAgQIECgngR+GxEH777wqlWr4swzz6yn+7srAQIECBCoiMDtt98eY8eObXrW0xFxSEUO78QhAq6dwPMqAQIECBAgQIAAAQIECBAgQIAAAQIECBAgQIAAAQK5FxBwzX2LFEiAAAECBAgQIECAAAECBAgQIECAQA0L/FtEXLT7fqeddlrceeedNXxdVyNAgAABAt0jcPrpp8ddd93V9PD5EfGZ7qmm9FMFXEu3spIAAQIECBAgQIAAAQIECBAgQIAAAQIECBAgQIAAgeoTEHCtvp6pmAABAgQIECBAgAABAgQIECBAgACB2hF4f0Q81PQ6P/vZz+KYY46pnRu6CQECBAgQ6GaBRx99NN7znvc0r+L4iPhRN5fW7vECru0SWUCAAAECBAgQIECAAAECBAgQIECAAAECBAgQIECAQBULCLhWcfOUToAAAQIECBAgQIAAAQIECBAgQIBATQjcHxEf2H2Ts88+O5YvX14TF3MJAgQIECCQB4EJEybEihUrmpbyw4j4YB5qa68GAdf2hPyeAAECBAgQIECAAAECBAgQIECAAAECBAgQIECAAIFqFhBwrebuqZ0AAQIECBAgQIAAAQIECBAgQIAAgVoQ+FhErGx6kXvuuSdGjhxZC3dzBwIECBAg0K0C69ati5NPPrl5DeMi4lvdWliJhwu4lghlGQECBAgQIECAAAECBAgQIECAAAECBAgQIECAAAECVSkg4FqVbVM0AQIECBAgQIAAAQIECBAgQIAAAQI1JlA0xfXII4+Mxx9/PPbaS6ylxvrsOgQIECBQQYGGhoY4+uijY/PmzU1PrZrpralo/yVQwQ/GUQQIECBAgAABAgQIECBAgAABAgQIECBAgAABAgQIVFxAwLXi5A4kQIAAAQIECBAgQIAAAQIECBAgQIDAHgIfjoj1TX96/vnnxze+8Q1UBAgQIECAQAcFPvnJT8bixYubvz0sIr7fwS0r/pqAa8XJHUiAAAECBAgQIECAAAECBAgQIECAAAECBAgQIECAQAUFBFwriO0oAgQIECBAgAABAgQIECBAgAABAgQItCHwbxFxUdPfz507Ny677DJoBAgQIECAQJkC1157bcyYMaP5W/Mj4jNlbtWtywVcu5Xf4QQIECBAgAABAgQIECBAgAABAgQIECBAgAABAgQIdLGAgGsXA9ueAAECBAgQIECAAAECBAgQIECAAAECZQj8NCKGNl2/YMGC+PSnP13GFpYSIECAAIH6Fvj6178e06ZNa47wSET8fbXJCLhWW8fUS4AAAQIECBAgQIAAAQIECBAgQIAAAQIECBAgQIBAOQICruVoWUuAAAECBAgQIECAAAECBAgQIECAAIGuFRgSEQ9GRJ+mx5jk2rXodidAgACB2hFoZXLrzog4ISI2VdtNBVyrrWPqJUCAAAECBAgQIECAAAECBAgQIECAAAECBAgQIECgHAEB13K0rCVAgAABAgQIECBAgAABAgQIECBAgEDXC5wSEd9ufsz5558fixYtir32EnXp+hY4gQABAgSqTaChoSGmTp0aixcvbqn0UyPi7mq7U6rXv/WrsWtqJkCAAAECBAgQIECAAAECBAgQIECAAAECBAgQIECgVAEB11KlrCNAgAABAgQIECBAgAABAgQIECBAgEDlBD4WESubH3fkkUfGV77ylRg5cmTlKnESAQIECBDIucC6devi0ksvjc2bN7dU6biI+FbOr9BqeQKu1do5dRMgQIAAAQIECBAgQIAAAQIECBAgQIAAAQIECBAgUIqAgGspStYQIECAAAECBAgQIECAAAECBAgQIECg8gJpkuttEdGn+dFnn312fP7zn49jjjmm8lU5kQABAgQI5ETg0Ucfja9+9auxYsWKliraGRFnVevk1t0XEnDNycemDAIECBAgQIAAAQIECBAgQIAAAQIECBAgQIAAAQIEukRAwLVLWG1KgAABAgQIECBAgAABAgQIECBAgACBTASGRMSNETG0pd1OO+20mDRpUowZMyb22ksEJhNxmxAgQIBArgUaGhpi9erVsWzZsrjrrrtaq/WRiJgcEZtyfZkSivNv9xKQLCFAgAABAgQIECBAgAABAgQIECBAgAABAgQIECBAoGoFBFyrtnUKJ0CAAAECBAgQIECAAAECBAgQIECgjgT+LSIuau2+++67bwwfPjyOP/74GDJkSBx22GFxwAEHxH777Sf4WkcfiasSIECglgRSkPXVV1+N559/Pn7961/Hpk2b4qGHHor77rsvXnvttbauOj8iPlMrFgKutdJJ9yBAgAABAgQIECBAgAABAgQIECBAgAABAgQIECBAoCUBAVffBQECBAgQIECAAAECBAgQIECAAAECBKpD4MMR8c8R8YHqKFeVBAgQIECgogI//H//nvx+RU/t4sMEXLsY2PYECBAgQIAAAQIECBAgQIAAAQIECBAgQIAAAQIECHSrgIBrt/I7nAABAgQIECBAgAABAgQIECBAgAABAmULfCwipgm6lu3mBQIECBCoTYEUbF0QEd+qxesJuNZiV92JAAECBAgQIECAAAECBAgQIECAAAECBAgQIECAAIHdAgKuvgUCBAgQIECAAAECBAgQIECAAAECBAhUp8D7I+KsiDg9Ig6uziuomgABAgQIdEjg6Yi4MyJui4gfdWiHKnlJwLVKGqVMAgQIECBAgAABAgQIECBAgAABAgQIECBAgAABAgQ6JCDg2iE2LxEgQIAAAQIECBAgQIAAAQIECBAgQCBXAkMi4viIeE9EDIyIgyLinRGxb0TIxuSqVYohQIAAgRIF0t9jvhYR2yLimYh4MiJ+FhEPRcSmEveo+mX+JV71LXQBAgQIECBAgAABAgQIECBAgAABAgQIECBAgAABAgTaEBBw9XkQIECAAAECBAgQIECAAAECBAgQIECAAAECBAgQIEAghwICrjlsipIIECBAgAABAgQIECBAgAABAgQIECBAgAABAgQIEMhMQMA1M0obESBAgAABAgQIECBAgAABAgQIECBAgAABAgQIECBAIDsBAdfsLO1EgAABAgQIECBAgAABAgQIECBAgAABAgQIECBAgED+BARc89cTFREgQIAAAQIECBAgQIAAAQIECBAgQIAAAQIECBAgQCAEXH0E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C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b777/YECBAgQIAAAQIECBAgQIAAAQIECBAgQIAAAQIECORUQMA1p41RFgECBAgQIECAAAECBAgQIECAAAECBAgQIECAAAECmQgIuGbCaBMCBAgQIECAAAECBAgQIECAAAECBAgQIECAAAECBAhkKyDgmq2n3QgQIECAAAECBAgQIECAAAECBAgQIECAAAECBAgQyJeAgGu++qEaAgQIECBAgAABAgQIECBAgAABAgQIECBAgAABAgQIFAQEXH0I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Bcb/3jAAAgAElEQVS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X76PyQijo+I90TEwIg4KCLeGRH7RoS/G6+f78BNCRAgUEsC6b9jXouIbRHxTEQ8GRE/i4iHImJTLV3UXQgQIECAAAECBAgQIECAAAECBAgQqE8Bf4lXn313awIECBAgQIAAAQIECBAgQIAAAQIECBAgQIAAAQL1IiDgWtudfn9EnBURp0fEwbV9VbcjQIAAAQJFAk9HxJ0RcVtE/IgNAQIECBAgQIAAAQIECBAgQIAAAQIEqlFAwLUau6ZmAgQIECBAgAABAgQIECBAgAABAgQIECBAgAABAgRKFRBwLVWqutZ9LCKmRcQHqqts1RIgQIAAgS4R+GFELIiIb3XJ7jYlQIAAAQIECBAgQIAAAQIECBAgQIBAFwkIuHYRrG0JECBAgAABAgQIECBAgAABAgQIECBAgAABAgQIEMiFgIBrLtqQWREfjoh/FmzNzNNGBAgQIFBbAinomv49+f3aupbbECBAgAABAgQIECBAgAABAgQIECBQqwICrrXaWfciQIAAAQIECBAgQIAAAQIECBAgQIAAAQIECBAgQCAJCLjWznfwbxFxUWvX2XfffWP48OFx/PHHx5AhQ+Kwww6LAw44IPbbb7/Yay9/NV47n4GbECBAoH4EGhoa4tVXX43nn38+fv3rX8emTZvioYceivvuuy9ee+21tiDmR8Rn6kfKTQkQIECAAAECBAgQIECAAAECBAgQqFYBf4tXrZ1TNwECBAgQIECAAAECBAgQIECAAAECBAgQIECAAAECpQgIuJailO81QyLixogY2lKZp512WkyaNCnGjBkjyJrvPqqOAAECBDISSMHX1atXx7Jly+Kuu+5qbddHImJyRGzK6FjbECBAgAABAgQIECBAgAABAgQIECBAIHMBAdfMSW1IgAABAgQIECBAgAABAgQIECBAgAABAgQIECBAgECOBARcc9SMDpRySkTcFhF9mr979tlnx+c///k45phjOrCtVwgQIECAQG0IPProo/HVr341VqxY0dKFdkbEWRFxd23c1i0IECBAgAABAgQIECBAgAABAgQIEKg1AQHXWuuo+xAgQIAAAQIECBAgQIAAAQIECBAgQIAAAQIECBAg0FRAwLV6v4ePRcTK5uUfeeSR8ZWvfCVGjhxZvTdTOQECBAgQyFhg3bp1cemll8bmzZtb2nlcRHwr4yNtR4AAAQIECBAgQIAAAQIECBAgQIAAgU4LCLh2mtAGBAgQIECAAAECBAgQIECAAAECBAgQIECAAAECBAjkWEDANcfNaaO0NLn1281/f/7558eiRYtir738VXd1tlXVBAgQINCVAg0NDTF16tRYvHhxS8ecapJrV+rbmwABAgQIECBAgAABAgQIECBAgACBjgj4W7+OqHmHAAECBAgQIECAAAECBAgQIECAAAECBAgQIECAAIFqERBwrZZO/f86h0TEgxHRp2npc+fOjcsuu6z6bqNiAgQIECBQYYFrr702ZsyY0fzUnRFxQkRsqnA5jiNAgAABAgQIECBAgAABAgQIECBAgECrAgKuPg4CBAgQIECAAAECBAgQIECAAAECBAgQIECAAAECBGpZQMC1+rr70/i/7N0NtJVlmTfwSygNlUixWdiaEVtFLMtEpbIBy5mBBKcJQjA/EGzyA18xDS3DjIgaR7KM0ZRXEtckX8qIETgFfvWqIYXzlmK0bGImw2bESRsN/Bgd4bzr2c457z7n7HP2c/bn8+zz22u1jHPu57qv+3c9h2l1+s8dMbq47euvvz5mz56dv5PomAABAgQINEnghhtuiAsvvLDr7j+NiPc1qSXbEiBAgAABAgQIECBAgAABAgQIECBAoJuAgKuXggABAgQIECBAgAABAgQIECBAgAABAgQIECBAgACBVhYQcM3XdK+NiIuKW3Zza74GqFsCBAgQyI5ADze5XhcRF2enS50QIECAAAECBAgQIECAAAECBAgQINCfBQRc+/P0nZ0AAQIECBAgQIAAAQIECBAgQIAAAQIECBAgQIBA6wsIuOZnxn8REfcVt3vuuefGt7/97fycQKcECBAgQCBjAuedd17cdNNNXbsaFxE/zFir2iFAgAABAgQIECBAgAABAgQIECBAoB8KCLj2w6E7MgECBAgQIECAAAECBAgQIECAAAECBAgQIECAAIF+JCDgmp9hPxgRH2pv98gjj4zHHnss9tnHr7XzM0KdEiBAgEDWBNra2uKoo46Kbdu2Fbf2o4j4cNZ61Q8BAgQIECBAgAABAgQIECBAgAABAv1PwG8C+9/MnZgAAQIECBAgQIAAAQIECBAgQIAAAQIECBAgQIBAfxIQcM3HtD8REauLW92wYUNMnDgxH93rkgABAgQIZFhg48aNcdJJJ3Xt8NSI+IcMt601AgQIECBAgAABAgQIECBAgAABAgT6gYCAaz8YsiMSIECAAAECBAgQIECAAAECBAgQIECAAAECBAgQ6McCAq75GH6n21vPOOOMWLlyZT461yUBAgQIEMiBwPTp02PVqlXFnbrFNQdz0yIBAgQIECBAgAABAgQIECBAgACBVhcQcG31CTsfAQIECBAgQIAAAQIECBAgQIAAAQIECBAgQIAAgf4tIOCa/fn/aURsLm7zZz/7WRxzzDHZ71yHBAgQIEAgJwKPPPJIHHvssV27HRMRP87JEbRJgAABAgQIECBAgAABAgQIECBAgEALCgi4tuBQHYkAAQIECBAgQIAAAQIECBAgQIAAAQIECBAgQIAAgQ4BAdfsvwzXRsRF7W1OmjQp1q1bl/2udUiAAAECBHImMHny5Fi/fn1x19dFxMU5O4Z2CRAgQIAAAQIECBAgQIAAAQIECBBoIQEB1xYapqMQIECAAAECBAgQIECAAAECBAgQIECAAAECBAgQINBNQMA1+y/FbyJieHubt99+e0ybNi37XeuQAAECBAjkTGDNmjVxyimnFHe9IyIOz9kxtEuAAAECBAgQIECAAAECBAgQIECAQAsJCLi20DAdhQABAgQIECBAgAABAgQIECBAgAABAgQIECBAgACBbgICrtl+KUZFxKPtLe6///7xwgsvxD77+FV2tsemOwIECBDIo0BbW1sceOCB8dJLLxW3f3REbM3jefRMgAABAgQIECBAgAABAgQIECBAgED+BfxWMP8zdAICBAgQIECAAAECBAgQIECAAAECBAgQIECAAAECBHoWEHDN9tvxvyJicXuLkyZNinXr1mW7Y90RIECAAIEcC0yePDnWr19ffIILIuJ/5/hIWidAgAABAgQIECBAgAABAgQIECBAIMcCAq45Hp7WCRAgQIAAAQIECBAgQIAAAQIECBAgQIAAAQIECBAoKyDgWpaoqQtuiohz2jtYuHBhfP7zn29qQzYnQIAAAQKtLPC1r30t5s6dW3zEpRFxbiuf2dkIECBAgAABAgQIECBAgAABAgQIEMiugIBrdmejMwIECBAgQIAAAQIECBAgQIAAAQIECBAgQIAAAQIEqhcQcK3esJ4VHoyID7VvsGHDhpg4cWI991ObAAECBAj0a4GNGzfGSSedVGzwo4j4cL9GcXgCBAgQIECAAAECBAgQIECAAAECBJomIODaNHobEyBAgAABAgQIECBAgAABAgQIECBAgAABAgQIECDQAAEB1wYgV7HFbyJiePvzv/rVr2LEiBFVlPMoAQIECBAg0JvA9u3b413velfxkh0RcTg1AgQIECBAgAABAgQIECBAgAABAgQINENAwLUZ6vYkQIAAAQIECBAgQIAAAQIECBAgQIAAAQIECBAgQKBRAgKujZKubJ8XIuKA9kd37doVgwcPrqySpwgQIECAAIGyArt37443v/nNxetejIgDyz5oAQECBAgQIECAAAECBAgQIECAAAECBOogIOBaB1QlCRAgQIAAAQIECBAgQIAAAQIECBAgQIAAAQIECBDIjICAa2ZGUbKRvRHR8XvrvXv3xj77+DV2tkemOwIECBDIs0BbW1sMGDCg+AjJf1bq9IU8n0/vBAgQIECAAAECBAgQIECAAAECBAjkS8BvBvM1L90SIECAAAECBAgQIECAAAECBAgQIECAAAECBAgQINA3AQHXvnk1enWn+SShGx8CBAgQIECgvgIl/p9J+N+Q1ZdcdQIECBAgQIAAAQIECBAgQIAAAQIEehDwX056NQgQIECAAAECBAgQIECAAAECBAgQIECAAAECBAgQaGUBAddsT1fANdvz0R0BAgQItKCAgGsLDtWRCBAgQIAAAQIECBAgQIAAAQIECORUQMA1p4PTNgECBAgQIECAAAECBAgQIECAAAECBAgQIECAAAECqQQEXFMxNW2RgGvT6G1MgAABAv1VQMC1v07euQkQIECAAAECBAgQIECAAAECBAhkT0DANXsz0REBAgQIECBAgAABAgQIECBAgAABAgQIECBAgAABArUTEHCtnWU9Kgm41kNVTQIECBAg0IuAgKvXgwABAgQIECBAgAABAgQIECBAgACBrAgIuGZlEvogQIAAAQIECBAgQIAAAQIECBAgQIAAAQIECBAgQKAeAgKu9VCtXU0B19pZqkSAAAECBFIJCLimYrKIAAECBAgQIECAAAECBAgQIECAAIEGCAi4NgDZFgQIECBAgAABAgQIECBAgAABAgQIECBAgAABAgQINE1AwLVp9Kk2FnBNxWQRAQIECBConYCAa+0sVSJAgAABAgQIECBAgAABAgQIECBAoDoBAdfq/DxNgAABAgQIECBAgAABAgQIECBAgAABAgQIECBAgEC2BQRcczSftrau48p287ojQIAAAQJ5FBBwzePU9EyAAAECBAgQIECAAAECBAgQIECgNQUEXFtzrk5FgAABAgQIECBAgAABAgQIECBAgAABAgQIECBAgMDrAgKu2X4T3OCa7fnojgABAgRaUEDAtQWH6kgECBAgQIAAAQIECBAgQIAAAQIEciog4JrTwWmbAAECBAgQIECAAAECBAgQIECAAAECBAgQIECAAIFUAgKuqZiatkjAtWn0NiZAgACB/iog4NpfJ+/cBAgQIECAAAECBAgQIECAAAECBLInIOCavZnoiAABAgQIECBAgAABAgQIECBAgAABAgQIECBAgACB2gkIuNbOsh6VBFzroaomAQIECBDoRUDA1etBgAABAgQIECBAgAABAgQIECBAgEBWBARcszIJfRAgQIAAAQIECBAgQIAAAQIECBAgQIAAAQIECBAgUA8BAdd6qNaupoBr7SxVIkCAAAECqQQEXFMxWUSAAAECBAgQIECAAAECBAgQIECAQAMEBFwbgGwLAgQIECBAgAABAgQIECBAgAABAgQIECBAgAABAgSaJiDg2jT6VBsLuKZisogAAQIECNROQMC1dpYqESBAgAABAgQIECBAgAABAgQIECBQnYCAa3V+niZAgAABAgQIECBAgAABAgQIECBAgAABAgQIECBAINsCAq45mk9bW9dxZbt53REgQIAAgTwKCLjmcWp6JkCAAAECBAgQIECAAAECBAgQINCaAgKurTlXpyJAgAABAgQIECBAgAABAgQIECBAgAABAgQIECBA4HUBAddsvwlucM32fHRHgAABAi0oIODagkN1JAIECBAgQIAAAQIECBAgQIAAAQI5FRBwzengtE2AAAECBAgQIECAAAECBAgQIECAAAECBAgQIECAQCoBAddUTE1bJODaNHobEyBAgEB/FRBw7a+Td24CBAgQIECAAAECBAgQIECAAAEC2RMQcM3eTHREgAABAgQIECBAgAABAgQIECBAgAABAgQIECBAgEDtBARca2dZj0oCrvVQVZMAAQIECPQiIODq9SBAgAABAgQIECBAgAABAgQIECBAICsCAq5ZmYQ+CBAgQIAAAQIECBAgQIAAAQIECBAgQIAAAQIECBCoh4CAaz1Ua1dTwLV2lioRIECAAIFUAgKuqZgsIkCAAAECBAgQIECAAAECBAgQIECgAQICrg1AtgUBAgQIECBAgAABAgQIECBAgAABAgQIECBAgAABAk0TEHBtGn2qjQVcUzFZRIAAAQIEaicg4Fo7S5UIECBAgAABAgQIECBAgAABAgQIEKhOQMC1Oj9PEyBAgAABAgQIECBAgAABAgQIECBAgAABAgQIECCQbQEB1xzNp62t67iy3bzuCBAgQIBAHgUEXPM4NT0TIECAAAECBAgQIECAAAECBAgQaE0BAdfWnKtTESBAgAABAgQIECBAgAABAgQIECBAgAABAgQIECDwuoCAa7bfBDe4Zns+uiNAgACBFhQQcG3BoToSAQIECBAgQIAAAQIECBAgQIAAgZwKCLjmdHDaJkCAAAECBAgQIECAAAECBAgQIECAAAECBAgQIEAglYCAayqmpi0ScG0avY0JECBAoL8KCLj218k7NwECBAgQIECAAAECBAgQIECAAIHsCQi4Zm8mOiJAgAABAgQIECBAgAABAgQIECBAgAABAgQIECBAoHYCAq61s6xHJQHXeqiqSYAAAQIEehEQcPV6ECBAgAABAgQIECBAgAABAgQIECCQFQEB16xMQh8ECBAgQIAAAQIECBAgQIAAAQIECBAgQIAAAQIECNRDQMC1Hqq1qyngWjtLlQgQIECAQCoBAddUTBYRIECAAAECBAgQIECAAAECBAgQINAAAQHXBiDbggABAgQIECBAgAABAgQIECBAgAABAgQIECBAgACBpgkIuDaNPtXGAq6pmCwiQIAAAQK1ExBwrZ2lSgQIECBAgAABAgQIECBAgAABAgQIVCcg4Fqdn6cJECBAgAABAgQIECBAgAABAgQIECBAgAABAgQIEMi2gIBrjubT1tZ1XNluXncECBAgQCCPAgKueZyangkQIECAAAECBAgQIECAAAECBAi0poCAa2vO1akIECBAgAABAgQIECBAgAABAgQIECBAgAABAgQIEHhdQMA122+CG1yzPR/dESBAgEALCgi4tuBQHYkAAQIECBAgQIAAAQIECBAgQIBATgUEXHM6OG0TIECAAAECBAgQIECAAAECBAgQIECAAAECBAgQIJBKQMA1FVPTFgm4No3exgQIECDQXwUEXPvr5J2bAAECBAgQIECAAAECBAgQIECAQPYEBFyzNxMdESBAgAABAgQIECBAgAABAgQIECBAgAABAgQIECBQOwEB19pZ1qOSgGs9VNUkQIAAAQK9CAi4ej0IECBAgAABAgQIECBAgAABAgQIEMiKgIBrViahDwIECBAgQIAAAQIECBAgQIAAAQIECBAgQIAAAQIE6iEg4FoP1drVFHCtnaVKBPqlwD333BNvfOMb473vfW8cfPDBUSK4VzOXtra22LVrV7z22mudag4YMCAGDx4cb3jDG2q2l0IE6ikg4FpPXbUJECBAgAABAgQIECBAgAABAgQIEOiLgIBrX7SsJUCAAAECBAgQIECAAAECBAgQIECAAAECBAgQIEAgbwICrtmemIBrtuejOwKZFti9e3fMnj07li9fXuhz+PDhsXDhwjjttNPq0vcDDzwQZ511VuzYsaNT/a9+9asxd+7cXAVck56/9KUvdTrHpk2bYuzYsXWxUzRbAgKu2ZqHbggQIECAAAECBAgQIECAAAECBAj0ZwEB1/48fWcnQIAAAQIECBAgQIAAAQIECBAgQIAAAQIECBAg0PoCAq7ZnrGAa7bnozsCmRZIgqZnnHFGbN68udDnoYceGnfeeWeMHj265n0//fTTcc4558T3v//9brWvvvrquOSSS2LgwIE137deBQVc6yWbj7oCrvmYky4JECBAgAABAgQIECBAgAABAgQI9AcBAdf+MGVnJECAAAECBAgQIECAAAECBAgQIECAAAECBAgQINB/BQRcsz17Addsz0d3BDIt8JOf/CROPPHESG5yTT4TJ04s3OZ6yCGH1LTvF198MS677LJYvHhxybrJzbG33HJLnHDCCTXdt57FBFzrqZv92gKu2Z+RDgkQIECAAAECBAgQIECAAAECBAj0FwEB1/4yaeckQIAAAQIECBAgQIAAAQIECBAgQIAAAQIECBAg0D8FBFyzPXcB12zPR3cEMi2wZMmSOP/88zt6nDNnTixcuDD23XffmvX92muvxTXXXBNz587tteZHP/rRWLp0aQwbNqxme9ezkIBrPXWzX1vANfsz0iEBAgQIECBAgAABAgQIECBAgACB/iIg4NpfJu2cBAgQIECAAAECBAgQIECAAAECBAgQIECAAAECBPqngIBrtucu4Jrt+eiOQGYFXn311ULodNGiRR09rlixIqZPn16zntva2uLWW28thGjbb4lNih933HExc+bMuPrqq2PHjh0d+11wwQWFrx1wwAE166FehQRc6yWbj7oCrvmYky4JECBAgAABAgQIECBAgAABAgQI9AcBAdf+MGVnJECAAAECBAgQIECAAAECBAgQIECAAAECBAgQINB/BQRcsz17Addsz0d3BDIr8Oyzz8aMGTNi48aNhR5HjBgRa9asiaOOOqpmPT/wwANx1llndQqxDh8+PG655Zb48Ic/HNddd1185jOf6bRfcoPspZdeGm94wxtq1kcS5r3jjjviySef7Kg5ZMiQOPPMM+PAAw+saJ9aB1yffvrpuO222+KVV17p6Oewww6LqVOn1vRG3YoO66FuAgKuXgoCBAgQIECAAAECBAgQIECAAAECBLIiIOCalUnogwABAgQIECBAgAABAgQIECBAgAABAgQIECBAgACBeggIuNZDtXY1BVxrZ1lVpX/+53+OU089NbZu3dqpTq1vxGwvXs1+v//97wu3dN51111VnTl5+Jhjjom3vvWt8ba3vS3e//73x7HHHhvvfe97a3oDZ6kgYXHjEydOjOXLl8chhxxS9Xl6KnDzzf8QxSIAACAASURBVDfHOeec02P9TZs2xdixY8vuv3LlykKosvgzatSoWL16dYwcObLs87Vc8Nhjj8W0adNi+/bthbIf/ehHC44HHXRQTbYpFW4dPHhw3HjjjXH66adHEhB88cUX47LLLovFixd37Nl1TS2aefnll2POnDmxZMmSjnITJkyIZB5Dhw6taItaB1xL/UzPmjWrcMPuoEGDKurRQ/UTEHCtn63KBAgQIECAAAECBAgQIECAAAECBAj0TUDAtW9eVhMgQIAAAQIECBAgQIAAAQIECBAgQIAAAQIECBAgkC8BAddsz0vANSPzqSZwWskRqtmvlgHXUr0nAcUpU6bExRdfHEcffXQMGDCgkiN2PFMu4Jrst2HDhlQB00oaSUKYF154YXznO9/p8fE8BlyTUO1pp53WcabLL788EuuBAwdWwtTpmQcffDDOO++8SN7T9k9PwdXHH388/vqv/zq2bNlSdm2ljQm4VirnuZ4EBFy9GwQIECBAgAABAgQIECBAgAABAgQIZEVAwDUrk9AHAQIECBAgQIAAAQIECBAgQIAAAQIECBAgQIAAAQL1EBBw7a56dEQ8Wg/sCmoKuFaAVo9HqgmcVtJPNfvVO+BafJ6ZM2fGggUL4vDDD6/kmIVnygVc29dcccUVhVtBa/3petNpqfpZDbi++uqrcccdd8STTz7Zre0khPqDH/yg4+vJzbJHHnlkWb799tuvEIwdNmxYt7VtbW2R3Nx6/vnndwq3JgsXLlwYl156abzhDW/o9lyp214PPvjguOGGGwo3I1c7VwHXsmO1oI8CAq59BLOcAAECBAgQIECAAAECBAgQIECAAIG6CdT+NyN1a1VhAgQIECBAgAABAgQIECBAgAABAgQIECBAgAABAgQI9FlAwLU72Zcj4oSIWBAR9/dZtLYPCLjW1rPiatUETivZtJr9GhlwTc42fPjw+PrXvx5Tp06t6DbXNAHXiRMnxvLly+OQQw6phLPXZ5YsWVIIbPb2yWrAtVSws1qgUaNGRXL768iRIzuVSsKta9eujUsuuSR27NjR6Xt/+7d/W/h6Eo4t9UmevfXWWwvOu3fv7liS3Pq6aNGiOOuss0oGY9OeRcA1rZR1aQUEXNNKWUeAAAECBAgQIECAAAECBAgQIECAQL0FBFzrLaw+AQIECBAgQIAAAQIECBAgQIAAAQIECBAgQIAAAQLNFBBw7a7/loj4TUQM+Z+AazODrgKuzfzpKNq7msBpJUeoZr9GB1yT8yVBxSTkmAQYS93g2ZtBmoBrUn/Dhg0xduzYSjh7fCYJW86ePbsQnu3t098Drq+99lrccsstMWfOnE4B1cTsy1/+clx22WUxaNCgXg337t0bq1atigsuuKDiGj1tIOBa0x8LxSJK3Srsf0PmzSBAgAABAgQIECBAgAABAgQIECBAoCkC/svJprDblAABAgQIECBAgAABAgQIECBAgAABAgQIECBAgACBBgkIuJaGTm5xnV/0reQm12YEXQVcG/SDUG6bagKn5WqX+n41+/UUcP3KV74S8+bNS91OEmpMAqDPP/98PProo3HXXXfF7bffHv/5n/9ZskYSQr3xxhvj9NNPLxUO63HfNAHX5OFk3RVXXNGn2uUO+9Of/jQ+9rGPxc6dO3td2p8Drsk7kISXFy5c2M0obbi1/cHknUrekS984QvdQq5Tpkwp3Oaa3Ajc14+Aa1/FrC8n4AbXckK+T4AAAQIECBAgQIAAAQIECBAgQIBAowQEXBslbR8CBAgQIECAAAECBAgQIECAAAECBAgQIECAAAECBJohIOBaWr34FtfiFY0Ougq4NuOnosSe1QROKzlCNfvVKuBaqu9du3bFzTffHH/zN39TMuiahBOTmz5POOGE1McuFXD9oz/6o0hCi0m4sv0zfvz4WLZsWRx66KGpa5dbmAQqL7nkknLLIqsB17a2tkhmkgRH2z979uyJq666Kv7u7/6u42tr166ND33oQ2XPmSwYMGBA4Ube5CbeX//61/HZz342kueLP8n3v/jFL8bFF18c++23X6q67Yt6C7mOHDmy8G6dfPLJhT7SfgRc00pZl1ZAwDWtlHUECBAgQIAAAQIECBAgQIAAAQIECNRbQMC13sLqEyBAgAABAgQIECBAgAABAgQIECBAgAABAgQIECDQTAEB1571u97iWryyUUFXAddm/nQU7V1N4LSSI1SzXz0DrslZklDl5s2bY/bs2bF169Zux/voRz8aS5cujWHDhqU6eqmA67Rp0wqhze9973sdNZJQZRK0HDduXKq65RY999xzcfbZZ3cKb37iE5+Ixx9/PH7+8593ejyrAddSZ/zDH/4Q55xzTqxZs6bw7TFjxsSqVav6dDPq3r17Y8OGDXHppZdG8i4Wf5I5JMHgs846qxCCreST1L/tttvi05/+dMmg9MyZM2PBggVx+OGHpyov4JqKyaI+CAi49gHLUgIECBAgQIAAAQIECBAgQIAAAQIE6iog4FpXXsUJECBAgAABAgQIECBAgAABAgQIECBAgAABAgQIEGiygIBrzwPo6RbX4ifqHXQVcG3yD0j79tUETis5QjX71Tvg2n6eBx54oBBy3LFjR7cjJreHXnTRRVEiJNZtbamA66xZs+LYY4+N5J/Fn3nz5sX8+fNj4MCBlbB2eubhhx+Oj3/847Fz587C15ObYa+88sq49tpruwV38xRwfeyxxyIJCG/fvr1wrsQwCaQOGjQoldkzzzwTV199dXzjG99Itb6aRUlYNunrd7/7XbcyBx98cMydOzc+9alPxdChQ3vdRsC1mil4tpSAgKv3ggABAgQIECBAgAABAgQIECBAgACBrAgIuGZlEvogQIAAAQIECBAgQIAAAQIECBAgQIAAAQIECBAgQKAeAgKuvav2dotr8ZP1CroKuNbjra+gZjWB0wq2K9yaeeqpp3YLWq5YsSKmT5/ea8lGBVyTm1xvvfXWOP/882P37t2dejruuOMK33v7299e9vg9BVyTup/85Cc7GYwfPz6WLVtWCKNW80l6T0KfyQ2l7Z8kFPrZz362EAjtejNtngKuq1evjtNOO63jXDfeeGO3oHApu+RW1R/+8IfxhS98If7pn/6p25JRo0YVgrNJyLhWnwkTJsQXv/jFSN6Bu+++u2TZJOg6Z86cuOCCCyL596U+Aq61mog67QICrt4FAgQIECBAgAABAgQIECBAgAABAgSyIiDgmpVJ6IMAAQIECBAgQIAAAQIECBAgQIAAAQIECBAgQIAAgXoICLj2rprmFtfiCrUOugq41uOtr6BmNYHTCrbLRcA1Odcrr7wSV1xxRVxzzTXdjrl06dI4++yzyx6/p4BrcptqUnvJkiUdNZIbP9euXRvjxo0rW7e3Bc8991yht6RW++eb3/xm/OVf/mXJYHFeAq579uwpBFCvuuqqwrGSIPCdd94Zo0eP7tXrt7/9bSFomoSHS32mTJlSCAT/27/9Wxx//PFV2Rc/nARcV65cGfvuu28sXLgwvvWtb3ULSyfrk3BrcqvsAQccUHJvAdeajUSh/xEQcPUqECBAgAABAgQIECBAgAABAgQIECCQFQEB16xMQh8ECBAgQIAAAQIECBAgQIAAAQIECBAgQIAAAQIECNRDQMC1vGraW1yLK9Uq6CrgWn4+DVkh4Noz8y9+8Ys45ZRT4vHHH++0KAlF3nzzzXHQQQf1OqOeAq5JoPK73/1unHnmmZ2eTwKc8+fPj4EDB1Y8+4ceeihOOumkjjDliBEjYs2aNbHffvvlOuD67LPPxowZM2Ljxo0Fm4kTJ8by5csLM/j5z38ezz//fOHrb3rTm+KYY44pnDf5/Md//Efhltd169Z1Mk0CxZ/73OfikksuKYRLf/rTnxZueK3V57DDDisEV5P+khtkN2zYULhVN/l5a/+MHTs2kpuLDz/88B63FXCt1UTUaRcQcPUuECBAgAABAgQIECBAgAABAgQIECCQFQEB16xMQh8ECBAgQIAAAQIECBAgQIAAAQIECBAgQIAAAQIECNRDQMC1vGpfb3Etrlht0FXAtfx8GrJCwLVn5q63hravTHt7aG8B1yeffLJb4HT8+PGFm0aT+pV82traIrkdNgnKtn+SUOgNN9wQTz31VK4DrkkA9WMf+1js3LmzcLTLL788Et9XX3015syZ03EbbvvNqUOHDu0w6BpyHTlyZOFm3iQIPGDAgEqoK3rmmWeeKey7ePHiOPjgg+OWW26JE044oddaAq4VUXuoFwEBV68HAQIECBAgQIAAAQIECBAgQIAAAQJZERBwzcok9EGAAAECBAgQIECAAAECBAgQIECAAAECBAgQIECAQD0EBFzTqVZyi2tx5UqDrgKu6eZT91UCrr0T33PPPXHiiSd2W3TjjTcWbgbt7dNbwDUJVl522WVx3XXXdZRIbhVdu3ZtjBs3rqK5d73lNCmydOnSOPvssws3h5566qmxdevWTrU3bdoUyU2i5T4rV67sduPsqFGjYvXq1ZEERuv9WbJkSZx//vkd2yQ3sk6aNCm6BkBLBVyTh5JbeE8//fQYPXp0IQQ8bNiwerdcsn4SQn7kkUdi27ZtMX369LK39Qq4NmVMLb2pgGtLj9fhCBAgQIAAAQIECBAgQIAAAQIECORKQMA1V+PSLAECBAgQIECAAAECBAgQIECAAAECBAgQIECAAAECfRQQcE0HVs0trsU79DXoKuCabj51XyXg2jvxjh074owzzojNmzd3WnjBBRcUbuN805ve1GOB3gKugwYNiu9+97sxderUTs8nt6/Onz+/bPCx1Kb33XdfTJkyJXbv3l349hFHHBG33357vOc978l1wLVryLM4WJs24JoES5NbbJPbcRt5a2u1P8ACrtUKer6rgICrd4IAAQIECBAgQIAAAQIECBAgQIAAgawICLhmZRL6IECAAAECBAgQIECAAAECBAgQIECAAAECBAgQIECgHgICrulVq73FtXintEFXAdf086nrSgHX3nmTsOjs2bNj+fLlnRb2dFNo8aJyAdcnnniicKvoli1bOh4bP358LFu2rBDE7Mtnz549sWDBgkj2bP988pOfjOuvvz4OOOCAXAdcuzoVnyttwLUvlrVe+8ILL8SKFSviD3/4Q6H0kCFDCrfhHnjggWW3EnAtS2RBHwUEXPsIZjkBAgQIECBAgAABAgQIECBAgAABAnUTEHCtG63CBAgQIECAAAECBAgQIECAAAECBAgQIECAAAECBAhkQEDANf0QanWLa/GO5YKuAq7p51PXlQKuvfMmN38mwdHkX8Wf4ltEe6pQLuD6yiuvxGWXXRbXXXddR4nBgwfH2rVrY9y4cX2a+86dO2PmzJlx7733djyXhCqnT59e+HNPc960aVOMHTu27F4rV64shDL7alC2cIoF69evj8mTJ3esvPHGG2PWrFmFP/c14Lp9+/bCzbmVfPbbb7847bTTYtiwYX16/Pe//31hDnfddVfhuTTh6PYNSgVc+7R5kxYn81m0aFEkNxX7ZEtAwDVb89ANAQIECBAgQIAAAQIECBAgQIAAgf4sIODan6fv7AQIECBAgAABAgQIECBAgAABAgQIECBAgAABAgRaX0DAtW8zruUtrsU79xR0FXDt23zqtlrAtTztkiVL4vzzz++0MAmi3n333fHBD36wxwLlAq7Jg0nYcurUqZ1qzJs3L+bPnx8DBw4s39z/rLjvvvtiypQpkdw4m3y6BnDzGnBNbqZNPK666qrCuZKbbe+8884YPXp04c99Dbg+9NBDcfzxx6d2LV6YJtRcqrCAa0XcHqqTgIBrnWCVJUCAAAECBAgQIECAAAECBAgQIECgzwICrn0m8wABAgQIECBAgAABAgQIECBAgAABAgQIECBAgAABAjkSEHDt27DqcYtrcQddg64Crn2bT91W9xR8rNuGPRQuvm20p727BgXb133lK18phCDr9Sl1e2myV7nbT9MEXJ944ok4/fTTY8uWLR3tjx8/PpYtW1YIc6b5dA2BJs9cdNFFcfXVV0dy62jyyWvA9amnnircfnr//clfIRETJ06M5cuXxyGHHFL4c7MDrs8991zhFt4nn3yy0M8HPvCBuOKKK+JNb3pTx+gEXNO8xdY0SkDAtVHS9iFAgAABAgQIECBAgAABAgQIECBAoJyAgGs5Id8nQIAAAQIECBAgQIAAAQIECBAgQIAAAQIECBAgQCDPAl0Drnk+Syv13h50/T/Fh2prM65mDVnAtbz8+vXrY/Lkyd0W3nbbbXHqqaf2WCBNwPWVV14pBCSvu+66jjrJ7bBr166NcePGlW8uIrqGQJOH7rjjjjj55JM7ns9rwLXrzbSJaRIgbQ/pNTvg2jW8OmvWrFi0aFEMGjSow17ANdVrbFGDBARcGwRtGwIECBAgQIAAAQIECBAgQIAAAQIEygoIuJYlsoAAAQIECBAgQIAAAQIECBAgQIAAAQIECBAgQIAAgRwLSEzmaHgCrs0bloBrefuHHnoojj/++G4Ly906mybgmhQtFaBNbqSdP39+DBw4sGyD99xzT5x44okd64477ri49dZb4+1vf3vH1/IYcE1upl2wYEEkju2fu+++Oz7ykY90/LnagGu5W3iLb+8dNWpUrF69OkaOHNmxf70DronBz3/+83j++efLvgdpF6xatSpuuummTssXL14cRxxxRNoSndb9+7//e2FO27dv7/h6qaBvRcU9VHMBAdeakypIgAABAgQIECBAgAABAgQIECBAgECFAgKuFcJ5jAABAgQIECBAgAABAgQIECBAgAABAgQIECBAgACBXAgIuOZiTK83KeDavGEJuJa3r3fAdceOHXHGGWfE5s2bO5oZP358LFu2LA499NBeG3z11Vdj7ty5hVtD2z9z5syJhQsXxr777tvxtTwGXHfu3BkzZ86Me++9t3COMWPGRBLOHD58eMe5Wj3gWv7t7PuKUsHrckHf3nYp9W4JuPZ9Lo16QsC1UdL2IUCAAAECBAgQIECAAAECBAgQIECgnICAazkh3ydAgAABAgQIECBAgAABAgQIECBAgAABAgQIECBAIM8CAq7ZnN4DEfHliPg/xe0JuDZvWAKu5e0ffPDBOOGEE7otrNUNrqVCqoMHD461a9fGuHHjem2wVDh23bp1MWnSpE7P5THg2rXnJNg6YsSIGDBgQMfZ9u7dW7g5NHFIPgcffHAkN62+8Y1v7HT+v/qrv4pPf/rT0TWsXC7Y2ewbXMu/nX1fUeuA69NPPx233XZbvPLKKx3NHHbYYTF16tROIeu+d+qJeggIuNZDVU0CBAgQIECAAAECBAgQIECAAAECBCoREHCtRM0zBAgQIECAAAECBAgQIECAAAECBAgQIECAAAECBAjkRaBrwNXvSHuf3Fsi4omISP5Zj097sPX+/yneaT4CrvUgT1ezp+BjufBmuurdV1Wz3+9///uYPn163HXXXZ0Kf+UrX4l58+ZV2lLZ54pDjsWL77777vjIRz7S4/OlgoQ93Wy5fv36mDx5cqdayZnmz58fAwcO7HGPrs/92Z/9WST9vu1tb+v0TCsEXMsOqpcF7e+IgGtErQOu1czFs40XEHBtvLkdCRAgQIAAAQIECBAgQIAAAQIECBAoLeCXt94MAgQIECBAgAABAgQIECBAgAABAgQIECBAgAABAgRaWUDAtW/TTW5Vnd+3R1Kt7hpsbX9IwDUVX/0XVRM4raS7avbLWsC13O2ffQm4lrqJdfz48bFs2bI49NBDS1InN2Zedtllcd1113V8//LLLy8EGLuGYgVcXw9BC7gKuFby91YrPSPg2krTdBYCBAgQIECAAAECBAgQIECAAAEC+RYQcM33/HRPgAABAgQIECBAgAABAgQIECBAgAABAgQIECBAgEDvAgKu6d+Qetze2lOwtb0rAdf086nrymoCp5U0Vs1+zQq4lgqqjhgxItasWRNHHXVUjwx9Cbju2bOnEMC86qqrOuoNHjw41q5dG+PGjSu5xxNPPBGnn356bNmypfD93tYLuJYOuC5evDiOOOKIHmd4//33x4IFCwrfHzVqVKxevTpGjhzZsb7rO1nqht6uayZMmFC4ZXfo0KGV/AhV/YwbXKsmzHUBAddcj0/zBAgQIECAAAECBAgQIECAAAECBFpKQMC1pcbpMAQIECBAgAABAgQIECBAgAABAgQIECBAgAABAgQIdBEQcE3/StTy9tZywdb2rgRc08+nriurCZxW0lg1+zUj4Ppf//Vfcemll0YShCz+jBkzJlatWhXDhw/vkaEvAdekyD333BMnnnhip3pJ6HX+/PndbmRNFn33u9+NqVOndqzv7cbXPAZc07xfL7/8csyZMyeWLFlSWF4uPNr1Btc0e7SvaXTANTnbSy+91KnF/fffPwYNGtSXtrutrVfAtV79VnVYD3cTEHD1UhAgQIAAAQIECBAgQIAAAQIECBAgkBUBAdesTEIfBAgQIECAAAECBAgQIECAAAECBAgQIECAAAECBAjUQ0DANZ1qrW5vTRtsbe9KwDXdfOq+qprAaSXNVbNfMwKuzz33XMyYMSO+//3vdzrutGnTYunSpTFkyJAeGfoacH3qqadi+vTpkdwa2v7pKbTaNdiZrO8tDCvg+rpongKuyS2vZ555Zqf3a8WKFYV3pJpPvQKu9eq3mrN6truAgKu3ggABAgQIECBAgAABAgQIECBAgACBrAgIuGZlEvogQIAAAQIECBAgQIAAAQIECBAgQIAAAQIECBAgQKAeAgKu6VSrvb21r8HW9q4EXNPNp+6rqgmcVtJcNfs1I+D62GOPRRJm3b59e6fjXn755ZEEBQcOHNgjQ18Drnv27CmEVK+66qqOmoMHD461a9fGuHHjOu3T1TFZt2HDhhg7dmzJfgRcX2cRcI3Ce/ulL32p03uyadOmHt+dtD/nAq5ppZq7TsC1uf52J0CAAAECBAgQIECAAAECBAgQIEDg/wsIuHobCBAgQIAAAQIECBAgQIAAAQIECBAgQIAAAQIECBBoZQEB1/LTreb21kqDre1dCbiWn09DVlQTOK2kwWr2a0bAtVRoLzn3unXrYtKkSb0S9DXgmhS755574sQTT+xUt9TNrF37mjhxYixfvjwOOeSQkj0JuL7O0jXgWi7YWew8atSoWL16dYwcObLDuOs7OWvWrFi0aFEMGjSoxzUTJkyIpO7QoUN7fX/qFRgVcK3kb67WeUbAtXVm6SQECBAgQIAAAQIECBAgQIAAAQIE8i4g4Jr3CeqfAAECBAgQIECAAAECBAgQIECAAAECBAgQIECAAIHeBARcy78fldzeWm2wtb0rAdfy82nIimoCp5U0WM1+jQ64vvjii3HhhRfGd77znU5HLRV0LGVRScB1586dMXPmzLj33ns7So4fPz6WLVsWhx56aOFrpfq65pprYs6cOVEivFZ4RsD1dU4BVze4VvL3Vis9I+DaStN0FgIECBAgQIAAAQIECBAgQIAAAQL5FhBwzff8dE+AAAECBAgQIECAAAECBAgQIECAAAECBAgQIECAQO8CAq69+/T19tZaBVvbuxJwzchPcDWB00qOUM1+jQ64Pvzww/Hxj388ktBp8eeiiy6Kq6++Ovbbb79eCSoJuO7ZsycWLFgQybPtn8GDB8eGDRti7NixhS/94he/iFNOOSUef/zxwp+T4Ov3vve9+MAHPtBjPwKur9MIuAq4VvL3Vis9I+DaStN0FgIECBAgQIAAAQIECBAgQIAAAQL5FhBwzff8dE+AAAECBAgQIECAAAECBAgQIECAAAECBAgQIECAQO8CAq69+6S9vbXWwdb2rgRcM/ITXE3gtJIjVLNfIwOuL7/8cuFG1CVLlnQ75h133BEnn3xy2eNXEnBNit53330xZcqU2L17d8ceSa0rrriicEPrzTffHOecc07H95K1ydcOOuigHnsScH2dRsBVwLXsD26LLxBwbfEBOx4BAgQIECBAgAABAgQIECBAgACBHAkIuOZoWFolQIAAAQIECBAgQIAAAQIECBAgQIAAAQIECBAgQKDPAgKuPZOlub21XsHW9q4EXPv8StfngWoCp5V0VM1+jQy43nbbbXHeeed1Cpkm500TJm13qTTgmtwYO3PmzLj33ns7iCdOnBjLly+PQYMGxYUXXhjf+c53Or53zTXXFMK4JYJrHWv6W8A1ufX2ueeei3/5l3+JX/7yl7F9+/Y49dRT46WXXorjjz++w2XTpk0dN+OWep9XrlwZZ555ZuFbo0aNitWrV8fIkSM7lnZ9J2fNmhWLFi0qzKn903XNhAkTIqk7dOjQXn+EivduX7hixYqYPn16JT96Hc+Uei/LOaTZsF79ptnbmvQCAq7prawkQIAAAQIECBAgQIAAAQIECBAgQKC+AgKu9fVVnQABAgQIECBAgAABAgQIECBAgAABAgQIECBAgACB5goIuPbs39vtrfUOtrZ3JeDa3J+Pjt2rCZxWcoRq9mtUwHXbtm2FG1K3bNnS7Yh9CRhWGnDds2dPLFiwIJLn2z9JYHPDhg3xlre8JU455ZR4/PHHC9869NBD484774zRo0f3Oo5WC7i2tbXFrl27Inkn5s6dG7fffnvh/IlTEi793e9+18mjPZz67LPPdgq4Ll68OI444oge7e6///7CLJKPgGvvP/ECrpX8jdj4ZwRcG29uRwIECBAgQIAAAQIECBAgQIAAAQIESgsIuHozCBAgQIAAAQIECBAgQIAAAQIECBAgQIAAAQIECBBoZQEB19LT7en21kYFW9u7EnDNyE9fNYHTSo5QzX71DrgmocnNmzfH7NmzY+vWrd2Ol9yq+q1vfSve/OY3pzp6pQHXpPh9991XuC129+7dHXslN7UOGTKkEL5t/0ybNi2WLl1a+Hpvn7wFXPfu3Vu4gfXXv/51PP/885GEjpP5P/roo/HUU0/Fbxd4DQAAIABJREFUI488kmoG7YvGjx8fq1atil/96ledAq59KSLg2ruWgGtf3qbmrRVwbZ69nQkQIECAAAECBAgQIECAAAECBAgQ6Cwg4OqNIECAAAECBAgQIECAAAECBAgQIECAAAECBAgQIECglQUEXEtPt+vtrY0OtrZ3JeCakZ++agKnlRyhmv3qGXDduXNnXHvttZHc6FkcKm0/43HHHRd///d/3+ttn109qgm4JjeNzpgxIzZu3NhR9s///M8LN5SuX7++42s33nhjzJo1q+wo8hZwTcKtyfm///3vlz1bmgUTJkyIJID5y1/+UsD1q1+NL33pS53YNm3aFGPHjk1D2eMaAdeq+Br2sIBrw6htRIAAAQIECBAgQIAAAQIECBAgQIBAGQEBV68IAQIECBAgQIAAAQIECBAgQIAAAQIECBAgQIAAAQKtLCDg2n26xbe3NivY2t6VgGtGfvqqCZxWcoRq9qtVwPXVV18thFh/+9vfxpYtWwoh0uTG1FLB1uSMw4cPj1tuuSVOOOGEPh25moBrcpvslVdeGfPmzetxzxEjRsSaNWviqKOOKttX3gKuL7/8csyZMyeWLFlS9mxdFxx88MGR3LZ6xBFHxDvf+c448sgj47DDDovE68c//nGngOsHP/jBXm/kfeaZZzpui3WDa++jEHDt86valAcEXJvCblMCBAgQIECAAAECBAgQIECAAAECBEoICLh6LQgQIECAAAECBAgQIECAAAECBAgQIECAAAECBAgQaGUBAdfu001ub/2ziEj+eX+Thy/g2uQBtG9fTeC0kiNUs19PAddK+kj7TBJu/eY3vxlTpkyJEsGwXstUE3BNCj/00ENx0kkn9Ri8/eQnPxnXX399HHDAAWWPk7eAa3KgUn7FB03Cqe94xzviN7/5TcEq+bTf1Dp06NCSJsm6448/vuN75W4uLQ5tCrj2/poJuJb9MczEAgHXTIxBEwQIECBAgAABAgQIECBAgAABAgQIRISAq9eAAAECBAgQIECAAAECBAgQIECAAAECBAgQIECAAIFWFhBw7T7doyPi0YwMXcA1I4OoJnBayRGq2a/RAdck0HjDDTfEmDFj+hxuTWyqDbg+++yzMWPGjMINs6U+S5cujbPPPjvVGPIYcE0Ck1dccUW85z3viWOOOSbe/e53F/6VhI6HDBkSAwYMiK43vTY64PrCCy/EihUr4g9/+ENhDslNsVOnTo199923Yy5d39tyPbY/WK/AaKn3slzQN81LVq9+0+xtTXoBAdf0VlYSIECAAAECBAgQIECAAAECBAgQIFBfAQHX+vqqToAAAQIECBAgQIAAAQIECBAgQIAAAQIECBAgQIBAcwUEXJvrX253AddyQg36fjWB00parGa/RgVcBw8eHBdccEFceuml8da3vrWSYxaeqTbg2tbWFldeeWXMmzevWw9HHHFE3H777YXwZ5pPHgOuac7V7IBrmh4FXKenYbKmQQICrg2Ctg0BAgQIECBAgAABAgQIECBAgAABAmUFBFzLEllAgAABAgQIECBAgAABAgQIECBAgAABAgQIECBAgECOBQRcsz08AdeMzKeawGklR6hmv3oHXEeOHBlnnnlmzJw5s3ATZ7WfagOuyf4PP/xwfPzjH4+dO3d2amfWrFmxaNGiGDRoUKo2BVxfZ3rooYfi+OOP7zArd3Np8a2kyY2+q1evjuQ96ctHwFXAtS/vS73XCrjWW1h9AgQIECBAgAABAgQIECBAgAABAgTSCgi4ppWyjgABAgQIECBAgAABAgQIECBAgAABAgQIECBAgACBPAoIuGZ7agKuGZlPNYHTSo5QzX61CrgmN7QeffTRMXTo0Dj22GMjCS6+733vi2HDhsWAAQMqOVbJZ2oRcH3uuefi7LPPjrVr13baY8WKFTF9evrgoIDr63wCrqVvFi4X9E3zQ1EcBm5f39f3NM0+1lQnIOBanZ+nCRAgQIAAAQIECBAgQIAAAQIECBConYCAa+0sVSJAgAABAgQIECBAgAABAgQIECBAgAABAgQIECBAIHsCAq7Zm0lxRwKu2Z6P7gjkQuDll1+OOXPmxJIlSwr9TpgwIZKgZRJeLvXJe8A1uWH4yCOPrGo2Dz74YPzgBz/oVOPCCy+MP/7jP66q7rZt2yIJtBZ/BFyrIq3LwwKudWFVlAABAgQIECBAgAABAgQIECBAgACBCgQEXCtA8wgBAgQIECBAgAABAgQIECBAgAABAgQIECBAgAABArkREHDN9qgEXLM9H90RyIVAHgKuTz31VOG23fvvv79gWi6E2w5f6kbUXAylqEkB1+xNTMA1ezPREQECBAgQIECAAAECBAgQIECAAIH+KiDg2l8n79wECBAgQIAAAQIECBAgQIAAAQIECBAgQIAAAQIE+oeAgGu25yzgmu356I5ALgTqGXBta2uLK6+8MubNm1ewGDVqVKxevTpGjhyZ2iapkQRVZ8yY0fHMtGnTYunSpTFkyJBe6wi4pma2sA8CAq59wLKUAAECBAgQIECAAAECBAgQIECAAIG6Cgi41pVXcQIECBAgQIAAAQIECBAgQIAAAQIECBAgQIAAAQIEmiwg4NrkAZTZXsA12/PRHYFcCNQi4DpmzJjYtWtX7N27txA6HTBgQOHfP/zww/GZz3wmtmzZUrAYPXp03HbbbfHOd76zwya5nfXTn/50vPDCC4WvH3bYYZ3ctm7dGv/4j/8Yu3fv7vj6nDlzYuHChbHvvvv2aizgmotXMHdNCrjmbmQaJkCAAAECBAgQIECAAAECBAgQINCyAgKuLTtaByNAgAABAgQIECBAgAABAgQIECBAgAABAgQIECBAICIEXLP9Ggi4Zns+uiOQC4FaBFzf//73x9y5c2PRokW9nrnUzasvvfRSXHzxxYUbWdN+7rjjjjj55JPLLl+3bl0sXry47LqsLHjmmWfikUce6dTOihUrYvr06VlpUR8RIeDqNSBAgAABAgQIECBAgAABAgQIECBAICsCAq5ZmYQ+CBAgQIAAAQIECBAgQIAAAQIECBAgQIAAAQIECBCoh4CAaz1Ua1dTwLV2lioR6LcCtQi4jh07NpYsWRLnn39+r449hTWvuuqq+MIXvpBqBqecckphr4MOOijV+jwtKnXjrIBr9iYo4Jq9meiIAAECBAgQIECAAAECBAgQIECAQH8VEHDtr5N3bgIECBAgQIAAAQIECBAgQIAAAQIECBAgQIAAAQL9Q0DANdtzFnDN9nx0RyAXArUKuP7kJz+JE088MXbv3t3t3IMHD44vfvGLhZta99tvv27fX716dZx22mllvT71qU/FlVdeGcOGDSu7No8LBFzzMTUB13zMSZcECBAgQIAAAQIECBAgQIAAAQIE+oOAgGt/mLIzEiBAgAABAgQIECBAgAABAgQIECBAgAABAgQIEOi/AgKu2Z69gGu256M7ArkQqFXANQm2bt26NV577bVO537jG98Y7373u3u9cfXZZ5+Nbdu2xX//938X/vnqq692qvGud70rjj322PiTP/mTGDBgQC5cNdm6AgKurTtbJyNAgAABAgQIECBAgAABAgQIECCQNwEB17xNTL8ECBAgQIAAAQIECBAgQIAAAQIECBAgQIAAAQIECPRFQMC1L1qNXyvg2nhzOxJoOYG2trbYtWtXRzA1CZAOGTJEkLTlJu1AtRIQcK2VpDoECBAgQIAAAQIECBAgQIAAAQIECFQrIOBaraDnCRAgQIAAAQIECBAgQIAAAQIECBAgQIAAAQIECBDIsoCAa5anEyHgmu356I4AAQIEWlBAwLUFh+pIBAgQIECAAAECBAgQIECAAAECBHIqIOCa08FpmwABAgQIECBAgAABAgQIECBAgAABAgQIECBAgACBVAICrqmYmrZIwLVp9DYmQIAAgf4qIODaXyfv3AQIECBAgAABAgQIECBAgAABAgSyJyDgmr2Z6IgAAQIECBAgQIAAAQIECBAgQIAAAQIECBAgQIAAgdoJCLjWzrIelQRc66GqJgECBAgQ6EVAwNXrQYAAAQIECBAgQIAAAQIECBAgQIBAVgQEXLMyCX0QIECAAAECBAgQIECAAAECBAgQIECAAAECBAgQIFAPAQHXeqjWrqaAa+0sVSJAgAABAqkEBFxTMVlEgAABAgQIECBAgAABAgQIECBAgEADBARcG4BsCwIECBAgQIAAAQIECBAgQIAAAQIECBAgQIAAAQIEmiYg4No0+lQbC7imYrKIAAECBAjUTkDAtXaWKhEgQIAAAQIECBAgQIAAAQIECBAgUJ2AgGt1fp4mQIAAAQIECBAgQIAAAQIECBAgQIAAAQIECBAgQCDbAgKuOZpPW1vXcWW7ed0RIECAAIE8Cgi45nFqeiZAgAABAgQIECBAgAABAgQIECDQmgICrq05V6ciQIAAAQIECBAgQIAAAQIECBAgQIAAAQIECBAgQOB1AQHXbL8JbnDN9nx0R4AAAQItKCDg2oJDdSQCBAgQIECAAAECBAgQIECAAAECORUQcM3p4LRNgAABAgQIECBAgAABAgQIECBAgAABAgQIECBAgEAqAQHXVExNWyTg2jR6GxMgQIBAfxUQcO2vk3duAgQIECBAgAABAgQIECBAgAABAtkTEHDN3kx0RIAAAQIECBAgQIAAAQIECBAgQIAAAQIECBAgQIBA7QQEXGtnWY9KAq71UFWTAAECBAj0IiDg6vUgQIAAAQIECBAgQIAAAQIECBAgQCArAgKuWZmEPggQIECAAAECBAgQIECAAAECBAgQIECAAAECBAgQqIeAgGs9VGtXU8C1dpYqESBAgACBVAICrqmYLCJAgAABAgQIECBAgAABAgQIECBAoAECAq4NQLYFAQIECBAgQIAAAQIECBAgQIAAAQIECBAgQIAAAQJNExBwbRp9qo0FXFMxWUSAAAECBGonIOBaO0uVCBAgQIAAAQIECBAgQIAAAQIECBCoTkDAtTo/TxMgQIAAAQIECBAgQIAAAQIECBAgQIAAAQIECBAgkG0BAdcczaetreu4st287ggQIECAQB4FBFzzODU9EyBAgAABAgQIECBAgAABAgQIEGhNAQHX1pyrUxEgQIAAAQIECBAgQIAAAQIECBAgQIAAAQIECBAg8LqAgGu23wQ3uGZ7ProjQIAAgRYUEHBtwaE6EgECBAgQIECAAAECBAgQIECAAIGcCgi45nRw2iZAgAABAgQIECBAgAABAgQIECBAgAABAgQIECBAIJWAgGsqpqYtEnBtGr2NCRAgQKC/Cgi49tfJOzcBAgQIECBAgAABAgQIECBAgACB7AkIuGZvJjoiQIAAAQIECBAgQIAAAQIECBAgQIAAAQIECBAgQKB2AgKutbOsRyUB13qoqkmAAAECBHoREHD1ehAgQIAAAQIECBAgQIAAAQIECBAgkBUBAdesTEIfBAgQIECAAAECBAgQIECAAAECBAgQIECAAAECBAjUQ0DAtR6qtasp4Fo7S5UIECBAgEAqAQHXVEwWESBAgAABAgQIECBAgAABAgQIECDQAAEB1wYg24IAAQIECBAgQIAAAQIECBAgQIAAAQIECBAgQIAAgaYJCLg2jT7VxgKuqZgsIkCAAAECtRMQcK2dpUoECBAgQIAAAQIECBAgQIAAAQIECFQnIOBanZ+nCRAgQIAAAQIECBAgQIAAAQIECBAgQIAAAQIECBDItoCAa47m09bWdVzZbl53BAgQIEAgjwICrnmcmp4JECBAgAABAgQIECBAgAABAgQItKaAgGtrztWpCBAgQIAAAQIECBAgQIAAAQIECBAgQIAAAQIECBB4XUDANdtvghtcsz0f3REgQIBACwoIuLbgUB2JAAECBAgQIECAAAECBAgQIECAQE4FBFxzOjhtEyBAgAABAgQIECBAgAABAgQIECBAgAABAgQIECCQSkDANRVT0xYJuDaN3sYECBAg0F8FBFz76+SdmwABAgQIECBAgAABAgQIECBAgED2BARcszcTHREgQIAAAQIECBAgQIAAAQIECBAgQIAAAQIECBAgUDsBAdfaWdajkoBrPVTVJECAAAECvQgIuHo9CBAgQIAAAQIECBAgQIAAAQIECBDIioCAa1YmoQ8CBAgQIECAAAECBAgQIECAAAECBAgQIECAAAECBOohIOBaD9Xa1RRwrZ2lSgQIECBAIJWAgGsqJosIECBAgAABAgQIECBAgAABAgQIEGiAgIBrA5BtQYAAAQIECBAgQIAAAQIECBAgQIAAAQIECBAgQIBA0wQEXJtGn2pjAddUTBYRIECAAIHaCQi41s5SJQIECBAgQIAAAQIECBAgQIAAAQIEqhMQcK3Oz9MECBAgQIAAAQIECBAgQIAAAQIECBAgQIAAAQIECGRbQMA1R/Npa+s6rmw3rzsCBAgQIJBHAQHXPE5NzwQIECBAgAABAgQIECBAgAABAgRaU0DAtTXn6lQECBAgQIAAAQIECBAgQIAAAQIECBAgQIAAAQIECLwuIOCa7TfBDa7Zno/uCBAgQKAFBQRcW3CojkSAAAECBAgQIECAAAECBAgQIEAgpwICrjkdnLYJECBAgAABAgQIECBAgAABAgQIECBAgAABAgQIEEglIOCaiqlpi/ZGRMfvrffu3RslQjdNa87GBAgQIECg1QSS29IHDBhQfKzkPyt1+kKrndl5CBAgQIAAAQIECBAgQIAAAQIECBDIroCAa3ZnozMCBAgQIECAAAECBAgQIECAAAECBAgQIECAAAECBKoXEHCt3rCeFV6IiAPaN9i1a1cMHjy4nvupTYAAAQIE+rXA7t27481vfnOxwYsRcWC/RnF4AgQIECBAgAABAgQIECBAgAABAgSaJiDg2jR6GxMgQIAAAQIECBAgQIAAAQIECBAgQIAAAQIECBAg0AABAdcGIFexxW8iYnj787/61a9ixIgRVZTzKAECBAgQINCbwPbt2+Nd73pX8ZIdEXE4NQIECBAgQIAAAQIECBAgQIAAAQIECDRDQMC1Ger2JECAAAECBAgQIECAAAECBAgQIECAAAECBAgQIECgUQICro2SrmyfByPiQ+2PbtiwISZOnFhZJU8RIECAAAECZQU2btwYJ510UvG6H0XEh8s+aAEBAgQIECBAgAABAgQIECBAgAABAgTqICDgWgdUJQkQIECAAAECBAgQIECAAAECBAgQIECAAAECBAgQyIyAgGtmRlGykZsi4pz27yxcuDA+//nPZ7tj3REgQIAAgRwLfO1rX4u5c+cWn2BpRJyb4yNpnQABAgQIECBAgAABAgQIECBAgACBHAsIuOZ4eFonQIAAAQIECBAgQIAAAQIECBAgQIAAAQIECBAgQKCsgIBrWaKmLvhfEbG4vYNJkybFunXrmtqQzQkQIECAQCsLTJ48OdavX198xAsi4n+38pmdjQABAgQIECBAgAABAgQIECBAgACB7AoIuGZ3NjojQIAAAQIECBAgQIAAAQIECBAgQIAAAQIECBAgQKB6AQHX6g3rWWFURDzavsH+++8fL7zwQuyzj19l1xNdbQIECBDonwJtbW1x4IEHxksvvVQMcHREbO2fIk5NgAABAgQIECBAgAABAgQIECBAgECzBfxWsNkTsD8BAgQIECBAgAABAgQIECBAgAABAgQIECBAgAABAvUUEHCtp25tav8mIoa3l7r99ttj2rRptamsCgECBAgQINAhsGbNmjjllFOKRXZExOGICBAgQIAAAQIECBAgQIAAAQIECBAg0CwBAddmyduXAAECBAgQIECAAAECBAgQIECAAAECBAgQIECAAIFGCAi4NkK5uj2ujYiL2ktMmjQp1q1bV11FTxMgQIAAAQLdBCZPnhzr168v/vp1EXExKgIECBAgQIAAAQIECBAgQIAAAQIECDRLQMC1WfL2JUCAAAECBAgQIECAAAECBAgQIECAAAECBAgQIECgEQICro1Qrm6PP42IzcUlfvazn8UxxxxTXVVPEyBAgAABAh0CjzzySBx77LFdRcZExI8xESBAgAABAgQIECBAgAABAgQIECBAoFkCAq7NkrcvAQIECBAgQIAAAQIECBAgQIAAAQIECBAgQIAAAQKNEBBwbYRy9Xs8GBEfai9zxhlnxMqVK6uvqgIBAgQIECBQEJg+fXqsWrWqWONHEfFhPAQIECBAgAABAgQIECBAgAABAgQIEGimgIBrM/XtTYAAAQIECBAgQIAAAQIECBAgQIAAAQIECBAgQIBAvQUEXOstXJv6n4iI1cWlNmzYEBMnTqxNdVUIECBAgEA/Fti4cWOcdNJJXQVOjYh/6Mcsjk6AAAECBAgQIECAAAECBAgQIECAQAYEBFwzMAQtECBAgAABAgQIECBAgAABAgQIECBAgAABAgQIECBQNwEB17rR1rxwp1tcjzzyyHjsscdin338Wrvm0goSIECAQL8RaGtri6OOOiq2bdtWfGa3t/abN8BBCRAgQIAAAQIECBAgQIAAAQIECGRbwG8Csz0f3REgQIAAAQIECBAgQIAAAQIECBAgQIAAAQIECBAgUJ2AgGt1fo18+i8i4r7iDc8999z49re/3cge7EWAAAECBFpK4Lzzzoubbrqp65nGRcQPW+qgDkOAAAECBAgQIECAAAECBAgQIECAQC4FBFxzOTZNEyBAgAABAgQIECBAgAABAgQIECBAgAABAgQIECCQUkDANSVURpZdGxEXFfeycOHC+PznP5+R9rRBgAABAgTyI/C1r30t5s6d27Xh6yLi4vycQqcECBAgQIAAAQIECBAgQIAAAQIECLSygIBrK0/X2QgQIECAAAECBAgQIECAAAECBAgQIECAAAECBAgQEHDN3zvwfyNidHHb119/fcyePTt/J9ExAQIECBBoksANN9wQF154YdfdfxoR72tSS7YlQIAAAQIECBAgQIAAAQIECBAgQIBANwEBVy8FAQIECBAgQIAAAQIECBAgQIAAAQIECBAgQIAAAQKtLCDgmr/pjoqIhyLigOLW3eSav0HqmAABAgSaI9DDza0vRsTYiNjanK7sSoAAAQIECBAgQIAAAQIECBAgQIAAge4CAq7eCgIECBAgQIAAAQIECBAgQIAAAQIECBAgQIAAAQIEWllAwDWf0/2riLiza+vnnntuLFmyJPbZx6+68zlWXRMgQIBAPQXa2tpi1qxZcdNNN5Xa5mMR8Y/13F9tAgQIECBAgAABAgQIECBAgAABAgQI9FXAb/36KmY9AQIECBAgQIAAAQIECBAgQIAAAQIECBAgQIAAAQJ5EhBwzdO0Ovf6iYhY3bX9I488Mr7+9a/HxIkT83synRMgQIAAgRoLbNy4MT73uc/Ftm3bSlU+NSL+ocZbKkeAAAECBAgQIECAAAECBAgQIECAAIGqBQRcqyZUgAABAgQIECBAgAABAgQIECBAgAABAgQIECBAgACBDAsIuGZ4OClaS25yvS0iDui69owzzojPfvazccwxx6QoYwkBAgQIEGhNgUceeSS+8Y1vxKpVq0od8MWIOM3Nra05e6ciQIAAAQIECBAgQIAAAQIECBAg0AoCAq6tMEVnIECAAAECBAgQIECAAAECBAgQIECAAAECBAgQIECgJwEB1/y/G6Mi4uaIGF3qKJMmTYoZM2bE1KlTY599/Ao8/+N2AgIECBAoJ9DW1hZ33HFHLF++PNavX9/T8p9GxNkRsbVcPd8nQIAAAQIECBAgQIAAAQIECBAgQIBAswT8dq9Z8vYlQIAAAQIECBAgQIAAAQIECBAgQIAAAQIECBAgQKARAgKujVBuzB7XRsRFPW21//77x/jx42PMmDExatSoeMc73hHDhg2LAw88UPC1MfOxCwECBAjUWCAJsr7wwgvx9NNPx7/+67/G1q1bY/PmzXHvvffGSy+91Ntu10XExTVuRzkCBAgQIECAAAECBAgQIECAAAECBAjUXEDAteakChIgQIAAAQIECBAgQIAAAQIECBAgQIAAAQIECBAgkCEBAdcMDaMGrfxFRHw5Ij5Ug1pKECBAgACBVhP40f/838kfttrBnIcAAQIECBAgQIAAAQIECBAgQIAAgdYUEHBtzbk6FQECBAgQIECAAAECBAgQIECAAAECBAgQIECAAAECrwsIuLbmm/CJiLhQ0LU1h+tUBAgQINBngSTYen1E/EOfn/QAAQIECBAgQIAAAQIECBAgQIAAAQIEmigg4NpEfFsTIECAAAECBAgQIECAAAECBAgQIECAAAECBAgQIFB3AQHXuhM3dYM/jYjTImJyRAxvaic2J0CAAAECjRXYERHrIuK2iPhxY7e2GwECBAgQIECAAAECBAgQIECAAAECBGojIOBaG0dVCBAgQIAAAQIECBAgQIAAAQIECBAgQIAAAQIECBDIpoCAazbnUo+uRkXEmIg4NiJGRsRhEXFIROwfEX43Xg9xNQkQIECg3gLJf455KSKejYgnI+KfI+JnEbE5IrbWe3P1CRAgQIAAAQIECBAgQIAAAQIECBAgUG8Bv8Srt7D6BAgQIECAAAECBAgQIECAAAECBAgQIECAAAECBAg0U0DAtZn69iZAgAABAgQIECBAgAABAgQIECBAgAABAgQIECBAgEAPAgKuXg0CBAgQIECAAAECBAgQIECAAAECBAgQIECAAAECBFpZQMC1lafrbAQIECBAgAABAgQIECBAgAABAgQIECBAgAABAgQI5FZAwDW3o9M4AQIECBAgQIAAAQIECBAgQIAAAQIECBAgQIAAAQIpBARcUyBZQoAAAQIECBAgQIAAAQIECBAgQIAAAQIECBAgQIAAgUYLCLg2Wtx+BAgQIECAAAECBAgQIECAAAECBAgQIECAAAECBAg0UkDAtZHa9iJAgAABAgQIECBAgAABAgQIECBAgAABAgQIECBAgEBKAQHXlFCWESBAgAABAgQIECBoi5DaAAAgAElEQVRAgAABAgQIECBAgAABAgQIECCQSwEB11yOTdMECBAgQIAAAQIECBAgQIAAAQIECBAgQIAAAQIECLS6gIBrq0/Y+QgQIECAAAECBAgQIECAAAECBAgQIECAAAECBAj0bwEB1/49f6cnQIAAAQIECBAgQIAAAQIECBAgQIAAAQIECBAgQCCjAgKuGR2MtggQIECAAAECBAgQIECAAAECBAgQIECAAAECBAgQqImAgGtNGBUhQIAAAQIECBAgQIAAAQIECBAgQIAAAQIECBAgQIBAbQUEXGvrqRoBAgQIECBAgAABAgQIECBAgAABAgQIECBAgAABAtkSEHDN1jx0Q4AAAQIECBAgQIAAAQIECBAgQIAAAQIECBAgQIAAgYKAgKsXgQABAgQIECBAgAABAgQIECBAgAABAgQIECBAgACBVhYQcG3l6TobAQIECBAgQIAAAQIECBAgQIAAAQIECBAgQIAAAQK5FRBwze3oNE6AAAECBAgQIECAAAECBAgQIECAAAECBAgQIECAQAoBAdcUSJYQIECAAAECBAgQIECAAAECBAgQIECAAAECBAgQIECg0QICro0Wtx8BAgQIECBAgAABAgQIECBAgAABAgQIECBAgAABAo0UEHBtpLa9CBAgQIAAAQIECBAgQIAAAQIECBAgQIAAAQIECBAgkFJAwDUllGUECBAgQIAAAQIECBAgQIAAAQIECBAgQIAAAQIECORSQMA1l2PTNAECBAgQIECAAAECBAgQIECAAAECBAgQIECAAAECrS4g4NrqE3Y+AgQIECBAgAABAgQIECBAgAABAgQIECBAgAABAv1bQMC1f8/f6QkQIECAAAECBAgQIECAAAECBAgQIECAAAECBAgQyKiAgGtGB6MtAgQIECBAgAABAgQIECBAgAABAgQIECBAgAABAgRqIiDgWhNGRQgQIECAAAECBAgQIECAAAECBAgQIECAAAECBAgQIFBbAQHX2nqqRoAAAQIECBAgQIAAAQIECBAgQIAAAQIECBAgQIBAtgQEXLM1D90QIECAAAECBAgQIECAAAECBAgQIECAAAECBAgQIECgICDg6kUgQIAAAQIECBAgQIAAAQIECBAgQIAAAQIECBAgQKCVBQRcW3m6zkaAAAECBAgQIECAAAECBAgQIECAAAECBAgQIECAQG4FBFxzOzqNEyBAgAABAgQIECBAgAABAgQIECBAgAABAgQIECCQQkDANQWSJQQIECBAgAABAgQIECBAgAABAgQI/D/27h/mz6u6A/gxQwbjZOrAFJBQ6GLFTehCKhhoBkdp7cH8U6JMrYnaRLCAnLFjIrIEhVaJ2wlh8XewWxQPFClEDQwlqSMvDUKCTgydwPGYF/lXXL0xDrkJ970+5zyfjs2T5znn871Sr/ry5Ue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xeQoAAAQIECBAgQIAAAQIECBAgQIAAAQIECBAgQIAAgbkCCq5zPb2NAAECBAgQIECAAAECBAgQIECAAAECBAgQIECAAIFcAgquufIwDQECBAgQIECAAAECBAgQIECAAAECBAgQIECAAAECBHYCCq4OAgECBAgQIECAAAECBAgQIECAAAECBAgQIECAAAECnQUUXDunazcCBAgQIECAAAECBAgQIECAAAECBAgQIECAAAECBMoKKLiWjc7gBAgQIECAAAECBAgQIECAAAECBAgQIECAAAECBAgMCCi4DiB5hAABAgQIECBAgAABAgQIECBAgAABAgQIECBAgAABAqsFFFxXi/seAQIECBAgQIAAAQIECBAgQIAAAQIECBAgQIAAAQIrBRRcV2r7FgECBAgQIECAAAECBAgQIECAAAECBAgQIECAAAECBAYFFFwHoTxGgAABAgQIECBAgAABAgQIECBAgAABAgQIECBAgEBJAQXXkrEZmgABAgQIECBAgAABAgQIECBAgAABAgQIECBAgACB7gIKrt0Tth8BAgQIECBAgAABAgQIECBAgAABAgQIECBAgACBbQsouG47f9sTIECAAAECBAgQIECAAAECBAgQIECAAAECBAgQIJBUQME1aTDGIkCAAAECBAgQIECAAAECBAgQIECAAAECBAgQIEBgioCC6xRGLyFAgAABAgQIECBAgAABAgQIECBAgAABAgQIECBAgMBcAQXXuZ7eRoAAAQIECBAgQIAAAQIECBAgQIAAAQIECBAgQIBALgEF11x5mIYAAQIECBAgQIAAAQIECBAgQIAAAQIECBAgQIAAAQI7AQVXB4EAAQIECBAgQIAAAQIECBAgQIAAAQIECBAgQIAAgc4CCq6d07UbAQIECBAgQIAAAQIECBAgQIAAAQIECBAgQIAAAQJlBRRcy0ZncAIECBAgQIAAAQIECBAgQIAAAQIECBAgQIAAAQIEBgQUXAeQPEKAAAECBAgQIECAAAECBAgQIECAAAECBAgQIECAAIHVAgquq8V9jwABAgQIECBAgAABAgQIECBAgAABAgQIECBAgACBlQIKriu1fYsAAQIECBAgQIAAAQIECBAgQIAAAQIECBAgQIAAAQKDAgqug1AeI0CAAAECBAgQIECAAAECBAgQIECAAAECBAgQIECgpICCa8nYDE2AAAECBAgQIECAAAECBAgQIECAAAECBAgQIECAQHcBBdfuCduPAAECBAgQIECAAAECBAgQIECAAAECBAgQIECAwLYFFFy3nb/tCRAgQIAAAQIECBAgQIAAAQIECBAgQIAAAQIECBBIKqDgmjQYYxEgQIAAAQIECBAgQIAAAQIECBAgQIAAAQIECBAgMEVAwXUKo5cQIECAAAECBAgQIECAAAECBAgQIECAAAECBAgQIEBgroCC61xPbyNAgAABAgQIECBAgAABAgQIECBAgAABAgQIECBAIJeAgmuuPExDgAABAgQIECBAgAABAgQIECBAgAABAgQIECBAgACBnYCCq4NAgAABAgQIECBAgAABAgQIECBAgAABAgQIECBAgEBnAQXXzunajQABAgQIECBAgAABAgQIECBAgAABAgQIECBAgACBsgIKrmWjMzgBAgQIECBAgAABAgQIECBAgAABAgQIECBAgAABAgMCCq4DSB4hQIAAAQIECBAgQIAAAQIECBAgQIAAAQIECBAgQIDAagEF19XivkeAAAECBAgQIECAAAECBAgQIECAAAECBAgQIECAwEoBBdeV2r5FgAABAgQIECBAgAABAgQIECBAgAABAgQIECBAgACBQQEF10EojxEgQIAAAQIECBAgQIAAAQIECBAgQIAAAQIECBAgUFJAwbVkbIYmQIAAAQIECBAgQIAAAQIECBAgQIAAAQIECBAgQKC7gIJr94TtR4AAAQIECBAgQIAAAQIECBAgQIAAAQIECBAgQGDbAgqu287f9gQIECBAgAABAgQIECBAgAABAgQIECBAgAABAgQIJBVQcE0ajLEIECBAgAABAgQIECBAgAABAgQIECBAgAABAgQIEJgioOA6hdFLCBAgQIAAAQIECBAgQIAAAQIECBAgQIAAAQIECBAgMFdAwXWup7cRIECAAAECBAgQIECAAAECBAgQIECAAAECBAgQIJBLQME1Vx6mIUCAAAECBAgQIECAAAECBAgQIECAAAECBAgQIECAwE5AwdVBIECAAAECBAgQIECAAAECBAgQIECAAAECBAgQIECgs4CCa+d07UaAAAECBAgQIECAAAECBAgQIECAAAECBAgQIECAQFkBBdey0RmcAAECBAgQIECAAAECBAgQIECAAAECBAgQIECAAIEBAQXXASSPECBAgAABAgQIECBAgAABAgQIECBAgAABAgQIECBAYLWAgutqcd8jQIAAAQIECBAgQIAAAQIECBAgQIAAAQIECBAgQGClgILrSm3fIkCAAAECBAgQIECAAAECBAgQIECAAAECBAgQIECAwKCAgusglMcIECBAgAABAgQIECBAgAABAgQIECBAgAABAgQIECgpoOBaMjZDEyBAgAABAgQIECBAgAABAgQIECBAgAABAgQIECDQXUDBtXvC9iNAgAABAgQIECBAgAABAgQIECBAgAABAgQIECCwbQEF123nb3sCBAgQIECAAAECBAgQIECAAAECBAgQIECAAAECBJIKKLgmDcZYBAgQIECAAAECBAgQIECAAAECBAgQIECAAAECBAhMEVBwncLoJQQIECBAgAABAgQIECBAgAABAgQIECBAgAABAgQIEJgroOA619PbCBAgQIAAAQIECBAgQIAAAQIECBAgQIAAAQIECBDIJaDgmisP0xAgQIAAAQIECBAgQIAAAQIECBAgQIAAAQIECBAgQGAnoODqIBAgQIAAAQIECBAgQIAAAQIECBAgQIAAAQIECBAg0FlAwbVzunYjQIAAAQIECBAgQIAAAQIECBAgQIAAAQIECBAgQKCsgIJr2egMToAAAQIECBAgQIAAAQIECBAgQIAAAQIECBAgQIDAgICC6wCSRwgQIECAAAECBAgQIECAAAECBAgQIECAAAECBAgQILBaQMF1tbjvESBAgAABAgQIECBAgAABAgQIECBAgAABAgQIECCwUkDBdaW2bxEgQIAAAQIECBAgQIAAAQIECBAgQIAAAQIECBAgQGBQQMF1EMpjBAgQIECAAAECBAgQIECAAAECBAgQIECAAAECBAiUFFBwLRmboQkQIECAAAECBAgQIECAAAECBAgQIECAAAECBAgQ6C6g4No9YfsRIECAAAECBAgQIECAAAECBAgQIECAAAECBAgQ2LaAguu287c9AQIECBAgQIAAAQIECBAgQIAAAQIECBAgQIAAAQJJBRRckwZjLAIECBAgQIAAAQIECBAgQIAAAQIECBAgQIAAAQIEpggouE5h9BICBAgQIECAAAECBAgQIECAAAECBAgQIECAAAECBAjMFVBwnevpbQQIECBAgAABAgQIECBAgAABAgQIECBAgAABAgQI5BJQcM2Vh2kIECBAgAABAgQIECBAgAABAgQIECBAgAABAgQIECCwE1BwdRAIECBAgAABAgQIECBAgAABAgQIECBAgAABAgQIEOgsoODaOV27ESBAgAABAgQIECBAgAABAgQIECBAgAABAgQIECBQVkDBtWx0BidAgAABAgQIECBAgAABAgQIECBAgAABAgQIECBAYEBAwXUAySMECBAgQIAAAQIECBAgQIAAAQIECBAgQIAAAQIECBBYLaDgulrc9wgQIECAAAECBAgQIECAAAECBAgQIECAAAECBAgQWCmg4LpS27cIECBAgAABAgQIECBAgAABAgQIECBAgAABAgQIECAwKKDgOgjlMQIECBAgQIAAAQIECBAgQIAAAQIECBAgQIAAAQIESgoouJaMzdAECBAgQIAAAQIECBAgQIAAAQIECBAgQIAAAQIECHQXUHDtnrD9CBAgQIAAAQIECBAgQIAAAQIECBAgQIAAAQIECGxbQMF12/nbngABAgQIECBAgAABAgQIECBAgAABAgQIECBAgACBpAIKrkmDMRYBAgQIECBAgAABAgQIECBAgAABAgQIECBAgAABAlMEFFynMHoJAQIECBAgQIAAAQIECBAgQIAAAQIECBAgQIAAAQIE5goouM719DYCBAgQIECAAAECBAgQIECAAAECBAgQIECAAAECBHIJKLjmysM0BAgQIECAAAECBAgQIECAAAECBAgQIECAAAECBAgQ2AkouDoIBAgQIECAAAECBAgQIECAAAECBAgQIECAAAECBAh0FlBw7Zyu3QgQIECAAAECBAgQIECAAAECBAgQIECAAAECBAgQKCug4Fo2OoMTIECAAAECBAgQIECAAAECBAgQIECAAAECBAgQIDAgoOA6gOQRAgQIECBAgAABAgQIECBAgAABAgQIECBAgAABAgQIrBZQcF0t7nsECBAgQIAAAQIECBAgQIAAAQIECBAgQIAAAQIECKwUUHBdqe1bBAgQIECAAAECBAgQIECAAAECBAgQIECAAAECBAgQGBRQcB2E8hgBAgQIECBAgAABAgQIECBAgAABAgQIECBAgAABAiUFFFxLxmZoAgQIECBAgAABAgQIECBAgAABAgQIECBAgAABAgS6Cyi4dk/YfgQIECBAgAABAgQIECBAgAABAgQIECBAgAABAgS2LaDguu38bU+AAAECBAgQIECAAAECBAgQIECAAAECBAgQIECAQFIBBdekwRiLAAECBAgQIECAAAECBAgQIECAAAECBAgQIECAAIEpAgquUxi9hAABAgQIECBAgAABAgQIECBAgAABAgQIECBAgAABAnMFFFznenobAQIECBAgQIAAAQIECBAgQIAAAQIECBAgQIAAAQK5BBRcc+VhGgIECBAgQIAAAQIECBAgQIAAAQIECBAgQIAAAQIECOwEFFwdBAIECBAgQIAAAQIECBAgQIAAAQIECBAgQIAAAQIEOgsouHZO124ECBAgQIAAAQIECBAgQIAAAQIECBAgQIAAAQIECJQVUHAtG53BCRAgQIAAAQIECBAgQIAAAQIECBAgQIAAAQIECBAYEFBwHUDyCAECBAgQIECAAAECBAgQIECAAAECBAgQIECAAAECBFYLKLiuFvc9AgQIECBAgAABAgQIECBAgAABAgQIECBAgAABAgRWCii4rtT2LQIECBAgQIAAAQIECBAgQIAAAQIECBAgQIAAAQIECAwKKLgOQnmMAAECBAgQIECAAAECBAgQIECAAAECBAgQIECAAIGSAgquJWMzNAECBAgQIECAAAECBAgQIECAAAECBAgQIECAAAEC3QUUXLsnbD8CBAgQIECAAAECBAgQIECAAAECBAgQIECAAAEC2xZQcN12/rYnQIAAAQIECBAgQIAAAQIECBAgQIAAAQIECBAgQCCpgIJr0mCMRYAAAQIECBAgQIAAAQIECBAgQIAAAQIECBAgQIDAFAEF1ymMXkKAAAECBAgQIECAAAECBAgQIECAAAECBAgQIECAAIG5Agqucz29jQABAgQIECBAgAABAgQIECBAgAABAgQIECBAgACBXAIKrrnyMA0BAgQIECBAgAABAgQIECBAgAABAgQIECBAgAABAgR2AgquDgIBAgQIECBAgAABAgQIECBAgAABAgQIECBAgAABAp0FFFw7p2s3AgQIECBAgAABAgQIECBAgAABAgQIECBAgAABAgTKCii4lo3O4AQIECBAgAABAgQIECBAgAABAgQIECBAgAABAgQIDAgouA4geYQAAQIECBAgQIAAAQIECBAgQIAAAQIECBAgQIAAAQKrBRRcV4v7HgECBAgQIECAAAECBAgQIECAAAECBAgQIECAAAECKwUUXFdq+xYBAgQIECBAgAABAgQIECBAgAABAgQIECBAgAABAgQGBRRcB6E8RoAAAQIECBAgQIAAAQIECBAgQIAAAQIECBAgQIBASQEF15KxGZoAAQIECBAgQIAAAQIECBAgQIAAAQIECBAgQIAAge4CCq7dE7YfAQIECBAgQIAAAQIECBAgQIAAAQIECBAgQIAAgW0LKLhuO3/bEyBAgAABAgQIECBAgAABAgQIECBAgAABAgQIECCQVEDBNWkwxiJAgAABAgQIECBAgAABAgQIECBAgAABAgQIECBAYIqAgusURi8hQIAAAQIECBAgQIAAAQIECBAgQIAAAQIECBAgQIDAXAEF17me3kaAAAECBAgQIECAAAECBAgQIECAAAECBAgQIECAQC4BBddceZiGAAECBAgQIECAAAECBAgQIECAAAECBH7QVHQAACAASURBVAgQIECAAAECOwEFVweBAAECBAgQIECAAAECBAgQIECAAAECBAgQIECAAIHOAgqundO1GwECBAgQIECAAAECBAgQIECAAAECBAgQIECAAAECZQUUXMtGZ3ACBAgQIECAAAECBAgQIECAAAECBAgQIECAAAECBAYEFFwHkDxCgAABAgQIECBAgAABAgQIECBAgAABAgQIECBAgACB1QIKrqvFfY8AAQIECBAgQIAAAQIECBAgQIAAAQIECBAgQIAAgZUCCq4rtX2LAAECBAgQIECAAAECBAgQIECAAAECBAgQIECAAAECgwIKroNQHiNAgAABAgQIECBAgAABAgQIECBAgAABAgQIECBAoKSAgmvJ2AxNgAABAgQIECBAgAABAgQIECBAgAABAgQIECBAgEB3AQXX7gnbjwABAgQIECBAgAABAgQIECBAgAABAgQIECBAgMC2BRRct52/7QkQIECAAAECBAgQIECAAAECBAgQIECAAAECBAgQSCqg4Jo0GGMRIECAAAECBAgQIECAAAECBAgQIECAAAECBAgQIDBFQMF1CqOXECBAgAABAgQIECBAgAABAgQIECBAgAABAgQIECBAYK6AgutcT28jQIAAAQIECBAgQIAAAQIECBAgQIAAAQIECBAgQCCXgIJrrjxMQ4AAAQIECBAgQIAAAQIECBAgQIAAAQIECBAgQIAAgZ2AgquDQIAAAQIECBAgQIAAAQIECBAgQIAAAQIECBAgQIBAZwEF187p2o0AAQIECBAgQIAAAQIECBAgQIAAAQIECBAgQIAAgbICCq5lozM4AQIECBAgQIAAAQIECBAgQIAAAQIECBAgQIAAAQIDAgquA0geIUCAAAECBAgQIECAAAECBAgQIECAAAECBAgQIECAwGoBBdfV4r5HgAABAgQIECBAgAABAgQIECBAgAABAgQIECBAgMBKAQXXldq+RYAAAQIECBAgQIAAAQIECBAgQIAAAQIECBAgQIAAgUEBBddBKI8RIECAAAECBAgQIECAAAECBAgQIECAAAECBAgQIFBSQMG1ZGyGJkCAAAECBAgQIECAAAECBAgQIECAAAECBAgQIECgu4CCa/eE7UeAAAECBAgQIECAAAECBAgQIECAAAECBAgQIEBg2wIKrtvO3/YECBAgQIAAAQIECBAgQIAAAQIECBAgQIAAAQIECCQVUHBNGoyxCBAgQIAAAQIECBAgQIAAAQIECBAgQIAAAQIECBCYIqDgOoXRSwgQIECAAAECBAgQIECAAAECBAgQIECAAAECBAgQIDBXQMF1rqe3ESBAgAABAgQIECBAgAABAgQIECBAgAABAgQIECCQS0DBNVcepiFAgAABAgQIECBAgAABAgQIECBAgAABAgQIECBAgMBOQMHVQSBAgAABAgQIECBAgAABAgQIECBAgAABAgQIECBAoLOAgmvndO1GgAABAgQIECBAgAABAgQIECBAgAABAgQIECBAgEBZAQXXstEZnAABAgQIECBAgAABAgQIECBAgAABAgQIECBAgACBAQEF1wEkjxAgQIAAAQIECBAgQIAAAQIECBAgQIAAAQIECBAgQGC1gILranHfI0CAAAECBAgQIECAAAECBAgQIECAAAECBAgQIEBgpYCC60pt3yJAgAABAgQIECBAgAABAgQIECBAgAABAgQIECBAgMCggILrIJTHCBAgQIAAAQIECBAgQIAAAQIECBAgQIAAAQIECBAoKaDgWjI2QxMgQIAAAQIECBAgQIAAAQIECBAgQIAAAQIECBAg0F1AwbV7wvYjQIAAAQIECBAgQIAAAQIECBAgQIAAAQIECBAgsG0BBddt5297AgQIECBAgAABAgQIECBAgAABAgQIECBAgAABAgSSCii4Jg3GWAQIECBAgAABAgQIECBAgAABAgQIECBAgAABAgQITBFQcJ3C6CUECBAgQIAAAQIECBAgQIAAAQIECBAgQIAAAQIECBCYK6DgOtfT2wgQIECAAAECBAgQIECAAAECBAgQIECAAAECBAgQyCWg4JorD9MQIECAAAECBAgQIECAAAECBAgQIECAAAECBAgQIEBgJ6Dg6iAQIECAAAECBAgQIECAAAECBAgQIECAAAECBAgQINBZQMG1c7p2I0CAAAECBAgQIECAAAECBAgQIECAAAECBAgQIECgrICCa9noDE6AAAECBAgQIECAAAECBAgQIECAAAECBAgQIECAwICAgusAkkcIECBAgAABAgQIECBAgAABAgQIECBAgAABAgQIECCwWkDBdbW47xEgQIAAAQIECBAgQIAAAQIECBAgQIAAAQIECBAgsFJAwXWltm8RIECAAAECBAgQIECAAAECBAgQIECAAAECBAgQIEBgUEDBdRDKYwQIECBAgAABAgQIECBAgAABAgQIECBAgAABAgQIlBRQcC0Zm6EJECBAgAABAgQIECBAgAABAgQIECBAgAABAgQIEOguoODaPWH7ESBAgAABAgQIECBAgAABAgQIECBAgAABAgQIENi2gILrtvO3PQECBAgQIECAAAECBAgQIECAAAECBAgQIECAAAECSQUUXJMGYywCBAgQIECAAAECBAgQIECAAAECBAgQIECAAAECBKYIKLhOYfQSAgQIECBAgAABAgQIECBAgAABAgQIECBAgAABAgQIzBVQcJ3r6W0ECBAgQIAAAQIECBAgQIAAAQIECBAgQIAAAQIECOQSUHDNlYdpCBAgQIAAAQIECBAgQIAAAQIECBAgQIAAAQIECBAgsBNQcHUQCBAgQIAAAQIECBAgQIAAAQIECBAgQIAAAQIECBDoLKDg2jlduxEgQIAAAQIECBAgQIAAAQIECBAgQIAAAQIECBAgUFZAwbVsdAYnQIAAAQIECBAgQIAAAQIECBAgQIAAAQIECBAgQGBAQMF1AMkjBAgQIECAAAECBAgQIECAAAECBAgQIECAAAECBAgQWC2g4Lpa3PcIECBAgAABAgQIECBAgAABAgQIECBAgAABAgQIEFgpoOC6Utu3CBAgQIAAAQIECBAgQIAAAQIECBAgQIAAAQIECBAgMCig4DoI5TECBAgQIECAAAECBAgQIECAAAECBAgQIECAAAECBEoKKLiWjM3QBAgQIECAAAECBAgQIECAAAECBAgQIECAAAECBAh0F1Bw7Z6w/QgQIECAAAECBAgQIECAAAECBAgQIECAAAECBAhsW0DBddv5254AAQIECBAgQIAAAQIECBAgQIAAAQIECBAgQIAAgaQCCq5JgzEWAQIECBAgQIAAAQIECBAgQIAAAQIECBAgQIAAAQJTBBRcpzB6CQECBAgQIECAAAECBAgQIECAAAECBAgQIECAAAECBOYKKLjO9fQ2AgQIECBAgAABAgQIECBAgAABAgQIECBAgAABAgRyCSi45srDNAQIECBAgAABAgQIECBAgAABAgQIECBAgAABAgQIENgJKLg6CAQIECBAgAABAgQIECBAgAABAgQIECBAgAABAgQIdBZQcO2crt0IECBAgAABAgQIECBAgAABAgQIECBAgAABAgQIECgroOBaNjqDEyBAgAABAgQIECBAgAABAgQIECBAgAABAgQIECAwIKDgOoDkEQIECBAgQIAAAQIECBAgQIAAAQIECBAgQIAAAQIECKwWUHBdLe57BAgQIECAAAECBAgQIECAAAECBAgQIECAAAECBAisFFBwXantWwQIECBAgAABAgQIECBAgAABAgQIECBAgAABAgQIEBgUUHAdhPIYAQIECBAgQIAAAQIECBAgQIAAAQIECBAgQIAAAQIlBRRcS8ZmaAIECBAgQIAAAQIECBAgQIAAAQIECBAgQIAAAQIEugsouHZP2H4ECBAgQIAAAQIECBAgQIAAAQIECBAgQIAAAQIEti2g4Lrt/G1PgAABAgQIECBAgAABAgQIECBAgAABAgQIECBAgEBSAQXXpMEYiwABAgQIECBAgAABAgQIECBAgAABAgQIECBAgACBKQIKrlMYvYQAAQIECBAgQIAAAQIECBAgQIAAAQIECBAgQIAAAQJzBRRc53p6GwECBAgQIECAAAECBAgQIECAAAECBAgQIECAAAECuQQUXHPlYRoCBAgQIECAAAECBAgQIECAAAECBAgQIECAAAECBAjsBBRcHQQCBAgQIECAAAECBAgQIECAAAECBAgQIECAAAECBDoLKLh2TtduBAgQIECAAAECBAgQIECAAAECBAgQIECAAAECBAiUFVBwLRudwQkQIECAAAECBAgQIECAAAECBAgQIECAAAECBAgQGBBQcB1A8ggBAgQIECBAgAABAgQIECBAgAABAgQIECBAgAABAgRWCyi4rhb3PQIECBAgQIAAAQIECBAgQIAAAQIECBAgQIAAAQIEVgoouK7U9i0CBAgQIECAAAECBAgQIECAAAECBAgQIECAAAECBAgMCii4DkJ5jAABAgQIECBAgAABAgQIECBAgAABAgQIECBAgACBkgIKriVjMzQBAgQIECBAgAABAgQIECBAgAABAgQIECBAgAABAt0FFFy7J2w/AgQIECBAgAABAgQIECBAgAABAgQIECBAgAABAtsWUHDddv62J0CAAAECBAgQIECAAAECBAgQIECAAAECBAgQIEAgqYCCa9JgjEWAAAECBAgQIECAAAECBAgQIECAAAECBAgQIECAwBQBBdcpjF5CgAABAgQIECBAgAABAgQIECBAgAABAgQIECBAgACBuQIKrnM9vY0AAQIECBAgQIAAAQIECBAgQIAAAQIECBAgQIAAgVwCCq658jANAQIECBAgQIAAAQIECBAgQIAAAQIECBAgQIAAAQIEdgIKrg4CAQIECBAgQIAAAQIECBAgQIAAAQIECBAgQIAAAQKdBRRcO6drNwIECBAgQIAAAQIECBAgQIAAAQIECBAgQIAAAQIEygoouJaNzuAECBAgQIAAAQIECBAgQIAAAQIECBAgQIAAAQIECAwIKLgOIHmEAAECBAgQIECAAAECBAgQIECAAAECBAgQIECAAAECqwUUXFeL+x4BAgQIECBAgAABAgQIECBAgAABAgQIECBAgAABAisFFFxXavsWAQIECBAgQIAAAQIECBAgQIAAAQIECBAgQIAAAQIEBgUUXAehPEaAAAECBAgQIECAAAECBAgQIECAAAECBAgQIECAQEkBBdeSsRmaAAECBAgQIECAAAECBAgQIECAAAECBAgQIECAAIHuAgqu3RO2HwECBAgQIECAAAECBAgQIECAAAECBAgQIECAAIFtCyi4bjt/2xMgQIAAAQIECBAgQIAAAQIECBAgQIAAAQIECBAgkFRAwTVpMMYiQIAAAQIECBAgQIAAAQIECBAgQIAAAQIECBAgQGCKgILrFEYvIUCAAAECBAgQIECAAAECBAgQIECAAAECBAgQIECAwFwBBde5nt5GgAABAgQIECBAgAABAgQIECBAgAABAgQIECBAgEAuAQXXXHmYhgABAgQIECBAgAABAgQIECBAgAABAgQIECBAgAABAjsBBVcHgQABAgQIECBAgAABAgQIECBAgAABAgQIECBAgACBzgIKrp3TtRsBAgQIECBAgAABAgQIECBAgAABAgQIECBAgAABAmUFFFzLRmdwAgQIECBAgAABAgQIECBAgAABAgQIECBAgAABAgQGBBRcB5A8QoAAAQIECBAgQIAAAQIECBAgQIAAAQIECBAgQIAAgdUCCq6rxX2PAAECBAgQIECAAAECBAgQIECAAAECBAgQIECAAIGVAgquK7V9iwABAgQIECBAgAABAgQIECBAgAABAgQIECBAgAABAoMCCq6DUB4jQIAAAQIECBAgQIAAAQIECBAgQIAAAQIECBAgQKCkgIJrydgMTYAAAQIECBAgQIAAAQIECBAgQIAAAQIECBAgQIBAdwEF1+4J248AAQIECBAgQIAAAQIECBAgQIAAAQIECBAgQIDAtgUUXLedv+0JECBAgAABAgQIECBAgAABAgQIECBAgAABAgQIEEgqoOCaNBhjESBAgAABAgQIECBAgAABAgQIECBAgAABAgQIECAwRUDBdQqjlxAgQIAAAQIECBAgQIAAAQIECBAgQIAAAQIECBAgQGCugILrXE9vI0CAAAECBAgQIECAAAECBAgQIECAAAECBAgQIEAgl4CCa648TEOAAAECBAgQIECAAAECBAgQIECAAAECBAgQIECAAIGdgIKrg0CAAAECBAgQIECAAAECBAgQIECAAAECBAgQIECAQGcBBdfO6dqNAAECBAgQIECAAAECBAgQIECAAAECBAgQIECAAIGyAgquZaMzOAECBAgQIECAAAECBAgQIECAAAECBAgQIECAAAECAwIKrgNIHiFAgAABAgQIECBAgAABAgQIECBAgAABAgQIECBAgMBqAQXX1eK+R4AAAQIECBAgQIAAAQIECBAgQIAAAQIECBAgQIDASgEF15XavkWAAAECBAgQIECAAAECBAgQIECAAAECBAgQIECAAIFBAQXXQSiPESBAgAABAgQIECBAgAABAgQIECBAgAABAgQIECBQUkDBtWRshiZAgAABAgQIECBAgAABAgQIECBAgAABAgQIECBAoLuAgmv3hO1HgAABAgQIECBAgAABAgQIECBAgAABAgQIECBAYNsCCq7bzt/2BAgQIECAAAECBAgQIECAAAECBAgQIECAAAECBAgkFVBwTRqMsQgQIECAAAECBAgQIECAAAECBAgQIECAAAECBAgQmCKg4DqF0UsIECBAgAABAgQIECBAgAABAgQIECBAgAABAgQIECAwV0DBda6ntxEgQIAAAQIECBAgQIAAAQIECBAgQIAAAQIECBAgkEtAwTVXHqYhQIAAAQIECBAgQIAAAQIECBAgQIAAAQIECBAgQIDATkDB1UEgQIAAAQIECBAgQIAAAQIECBAgQIAAAQIECBAgQKCzgIJr53TtRoAAAQIECBAgQIAAAQIECBAgQIAAAQIECBAgQIBAWQEF17LRGZwAAQIECBAgQIAAAQIECBAgQIAAAQIECBAgQIAAgQEBBdcBJI8QIECAAAECBAgQIECAAAECBAgQIEC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wlXnIsIu6LiHsj4k8j4s6I+JOIOBwR/jZeIkJDEiBAgMANAtfuMVcj4n8j4n8i4r8j4pWIeDkiLtEiQCDc/xwCAgQIEOgm4P7XLVH7ECBAgAABAgQIvKOAP+K9I5EHCBAgQIAAAQIECBAgQIAAAQIECBAgQIAAAQIECBAoLKDgWji8gdE/FhGfi4iTEfHBgec9QoAAAQIEugj8MiLOR8Q3I+LHXZayB4EBAfe/ASSPECBAgEBLAfe/lrFaigABAgQIECBAQMHVGSBAgAABAgQIECBAgAABAgQIECBAgAABAgQIECBAoLOAgmvPdD8TEY9HxMd7rmcrAgQIECDwrgReiohnI+Lb7+rf8jCBWgLuf7XyMi0BAgQIHKyA+9/B+no7AQIECBAgQIDAQgEF14XYPkWAAAECBAgQIECAAAECBAgQIECAAAECBAgQIECAwHIBBdfl5Af6wU9GxD8oth6osZcTIECAQF2Ba0WHa/938od1VzA5gd8TcP9zKAgQIECAwNsLuP85HQQIECBAgAABAuUFFFzLR2gBAgQIECBAgAABAgQIECBAgAABAgQIECBAgAABAgT+gICCa5/j8UxEfOHt1jl8+HDcf//9cd9998WxY8fiwx/+cHzgAx+II0eOxKFD/jTe5xjYhAABoi/32AAAIABJREFUAtsR2NvbiytXrsSvfvWr+PnPfx6XLl2Kl19+OX7wgx/E1atX/xDEVyPii9uRsmljAfe/xuFajQABAgR+X8D9z6kgQIAAAQIECBDYooC/4m0xdTsTIECAAAECBAgQIECAAAECBAgQIECAAAECBAgQ2I6Agmv9rI9FxL9ExEdvtsqJEyfikUceiVOnTimy1s/aBgQIECAwIHCt+PC9730vvv71r8eFCxfe7t/4aUT8TURcGnilRwhkE3D/y5aIeQgQIEDglgq4/91Sfh8nQIAAAQIECBA4YAEF1wMG9noCBAgQIECAAAECBAgQIECAAAECBAgQIECAAAECBG6pgILrLeX/oz/+VxHxzYh4/41veuihh+JLX/pS3HPPPX/0R7yAAAECBAhUFXj11Vfj6aefjnPnzt1shTci4nMR8W9V9zP3JgXc/zYZu6UJECBAYFTA/W9UynMECBAgQIAAAQJVBBRcqyRlTgIECBAgQIAAAQIECBAgQIAAAQIECBAgQIAAAQIE3ouAgut7Ucvx73wmIr514yhHjx6Nr3zlK3H8+PEcU5qCAAECBAgkELh48WJ8+ctfjsuXL99sms9GxLcTjGkEAu8k4P73TkL+OQECBAgQ+J2A+5+jQIAAAQIECBAg0EVAwbVLkvYgQIAAAQIECBAgQIAAAQIECBAgQIAAAQIECBAgQOBmAgquNc/FtV/u+tcbRz99+nQ899xzceiQP3XXjNXUBAgQIHCQAnt7e/Hoo4/G2bNnb/aZv/ZLrgep790TBNz/JiB6BQECBAhsS8D9b1t525YAAQIECBAg0FXAX/26JmsvAgQIECBAgAABAgQIECBAgAABAgQIECBAgAABAgSuCSi41jsHxyLiPyLi/ftHf/LJJ+PMmTP1tjExAQIECBBYLPDUU0/FE088ceNX34iIv4iIS4vH8TkCIwLufyNKniFAgAABAm8j4P7naBAgQIAAAQIECFQWUHCtnJ7ZCRAgQIAAAQIECBAgQIAAAQIECBAgQIAAAQIECBB4JwEF13cSyvfP/zMiPrp/rGeffTYee+yxfJOaiAABAgQIJBX42te+Fo8//viN0/00Iv486cjG2raA+9+287c9AQIECEwQcP+bgOgVBAgQIECAAAECt0RAwfWWsPsoAQIECBAgQIAAAQIECBAgQIAAAQIECBAgQIAAAQKLBBRcF0FP+swzEfGF/e/yy62TZL2GAAECBDYn8Da/5PXViPji5jAsnFnA/S9zOmYjQIAAgVIC7n+l4jIsAQIECBAgQIDA7wQUXB0FAgQIECBAgAABAgQIECBAgAABAgQIECBAgAABAgQ6Cyi41kn3kxHx7/vHPX36dDz//PN1NjApAQIECBBIJvD5z38+zp49e+NUfxkRP0w2qnG2KeD+t83cbU2AAAECByjg/neAuF5NgAABAgQIECBwIAIKrgfC6qUECBAgQIAAAQIECBAgQIAAAQIECBAgQIAAAQIECCQRUHBNEsTAGD+KiI9ff+7o0aPx2muvxaFD/qw9YOcRAgQIECBwU4G9vb24++674/Lly/v/+UsR8QlkBBIIuP8lCMEIBAgQINBLwP2vV562IUCAAAECBAhsQcBfAreQsh0JECBAgAABAgQIECBAgAABAgQIECBAgAABAgQIbFdAwbVG9p+JiG/tH/WFF16I48eP15jelAQIECBAILHAxYsX44EHHrhxws9GxLcTj220/gLuf/0ztiEBAgQI3CIB979bBO+zBAgQIECAAAEC70lAwfU9sfmXCBAgQIAAAQIECBAgQIAAAQIECBAgQIAAAQIECBAoIqDgWiOot/x610MPPRTf+MY3akxuSgIECBAgUEDg4YcfjnPnzu2f1K+4Fsit+Yjuf80Dth4BAgQI3FoB979b6+/rBAgQIECAAAEC4wIKruNWniRAgAABAgQIECBAgAABAgQIECBAgAABAgQIECBAoJ6Agmv+zD4WES/vH/OVV16Je+65J//kJiRAgAABAkUEXn311bj33ntvnPa+iPhxkRWM2UvA/a9XnrYhQIAAgYQC7n8JQzESAQIECBAgQIDATQUUXB0MAgQIECBAgAABAgQIECBAgAABAgQIECBAgAABAgQ6Cyi45k/3mYj4wvUxT5w4EefPn88/tQkJECBAgEAxgZMnT8aFCxf2T/3ViPhisTWM20PA/a9HjrYgQIAAgeQC7n/JAzIeAQIECBAgQIDATkDB1UEgQIAAAQIECBAgQIAAAQIECBAgQIAAAQIECBAgQKCzgIJr/nR/EREfvD7md77znfjUpz6Vf2oTEiBAgACBYgLf/e5349Of/vT+qX8ZER8qtoZxewi4//XI0RYECBAgkFzA/S95QMYjQIAAAQIECBDYCSi4OggECBAgQIAAAQIECBAgQIAAAQIECBAgQIAAAQIECHQWUHDNne6xiPiv6yMePnw4rly5EocO+VN27thMR4AAAQIVBfb29uLIkSNx9erV/eP/WURcqriPmcsKuP+Vjc7gBAgQIFBNwP2vWmLmJUCAAAECBAhsU8BfBbeZu60JECBAgAABAgQIECBAgAABAgQIECBAgAABAgQIbEVAwTV30n8XEf94fcQTJ07E+fPnc09sOgIECBAgUFjg5MmTceHChf0b/H1E/FPhlYxeT8D9r15mJiZAgACBwgLuf4XDMzoBAgQIECBAYCMCCq4bCdqaBAgQIECAAAECBAgQIECAAAECBAgQIECAAAECBDYqoOCaO/izEfG310d88skn48yZM7knNh0BAgQIECgs8NRTT8UTTzyxf4N/jojThVcyej0B9796mZmYAAECBAoLuP8VDs/oBAgQIECAAIGNCCi4biRoaxIgQIAAAQIECBAgQIAAAQIECBAgQIAAAQIECBDYqICCa+7gfxQRH78+4gsvvBDHjx/PPbHpCBAgQIBAYYGLFy/GAw88sH+DlyLiE4VXMno9Afe/epmZmAABAgQKC7j/FQ7P6AQIECBAgACBjQgouG4kaGsSIECAAAECBAgQIECAAAECBAgQIECAAAECBAgQ2KiAgmvu4H8RER+8PuLrr78ed911V+6JTUeAAAECBAoL/OxnP4uPfOQj+zf4ZUR8qPBKRq8n4P5XLzMTEyBAgEBhAfe/wuEZnQABAgQIECCwEQEF140EbU0CBAgQIECAAAECBAgQIECAAAECBAgQIECAAAECGxVQcM0d/JWIeP/1EX/961/H7bffnnti0xEgQIAAgcICv/nNb+KOO+7Yv8EbEXGk8EpGryfg/lcvMxMTIECAQGEB97/C4RmdAAECBAgQILARAQXXjQRtTQIECBAgQIAAAQIECBAgQIAAAQIECBAgQIAAAQIbFVBwzR38mxHx/3+3fvPNN+PQIX/Gzh2Z6QgQIECgssDe3l68733v27/CtbvSW/4XlfczewkB978SMRmSAAECBLoIuP91SdIeBAgQIECAAIG+Av4y2DdbmxEgQIAAAQIECBAgQIAAAQIECBAgQIAAAQIECBAgEKHgmvsUvCWfa/+hS/9DgAABAgQIHKzATf7LJPxnyA6W3NvfKuD+50QQIECAAIHFAu5/i8F9jgABAgQIECBA4F0J+H9OvisuDxMgQIAAAQIECBAgQIAAAQIECBAgQIAAAQIECBAgUExAwTV3YA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EeAAAECDQUUHBqGWmsl979aeZmWAAECBBoIuP81CNEKBAgQIECAAIHGAgqujcO1GgECBAgQIECAAAECBAgQIECAAAECBAgQIECAAAECfsE1+RlQcEgekPEIECBAoJ+AgkO/TItt5P5XLDDjEiBAgEB9Afe/+hnagAABAgQIECDQWUDBtXO6diNAgAABAgQIECBAgAABAgQIECBAgAABAgQIECBAwC+45j4DCg658zEdAQIECDQUUHBoGGqtldz/auVlWgIECBBoIOD+1yBEKxAgQIAAAQIEGgsouDYO12oECBAgQIAAAQIECBAgQIAAAQIECBAgQIAAAQIECPgF1+RnQMEheUDGI0CAAIF+AgoO/TIttpH7X7HAjEuAAAEC9QXc/+pnaAMCBAgQIECAQGcBBdfO6dqNAAECBAgQIECAAAECBAgQIECAAAECBAgQIECAAAG/4Jr7DCg45M7HdAQIECDQUEDBoWGotVZy/6uVl2kJECBAoIGA+1+DEK1AgAABAgQIEGgsoODaOFyrESBAgAABAgQIECBAgAABAgQIECBAgAABAgQIECDgF1yTnwEFh+QBGY8AAQIE+gkoOPTLtNhG7n/FAjMuAQIECNQXcP+rn6ENCBAgQIAAAQKdBRRcO6drNwIECBAgQIAAAQIECBAgQIAAAQIECBAgQIAAAQIE/IJr7jOg4JA7H9MRIECAQEMBBYeGodZayf2vVl6mJUCAAIEGAu5/DUK0AgECBAgQIECgsYCCa+NwrUaAAAECBAgQIECAAAECBAgQIECAAAECBAgQIECAgF9wTX4GFBySB2Q8AgQIEOgnoODQL9NiG7n/FQvMuAQIECBQX8D9r36GNiBAgAABAgQIdBZQcO2crt0IECBAgAABAgQIECBAgAABAgQIECBAgAABAgQIEPALrrnPgIJD7nxMR4AAAQINBRQcGoZaayX3v1p5mZYAAQIEGgi4/zUI0QoECBAgQIAAgcYCCq6Nw7UaAQIECBAgQIAAAQIECBAgQIAAAQIECBAgQIAAAQJ+wTX5GVBwSB6Q8QgQIECgn4CCQ79Mi23k/lcsMOMSIECAQH0B97/6GdqAAAECBAgQINBZQMG1c7p2I0CAAAECBAgQIECAAAECBAgQIECAAAECBAgQIEDAL7jmPgMKDrnzMR0BAgQINBRQcGgYaq2V3P9q5WVaAgQIEGgg4P7XIEQrECBAgAABAgQaCyi4Ng7XagQIECBAgAABAgQIECBAgAABAgQIECBAgAABAgQI+AXX5GdAwSF5QMYjQIAAgX4CCg79Mi22kftfscCMS4AAAQL1Bdz/6mdoAwIECBAgQIBAZwEF187p2o0AAQIECBAgQIAAAQIECBAgQIAAAQIECBAgQIAAAb/gmvsMKDjkzsd0BAgQINBQQMGhYai1VnL/q5WXaQkQIECggYD7X4MQrUCAAAECBAgQaCyg4No4XKsRIECAAAECBAgQIECAAAECBAgQIECAAAECBAgQIOAXXJOfAQWH5AEZjwABAgT6CSg49Mu02Ebuf8UCMy4BAgQI1Bdw/6ufoQ0IECBAgAABAp0FFFw7p2s3AgQIECBAgAABAgQIECBAgAABAgQIECBAgAABAgT8gmvuM6DgkDsf0xEgQIBAQwEFh4ah1lrJ/a9WXqYlQIAAgQYC7n8NQrQCAQIECBAgQKCxgIJr43CtRoAAAQIECBAgQIAAAQIECBAgQIAAAQIECBAgQICAX3BNfgYUHJIHZDwCBAgQ6Ceg4NAv02Ibuf8VC8y4BAgQIFBfwP2vfoY2IECAAAECBAh0FlBw7Zyu3QgQIECAAAECBAgQIECAAAECBAgQIECAAAECBAgQ8Auuuc+AgkPufExHgAABAg0FFBwahlprJfe/WnmZlgABAgQaCLj/NQjRCgQIECBAgACBxgIKro3DtRoBAgQIECBAgAABAgQIECBAgAABAgQIECBAgAABAn7BNfkZUHBIHpDxCBAgQKCfgIJDv0yLbeT+Vyww4xIgQIBAfQH3v/oZ2oAAAQIECBAg0FlAwbVzunYjQIAAAQIECBAgQIAAAQIECBAgQIAAAQIECBAgQMAvuOY+Aw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Fdc4Cc/+Um8+OKLZbe4884749SpU3HbbbeV3cHgBDIKKDhkTGVTM7n/bSpuyxIgQCCfwPe///24fPlyvsEGJzp69Gg8+OCDg0//32Puf++Ky8MECPyWvXuBtquq78X/k+SCMUL/AXlKGxwXLkYKQXlZaHlIBCyY8AjPECKaQAQEA0h5FIHcAiEaAgg0IXAVgglIABMBuchbpQVBIdIbMVWJrSDihWEiUByQ/Mdct+f0nJN9cvbaa++1H+ezxsig18w1H5+59j7z3Ozv/hEgQIAAAQIlCwi4lgxuOAIECBAgQIAAAQIECBAgQIAAAQIECBAgQIAAAQIEShUQcC2VO/dgAg65ydxAoHqBb37zm3H88cdXf0OLtTz55JNj9uzZMWzYsBabmekQaG8BAYf23r8OmL3zXwdsoiWUI/DLX/4yfv3rX/cabNttt42tt966nAkYpeMFfv7zn8dLL73Ua52jRo2KzTffvKPX/j//5/+ML3/5y227xunTp8eFF16Ya/7Of7m4NCZAgAABAgQIEChZQMC1ZHDDESBAgAABAgQIECBAgAABAgQIECBAgAABAgQIECBQqoCAa6ncuQcTcMhN5gYC1QsIuFZvpSWBwSQg4DCYdrsl1+r815LbYlKtJrBs2bI48cQT48knn+ye2imnnBIzZ86M4cOHt9p0zadNBV555ZVIXyqzePHi7hWMGzcu5s6d29EhVwHXbLtlCNr0dWvaBAgQIECAAIFOFHA47cRdtSYCBAgQIECAAAECBAgQIECAAAECBAgQIECAAAECBLoEBFxb+1kQcGjt/TG7NhcQcG3zDTR9Ag0SEHBtEKxuqxVw/usj9frrr8dzzz0XTz31VPzTP/1T/N//+3/j2WefjVWrVnW3/OhHPxpbbbVV7LzzzrH77rtnf1KFxQqv52r3QbsWFhisocO0Jen18KMf/SieeOKJePrpp+Nf//Vf44UXXujerZEjR8Z2220X6TWxzz77xJ577hkjRoxo4d1s/akNxjC1gGv2XMoQtP7L0wwJECBAgAABAoNGwOF00Gy1hRIgQIAAAQIECBAgQIAAAQIECBAgQIAAAQIECBAYlAICrq297QIOrb0/ZtfmAn0Droceemh8/vOfj/XXX78lV/boo4/GJZdc0j23VE1q9uzZMWzYsJacr0kRaFcBAdd23bmOmXeu818Ke06YMCH+9//+33UF2HDDDbOw6EYbbZT99yMf+Ujstdde8ed//uex3nrr1XWsSp2tXLky7rnnnvhf/+t/xUMPPVTTeHvssUccf/zxcdRRR8Vmm21WUx9dN/3whz+Mv/7rvy7UR9fNXWHcXXfdNQsf7rbbbgKIOWTfeOONOOecc+L666/vviuFOm+++eYs0FntVSnAd+CBB0Y6H26yySbVdlNKu7TmVEG01tfDIYccEqeeemrst99+scEGG9Q853p9OczGG28co0ePjve9733Z+8suu+wSH/vYx0p7f6kF4IEHHojx48f3CtbPmDEjzjrrrBg6dGgtXbb0PX1fH1OmTInjjjuuZee8YMGCmDdvXvf8pk+fHhdeeGGu+Tr/5eLSmAABAgQIECBAoGQBAdeSwQ1HgAABAgQIECBAgAABAgQIECBAgAABAgQIECBAgECpAgKupXLnHixXwCF3724gMMgF+n5Iv9UDo+0230H+eFl+GwsIOLTx5nXG1HOd/xoVcO2Pcscdd8y+DOKEE06I4cOH11381Vdfjblz52Zf4PDaa6/Vpf8Upps2bVqkn/ObbrppTX3WM+BaaQKHHXZYnH/++VnIr4wAcU0ILXDTmjVrYuHChTF16tReQcMbbrghJk+enKtibzsEXFOw9Rvf+EZ87Wtf61WltdatSEHX9GUpKWRdS3XjegVcB3p/SaH9FK5vpeudd96JWbNmxbnnnts9rfRFAIsWLYoDDjiglaZal7n0fX3UEhity0Sq7KQe83X+qxJbMwIECBAgQIAAgaYICLg2hd2gBAgQIECAAAECBAgQIECAAAECBAgQIECAAAECBAiUJCDgujb0zhHxbEn+Aw2TK+AwUGf+ngCB3gLtFhhtt/l63gi0q4CAQ7vuXKF5t+35r+yAa5dyquZ6zTXXZIHMelwpPHbHHXdk4bsXXnihHl2u1UeqlHrVVVfFX/3VX+UO9zU64No12bPPPjvOO++8SKFc19oCy5Yti2OPPTaee+657r9MYesUAM0biGzlgGsK8j7zzDPxxS9+MdKzV88rhTIvvfTSOOmkk3JXc210wLVrndtvv318+ctfjiOOOCL3HOtp1bevV155JQvKp2q6Pd8Lb7311thmm20aOXTpfdcjMFrmpOsxX+e/MnfMWAQIECBAgAABAnkFBFzzimlPgAABAgQIECBAgAABAgQIECBAgAABAgQIECBAgEA7CQi4rr1bF0fEPhFxSUQ82uTNFHBt8gYYvrMF2i0w2m7z7eynx+o6WUDAoZN3t9+1te35r1kB1ySZQmipcubee+9d6KFJlVovvPDCuP7666vqJwX0dt555xg2bFjWfvXq1bF8+fJYsWLFgPen4Oh1110XRx99dK6Qa1kB17SAI488Mgtsbr755gOuZzA1SNVMUyXeefPmdS975MiRWQXNXXfdNTdFqwZcU9g7nfnOPPPMqqoYp2qsPSsTp9dBNSHxM844Iwu65qnEXFbAtWszJ06cGDNnzowtttgi9/426oaHH344jj/++Hj55Ze7h0jVl1M4f+jQoY0atvR+6xEYLXPS9Ziv81+ZO2YsAgQIECBAgACBvAICrnnFtCdAgAABAgQIECBAgAABAgQIECBAgAABAgQIECBAoJ0EBFzX3q3/LyJejIg/+8+AazODrgKu7fRqMte2E2i3wGi7zbftHggTJvCfAgIOg/JRaNvzX38B1xQ+TeG/Wq9qQ3J77LFHzJ8/P7bbbruahnr11VfjrLPOyvro70rrSIGysWPHxkc+8pF4//vfX7HpW2+9FT/96U9jyZIlkSoq9hd4Tf3dfPPNsc8+6TttqrvKDLimGZ1yyilZsC9P+LC6lbRvq1Q1MwUeV61a1b2Iyy67LM4555wYMmRI7oW1YsA1hVtnzZoV5557br/r+Zu/+Zusiu2nPvWp2HrrrSuGKtNrIVWATWfH9KenWc+O84Zcyw64prkecMABce2119b8HpP7wRjghrfffjsuuOCCbJ+6ri233DJuu+22wmH/es+1SH/1CIwWGT/vvfWYr/NfXnXtCRAgQIAAAQIEyhQQcC1T21gECBAgQIAAAQIECBAgQIAAAQIECBAgQIAAAQIECJQtIOBaWTxV8bqox1+lSq7NCLoKuJb9ijDeoBJot8Bou813UD1MFttRAgIOHbWdeRbTlue//gKu06dPz6qiFrn+9Kc/xc9//vO466674uqrr+63mmSt1QtTRc4UTuyvcutuu+0WX/rSl+KQQw7prtZa7XpWrlwZN910U/zDP/xDxXnnDeb2F3D9wQ9+EHvttVe104o//vGPkcKHv/jFL+Lxxx/PgrgplFvpSqHfCRMm5Ko0W/VE2qzh7373u5gyZUoWXu66knvy22abbWpaTasFXFO4dfbs2ZHmVSmQml4PqeLqfvvtl6tS6C9/+cs4++yz4+67767odNVVV8Xpp59e1XNWKeA6evTouP3227OKztVePV8H//zP/5y9x3z/+9/v9/Zx48bF3LlzW6aq8dKlS+OYY46JZcuWdc/5hBNOyCovb7TRRtUytHS7egRGy1xgPeYg6nAMAAAgAElEQVTr/FfmjhmLAAECBAgQIEAgr4CAa14x7QkQIECAAAECBAgQIECAAAECBAgQIECAAAECBAgQaCcBAdfKu9WzilfPFmUHXQVc2+nVZK5tJ9D3Q/opKHHQQQfFf/tv/60l1/L8889nQY6u6+STT86CEMOGDWvJ+ZoUgXYVEHBo150rPO+2PP81MuDaU3RdIblUEXXRokWx6667Vr0JA1WqTIG88847LzbeeOOq+6zU8Gc/+1mkKpUPPPDAWn+dKsemwOAGG2ww4Bj1Crj2HSiFfL/yla/EJZek79LpfY0ZMyZuueWWSNUhB/uVwsqTJ0/uxZAnmFnJr9UCrg8//HBWqfjll19ea7qpomsKkm+44YY1PQrpOUvVbtOfvlee12+9Aq5957B69er48Y9/nL0O7rnnnoprbKWqxu+++2421/QMdV1pb1IoPYVxO+Hq+/r427/925auUJu+MOC+++7rpq/lSx6c/zrhybUGAgQIECBAgEDnCgi4du7eWhkBAgQIECBAgAABAgQIECBAgAABAgQIECBAgAABAhECrv0/BX2rePVsWVbQVcDVq5RAAwUqfUi/gcPVvWsB17qT6pBAJiDgMKgfhLY7/5UVcE1PxSuvvBLpZ8/ixYvXekhSGOqCCy6oqgpkurm/MF8KiaUQ3tSpU3NVqVzXU7tixYo49dRT49577+3VLAVHv/3tb8fuu+8+4EPfqIBrGnhdlWzvvPPOOPzwwwecXyc3SIHPVB3zwQcf7F5m0eqtqaNWCri++OKLWbg1PWd9r/R6OPPMM6sKYq/rOVjXc/aZz3wmrr322hg+fPg6H6VGBVy7Bk2Va9N6Z8yYUXEerVTV+F/+5V/iyCOP7NgqrpVeH+30PiPg2k67Za4ECBAgQIAAAQLVCAi4VqOkDQECBAgQIECAAAECBAgQIECAAAECBAgQIECAAAEC7Sog4Nr/zvVXxavnHY0Ougq4tusry7zbQkDAtS22ySQJlC4g4Fo6eSsN2HbnvzIDrmmjnn766Rg/fnyk0GjP6+CDD86qF44YMWLA/fzd734XU6ZMiSVLlqzVNgXbUmXVoUOHDthPngaPPfZYTJo0aa15X3jhhXHRRRfFkCFD1tldIwOuaeAXXnghjj766Hjuued6zWPatGlZ2G/99dfPs9yOanvXXXfFEUcc0WtNs2bNimRT4f266rW3SsA1VQOdOXNmVqG171XvqqX9BWlTsPzuu++O/ffff51+jQ64psHXFcStR7C56gdkgIapCnV67+hZFbdax3rNoZH9CLhmujIEjXzI9E2AAAECBAgQIJBLwOE0F5fGBAgQIECAAAECBAgQIECAAAECBAgQIECAAAECBAi0mYCA67o3bF1VvHre2aigq4Brm72gTLe9BARc22u/zJZAWQICrmVJt+w4bXX+Kzvg+tZbb2XBwrlz5/bawB133DG+9a1vxYc//OEBN7a/n7+pSufXvva12GijjQbsI2+DSmG01Mcee+wRCxcujA996EPr7LLRAde33347zjnnnLjmmmt6zSNPcDivSTu0T2HH0047Lb7xjW90T3fUqFFxxx13xA477FBoCa0ScK1UCTQtbL/99stC4x/84AcLrbPvzf29/k4//fQsaLvBBhv0O14ZAdc0+LqqRdcj3Fwv0KeeeioOPfTQSFWGu65qHOs1fiP7EXDNdGUIGvmQ6ZsAAQIECBAgQCCXgMNpLi6NCRAgQIAAAQIECBAgQIAAAQIECBAgQIAAAQIECBBoMwEB13VvWDVVvHr2UO+gq4Brm72gTLe9BPp+SD99QP3zn/981VXSVq9eHXfeeWf8/ve/zyrRFak29+abb2ahnhRm2H333StCPvroo3HJJZd0/93JJ58cs2fPjmHDhrUXvNkSaHEBAdcW36DGT6+tzn9lB1wTfwq3Tp06da2d+MEPfhCpwuK6rtdffz0+97nPZdUie14ptHjbbbfFTjvt1LAdXrp0aRxzzDGxbNmyXmOkn+WHH374OsdtdMA1DZ5+pp955pm95nHggQdGOq9ssskmDXNp5Y4rBQjrdf5phYBrqt6aznZpLn2vap7LWvauv9fg6NGj4/bbb4/tt9++327LCrimCfRXLXrMmDFxyy23xJZbblnL8ut6TyXLahzrOokGddb39ZF+1znuuOOqHi2F9m+66abYYostBnx/HajTV199Na6++ur4zGc+E9tuu23F5gsWLIh58+Z1/9306dMjVejOczn/5dHSlgABAgQIECBAoGwBAdeyxY1HgAABAgQIECBAgAABAgQIECBAgAABAgQIECBAgECZAgKuA2tXW8WrZ0/1CroKuA68P1oQqFmg74f08wQm0getL7744rj++utjww03zEIpkyZNqjnk+vjjj2ehmz/+8Y9ZP2eddVZss802vdZWZL41I7mRwCAUEHAYhJu+9pLb5vzXjIBrfxUgqwm4PvTQQ3HYYYfFqlWreqmnINJFF10UQ4YMadgDWKkaaArzpcqp6WfvusYuI+BayXUwB1zXrFkTl1566VohtXoFP1sh4PrSSy/FhAkTIn2JSc8rvUZSOHDEiBENeT2kvidPntyr7/RaSNVRU9Xg/q4yA67NCP/Wgl0p8H/jjTdmQf52vvq+PvIERn/5y1/G2WefnX2RwciRI+Mf//Ef46CDDooK56uqiLqeu4033jirIJ5+Z9t000173Vtkvl0dOf9VtR0aESBAgAABAgQINElAwLVJ8IYlQIAAAQIECBAgQIAAAQIECBAgQIAAAQIECBAgQKAUAQHXgZnzVvHq2WPRoKuA68D7owWBmgVqDYymcGsKBSxZsqR77BRynTNnThx77LG5P7y9cuXK+MIXvpBVo+q60ge4v/rVr8YJJ5zQHbh56623IlV67bpSxdiNNtoo93g1g7mRwCAREHAYJBu97mW2zfmvnQKuqaJfCpNec801vfRT9dY77rgjdthhh4Y/fKlK7H333Rd/+7d/G3vvvXdWXXC99dYbcNwyAq7pHJCCtj2vFDacP39+w4KOAy68iQ1+//vfx8SJE+P+++/vnsUee+wRCxcujA996EOFZ9YKAdd0lhw3btxaa7nyyiuzIF+jrn/5l3+Jc889N3bZZZfYc889s/+ms+dAAcQyA65p7anq8vjx42P58uW9KJLNjBkzYv31128UUdX9PvPMM/HpT386Xn755e578nxpTtUDldyw1sDoz3/+8zj++OPjRz/6UfeMU8j15ptvjn322Sf3Kn7zm99k7wOPPPJI970pjH3VVVdlodmuK31JUPoZ03VtsMEG8f73vz/XeM5/ubg0JkCAAAECBAgQKFlAwLVkcMMRIECAAAECBAgQIECAAAECBAgQIECAAAECBAgQIFCqgIBrddy1VPHq2XOtQVcB1+r2RysCNQnUGnBNgz322GNZCGXFihXdY9f64e3FixdnH9zuWc0uBVpS9acUvHERIFCugIBDud4tPFpbnP/KDrimqpqXXHJJ9qfnteWWW8Z3vvOdLCjX35V+Zh533HHxxBNP9GrSDmGwRgdcU7XKVMX28ssv72Vz3nnnRQqaNbKybau+BhsdHGx2wLW/Pa/mtdSsPSs74JrOxqeeemoW8u557bvvvpHmstVWWzWLonvcP/zhD9kX3yxatKj7f0uh4QULFmTVS9v1qjXgmn5GpBD61KlTe/1uk8LpX//61yN9oUG1V+orfSHCF7/4xV63TJkyJWbPnh3Dhw+vtquq2jn/VcWkEQECBAgQIECAQJMEBFybBG9YAgQIECBAgAABAgQIECBAgAABAgQIECBAgAABAgRKERBwrY65SBWvniPkDboKuFa3P1oRqEmgSMC1Xh/e/t3vfhfpQ9o9q8HWGpStCcFNBAisJSDg4KH4T4G2OP+VHXBNVQpTdfEHH3yw14NSTeDse9/7XhxwwAFrPWC33nprTJgwoaUfvEYHXH/1q19lVeCffPLJbodUHf7uu++O/fffv6VtGjW5uXPnZiG5ntecOXMiBaLrcTU74Pr6669nX3By77339lpOqkqZAp0f+MAH6rHMuvZRdsA1TT4FGc8888xe60ivjQceeCA+/vGP13V9tXTWX+g/ze+Tn/xkLV22xD21BlzT5N95552YNWtWViW455WqFafX9eabb17VGl944YU4+uij47nnnutuX0tQtqrBIipVMJYhqBZPOwIECBAgQIAAgYYLOJw2nNgABAgQIECAAAECBAgQIECAAAECBAgQIECAAAECBAg0UUDAtXr8olW8eo5UbdBVwLX6/dGSQG6BIgHXNNjbb78dF1xwQfYB7p5XtR/eTh+IT1VaTzrppF73z5gxI84666wYOnRo7jW5gQCB4gICrsUNO6iHlj//lRlw7e/nVtrvadOmRfr5tf766/e7/ak66fnnn9/r77fbbrus8uFOO+3U0o9NIwOuKQyW7FIF157XkUcemYXBRowY0dI2jZjcn/70pywcl8KNXVcKNX73u9+Nvfbaqy5DNjvg+rOf/SyOOuqo+OlPf9prPdW8luoCUEMnzQi4tkMwPn1RTTr/97yuvPLK7H2xXa8iAde05hTgTmH0O+64oxfBKaecEjNnzhyw+mp6X7zooovisssu6/UekELu6csAKpzVClM7/xUm1AEBAgQIECBAgEADBQRcG4irawIECBAgQIAAAQIECBAgQIAAAQIECBAgQIAAAQIEmi4g4Fr9FtSrilfPEQcKugq4Vr8/WhLILVA04JoGfOWVV7IPby9evLjX+CnE86UvfSmGDBnS77wqVSUazGGW3BvoBgINEhBwaBBse3bb8ue/MgOujz32WEyaNClWrFjRazerqTT61ltvZWGvFNjseY0ZMyYWLFgQm266aUs/IY0KuK5atSoLcKWAa89rsFdzf/XVV+O4447rVSl4zz33zJ6VZFOPq9kB1/6eqXpWqa2HU88+mhFw7S8IPH369LVC4fVeb7X9LV26NMaPHx/Lly/vviX9fpAC2sOGDau2m5ZqVzTgmhazbNmyOPHEE9eqTJ1+DqSQ6rquxx9/PI455phIVcO7rvQFQJdeemlssMEGDbFy/msIq04JECBAgAABAgTqJCDgWidI3RAgQIAAAQIECBAgQIAAAQIECBAgQIAAAQIECBAg0JICAq75tqWeVbx6jtxf0FXANd/+aE0gl0A9Aq5pwKeffjr7UHsK/Gy88caRPnA/efLkdX74ulL119GjR8fChQtj1KhRudahMQEC9RUQcKivZwf01tLnvzICrimceuedd8bf//3frxVuTfs7ZcqULMg1fPjwfre7v3m2SwisXgHXVJk0hVpffPHFuO++++Kmm26qGBhuZJXCdnhNVgo1Tpw4Ma677rpIgep6XM0OuFYKi6Z1pS9NGTt2bD2WWPc+mhFwfemll2LChAnx6KPpV+b/ulIl0FmzZsV73/veuq8zb4eVAtntEt7vb631CLh2Pc/ptZve97bffvv4h3/4hzj88MNjvfXW65e5UvXXgw8+OG688cbYYost8m5P1e2d/6qm0pAAAQIECBAgQKAJAgKuTUA3JAECBAgQIECAAAECBAgQIECAAAECBAgQIECAAAECpQkIuOajbkQVr54z6Bt0FXDNtz9aE8glUK+A65o1a7IPXKfQRfqTKoxV+IB0r7k98MADWSg2fdg7XSmsMdjDLLk2T2MCDRSo8Pr9RET8WQOH7MSu/xAR6Q3utxHx722+wJY+/zUi4JoCrStXrsyq7z300ENxxx13RKo6XunaY4894utf//qAX85QqWp56u+iiy7K/gz0c7PZz1B/Add6zytVJ/3KV74SRxxxxDoDYPUet9X6S9Ub99lnn17TOu+88yKF7oYMGVKX6TY74JqqWE6dOnWttfzgBz+Ivfbaqy5rrHcnzQi4tkM4/s0334wzzjgj+32g60pfXHP77bdnoc52vOoVcH3nnXey9/j0hUBXX311fPjDH14nR9fvVSeddFJ3u7IqWgu4tuOTas4ECBAgQIAAgcEjIOA6ePbaSgkQIECAAAECBAgQIECAAAECBAgQIECAAAECBAgMRoG+AdfBaNCKa+4Kuj7Sc3Lpw54uAgTqJ9BfwDWNMG3atEjBg1a+UqXYCy+8sJWnaG4E2lKg1YN2bYlq0tUI1HT+6y/8Vc2ARduk4NYNN9wQe++994BdVarImW5ql59lZQRcTzjhhLjkkktim222GdCz0xtUClJeeeWV2fmsXlezA66Vxt9xxx3jW9/61oAhwHoZ5O2nGQHXP/zhDzF58uRYtGhRr+mmip7z58+PESNG5F1G3du/++672Zn88ssv79V3K4eVB0LoL+DazJ85A82559/feuutWeXfPJeAax4tbQkQIECAAAECBMoWEHAtW9x4BAgQIECAAAECBAgQIECAAAECBAgQIECAAAECBAiUKSAxWaZ2wbEEXAsCup1AHwEBV48EAQKVBARcPRetJDDQ+a9ZYaMDDjggrrjiith5552r4uovIFpLCKmqAevcqIyA6/777x8nn3xyHHLIITFs2LA6r6C9uktBwfPPP7/XpOv9rLRiwLXVq342I+CaKkpX+uKZAw88MNJ8Ntlkk5Z4uCs9s4sXL46xY8e2xPzyTkLANROTIcj74GhPgAABAgQIECDQMAGH04bR6pgAAQIECBAgQIAAAQIECBAgQIAAAQIECBAgQIAAgRYQEHBtgU2odgoDBRyq7Uc7AgT+n4CAqyeBAIFKAgKunotWEhjo/Fd2wDVVmDzrrLNi/PjxMXz48KqpGhFw7S/4VvWkejQcKDxZRsC1azq77bZbXHbZZfGJT3wi1ltvvVqW0/b3VAqf1rsapoBr/sdEwLV/s0o2A72v5N+B8u4QcM2sZQjKe+SMRIAAAQIECBAgMICAw6lHhAABAgQIECBAgAABAgQIECBAgAABAgQIECBAgACBThYQcG3N3X0sIi6OiEd6Tm+ggENrLsWsCLSugIBr6+6NmRFopoCAazP1B/XYNZ3/ygi4br/99pGqJR555JGx++67x/rrr597owRc85FtuOGGcc4552Rh4sFWzbW/4LKAa75nqBGtmxFwffPNN+OMM86IG2+8sdeSWq2CayWbOXPmZFWZ2/EScM12TYagHR9ecyZAgAABAgQIdKiAw2mHbqxlESBAgAABAgQIECBAgAABAgQIECBAgAABAgQIECBAoAaB/y8ifhUR6b+NuLqCDY/+Z+e9AsgCro0g1+dgFuj7QfTp06fHhRdeWDVJpQBGLZWa+vsAedUT0ZAAgboKVAi4friuA3RmZ29ExBYRcWpEfKbPEv88Iv69jZfd0ue//gKuKZQ6cuTIdbKnn2PPPvtsrFq1qmK7z372s5F+Rm255ZZRNPj9zDPPxKc//el4+eWXe42VKpWed955NT0erVDBNW/oMp3nV65cmZk///zzcd9998WSJUtixYoVFQ1mzJiRhVyHDh1ak1E73lRpX7fbbrtYtGhR7LTTTnVbUrMruF5++eVx/vnn91pPeq195zvfiV122aVu66xnR80IuPb3Hjdx4sS47rrrIoXBW+F6/PHHY5999uk1lby/W7TCOrrm0Pf1kfd3nEr7lvf9sl6/a1XrWuHnnAxBtXjaESBAgAABAgQINFzA4bThxAYgQIAAAQIECBAgQIAAAQIECBAgQIAAAQIECBAgQIBA2wikqqoXNWC2fYOtXUMIuDYAW5cEugQEXD0LBAhUEhBwKPRcbB0R/9anh3YPuLb0+a+/8Fe1wap33nknnnvuuZg1a1YsXLhwrc3fbbfdIoVQP/GJT8R6661X88PxwgsvxNFHH52N1fOqdp6VBm7HgGuldaTA69VXXx1f+cpX1gobp/DeDTfcEMccc0zN9u12Y6V9HT16dNx+++2Rgtv1upodcK0UFk1ryxsCrJdHNf20UsA1VUadPXt2y1Q4rlSlusj7WzX70cg2Aq6ZrgxBIx8yfRMgQIAAAQIECOQScDjNxaUxAQIECBAgQIAAAQIECBAgQIAAAQIECBAgQIAAAQIEOlagEdW7+gu2diEKuHbs42RhrSBQtHJqvaoKFZ1HK1iaA4FOEhBwLbSb74uIVM2159XOAdeWP/8VDbh2bdTq1avjzjvvjC996UtrVRNNIctzzjknqyQ6bNiwmh6Ql156KSZMmBCPPvpor/tPOeWULFz73ve+N3e/nRJwTQtP/gsWLIjk0bei7pgxY+KWW27JKukOhmuwBFy/973vxQEHHLDWlt52221ZGLwVr2YEXPsLx6fKz+kMPWTIkJag6qSAaz1+x1HBtSUeS5MgQIAAAQIECBDoIAEB1w7aTEshQIAAAQIECBAgQIAAAQIECBAgQIAAAQIECBAgQIBAAYF6Vu8aKNjaNU0B1wIb5lYCAwn0DZZeeeWVMW3atIFu6/77enz4O3Um4Fo1uYYEShEQcC3E3GkB15Y//9Ur4Jp2fc2aNfHII4/EZz/72bVCrunvL7744izoWkvINYU2Tz311Jg/f36vB+zggw/O/rcRI0YUevCqvbm/sNytt96aBXD7uyqF11LbelbbTOeK5HvttdeuNY0UPj788MOrXWZbtxssAdelS5fG+PHjY/ny5b32K+95tMzNbkbA9Z//+Z+zIHDf4HerOXV6wHXx4sUxduzYqh83AdeqqTQkQIAAAQIECBAgUJWAgGtVTBoRIECAAAECBAgQIECAAAECBAgQIECAAAECBAgQIECgowXqVb2r2mBrF6aAa0c/VhbXTIF33303Lrzwwrj88su7pzFQuKXvfAVcm7mDxibQOAEB10K2nRRwbYvzXz0DrmnnU8h14cKFMXXq1LUCZenvZ8yYkVVyHTp0aK4HpdLP3dTB6NGj4/bbb4/tt98+V3+1Nm7lgGta01NPPRWHHnpovPzyy72WmL6AI9mvv/76tS69be6rdL7acccd41vf+lZ8+MMfrts6+n7BSOr4wAMPjBTi3GSTTeo2Tn8d9VfVuJX3uhkB1/T+cMwxx6zFmDdw2egNXbJkSYwbN67XMNOnT89+32i3q9IXEuQN8wu4ttuumy8BAgQIECBAgECrCwi4tvoOmR8BAgQIECBAgAABAgQIECBAgAABAgQIECBAgAABAgQaL1C0elfeYGvXigRcG7+3RhikApXCE7fddlscffTRVYv84Q9/iMmTJ8eiRYu678kbkk03quBaNbmGBEoREHAtxNxJAde2OP/VO+Cadv+dd96JWbNmxbnnnrvWw7DhhhvGnDlz4thjj40Kr5V1PjyVwnHphjKDaq0ecK10tkhGZQYvC70D1OHmSme01G3egN1AU2l2wLW/dY4ZMyYWLFgQm2666UBLKPT36dx71113xf777589X1tvvfWAwfWyA679BeO322677Py90047FTKo582VbG6++eY44YQT6jlMKX31/bmS3vcfeOCB+PjHP171+CtWrIjjjjsunnjiie578r6G6/VlQtVO2vmvWintCBAgQIAAAQIEmiEg4NoMdWMSIECAAAECBAgQIECAAAECBAgQIECAAAECBAgQIECgdQSKVO+qNdjatXoB19Z5DsykwwRef/31mDhxYtx7773dK8v7oetKoaL04e9PfvKTubQEXHNxaUyg4QICDoWIOyXg2jbnv0YEXNMT8Oqrr8bJJ58cd99991oPxKhRoyKF4/KGy5YuXRrjx4+P5cuX9+rzvPPOy77sYciQIYUevmpubvWA63/8x39kFXKvv/76XsvZZZddMvNtt922mmW2dZv+Qo15z2kDITQ74JrmN3fu3Kxacs9ryy23jG9/+9ux++67D7SEmv/+T3/6UxZgnz17dncfG2+8cVY9+KKLLoq/+Iu/qNh32QHX3//+99l5/f777+81n/Q+cuONN8af/dmf1WxQ7xtvueWWmDRpUq9ua/nim3rPq5b+/vVf/zWrmvvMM89kt9dSabvve20toWQB11p2zz0ECBAgQIAAAQKdKiDg2qk7a10ECBAgQIAAAQIECBAgQIAAAQIECBAgQIAAAQIECBCoTqCW6l1Fg61dMxNwrW6PtCKQW+Cll16KCRMmxKOPPprdm8IE3/nOdyIFSKq9UvgnVSZ68MEHu2+pJXwh4FqtuHYEyhEQcC3k3CkB17Y5/zUq4JqeghRITSGnZcuWrfVQHHnkkVk4b8SIEVU/MG+88Uacdtpp8Y1vfKPXPXvssUcsXLgwPvShD1XdV60NWz3gmtZVKXhZS8CsVqNWuK+SQb3Dgq0QcE0Bwk9/+tPx8ssv92JPFZSnTZuWu0pytXvX9xzcdd9BBx0U8+fPjw984AMVuyo74PrQQw/FYYcdFqtWreo1n7R3F1xwQcN8qnXs2a7S8/TYY4/F3nvvXUt3Tb2n75cR7LnnnllV4ZEjR1Y9r5/97Gdx1FFHxU9/+tPsnlrewwRcq+bWkAABAgQIECBAYBAICLgOgk22RAIECBAgQIAAAQIECBAgQIAAAQIECBAgQIAAAQIECPQjkLd6V72CrV3TEXD1aBJokEDfD103aJjSuj3wwAMjhQ422WST0sY0EIFOFRBwLbSznRBwbavzXyMDrmvWrMmqJJ500kkVH4qrrroqTj/99Fwhs0oBudR5LX3V8qS2esC1vwqutYTDavFplXsqPSdz5szJqgrX62qFgOsf/vCHmDx5cixatKjXssaMGROpImj6ApZGXHfddVccccQRa3V94YUXZhVc+6umXGbA9e23345zzjknrrnmml7zLKPCbV7zShVxa/nynLzjNqr9448/Hvvss0+jui+93/S+kaoVDxs2bJ1jO/+VvjUGJECAAAECBAgQyCEg4JoDS1MCBAgQIECAAAECBAgQIECAAAECBAgQIECAAAECBAh0mEC11bvqHWztYhRw7bAHynJaR6DTPrgt4No6z5aZtL+AgEOhPeyEgGtbnf8aGXBNT8LKlSvjC1/4Qha263uNGvPbfAIAACAASURBVDUqbrvttthpp52qfmhSpcoTTjihV/XzdHMKcKYqrqnPRl6tHnDtL/A42H7Of+9734sDDjig16Nw3nnnZdVt+wtf5n1uWiHgmuZ80003ZSHXvle9K9Z29d/fa7qa4GiZAdd0Vk8VpPtWt00VXZNZnurReZ+NvO0rvW532WWX7P1x2223zdtd09un9/tJkyY1fR71moCAa70k9UOAAAECBAgQINBMAQHXZuobmwABAgQIECBAgAABAgQIECBAgAABAgQIECBAgAABAs0TqKZ6V6OCrV2rFnBt3v4bucMF5s6dG1OnTu2YVQ624EvHbJyFtKSAgGuhbWn3gGvbnf8aHXBNT8PTTz8d48ePjxUrVqz1cEyZMiWrjDd8+PCqHpx1VYU95ZRTYubMmVX3VdWAfRq1esD1qaeeikMPPXStUF+ymTVrVrz3ve+tZdltd8/SpUuzZ2758uXdc584cWJcd911seGGG9ZlPa0ScP3Vr34Vxx57bDz55JO91rXffvvF/Pnz44Mf/GBd1tvVyeLFiyNZrlq1qle/KXj+ta99LTbaaKN+xysr4Prqq69m1XrvvvvuteZy5513xuGHH15Xk6KdpffG4447Lp544onurg4++OBs/1opiFvNOt99991IlXwvv/zyapq3RRsB17bYJpMkQIAAAQIECBAYQEDA1SNCgAABAgQIECBAgAABAgQIECBAgAABAgQIECBAgACBwSmwrupdjQ62dokLuA7OZ8+qGyzwpz/9Kc4999wskNMpl4Brp+ykdbSCgIBroV1o94Br253/ygi4plDqNddcE1/84hfXejhS2HDOnDlZQK/Ca6fiw/Tb3/42q1h57733rvX3M2bMiLPOOiuGDh1a6EHs7+ZWDri+/fbbccEFF2RB1r7XjTfeGJ/73OcaYtKKnaaAYwoMPvjgg93T23fffSMFLLfaaqu6TLlVAq7p9ZXOpOm573vVO/S9bNmyOPHEE9cK06bXcQpjjhs3bp22ZQRc0+vgyiuvjPPPP3+tuYwdOzbmzZsXm222WV2egXp18swzz8SnP/3pXsH0adOmRXo/W3/99es1TCn99FdFupTBGzSIgGuDYHVLgAABAgQIECBQqoCAa6ncBiNAgAABAgQIECBAgAABAgQIECBAgAABAgQIECBAgEBLCPRXvausYGsXgoBrSzwOJtFpApVCE+mD9OmD6NVelUKyKaxz9dVXx/vel/Jd1V99AxbTp0/PKie5CBBojoCAayH3dg64tuX5r4yAa3oi1lVRcY899sjCcdttt13VD8/DDz8cxx9//FqVSlPQ7u///u/jjDPOiA022KDq/qpp+Nprr2VVCb/61a+u1fzWW2+NCRMm9NvND3/4w/jrv/7rtf7+Bz/4Qey1117VDL/ONinkuHDhwqy6fN/KmqNGjYo77rgjdthhh8LjtEsHb731VnYumzt3bveU07PxwAMPxMc//vG6LKNVAq5pMb/5zW+yqqqPPPLIWmu77LLL4swzzyz8enjllVeyqqipgmvfq5rqremeRgdc07Of1puCoX2vtP+LFi2KAw44oC77X89OKrmk4H/ybrfrZz/7WRx11FHx05/+tHvq6ZlJ4eJqr0oh2YsuuijSn2q/CCGNVel9YKD36mrnWKmd818RPfcSIECAAAECBAg0WkDAtdHC+idAgAABAgQIECBAgAABAgQIECBAgAABAgQIECBAgEDrCfSt3lV2sLVLRMC19Z4NM+oAgUpVllJg4pOf/GTVq3vppZeyIMyjjz7afU8tH9xONwu4Vs2uIYFSBAQcCjG3c8C1Lc9/ZQVc01PRXyg1/V2qPnnppZdWHcJ75513skqlqaJ6pSsF7i655JLYZpttCj2Q6eZUEfKee+6JK664In70ox9V7G+g0FQjA64pxHXTTTdl4a8Uwu17pS+9SH83ZMiQwhbt1EGqapqCnT2veoYGWyngmtaYQoQp5No34Jz+7uyzz47zzjsvNt5445q2cMWKFVlg+O67717r/pEjR2bB1WqC2o0KuKb3gxTuTRWM+3uNNrq6c02wEVHpS29SGPe73/1uVaa1jtuo+5YsWdKrkm/64oIULN5pp52qHnLp0qUxfvz4WL58efc9N998c6T39TyXgGseLW0JECBAgAABAgQ6XUDAtdN32PoIECBAgAABAgQIECBAgAABAgQIECBAgAABAgQIECDQW6Bn9a5mBVu7ZiTg6ukk0ACBVA0sVUjrunbZZZe47bbbYtttt616tIceeigOO+ywXiGEvNWNugYTcK2aXUMCpQgIuBZibteAa9ue/8oMuKYQWgpapgqLfa9aqiu+8cYbWaAtVT+vdKUwXwrATpo0KTbbbLPcD+brr78eKayVgrQ9qxFW6qjMgGuq1rpy5cr4t3/7t7jvvvsijd3f/FLoMP19PYK+uQGbfEMKFX/qU5/qddZKFTFT8HXYsGGFZ9dqAdeBQt+77bZb9vobM2ZM1UHyFO6+8847Y/r06fHCCy9UNLvhhhti8uTJVVXWrEfAtev5T0He559/Ph5//PG46667+p1fmvQpp5wSM2fOjOHDhxfe93p38Pvf/z4LJt9///3dXe+7775ZaHirrbaq93AN7e/dd9+NFKhPla67roMPPjir0D1ixIiqx06B/fRMdV1bbrllfOc734n0O1eeS8A1j5a2BAgQIECAAAECnS4g4NrpO2x9BAgQIECAAAECBAgQIECAAAECBAgQIECAAAECBAgQ6C2QqnftGxHpv/9VmrE5SgKuzXE3agcLpA/Tn3rqqdkHtbuu9KH06667LlI4p5orhQXOOeecuOaaa7qbjx49Om6//fbYfvvtq+miVxsB19xkbiDQUAEB10K87RpwbdvzX5kB1/RkvPjii3H88cdHCh/2vVIQ6sYbb4wtttii6ocohVxTYLZSaLark/Tz+ZBDDskqp+++++6xySabxHrrrbfWGCkg+O///u/x/e9/PwvMpS+jqFQNs+eNqe8vf/nL8fnPf36d4bn+KrhWvdAaGqaAb/oCjjwV5msYpmVvefnll7OKjw8++GD3HPfcc89YsGBBpKqjRa9KAdeifVa6P88ZMb0e0hnz+uuv73cqO+64Y3zuc5/LqmxuvfXWMXTo0F5tV69eHb/97W+z53/evHnZ66G/6+KLL87GqzYwXCng2giznn2mc3oKqW+66aaNHqqm/isFsVO13FRxdv3116+pz2bd9NJLL2Xvs48++l//3yCpcnB6rVRbQTp9sUB6PntWCz7ooIOy370+8IEP5FqagGsuLo0JECBAgAABAgQ6XEDAtcM32PIIECBAgAABAgQIECBAgAABAgQIECBAgAABAgQIECDQR2DniHi2RVQEXFtkI0yjcwSeeuqpOPTQQyOFJrquOXPmRKoIVu1VqY/TTz89qyy1wQYbVNtNdzsB19xkbiDQUAEB10K87RpwbdvzX9kB1/R0pIrlKXRWKTyafqalqqt9Q3freqrSF0ekYGwKmr722mtVPYAf//jHY6ONNupuu2LFinVWgKzUaQrNXnLJJfHRj350wOqVZQdcU7g1ffnG0UcfPeDcqgJrw0apmmTan/RM9bxSRdLDDz+88IpaMeCaFpVeA+k1lMKp1Vw9XwspEPjss88OGOxO/Z5//vnZnzxVUcsOuCaHNMdqv4SmGq96tknVaC+99NKs6mnPK71Hjh07tp5DldJX+mKAI444otdYDzzwQK6QfaU+UkA5hX4rnK/WuS4B11K23SAECBAgQIAAAQJtIiDg2iYbZZoECBAgQIAAAQIECBAgQIAAAQIECBAgQIAAAQIECBDoQAEB1w7cVEtqnkCloMSoUaPijjvuiB122KGqiaXKWukD2j1DB+lD96lK0f77719VH30bCbjWxOYmAg0TEHAtRNuuAddCi67zzbnOf80IuKbQUar6eO2116619FRZM4Xg9tprr1wsKSj2k5/8JC666KK45557ct2bt/Fuu+2WjTNmzJiqv5iizIBrsrvqqqtil112yR0Iy2vR6u1TFdLDDjusV2CzyJeK9FxvqwZc0xzTayxVcU0B34GqEOfdwxSevvLKK7NKnXmC6GmcsgKu6TWaqjp/4hOfqFitOe+aG9W+UpXhfffdN3PaaqutGjVsQ/pNv+Ocdtpp8Y1vfKO7//Qeecstt8SWW25Z1ZipcvDkyZPj3nvv7W6f93etngMJuFbFrhEBAgQIECBAgMAgERBwHSQbbZkECBAgQIAAAQIECBAgQIAAAQIECBAgQIAAAQIECBBoQYFcAYcWnL8pEWgpgV/96ldx7LHHxpNPPtk9r8985jNZQKea6lUpfLNw4cKYOnVqr7BBCl7cdNNNMWLEiJrWK+BaE5ubCDRMQMC1EK2AayG+7OZc579mBFzTJJctW5b9TH3uuefWWvGRRx4Zc+fOrennYqrm+uCDD8YVV1wR3//+94tr9ughVWw99dRTY7/99qs62Np1exkB1yLzqytUC3X2+uuvx+c+97nsi0S6riKBuZ5La+WAa/ZG0IDQd3rG0rp33jkVrc5/NTLgmr4wJn1ZzMknn1zTazT/aorfUSmAnaq5pgD9kCFDig9QYg9PPfVUHHrooZFCu11XnrW88847kSq1pqq7Pa8igXQB1xIfAEMRIECAAAECBAi0vICAa8tvkQkSIECAAAECBAgQIECAAAECBAgQIECAAAECBAgQIECgYwVyBRw6VsHCCNRBIIUEZs+eHWeddVav3u688844/PDDqxohhXlOPPHEXgHZ9GH8+fPnx7hx46rqo1IjAdea6dxIoCECAq6FWAVcC/FlN+c6/zUr4Jp+rt54441x0kknVVzxDTfckFXyq/B6qkoohaXSF1KkL5ZIf1577bWq7uvbaI899sh+zh911FGRqsvWOp96BlxTBc3Ro0fH5ptvHrvuumtWqTX9v2v9ooyaYNropvQlIulZ6nmlIN20adNq3s/UV6sHXLvWu3r16uy1MGfOnCzom7eiazqrpi9jSV/Qkl4P6623Xs27X6+A6/bbb5+9HrfddtvYYYcdsnl95CMfiWHDhtU8t7JvTGH8VMn6mmuu6R46VTr99re/HbvvvnvZ0yk0Xj3W8thjj8WkSZNixYoV3XNJe7xo0aLsfa6WS8C1FjX3ECBAgAABAgQIdKqAgGun7qx1ESBAgAABAgQIECBAgAABAgQIECBAgAABAgQIECBAoPUFcgUcWn85ZkigeQKVKs2NHTs25s2bF5ttttmAE3vllVeyilKLFy/u1faUU06JmTNnVlUBtr9BBFwH5NeAQKkCAq6FuAVcC/FlNzv/9TFMYddf/OIX8cwzz8Szzz6bVY1NIaoXXnihu6XQaPEHr1V7+M1vfhMTJ06MRx55pHuKqQpv+oKRD37wg6067YbMKwX+/s//+T9Z4PVHP/pR9jpIr4eeAfAUHk3B0RQq3HPPPWO33XYTnm7AblSqeJp+V0hfqNNOQd1E8/DDD8fxxx/fq3prnrVU+hKg1O+MGTOyLxcaOnRoTTsg4FoTm5sIECBAgAABAgQ6VEDAtUM31rIIECBAgAABAgQIECBAgAABAgQIECBAgAABAgQIECDQBgICDm2wSabY+gJvvPFGVmHp+uuv7zXZW2+9NSZMmDDgAl599dXsw9kpSNHzStWmvv71r8eoUaMG7GNdDQRcC/G5mUDdBQRcC5EKuBbiy252/ituqIcOEkjVglOVzC9+8Yu9VlW0SnAHEVlKyQKp4ukFF1wQqZJw15Wqt952222x9957lzybYsNV+hKfPGtZvnx5nHbaafHAAw/0msi4ceNi7ty5WaXqWi8B11rl3EeAAAECBAgQINCJAgKunbir1kSAAAECBAgQIECAAAECBAgQIECAAAECBAgQIECAAIH2EBBwaI99MssWFkihiIULF8bUqVNj1apV3TOttnprf+HWDTfcMObMmRPHHntsVAjD5RIRcM3FpTGBhgsIuBYiFnAtxJfd7PxX3FAPHSagimuHbWibL+fpp5+O8ePHZxV0u648FU9bZfmpOnYK6Z577rm9plTtWvoLt44cOTJuvvnm2GeffQotVcC1EJ+bCRAgQIAAAQIEOkxAwLXDNtRyCBAgQIAAAQIECBAgQIAAAQIECBAgQIAAAQIECBAg0EYCAg5ttFmm2poCjz32WEyaNKnXB9BTODVVY02VhdZ1pQ+tT5s2Le6+++61ms2YMSOr6jp06NDCCxdwLUyoAwJ1FRBwLcQp4FqIL7vZ+a+4oR46UCBVxzzppJN6fWHJzJkz48wzz4whQ4Z04IotqRUF3njjjez3g3nz5nVPLwU6Fy1aFLvuumsrTrninPr7EqBq1/LjH/84Tj/99PjhD3/Yq/96fgmQgGvbPE4mSoAAAQIECBAgUIKAgGsJyIYgQIAAAQIECBAgQIAAAQIECBAgQIAAAQIECBAgQIAAgYoCAg4eDAIFBZYtWxYnnnhiPPnkk909TZkyJWbPnh3Dhw/vt/dnn302PvvZz8ZPfvKTtdpcfPHFcc4558SwYcMKzu7/3S7gWhdGnRCom4CAayFKAddCfNnNzn/FDfXQgQIrV66ML3zhC3HLLbd0r27UqFGRgq877bRTB67YklpRYPHixTFx4sSOCFpX+iKg9HtJqui6ri/xuf/++2Pq1Km9vkAo7VUKt6bfsdKXC9XjS4AEXFvxFWBOBAgQIECAAAECzRIQcG2WvHEJECBAgAABAgQIECBAgAABAgQIECBAgAABAgQIECBAQMDBM0CgDgI9P7xdbRDinXfeiZtvvjmr0LRq1aruWZx//vmR/qwrHJt3ygKuecW0J9BYAQHXQr4CroX4spud/4ob6qFDBZYuXRrHHHNMpC8w6bpOOOGE+NrXvhYbbbRRh67aslpF4MUXX4zjjz++V9XScePGxdy5c2PzzTdvlWlWPY++VVz322+/mD9/fnzwgx9cZx8peJqqJ6cv/em6Urj1sssuy4Kv9Qi3pn4FXKveSg0JECBAgAABAgQGgYCA6yDYZEskQIAAAQIECBAgQIAAAQIECBAgQIAAAQIECBAgQIBAiwoIOLToxphWewmkD2/feOONcdJJJ8UNN9wQkydPjgoBtrUWtXr16liwYEGccsop2d+lqq1nnXVW3Sq3dg0o4Npez5PZdr6AgGuhPRZwLcSX3ez8V9xQDx0q0DeQ17XMPOe7DqWxrAYLvP3223HBBRfErFmzukcaOXJk9oU4++yzT4NHb1z36Ut9LrrooiwkvmjRojjggAOqGix5XHnlldkX/2y88cbZ/z1hwoS6hVvTJARcq9oKjQgQIECAAAECBAaJgIDrINloyyRAgAABAgQIECBAgAABAgQIECBAgAABAgQIECBAgEALCgg4tOCmmFJ7CrzxxhuxcOHCOPbYY3NVX00f+p49e3Zsttlmdf/Qdpdk+kD5Pffc0w17yCGHxBe+8IX2hDZrAh0gIOBaaBMFXAvxZTc7/xU31EMHC6QzXfrSkeuvv757lSlo+M1vfjP22muvDl65pTVLoL9g9VVXXRWnn356VV+c06y5VzPuK6+8Evfff3/u33XSazFVcd1///3jwAMPrLvDf/zHf8Sll14aTz31VPcy0hcPpaq5jbic/xqhqk8CBAgQIECAAIF6CQi41ktSPwQIECBAgAABAgQIECBAgAABAgQIECBAgAABAgQIECCQV0DAIa+Y9gQIECBAoKCAgEMhQAHXQnzZzc5/xQ310OECKZB38sknx+LFi7tXmkJvc+fOjc0337zDV295ZQs89thjMWnSpFixYkX30CloOXPmzFxfnFP2vI2XT8D5L5+X1gQIECBAgAABAuUKCLiW6200AgQIECBAgAABAgQIECBAgAABAgQIECBAgAABAgQIEPgvAQEHTwMBAgQIEChZQMChELiAayG+7Gbnv+KGehgEAsuWLYsTTzwxnnzyye7VCh0Ogo0veYm/+c1v4tRTTxWmLtm9GcM5/zVD3ZgECBAgQIAAAQLVCgi4ViulHQECBAgQIECAAAECBAgQIECAAAECBAgQIECAAAECBAjUW0DAod6i+iNAgAABAgMICDgUekQEXAvxZTc7/xU31MMgEfjlL38Zv/71r3utdtttt42tt956kAhYZiMFVq9eHc8//3y89tprvYYZNWqUSsGNhG9S385/TYI3LAECBAgQIECAQFUCAq5VMWlEgAABAgQIECBAgAABAgQIECBAgAABAgQIECBAgAABAg0QEHBoAKouCRAgQIDAugQEHAo9Hw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7x9grwAAIABJREFUroX4spud/4ob6oEAAQIECOQScP7LxaUxAQIECBAgQIBAyQICriWDG44AAQIECBAgQIAAAQIECBAgQIAAAQIECBAgQIAAAQIEugVWR0T3v1uvXr06KnzoEhcBAgQIECBQJ4E1a9bEeuut17O3FDbs9T/UaahO7UbAtfjOOv8VN9QDAQIECBCoWsD5r2oqDQkQIECAAAECBJokIODaJHjDEiBAgAABAgQIECBAgAABAgQIECBAgAABAgQIECBAgED8MSKGdzmsXLkyNtxwQywECBAgQIBAgwRWrVoVG220Uc/e34iI9zdouE7sVsC1+K46/xU31AMBAgQIEKhawPmvaioNCRAgQIAAAQIEmiQg4NokeMMSIECAAAECBAgQIECAAAECBAgQIECAAAECBAgQIECAQLwYESO7HH7+85/Hdttth4UAAQIECBBokMDy5cvjf/yP/9Gz9xURsU2DhuvEbgVci++q819xQz0QIECAAIGqBZz/qqbSkAABAgQIECBAoEkCAq5NgjcsAQIECBAgQIAAAQIECBAgQIAAAQIECBAgQIAAAQIECMTjEfE3XQ7f/e5346CDDsJCgAABAgQINEjg/vvvj0996lM9e/9+ROzdoOE6sVsB1+K76vxX3FAPBAgQIECgagHnv6qpNCRAgAABAgQIEGiSgIBrk+ANS4AAAQIECBAgQIAAAQIECBAgQIAAAQIECBAgQIAAAQIxLyImdznMmDEj/u7v/g4LAQIECBAg0CCBK664Is4999yevd8YEVMaNFwndivgWnxXnf+KG+qBAAECBAhULeD8VzWVhgQIECBAgAABAk0SEHBtErxhCRAgQIAAAQIECBAgQIAAAQIECBAgQIAAAQIECBAgQCA+HxHXdzmMHTs2Fi9ejIUAAQIECBBokMC4ceNiyZIlPXs/JSL+sUHDdWK3Aq7Fd9X5r7ihHggQIECAQNUCzn9VU2lIgAABAgQIECDQJAEB1ybBG5YAAQIECBAgQIAAAQIECBAgQIAAAQIECBAgQIAAAQIEYnREPNvl8L73vS/++Mc/xnve45+yPRsECBAgQKDeAmvWrIn3v//98eabb/bseueIeK7eY3VwfwKuxTfX+a+4oR4IECBAgEBVAs5/VTFpRIAAAQIECBAg0GQB/yrY5A0wPAECBAgQIECAAAECBAgQIECAAAECBAgQIECAAAECBAa5wIsRMbLL4I477ojx48cPchLLJ0CAAAEC9RdYtGhRHHnkkT07XhER29R/pI7uUcC1Ptvr/FcfR70QIECAAIF1Cjj/eUAIECBAgAABAgTaQUDAtR12yRwJECBAgAABAgQIECBAgAABAgQIECBAgAABAgQIECDQuQJXR8TpXcsbO3ZsLF68uHNXa2UECBAgQKBJAuPGjYslS5b0HP2aiDijSdNp12EFXOuzc85/9XHUCwECBAgQWKeA858HhAABAgQIECBAoB0EBFzbYZfMkQABAgQIECBAgAABAgQIECBAgAABAgQIECBAgAABAp0r8FcR8UTP5f34xz+Oj370o527YisjQIAAAQIlC/zkJz+Jj33sY31H3TMi/qnkqbT7cAKu9dlB57/6OOqFAAECBAj0K+D85+EgQIAAAQIECBBoFwEB13bZKfMkQIAAAQIECBAgQIAAAQIECBAgQIAAAQIECBAgQIBA5wo8HhF/07W84447Lr75zW927mqtjAABAgQIlCwwYcKEWLBgQc9Rvx8Re5c8jU4YTsC1frvo/Fc/Sz0RIECAAIG1BJz/PBQECBAgQIAAAQLtIiDg2i47ZZ4ECBAgQIAAAQIECBAgQIAAAQIECBAgQIAAAQIECBDoXIGjIuL2nsv77ne/GwcddFDnrtjKCBAgQIBASQL3339/fOpTn+o72tER8a2SptBJwwi41m83nf/qZ6knAgQIECDQS8D5zwNBgAABAgQIECDQTgICru20W+ZKgAABAgQIECBAgAABAgQIECBAgAABAgQIECBAgACBzhXoVcXrL//yL2Pp0qXxnvf4Z+3O3XIrI0CAAIFGC6xZsyZ22mmneP7553sOpXpr7fACrrXbVbrT+a++nnojQIAAAQLh/OchIECAAAECBAgQaDcB/xLYbjtmvgQIECBAgAABAgQIECBAgAABAgQIECBAgAABAgQIEOhMgU9ExEM9lzZlypS44YYbOnO1VkWAAAECBEoQOOmkk2LevHl9R9o/Ih4uYfhOHELAtb676vxXX0+9ESBAgACBcP7zEBAgQIAAAQIECLSbgIBru+2Y+RIgQIAAAQIECBAgQIAAAQIECBAgQIAAAQIECBAgQKBzBa6OiNN7Lm/GjBnxd3/3d527YisjQIAAAQINErjiiivi3HPP7dv7NRFxRoOGHAzdCrjWf5ed/+pvqkcCBAgQGKQCzn+DdOMtmwABAgQIECDQ5gICrm2+gaZPgAABAgQIECBAgAABAgQIECBAgAABAgQIECBAgACBDhN4OiJ26bmma6+9Nk499dQOW6blECBAgACBxglcd911cdppp/Ud4JmI2LVxow6KngVcG7PNzn+NcdUrAQIECAwiAee/QbTZlkqAAAECBAgQ6DABAdcO21DLIUCAAAECBAgQIECAAAECBAgQIECAAAECBAgQIECAQJsLjI6IH0bE8J7rUMm1zXfV9AkQIECgNIF+Kne9ERF7RcRzpU2kMwcScG3Mvjr/NcZVrwQIECAwSASc/wbJRlsmAQIECBAgQKBDBQRcO3RjLYsAAQIECBAgQIAAAQIECBAgQIAAAQIECBAgQIAAAQJtLHBIRHyn7/ynTJkSc+fOjfe8xz91t/HemjoBAgQINEhgzZo1cfLJJ8e8efMqjfDpiLinQUMPpm4FXBu3285/jbPVMwECBAh0qIDzX4durGURIECAAAECBAaZgH/1G2QbbrkECBAgQIAAAQIECBAgQIAAAQIECBAgQIAAAQIECBBoE4GjIuL2vnP9y7/8y/jKV74SBx10UJsswzQJECBAgEDjBe6///740pe+FM8//3ylwY6OiG81fhaDYgQB18Zus/NfY331ToAAAQIdJOD810GbaSkECBAgQIAAgUEuIOA6yB8AyydAgAABAgQIECBAgAABAgQIECBAgAABAgQIECBAgEALC6RKXrdFxPC+czzuuOPi7LPPjo9+9KMtPH1TI0CAAAECjRX4yU9+El/96ldjwYIFlQZ6IyKOUbm1rnsg4FpXzoqdOf813tgIBAgQINDGAs5/bbx5pk6AAAECBAgQIFBRQMDVg0GAAAECBAgQIECAAAECBAgQIECAAAECBAgQIECAAAECrSwwOiJuiohdKk1y7NixMXHixDjiiCPiPe/xT+CtvJHmRoAAAQL1EVizZk3ceeedMX/+/FiyZEl/nT4TEZ+LiOfqM6pe/lNAwLWcR8H5rxxnoxAgQIBAmwg4/7XJRpkmAQIECBAgQIBATQL+da8mNjcRIECAAAECBAgQIECAAAECBAgQIECAAAECBAgQIECAQMkCV0fE6f2N+b73vS/GjBkTe+65Z4wePTr++3//77HFFlvE+9//fsHXkjfKcAQIECBQH4EUZPjjH/8Yv/3tb+MXv/hFPPfcc/HEE0/Egw8+GG+++ea6BrkmIs6ozyz00kdAwLXcR8L5r1xvoxEgQIBAkwWc/5q8AYYnQIAAAQIECBBoioCAa1PYDUqAAAECBAgQIECAAAECBAgQIECAAAECBAgQIECAAAECNQh8IiIujoi/qeFetxAgQIAAgU4X+P5//px8uNMX2sT1CbiWj+/8V765EQkQIECgfQSc/9pnr8yUAAECBAgQIECgHwEBV48GAQIECBAgQIAAAQIECBAgQIAAAQIECBAgQIAAAQIECLSbwFERcZqga7ttm/kSIECAQIMEUrDh2oj4VoP61+1/CQi4Nu9pcP5rnr2RCRAgQKD1BJz/Wm9PzIgAAQIECBAgQKBGAQHXGuHcRoAAAQIECBAgQIAAAQIECBAgQIAAAQIECBAgQIAAAQJNF/iriDgmIsZFxMimz8YECBAgQIBAeQIrImJxRNwWEf9U3rCDfiQB1+Y/As5/zd8DMyBAgACB5gg4/zXH3agECBAgQIAAAQINFhBwbTCw7gkQIECAAAECBAgQIECAAAECBAgQIECAAAECBAgQIECgFIHREbFnRHwsIraPiL+IiA9ERAqi+LfxUrbAIAQIECBQZ4E1EfFmRPw+In4dES9ExI8j4omIeK7OY+muOgEB1+qcymrl/FeWtHEIECBAoCwB57+ypI1DgAABAgQIECDQMgL+Ea9ltsJECBAgQIAAAQIECBAgQIAAAQIECBAgQIAAAQIECBAgQIAAAQIECBAgQKCFBQRcW3hzTI0AAQIECBAgQIAAAQIECBAgQKD9BARc22/PzJgAAQIECBAgQIAAAQIECBAgQIAAAQIECBAgQIAAAQIECBAgQIAAAQIEyhcQcC3f3IgECBAgQIAAAQIECBAgQIAAAQIdLCDg2sGba2kECBAgQIAAAQIECBAgQIAAAQIECBAgQIAAAQIECBAgQIAAAQIECBAgUDcBAde6UeqIAAECBAgQIECAAAECBAgQIECAQISAq6eAAAECBAgQIECAAAECBAgQIECAAAECBAgQIECAAAECBAgQIECAAAECBAgMLCDgOrCRFgQIECBAgAABAgQIECBAgAABAgSqFhBwrZpKQwIECBAgQIAAAQIECBAgQIAAAQIECBAgQIAAAQIECBAgQIAAAQIECBAYxAICroN48y2dAAECBAgQIECAAAECBAgQIECg/gICrvU31SMBAgQIECBAgAABAgQIECBAgAABAgQIECBAgAABAgQIECBAgAABAgQIdJ6AgGvn7akVESBAgAABAgQIECBAgAABAgQINFFAwLWJ+IYmQIAAAQIECBAgQIAAAQIECBAgQIAAAQIECBAgQIAAAQIECBAgQIAAgbYREHBtm60yUQIECBAgQIAAAQIECBAgQIAAgXYQEHBth10yRwIECBAgQIAAAQIECBAgQIAAAQIECBAgQIAAAQIECBAgQIAAAQIECBBotoCAa7N3wPgECBAgQIAAAQIECBAgQIAAAQIdJSDg2lHbaTEECBAgQIAAAQIECBAgQIAAAQIECBAgQIAAAQIECBAgQIAAAQIECBAg0CABAdcGweqWAAECBAgQIECAAAECBAgQIEBgcAoIuA7OfbdqAgQIECBAgAABAgQIECBAgAABAgQIECBAgAABAgQIECBAgAABAgQIEMgnIOCaz0trAgQIECBAgAABAgQIECBAgAABAusUEHD1gBAgQIAAAQIECBAgQIAAAQIECBAgQIAAAQIECBAgQIAAAQIECBAgQIAAgYEFBFwHNtKCAAECBAgQIECAAAECBAgQIECAQNUCAq5VU2lIgAABAgQIECBAgAABAgQIECBAgAABAgQIECBAgAABAgQIECBAgAABAoNYQMB1EG++pRMgQIAAAQIECBAgQIAAAQIECNRfQMC1/qZ6JECAAAECBAgQIECAAAECBAgQIECAAAECBAgQIECAAAECBAgQIECAAIHOExBw7bw9tSICBAgQIECAAAECBAgQIECAAIEmCgi4NhHf0AQIECBAgAABAgQIECBAgAABAgQIECBAgAABAgQIECBAgAABAgQIECDQNgICrm2zVSZKgAABAgQIECBAgAABAgQIECDQDgICru2wS+ZIgAABAgQIECBAgAABAgQIECBAgAABAgQIECBAgAABAgQIECBAgAABAs0WEHBt9g4YnwABAgQIECBAgAABAgQIECBAoKMEBFw7ajsthgABAgQIECBAgAABAgQIECBAgAABAgQIECBAgAABAgQIECBAgAABAgQaJCDg2iBY3RIgQIAAAQIECBAgQIAAAQIECAxOAQHXwbnvVk2AAAECBAgQIECAAAECBAgQIECAAAECBAgQIECAAAECBAgQIECAAAEC+QQEXPN5aU2AAAECBAgQIECAAAECBAgQIEBgnQICrh4QAgQIECBAgAABAgQIECBAgAABAgQIECBAgAABAgQIECBAgAABAgQIECAwsICA68BGWhAgQIAAAQIECBAgQIAAAQIECBCoWkDAtWoqDQkQIECAAAECBAgQIECAAAECBAgQIECAAAECBAgQIECAAAECBAgQIEBgEAsIuA7izbd0AgQIECBAgAABAgQIECBAgACB+gsIuNbfVI8ECBAgQIAAAQIECBAgQIAAAQIECBAgQIAAAQIECBAgQIAAAQIECBAg0HkCAq6dt6dWRIAAAQIECBAgQIAAAQIECBAg0EQBAdcm4huaAAECBAgQIECAAAECBAgQIECAAAECBAgQIECAAAECBAgQIECAAAECBNpGQMC1bbbKRAkQIECAAAECBAgQIECAAAECBNpBQMC1HXbJHAkQIECAAAECBAgQIECAAAECBAgQIECAAAECBAgQIECAAAECBAgQIECg2QICrs3eAeMTIECAAAECBAgQIECAAAECBAh0lICAa0dtp8UQIECAAAECBAgQIECAAAECBAgQIECAAAECBAgQIECAAAECBAgQIECAQIMEBFwbBKtbAgQIECBAgAABAgQIECBAgACBwSkg4Do4992qCRAgQIAAAQIECBAgQIAAAQIECBAgQIAAAQIECBAgQIAAAQIECBAgQCCfgIBrPi+tCRAgQIAAAQIECBAgQIAAAQIECKxTQMDVA0KAAAECBAgQIECAAAECBAgQIECAAAECBAgQIECAAAECBAgQIECAAAECBAYWEHAd2EgLAgQIECBAgAABAgQIECBAgAABAlULCLhWTaUhAQIECBAgQIAAAQIECBAgQIAAAQIECBAgQIAAAQIECBAgQIAAAQIECAxiAQHXQbz5lk6AAAECBAgQIECAAAECBAgQIFB/AQHX+pvqkQABAgQIECBAgAABAgQIECBAgAABAgQIECBAgAABAgQIECBAgAABAgQ6T0DAtfP21IoIECBAgAABAgQIECBAgAABAgSaKCDg2kR8QxMgQIAAAQIECBAgQIAAAQIECBAgQIAAAQIECBAgQIAAAQIECBAgQIBA2wgIuLbNVpkoAQIECBAgQIAAAQIECBAgQIBAOwgIuLbDLpkjAQIECBAgQIAAAQIECBAgQIAAAQIECBAgQIAAAQIECBAgQIAAAQIECDRbQMC12TtgfAIECBAgQIAAAQIECBAgQIAAgY4SEHDtqO20GAIECBAgQIAAAQIECBAgQIAAAQIECBAgQIAAAQIECBAgQIAAAQIECBBokICAa4NgdUuAAAECBAgQIECAAAECBAgQIDA4BQRcB+e+WzUBAgQIECBAgAABAgQIECBAgAABAgQIECBAgAABAgQIECBAgAABAgQI5BMQcM3npTUBAgQIECBAgAABAgQIECBAgACBdQoIuHpACBAgQIAAAQIECBAgQIAAAQIECBAgQIAAAQIECBAgQIAAAQIECBAgQIDAwAICrgMbaUGAAAECBAgQIECAAAECBAgQIECgagEB16qpNCRAgAABAgQIECBAgAABAgQIECBAgAABAgQIECBAgAABAgQIECBAgACBQSwg4DqIN9/SCRAgQIAAgf+fvbsBtqo874Z/KbwyCX6E5InGJC3a1CA1eiImUiGJaTB+JCoCEqOI4qDiGwlKSBE11CB+EFOkMkgk6viBioiIEB2tH4k+lbTYGB+NDmlsS2mrxk4rNYgtvsp5Z+2357xnH/Zhf6x99l5r79+acTJl3+u6r/t3LdOO4783AQIECBAgQIAAAQL1FxBwrb+pigQIECBAgAABAgQIECBAgAABAgQIECBAgAABAgQIECBAgAABAgQIECDQegICrq03UyciQIAAAQIECBAgQIAAAQIECBBoooCAaxPxbU2AAAECBAgQIECAAAECBAgQIECAAAECBAgQIECAAAECBAgQIECAAAECuREQcM3NqDRKgAABAgQIECBAgAABAgQIECCQBwEB1zxMSY8ECBAgQIAAAQIECBAgQIAAAQIECBAgQIAAAQIECBAgQIAAAQIECBAg0GwBAddmT8D+BAgQIECAAAECBAgQIECAAAECLSUg4NpS43QYAgQIECBAgAABAgQIECBAgAABAgQIECBAgAABAgQIECBAgAABAgQIEOgnAQHXfoJVlgABAgQIECBAgAABAgQIECBAoD0FBFzbc+5OTYAAAQIECBAgQIAAAQIECBAgQIAAAQIECBAgQIAAAQIECBAgQIAAAQLVCQi4VudlNQECBAgQIECAAAECBAgQIECAAIFdCgi4+kAIECBAgAABAgQIECBAgAABAgQIECBAgAABAgQIECBAgAABAgQIECBAgEB5AQHX8kZWECBAgAABAgQIECBAgAABAgQIEKhYQMC1YioLCRAgQIAAAQIECBAgQIAAAQIECBAgQIAAAQIECBAgQIAAAQIECBAgQKCNBQRc23j4jk6AAAECBAgQIECAAAECBAgQIFB/AQHX+puqSIAAAQIECBAgQIAAAQIECBAgQIAAAQIECBAgQIAAAQIECBAgQIAAAQKtJyDg2nozdSICBAgQIECAAAECBAgQIECAAIEmCgi4NhHf1gQIECBAgAABAgQIECBAgAABAgQIECBAgAABAgQIECBAgAABAgQIECCQGwEB19yMSqMECBAgQIAAAQIECBAgQIAAAQJ5EBBwzcOU9EiAAAECBAgQIECAAAECBAgQIECAAAECBAgQIECAAAECBAgQIECAAAECzRYQcG32BOxPgAABAgQIECBAgAABAgQIECDQUgICri01TochQIAAAQIECBAgQIAAAQIECBAgQIAAAQIECBAgQIAAAQIECBAgQIAAgX4SEHDtJ1hlCRAgQIAAAQIECBAgQIAAAQIE2lNAwLU95+7UBAgQIECAAAECBAgQIECAAAECBAgQIECAAAECBAgQIECAAAECBAgQIFCdgIBrdV5WEyBAgAABAgQIECBAgAABAgQIENilgICrD4QAAQIECBAgQIAAAQIECBAgQIAAAQIECBAgQIAAAQIECBAgQIAAAQIECJQXEHAtb2QFAQIECBAgQIAAAQIECBAgQIAAgYoFBFwrprKQAAECBAgQIECAAAECBAgQIECAAAECBAgQIECAAAECBAgQIECAAAECBNpYQMC1jYfv6AQIECBAgAABAgQIECBAgAABAvUXEHCtv6mKBAgQIECAAAECBAgQIECAAAECBAgQIECAAAECBAgQIECAAAECBAgQINB6AgKurTdTJyJAgAABAgQIECBAgAABAgQIEGiigIBrE/FtTYAAAQIECBAgQIAAAQIECBAgQIAAAQIECBAgQIAAAQIECBAgQIAAAQK5ERBwzc2oNEqAAAECBAgQIECAAAECBAgQIJAHAQHXPExJjwQIECBAgAABAgQIECBAgAABAgQIECBAgAABAgQIECBAgAABAgQIECDQbAEB12ZPwP4ECBAgQIAAAQIECBAgQIAAAQItJSDg2lLjdBgCBAgQIECAAAECBAgQIECAAAECBAgQIECAAAECBAgQIECAAAECBAgQ6CcBAdd+glWWAAECBAgQIECAAAECBAgQIECgPQUEXNtz7k5NgAABAgQIECBAgAABAgQIECBAgAABAgQIECBAgAABAgQIECBAgAABAtUJCLhW52U1AQIECBAgQIAAAQIECBAgQIAAgV0KCLj6QAgQIECAAAECBAgQIECAAAECBAgQIECAAAECBAgQIECAAAECBAgQIECAQHkBAdfyRlYQIECAAAECBAgQIECAAAECBAgQqFhAwLViKgsJECBAgAABAgQIECBAgAABAgQIECBAgAABAgQIECBAgAABAgQIECBAoI0FBFzbePiOToAAAQIECBAgQIAAAQIECBAgUH8BAdf6m6pIgAABAgQIECBAgAABAgQIECBAgAABAgQIECBAgAABAgQIECBAgAABAq0nIODaejN1IgIECBAgQIAAAQIECBAgQIAAgSYKCLg2Ed/WBAgQIECAAAECBAgQIECAAAECBAgQIECAAAECBAgQIECAAAECBAgQIJAbAQHX3IxKowQIECBAgAABAgQIECBAgAABAnkQEHDNw5T0SIAAAQIECBAgQIAAAQIECBAgQIAAAQIECBAgQIAAAQIECBAgQIAAAQLNFhBwbfYE7E+AAAECBAgQIECAAAECBAgQINBSAgKuLTVOhyFAgAABAgQIECBAgAABAgQIECBAgAABAgQIECBAgAABAgQIECBAgACBfhIQcO0nWGUJECBAgAABAgQIECBAgAABAgTaU0DAtT3n7tQECBAgQIAAAQIECBAgQIAAAQIECBAgQIAAAQIECBAgQIAAAQIECBAgUJ2AgGt1XlYTIECAAAECBAgQIECAAAECBAgQ2KWAgKsPhAABAgQIECBAgAABAgQIECBAgAABAgQIECBAgAABAgQIECBAgAABAgQIlBcQcC1vZAUBAgQIECBAgAABAgQIECBAgACBigUEXCumspAAAQIECBAgQIAAAQIECBAgQIAAAQIECBAgQIAAAQIECBAgQIAAAQIE2lhAwLWNh+/oBAgQIECAAAECBAgQIECAAAEC9RcQcK2/qYoECBAgQIAAAQIECBAgQIAAAQIECBAgQIAAAQIECBAgQIAAAQIECBAg0HoCAq6tN1MnIkCAAAECBAgQIECAAAECBAgQaKKAgGsT8W1NgAABAgQIECBAgAABAgQIECBAgAABAgQIECBAgAABAgQIECBAgAABArkREHDNzag0SoAAAQIECBAgQIAAAQIECBAgkAcBAdc8TEmPBAgQIECAAAECBAgQIECAAAECBAgQIECAAAECBAgQIECAAAECBAgQINBsAQHXZk/A/gQIECBAgAABAgQIECBAgAABAi0lIODaUuN0GAIECBAgQIB+n4DSAAAgAElEQVQAAQIECBAgQIAAAQIECBAgQIAAAQIECBAgQIAAAQIECBDoJwEB136CVZYAAQIECBAgQIAAAQIECBAgQKA9BQRc23PuTk2AAAECBAgQIECAAAECBAgQIECAAAECBAgQIECAAAECBAgQIECAAAEC1QkIuFbnZTUBAgQIECBAgAABAgQIECBAgACBXQoIuPpACBAgQIAAAQIECBAgQIAAAQIECBAgQIAAAQIECBAgQIAAAQIECBAgQIBAeQEB1/JGVhAgQIAAAQIECBAgQIAAAQIECBCoWEDAtWIqCwkQIECAAAECBAgQIECAAAECBAgQIECAAAECBAgQIECAAAECBAgQIECgjQUEXNt4+I5OgAABAgQIECBAgAABAgQIECBQfwEB1/qbqkiAAAECBAgQIECAAAECBAgQIECAAAECBAgQIECAAAECBAgQIECAAAECrScg4Np6M3UiAgQIECBAgAABAgQIECBAgACBJgoIuDYR39YECBAgQIAAAQIECBAgQIAAAQIECBAgQIAAAQIECBAgQIAAAQIECBAgkBsBAdfcjEqjBAgQIECAAAECBAgQIECAAAECeRAQcM3DlPRIgAABAgQIECBAgAABAgQIECBAgAABAgQIECBAgAABAgQIECBAgAABAs0WEHBt9gTsT4AAAQIECBAgQIAAAQIECBAg0FICAq4tNU6HIUCAAAECBAgQIECAAAECBAgQIECAAAECBAgQIECAAAECBAgQIECAAIF+EhBw7SdYZQkQIECAAAECBAgQIECAAAECBNpTQMC1Pefu1AQIECBAgAABAgQIECBAgAABAgQIECBAgAABAgQIECBAgAABAgQIECBQnYCAa3VeVhMgQIAAAQIECBAgQIAAAQIECBDYpYCAqw+EAAECBAgQIECAAAECBAgQIECAAAECBAgQIECAAAECBAgQIECAAAECBAiUFxBwLW9kBQECBAgQIECAAAECBAgQIECAAIGKBQRcK6aykAABAgQIECBAgAABAgQIECBAgAABAgQIECBAgAABAgQIECBAgAABAgTaWEDAtY2H7+gECBAgQIAAAQIECBAgQIAAAQL1FxBwrb+pigQIECBAgAABAgQIECBAgAABAgQIECBAgAABAgQIECBAgAABAgQIECDQegICrq03UyciQIAAAQIECBAgQIAAAQIECBBoooCAaxPxbU2AAAECBAgQIECAAAECBAgQIECAAAECBAgQIECAAAECBAgQIECAAAECuREQcM3WqDoiYlREjIiIYRHx+xHxvyIimZN/NzJbs9INAQIECFQm0BkR70TEv0fEP0fE30XELyPi5xHxQmUlrCJAgAABAgQIECCQLwH/ECdf89ItAQIECBAgQIAAAQIECBAgQIAAAQIECBAgQIAAAQIECBAgQIAAAQIECDRHQMC1Oe49dz0qIr4ZEWMjYmjz29EBAQIECBBomMDmiFgbEfdGxF83bFcbESBAgAABAgQIEOhnAQHXfgZWngABAgQIECBAgAABAgQIECBAgAABAgQIECBAgAABAgQIECBAgAABAgRaQkDAtXlj/EZETI+ILzavBTsTIECAAIHMCPxVRCyJiPsy05FGCBAgQIAAAQIECNQoIOBaI5zXCBAgQIAAAQIECBAgQIAAAQIECBAgQIAAAQIECBAgQIAAAQIECBAgQKCtBARcGz/ur0TE9wVbGw9vRwIECBDIhUASdE3+9+RPc9GtJgkQIECAAAECBAiUEBBw9VkQIECAAAECBAgQIECAAAECBAgQIECAAAECBAgQIECAAAECBAgQIECAAIHyAgKu5Y3queKGiJjRV8EPfvCDccwxx8SoUaOio6MjPvWpT8XHPvax2HPPPWO33fyrkfUchFoECBAg0BiBzs7OePvtt+O3v/1t/MM//EO88MIL8fOf/zyeeOKJeOedd3bVxOKIuKgxXdqFAAECBAgQIECAQH0F/FOc+nqqRoAAAQIECBAgQIAAAQIECBAgQIAAAQIECBAgQIAAAQIECBAgQIAAAQKtKSDg2pi5dkTErRFxRKntTj755Jg8eXJMmDBBkLUx87ALAQIECDRZIAm+rl69OpYvXx7r1q3rq5vnImJqRLzQ5HZtT4AAAQIECBAgQKAqAQHXqrgsJkCAAAECBAgQIECAAAECBAgQIECAAAECBAgQIECAAAECBAgQIECAAIE2FRBw7f/BnxgR90bE4N5bnXHGGfHd7343Dj/88P7vwg4ECBAgQCCjAs8//3z8+Z//edxzzz2lOtwWEd+MiIcy2r62CBAgQIAAAQIECOwkIODqoyBAgAABAgQIECBAgAABAgQIECBAgAABAgQIECBAgAABAgQIECBAgAABAuUFBFzLG6VZ8Y2IWNm7wGc+85n44Q9/GMcff3ya2t4lQIAAAQItJfDoo4/Gn/7pn8ZLL71U6lynRcR9LXVghyFAgAABAgQIEGhZAQHXlh2tgxEgQIAAAQIECBAgQIAAAQIECBAgQIAAAQIECBAgQIAAAQIECBAgQIBAHQUEXOuI2atUcnPrT3qXP++882LZsmWx227+Vcf+o1eZAAECBPIq0NnZGdOmTYubb7651BFOcpNrXierbwIECBAgQIBAewn4pz7tNW+nJUCAAAECBAgQIECAAAECBAgQIECAAAECBAgQIECAAAECBAgQIECAAIHaBARca3Mr91ZHRKyPiME9Fy5YsCAuueSScu/6nQABAgQItL3AD37wg5gzZ05vh20RMToiXmh7IAAECBAgQIAAAQKZFhBwzfR4NEeAAAECBAgQIECAAAECBAgQIECAAAECBAgQIECAAAECBAgQIECAAAECGREQcO2fQfwiIo7oWXrJkiVx4YUX9s9uqhIgQIAAgRYUuPHGG2P69Om9T/ZcRHyuBY/rSAQIECBAgAABAi0kIODaQsN0FAIECBAgQIAAAQIECBAgQIAAAQIECBAgQIAAAQIECBAgQIAAAQIECBDoNwEB1/rT3hARM3qWdXNr/ZFVJECAAIH2EOjjJtfFEXFRewg4JQECBAgQIECAQB4FBFzzODU9EyBAgAABAgQIECBAgAABAgQIECBAgAABAgQIECBAgAABAgQIECBAgECjBQRc6yv+lYh4smfJ8847L3784x/XdxfVCBAgQIBAGwmcf/75cfPNN/c+8ZiI+GkbMTgqAQIECBAgQIBAjgQEXHM0LK0SIECAAAECBAgQIECAAAECBAgQIECAAAECBAgQIECAAAECBAgQIECAQNMEBFzrS/+/I+KLXSU/85nPxIsvvhi77eZfa6wvs2oECBAg0E4CnZ2dcdhhh8VLL73U89h/FRFfaicHZyVAgAABAgQIEMiPgH8SlJ9Z6ZQAAQIECBAgQIAAAQIECBAgQIAAAQIECBAgQIAAAQIECBAgQIAAAQIEmicg4Fo/+29ExMqe5R555JE4/vjj67eDSgQIECBAoE0FHn300TjhhBN6n/60iLivTUkcmwABAgQIECBAIMMCAq4ZHo7WCBAgQIAAAQIECBAgQIAAAQIECBAgQIAAAQIECBAgQIAAAQIECBAgQCAzAgKu9RtF0e2tZ5xxRtx99931q64SAQIECBBoc4FJkybFPffc01PBLa5t/k04PgECBAgQIEAgqwICrlmdjL4IECBAgAABAgQIECBAgAABAgQIECBAgAABAgQIECBAgAABAgQIECBAIEsCAq71mcZREfHznqV++ctfxuGHH16f6qoQIECAAAEC8fzzz8eIESN6S4yKiL/GQ4AAAQIECBAgQCBLAgKuWZqGXggQIECAAAECBAgQIECAAAECBAgQIECAAAECBAgQIECAAAECBAgQIEAgqwICrvWZzA0RMaOr1Mknnxxr166tT2VVCBAgQIAAgW6BsWPHxrp163qKLI6IixARIECAAAECBAgQyJKAgGuWpqEXAgQIECBAgAABAgQIECBAgAABAgQIECBAgAABAgQIECBAgAABAgQIEMiqgIBrfSbzTxExtKvUqlWr4tRTT61PZVUIECBAgACBboH7778/Jk6c2FNkc0QcgIgAAQIECBAgQIBAlgQEXLM0Db0QIECAAAECBAgQIECAAAECBAgQIECAAAECBAgQIECAAAECBAgQIECAQFYFBFzTT6YjIv5PV5kPfvCD8fbbb8duu/lXGdPTqkCAAAECBIoFOjs7Y88994x33nmn5w+fjYgXWBEgQIAAAQIECBDIioB/KpSVSeiDAAECBAgQIECAAAECBAgQIECAAAECBAgQIECAAAECBAgQIECAAAECBLIsIOCafjr/d0Qs7Spz8sknx9q1a9NXVYEAAQIECBAoKTB27NhYt25dz9++FRE/wkWAAAECBAgQIEAgKwICrlmZhD4IECBAgAABAgQIECBAgAABAgQIECBAgAABAgQIECBAgAABAgQIECBAIMsCAq7pp3NzRJzbVWbBggVxySWXpK+qAgECBAgQIFBS4Ac/+EHMmTOn52+3RMR5uAgQIECAAAECBAhkRUDANSuT0AcBAgQIECBAgAABAgQIECBAgAABAgQIECBAgAABAgQIECBAgAABAgQIZFlAwDX9dP53RHyxq8wjjzwSxx9/fPqqKhAgQIAAAQIlBR599NE44YQTev72VxHxJVwECBAgQIAAAQIEsiIg4JqVSeiDAAECBAgQIECAAAECBAgQIECAAAECBAgQIECAAAECBAgQIECAAAECBLIsIOCafjr/FBFDu8r85je/iYMOOih9VRUIECBAgACBkgKvvPJKfPrTn+752+aIOAAXAQIECBAgQIAAgawICLhmZRL6IECAAAECBAgQIECAAAECBAgQIECAAAECBAgQIECAAAECBAgQIECAAIEsCwi4pp/O2xExuKvM7373u9hrr73SV1WBAAECBAgQKCmwdevW2HvvvXv+ti0i9sRFgAABAgQIECBAICsCAq5ZmYQ+CBAgQIAAAQIECBAgQIAAAQIECBAgQIAAAQIECBAgQIAAAQIECBAgQCDLAgKu6aezIyK6/73FHTt2xG67+dcY07OqQIAAAQIESgt0dnbG7rvv3vPHzogo+gN2BAgQIECAAAECBJop4J8MNVPf3gQIECBAgAABAgQIECBAgAABAgQIECBAgAABAgQIECBAgAABAgQIECCQFwEB1/STSkI13U8SuvEQIECAAAEC/StQ4v+ZhAxB/5KrToAAAQIECBAgUIWA/+O0CixLCRAgQIAAAQIECBAgQIAAAQIECBAgQIAAAQIECBAgQIAAAQIECBAgQKBtBQRc049e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BAgwTefvvtuOuuu+Ktt95q0I7132b8+PFx0EEH1b+wirkSEHDN1bg0S4AAAQIECBBoOwEB17YbuQMTIECAAAECBAgQIECAAAECBAgQIECAAAECBAgQIECAAAECBAgQIECAQA0CAq41oPV6RcA1vaEKBAg0SOA//uM/YtKkSfGXf/mXDdqx/ts888wzMXr06PoXVjFXAgKuuRqXZgkQIECAAAECbScg4Np2I3dgAgQIECBAgAABAgQIECBAgAABAgQIECBAgAABAgQIECBAgAABAgQIEKhBQMC1BrRerwi4pjdUgQCBBgkIuDYI2jb9LiDg2u/ENiBAgAABAgQIEEghIOCaAs+rBAgQIECAAAECBAgQIECAAAECBAgQIECAAAECBAgQIECAAAECBAgQINA2AgKu6Uct4JreUAUCmRbYsWNH/Mu//EusX7++8NfGjRvjhRdeiDfffLO772HDhsXQoUOjo6MjjjrqqBgxYkT83u/9Xuy+++6ZOpuAa6bGoZkUAgKuKfC8SoAAAQIECBAg0O8CAq79TmwDAgQIECBAgAABAgQIECBAgAABAgQIECBAgAABAgQIECBAgAABAgQIEGgBAQHX9EMUcE1vmOsKf/d3fxennXZaIfDY87nrrrti0qRJdTnb66+/HmeddVY88cQTRfVGjRoV99xzTyFY2d/Pli1bYurUqbFmzZqiraZMmRJLliyJwYMHd//5f/3Xf8XMmTNj2bJlqdvqCo5++MMfjs997nNxxBFHFEKkQ4YMSV27XIEkDLpixYr48Y9/HL/61a/KLd/p90MPPTTOP//8+MY3vhH77rtv1e/3xwulAq5Lly6N4cOH98d2qWtu3bo1rr766tiwYUN3rWeeeSZGjx6durYC+RYQcM33/HRPgAABAgQIEGh1AQHXVp+w8xEgQIAAAQIECBAgQIAAAQIECBAgQIAAAQIECBAgQIAAAQIECBAgQIBAPQQEXNMrCrimN8x1hUYEXDs7O2PRokUxa9asnaxWr14d48eP73fDZ599Nk455ZRIwrY9n1L71zPg2tfBTjzxxLj44ovj6KOPjoEDB9b1/En/N910U1x11VVFt7TWukkSzv3e975XCLv2DALXWi/Ne6UCrlkOjOat3zSz8W51AgKu1XlZTYAAAQIECBAg0FgBAdfGetuNAAECBAgQIECAAAECBAgQIECAAAECBAgQIECAAAECBAgQIECAAAECBPIpIOCafm4CrukNc12hEQHXBKivgOmMGTPiuuuui0GDBvWb4/vvvx/z5s2L+fPnF+1xzDHHxJ133hn7779/0Z83IuDatWESdE16O/zww6NE4K1qk1dffbVw++yqVauqfrfcC8cee2zhttuDDjqo3NJ++z1vgdG89dtvg1N4JwEBVx8FAQIECBAgQIBAlgUEXLM8Hb0RIECAAAECBAgQIECAAAECBAgQIECAAAECBAgQIECAAAECBAgQIECAQFYEBFzTT0LANb1hris0KuC6bdu2mD59etx+++1FXh0dHbFy5coYNmxYvzkmt7aeddZZ8cQTTxTtMXfu3LjiiitiwIABRX/eyIBrsvFee+0VV199deGG1DRB3zfeeCOmTZsWa9eu7TfLkSNHxm233RbDhw/vtz12VThvgdG89duUobbppgKubTp4xyZAgAABAgQI5ERAwDUng9ImAQIECBAgQIAAAQIECBAgQIAAAQIECBAgQIAAAQIECBAgQIAAAQIECDRVQMA1Pb+Aa3rDXFdoVMA1QXrggQdiwoQJO3ndcsstMXXq1H5zXLduXYwdO7aofnJr64MPPhhHHnnkTvs2OuDa1cBll10WyV+DBw+u2iIJEM+ePTuWLl1a8t1DDz00Jk6cGF/5ylfi05/+dOyzzz6xxx57dK999913Y8uWLfHCCy9E4rVixYp48803S9ZKLJctWxb77bdf1X2mfSFvgdG89Zt2Pt6vXEDAtXIrKwkQIECAAAECBBovIODaeHM7EiBAgAABAgQIECBAgAABAgQIECBAgAABAgQIECBAgAABAgQIECBAgED+BARc089MwDW9Ya4rNDLgumnTpjj99NNjw4YNRWZTpkyJJUuW1BTsLIe/ffv2QvBz8eLFFe/ZV8A1uR110aJF8YEPfKDctoXfd+zYEW+99VYk4dOXXnopnn766UJwdPPmzX2+v2DBgpg1a1YMHDiwoj26FiW3tk6ePDm2bt1a9N7QoUPjqquuKoRbq7kdNglmJmbJeXvXTDa45pprCq69b7+tqukaFuctMJq3fmsYiVdqFBBwrRHOawQIECBAgP7RD5IAACAASURBVAABAg0REHBtCLNNCBAgQIAAAQIECBAgQIAAAQIECBAgQIAAAQIECBAgQIAAAQIECBAgQCDnAgKu6Qco4JreMNcVGhlwff/992PevHkxf/78IrODDjoo7r///jjssMPqbtnX+XZ1a2y9Aq6lDpPUXr16dSF0mvTW+9lrr73ipptuKgSBSwTgSvokN68mN+CuWbOm6Pck3HrHHXfE0UcfXZNrZ2dnrFy5Mi688MKdbnMdPnx4rFq1Kg455JCaatf6UqnA6PTp0+OTn/xkrSX79b1k3vfdd19s3Lixe59nnnkmRo8e3a/7Kp59AQHX7M9IhwQIECBAgACBdhYQcG3n6Ts7AQIECBAgQIAAAQIECBAgQIAAAQIECBAgQIAAAQIECBAgQIAAAQIECFQqIOBaqVTf6wRc0xvmukIjA64J1Pr16+OEE07Y6VbQ66+/PmbOnFl3y1tvvTXOPffcorojR44s3KR64IEHltyvPwOuXRv++te/josuuigee+yxnXro6Ogo9JeESCt5SpnWEpQttVcSck1ucr344ot3+nnhwoWFmVUaxK3kLOXWlAq4lnsna78LuGZtIs3pR8C1Oe52JUCAAAECBAgQqExAwLUyJ6sIECBAgAABAgQIECBAgAABAgQIECBAgAABAgQIECBAgAABAgQIECBAoL0FBFzTz1/ANb1hris0OuDa122j48aNiySMOmTIkLp5bt26tXD76PLly4tqzp07N6644ooYMGBAyb0aEXBNNk5u9TznnHNiw4YNO/Uxa9asuPrqq2PQoEFlPRYtWhTf+c53itbV0/Pf/u3f4rzzzot169YV7XHqqadGchPuPvvsU7bHei0QcK2XpDrNFhBwbfYE7E+AAAECBAgQILArAQFX3wcBAgQIECBAgAABAgQIECBAgAABAgQIECBAgAABAgQIECBAgAABAgQIECgvIOBa3qjcCgHXckIt/nujA64JZ6lbVffff/948MEH48gjj6yb+LPPPhunnHJKvP766901k5tNH3nkkRg9enSf+zQq4Jo08PTTT8fZZ58dmzdvLuqnUo9333035syZE0nIteeTBHiTv+p1u+qyZcviggsuKNrj0EMPjfvuuy8OPvjgus2sXCEB13JCfs+LgIBrXialTwIECBAgQIBAewoIuLbn3J2aAAECBAgQIECAAAECBAgQIECAAAECBAgQIECAAAECBAgQIECAAAECBKoTEHCtzqvUagHX9Ia5rtCMgGtfe86fPz8uv/zyuoQyOzs7C6HP5CbUnk8lN5s2MuCa9Ll48eK4+OKLd/qOyt00m7zQV69XXnllJO/X63nuuefipJNOKgoLJ7WfeeaZXYaF67V/V51SAdelS5fG8OHDK97q1VdfLXwbya20w4YNq/i9UguTEHUSUv7Wt74VgwcP3mlJcotwchNvz1t6G22W6oBe7jcBAdd+o1WYAAECBAgQIECgDgICrnVAVIIAAQIECBAgQIAAAQIECBAgQIAAAQIECBAgQIAAAQIECBAgQIAAAQIEWl5AwDX9iAVc0xvmukIzAq7bt2+P2bNnF4KdPZ9jjjkm7rzzzkhuL037JLe2nnXWWfHEE08Ulbrlllti6tSpuyzfyIBr0khfvY4cOTJWrFgRBx54YJ/99tXrzJkzY8GCBbHHHnukpSy8n9wwe8YZZ8SOHTti7733jg9+8IMxYsSIwg25yU2ujXpKBVwrDYwmvSe39yah5+S7//rXvx433nhjDB06tKb2e9p//vOfj0suuSROPPHEGDRoUHe9NP3W1JSXciMg4JqbUWmUAAECBAgQINCWAgKubTl2hyZAgAABAgQIECBAgAABAgQIECBAgAABAgQIECBAgAABAgQIECBAgACBKgUEXKsEK7FcwDW9Ya4rNCPgmoA9+eSTkdymmtxw2fXstddesWbNmhgzZkxq01L1KwmMJhs3OuCa7Lls2bK44IILdjr32rVr4+STT96lR3Lz7Z/92Z8VrfniF78Y99xzT3zyk59MbZmlAmkCo0lYeNq0aUXf3NixYwv2++23X9XHfOyxx+LUU08tqpcEfm+44Yb4/d///UK9JFT71ltvFf6z53der+Bx1U17ITMCAq6ZGYVGCBAgQIAAAQIESggIuPosCBAgQIAAAQIECBAgQIAAAQIECBAgQIAAAQIECBAgQIAAAQIECBAgQIBAeQEB1/JG5VYIuJYTavHfmxVw7evW0ksvvTSSwOaAAQNqln/33Xdjzpw5sWjRoqIaM2bMiOuuu67ohs1SmzQj4Priiy8WwpKvvPJKUUuVeKxbty6SoGbvJ7nBNbmtdODAgTVbZu3FNAHXbdu2FW4OXrp0adGxvvWtbxW+i8GDB1d83C1bthTCsqtWrSp6Z/ny5TFp0qQoEV6suLaF7SEg4Noec3ZKAgQIECBAgEBeBQRc8zo5fRMgQIAAAQIECBAgQIAAAQIECBAgQIAAAQIECBAgQIAAAQIECBAgQIBAIwUEXNNrC7imN8x1hWYFXDs7OwsB1CSA2fMZNWpU4ebRoUOH1uy6adOmOP3002PDhg3dNaq5HbYZAdfkls9zzz037r///qJzf/3rX48kNDlkyJA+PUqdt2vxd7/73UKo86Mf/WjNnll6MU3ANTnHG2+8UQimJjfj9nyqDQPffffdceaZZxbVqCUomyVbvTRWQMC1sd52I0CAAAECBAgQqE5AwLU6L6sJECBAgAABAgQIECBAgAABAgQIECBAgAABAgQIECBAgAABAgQIECBAoD0FBFzTz13ANb1hris0K+CaoL388ssxceLE2LhxY5Hh6tWrY/z48TW7lgofjhs3Lm699dZdBkW7NmxGwPX999+PuXPnxrXXXlt07o6Ojli5cmUMGzasT48kLLx48eK4+OKLS65JwsJTp04t3BCb1Nl9991rtm32i2kDrkn/v/jFLwoWmzdv7j5OEoC+6aabCsHocrevvvrqqzF58uT42c9+1v3+yJEj47bbbovhw4c3m8j+OREQcM3JoLRJgAABAgQIEGhTAQHXNh28YxMgQIAAAQIECBAgQIAAAQIECBAgQIAAAQIECBAgQIAAAQIECBAgQIBAVQICrlVxlVws4JreMNcVmhlw3bZtW0yfPj1uv/32IsMZM2bEddddF4MGDaratq+aCxcujJkzZ5YNLyYbNiPgmux75513xtlnn73TmZ955pkYPXr0Li36upm090tJwDUJDx977LFx+OGHxz777FO1cTNfqEfANQkEr1ixIi644ILYunVr93E+//nPx1133RWf/vSn+zxiEkROvs3LLruse00Sjk1u2R07dmwzaeydMwEB15wNTLsECBAgQIAAgTYTEHBts4E7LgECBAgQIECAAAECBAgQIECAAAECBAgQIECAAAECBAgQIECAAAECBAjUJCDgWhNb0UsCrukNc12hmQHXBO6BBx6ICRMmFBlWcmtpX+gvvvhi4XbOV155pXtJcqvmqlWr4pBDDqloVs0KuD7++OOF4Gnv5957743TTjutbO/JTbjnnHNObNiwoezargVJyPWoo46K4447Lj73uc/Fxz72sUzf8FqPgGty9u3bt8fll18eSfA5eU488cT44Q9/GAcffPAu7Urd/jp//vyYM2dODBw4sGJ3CwkIuPoGCBAgQIAAAQIEsiwg4Jrl6eiNAAECBAgQIECAAAECBAgQIECAAAECBAgQIECAAAECBAgQIECAAAECBLIiIOCafhICrukNc12h2QHX1157LSZNmhRPPfVUkeMtt9wSU6dOrco2uZlz0aJFMWvWrKL3qr0RtlkB1/Xr18cXvvCFnc6c3CqaGFXybN68uXBT7Zo1aypZvtOa5IbXMWPGxNe+9rUYNWpUDBkypKY6/fVSvQKuSX+vvvpqTJ48OUaOHFm4kTW5iXVXz+9+97v49re/Xbhpt+tJbm1dtmxZ7Lfffv11ZHVbVEDAtUUH61gECBAgQIAAgRYREHBtkUE6BgECBAgQIECAAAECBAgQIECAAAECBAgQIECAAAECBAgQIECAAAECBAj0q4CAa3peAdf0hrmu0OyA6/vvvx/z5s2L5BbMns+UKVNiyZIlMXjw4Ip9t2zZUgjF9g53rl27Nk4++eSK6zQr4Prcc8/FSSedFK+//npRr9dcc01ceumlFfe/bdu2+PGPfxxXXXVVvPnmmxW/V2phcrNpEq5NAq977713qlr1eHlXAde+AsL12LdeNdLcTlyvHtTJhoCAazbmoAsCBAgQIECAAIHSAgKuvgwCBAgQIECAAAECBAgQIECAAAECBAgQIECAAAECBAgQIECAAAECBAgQIFBeQMC1vFG5FQKu5YRa/PdmB1wT3meffTZOOeWUomDnQQcdFPfff38cdthhFU/gySefjHHjxsXWrVu73znmmGMKN27uv//+FddpVsC1r1lceeWVMXfu3Ir771qYhEFXrFhRCLv+6le/qvr9ni8MHTo0Lrroojj//POrCh2n2rTEywKu9RZVr1kCAq7NkrcvAQIECBAgQIBAJQICrpUoWUOAAAECBAgQIECAAAECBAgQIECAAAECBAgQIECAAAECBAgQIECAAAEC7S4g4Jr+CxBwTW+Y6wpZCLgmgdQLL7wwli9fXmR5/fXXx8yZMyvy7esm2IULFxZqlAiT9Vm3VQKuXQd877334je/+U089NBD8cADD8SGDRsqMi21aPTo0fEXf/EXccQRR1RlWvOGvV4UcK2XpDrNFhBwbfYE7E+AAAECBAgQILArAQFX3wcBAgQIECBAgAABAgQIECBAgAABAgQIECBAgAABAgQIECBAgAABAgQIECgvIOBa3qjcCgHXckIt/nsWAq4J8a233hrnnntukXZyG2vy50OGDCk7hU2bNsXpp59eFN6s5RbYZKNmBVx//etfxze+8Y2dblut9QbXvtC2bNkSf/u3fxtPPfVUPProo/H888+X9e25ILnNNQkfJ/OpJjhc1SZ9LBZwrYeiGlkQEHDNwhT0QIAAAQIECBAg0JeAgKtvgwABAgQIECBAgAABAgQIECBAgAABAgQIECBAgAABAgQIECBAgAABAgQIlBcQcC1vVG6FgGs5oRb/PSsB11IB1f333z8efPDBOPLII8tOIbmZdMKECUXrpkyZEkuWLInBgweXfb/ngmYFXNevXx9f+MIXdur1pptuimnTplV1hmoWv/XWW/HSSy8Vwq4PP/xwRYHXJOR6xx13xNFHH13NVqnX9g64dnR0xMqVK2PYsGEV1+7tfNxxx8Xdd98dH/nIRyqu0fvvm1r6qHgzC1tSQMC1JcfqUAQIECBAgACBlhEQcG2ZUToIAQIECBAgQIAAAQIECBAgQIAAAQIECBAgQIAAAQIECBAgQIAAAQIECPSjgIBrelwB1/SGua6QlYDru+++G3PmzIlFixYVec6fPz8uv/zyXd4Uum3btpg+fXrcfvvtRe+uXr06xo8fX/V8shZwveuuu2LSpElVn6OWFzo7O+ONN96Ixx9/vBBgffLJJ/ssM3r06Eh6O+CAA2rZqqZ3BFxrYvNSBgUEXDM4FC0RIECAAAECBAh0Cwi4+hgIECBAgAABAgQIECBAgAABAgQIECBAgAABAgQIECBAgAABAgQIECBAgEB5AQHX8kblVgi4lhNq8d+zEnBNmJMw5bhx42Lr1q3d6sccc0zceeedkdzm2tfz8ssvx8SJE2Pjxo3dS7785S8XbuX8+Mc/XvUEmxVwTfo988wzd+r3sccei69+9atVnyPtCzt27Ihf/vKXMW/evHjooYdKlrvmmmti9uzZMWDAgLTbVfR+PW5OdYNrRdQW9bOAgGs/AytPgAABAgQIECCQSkDANRWflwkQIECAAAECBAgQIECAAAECBAgQIECAAAECBAgQIECAAAECBAgQIECgTQQEXNMPWsA1vWGuK2Qp4Lply5aYOnVqrFmzptt0r732KvzPY8aM6dM5ufX1O9/5TtHvc+fOjSuuuKKm4GWzAq7XXnttXHbZZUXnSIK9P/nJT+KII45o2ne2ffv2uP7663fqLWlo1KhRcc8998TQoUMb0l/v77WW/QVcGzIqm5QREHD1iRAgQIAAAQIECGRZQMA1y9PRGwECBAgQIECAAAECBAgQIECAAAECBAgQIECAAAECBAgQIECAAAECBAhkRUDANf0kBFzTG+a6QpYCrglkqbDqpZdeGvPnzy8ZVi0Vik1CoQ8++GAceeSRNc2mGQHX//7v/45Zs2bF0qVLi3quJcBZ06HLvJSEXC+//PJYuHDhTisbecPsiy++GKeeemq88sorhT6OO+64wk29H/nIRyo+toBrxVQW9qOAgGs/4ipNgAABAgQIECCQWkDANTWhAgQIECBAgAABAgQIECBAgAABAgQIECBAgAABAgQIECBAgAABAgQIECDQBgICrumHLOCa3jDXFbIWcH355Zdj4sSJsXHjxm7XXYU8k7DiCSecEFu3bu1eP2XKlFiyZEkMHjy4ptk0I+D62muvxaRJk+Kpp54q6nny5Mlx4403RnKTbe/nb/7mb+Lpp5+Of/7nf46///u/j6TvIUOGxO233174z3o/pWaT7JHc7jpz5sx6b1eyXu9w6te//vVYvnx5Veddt25djB07trt+LSHZ3n/fdHR0xMqVK2PYsGENcbBJ/gUEXPM/QycgQIAAAQIECLSygIBrK0/X2QgQIECAAAECBAgQIECAAAECBAgQIECAAAECBAgQIECAAAECBAgQIECgXgICruklBVzTG+a6QtYCrslNobNnz47FixcXua5evTrGjx9f9Gfvv/9+zJs3r3C7a8/nlltuialTp9Y8l2YEXEsFdZMD7Co8+vjjj8exxx5bdM4jjjgi7r333vjDP/zDms/f14tJiPjCCy8sBEp7PldeeWXMnTu37vuVKpiESL/5zW92/zRt2rTCrb8f+MAHKt4/ufH1zDPP7F6/qxBxX0UFXCvmtrAPAQFXnwYBAgQIECBAgECWBQRcszwdvREgQIAAAQIECBAgQIAAAQIECBAgQIAAAQIECBAgQIAAAQIECBAgQIBAVgQEXNNPQsA1vWGuK2Qt4JpgPvDAAzFhwoQi1xkzZsR1110XgwYN6v7zUreejhw5MlasWBEHHnhgzXNpdMC1r6BucmvrI488EqNHjy55luQG1yTg2vP22mThY489Fl/96ldrPn9fL/bl0siA67Jly+KCCy7objG5OXbBggWxxx57VHzeO++8M84+++zu9bWEZAVcK+a2sA8BAVefBgECBAgQIECAQJYFBFyzPB29ESBAgAABAgQIECBAgAABAgQIECBAgAABAgQIECBAgAABAgQIECBAgEBWBARc009CwDW9Ya4rZDHg+vrrr8dZZ50VTzzxRLdtR0dHJLd3Dhs2rPvPSgVhk5tEr7jiihgwYEDNc2l0wHXTpk1x+umnx4YNG4p6HjduXNx6660xZMiQkmfZvHlznHHGGfHzn/+86Pd6GJTasNkB187OzsKNvclfrfLcddddMWnSpFY5jnNUISDgWgWWpQQIECBAgAABAg0XEHBtOLkNCRAgQIAAAQIECBAgQIAAAQIECBAgQIAAAQIECBAgQIAAAQIECBAgQCCHAgKu6Ycm4JreMNcVshhwTYKMixYtilmzZhXZ3nLLLTF16tTCn23fvj1mz54dixcv7l6T3Hi6Zs2aGDNmTKqZNDLgmtzemtxMe9lll+3U88KFCyO5obREEK6wtq8+S4WBU4H8z8v//u//HpMnT45HH320qNy9994bp512Wj222GWNd955Jy666KJIvoNWeQRcW2WS1Z9DwLV6M28QIECAAAECBAg0TkDAtXHWdiJAgAABAgQIECBAgAABAgQIECBAgAABAgQIECBAgAABAgQIECBAgACB/AoIuKafnYBresNcV8hiwDUBffbZZ+OUU06J5DbXrmfKlCmxZMmSGDx4cJTqu9yNp5UOqpEB1/Xr1xdu8ExuY+35jBw5MlasWBEHHnjgLtu+++6748wzz9xpzfTp0wvB2Q984AOVHrvsurVr1xYCrlu3bu1ee9BBB8X9998fhx12WNn30y547bXXClZPPfVU2lKZeV/ANTOjaHgjAq4NJ7chAQIECBAgQIBAFQICrlVgWUqAAAECBAgQIECAAAECBAgQIECAAAECBAgQIECAAAECBAgQIECAAAECbSsg4Jp+9AKu6Q1zXSGrAddt27ZFEtK8/fbbu32HDx8eq1atikMOOSRKBTt73vCaZiiNCri++uqrceGFF0YSHO39XHPNNYUbagcMGLDLoyQB4LPOOiueeOKJonXJbbZz584t3AA7cODANByFd3/729/GueeeGw8//HBRrZ6h49SblCnw3HPPxUknnVQUeu7vPfu7voBrfwtnt76Aa3ZnozMCBAgQIECAAIEIAVdfAQECBAgQIECAAAECBAgQIECAAAECBAgQIECAAAECBAgQIECAAAECBAgQKC8g4FreqNwKAddyQi3+e1YDrgl7qRBrEggcP358Ibi5bNmy7ul0dHTEypUrY9iwYakn1oiA669//eu46KKL4rHHHtup3z/5kz+J5cuXxyc+8YmyZ+ns7Iwk2Hv++eeXXPvd7363EJT96Ec/WrZWXwuSIG7inYSLez5JiDbpc+zYsTXXrubFO++8M84+++zuV0aNGhX33HNPDB06tOIypUKyTz/9dHzpS1+quEaysPffN/X8/qpqxOLcCgi45nZ0GidAgAABAgQItIWAgGtbjNkhCRAgQIAAAQIECBAgQIAAAQIECBAgQIAAAQIECBAgQIAAAQIECBAgQCClgIBrSsCIEHBNb5jrClkOuG7atClOP/302LBhQ7fxtGnTCje7JreJ9vzzGTNmxHXXXReDBg1KPY/+DLj+7ne/i1tvvTWuuuqqePPNN3fqNQlr3nHHHXH00UdXfI6k5re//e1IAqClniT0e8kll8SECRNi7733rrhu4rB69epCr8l30vs577zzYtGiRTF48OCKa9a68N133405c+YU9ut6Jk+eHDfeeGMkQdtKnyQUfcEFF3QvP/TQQ+O+++6Lgw8+uNIShXUCrlVxWVxCQMDVZ0GAAAECBAgQIJBlAQHXLE9HbwQIECBAgAABAgQIECBAgAABAgQIECBAgAABAgQIECBAgAABAgQIECCQFQEB1/STEHBNb5jrClkOuL7//vsxb968mD9/frdxcmtncoNrcjNp15MEHNesWRNjxoypyyzqFXB97733YuvWrfHb3/42nn/++Xj00Ufj4YcfLhlsTRpPznHTTTcVQr0lwm+7PNvGjRvjnHPOKQr99n7hwx/+cEycODG+9rWvxYgRI+JDH/pQ7Lnnnt3LkhDpli1b4oUXXoiHHnoo1q1bF5s3by6578iRI+O2226L4cOH18W8XJHXXnstJk2aFE899VT30muuuSYuvfTScq92/75t27ZCOPr222/v/rNTTz21cAPuPvvsU3GdZKGAa1VcFpcQEHD1WRAgQIAAAQIECGRZQMA1y9PRGwECBAgQIECAAAECBAgQIECAAAECBAgQIECAAAECBAgQIECAAAECBAhkRUDANf0kBFzTG+a6Ql8B1/441JVXXhlz586tqvT69evjhBNOKARF+3rGjRtXuBV1yJAhVdXua3FfAde6FO+jSBJuTQKbye2iAwcOrGmrl156aaebbWsqVOaljo6O+NGPfhRHHXVUf5QvWfPxxx+PY489tui3xx57LL761a9W3MOzzz4bp5xySrz++uvd7yTh6csvv7zqQLGAa8XsFvYhIODq0yBAgAABAgQIEMiygIBrlqejNwIECBAgQIAAAQIECBAgQIAAAQIECBAgQIAAAQIECBAgQIAAAQIECBDIioCAa/pJCLimN8x1hawHXJMbRadOnVq4obWvZ+HChTFz5syqQ4p91Wt0wHXo0KHxwx/+MCZMmBC77757qu8puXE1sdiVV5oNkpDpDTfcEAcffHCaMlW9u3379pg9e3YsXry4+70vf/nLcffdd8fHP/7ximqVqrH//vvHgw8+GEceeWRFNXouEnCtmswLvQQEXH0SBAgQIECAAAECWRYQcM3ydPRGgAABAgQIECBAgAABAgQIECBAgAABAgQIECBAgAABAgQIECBAgAABAlkREHBNPwkB1/SGua6Q9YBrgpvcznruueeWdB4+fHisWrUqDjnkkLrNoZEB17POOivmzZsXBxxwQN36T8Kcq1evjuTG3GS+9Xg+/OEPx/e+9704//zzY/DgwfUoWXGNl19+OSZOnBgbN27sfie5CfiKK66IAQMGVFTnpz/9aZx55plFt7dOmTIllixZUtN5BFwrYrdoFwICrj4PAgQIECBAgACBLAsIuGZ5OnojQIAAAQIECBAgQIAAAQIECBAgQIAAAQIECBAgQIAAAQIECBAgQIAAgawICLimn4SAa3rDXFfIQ8C1VMCxC33GjBlx3XXXxaBBg+o2h/4OuCY3to4fPz7OO++8wk2oJYJudTnLtm3b4ic/+UnhptOHHnqopprDhg0rhFqTcOi+++5bU400L3V2dsaiRYti1qxZ3WX22muvwg21Y8aMqaj0G2+8EdOmTYu1a9cWrU9CwMkcankEXGtR805PAQFX3wMBAgQIECBAgECWBQRcszwdvREgQIAAAQIECBAgQIAAAQIECBAgQIAAAQIECBAgQIAAAQIECBAgQIBAVgTyGnD9bET8n4wgCrhmZBDNaiMPAdfkRtLZs2fH4sWLd2JKE1Lsy7yeAdc//uM/jo985CPx2c9+Nv7oj/4oRo0aFZ/85Cdj4MCBDR35W2+9FS+99FI8++yz8eKLL8a//uu/xiuvvBKbN2/u7iO5pbWjoyOSW3FHjBgRX/jCF+JTn/pUw3vtCbNp06Y4/fTTY8OGDd1/PG7cuMKtvkOGDClrTVJA+AAAIABJREFU+N5778XChQtjzpw5RWuTG2GXLVtWUY1Smwi4lqW3oIyAgKtPhAABAgQIECBAIMsCAq5Zno7eCBAgQIAAAQIECBAgQIAAAQIECBAgQIAAAQIECBAgQIAAAQIECBAgQCArAnkNuH4/Io6OiHkR8VSTMQVcmzwA2xMgUFogCacuWLAg5s6dW7TgrrvuikmTJpVlS25/XbFiRVxwwQWxdevW7vXJDbp33HFHHH108l/DtT0CrrW5eev/FxBw9TUQIECAAAECBAhkWUDANcvT0RsBAgQIECBAgAABAgQIECBAgAABAgQIECBAgAABAgQIECBAgAABAgQIZEUgrwHXD0XEP0XEPv8TcG1m0FXANStfsz4IECgSePrpp+Pss88uumX25JNPjptvvjn23XffXWol4dY1a9bEd77znaL3k5eS0OysWbNS3Uwr4OpjTSsg4JpW0PsECBAgQIAAAQL9KSDg2p+6ahMgQIAAAQIECBAgQIAAAQIECBAgQIAAAQIECBAgQIAAAQIECBAgQIBAqwjkNeCa+Ce3uF7RYxDJTa7NCLoKuLbK3w3OQaCFBN54442YNm1arF27tuhUldzeuqtw69ixY2PZsmWx3377pdIScE3F5+WIEHD1GRAgQIAAAQIECGRZQMA1y9PRGwECBAgQIECAAAECBAgQIECAAAECBAgQIECAAAECBAgQIECAAAECBAhkRSDPAdeet7j29Gx00FXANStfsz4IECgIbNu2LWbPnh1Lly4tEpk4cWIhnDpkyJA+pd577724++67Cze3vvnmm0XrRo4cGbfddlsMHz48tbSAa2rCti8g4Nr2nwAAAgQIECBAgECmBQRcMz0ezREgQIAAAQIECBAgQIAAAQIECBAgQIAAAQIECBAgQIAAAQIECBAgQIBARgTyHHBNCHvf4tqTtVFBVwHXjHzM2iBA4P8TSEKqCxcujDlz5nST7L///pHc3vqVr3ylT6bt27fHggUL4vvfT/6rtfhJwq033nhjHHHEEXVhFnCtC2NbFxFwbevxOzwBAgQIECBAIPMCAq6ZH5EGCRAgQIAAAQIECBAgQIAAAQIECBAgQIAAAQIECBAgQIAAAQIECBAgQCADAnkPuPZ1i2tP2v4Ougq4ZuBD1gIBAsUCvW9xveyyy2LevHkxcODAXVJt3rw5Lrzwwnj44Ye713V0dMSPfvSjOOqoo+rGLOBaN8q2LSTg2rajd3ACBAgQIECAQC4EBFxzMSZNEiBAgAABAgQIECBAgAABAgQIECBAgAABAgQIECBAgAABAgQIECBAgECTBfIecE34dnWLa0/e/gq6Crg2+SO2PQECpQVeffXVmDx5cuHH5cuXxyc+8YmKqJL3kpDr2rVrY/To0bF48eIYMWJERe9WukjAtVIp6/oSEHD1bRAgQIAAAQIECGRZQMA1y9PRGwECBAgQIECAAAECBAgQIECAAAECBAgQIECAAAECBAgQIECAAAECBAhkRaAVAq6V3OLa07veQVcB16x8zfogQGAngfXr18eOHTvii1/8YlU6GzdujOuvvz6+973vxdChQ6t6t5LF//iP/xiXXnpp/Od//mdh+Yc+9KG49tpr4w/+4A8qed0aAiHg6iMgQIAAAQIECBDIsoCAa5anozcCBAgQIECAAAECBAgQIECAAAECBAgQIECAAAECBAgQIECAAAECBAgQyIpAKwRcE8tKb3Ht6V6voKuAa1a+Zn0QIECAQNsICLi2zagdlAABAgQIECCQSwEB11yOTdMECBAgQIAAAQIECBAgQIAAAQIECBAgQIAAAQIECBAgQIAAAQIECBAg0GCBVgm4VnuLa0/mtEFXAdcGf7S2I0CAAAECAq6+AQIECBAgQIAAgSwLCLhmeTp6I0CAAAECBAgQIECAAAECBAgQIECAAAECBAgQIECAAAECBAgQIECAAIGsCLRKwDXxrOUW155zqDXoKuCala9ZHwQIECDQNgICrm0zagclQIAAAQIECORSQMA1l2PTNAECBAgQIECAAAECBAgQIECAAAECBAgQIECAAAECBAgQIECAAAECBAg0WKCVAq5pbnHtyV5t0FXAtcEfre0IECBAgICAq2+AAAECBAgQIEAgywICrlmejt4IECBAgAABAgQIECBAgAABAgQIECBAgAABAgQIECBAgAABAgQIECBAICsCrRRwTUzT3uLacy6VBl0FXLPyNeuDAAECBNpGQMC1bUbtoAQIECBAgACBXAoIuOZybJomQIAAAQIECBAgQIAAAQIECBAgQIAAAQIECBAgQIAAAQIECBAgQIAAgQYLlAq4Do6IdxrcR722q9ctrj37KRd0FXCt1/TUIUCAAAECFQoIuFYIZRkBAgQIECBAgEBTBARcm8JuUwIECBAgQIAAAQIECBAgQIAAAQIECBAgQIAAAQIECBAgQIAAAQIECBDImUCpgOvuEVEU2szZmep5i2vPo/cVdBVwzdkHol0CBAgQyL+AgGv+Z+gEBAgQIECAAIFWFhBwbeXpOhsBAgQIECBAgAABAgQIECBAgAABAgQIECBAgAABAgQIECBAgAABAgQI1EugVMD1hoj4UUR8vF6bNLjOnhGxIiKSm2j74+kddBVw7Q9lNQkQIECAwC4EBFx9HgQIECBAgAABAlkWEHDN8nT0RoAAAQIECBAgQIAAAQIECBAgQIAAAQIECBAgQIAAAQIECBAgQIAAAQJZESgVcE16eyci9shKkzX0kYRO/68a3qvmla6g6896vtTZmefLb6s5vrUECBAgQKB5AgKuzbO3MwECBAgQIECAQHkBAdfyRlYQIECAAAECBAgQIECAAAECBAgQIECAAAECBAgQIECAAAECBAgQIECAAIG+Aq5kahQQcK0RzmsECBAgQKAKAQHXKrAsJUCAAAECBAgQaLiAgGvDyW1IgAABAgQIECBAgAABAgQIECBAgAABAgQIECBAgAABAgQIECBAgAABAjkUGBgR/08O+85sywKumR2NxggQIECghQQEXFtomI5CgAABAgQIEGhBAQHXFhyqIxEgQIAAAQIECBAgQIAAAQIECBAgQIAAAQIECBAgQIAAAQIECBAgQIBAvwh09qr6i37ZpbFF/1dEHNDPWz4dEd+PiJ/13EfAtZ/VlSdAgAABAhEh4OozIECAAAECBAgQyLKAgGuWp6M3AgQIECBAgAABAgQIECBAgAABAgQIECBAgAABAgQIECBAgAABAgQIEMiSQO+A6+9lqbkaetk7Iv46IpL/7I+nK9j61P8UL/ITcO0PcjUJECBAgECxgICrL4IAAQIECBAgQCDLAgKuWZ6O3ggQIECAAAECBAgQIECAAAECBAgQIECAAAECBAgQIECAAAECBAgQIEAgSwK9A655/3fwkltVr+gH4N7B1q4tBFz7AVtJAgQIECCwKwEBV98HAQIECBAgQIBAlgXy/g/XsmyrNwIECBAgQIAAAQIECBAgQIAAAQIECBAgQIAAAQIECBAgQIAAAQIECBBoLYFWCrh+KCI2RUTyn/V6+gq2dtUXcK2XtDoECBAgQKBCAQHXCqEsI0CAAAECBAgQaIqAgGtT2G1KgAABAgQIECBAgAABAgQIECBAgAABAgQIECBAgAABAgQIECBAgAABAjkUaKWAaz1vby0XbO0atYBrDj96LRMgQIBAvgUEXPM9P90TIECAAAECBFpdQMC11SfsfAQIECBAgAABAgQIECBAgAABAgQIECBAgAABAgQIECBAgAABAgQIECBQL4FWCbjW6/bWSoOtXf4CrvX6EtUhQIAAAQIVCgi4VghlGQECBAgQIECAQFMEBFybwm5TAgQIECBAgAABAgQIECBAgAABAgQIECBAgAABAgQIECBAgAABAgQIEMihQKsEXNPe3lptsLVr1AKuOfzotUyAAAEC+RYQcM33/HRPgAABAgQIEGh1AQHXVp+w8xEgQIAAAQIECBAgQIAAAQIECBAgQIAAAQIECBAgQIAAAQIECBAgQIBAvQRaIeCa5vbWWoOtXf4CrvX6EtUhQIAAAQIVCgi4VghlGQECBAgQIECAQFMEBFybwm5TAgQIECBAgAABAgQIECBAgAABAgQIECBAgAABAgQIECBAgAABAgQIEMihQCsEXGu5vTVtsLVr1AKuOfzotUyAAAEC+RYQcM33/HRPgAABAgQIEGh1AQHXVp+w8xEgQIAAAQIECBAgQIAAAQIECBAgQIAAAQIECBAgQIAAAQIECBAgQIBAvQTyHnCt9vbWegVbu/wFXOv1JapDgAABAgQqFBBwrRDKMgIECBAgQIAAgaYICLg2hd2mBAgQIECAAAECBAgQIECAAAECBAgQIECAAAECBAgQIECAAAECBAgQIJBDgbwHXCu9vbXewdauUQu45vCj1zIBAgQI5FtAwDXf89M9AQIECBAgQKDVBQRcW33CzkeAAAECBAgQIECAAAECBAgQIECAAAECBAgQIECAAAECBAgQIECAAAEC9RLIc8C1kttb+yvY2uUv4FqvL1EdAgQIECBQoYCAa4VQlhEgQIAAAQIECDRFQMC1Kew2JUCAAIH/l737j/Wqvg8//sJ2GrjgMrtk+keLTWsJgXkVtppCf9jWtpBOwAkqMCgLIDipjlkrxmBVtolWJbprK4KpU0QRnAXbwJx21l/dTNFCMWpZM9kfxVU7V34tLtH7zfl8v/d+773eH5/PPZ977vnxuMmyfOG83+d9Hq9DZgjP7yFAgAABAgQIECBAgAABAgQIECBAgAABAgQIECBAgAABAgQIECigQJED1/6+3jrUYWvHqAWuBXzpHZkAAQIEii0gcC32/JyeAAECBAgQIFB2AYFr2Sfs+QgQIECAAAECBAgQIECAAAECBAgQIECAAAECBAgQIECAAAECBAgQIECgWQJFDVz7+nprVmFrh7/AtVlvon0IECBAgECdAgLXOqFcRoAAAQIECBAgMCwCAtdhYXdTAgQIECBAgAABAgQIECBAgAABAgQIECBAgAABAgQIECBAgAABAgQIECigQFED155fb806bO0YtcC1gC+9IxMgQIBAsQUErsWen9MTIECAAAECBMouIHAt+4Q9HwECBAgQIECAAAECBAgQIECAAAECBAgQIECAAAECBAgQIECAAAECBAg0S6CIgWvXr7cOV9ja4f9eRHT+u8X33nsveolumjUr+xAgQIAAgcoLtLe3x3HHHdfVIflvmW6/UHkkAAQIECBAgAABAsMqIHAdVn43J0CAAAECBAgQIECAAAECBAgQIECAAAECBAgQIECAAAECBAgQIECAAIECCRQxcE2+3np2RCT/+6lhtj4SES0dZzh06FCMGTNmmI/k9gQIECBAoLwChw8fjhNPPLHrAx6NiNHlfWJPRoAAAQIECBAgUDQBgWvRJua8BAgQIECAAAECBAgQIECAAAECBAgQIECAAAECBAgQIECAAAECBAgQIDBcAkUMXM+IiJ8NF1iP+74eEWM7fu0Xv/hFnHbaaTk5mmMQIECAAIHyCezfvz8+8YlPdH2wAxFxavme1BMRIECAAAECBAgUVUDgWtTJOTcBAgQIECBAgAABAgQIECBAgAABAgQIECBAgAABAgQIECBAgAABAgQIZC1QxMA1a6P+7vd0RHym44KdO3fGtGnT8nQ+ZyFAgAABAqUS2LVrV0yfPr3rMz0TEZ8t1UN6GAIECBAgQIAAgUILCFwLPT6HJ0CAAAECBAgQIECAAAECBAgQIECAAAECBAgQIECAAAECBAgQIECAAIEMBQSu6bA3RMSSji3Wrl0bV111VbodrSZAgAABAgT6FLjpppti1apVXX9/Y0QsRUaAAAECBAgQIEAgLwIC17xMwjkIECBAgAABAgQIECBAgAABAgQIECBAgAABAgQIECBAgAABAgQIECBAIO8CAtd0E7okIr7TscWMGTNi+/bt6Xa0mgABAgQIEOhTYObMmbFjx46uv/8XEfFdZAQIECBAgAABAgTyIiBwzcsknIMAAQIECBAgQIAAAQIECBAgQIAAAQIECBAgQIAAAQIECBAgQIAAAQIE8i4gcE03odaI+FnHFqNGjYojR47EiBH+KWM6VqsJECBAgMD7Bdrb22P06NFx7Nixrr95RkTs4UWAAAECBAgQIEAgLwL+Vigvk3AOAgQIECBAgAABAgQIECBAgAABAgQIECBAgAABAgQIECBAgAABAgQIEMi7gMA1/YRej4ixHdts3bo1Zs+enX5XOxAgQIAAAQLdBLZt2xZz5szp+msHIuJUTAQIECBAgAABAgTyJCBwzdM0nIUAAQIECBAgQIAAAQIECBAgQIAAAQIECBAgQIAAAQIECBAgQIAAAQIE8iwgcE0/ndsj4rKObWbMmBHbt29Pv6sdCBAgQIAAgW4CM2fOjB07dnT9tTsi4nJMBAgQIECAAAECBPIkIHDN0zSchQABAgQIECBAgAABAgQIECBAgAABAgQIECBAgAABAgQIECBAgAABAgTyLCBwTT+dT0XE8123efHFF+PMM89Mv7MdCBAgQIAAgZrASy+9FJMmTeqpMSUifoKIAAECBAgQIECAQJ4EBK55moazECBAgAABAgQIECBAgAABAgQIECBAgAABAgQIECBAgAABAgQIECBAgECeBQSuzZnO0xHxmY6t5s2bFw888EBzdrYLAQIECBAgEPPnz4/Nmzd3lXgmIj6LhgABAgQIECBAgEDeBASueZuI8xAgQIAAAQIECBAgQIAAAQIECBAgQIAAAQIECBAgQIAAAQIECBAgQIBAXgUErs2ZzAURsaXrVjt37oxp06Y1Z3e7ECBAgACBCgvs2rUrpk+f3lPgwoh4uMIsHp0AAQIECBAgQCCnAgLXnA7GsQgQIECAAAECBAgQIECAAAECBAgQIECAAAECBAgQIECAAAECBAgQIEAgdwIC1+aNpNtXXCdOnBh79+6NESP8s8bmEduJAAECBKom0N7eHqeffnrs27ev66P7emvVXgTPS4AAAQIECBAokIC/CSrQsByVAAECBAgQIECAAAECBAgQIECAAAECBAgQIECAAAECBAgQIECAAAECBIZVQODaPP4vRMSTXbdbunRp3H333c27g50IECBAgEDFBC6++OLYsGFDz6f+YkT8qGIUHpcAAQIECBAgQKAgAgLXggzKMQkQIECAAAECBAgQIECAAAECBAgQIECAAAECBAgQIECAAAECBAgQIEBg2AUErs0dwe0RcVnXLdeuXRtXXXVVc+9iNwIECBAgUAGBm266KVatWtXzSe+IiMsr8PgekQABAgQIECBAoKACAteCDs6xCRAgQIAAAQIECBAgQIAAAQIECBAgQIAAAQIECBAgQIAAAQIECBAgQCBzAYFr88l/GhGTu27b1tYWl156afPvZEcCBAgQIFBSgTvvvDNWrFjR8+l2R8QflfSRPRYBAgQIECBAgEBJBASuJRmkxyBAgAABAgQIECBAgAABAgQIECBAgAABAgQIECBAgAABAgQIECBAgACBIRcQuDafuDUinouIlq5b+5Jr86HtSIAAAQLlFOjjy61HI2JqROwp51N7KgIECBAgQIAAgbIICFzLMknPQYAAAQIECBAgQIAAAQIECBAgQIAAAQIECBAgQIAAAQIECBAgQIAAAQJDLSBwHRrhP4mIx3puvXTp0li/fn2MGOGfOg4Nu10JECBAoMgC7e3tsWzZstiwYUNvj3FuRPygyM/n7AQIECBAgAABAtUQ8Lc+1ZizpyRAgAABAgQIECBAgAABAgQIECBAgAABAgQIECBAgAABAgQIECBAgACB9AIC1/SGfe1wQURs6fmbEydOjG9/+9sxbdq0obuznQkQIECAQMEEdu3aFVdeeWXs27evt5NfGBEPF+yRHJcAAQIECBAgQKCiAgLXig7eYxMgQIAAAQIECBAgQIAAAQIECBAgQIAAAQIECBAgQIAAAQIECBAgQIBAwwIC14bJGlqQfMn1oYho6blq3rx58Y1vfCPOPPPMhjZ0MQECBAgQKJPASy+9FLfcckts3ry5t8c6GhEX+XJrmSbuWQgQIECAAAEC5RcQuJZ/xp6QAAECBAgQIECAAAECBAgQIECAAAECBAgQIECAAAECBAgQIECAAAECBJojIHBtjmN/u7RGxD0RMbm3i2bMmBELFiyI888/P0aM8E8gh34c7kCAAAECwy3Q3t4ejzzySNx///2xY8eOvo6zOyIWR8Se4T6v+xMgQIAAAQIECBBoRMDf7jSi5VoCBAgQIECAAAECBAgQIECAAAECBAgQIECAAAECBAgQIECAAAECBAgQqLKAwDW76d8eEZf1dbtRo0bFOeecE1OmTInW1tb42Mc+FieffHKMHj1a+JrdjNyJAAECBJookISsR44ciTfeeCN++ctfxp49e+L555+PJ554Io4dO9bfne6IiMubeBRbESBAgAABAgQIEMhMQOCaGbUbESBAgAABAgQIECBAgAABAgQIECBAgAABAgQIECBAgAABAgQIECBAgEDBBQSu2Q7wCxFxXUR8JtvbuhsBAgQIECiEwDP/7/9O/qgQp3VIAgQIECBAgAABAr0ICFy9FgQIECBAgAABAgQIECBAgAABAgQIECBAgAABAgQIECBAgAABAgQIECBAoD4BgWt9Ts2+6oKIWCF0bTar/QgQIECgoAJJ2NoWEQ8X9PyOTYAAAQIECBAgQKBTQODqZSBAgAABAgQIECBAgAABAgQIECBAgAABAgQIECBAgAABAgQIECBAgAABAvUJCFzrcxqqqz4VERdFxMyIGDtUN7EvAQIECBDIocCBiNgeEQ9FxE9yeD5HIkCAAAECBAgQIDAoAYHroNgsIkCAAAECBAgQIECAAAECBAgQIECAAAECBAgQIECAAAECBAgQIECAAIEKCghc8zP01oiYEhGTImJcRHwkIn4/IkZFhH8bmZ85OQkBAgQI1C+Q/HfGsYh4KyL+IyJei4gXI+L5iNhT/zauJECAAAECBAgQIFAcAX+JU5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DqRSBAgAABAgQIECBAgAABAgQIECDQJAGBa5MgbUOAAAECBAgQIECAAAECBAgQIECAAAECBAgQIECAAAECBAgQIECAAAECpRcQuJZ+xB6QAAECBAgQIECAAAECBAgQIEAgKwGBa1bS7kOAAAECBAgQIECAAAECBAgQIECAAAECBAgQIECAAAECBAgQIECAAAECRRcQuBZ9gs5PgAABAgQIECBAgAABAgQIECCQGwGBa25G4SAECBAgQIAAAQIECBAgQIAAAQIECBAgQIAAAQIECBAgQIAAAQIECBAgkHMBgWvOB+R4BAgQIECAAAECBAgQIECAAAECxREQuBZnVk5KgAABAgQIECBAgAABAgQIECBAgAABAgQIECBAgAABAgQIECBAgAABAsMrIHAdXn93J0CAAAECBAgQIECAAAECBAgQKJGAwLVEw/QoBAgQIECAAAECBAgQIECAAAECBAgQIECAAAECBAgQIECAAAECBAgQIDCkAgLXIeW1OQECBAgQIECAAAECBAgQIECAQJUEBK5VmrZnJUCAAAECBAgQIECAAAECBAgQIECAAAECBAgQIECAAAECBAgQIECAAIE0AgLXNHrWEiBAgAABAgQIECBAgAABAgQIEOgiIHD1OhAgQIAAAQIDGJ/JAAAgAElEQVQECBAgQIAAAQIECBAgQIAAAQIECBAgQIAAAQIECBAgQIAAgfoEBK71ObmKAAECBAgQIECAAAECBAgQIECAwIACAtcBiVxAgAABAgQIECBAgAABAgQIECBAgAABAgQIECBAgAABAgQIECBAgAABAgRqAgJXLwIBAgQIECBAgAABAgQIECBAgACBJgkIXJsEaRsCBAgQIECAAAECBAgQIECAAAECBAgQIECAAAECBAgQIECAAAECBAgQKL2AwLX0I/aABAgQIECAAAECBAgQIECAAAECWQkIXLOSdh8CBAgQIECAAAECBAgQIECAAAECBAgQIECAAAECBAgQIECAAAECBAgQKLqAwLXoE3R+AgQIECBAgAABAgQIECBAgACB3AgIXHMzCgchQIAAAQIECBAgQIAAAQIECBAgQIAAAQIECBAgQIAAAQIECBAgQIAAgZwLCFxzPiDHI0CAAAECBAgQIECAAAECBAgQKI6AwLU4s3JSAgQIECBAgAABAgQIECBAgAABAgQIECBAgAABAgQIECBAgAABAgQIEBheAYHr8Pq7OwECBAgQIECAAAECBAgQIECAQIkEBK4lGqZHIUCAAAECBAgQIECAAAECBAgQIECAAAECBAgQIECAAAECBAgQIECAAIEhFRC4DimvzQkQIECAAAECBAgQIECAAAECBKokIHCt0rQ9KwECBAgQIECAAAECBAgQIECAAAECBAgQIECAAAECBAgQIECAAAECBAikERC4ptGzlgABAgQIECBAgAABAgQIECBAgEAXAYGr14EAAQIECBAgQIAAAQIECBAgQIAAAQIECBAgQIAAAQIECBAgQIAAAQIECNQnIHCtz8lVBAgQIECAAAECBAgQIECAAAECBAYUELgOSOQCAgQIECBAgAABAgQIECBAgAABAgQIECBAgAABAgQIECBAgAABAgQIECBQExC4ehEIECBAgAABAgQIECBAgAABAgQINElA4NokSNsQIECAAAECBAgQIECAAAECBAgQIECAAAECBAgQIECAAAECBAgQIECAQOkFBK6lH7EHJECAAAECBAgQIECAAAECBAgQyEpA4JqVtPsQIECAAAECBAgQIECAAAECBAgQIECAAAECBAgQIECAAAECBAgQIECAQNEFBK5Fn6DzEyBAgAABAgQIECBAgAABAgQI5EZA4JqbUTgIAQIECBAgQIAAAQIECBAgQIAAAQIECBAgQIAAAQIECBAgQIAAAQIECORcQOCa8wE5HgECBAgQIECAAAECBAgQIECAQHEEBK7FmZWTEiBAgAABAgQIECBAgAABAgQIECBAgAABAgQIECBAgAABAgQIECBAgMDwCghch9ff3QkQIECAAAECBAgQIECAAAECBEokIHAt0TA9CgECBAgQIECAAAECBAgQIECAAAECBAgQIECAAAECBAgQIECAAAECBAgMqYDAdUh5bU6AAAECBAgQIECAAAECBAgQIFAlAYFrlabtWQkQIECAAAECBAgQIECAAAECBAgQIECAAAECBAgQIECAAAECBAgQIEAgjYDANY2etQQIECBAgAABAgQIECBAgAABAgS6CAhcvQ4ECBAgQIAAAQIECBAgQIAAAQIECBAgQIAAAQIECBAgQIAAAQIECBAgQKA+AYFrfU6uIkCAAAECBAgQIECAAAECBAgQIDCggMB1QCIXECBAgAABAgQIECBAgAABAgQIECBAgAABAgQIECBAgAABAgQIECBAgACBmoDA1YtAgAABAgQIECBAgAABAgQIECBAoEkCAtcmQdqGAAECBAgQIECAAAECBAgQIECAAAECBAgQIECAAAECBAgQIECAAAECBEovIHAt/Yg9IAECBAgQIECAAAECBAgQIECAQFYCAtespN2HAAECBAgQIECAAAECBAgQIECAAAECBAgQIECAAAECBAgQIECAAAECBIouIHAt+gSdnwABAgQIECBAgAABAgQIECBAIDcCAtfcjMJBCBAgQIAAAQIECBAgQIAAAQIECBAgQIAAAQIECBAgQIAAAQIECBAgQCDnAgLXnA/I8QgQIECAAAECBAgQIECAAAECBIojIHAtzqyclAABAgQIECBAgAABAgQIECBAgAABAgQIECBAgAABAgQIECBAgAABAgSGV0DgOrz+7k6AAAECBAgQIECAAAECBAgQIFAiAYFriYbpUQgQIECAAAECBAgQIECAAAECBAgQIECAAAECBAgQIECAAAECBAgQIEBgSAUErkPKa3MCBAgQIECAAAECBAgQIECAAIEqCQhcqzRtz0qAAAECBAgQIECAAAECBAgQIECAAAECBAgQIECAAAECBAgQIECAAAECaQQErmn0rCVAgAABAgQIECBAgAABAgQIECDQRUDg6nUgQIAAAQIECBAgQIAAAQIECBAgQIAAAQIECBAgQIAAAQIECBAgQIAAAQL1CQhc63NyFQECBAgQIECAAAECBAgQIECAAIEBBQSuAxK5gAABAgQIECBAgAABAgQIECBAgAABAgQIECBAgAABAgQIECBAgAABAgQI1AQErl4EAgQIECBAgAABAgQIECBAgAABAk0SELg2CdI2BAgQIECAAAECBAgQIECAAAECBAgQIECAAAECBAgQIECAAAECBAgQIFB6AYFr6UfsAQkQIECAAAECBAgQIECAAAECBLISELhmJe0+BAgQIECAAAECBAgQIECAAAECBAgQIECAAAECBAgQIECAAAECBAgQIFB0AYFr0Sfo/AQIECBAgAABAgQIECBAgAABArkRELjmZhQOQoAAAQIECBAgQIAAAQIECBAgQIAAAQIECBAgQIAAAQIECBAgQIAAAQI5FxC45nxAjkeAAAECBAgQIECAAAECBAgQIFAcAYFrcWblpAQIECBAgAABAgQIECBAgAABAgQIECBAgAABAgQIECBAgAABAgQIECAwvAIC1+H1d3cCBAgQIECAAAECBAgQIECAAIESCQhcSzRMj0KAAAECBAgQIECAAAECBAgQIECAAAECBAgQIECAAAECBAgQIECAAAECQyogcB1SXpsTIECAAAECBAgQIECAAAECBAhUSUDgWqVpe1YCBAgQIECAAAECBAgQIECAAAECBAgQIECAAAECBAgQIECAAAECBAgQSCMgcE2jZy0BAgQIECBAgAABAgQIECBAgACBLgICV68DAQIECBAgQIAAAQIECBAgQIAAAQIECBAgQIAAAQIECBAgQIAAAQIECBCoT0DgWp+TqwgQIECAAAECBAgQIECAAAECBAgMKCBwHZDIBQQIECBAgAABAgQIECBAgAABAgQIECBAgAABAgQIECBAgAABAgQIECBAoCYgcPUiECBAgAABAgQIECBAgAABAgQIEGiSgMC1SZC2IUCAAAECBAgQIECAAAECBAgQIECAAAECBAgQIECAAAECBAgQIECAAIHSCwhcSz9iD0iAAAECBAgQIECAAAECBAgQIJCVgMA1K2n3IUCAAAECBAgQIECAAAECBAgQIECAAAECBAgQIECAAAECBAgQIECAAIGiCwhciz5B5ydAgAABAgQIECBAgAABAgQIEMiNgMA1N6NwEAIECBAgQIAAAQIECBAgQIAAAQIECBAgQIAAAQIECBAgQIAAAQIECBDIuYDANecDcjwCBAgQIECAAAECBAgQIECAAIHiCAhcizMrJyVAgAABAgQIECBAgAABAgQIECBAgAABAgQIECBAgAABAgQIECBAgACB4RUQuA6vv7sTIECAAAECBAgQIECAAAECBAiUSEDgWqJhehQCBAgQIECAAAECBAgQIECAAAECBAgQIECAAAECBAgQIECAAAECBAgQGFIBgeuQ8tqcAAECBAgQIECAAAECBAgQIECgSgIC1ypN27MSIECAAAECBAgQIECAAAECBAgQIECAAAECBAgQIECAAAECBAgQIECAQBoBgWsaPWsJECBAgAABAgQIECBAgAABAgQIdBEQuHodCBAgQIAAAQIECBAgQIAAAQIECBAgQIAAAQIECBAgQIAAAQIECBAgQIBAfQIC1/qcXEWAAAECBAgQIECAAAECBAgQIEBgQAGB64BELiBAgAABAgQIECBAgAABAgQIECBAgAABAgQIECBAgAABAgQIECBAgAABAjUBgasXgQABAgQIECBAgAABAgQIECBAgECTBASuTYK0DQECBAgQIECAAAECBAgQIECAAAECBAgQIECAAAECBAgQIECAAAECBAiUXkDgWvoRe0ACBAgQIECAAAECBAgQIECAAIGsBASuWUm7DwECBAgQIECAAAECBAgQIECAAAECBAgQIECAAAECBAgQIECAAAECBAgUXUDgWvQJOj8BAgQIECBAgAABAgQIECBAgEBuBASuuRmFgxAgQIAAAQIECBAgQIAAAQIECBAgQIAAAQIECBAgQIAAAQIECBAgQIBAzgUErjkfkOMRIECAAAECBAgQIECAAAECBAgUR0DgWp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CanxehNSKmRMSkiBgXER+JiN+PiFER4d9G5mdOTkKAAAEC9Qsk/51xLCLeioj/iIjXIuLFiHg+IvbUv40rCRAgQIAAAQIECBRHwF/iFGdWTkqAAAECBAgQIECAAAECBAgQIECAAAECBAgQIECAAAECBAgQIECAAAECwysgcB1e/09FxEURMTMixg7vUdydAAECBAhkKnAgIrZHxEMR8ZNM7+xmBAgQIECAAAECBIZQQOA6hLi2JkCAAAECBAgQIECAAAECBAgQIECAAAECBAgQIECAAAECBAgQIECAAIFSCQhch2ecF0TEioj4zPDc3l0JECBAgECuBJ6JiLaIeDhXp3IYAgQIECBAgAABAoMQELgOAs0SAgQIECBAgAABAgQIECBAgAABAgQIECBAgAABAgQIECBAgAABAgQIEKikgMA127F/ISKuE7Zmi+5uBAgQIFAYgSR0Tf7v5I8Kc2IHJUCAAAECBAgQINBDQODqlSBAgAABAgQIECBAgAABAgQIECBAgAABAgQIECBAgAABAgQIECBAgAABAvUJCFzrc2rGVbdHxGV9bTRq1Kg455xzYsqUKdHa2hof+9jH4uSTT47Ro0fHiBH+aWQzBmAPAgQIEMhWoL29PY4cORJvvPFG/PKXv4w9e/bE888/H0888UQcO3asv8PcERGXZ3tadyNAgAABAgQIECDQHAF/i9McR7sQIECAAAECBAgQIECAAAECBAgQIECAAAECBAgQIECAAAECBAgQIECAQPkFBK5DP+PWiLgnIib3dqsZM2bEggUL4vzzzxeyDv0s3IEAAQIEciCQhK+PPPJI3H///bFjx46+TrQ7IhZHxJ4cHNkRCBAgQIAAAQIECNQtIHCtm8qFBAgQIECAAAECBAgQIECAAAECBAgQIECAAAECBAgQIECAAAECBAgQIFBxAYHr0L4AfxIRD0VES8/bzJs3L77xjW/EmWeeObQnsDsBAgQIEMixwEsvvRS33HJLbN68ubdTHo2IiyLiBzl+BEcjQIAAAQIECBAg0E1A4OqFIECAAAECBAgQIECAAAECBAgQIECAAAECBAgQIECAAAECBAgQIECAAAEC9QkIXOtzGsxVF0TElp4LJ06cGN/+9rdj2rRpg9nTGgIECBAgUEqBXbt2xZVXXhn79u3r7fkujIiHS/ngHooAAQIECBAgQKB0AgLX0o3UAxEgQIAAAQIECBAgQIAAAQIECBAgQIAAAQIECBAgQIAAAQIECBAgQIDAEAkIXIcGNvly62M9t166dGmsX78+RozwTx2Hht2uBAgQIFBkgfb29li2bFls2LCht8c415dcizxdZydAgAABAgQIVEfA3/pUZ9aelAABAgQIECBAgAABAgQIECBAgAABAgQIECBAgAABAgQIECBAgAABAgTSCQhc0/n1tro1Ip6LiJauv7l27dq46qqrmn83OxIgQIAAgZIJ3HTTTbFq1aqeT3U0IqZGxJ6SPa7HIUCAAAECBAgQKJmAwLVkA/U4BAgQIECAAAECBAgQIECAAAECBAgQIECAAAECBAgQIECAAAECBAgQIDBkAgLX5tP+NCImd922ra0tLr300ubfyY4ECBAgQKCkAnfeeWesWLGi59Ptjog/KukjeywCBAgQIECAAIGSCAhcSzJIj0GAAAECBAgQIECAAAECBAgQIECAAAECBAgQIECAAAECBAgQIECAAAECQy4gcG0u8e0RcVnXLX25tbnAdiNAgACB6gj08SXXOyLi8uooeFICBAgQIECAAIGiCQhcizYx5yVAgAABAgQIECBAgAABAgQIECBAgAABAgQIECBAgAABAgQIECBAgACB4RIQuDZP/gsR8WTX7ZYuXRp333138+5gJwIECBAgUDGBiy++ODZs2NDzqb8YET+qGIXHJUCAAAECBAgQKIiAwLUgg3JMAgQIECBAgAABAgQIECBAgAABAgQIECBAgAABAgQIECBAgAABAgQIEBh2AYFr80bwdER8pmO7iRMnxt69e2PECP+ssXnEdiJAgACBqgm0t7fH6aefHvv27ev66M9ExGerZuF5CRAgQIAAAQIEiiHgb4KKMSenJECAAAECBAgQIECAAAECBAgQIECAAAECBAgQIECAAAECBAgQIECAAIHhFxC4NmcGF0TElq5b7dy5M6ZNm9ac3e1CgAABAgQqLLBr166YPn16T4ELI+LhCrN4dAIECBAgQIAAgZwKCFxzOhjHIkCAAAECBAgQIECAAAECBAgQIECAAAECBAgQIECAAAECBAgQIECAAIHcCQhcmzOSbl9vnTdvXjzwwAPN2dkuBAgQIECAQMyfPz82b97cVcJXXL0XBAgQIECAAAECuRQQuOZyLA5FgAABAgQIECBAgAABAgQIECBAgAABAgQIECBAgAABAgQIECBAgAABAjkUELimH8qnIuL5rtu8+OKLceaZZ6bf2Q4ECBAgQIBATeCll16KSZMm9dSYEhE/QUSAAAECBAgQIEAgTwIC1zxNw1kIECBAgAABAgQIECBAgAABAgQIECBAgAABAgQIECBAgAABAgQIECBAIM8CAtf007k9Ii7r2GbGjBmxffv29LvagQABAgQIEOgmMHPmzNixY0fXX7sjIi7HRIAAAQIECBAgQCBPAgLXPE3DWQgQIECAAAECBAgQIECAAAECBAgQIECAAAECBAgQIECAAAECBAgQIEAgzwIC1/TTeT0ixnZss3Xr1pg9e3b6Xe1AgAABAgQIdBPYtm1bzJkzp+uvHYiIUzERIECAAAECBAgQyJOAwDVP03AWAgQIECBAgAABAgQIECBAgAABAgQIECBAgAABAgQIECBAgAABAgQIEMizgMA13XRaI+JnHVuMGjUqjhw5EiNG+KeM6VitJkCAAAEC7xdob2+P0aNHx7Fjx7r+5hkRsYcXAQIECBAgQIAAgbwI+FuhvEzCOQgQIECAAAECBAgQIECAAAECBAgQIECAAAECBAgQIECAAAECBAgQIEAg7wIC13QTuiQivtOxxYwZM2L79u3pdrSaAAECBAgQ6FNg5syZsWPHjq6//xcR8V1kBAgQIECAAAECBPIiIHDNyyScgwABAgQIECBAgAABAgQIECBAgAABAgQIECBAgAABAgQIECBAgAABAgTyLiBwTTehDRGxpGOLtWvXxlVXXZVuR6sJECBAgACBPgVuuummWLVqVdff3xgRS5ERIECAAAECBAgQyIuAwDUvk3AOAgQIECBAgAABAgQIECBAgAABAgQIECBAgAABAgQIECBAgAABAgQIEMi7gMA13YSejojPdGyxc+fOmDZtWrodrSZAgAABAgT6FNi1a1dMnz696+8/ExGfRUaAAAECBAgQIEAgLwIC17xMwjkIECBAgAABAgQIECBAgAABAgQIECBAgAABAgQIECBAgAABAgQIECBAIO8CAtd0E3o9IsZ2bPGLX/wiTjvttHQ7Wk2AAAECBAj0KbB///74xCc+0fX3D0TEqcgIECBAgAABAgQI5EVA4JqXSTgHAQIECBAgQIAAAQIECBAgQIAAAQIECBAgQIAAAQIECBAgQIAAAQIECORdQOCabkJHIqKlY4tDhw7FmDFj0u1oNQECBAgQINCnwOHDh+PEE0/s+vtHI2I0MgIECBAgQIAAAQJ5ERC45mUSzkGAAAECBAgQIECAAAECBAgQIECAAAECBAgQIECAAAECBAgQIECAAAECeRcQuKab0HsR0fnvFt97770YMcI/Y0xHajUBAgQIEOhboL29PY477riuFyT/LdPtF/gRIECAAAECBAgQGE4BfzM0nPruTYAAAQIECBAgQIAAAQIECBAgQIAAAQIECBAgQIAAAQIECBAgQIAAAQJFEhC4pptWN78kuvFDgAABAgQIDK1AL/+fSWgIhpbc7gQIECBAgAABAg0I+I/TBrBcSoAAAQIECBAgQIAAAQIECBAgQIAAAQIECBAgQIAAAQIECBAgQIAAAQKVFhC4phu/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IECBBoWEDg2jCZBQQIECBAgAABAhkKCFwzxHYrAgQIECBAgAABAgQIECBAgAABAgQIECBAgAABAgQIECBAgAABAgQIECi0gMA13fgErun8rCZAgAABAg0LCFwbJrOAAAECBAgQIEAgQwGBa4bYbkWAAAECBAgQIECAAAECBAgQIECAAAECBAgQIECAAAECBAgQIECAAAEChRYQuKYbn8A1nZ/VBAgQIECgYQGBa8NkFhAgQIAAAQIECGQoIHDNENutCBAgQIAAAQIECBAgQIAAAQIECBAgQIAAAQIECBAgQIAAAQIECBAgQKDQAgLXdOMTuKbzs5oAAQIECDQsIHBtmMwCAgQIECBAgACBDAUErhliuxUBAgQIECBAgAABAgQIECBAgAABAgQIECBAgAABAgQIECBAgAABAgQIFFpA4JpufALXdH5WEyBAgACBhgUErg2TWUCAAAECBAgQIJChgMA1Q2y3IkCAAAECBAgQIECAAAECBDKLX8YAACAASURBVAgQIECAAAECBAgQIECAAAECBAgQIECAAIFCCwhc041P4JrOz2oCBAgQINCwgMC1YTILCBAgQIAAAQIEMhQQuGaI7VYECBAgQIAAAQIECBAgQIAAAQIECBAgQIAAAQIECBAgQIAAAQIECBAgUGgBgWu68Qlc0/lZTYAAAQIEGhYQuDZMZgEBAgQIECBAgECGAgLXDLHdigABAgQIECBAgAABAgQIECBAgAABAgQIECBAgAABAgQIECBAgAABAgQKLSBwTTc+gWs6P6sJECBAgEDDAgLXhsksIECAAAECBAgQyFBA4JohtlsRIECAAAECBAgQIECAAAECBAgQIECAAAECBAgQIECAAAECBAgQIECAQKEFBK7pxidwTednNQECBAgQaFhA4NowmQUECBAgQIAAAQIZCghcM8R2KwIECBAgQIAAAQIECBAgQIAAAQIECBAgQIAAAQIECBAgQIAAAQIECBAotIDANd34BK7p/KwmQIAAAQINCwhcGyazgAABAgQIECBAIEMBgWuG2G5FgAABAgQIECBAgAABAgQIECBAgAABAgQIECBAgAABAgQIECBAgAABAoUWELimG5/ANZ2f1QQIECBAoGEBgWvDZBYQIECAAAECBAhkKCBwzRDbrQgQIECAAAECBAgQIECAAAECBAgQIECAAAECBAgQIECAAAECBAgQIECg0AIC13TjE7im87OaAAECBAg0LCBwbZjMAgIECBAgQIAAgQwFBK4ZYrsVAQIECBAgQIAAAQIECBAgQIAAAQIECBAgQIAAAQIECBAgQIAAAQIECBRaQOCabnwC13R+VhMgQIAAgYYFBK4Nk1lAgAABAgQIECCQoYDANUNstyJAgAABAgQIECBAgAABAgQIECBAgAABAgQIECBAgAABAgQIECBAgACBQgsIXNONT+Cazs9qAgQIECDQsIDAtWEyCwgQIECAAAECBDIUELhmiO1WBAgQIECAAAECBAgQIECAAAECBAgQIECAAAECBAgQIECAAAECBAgQIFBoAYFruvEJXNP5WU2AAAECBBoWELg2TGYBAQIECBAgQIBAhgIC1wyx3YoAAQIECBAgQIAAAQIECBAgQIAAAQIECBAgQIAAAQIECBAgQIAAAQIECi0gcE03PoFrOj+rCRAgQIBAwwIC14bJLCBAgAABAgQIEMhQQOCaIbZbESBAgAABAgQIECBAgAABAgQIECBAgAABAgQIECBAgAABAgQIECBAgEChBQSu6cYncE3nZzUBAgQIEGhYQODaMJkFBAgQIECAAAECGQoIXDPEdisCBAgQIECAAAECBAgQIECAAAECBAgQIECAAAECBAgQIECAAAECBAgQKLSAwDXd+ASu6fysJkCAAAECDQsIXBsms4AAAQIECBAgQCBDAYFrhthuRYAAAQIECBAgQIAAAQIECBAgQIAAAQIECBAgQIAAAQIECBAgQIAAAQKFFhC4phuf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KDEPiXf/mX+PGPfzyIlflY8pGPfCTOP//8OP744/NxIKconIDAtXAjc2ACBAgQIECAQKUEBK6VGreHJUCAAAECBAgQIECAAAECBAgQIECAAAECBAgQIECAAAECBAgQIECAAIEUAgLXFHgRIXBN52c1AQKDEHjggQfiz/7szwaxMh9Lli1bFuvWrYuRI0fm40BOUTgBgWvhRubABAgQIECAAIFKCQhcKzVuD0uAAAECBAgQIECAAAECBAgQIECAAAECBAgQIECAAAECBAgQIECAAAECKQQErinwBK7p8KwmQGBwAgLXwblZVR4BgWt5ZulJCBAgQIAAAQJlFBC4lnGqnokAAQIECBAgQIAAAQIECBAgQIAAAQIECBAgQIAAAQIECBAgQIAAAQIEhkJA4JpO1Rdc0/lZTYDAIAQEroNAs6RUAgLXUo3TwxAgQIAAAQIESicgcC3dSD0QAQIECBAgQIAAAQIECBAgQIAAAQIECBAgQIAAAQIECBAgQIAAAQIECAyRgMA1HazANZ1fpVcPFCm2trbGli1bYty4cUPm9OSTT8Z5550Xhw8f7vUemzZtivnz5w94/+eeey4+/elPv++6Z599NqZOndrv+v/5n/+JlStXxvr16we8Tz0XnHTSSZHYjRo1Ks4444yYPHlyTJo0KT784Q/HcccdV88W77umrzMuW7Ys1q1bFyNHjhzUvoNd1PPdmTVrVlxyySVx/PHHD3bLIV331FNPxfXXX995j+FyG9KHtHmmAgLXTLndjAABAgQIECBAoEEBgWuDYC4nQIAAAQIECBAgQIAAAQIECBAgQIAAAQIECBAgQIAAAQIECBAgQIAAgcoKCFzTjV7gms6v0qsHClwTnHoD08FAvvvuu7XocM2aNX0ur/f+eQpc+3qYP/zDP6xFoAsXLoyWlpaGyPIeuOY9GO35ruf9vA29HC4eFgGB67CwuykBAgQIECBAgECdAgLXOqFcRoAAAQIECBAgQIAAAQIECBAgQIAAAQIECBAgQIAAAQIECBAgQIAAAQKVFxC4pnsFBK7p/Cq9up7AdShDwF/96le1r7MmX9fs66dMgWvHM/7xH/9xrF27Nj7/+c9HL5FcrxQC13R/VAWu6fysfr+AwNVbQYAAAQIECBAgkGcBgWuep+NsBAgQIECAAAECBAgQIECAAAECBAgQIECAAAECBAgQIECAAAECBAgQIJAnAYFrumkIXNP5VXp1PYFra2trbNmyJcaNG9d0q3/6p3+KL3/5y/3uW8bANXngMWPGxF133RVz586tK3IVuKZ7/QSu6fysfr+AwNVbQYAAAQIECBAgkGcBgWuep+NsBAgQIECAAAECBAgQIECAAAECBAgQIECAAAECBAgQIECAAAECBAgQIJAnAYFrumkIXNP5VXp1PYFrAlRvZNoI5rvvvhurV6+OG2+8sd9l9d77ueeei09/+tPv2+vZZ5+NqVOn9nuPvuLRRp5nMNcmkeu2bdsGjHyTvQWugxH+/2sErun8rH6/gMDVW0GAAAECBAgQIJBnAYFrnqfjbAQIECBAgAABAgQIECBAgAABAgQIECBAgAABAgQIECBAgAABAgQIECCQJwGBa7ppCFzT+VV6db2B67Jly2LdunUxcuTIpnkdOHAg5s2bF88//3y/ew5n4DrY525vb49Dhw7F4cOH45//+Z9jw4YN8cwzz/T6nEl8mzzjqaee2q+DwDXdqydwTedn9fsFBK7eCgIECBAgQIAAgTwLCFzzPB1nI0CAAAECBAgQIECAAAECBAgQIECAAAECBAgQIECAAAECBAgQIECAAIE8CQhc001D4JrOr9Krewtck6+KJiHrr3/9606b8ePHx9atW2PChAlN89qxY0fMnDlzwP2KGLj2fKh33nkn7r777rjmmmtq0WvPn1tvvTVWrlwZvQRznZfmPXBNQt1p06bF7/zO7ww40+G4YN++fbWQuONnsPHycJzdPfMpIHDN51ycigABAgQIECBA4P8KCFy9CQQIECBAgAABAgQIECBAgAABAgQIECBAgAABAgQIECBAgAABAgQIECBAoD4BgWt9Tn1dJXBN51fp1b0FrmeffXZ89KMfje9973vdbDZu3BiLFy9uilcSfH7zm9+MO+64o3O/WbNmxcGDB+Nf//Vfu92jDIFr8kDvvfde7Uuuy5cvf5/hOeecE/fdd1+ccsopffrmPXBtyouR4SYC1wyxS3orgWtJB+uxCBAgQIAAAQIlERC4lmSQHoMAAQIECBAgQIAAAQIECBAgQIAAAQIECBAgQIAAAQIECBAgQIAAAQIEhlxA4JqOWOCazq/Sq3sLXL/yla9EEv997Wtf6/a10UWLFkVbW1u0tLSkNvv3f//3mDt3breY9bvf/W58//vfj3/8x3/stn9ZAtfkoQ4dOhRf//rXazFrz5/HH388vvSlL/VpK3BN/dp120Dg2lzPKu4mcK3i1D0zAQIECBAgQKA4AgLX4szKSQkQIECAAAECBAgQIECAAAECBAgQIECAAAECBAgQIECAAAECBAgQIEBgeAUErun8Ba7p/Cq9uq/A9fbbb4+//Mu/jF27dnX6jB8/PrZu3RoTJkxIbfYP//APcf7553fuM2XKlNrXXK+55ppSB67JA/d89g6Ev/3bv42rr766T1uBa+rXrtsGAtfmelZxN4FrFafumQkQIECAAAECxREQuBZnVk5KgAABAgQIECBAgAABAgQIECBAgAABAgQIECBAgAABAgQIECBAgAABAsMrIHBN5y9wTedX6dV9Ba7JV1PvuuuuWL16dTefjRs3xuLFi1OZvfPOO/HNb36zFrR2/KxcuTKuvPLK+PM///PSB67/9m//FhdddFHs3r27m+NAwWXeA9dZs2bFJZdcEscff3xd78d7770XjzzySLz11luxdOnS+OAHP1jXut4uOnbsWPzd3/1dfP7zn49PfvKTve7z1FNPxfXXX9/5ewN5D/owFlZGQOBamVF7UAIECBAgQIBAIQUEroUcm0MTIECAAAECBAgQIECAAAECBAgQIECAAAECBAgQIECAAAECBAgQIECAwDAICFzToQtc0/lVenVfgWvy66+++mpMnz49Dh8+3Gm0aNGiaGtri5aWlkG7vfbaa3HhhRfGnj17Ovd4/PHHY9KkSTF//vzSB66/+c1ven3OgYLLvAeuA52/6wvz5ptvxnXXXRff+c53YsyYMbFu3br42te+NujI9emnn65Fw0eOHKntc8UVV8Spp57a7R3t+a43ct5Bv+wWllpA4Frq8Xo4AgQIECBAgEDhBQSuhR+hByBAgAABAgQIECBAgAABAgQIECBAgAABAgQIECBAgAABAgQIECBAgACBjAQErumgBa7p/Cq9ur/Atb29PRYsWBC7du3qNBo/fnxs3bo1JkyYMGi3nvc8++yzI/m1E044QeC6bl2MHDmyV9uyBK5J3LpkyZLYsWNH53MmkWvyxeC5c+dGL9Fgv+/aoUOH4utf/3rcd999ndeddNJJccstt8TChQvjAx/4QO3XE7/kS68dP8kXY0888cSG7zfoF9/C0gkIXEs3Ug9EgAABAgQIECiVgMC1VOP0MAQIECBAgAABAgQIECBAgAABAgQIECBAgAABAgQIECBAgAABAgQIECAwhAIC13S4Atd0fpVe3V/gmkSCyZc1k69hdv3ZuHFjLF68eFBuvUWaq1evjm9961vx3//93wLXCgSuyYvz4x//uPal1QMHDnS+R2PHjo2///u/j8997nMNvVvbt2+vhdhdvzT81a9+NZL39OSTT25oLxcTaERA4NqIlmsJECBAgAABAgSyFhC4Zi3ufgQIECBAgAABAgQIECBAgAABAgQIECBAgAABAgQIECBAgAABAgQIECBQVAGBa7rJCVzT+VV6dX+B64c+9KF44YUXYtasWXHw4MFOp0WLFkVbW1u0tLQ0bPfyyy/HnDlz4pVXXqmtTb7c+eijj8YXv/jF+M1vflOJwPXVV1+NCy64IH7+859387v66qtjzZo1nV8c7Ylbli+4Js+VfB34wQcfjOXLl3cLU88666z43ve+F8mXguv5+fWvfx1Lly7t9jXYwYay9dzPNQS6CghcvQ8ECBAgQIAAAQJ5FhC45nk6zkaAAAECBAgQIECAAAECBAgQIECAAAECBAgQIECAAAECBAgQIECAAAECeRIQuKabhsA1nV+lVw8UuL799tu1r7UmEWrHTxIfbt26NSZMmNCw3T333BNLlizpXHfOOefEfffdF6ecckplAtfezBOQu+66K5YtW9anaZkC1+Qh33nnnbjmmmvi1ltv7fbMM2fOjPXr18cf/MEf9Pt+JZFs8pXWiy++uNt1a9eurX11+IMf/GDD76cFBBoRELg2ouVaAgQIECBAgACBrAUErlmLux8BAgQIECBAgAABAgQIECBAgAABAgQIECBAgAABAgQIECBAgAABAgQIFFVA4JpucgLXdH6VXj1Q4JpEhOvWrasFg11/krAwCV8b+Tl69GisWLEi7r333s5lyRdLk8gxCcWq8AXXN954oxb4/vCHP+xGlwS+jz32WEyePLlP0rIFrsmD/ud//mct6t2+fXu3577xxhvjyiuv7PNrtsnFr732Wlx44YWxZ8+ezrXJ14GTOPb3fu/3Gnk1XUtgUAIC10GxWUSAAAECBAgQIJCRgMA1I2i3IUCAAAECBAgQIECAAAECBAgQIECAAAECBAgQIECAAAECBAgQIECAAIHCCwhc041Q4JrOr9KrBwpcE5wXXnghZs2aFQcPHuy0WrRoUbS1tUVLS0vdfi+//HIkAeIrr7xSWzNmzJjYuXNnTJ06tfb/LnvgmgSqN998c1x33XXvM6vHs4yBawLx05/+NGbPnh0HDhyIk046KW644YZaBHzCCSf0+W719vXX1tbWePDBByP5wrAfAlkICFyzUHYPAgQIECBAgACBwQoIXAcrZx0BAgQIECBAgAABAgQIECBAgAABAgQIECBAgAABAgQIECBAgAABAgQIVE1A4Jpu4gLXdH6VXl1P4Pr222/Xvtb66KOPdlolEeHWrVtjwoQJdfslX9Zcvnx55/XnnXde3HPPPZ1f2yxz4Pr666/Ht771rbjvvvve55WEvvfff3/MnDmzX8uyBq7JV4KTLwLfeeedtf+ZMmVK7Yu+/f08/vjjtSj28OHDtcsSw7vuuivmzp074Nq6X1gXEhhAQODqFSFAgAABAgQIEMizgMA1z9NxNgIECBAgQIAAAQIECBAgQIAAAQIECBAgQIAAAQIECBAgQIAAAQIECBDIk4DANd00BK7p/Cq9up7ANQkQ161bF1dccUU3qyRKTMLXen6SEPHSSy+thZwdP7feemusXLmyM0gsS+CaeB06dCj+67/+K372s5/VQuAf/OAHnTFmT68VK1bUvuw6cuTIfimLErgmD5HMNQma8/yTfCl29erVeT6is+VcQOCa8wE5HgECBAgQIECg4gIC14q/AB6fAAECBAgQIECAAAECBAgQIECAAAECBAgQIECAAAECBAgQIECAAAECBOoWELjWTdXrhQLXdH6VXl1P4JoA7d69O84999w4ePBgp9eiRYuira0tWlpaBjTcu3dv7Yub+/fvr117yimnxPe///345Cc/2bk2j4HrgA+W8oKzzjqrFv2edtppA+4kcB2QqKELBK4Ncbm4FwGBq9eCAAECBAgQIEAgzwIC1zxPx9kIECBAgAABAgQIECBAgAABAgQIECBAgAABAgQIECBAgAABAgQIECBAIE8CAtd00xC4pvOr9Op6A9ff/va3sWTJkti2bVun1/jx42tfJ50wYcKAhskXYP/qr/6q87okdk2+APu7v/u7nb9WtcA1iVsTg4kTJw7ol1wgcK2Lqe6LBK51U7mwDwGBq1eDAAECBAgQIEAgzwIC1zxPx9kIECBAgAABAgQIECBAgAABAgQIECBAgAABAgQIECBAgAABAgQIECBAIE8CAtd00xC4pvOr9Op6A9cEqWekmvxaEmguXry4X8Pe4tjbbrstVq5c2W1dlQLXhQsXxl//9V/Hhz/84brfP4Fr3VR1XShwrYvJRf0ICFy9HgQIECBAgAABAnkWELjmeTrORoAAAQIECBAgQIAAAQIECBAgQIAAAQIECBAgQIAAAQIECBAgQIAAAQJ5EhC4ppuGwDWdX6VXNxK47t69O84999w4ePBgp9miRYuira0tWlpa+nTsue60006rfQn29NNP77am7IHrmDFj4rzzzovLL788zjjjjDjuuOMaevfyHrg2Goz29jybNm2K+fPnN+SyZs2auPbaazvXNHqOhm7mYgJdBASuXgcCBAgQIECAAIE8Cwhc8zwdZyNAgAABAgQIECBAgAABAgQIECBAgAABAgQIECBAgAABAgQIECBAgACBPAkIXNNNQ+Cazq/SqxsJXHv7Euv48eNj69atMWHChF4d29vba19+veKKKzp/f8GCBXHnnXdGEnx2/SlT4Dpu3LgYO3ZsfPzjH49JkybF5MmTI/m1kSNHDvp9E7j2TidwHfQrZWFKAYFrSkDLCRAgQIAAAQIEhlRA4DqkvDYnQIAAAQIECBAgQIAAAQIECBAgQIAAAQIECBAgQIAAAQIECBAgQIAAgRIJCFzTDVPgms6v0qsbCVwTqPXr18fy5cu7mW3cuDEWL17cq+Pbb79d+71HH3208/f7uj6PgeuyZctqgW6aMLVZL1jeAte0YakvuDbrzbDPcAkIXIdL3n0JECBAgAABAgTqERC41qPkGgIECBAgQIAAAQIECBAgQIAAAQIECBAgQIAAAQIECBAgQIAAAQIECBAgECFwTfcWCFzT+VV6daOB6969e2P27Nmxf//+TrdFixZFW1tbtLS0vM/yhRdeiFmzZsXBgwdrv9ffF18Frv2/inkPXG+77bZYuXJl3X+eBK51U7kwpwIC15wOxrEIECBAgAABAgRqAgJXLwIBAgQIECBAgAABAgQIECBAgAABAgQIECBAgAABAgQIECBAgAABAgQIEKhPQOBan1NfVwlc0/lVenWjgevhw4fj0ksvjfvvv7/Tra9otb29Pf7mb/4mVq9e3XltfzGswLX/VzFPgeu7775bm+uNN97YeehNmzbF/Pnz6/7zJHCtm8qFORUQuOZ0MI5FgAABAgQIECBQExC4ehEIECBAgAABAgQIECBAgAABAgQIECBAgAABAgQIECBAgAABAgQIECBAgEB9AgLX+pz6ukrgms6v0qsbDVwTrPXr18fy5cu7uW3cuDEWL17c7dfeeuutWLBgQezatavz1/uLIAWu/b+KeQpcezvLQw89FBdeeGHdf55++9vfxpIlS2Lbtm11vR99bbxmzZq49tprO3/7hhtu6BZV130gFxJoUEDg2iCYywkQIECAAAECBDIVELhmyu1mBAgQIECAAAECBAgQIECAAAECBAgQIECAAAECBAgQIECAAAECBAgQIFBgAYFruuEJXNP5VXr1YALXvXv3xuzZs2P//v2ddr19mfW5556L6dOnR/LV1+SntbU1tmzZEuPGjevVXODa/6uYp8D17bffrsXLP/zhDzsP/eyzz8bUqVPr/vPU27wff/zx+NKXvlT3HsmFAteGuFzcRAGBaxMxbUWAAAECBAgQINB0AYFr00ltSIAAAQIECBAgQIAAAQIECBAgQIAAAQIECBAgQIAAAQIECBAgQIAAAQIlFRC4phuswDWdX6VXDyZwPXr0aKxYsSLuvffeTrvx48fH1q1bY8KECbVfe/fdd+P666+vxYcdP5dddlncfPPNccIJJ/RqLnDt/1XMU+D6q1/9KubPnx9PPfVU7dCnnHJKPPbYYzF58uS6/zy9+eabMW/evHjiiSc61zQaySYLBa51k7uwyQIC1yaD2o4AAQIECBAgQKCpAgLXpnLajAABAgQIECBAgAABAgQIECBAgAABAgQIECBAgAABAgQIECBAgAABAgRKLCBwTTdcgWs6v0qvHkzgmoDdc889sWTJkm52mzZtqkWPyc/Bgwdj4cKF3eLFRx55JP70T/+0T2+Ba/+vYp4C11dffTUuuOCC+PnPf16KPz9f+cpXIvmz8KEPfagUz+MhshEQuGbj7C4ECBAgQIAAAQKDExC4Ds7NKgIECBAgQIAAAQIECBAgQIAAAQIECBAgQIAAAQIECBAgQIAAAQIECBConoDANd3MBa7p/Cq9erCB68svvxxz5syJV155pdNv2bJlsW7duhg5cmQ8+eSTcd5558Xhw4drv3/WWWfFgw8+GB/96Ef79Ba49v8q5ilwffrpp+Nzn/tcaf7sCFxLM8pMH0Tgmim3mxEgQIAAAQIECDQoIHBtEMzlBAgQIECAAAECBAgQIECAAAECBAgQIECAAAECBAgQIECAAAECBAgQIFBZAYFrutELXNP5VXr1YAPXo0ePxooVK+Lee+/t9GttbY0tW7bExz/+8bj++utjzZo1nb932WWXxc033xwnnHBCn94C1/5fxTwFruvXr4/ly5eX5s+OwLU0o8z0QQSumXK7GQECBAgQIECAQIMCAtcGwVxOgAABAgQIECBAgAABAgQIECBAgAABAgQIECBAgAABAgQIECBAgAABApUVELimG73ANZ1fpVcPNnBN0O65555YsmRJN79NmzbFF77whVi4cGE88cQTnb+3ffv2mDFjRr/WAtf+X8W8BK7/+7//G6tWrap9rbcsPwLXskwy2+cQuGbr7W4ECBAgQIAAAQKNCQhcG/NyNQECBAgQIECAAAEC2/KcyAAAIABJREFUBAgQIECAAAECBAgQIECAAAECBAgQIECAAAECBAhUV0Dgmm72Atd0fpVenSZwffnll2POnDnxyiuvdBomX2r98pe/HHPnzo3Dhw/Xfn3KlCmxefPmGDt2bL/WAtf+X8W8BK5vvvlmzJs3r1vAfNttt8XKlSvr/rPUWySbxNK33357jBo1qu59kguTLwVfe+21nWtuuOGGWL16dUN7uJjAYAQEroNRs4YAAQIECBAgQCArAYFrVtLuQ4AAAQIECBAgQIAAAQIECBAgQIAAAQIECBAgQIAAAQIECBAgQIAAAQJFFxC4ppugwDWdX6VXpwlcewsuzzrrrFrI+vDDD3e6Xn311bUI8QMf+EC/1gLX/l/FvASuu3fvjnPPPff/tHe3IXaWZx7A/6lCaV66LYjUL9tCXyRUTNUFqUu7S7UQwZ2pfbMapLVrTDZai9hGaSnRb9EWQtPoqqOUNm0StSKTFQylttqyFsvWOCKILcW6H2pL91MnCQhtznJCz3AyzsuZOc85z9svEALxee77un7XfQgM5++d119/fa7gH//4x/n4xz8+8GfpD3/4Q7Zs2ZKnn3567p1du3al+3uB0OCS6wq4DszuwYIFBFwLBrUcAQIECBAgQIBAoQICroVyWowAAQIECBAgQIAAAQIECBAgQIAAAQIECBAgQIAAAQIECBAgQIAAAQIEGiwg4DrccAVch/Nr9dvDBFy7cAu9Px900PCjgOvSR7EqAdf7778/27dvnyv2oosuyqFDh/K+971v4M/SU089lSuvvHLult/ui9PT05mYmBh4jd6DAq4rJvNCQQICrgVBWoYAAQIECBAgQGAkAgKuI2G1KAECBAgQIECAAAECBAgQIECAAAECBAgQIECAAAECBAgQIECAAAECBAg0UEDAdbihCrgO59fqt4cNuL7yyiu56qqrMjMzs6DjZZddlu9///s555xzlnUWcF2aqAoB19nZ2dx4443Zv3//XLHXXntt7rnnnmzYsGHZGXcfeOONN7Jz587s3bt37vlNmzbl4YcfzrnnnjvQGv0PCbiumMwLBQkIuBYEaRkCBAgQIECAAIGRCAi4joTVogQIECBAgAABAgQIECBAgAABAgQIECBAgAABAgQIECBAgAABAgQIECDQQAEB1+GGKuA6nF+r3x424LpY6LKH+o1vfCO7du3KGWecsayzgOvSRFUIuP7qV7/KJz7xibz++utzxd53333Ztm3bsvPtPbDQGjfffHPuvvvuvPWtbx14nd6DAq4rJvNCQQICrgVBWoYAAQIECBAgQGAkAgKuI2G1KAECBAgQIECAAAECBAgQIECAAAECBAgQIECAAAECBAgQIECAAAECBAg0UEDAdbihCrgO59fqt4cNuHbxFlqj+/fdGz0ff/zxXHrppQMZC7guzVR2wPVvf/tb7rzzznQDpb1fGzduzKOPPpoPfvCDA834+PHjueWWWzI1NTX3/ErPyfyNBFwHovfQCAQEXEeAakkCBAgQIECAAIHCBARcC6O0EAECBAgQIECAAAECBAgQIECAAAECBAgQIECAAAECBAgQIECAAAECBAg0XEDAdbgBC7gO59fqt4sIuL766qu5+uqr89xzz51muXnz5uzfvz9nnXXWQMYCrkszlR1wXWjOX/jCF7Jv376sW7du2Rl3Op0cPHgw27dvz+zs7NzzV155ZR566KG8853vXHaNhR4QcF0Vm5cKEBBwLQDREgQIECBAgAABAiMTEHAdGa2FCRAgQIAAAQIECBAgQIAAAQIECBAgQIAAAQIECBAgQIAAAQIECBAgQKBhAnUMuH4oyQsVmYOAa0UGUccyigi4vvHGG9m5c2f27t17GkE3ePj1r389C4TAFqQScF36BJUZcO2GU/fs2ZNbb731tCIfe+yxfPKTnxzo6L/88su57rrrTgtCd29v7YagJycnB1pjoYcEXFdN58UhBQRchwT0OgECBAgQIECAwEgFBFxHymtxAgQIECBAgAABAgQIECBAgAABAgQIECBAgAABAgQIECBAgAABAgQIEGiQQB0Drnck+ZckdyZ5uuRZCLiWPADbE2i6QDec2r2ld2ZmZq7ViYmJTE1N5eyzz162/T/96U/Ztm1bpqenT3t2x44dufvuuwe6AXaxTQRcl+X3wIgEBFxHBGtZAgQIECBAgACBQgQEXAthtAgBAgQIECBAgAABAgQIECBAgAABAgQIECBAgAABAgQIECBAgAABAgQItECgjgHXdyT5fZJ/+HvAtcygq4BrCz4kWiRQlsDx48dP3dB77733nlbCD37wg2zZsmXZsv785z+fuvm1e1Nr/6+LL7443/3ud7Nx48Zl11jqAQHXofi8PISAgOsQeF4lQIAAAQIECBAYuYCA68iJbUCAAAECBAgQIECAAAECBAgQIECAAAECBAgQIECAAAECBAgQIECAAAECDRGoY8C1S9+9xXVX3wy6N7mWEXQVcG3IB0EbBKom0Ol0cvDgwWzfvj2zs7Nz5Q16e+ti4dYNGzbkvvvuO3Ur7AIhwRUxCLiuiMvDBQoIuBaIaSkCBAgQIECAAIHCBQRcCye1IAECBAgQIECAAAECBAgQIECAAAECBAgQIECAAAECBAgQIECAAAECBAg0VKCuAdf+W1z7RzPuoKuAa0M/GNoiULbAM888k89//vN57bXX5krphlO7t7FOTk4uWV73nVtuuSWPP/74m57bvXv3qVtdzzzzzKFbFHAdmtACqxQQcF0lnNcIECBAgAABAgTGIiDgOhZmmxAgQIAAAQIECBAgQIAAAQIECBAgQIAAAQIECBAgQIAAAQIECBAgQIBAAwTqGnDt0s+/xbV/HOMKugq4NuBDoAUCVRR4+eWXc9111+W5556bK2/r1q3Zs2dP1q1bt2jJL7zwQr74xS/m6NGjb3rmjjvuyM6dO/O2t72tkJYFXAthtMgqBARcV4HmFQIECBAgQIAAgbEJCLiOjdpGBAgQIECAAAECBAgQIECAAAECBAgQIECAAAECBAgQIECAAAECBAgQIFBzgToHXBe7xbV/JKMOugq41vwDoHwCVRbov8V148aNOXToUM4///wlS/7rX/+a733ve6ducJ2dnZ179mtf+1q6v5cKx67UQsB1pWKeL0pAwLUoSesQIECAAAECBAiMQkDAdRSq1iRAgAABAgQIECBAgAABAgQIECBAgAABAgQIECBAgAABAgQIECBAgACBJgrUOeDancdSt7j2z2tUQVcB1yZ+KvREoCICnU4nDz74YG644YY88MADuf7667NAsO9N1Z48eTIHDhzIjh07Tv237q2tt956a2E3t/Y2FHCtyEFpYRkCri0cupYJECBAgAABAjUSEHCt0bCUSoAAAQIECBAgQIAAAQIECBAgQIAAAQIECBAgQIAAAQIECBAgQIAAAQKlCtQ94DrILa79wEUHXQVcSz2+NifQfIHjx4/n4MGDufrqq1d0+2r3Jtc9e/bk7LPPzpYtW3LmmWcWjvWd73wnTzzxxNy6V1xxRb70pS8Vvo8FCcwXEHB1JggQIECAAAECBKosIOBa5emojQABAgQIECBAgAABAgQIECBAgAABAgQIECBAgAABAgQIECBAgAABAgSqJFD3gGvXctBbXPvdiwq6CrhW6TSrhQABAgRaISDg2ooxa5IAAQIECBAgUFsBAdfajk7hBAgQIECAAAECBAgQIECAAAECBAgQIECAAAECBAgQIECAAAECBAgQIDBmgSYEXFd6i2s/8bBBVwHXMR9Y2xEgQIAAAQFXZ4AAAQIECBAgQKDKAgKuVZ6O2ggQIECAAAECBAgQIECAAAECBAgQIECAAAECBAgQIECAAAECBAgQIECgSgJNCLh2PVdzi2v/HFYbdBVwrdJpVgsBAgQItEJAwLUVY9YkAQIECBAgQKC2AgKutR2dwgkQIECAAAECBAgQIECAAAECBAgQIECAAAECBAgQIECAAAECBAgQIEBgzAJNCbgOc4trP/lKg64CrmM+sLYjQIAAAQICrs4AAQIECBAgQIBAlQUEXKs8HbURIECAAAECBAgQIECAAAECBAgQIECAAAECBAgQIECAAAECBAgQIECAQJUEmhJw7ZoOe4tr/1wGDboKuFbpNKuFAAECBFohIODaijFrkgABAgQIECBQWwEB19qOTuEECBAgQIAAAQIECBAgQIAAAQIECBAgQIAAAQIECBAgQIAAAQIECBAgMGaBJgVci7rFtX8EywVdBVzHfGBtR4AAAQIEBFydAQIECBAgQIAAgSoLCLhWeTpqI0CAAAECBAgQIECAAAECBAgQIECAAAECBAgQIECAAAECBAgQIECAAIEqCTQp4Np1LfIW1/45LRZ0FXCt0mlWCwECBAi0QkDAtRVj1iQBAgQIECBAoLYCAq61HZ3CCRAgQIAAAQIECBAgQIAAAQIECBAgQIAAAQIECBAgQIAAAQIECBAgQGDMAk0LuI7iFtf+kcwPugq4jvnA2o4AAQIECAi4OgMECBAgQIAAAQJVFhBwrfJ01EaAAAECBAgQIECAAAECBAgQIECAAAECBAgQIECAAAECBAgQIECAAAECVRKYH3CtUm1VrqUXdP1Zf5GdDs4qD01tBAgQINAMAQHXZsxRFwQIECBAgACBpgoIuDZ1svoiQIAAAQIECBAgQIAAAQIECBAgQIAAAQIECBAgQIAAAQIECBAgQIAAgaIFJDILFBVwLRDTUgQIECBAYBEBAVdHgwABAgQIECBAoMoCAq5Vno7aCBAgQIAAAQIECBAgQIAAAQIECBAgQIAAAQIECBAgQIAAAQIECBAgQKBKAgKuBU5DwLVATEsRIECAAIFFBARcHQ0CBAgQIECAAIEqCwi4Vnk6aiNAgAABAgQIECBAgAABAgQIECBAgAABAgQIECBAgAABAgQIECBAgACBKgkIuK5uGs8kuSPJz/pfF3BdHaa3CBAgQIDASgQEXFei5VkCBAgQIECAAIFxCwi4jlvcfgQIECBAgAABAgQIECBAgAABAgQIECBAgAABAgQIECBAgAABAgQIECBAoBoC70jyapLun6P41Qu2Pv33xU8LCAu4joLcmgQIECBA4HQBAVcnggABAgQIECBAoMoCAq5Vno7aCBAgQIAAAQIECBAgQIAAAQIECBAgQIAAAQIECBAgQIAAAQIECBAgQIDA6AS6t6ruGsHy84OtvS0EXEeAbUkCBAgQILCUgICr80GAAAECBAgQIFBlAQHXKk9HbQQIECBAgAABAgQIECBAgAABAgQIECBAgAABAgQIECBAgAABAgQIECBAYDQCo7i9dbFga68DAdfRzNKqBAgQIEBgUQEBV4eDAAECBAgQIECgygICrlWejtoIECBAgAABAgQIECBAgAABAgQIECBAgAABAgQIECBAgAABAgQIECBAgMBoBIq8vXW5YGuvAwHX0czSqgQIECBAYFEBAVeHgwABAgQIECBAoMoCAq5Vno7aCBAgQIAAAQIECBAgQIAAAQIECBAgQIAAAQIECBAgQIAAAQIECBAgQIBA8QJF3d46aLC114GAa/GztCIBAgQIEFhSQMDVASFAgAABAgQIEKiygIBrlaejNgIECBAgQIAAAQIECBAgQIAAAQIECBAgQIAAAQIECBAgQIAAAQIECBAgULzAsLe3rjTY2utAwLX4WVqRAAECBAgsKSDg6oAQIECAAAECBAhUWUDAtcrTURsBAgQIECBAgAABAgQIECBAgAABAgQIECBAgAABAgQIECBAgAABAgQIEChWYJjbW1cbbO11IOBa7CytRoAAAQIElhUQcF2WyAMECBAgQIAAAQIlCgi4lohvawIECBAgQIAAAQIECBAgQIAAAQIECBAgQIAAAQIECBAgQIAAAQIECBAgMGaB1dzeOmywtdeigOuYh207AgQIECAg4OoMECBAgAABAgQIVFlAwLXK01EbAQIECBAgQIAAAQIECBAgQIAAAQIECBAgQIAAAQIECBAgQIAAAQIECBAoTmClt7cWFWztdSDgWtwsrUSAAAECBAYSEHAdiMlDBAgQIECAAAECJQkIuJYEb1sCBAgQIECAAAECBAgQIECAAAECBAgQIECAAAECBAgQIECAAAECBAgQIDBmgUFvby062NprU8B1zAO3HQECBAgQEHB1BggQIECAAAECBKosIOBa5emojQABAgQIECBAgAABAgQIECBAgAABAgQIECBAgAABAgQIECBAgAABAgQIFCMwyO2towq29joQcC1mllYhQIAAAQIDCwi4DkzlQQIECBAgQIAAgRIEBFxLQLclAQIECBAgQIAAAQIECBAgQIAAAQIECBAgQIAAAQIECBAgQIAAAQIECBAYs8BSt7eOOtjaa1XAdcxDtx0BAgQIEBBwdQYIECBAgAABAgSqLCDgWuXpqI0AAQIECBAgQIAAAQIECBAgQIAAAQIECBAgQIAAAQIECBAgQIAAAQIECAwvsNjtreMKtvY6EHAdfpZWIECAAAECKxIQcF0Rl4cJECBAgAABAgTGLCDgOmZw2xEgQIAAAQIECBAgQIAAAQIECBAgQIAAAQIECBAgQIAAAQIECBAgQIAAgTELzL+9ddzB1l67Aq5jHrztCBAgQICAgKszQIAAAQIECBAgUGUBAdcqT0dtBAgQIECAAAECBAgQIECAAAECBAgQIECAAAECBAgQIECAAAECBAgQIEBgOIH+21vLCrb2OjiZZO57iydPnswCoZvhuvU2AQIECBAgMCfQ6XTylre8pV+k+z+bOO0vcBEgQIAAAQIECBAoU0DAtUx9exMgQIAAAQIECBAgQIAAAQIECBAgQIAAAQIECBAgQIAAAQIECBAgQIAAgdEKdG9v/dck3T+fHu1Wy65+LMm63lN/+ctfsmHDhmVf8gABAgQIECCwOoHZ2dm8/e1v73/5eJL1q1vNWwQIECBAgAABAgSKFxBwLd7UigQIECBAgAABAgQIECBAgAABAgQIECBAgAABAgQIECBAgAABAgQIECBAoCoCH0ryQkWK+X2Sd/dq+c1vfpP3v//9FSlNGQQIECBAoHkCv/3tb/OBD3ygv7HXkryneZ3qiAABAgQIECBAoK4CAq51nZy6CRAgQIAAAQIECBAgQIAAAQIECBAgQIAAAQIECBAgQIAAAQIECBAgQIBAvQR+nuQjvZKffPLJbN68uV4dqJYAAQIECNRI4MiRI7n88sv7K/5Fko/WqAWlEiBAgAABAgQINFxAwLXhA9YeAQIECBAgQIAAAQIECBAgQIAAAQIECBAgQIAAAQIECBAgQIAAAQIECBCoiMBUkut7tezevTu33XZbRUpTBgECBAgQaJ7AXXfdldtvv72/sQeTbG1epzoiQIAAAQIECBCoq4CAa10np24CBAgQIECAAAECBAgQIECAAAECBAgQIECAAAECBAgQIECAAAECBAgQIFAvgf9Icm+v5ImJiUxPT9erA9USIECAAIEaCUxOTubw4cP9Fe9I8p81akGpBAgQIECAAAECDRcQcG34gLVHgAABAgQIECBAgAABAgQIECBAgAABAgQIECBAgAABAgQIECBAgAABAgQqIrApyQu9WtauXZtjx45lzRpfZazIfJRBgAABAg0S6HQ6Wb9+fU6cONHf1YeSzDSoTa0QIECAAAECBAjUXMBPhWo+QOUTIECAAAECBAgQIECAAAECBAgQIECAAAECBAgQIECAAAECBAgQIECAAIEaCfw+ybt79T766KP59Kc/XaPylUqAAAECBOoh8KMf/Sif+cxn+ot9Lcl76lG9KgkQIECAAAECBNoiIODalknrkwABAgQIECBAgAABAgQIECBAgAABAgQIECBAgAABAgQIECBAgAABAgQIlC/w7SQ398qYmJjI9PR0+VWpgAABAgQINExgcnIyhw8f7u9qb5IvN6xN7RAgQIAAAQIECNRcQMC15gNUPgECBAgQIECAAAECBAgQIECAAAECBAgQIECAAAECBAgQIECAAAECBAgQqJHAh5M821/v888/nwsuuKBGLSiVAAECBAhUW+Do0aO58MIL5xd5SZJfVrty1REgQIAAAQIECLRNQMC1bRPXLwECBAgQIECAAAECBAgQIECAAAECBAgQIECAAAECBAgQIECAAAECBAgQKFfg50k+0ivhmmuuyQ9/+MNyK7I7AQIECBBokMCWLVty4MCB/o5+keSjDWpRKwQIECBAgAABAg0REHBtyCC1QYAAAQIECBAgQIAAAQIECBAgQIAAAQIECBAgQIAAAQIECBAgQIAAAQIEaiLw2SQP99f65JNPZvPmzTUpX5kECBAgQKC6AkeOHMnll18+v8CrkjxS3apVRoAAAQIECBAg0FYBAde2Tl7fBAgQIECAAAECBAgQIECAAAECBAgQIECAAAECBAgQIECAAAECBAgQIECgPIHTbnE977zz8uKLL2bNGl9rLG8kdiZAgACBugt0Op2cf/75eemll/pbcXtr3QerfgIECBAgQIBAgwX8JKjBw9UaAQIECBAgQIAAAQIECBAgQIAAAQIECBAgQIAAAQIECBAgQIAAAQIECBCoqMDHkjzVX9vWrVvzwAMPVLRcZREgQIAAgeoL3HDDDZmamppf6KVJflr96lVIgAABAgQIECDQRgEB1zZOXc8ECBAgQIAAAQIECBAgQIAAAQIECBAgQIAAAQIECBAgQIAAAQIECBAgQKB8gW8nubm/jN27d+e2224rvzIVECBAgACBmgncdddduf322+dXvTfJl2vWinIJECBAgAABAgRaJCDg2qJha5UAAQIECBAgQIAAAQIECBAgQIAAAQIECBAgQIAAAQIECBAgQIAAAQIECFRM4H+SXNRf0759+3LjjTdWrEzlECBAgACB6grcc889uemmm+YX+Osk/1TdqlVGgAABAgQIECBAIBFwdQoIECBAgAABAgQIECBAgAABAgQIECBAgAABAgQIECBAgAABAgQIECBAgACBsgQ2JfnvJOv6C3CTa1njsC8BAgQI1E1gkZtbjyf55yQzdetHvQQIECBAgAABAu0SEHBt17x1S4AAAQIECBAgQIAAAQIECBAgQIAAAQIECBAgQIAAAQIECBAgQIAAAQIEqiZwRZL/ml/U1q1bc//992fNGl91rNrA1EOAAAEC5Qt0Op1s27YtU1NTCxXzb0meKL9KFRAgQIAAAQIECBBYWsBPfZwQAgQIECBAgAABAgQIECBAgAABAgQIECBAgAABAgQIECBAgAABAgQIECBAoGyBzyZ5eH4R5513Xr75zW9m8+bNZddnfwIECBAgUBmBI0eO5Ktf/WpeeumlhWq6KskjlSlWIQQIECBAgAABAgSWEBBwdTwIECBAgAABAgQIECBAgAABAgQIECBAgAABAgQIECBAgAABAgQIECBAgACBKgh0b3I9lGTd/GKuueaafOUrX8kFF1xQhTrVQIAAAQIEShE4evRovvWtb+XAgQML7X88yefc3FrKaGxKgAABAgQIECCwSgEB11XCeY0AAQIECBAgQIAAAQIECBAgQIAAAQIECBAgQIAAAQIECBAgQIAAAQIECBAoXGBTkoeSXLTQyhMTE7n22mvzqU99KmvW+Apk4foWJECAAIHKCXQ6nTz22GPZv39/Dh8+vFh9v07y70lmKteAgggQIECAAAECBAgsIeCnO44HAQIECBAgQIAAAQIECBAgQIAAAQIECBAgQIAAAQIECBAgQIAAAQIECBAgUDWBbye5ebGi1q5dm8suuyyXXHJJNm3alPe+971517velfXr1wu+Vm2S6iFAgACBgQS6QdZjx47lj3/8Y373u99lZmYmzz77bH7yk5/kxIkTS62xN8mXB9rEQwQIECBAgAABAgQqJiDgWrGBKIcAAQIECBAgQIAAAQIECBAgQIAAAQIECBAgQIAAAQIECBAgQIAAAQIECBA4JfCxJHck+QgPAgQIECBA4E0Cv/j7v5M/ZUOAAAECBAgQIECgrgICrnWdnLoJECBAgAABAgQIECBAgAABAgQIECBAgAABAgQIECBAgAABAgQIECBAgEA7BD6b5CZB13YMW5cECBAgsKxAN9i6L8kjyz7pAQIECBAgQIAAAQIVFxBwrfiAlEeAAAECBAgQIECAAAECBAgQIECAAAECBAgQIECAAAECBAgQIECAAAECBAicEvhwks8lmUzybiYECBAgQKBFAq8lmU5yKMkvW9S3VgkQIECAAAECBBouIODa8AFrjwABAgQIECBAgAABAgQIECBAgAABAgQIECBAgAABAgQIECBAgAABAgQINFBgU5JLklyY5Nwk/5jkrCRrk/huZAMHriUCBAi0QKCT5ESS/0vyv0leSfJ8kmeTzLSgfy0SIECAAAECBAi0UMAPcVo4dC0TIECAAAECBAgQIECAAAECBAgQIECAAAECBAgQIECAAAECBAgQIECAAAECBAgQIECAAAECBAgQIECAAAECBMoUEHAtU9/eBAgQIECAAAECBAgQIECAAAECBAgQIECAAAECBAgQIECAAAECBAgQIECAAAECBAgQIECAAAECBAgQIECAAIEWCgi4tnDoWiZAgAABAgQIECBAgAABAgQIECBAgAABAgQIECBAgAABAgQIECBAgAABAgQIECBAgAABAgQIECBAgAABAgQIlCkg4Fqmvr0JECBAgAABAgQIECBAgAABAgQIECBAgAABAgQIECBAgAABAgQIECBAgAABAgQIECBAgAABAgQIECBAgAABAi0UEHBt4dC1TIAAAQIECBAgQIAAAQIECBAgQIAAAQIECBAgQIAAAQIECBAgQIAAAQIECBAgQIAAAQIECBAgQIAAAQIECBAoU0DAtUx9exMgQIAAAQIECBAgQIAAAQIECBAgQIAAAQIECBAgQIAAAQIECBAgQIAAAQIECBDoYA3vAAAJZ0lEQVQgQIAAAQIECBAgQIAAAQIEWigg4NrCoWuZAAECBAgQIECAAAECBAgQIECAAAECBAgQIECAAAECBAgQIECAAAECBAgQIECAAAECBAgQIECAAAECBAgQIFCmgIBrmfr2JkCAAAECBAgQIECAAAECBAgQIECAAAECBAgQIECAAAECBAgQIECAAAECBAgQIECAAAECBAgQIECAAAECBAi0UEDAtYVD1zIBAgQIECBAgAABAgQIECBAgAABAgQIECBAgAABAgQIECBAgAABAgQIECBAgAABAgQIECBAgAABAgQIECBAoEwBAdcy9e1NgAABAgQIECBAgAABAgQIECBAgAABAgQIECBAgAABAgQIECBAgAABAgQIECBAgAABAgQIECBAgAABAgQIEGihgIBrC4euZQIECBAgQIAAAQIECBAgQIAAAQIECBAgQIAAAQIECBAgQIAAAQIECBAgQIAAAQIECBAgQIAAAQIECBAgQIBAmQICrmXq25sAAQIECBAgQIAAAQIECBAgQIAAAQIECBAgQIAAAQIECBAgQIAAAQIECBAgQIAAAQIECBAgQIAAAQIECBAg0EIBAdcWDl3LBAgQIECAAAECBAgQIECAAAECBAgQIECAAAECBAgQIECAAAECBAgQIECAAAECBAgQIECAAAECBAgQIECAAIEyBQRcy9S3NwECBAgQIECAAAECBAgQIECAAAECBAgQIECAAAECBAgQIECAAAECBAgQIECAAAECBAgQIECAAAECBAgQIECghQICri0cupYJECBAgAABAgQIECBAgAABAgQIECBAgAABAgQIECBAgAABAgQIECBAgAABAgQIECBAgAABAgQIECBAgAABAmUKCLiWqW9vAgQIECBAgAABAgQIECBAgAABAgQIECBAgAABAgQIECBAgAABAgQIECBAgAABAgQIECBAgAABAgQIECBAgEALBQRcWzh0LRMgQIAAAQIECBAgQIAAAQIECBAgQIAAAQIECBAgQIAAAQIECBAgQIAAAQIECBAgQIAAAQIECBAgQIAAAQIEyhQQcC1T394ECBAgQIAAAQIECBAgQIAAAQIECBAgQIAAAQIECBAgQIAAAQIECBAgQIAAAQIECBAgQIAAAQIECBAgQIAAgRYKCLi2cOhaJkCAAAECBAgQIECAAAECBAgQIECAAAECBAgQIECAAAECBAgQIECAAAECBAgQIECAAAECBAgQIECAAAECBAiUKSDgWqa+vQkQIECAAAECBAgQIECAAAECBAgQIECAAAECBAgQIECAAAECBAgQIECAAAECBAgQIECAAAECBAgQIECAAAECLRQQcG3h0LVMgAABAgQIECBAgAABAgQIECBAgAABAgQIECBAgAABAgQIECBAgAABAgQIECBAgAABAgQIECBAgAABAgQIEChTQMC1TH17EyBAgAABAgQIECBAgAABAgQIECBAgAABAgQIECBAgAABAgQIECBAgAABAgQIECBAgAABAgQIECBAgAABAgRaKCDg2sKha5kAAQIECBAgQIAAAQIECBAgQIAAAQIECBAgQIAAAQIECBAgQIAAAQIECBAgQIAAAQIECBAgQIAAAQIECBAgUKaAgGuZ+vYmQIAAAQIECBAgQIAAAQIECBAgQIAAAQIECBAgQIAAAQIECBAgQIAAAQIECBAgQIAAAQIECBAgQIAAAQIECLRQQMC1hUPXMgECBAgQIECAAAECBAgQIECAAAECBAgQIECAAAECBAgQIECAAAECBAgQIECAAAECBAgQIECAAAECBAgQIECgTAEB1zL17U2AAAECBAgQIECAAAECBAgQIECAAAECBAgQIECAAAECBAgQIECAAAECBAgQIECAAAECBAgQIECAAAECBAgQaKGAgGsLh65lAgQIECBAgAABAgQIECBAgAABAgQIECBAgAABAgQIECBAgAABAgQIECBAgAABAgQIECBAgAABAgQIECBAgECZAgKuZerbmwABAgQIECBAgAABAgQIECBAgAABAgQIECBAgAABAgQIECBAgAABAgQIECBAgAABAgQIECBAgAABAgQIECDQQgEB1xYOXcsECBAgQIAAAQIECBAgQIAAAQIECBAgQIAAAQIECBAgQIAAAQIECBAgQIAAAQIECBAgQIAAAQIECBAgQIAAgTIFBFzL1Lc3AQIECBAgQIAAAQIECBAgQIAAAQIECBAgQIAAAQIECBAgQIAAAQIECBAgQIAAAQIECBAgQIAAAQIECBAgQKCFAgKuLRy6lgkQIECAAAECBAgQIECAAAECBAgQIECAAAECBAgQIECAAAECBAgQIECAAAECBAgQIECAAAECBAgQIECAAAECZQoIuJapb28CBAgQIECAAAECBAgQIECAAAECBAgQIECAAAECBAgQIECAAAECBAgQIECAAAECBAgQIECAAAECBAgQIECAQAsFBFxbOHQtEyBAgAABAgQIECBAgAABAgQIECBAgAABAgQIECBAgAABAgQIECBAgAABAgQIECBAgAABAgQIECBAgAABAgTKFBBwLVPf3gQIECBAgAABAgQIECBAgAABAgQIECBAgAABAgQIECBAgAABAgQIECBAgAABAgQIECBAgAABAgQIECBAgACBFgoIuLZw6FomQIAAAQIECBAgQIAAAQIECBAgQIAAAQIECBAgQIAAAQIECBAgQIAAAQIECBAgQIAAAQIECBAgQIAAAQIECJQpIOBapr69CRAgQIAAAQIECBAgQIAAAQIECBAgQIAAAQIECBAgQIAAAQIECBAgQIAAAQIECBAgQIAAAQIECBAgQIAAAQItFBBwbeHQtUyAAAECBAgQIECAAAECBAgQIECAAAECBAgQIECAAAECBAgQIECAAAECBAgQIECAAAECBAgQIECAAAECBAgQKFNAwLVMfXsTIECAAAECBAgQIECAAAECBAgQIECAAAECBAgQIECAAAECBAgQIECAAAECBAgQIECAAAECBAgQIECAAAECBFooIODawqFrmQABAgQIECBAgAABAgQIECBAgAABAgQIECBAgAABAgQIECBAgAABAgQIECBAgAABAgQIECBAgAABAgQIECBQpoCAa5n69iZAgAABAgQIECBAgAABAgQIECBAgAABAgQIECBAgAABAgQIECBAgAABAgQIECBAgAABAgQIECBAgAABAgQItFDg/wH2p3kAlEEEhgAAAABJRU5ErkJggg=="/>
          <p:cNvSpPr>
            <a:spLocks noChangeAspect="1" noChangeArrowheads="1"/>
          </p:cNvSpPr>
          <p:nvPr/>
        </p:nvSpPr>
        <p:spPr bwMode="auto">
          <a:xfrm>
            <a:off x="155575" y="-3246438"/>
            <a:ext cx="8972550" cy="67722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55" name="AutoShape 7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MNGLSI4hUhJJ6UhSvOno2OQwk5mv0mgm6URyKOZNJyJSCBUTISKGb9IIg1IX6jWuGWPMd/0W+28/+1lrr+M+Pc+9rut/jelZe617/dbae9/7vu/ffavuedeqseHzTQTXfBBc8R785S9/yfCsCJrqHAT9SH9SPbHpd0IgFgFr/ZVwJQQIAUKAECAECAE7BEh/tcOtiq4i/ayKNpuWSggQAoQAIZAPBEg/y8c+kBSJIUD6ZWLQ0sCEACFACBAChIAYgaLpl0RwpZNMCBAChAAhQAgQAmUIFE2hoS2seATIwFXxW0wLJAQIAUKAEMgbAqQP5m1HjOVx0p9E1TfPP/98ds8997AGDRqUCPP222+zHj16sHfeeafm303IiaKVbd++nV100UVs+fLlJT/j36ZPn85AoE26ffLJJ6xv375s5cqVxjKA7Dt48OCS61q3bs1AHGzevLlX0Xfs2MEGDRrEK+yGmy3B1aecOC+QLdx+//vfc0J0+Bmj208GnCnBVUQihJy3334722OPPaz3RzSurBrqu+++yy688EK2YcOGmvl0CXTWAkYulJ2dP/zhD/zsu7bVq1ezdu3alQyDZ8PcuXPZ3nvv7Tq88HpXsqmIbK3aF9c5wwshgqs7wRXvB1R/btu2rfUZEyUOUJ2DYDLSn6xhpwsJASDgpL8ShIQAIUAIEAKEACFgjgDpr+aYVdkVpJ9V2YbTcgkBQoAQIASyR4D0s+z3gCRIFAHSLxOFlwYnBKoTgaeffprttttu7IgjjmANGzYsiUPwjci///1vtnPnTvbtt9+WDF2rVi0ew7Lrrrv6npLGIwScESiafkkEV+ctpwEIAUKAECAECIHKQ6BoCk3l7QCtKIIAGbjoSBAChAAhQAgQAikjQPpgyoD7n85JfzKpvikic4pIjCZLhGPgtttuY9dcc03JZbIKoCZj6/Z9+OGH2QUXXFDWXaeK7Pz581mvXr1Krj344IM5CbVVq1a6Imj1kxFxf/Ob3/AKhHHtzTffZN27d2cbN26s6aZL4tIRTkR+7tixI3vggQdYo0aN+BB/+9vf2LBhw9js2bNrhjTdZ1OCK5xcHTp0KFnCWWedxUAu3GuvvXSWJuyDM3v11VeX/CYjuIqIlD6IeSbCy6r/jh8/nl1//fUmQwn7ogJv//79S37r3Lkz3/8oUd55sh8GcCWbEsG1L3vyySe1znDQSVSx2oUkbTLetm3bWJ8+fdiKFStKZAbB9cwzz7Q+ViLyt+6zkfQna9jpQkIACDjprwQhIUAIEAKEACFACJgjQPqrOWZVdgXpZ1W24bRcQoAQIAQIgewRIP0s+z0gCRJFgPTLROGlwQmB6kPgf//3f9nQoUO5/xntpz/9KZswYUJZrIYvZFatWsX93x988EHJkPBvjh49ulAEV5FPVhbb4As/GicbBIqmXxLBNZtzQrMSAoQAIUAIEAK5RqBoCk2uwSThfCBABi4fKNIYhAAhQAgQAoSAAQKkDxqAlc+uzvqTqKomjNw33nhjTdZLERH2sMMOYwsXLmQtW7Z0QkZURRYDgvQ6btw4VqdOHafx4y7GulABFesIN921/fGPf2QnnXRS2RSupCuRzOvWrWNdunRhn376acnPc+bMYRdffHEsRiIyn08i7j/+8Q82atQoNmXKlBo5QOJcvHgxa9++Pf83kfyXXHIJmzZtGttzzz219tiU4Coi9iKj64IFC9ihhx6qNWe00zfffMOdViC5hpvMCSST2YUYaCO4yHGlU/1XNde//vUvTrC+5ZZbSrr6GDtubiK4fo+OL6IuxlI5Mk0Iqapzg99Nxvv666/ZyJEj2d13310ytE4igjhZ4JQGcXbNmjU13YjgqrN71IcQcEbAWX91loAGIAQIAUKAECAEqgwBsv9V2YabL5f0M3PM6ApCgBAgBAgBQsAJAdLPnOCji/OPAOmX+d8jkpAQKBQCUZ8eEmk/9thjrHXr1t7XsWXLFjZo0CC2dOnSsrFvvfVWngh7l1128T5vUgMSwTUpZPM3btH0SyK45u8MkUSEACFACBAChEDmCBRNockcMBIgaQTIwJU0wjQ+IUAIEAKEACEQQYD0wcIfCWf96f3332e9e/dma9eurQHjjDPOYKjKCMcAmoiEakpOlCEtqy6JuefNm8dOOeWUxDYJ419++eUMGT/DbcSIEQzOCRW59r333uNZQUHeDLcoQdjHAlB1tF+/fmVDIXuoCiNTYqiNvKJqqSA+jhkzhtWqVUtYqdeU5Gm6DlnVx4ceeoh169bNZpls+/bt7KKLLmLLly8vuV5GDpQRYnXPWJyQqD48duxY1rRpU3bkkUeyAw88kB1yyCEMBD0QjMNNVG34hBNOYHPnzuUZbm2bDA9f1WFlchHB9XtkqoXgirWCRH3DDTeUHAlXIjWSFHTq1KnkHUAEV9unAV1HCBgh4Ky/Gs1GnQkBQoAQIAQIAUKgJoFZCIoixJDRzqWHAOln6WFNMxEChAAhQAgQAhwB8s/SQahwBEi/rPANpuURAmkj8NJLL7EOHTrU+PQ6duzIq7k2atTIqyh/+9vfeGLvGTNmCMeFXx0JyNu1a+d13iQHI4Jrkujma+yi6ZdFME6SQpOvM07SEAKEACFACFQBAkVTaKpgS6p9iaQPVvsJoPUTAoQAIUAIpI4A6YOpQ+57Qmf9SVV989///jevpAqyYri5kASjIKxevZoTRaPVSc877zw2c+ZM1rhxY9+4sXfeeYcNGDCghNiLSeCUWLRoETvmmGOUc4IYO3ToUO48Cbfzzz+foTJugwYNlGPodJCRgHUJijI5QfDt2bOnjgjKPtg7VJJdsWJFTd/AsYQMpgMHDuQVXYN23HHHsQcffJCTMnWbKcFVVl3UhZz9zDPPMOxvlBQdV/1SRE7WrRIswwbOtWHDhrHZs2drnb23336b9ejRg5/7cDMlGUflkeGRRBXj8NxEcP0ejWoiuIrOmi4ZVXQf4fnw61//mleSDTfdMUl/0n1yUz9CQIiAs/5KuBIChAAhQAgQAoSAGQKkv5rhVYW9ST+rwk2nJRMChAAhQAhkiwDpZ9niT7MnjgDpl4lDTBMQAtWFAGJGBg8eXLPoq666ik2YMIHVrl3bGxDffvst+/3vf89Gjx4dO2bnzp3Z3XffzZo0aeJt7iQHIoJrkujma+yi6ZdEcM3X+SFpCAFCgBAgBAiBXCBQNIUmF6CREEkiQAauJNGlsQkBQoAQIAQIAQECpA8W/lh40Z9ExKGg+uYXX3xRVrEyWuHVFUWQbG+88UbuMIi2IUOG8Gqqe+65p+s0Nddv3bqVofLfo48+WjYmKgSC9LTrrrtqzXfbbbexq6++uqQvqmeC9AqCro/26quvsu7du7MPPvigZDjd6oUyouekSZMYnD8+GojQwOKaa66pGQ44LFu2jO22226sa9euJQTm66+/nhPLQH7VbaYEV4wrOtuoDgxi5+mnn647Ne8nIxrjtziCq4xcanrWwsKCQIozESXa4h7Cnkaf7TJCrIsDbufOnWz48OG82nO4+X4+iDaJCK7fo1JNBFcRiR4YyM686uYWYYdriOCqQo5+JwS8IOBFf/UiCQ1CCBAChAAhQAhUCQJk/6uSjbZfJuln9tjRlYQAIUAIEAKEgBUCpJ9ZwUYXFQcB0i+Ls1ckKSGQewS++eYbTjpFLELQXJM4RxeNWAck5waJNux/R9JuJPlGvEo4ViOJGJakNoIIrkkhm79xi6ZfEsE1f2eIJCIECAFCgBAgBDJHoGgKTeaAkQBJI0AGrqQRpvGrCgFkFtu0aRMnXLz22mu8Ytcbb7zBPv/88xocjjrqKF6p7vjjj2cnnngiO/zww1n9+vWrCqcsFvvdd9+xjz76iP3xj39k69evZ6+//jrbuHFjiTHskEMOYc2bN+cVBFGhr3Xr1qxhw4ZlhJWk5Q/LCnlF5wiy4hyBEICzdPTRR7P999+f1apVK2nxaHwPCJA+6AHEbIfwoj9t3769jMQaVN8ECahTp04lhnwYwUFIFZwfazRkFVUxIIiA+PNBcsV7EA6QWbNmlcmKdyGcIc2aNdNex8svv1xG3sTFcHbcd999DJU6XRqIiSAsiuQ1qaILEmL//v1LRPGd2VSEBUi0aGESMIivqObavn17I2hsCK4gaIMIvHDhwpK5TKsDy5xawaBxBFcZgRs43Hnnnax3795G95KMoK2qCgtC90UXXVRGiv3Nb37DRo0axerUqaO9H3EZbG0Jh9qTM8aI4Po9WtVEcMU9iGzIl19+eclRgQ46Z84c1q5dO+0jhOcqzvyMGTPKriGCqzaM1JEQcEHAi/7qIgBdSwgQAt8jELYdQp+FHRF2qnAQV9u2bfn3EWxT0N9btGihnQzIJ85FsqX5XDeNRQj4QoDsf76QrNhxSD+r2K2lhRUZAdJ/irx7+ZK9SHp/vpBLVhrSz5LFl0bPHAHSLzPfArUAOrFA4ZiyU089lR155JFeK2aqpaQetgjAFwY7H+K8XnzxRR6Phti0oMFPjf3cd999ud3v2GOPZUcccYSXeAxbmWXXRWNZDj74YLZo0SLWqlUrb1OtWrWKx1KESayBD/KUU05hU6ZMYVdeeWXJfKggi+TfuonTdYQFmRcxIB9++GFNd8Rx9uvXj/3kJz/RGaKsj2+C65YtW9i8efMYYiCCdsABB7ALLriAng9WO+TvoqLpl0RwNdj7uGz8BsPwrkGgLwKREZiMoGQESTRo0MB0KGF/myAWLxMXeBDRgxqBXKhMQi05BKAknXTSSclNEDOybkWTTITL2aT0TMnZhqQgTtEUmhQgoSmyRaCiDVyonIVqYNBFog3B5ueee27i6Isqa2HSuGD4//mf/+EfyeGmG/QrIyHYLBRGs7333ps1bdqUG1VAoPNtWBGt1UZWm2t86aPYYxhbUDXunnvuKav0ppINBiwEq0F/Ou2004yIDqqxXX73rUumcZ5E6/3ss8/YggUL2F133cU2bNhgDAn25tJLL+UVAX2QvOIEwP2L7HS2suL+BAHhwgsvZPvss4/2Wn1+j2tPKukYR1ZyHTtP15M+mKfdsJLFi/4kq765dOlS9sorr5RU5UT1y0ceeYS1adPGSuC4i2AIx7MjWpUS14CYh8yYTZo0sZ733XffZSNHjmSofhlteAfCEdKhQwej8WWVMTEIqmNOnz6dJwGwaXgmYs0333xz2eWmVTLXrVvHunTpUlJFFfJBZ/BlpxRhAVsoGuYP2vnnn8/1FNN5bQiumFNW7bRHjx480yscd3EN98fy5cvZFVdcIdWtVO+MN998k/Xq1Ysnigg3nI2JEydyh49OYog4gnZQdVlWFVdWcRXy4IyB8Fe3bl3lUYWzCvoBSO7Re9WGJK6cUNBBdhbgfISTUdVs7F+upNqwTKLvDpvvAV/rgGyqMyyyqbtkR7YZ7+OPP+bvgueee65ki5FQAM/a4HkTt/94To0fP57/iZruty7pT6q7jH4nBOJfreFf8Z7NsomeR1nIE1SXRzb4FStWlIiAAKO5c+da65Qm60FykIEDB/JkJOF2ySWXsGnTpnm3Rfi0HZqsE311nvmyit+wmUGPVumRpjKhf9J+bNxz+C5CAp2HH37Y2HYI/RVnBAFfCFxKuuXRlubLhoz4EZzDPfbYgwcUQpfxnTTOt03VZL91/PNJyYdzimDHRo0aMdiBgS98CqbfoCbrzXtf0l/zvkOZy+fFvpj5KlIQAPasQYMGlc2EBG9IJJdGw/sbdqRwi0smJ3vWquwAwfj03tPbVZ33nt5IjOVR/9GVXdbPp96flY9XtjbZNxT6I1kbdOcsWtH0/iwwynpO0s+y3gGaP2EESL9MGGCX4UGcQ2Jk2CNh+zJpsGXATwPd59BDD9VO4Pv2228z+GWjftLu3bvz92UahRjef/99nnR47dq1JUsW+Vd92iuguyDWMShukKR9AqRlrA8JlmHfFcVcxO03vivgx0e8BnxvPombJucs2hd+dpwVFI5A8x3jICK3RhNVi5Ln2iazjsNCFDN31llnMXyX7bXXXlYw+ia4imzmPr+HrBZJF3EEiqZfEsHV4OCmEVB7zjnncCY/Mou7vABsglgMoKjIrkk7BisSNA+L8qnwmYpDL059xOiZoo9VpfQsmkJTKbjTOqQIVLyBS1bha8SIEZy8YFI1yeYcyRwscfPnheAqWm9gWAFRBUEqOqSAONx8OWlt9sYmoD06z+bNmxkqZqGCkamRSiQzjGoI/D799NOdsbXBJHxNGrpkcJ5QYQ5Z3nxWJdy2bRubOXMmJ9GEK+ja4oJESr/61a94EIPv5wa+h2HsHDt2rBdZYeC+6aabuAFUh5Sbxve4Lu66AR664+W1H+mDed0Zbbm86U8ixxKqpv75z3/mxM+gJRXcjvGRSRzPSthuRO8yPP/wTMHzT4eIF8gMhwMIebJnG94BcF4hEM3GTof3VN++fYXB4TbPbASfIIPqmDFj2OOPP152GCAvAuqR8EC3ffLJJ1zGlStX1lySRHZTHX3KtsKnLcFVVkEVQKj0HZBCcXagq8XpV6p3hqz6ZLAZIM9ee+217MADDxTqIHBIvvbaa5xUKiJo65IsXn31Ve4ADGefDWSAvRpnDkH1Ir0aa4DzF0l74PiONpxLYAUib9Jtx44dPKA0/GzCnHg+4bsKiXHimo39iwiu/5frn+GWNsEVc8sqEYPEAPl69uwp1DlVz9VgXTpkJ/Ql/Snpu5zGr3AEvOmvPnDKE8G1T58+XBdG1vdoQ9b2bt26+Vhy7Bgy22VS8/sMdDcFR+eZLyO4Yi58K0Evsvl+iJM1KT823oUIBvvtb3/LE5q5NlN7j+l8ebal6XzzmK433B9J4/B9gO+3evXquQzFq3TkOQF12vLhmwe2X8TouPoSnDYmg4tJf80A9GJNmSv9LM/QyYLibZO5ma4VNi4kKEP1oHCLmz8vBFfZWqvpvafa7zzrPyrZVb8nrff7jhlQrSf8O+6xTp06CW3HaT0bwvIUTe83wbrS+pJ+Vmk7SuuJIED6ZQ6PhM+YMrx7hwwZwu2YKp8coJDpsUkm1o5ugShRjGz+pO0V0BFgW5T5ZG2OD6q1It5BFFtgMx5sKLB9gqDrM37ORpb58+eX+J+vv/56Hk8iS/psMsfq1at5PFuY7C0jroKgPWDAgBKStG+SKxFcTXaP+kYRKJp+SQRXgzOcZkCt6wvAJhjHAIqK7JqUY7AiwfK4qKQVvjhRieCqv5H0TNHHqlJ6Fk2hqRTcc7aOIxlj63MiU8UbuGQEU2S9QmARAtqTbM888wzPtBUOzo/L6gtZ8kxwDWOFChcwrDRr1swawqSDk+IEcyG4ggyEqqAwfonICtaA/HAhsAUhaP/993cdyvr6NHXJwBCLIAEE67k0OBGfffZZbtR94403XIYSXovvSXzfgODto6EqFshdCxcu9DFcyRioiIhqLyBTxbU0v8dVi1SRlVTXF+V30getdqoi9Sfd+y+p4PZgJ1QkV/RD4BMqzJ999tmsRYsWrHbt2mUbifVs2rSJZyeNq2ruSm7FxJAZpM3Ro0dLD1QgM6pxN2/enAcqB/cfyIsg7OE9/uKLLzJgDL1N1kDigoPKJJj+X//6F7/mlltuKRkWZLFzzz3X6kYQXSQL9Av6HnbYYfw907JlS+M5bQmumGjr1q08mzDWK2rQx5HttW3btmy33XZjIATjPfDEE09o6Vc67wxV5UjIhfOBdyachZAD16CKMirIRjMKB+sAsQ8JThCkrWrQTeAEHDp0qDSRBbDo2LEjJ/8iOcU///lPTrgGsVZ2Ln3cRyrZw79/8803/H4DCSjagkpYwA8NDvYoGdzG/kUE13wQXFXPW9wPeDeAyIGM2DrnN3yGdMhO6E/6k8kdS31zgkBF6q8+sM0TwRVktiyT40FfhG0NmITbGWecwZNbIODLd0s60D1OXp1nfhzBFfoPkm1Ad/PZkvBjQ6dEZbmJEyd6SYoXXi/Wf/vtt/OqHT5aEWxpadmQbZIlRfcgTZtqdG4d/3xW8uEbAfeaq+3Xx5lPawzSX9NC2mge0s+M4MpH56wD82WVr+KqROad4BrsbDW892SnuAj6j+sdmKbe7yNmQHe9sm+o4HpVHIbuPLr9iqT3666pkvuRflbJu5vZ2ki/zAz6fE8MHXbu3Lk80a6PhPzh1cK+Nn36dHbCCScoSZAiginGsk2MbII63pHDhg1js2fPLrlMltg7LXsF9gRkTRf7BOIM5s2bx4YPH+59f6HLoDDG4MGDjeISTPYm6AvfL2IkUGE42kBChc8+aIgTOfzww5XToGAEEjM3adKkrC90cFRuxdqilYwnTJjA4/xEsRiiaq/YP9wHSMLrSgYmgqtyW6lDDAJF0y+J4GpwnHUD+gyGjO2KF8C4ceN4BgDT6js2wTi+5C7qOEk4BouKRZpyp6Xwidak40BLE4s8z0XPlDzvTjKyFU2hSQaFqh/1ZsYYIqF/zRj7sZxTNrBUPMEVsIJggWpD0eZS/UZnu2yD1IpCcAUGCGZGoBaqutlkYE8rOEm0X7YEV5CVYUyCcUWngSwRZM+DkWvjxo1apA04llHVE8QJV2OMjpzRPlnokiBCoOpq48aNbUTmGQhRxQyV1nQq6gJjnOGggeQUNaKJBIGhbOrUqdwoZ3PugzFVxB8rECIXgTBz3333MZCbZC3t7/G4demQlXzgkvUYpA9a7UDF6k8yx1KAUlpJOUBgwnsZlVV0HG3h9xtkNXmGItAbZAITsqjo1MAxhuQIM2bMsDpUuhchEBcVKnWqYkfHXLJkSRnRz2eGU8wnI9IGsrhUAHYhuAbnAsTOpUuX6sJd1g/3wIknnsgJAuGm+87QIbmaCAfd4d5772Wo4Kqro8FhB+I37i8fyVHSdG6GsZF9V0XxE+nZNvYvIrjmg+CK/fXxvIXuPWLECK6vhxPR6JCdIAPpTyZPKuqbEwQqVn91xTdvBFdZsJXu88kFj08//ZQhGHzFihUlwyBJCqq8+8iIH5UvzUD36Nw6mMYRXDEedLAHHniA7bvvvi7Ql1zr248NfQ/JzKD/qVo0UQhsNKj+oLJr4b2Kd+opp5yimiL296LY0tK2IV900UX8G1AUjKcCPAubaiCTjn8+S/l69OjBbaq2tl8V9nn7nfTXvO0Il4f0s1xui1ooUTJhXIV3OPxBuvYZ9UzlPUS2EFUyuaIQXIPVVvJ7T7TnRdF/bM5r+Jq09X7XmAHd9aqSPWIc2J+gy5nGBOvKEPQrkt5vurZK7U/6WaXubKbrIv0yU/jzOTn87LDt6fiv4e9Dcv26devyxSCBKPwnKl+9LrlPZntE0l3Y1xo1apQYiKaJYtK0V7jYJ+DzRUEVkDRV9jsXcOMIny7jhq9NIlZMZv+N85UjBhM+dJnuJsMc9w8SM/fv398p7oQIrr5OVHWOUzT9kgiuBuc0iYekzvSouIQ/kwA1m2AcHVkquY9vx2AlY+VzbWkqfFG5dRxoPtda5LHomVLk3bOTvWgKjd0q6SoFAv/BGNvMGKv/A8E1S6JrVRBcZY4Ol2B/nVMOp0afPn3YmjVrSrqrMqEVieCKhbkE2KcdnBTeCBuCK4yIqFw1a9Ys6RFAtbiBAwdyMst+++0nNKIElcFQdQKGL5lxEs5AkDlQBThJB71oMVnpkgjsRKATquyZNHxTwll5883wIYgb8MTeAE9Z9UFkqEMgIQhJIMHLSCgu5x7SqUgCOEcwqp5++ulc1vr165dUS4ScqFAN4zZkjTtHKuJwVt/jol3SJSuZnI089iV90GpXKlZ/kjmWApSSDG6P7gScA+vWrWNXXnklw3vAd0MVbFSoAjnW13sNz1M4eFDBKAknko3tMIybSB9MwmkoC/SDLC4VgF0JrpjfxJEbPXMgtiL5Bd7NyAwbbibvDBC4UcUW508nmYXs7LtWcsc6cE8//vjj1rcXqrxOnjyZHX/88d7uI11hdJNziOyCNvYvIrjmh+CKMwKdEd+y0LlNn7e4l6dMmcL9MMimTARX3buO+hUcgYrVX133JW8EV6xHlnQmrjKXKw64XpQMBVVbH3nkEdamTRsfU5SNkXage1gAHwRXjAcdHXqda8KcQDaffux33nmHDRgwgK1du1a4fwhA7N27N+vevTv/LoK9J9qQIG/Lli1cZ8QZfOWVV4RjuZJci2RLy8KGjEq506ZNYwcffLDRvZiVTRVC6vjnZfK1bdvW2B4bAKMbgIv+qN4CfTII3jUCt2Cdyf6Xyw0j/SyX26IWCr4Q+HaiySOSrHoPqXbs2METKMOXF24q8lzRCK5YW6W+96Knq0j6j/rOiO+Rhd7v6jvVWXP02w1zQq/47LPPai5XkdB15lH1KZLer1pLNf1O+lk17XZqayX9MjWoizGRyo+G9xZ8jUgEje9w2Imizyb46+Fbffrpp3n10yeffFJqY1JVsMRYIACiMma4pVHxHPOCtBhucYm907an2Ca4FlUTDdYY7C/2GH5c7C9i34I9xn7s3LmTffLJJ2zlypU8zuv5558X7i/GQlEM2BF9xVWIdGMk6YMv3lcT2X/hp58zZw5PCBj1LyLGDwnNVXYi2EtRFRn7ZjuGbI1EcPW1+9U5TtH0SyK4GpxTWUCtjhE+PA0eYDAwIbjtrbfe4qWs8QKIy4xvmuXAJhjHAIqK7OrTMViRACW0KJnCl3S1uoSWU7HD0jOlYrdWurCiKTTVt0OprRgMrDGh2VDJNQuia1UQXJGJFR/DCKgNt6SdG6LgOJ05kyC4mpI5YVyAQeDLL7/khAIYzEAKkBExbQ0rsuAkE8JCWnetipAIssG4ceN4JQmTADsQm0DKQfY+UaA4SJkw9KCSa5rN1QEflRWETKxv06ZN3OiEbICy8wTSBgIEdI10OK8Itgf5WNQQ8HfTTTfxSsMqo1j4ehgWkZ177NixQlltzz3mePTRfiED/AAAIABJREFURxmyYkf3HPuN+UBuNcksDEc1nnEwEovOETLe4Tnou/qL6FvvrLPO4lUg99prrzSPbKHmIn3QersqUn+SVXwHSkkHt8t2Au88OMyQcMCFDBiMD9I+qpZ269bN6Nmme1JgD3z22Wd5oLss+Ft3rKAf3ut4diLRgEu1btH+JrGvskC/E044gb93wxXLTbDwQXDFfNgj2Gl/+9vfSh2xYbng8EPmWzhc8d8indFGX9y2bRtPVIJqVyaVVH2eYXybgKwALEzO68knn8yGDx/OHd8m+ozJfuv03bhxI3dIx5F0RbqAjf2LCK75IrjifMD5/vrrr/OqgjpEbejLcDbjXt577735O4UIrjp3GvWpIAQqUn/Nan9c7GUqmbNIjiezVyadkE+m35n65FWY2v6uquCKcfF+AdEERAwfzZcfG7KDfCNKFhS8E0eOHMm/83Qbzgn0+WuvvVZom0ISCfh9mzVrpjsk71c0W5qv+/+rr77iSTtgn3zppZc4uV0WSAicVEnjRKDn3T/v2+YbxgBxOtAV8b2FGB1R833/Gh38lDuT/S9lwPWnI/1MH6vc9MwqMP/ll19mXbt2ZfDjBU2HDOD6rKX3XjJHr2j6jysKMr0/rzEDOuuF3wLJMuC7CFrnzp3ZSSedxP0P4aZKOK4zn6xPkfR+l3VW4rWkn1XiruZiTaRf5mIbshcC5Fb48RBbJ2pI9g/fyoEHHqgdCwX/6rJly7iPReSzh/8XNrJjjjlGCoBIp0XnJJNsy/zWcXO66tABAGHbz+rVq7ndbMOGDUJ8ELcGsrFubBrWBRuqaI9BREVsgYmNDvsLfzdiHET2RJ1kgS4nP4liCFGZEb8GXMDVijZdcmtwHfR5kH6BVzQuDoUuEC9nExNBBFeXU0TXFk2/JIKrwZn1RXAVTYmxUakAQcKiF7xLULLBEqu6qy/HYFWDaLH4vDvQLJZElxACFYFA0RSaigA9n4sIZ3ELS5g20bUqCK4AWFbVCh++MD74bjL9VidIzcVx6ctZJcJDRfazIWIWheAa5/TE9wSMlCBX4r9tGpzzqPQ7dOjQkmpGwVjIYnffffcxEKTTar6MhzJ53333XYagvqeeeqqsS1zWvmhnYIeAKZBgRMTOSy+9lBOPmzRpYg1dnKw2515mzLUZK7woYDF//nx+jqLkYR1yvQ1ARHC1QY2JDORFsCHZLdbvVRWrP8kcSzDEg2jfoEEDv0hqjoZ3PwhM0Jfign5lw4GIB2LTqaeemgohD/oX5EWWUeh+Ng0kQrxTEMiMSoM+mmh/kwiwEWXCdXVO+iK4BjjCUQf7LJKnPPfcc1zvCYimqGAFpxfIkSAW77PPPjXw+yK4BgMGFduRHffFF1/kMiAQO2iQBQkyQBBu3749r6ZuksBE59wAC5BFIQP+gItIBtw/qPq7//77O5GtdWTS7QOiBZzCIFtgD8NyYwyRw9WG2EgE1/wRXMP38kcffcSWL1/Ozy/OQOB7gU4LfR6koy5dupTcy6JzoJschexpunco9csZAhWrv2aBs4u9TCWvLOkMKjciSKxVq1aqIYx/lxE5k64aWwkEV4CNBHMIQtt3332NsY9e4MOPjWB7VCFAMpVog26EihrQLXUD5qJjQGe94oorhHZDBDnC9qWbKK2ItrSk7n/o5K+99hqvCCxL3mFa0SPv/vmkbb44u6oAXCT2w3d7VrYO54eG5gCkv2oClX430s/Sx9zLjG+//TZPDIqqieEGUhve5b6Te+J9ifcrbGvhplM11vVZS+89L0emZJAi6j+uKBQtZkBnvevWreO2pjDpHM8APBuQUA221qDp3Ks6c0b7FEnvt1lfpV9D+lml73Bm6yP9MjPo8zMxYspA4IvqjpAQPpOJEyfyhPy2SZXxjkOSB1F8leobW5QgAnLB/wi9s2nTpt6BhD7cqVOnkhguVaIYVx1atgisH/jD9hNtpvqCqNAJxjS1HUXliCNHu/r64zY3qCiL8xs02MlvueUWhsIUQVu8eDFDDIVOwxnHXsOv/pe//IUn7cP14YbfUaQCMYO69szg+jiSK3z74Ioh6brJvUYEV52dpT4yBIqmXxYhODE3hIYkCa7BgYoLSoZjCUHRaQaMV9Ot7sMxWE14+Vpr3h1ovtZJ4xACRUOgaApN0fAtmLzRLG5h8dMiuuZGH0x677Zv386rJSIAN9y6d+/OEDhWv359ryLIHK1IvIIP6bjm4rhM0lkFmVVETGRJBZ66ZMKiEFxhJMRZiRIoYXQBmaR///5eSA8gV4CcuHTp0rIjojJKej3AjPHscMh4G2021dJksn344YcMpG8QXKJNN6DzzTffZL169SoLasB4ptne4jAEYRQkZlGgomm1DJkxFwQyZPWzDXYM7lFUcr3yyivLlpMEmYoIrnZ3HumDdrj9cBXpT07w2V2M9z8cKyBq4j0QkBLDieRACIQDDBliEbiNCqhZBatCXjy3EfDy6quv8iqZW7Zs4RV6wg1ODjgVYRfEOw+yQ4cxcXjoICpyHJo6zHTmoT6EACFACOQdAdE3Br4hQVBSvTNIf8r77pJ8MQiQ/urpeLjYy3REEH2r47pJkyZx4qLvhkQ2gwYNKhnWJOGXrTyVQnDF+pGtH8FprolIXP3Y+P6Q2WKwp7BxHX744bZbVnPdqlWruA0ySBAT/KAKEIxOXERbWtL3f1w1CeBnUtEj7/75NGy+wZmLO7OoQAObaiU30l9zvbukn+V6e8TCyeIKYYdEAi6bSj1xMIBAhypbK1asKOmm42dxfdbSe8//AS2i/uOKQtFiBlTrlVVynjdvHkOizWhlV4ynE5ehmjf8e9H0fpO1VUtf0s+qZaczWSfpl5nAnp9JH330UR6TGI0pg45677338kRtLnFAWCkSvQwYMICtXbu2bOGq+CpZbB7kPvfcc70CKUskqErs7apDxy0CvvpRo0axGTNmlHXT1Rdk3yNImo0kXo0bN3bCcfPmzaxfv35llVzTsBeHBd+xYwe3WSPpI5rN91Zc4jMfcZYYHzogipFEiz9AZnzHwWasW02XCK5OR7fqLy6afkkEV4MjmwbBVfWCN81uarC8qu/q6hisegAtAci7A81yWXQZIVB4BIqm0BQe8HwvQJbFLSx10kTXqiG4ypwe//mf/8keeeQR1qZNG6+nBcYLVP8KN10ig4vjMmlnVbAeWXAKfkcWrxEjRmgZ54pAcP3444+5ITJKwoTRxQchMXrw4oySd911FzckuRo+dQ57ksbD8Pwy8jAwR3WLuKq4qCwIg9X9999ftiRkR8Q3nmuQY3hgkLtQ8RlG3mgzCaoUVdhTGXN19izo89lnn7HLLruMLVmypOSyJAj9RHA12Zkf+5I+aIfbD1eR/uQEH12cFQJRx6ZpEHpWctO8hAAhQAj4RODpp5/mlV3DDfo19OO6devGTkX6k8+doLFSRoD0V0+Au9jLdET44osv2MCBA8syyvv8Xg/kQLAbEpyBNBduSWbkD+apJIIrdGoEW0XfLTr7He7j6seWVeNFEOOcOXNYu3btTEUS9o8LqEcCuWnTprE999wzdq6i2tKSvv8BWlywo0lyu7z759Oy+QLTuDM7fvx4hoprldxIf8317pJ+luvtkQsnq5ikG5RusmzR9yuKZixcuJC1bNkydijXZy2990x2St23qPqPemXxPYoWM6Bar4h0Hr4nRQmEdHVk1dzB70XS+3XXVG39SD+rth1Pdb2kX6YKd74mk8XnJBFTJiPSquIR33//fZ5sP0qORWzfrbfealxFM24HPvnkE9a3b1+2ciVCXn9sKhKuqw6tOhWy9zgSGyK+rHbt2rFDIOFcnz592Jo1a0r6+fwWSZOILFssEsMgtgxVg9F0fXjBeNu2beNn6ne/+51qS5x/xz0G3yLuwWhr2LAhL2Jx6aWXsr322it2LiK4Om9FVQ9QNP2SCK4GxzUtgitEkgXjJ0VuMIChYru6OgYrFpiEF5Z3B1rCy6fhCYHcIlA0hSa3QFaOYHFZ3MKrTIroWjUEV4Apq6qqk23X5MjJAuKgE914441KcqKL4zItZxWCUx588EFO4o1moDPJHpZ3gmtcEA72E8YQnwTK4JzJvllMgqlMzqyob9LGw2BO2f3SunVrnnGtefPm0qXIjLcgdyJIXhXUZ4ORjICMoEUEVaL6X1z75ptv+LmBfOE2ZswYhj9f5GURyf6II45gCxYsYIceeqjN0oXXEMHVDkrSB+1wC11F+pMzhDRA2giI3ndJOA3TXhfNRwgQApWLAJz9I0eO5JVVUaUbAbz7778/r0BnW+lalOhFl9xA+lPlnrUqWRnprx422sVepju9KCg6Cf/xyy+/zLp27coQpB00BOSkUdGwqARXVDCAHShqh0QFDBCF9913X91tLuvn4seWVaXAJEkkqpMFTeqe0yLa0oBlGvc/5olLbqfrQ8i7fz4tm29wo8kCSJHE8fbbb2d77LGH9b2b9wtJf837DjHSz3K/ReUCyqqq+rax/eMf/+AVnlChPdx0g7tdn7X03vN7OIuq/7iiULSYAdV6RaTzcLJkURzIwQcfzH23rVq1Ug2v/L1oer9yQVXagfSzKt349JZN+mV6WOdqJpE9EQKaJMnXXZCMa4Pr44iWsveYSXyfroyipDT/9V//xebPn88OOeQQ6TCuOrRKPpmO37lzZ25bhC8srq1bt4516dKlxJ7rOwZLRg72HU8Wt07sU69evWq6oPAHvoNUDVVVn332WX7uX3nllbLuOAMgziLBo6921llnsZtuuonBtoviGqIGoitIzEOGDGH4b1EjgquvHanOcYqmXxLB1eCcpklwjQtSTyMzrgEsFdPVxTFYMSBksJC8O9AygISmJARygUDRFJpcgFbZQuhkcQsj4JvoWlUEV5nO2bFjR26saNSokZfTJgpS0w0yggAujsu0nFWQE8YfEHYR3BNtqsxrQf+8E1xlznIfwXNxh+3bb7/lGeJEhh2TCrkuBzpp42FYtltuuYUbuaLthRdeYCD1ihqqKgwbNozNnj275Gdk6wUx1oezUjQvvidxbuE0jTZUjB03blxsdkPZc+g3v/mNV0OeyLgKeeMwtTkvRHC1QY2JiMxFsCHZLTaZq0h/SgZXGjVhBKLBVLpVHxIWi4YnBAgBQkCIgIiMcMIJJ7C5c+cyJHcxbTJCDp6N5557rnI4sqcpIaIO+UaA9FcP++NiL9OdXkbE0k1apzMP7Aog/MOGEG5JVIoVyVNUgiuClJYsWcKrlNrYY+L2xsWPLUuomOR+yqrXqc5pUW1p2Ls07v/gjLz66qs84A6VOcJNVQ0l6Jt3/3yaNl9gIqtYjSBE7KuqiobOczWvfUh/zevO1MhF+lnut6hcQOhR8MFEfWc6AfMmy5VVuNKtzuT6rKX3nsluxfctsv7jikLRYgbi1isjpEyaNIkTFtBk/lfdJCUqvIuk96vWUs2/k35WzbufytpJv0wF5nxNIospS4I4GqxcFJOI31TJWKCjdurUqSx53B/+8AdecdVHk72zdRLSuOrQOvKLkrDq2idE8vn+DpEVTFDtrc7adfqACI1vLcTwoSHW9bHHHmMoUBHXPvroI040vf/++4XdYCcF9n/961/ZSSedpCOKVp9g71B9FzGWU6dOLTvfGAjkVlSVlRXJIIKrFtzUSYJA0fTLIgQn5obQkCbBFecrC6Wimu9sF8dgNePmuva8O9Bc10fXEwJFRaBoCk1RcS6Y3LpZ3MLL8kV0zY0+mNaeiQKAUCFh8eLFrH379s5iyLKeXXLJJTwAS6eipIvjMk1nFcBydebkneAqCxjTJfC6HCiZA103mMplblybhvEwkNHmHMiMtmkkLZJVndUhKsm+feGAhcENhjcfDUF4ffr0YciSV69ePV4N4eijj+YVYpBF0FcjgqsdkqQP2uEWuYr0Jy8w0iBpIoD3BxxQCxcurJk2jfdWmmukuQgBQqByEMAzC0ldli5dWrIo3YDe8EUIQsY31OWXX14ylkmQB+lPlXO2qnglpL86br6LvUx3alkQlk9bjMxHnYatCTgUleCKhF377LMPfzetXbu2ZEth20XywvPOO093q0v6ufixZ86cyQYPHlw2r837Uld40RkCBiBlIlisfv36wqGKakvDYtK4/wPQ4qpz6exr3v3zadp8ganMFqobQKp7X+SxH+mvedyVMplIPyvENpUKKXuf+dSlRFW4TPRB12ctvff8Hcwi6z+uKBQtZiBuvaJERKLqrCK/vsm9GydDkfR+17NTydeTflbJu5ubtZF+mZutSEcQUYVxzOwrwYJoFbIEHueccw4n+DVr1ky4eFmck0k8owpVUQyhbkymqw6tkk1mX9K1T4jk0yWA6sgW9IFt7/bbb2fQdWrVqsWaN2/O2rRpwy688EJWt25dk6GM+27fvp3bXpcvX86vDQrGoLrthg0b2Jdffsn/fffdd2dHHXVUTfGHrVu38hgIJLQNN+z9ddddx66++moeL4tCDaLiF8aC/nDBAQccwImrkA+xccuWLeNJJaE7Bg1FNUDilt0X6EcEV9sdoOuAQNH0SyK4GpzbtAmuEE324anKGC76aLbJwoCHKbIWrFixglfReffdd9lLL71UgxpKsSMTOjIfnHrqqezYY49VlkAXQR51yolk3blzJ3vyySfZE088wd544w32+uuv86Ewf8uWLVm7du0YlJ8WLVqwXXfd1WBnv+/q4hgUTQZFCyXMkUEV/4vg7UDmoD9enpD/+OOP51WfEMyt+3IXGStt9jgquywrc1LKbJ4daCJDmqhqFTKSwOCIs4n7ZP369TUZNtq2bcv39eyzz2Ynn3wyD9z31fBMgoMcGaFxX+K++Pzzz/nwmBcKI7KKIAgrfK5EzwdVNS6bZ0re8QNO+JDC/bly5Ur+v/h4CbIdN2zYkOGeApYdOnQow9HXPuZ1nKIpNHnFscLkMs3iFl6+K9G16giusiAyX+QC2fg6wS/Bxro4LtN2VkWzdwVr0DXi2BAb07r/Zd8oJkHYLrLKgql0jX8uc+PaNIyHcWcev8mqjcqydJtUSnbFR/TNgDF1gihE30fQZ1ENa7/99nMVLdXrieBqBzfpg3a4Ra4i/ckLjDRI2gjAzoDAc1SxQfNhb0p7DTQfIUAIVAcCsm+9zp07szvvvFNbb4XuDmf4FVdcUVYJDY7sX//611o+B9KfquPcVfgqSX913GAXe5nJ1M888wz3/wT6Gq71aYsRjZ+WrQlrKTLBFf7eefPm8YQJ4f3BunSClWTnwNaPvWPHDjZo0CC2aNGikqFdKp7rnFW8o8ePH882bdrE/aOY76CDDopNmlZ0W1pa93+A/5tvvsm/2zZu3FiyJToJ6vLsn0/b5ov5iOBacoSKEEOm8xiqpD6knxVwN2UB/b4C82Xjm8R1ufrX6L3n52AWXf9xRaFoMQNx6xX5ZEX3/CeffMIr0CFOLdxM4jREchRJ73c9N5V+PdkXK32Hc7E+0i9zsQ3pCCGrtqkbL+ci5ezZs3lMfWAX+vnPf67FjxC9U3US+evKKhofdlb8O0iIcc1Vh9aRERVG+/fvX9IVPi8kzlPJJ4rzx0AzZszgye8E7xgdkXLVBwTULl268CKCaNdffz3n/+CswyYG3hWaiBQcJbmCA4VvKFQNBlE3rbZt2zY+L/YFPIU5c+ZwDlRcI4JrWrtTmfMUTb8sgnEyN4SGLAiuMsdE8EDeZZddhHeSDRktPBCy/4LU+tvf/pY9//zz2ncrnKd40SOTQatWrbRfhnEEV8iCj3gQ8MIZC2RCQRn61a9+xU4//XSjF46tYzAsBwjBa9asYVOmTOEBMVHHpQpIkF3h8LzsssvY3nvvHdtdVi1LJ1g9bmAR4cWnchidO88ONBVBE2cTmdVQ6h6ZP1QNigiUxCuvvFK5v3FjwVgN5R+ZbHTuCVS/wjOjW7duPBtJXgiuWeEHbKEgTp48mQe6BaRg1f6Z3J+qsYrwe9EUmiJgWiEy2mRxCy/dluiaG30wrX2UkQaRUAQOw6ZNmzqJsmTJkrJqAaZBai6Oy7SdVQBLlpEO7wJk6IpreSa4yoxTqu8FpwMUuTjLzMJpGA+D5Zqeg2jWuGAcZJKbPn06DzxNusm+GXSCKETPCciLCq7IJmeTVCjp9crGJ4KrHfKkD9rhJriK9CdvUNJAaSGA7/Ubb7yRO1aChuD0UaNGMZktMi3ZaB5CgBAgBKIIiEhY6INknOPGjWOnnXZarO6K71PY1NE3as/Hd/J9993HYB/XaaQ/6aBEfQqAAOmvDpvkYi8zmVaWvM6HPUgW+DZixAiebR5+pqRb0QmuIn06wAw2FbxzTHG09WO7kCCT3ufo+EW3paV1/we4QW8ZOnQoD3AMNx0fQp7981hLmjZfzAe/cZ8+fXh8TLiBQAw9UVZxOO17JIn5SH9NAtVExiT9LBFYkx1UFDgvquZoI0U0qBtjmCZXdX3W0nvPZufKrym6/uOKQtFiBmTrlVWbQyUukFnDTRYHouO7jcO7SHq/67mp9OtJP6v0Hc7N+ki/zM1WJCuILLFCnr93RRVWgZJOfJ8KTVlCCN1EMa46tEo+WVJXXZuvbH2mvi6VnFn+Hi0cGBQMjHK8ZFVv33nnHda7d29e2A822iZNmmSyHCS6QdG8t956i+uLqhgMIrhmsk0VM2nR9EsiuBocvSwIrrKXjSobgwvBFQb80aNHs3vvvdcAndKuCNYePnw4H0cncFtGcAXJE5XKkKXAtF166aVGLx9bx2AgFyrd3nTTTQzZM1wbskKAfIcXrCxjhkyRcTV4iAKCXMeMwyPPDrQ4givuEziho05Dnb1H5ZM77riDV+41baiiPHLkSF611bQNGTKEZyqB7D179uQVX4OWdgXXrPD79ttv2cKFC3nVBR1ysAjjrLK2mO63a/+iKTSu66XrtRFwyeIWnsSU6Fp1BFeAJSMNBh/m2rsW6YgAK5ATkJAj3Eyrw7o4LrNwVqFCN4JUkIwk3PB+hKFq9913l0JqSmy03Rub62QkRNdzYiKLzPmq+mYxmUPWN2njYTAvDEvQH/AXbnHBCKIAA1w7adIknjUujSb7hoWhDtVEmjdvLhVDRo7FBddeey1/jqiS8qSxRp05iOCqg1J5H9IH7XATXEX6kzcoaaA0EQicO4HtgKq4pok+zUUIEAImCEDnhW46bdo04WWw5Z177rnsyCOPrEkW9c9//pMh8O+FF15gsIeLElXCr4GACTi6dbNak/5ksnPUN8cIkP7qsDku9jKTaWGnuO2227ifKtx8VOUU2QN8VofVWWfRCa5Y4+bNm1m/fv04US/cgCV8i+edd54OFDV9bP3Y8+fPZ7169SqbSxRsbyRQAp2LbktL6/4PQ4/nABKPR88Y/Mht27aV7lKe/fMQOi2bbwCQLGGKbgBpArdDakOS/poa1K4TkX7mimAG18t8LK4+IpkeaBrX5fqspfeen0NVdP3HFYWixQzI1iuK64hLLi7qb0pSj8pSJL3f9dxU+vWkn1X6DudmfaRf5mYrkhXkpZdeYh06dCjzgcDOhGTHur6PZKUsHV0W1+iDlCt6B5sUAHPVoVU4utplZd8KmBe+/okTJ7L27dsbFY9TyZzm79EYuHD8gi7BFRiB+A3dK82qra44EcHVFcHqvr5o+iURXA3OaxYEVxmJURVUZktwjZbfNoBH2BWEAWTz3XPPPWOHEhFckc0OJFsbcmswGYLqUR0JlRdVzdYxiHFhcEKG1LVr16qm0f4dMqvKjoucLXjpPvbYYzy7hGmTZWVGBV1U/0yi5dmBJiO4osouKr2BOGLbsL+LFi1ixxxzjPYQq1ev5hV+bYmZmKhHjx4M9yWqyGZFcM0KP1S+RcUZ/Lk2BCCACAZySpGql5msu2gKjcnaqK8zAq5Z3MIC6BJdq5LgiufWsGHDeNXucHOtliDSE20cJi6OyyycVbKM9rKMXWHM80xwRSX5G264oeSM+MoArfu0kH2zoIr8ggUL2KGHHqo7lHG/pI2HgUAyEm9cRQSZIxEBZmeeeabxWm0viGavC8ZZtWoVO+WUU6TDwqgHIjz0RlGDPjtw4EAGIzJIA3k2/BHB1e70kD5oh5vkKtKfvMJJg6WBAN4D0IFQeTxo0DmQ7KFSv4PTwJXmIAQIgWQQ8O3XaNiwIZs6dSonBJnouaQ/JbO/NGomCJD+agm7i73MdEpZNQNXn55oDeeffz6D37ZBgwamYlr1rwSCKxYOPyL06WgihRNPPJGBYNqsWTNtfGz82LKEbS6+ZG2BLToW3ZaW5v0fwPv000/zQNVoUxGY8+yfx1rSsvlirp07d/LE7aIk5mkmkbS4ZbxcQvqrFxjTGoT0s7SQ9jSPrEqjq14l81eZ6oCuz1p67/k5KEXXf1xRKFrMgGi9sns9LlGGrOCNaULyQJ6i6f2u56bSryf9rNJ3OFfrI/0yV9uRjDD41u3fv3/Z4Hn/3pVxIx555BHWpk0bK7DwvkTFTrxvw80kDtNVh44THMWbJkyYUCYfYv4R96Vrl5Ul3QvmPuecc9hll13GEO9Wr149KyyzuihKAA4n+dEluGYlO+b96quvuE0YuiBa/fr1eYLEn/zkJ0qxiOCqhIg6xCBQNP2SCK4GxzkLgivEkykYyC4OB5io2RBcZS9HjI+ADpBFjzrqKHb44Yez3XbbjU+LLAbr169nqBwlI93dddddbNCgQbGZPqJOOQTlIyD+4YcfLlneySefzIOoEYiNFyv2BOW5H3zwQbZ48WJhpnVkwMXLvXHjxrG7beMYxIAff/wxd04+99xzZeODBIc9gtwgJQdEXxg3gBeygaxcuZKhopioqRSTL774guOBtYcbqpCBeGeaXUWU/cNHtuc44PPsQBMZ0pAF9+9//3sZ8Rr3CLCC8ly7dm1+FnGPgjggaxdffDEPlNJRElE5ZcCAAVISNbKqQPHEfYNS9ZurVMBHAAAgAElEQVQ2beJzL126lH3++eclIuA+3rJlC/v0009r/j2tCq5Z4QeSGDIO3X777cLtCJ5x7dq1YwcddFDN8+3111/nFV9l9yg+KJAhvRKDe4um0Bi8zqmrOwK+sriFJVERXauS4AqAEDgGPSrc4rJ96myvaEwbZ6qL4zILZ5XMsaNKHANM80pwlX2fnHHGGWzu3LmpVteUYZQ0mTNJ42FwP4kIPsFv0LmhD0D/izbR90UapN+oHDKMUI0KSVvimi5RAARXJMRBQB10TRjh8tSI4Gq3G6QP2uEmuYr0J69w0mBpIYBvaVRFDJLP2STrSktWmocQIAQIAdhAEZjgkjATKB577LFs8uTJ7Pjjjze2r5P+ROewghAg/dVyM13sZaZTJpEcTzamrd/RdE1B/0ohuKLiBHxTwC/a4FtCUF2dOnW0YLLxY8tsh3EJ27SESahT0W1pad7/wRa8++677MILL2QbNmwo2RWV3zfP/nksJA2bL+ZBfAzuz9GjR5edatjYEacDQnglN9JfC7W7pJ8Varu+FzaJwHzRmDa+Y9dnLb33/BzIous/rigULWZAtF7Ek/Xp04etWbOm5mfEiyKWE7F8suYzDqRoer/ruan060k/q/QdztX6SL/M1XYkI4xI10i7aILNyhDbjvj6FStWlFzuYqOUjWmSKMZVh5ZhAb4BCjch/izcdAqlRcdEjBs4NYMHDxZyaoL+0Fegq3Ts2JGhOMh+++2X+zh4cJXACQpaOO7NlOC6cePGMo6S7lmFPRcJcps0aaJ7Ce8X1X11irIEE8j0PSMBMuiMuMTbbruN1a1bN4PZacoAgaLpl0RwNTi7WRFcZZk3582bx3r27ClcgQ3B9dVXX+XVd8JELrzArrvuOjZy5MhYEh4cdCCB3XTTTWVEMB3jv0iJir6kx44dy6tPihx9eCGDiIbsVwiijzaMD8dEHAnNxjEIp8eYMWOEFSFRpRJOywMOOCD2lOFcQUHC+qIkYZXBQ1ZO3oakAiFFBkjb7GC6t1aeHWgyQ1p4bQh4wj0CcqnoBQyleNKkSex3v/tdGSSq/Q0uAJEZL3ncY9GGeVE9BUQCEaEZ84PUicCuaIbo8FgqR6fNMyUv+MVVH8MHwLXXXsvJw7JK03i+4R4FRqJ79IEHHihRmnXPft77FU2hyTueFSifzyxuYXhkRNeqJbiKkk8AMFUGdtmZk1Uxvfvuu3nSDJPm4rjMwlmFtYkqWeJ9DP2xbdu20uXnleAqwxGkaLz/99hjD5Mtdeor0+nmzJnDjY5JtaSMh2F5161bx4YOHVqWaCROl8sT+Vikx2F9+I7BnyopjirRimhvoZuCEABj3DHHHMONeiaVr3yfFyK42iFK+qAdbjFXkf7kHVIaMA0Eou8Bk2RdachHcxAChAAhEEbgu+++4wGFsMdGk0KqkEIyGpCN4COR2QlVY5D+pEKIfi8YAqS/WmyYi73MYjoehHPBBReUXKqTzE0215tvvsmfgwjwCdphhx3G/VMtW7a0EdHqmkohuGLxsqoJsCuZ+Jds/NgyHLHHsAfnKUFZJdjS0r7/cb6QjLxv3748oXa4DRkyhBM3d999d+E9mGf/PAROw+Yb58OHDLg/ga3Kdmr1kMvRRaS/5mgz9EQh/UwPp9z0khUtwHsd8WSmzxgUU0AM1y233FKyRpu4LtdnLb333I9ZJeg/rigULWZAtF7RN5lO3KbMf2sTt1Ekvd/1zFTD9aSfVcMu52qNpF/majv8CiPTNZIueuVjFTJuBMiY+F5v1KiR8TQiLo4OvyU8kasOHYz1zTff8Hh+2A2feOIJXgAlWoQJtkMQOHv37m383RCX0EsGXFDkC6RXFHX7+c9/nitSYvRbCAnJHnvsMda6dWu+JFOCq2wvdQ6Wrf2dCK466FKfJBAomn5JBFeDU5AVwdXGwWBDRgNDHtUVw02HGBr0h0KBTHEIdAtXhsTvqnL2cQRXvAjuuOMOHiCtarIKQzoVJmwcg2+//TYn3SLYL9yAIwirJhkHXnvtNV5qPDqWyrApkgGKzbJly6QVfkU4irIy24yj2qPo7y5KgulcQX9d5UJF0Lzssst4duW99947VhQoiyCYgigebSBlY49RdVXUcF/BeAXCdLTdcMMNDH+qgCsEdoEQP3z48LJqrsGYWRBc08AP6xOR9/HvqK4MopNuUAY+IEBuQVXccDvttNP4R9O+++5reyRzeV3RFJpcgljZQiWRxS2MWJToWrUEV5mj8pJLLmHTpk1TvgOixxDV47t27Vqiq9lk9cW4Lo7LrJxVtkRV2XVJ3uY6WbpEGWEhkyqAKQm5basFuMriy3gokiMuyQX64zsAukSDBg3KLt+xYwevvrxo0aKS3zp37sz1BtE1rljIrt+2bRvPHBzNbGiSJQ1nDdVqTUkCgUyo8Aoj6Nlnn81gLE9z/ZCBCK52p4v0QTvcYq4i/ck7pDRgWgisWrWK9e/fnzvWYCu66667eFZSaoQAIUAI5BUB2FThKwDZ4/nnn+c29zfeeKPENookR82aNWOoYoe/gw46yDk7NelPeT0RJJclAqS/WgDnYi+zmE5KbrMJipYFjo0YMYLdeuut2pVGbdYRvUbln/Mxh2gM3aSCsmD0F154QeibhZ/8oosuKktECz8V5sT7SNVs/Ngy8qOJTUgll6/fK8GWlvb9D+xtyeB59s9jXb5tvni+7dy5k+uC69ev5zZO+Hvx/0UN9nU891Q+eF/nP8txSH/NEn2ruUk/s4It24tEyXdNA+mDFYgSIyOw+5FHHmFt2rQxWqjrs5bee/Fw68SlVYL+Y3ToBJ2LFjMQXYIo1hJ9dKrLwQ89atQoNmXKlJJhdcixUTmKpPe7nplquJ70s2rY5VytkfTLXG2HX2FkRTB04tH8SmI3migRn25RqeiMsveuzjs7PFZa9hRwXiZOnMgTG9oWEwBvATo7+Cwy+0fczgBr2C5xXjp06MBatGjh7EOzOwnfXxXVd6Jk56wJrkhuBN3uww8/5PLi+wxJjcLJ54jg6nIC6FoXBIqmXxLB1WC3syK4omJQly5dykijKEcOcpyomRJcRWuzKUMvUwJU1YFkBFeb8uqyTLjIvg4yoqgCLDC0cQyKSMG2ZDcQWFCJE3KEm8rJKDuXphn6RMqgjdHE4JbiXdNS+MJy6RgS0T/OgW5asQROMxBM77///hKIVCQHkMUxV5SQYOpYg+PuwQcfZIMHDxZWck2b4JoWfrJnEshc9913H0PmcZP23nvvMZDKcG7DbfLkyQxBHqYZNk3mTrtvJa0lbexoPq8IBETX58Kj4plWTQ0JRPBODlfitqmcIAtSA2ltwoQJrHbt2kawujgus3JWLVmyRFh1G4kgevbsKV1/XgmusmA61XvdaKM1O7tWCdWcpqybqwM+PCAy5MGZvGnTJrZ69WoeYLhhwwahaPhOwbmAMU/UbIPLbHGIu85XpV84aUFoQiIfG+NnWMZzzjmHV0AA4bVevXpJLLtkTCK42kFM+qAdbjm4ivSnHGwCiUAIEAKEACFQnQiQ/lSd+06rdkagovRXF3uZDZIy36JNcjxZhTFVEmMbuVXXVBrBFb4qBDQhaC7aVP7roL+NHzsre51qfyvVlpb2/Q8cbYkxefbPY11ZyBecSyQ1nDp1KmvcuLHNUS7cNaS/Fm7L0hK4ovSztECTzSMrWgCyPRKDmjRRpUjbyuyu/jV678XvnE5cWiX6Ek3OM/oWLWYguj5RrKVJHIeokpwNcadIer/pGanG/qSfVeOuV8WaSb/MYJt9xQplIDqfUpZIwpQbgbFkiWLCFUB11pmGvQKx9eCS6CTEU8mMWNHXX3+dgcPz+OOPq7rH/o44ORRxQxJsVHe1Jd7aChGNn40Wj8ua4Bq930TcHyK42u4+XeeKABFcXREsvz43FbuyIrjaBK6bElxFiswRRxzBFixYwA499FCjXcXH9y9+8QuGKj0YAx/uBx54IP9vWZVKGcHVpIJsWEiRUU9lPDJ1DMqym9hkRQ5kF5EudIyRovUi6zwMik2bNlXun4zwgvL2eMkm2dJQ+KLyq85C0F+m4NtmQBQZeFu3bs2rqzZv3lwIs+wsg6xqSs6UPcMwsYoIY/pMiTNEpomfzFngUm1GlGnbNsNmkveW69hkMHNFkK5PEoFqI7jKgstM39OipAk2DpJgb10cl1k5q2R6h6o6AxFc1Xe0jyqh6lnKe2ShS0IKZPBHljvZ902enNJff/01GzlyJMN3SrjZZmXE2qCLQp+SEYB19xIGUMh2+eWXJ1oRgQiuujtS2o/0QTvc8npVtelPed0HkosQIAQIAUKgshEg/amy95dWly4CRdVfXexltgi//PLLrGvXriWJkm2SGIuS7GXl+6g0giv2VpagGfbZBx54QJiUL3wmTP3YuNYmxsD2HLpeVwm2tCzuf5nvV2X3y8Kmquufx1nKQj7Me+211/IE8w0bNnQ90oW5nvTXwmxVLgQtqn6WNXiypOx43uD9LvMzReWWBfjbxqgVkeBaae+9StB/XO+vosUMhNcri7U0STYkK3phStwpkt7vemaq4XrSz6phl2mNAQKkXyZ7FvKka9iu1JUbEcx7zz33sEGDBpWIYfLODi5Mw16BJDjgbaBwQN26dW2hK7nuu+++Y2vXrmWINUWinXCRFZsJUKjlpptuYkcddVQqRaFESR6feuopduaZZ9aI70pwfeGFF6RFLjBJ2O4nsnElTXAFBojR+/LLL222THjN3Llz2axZs0p+mzFjhjE3JRjg448/5uTsjRs31oypKvLnbTE0UCwCRHD1f0CI4Pr//h+vKPXGG2+UoBtHSDMlo8nImghaxks96Q8nkVPOJKNV9NjJDABx5AVTxyCMkMhsAQIdsnusX7+eZxabOXMma9WqldWdIFJ+VA4oTBQtvR5MrptVWUScccHfZPFpKHxReXQdaDIF/6KLLmLTp09ncDqbNFHmtjhZZIZuU0NWWEZRoAN+T5PgmhZ+WJeoyrJrZeLt27czrGH58uU10LoQxEzOUJp9k37up7kWmqvyEKhGAxf0C1ThDjedJBjh/qIgNZdnokvATtGcVXkluL700kusQ4cOZYYn1Xs9iadCVobRLHTJ8ePHc3JrnTp1pFCi6juy1q1bt66kTxaGG1uHv+qcfPvtt+zPf/4zz/IHozKMobYNlXAnT57MkPwlCR2ECK52O5PEXthJQlf5QKAa9ScfuNEYhAAhQAgQAoSACQKkP5mgRX0JgXgEiqq/utjLbM+EzMc7adIkdtVVV2kNK6sEi4qjGCPt51slElyxEaIEqvh32EXgw46rzGDqx8a4RQp0rwRbWhb3v63dLwubqq5/Hmc3bfngJ4G994QTTki9AonWQzrBTmk/3xNcCg2dAgJF1c9SgEY5hahKI545CChGIlCdJkruftxxx/GEpCg6YdqI4GqKmFl/nfdeJeg/ZqiU9y5azEB4BbLY1Iceeoh169ZNCxoZSdb03i6S3q8FTJV3Iv2syg9AlS2f9MtkNzyrOC6fq3LlRkAWWaIYk3d2sKY07RXHHnssQ3za6aef7tVWAb7ImjVr2Pz589nSpUvZ559/brVliJm/7rrruD1lzz33tBpD96Ko3iX6lqp0gqsuVib9RPZmFdE3bnyRTppFnKQJBtXSlwiu/ne66gmu7777LrvwwgvLquP4JLjCcQnS3C233FKygzCkjR07lvXo0SM2gNt120UPyREjRvDKSHGB47J5ofiOGzeOrync4ISdMGECq127dtmlNo5B13VHr7cluMocz7oYiggvute6YpCmwhfIqmNIRF+Zgm8SFBDGx5R4/sEHH7A+ffpwZTJoUAqXLVsWmykkbk9kgQ4qIoyp7HnAz0dQhwhL2fMSHxPIslkpjQxmlbKThV/HKsbYzYyx58IrqUYDl8hpaVIRW5Y0wbQKbHgfXAJ2snJWrV69mrVr167sxihqBVciuKYb7HTIIYewMWPG8G+jXXfdNfYBW41OaRhBX3nlFbZy5UqeCATJgEwavj2hZyOgzLceQgRXk534sa/vfbCTgq6yQID0JwvQ6BJCgBAgBAgBQsAHAqQ/+UCRxqhCBCpKf3Wxl7nsvagKgUliOyTy7d27d0nyKpsqsC5rCF9bqQRX2GhvvPFGBuJwtF1zzTXcty3zi9v4sYsU6F4JtrQs7v+vv/6ajRw5kqF6X7ipEmjn2T+PdaQhH/wEZ599NkMiUZDLa9Wq5esRVqhxSH8t1HalKWxF6WdpAieby5UIJyPBmVaBDctXRIJrpb33KkH/cb2/ihYzEF6vKNbSlLiO8ZAsuUuXLgzPiXAzqc5cJL3f9cxUw/Wkn1XDLlflGkm/zGDbK4Hg6sqNAOyiolCnnnoqr8jZtGlTo51Jw14RFgh8gVGjRjHYDX1Vcw2Pj8IGmzZt4nFe0G3wZ0p4RbEo2Dr33ntvIyxNOkd1HcSXwXYdtuWgSi0qh4J3gdawYUMGrshuu+1WMhUq4w4fPrzM9qQidmZdwdUEL92+vgmuW7ZsYfPmzWOwgQftgAMOYBdccIGQt6UrJ/VzR4AIru4YRkeoeoKr7IUYR0iwIaMtWbKEnXfeecIdPOKII3ggN5wh+G/fL0rRQ3LOnDns4osvtj5RovV07tyZPfDAA6xBgwZl49o4Bq2FC124Y8cO9tZbb/Eg8IULF/JsuuGmckAFfUVKmE5GL5kCqFv91RUD2flWEU1c59W5Xqbg22IjGi+ObCsirdgq1uH1gsh+ww03lECQJsE1LfxEBGEs+qmnnmJnnnmmzhGQ9hE5qVHt+vbbb2d77LGH09h5ubhoCk1ecKsiOf6DMfY+Ywz/m0QLDFsrfxg8N/pgEovVGVNGUNWtoiAKUnOt1u4SsJOVs0pWiVX1bpBdpzJu6OytS588Oatksrg413WwScN4iO+fK664gvXt25fVq1dPRyxpopQsMpPJ7jcYGadPn85gEE2ihb9zkPVPh/AKIyS+A0VEdBcZieBqhx7pg3a4xVxF+pN3SGlAQoAQIAQIAUIgXwiQ/pSv/RBI80XEloXSlpNzL3V2ApL+aoG9i73MYrqaS0S2P5PkeA8//DAPNAm3Sy65hE2bNi3xDPyidec9AE9mB9OxFW7evJn169ePB1GFG+wz8GHLfPU2fmwZaSIuIbTLOXS5Nk97bmtLy+L+t5U1z/55nCOZfG3btlXaZ7dt2xZrh5w1axYn9CddXcTlfkjzWtJf00Tby1ykn3mBMf1BZARV3cIDSDA6cOBAtnjx4hrhoTvg/7dv395qQUUkuFbae68S9B+rwxe6qGgxA4HostgNFGJBsuRddtlFGxpZVTmThEVF0vu1ganijqSfVfHmZ7N00i+zwT2VWaFDIi4I8TrhhkRPSKRQv379VORwncSWG4F5ZXq4zTs7zl6hYxMM4wC5du7cyVDECfyRJ554goHzEpAzo5ihsBtIrqpiDK5Yg/D617/+lT3//PPsscce0ya8DhkyhBe0S8rWIrPF2qw34EpEv4dUe0gEVxu06Zq8IFA0/fL/5AW4GDlyQ2iIlq8OZE46SNnGwWBDcIUyg7WAZBnXYCQ78cQTOdn1jDPOYC1atHBm1vvOAgD5RRmuWrduzbMDNG/evGyJNo5B3fsHL30oIlA+Pv74Y4YqbAjwxl+U0BodU5fgKjJoYiwVUVREAsS+3n///QzO76SbzflOWqZgfJkhTaXIyOQzJbiKHKE+iAgi8neaBNe08JNluZsxYwYDqculvfPOOwxKebjp3qsu86Z5bdEUmjSxobk4AqiqOiYBLKLE1mCK3OiDCaxZe0jR87tjx4488KlRo0ax44iqOOg6TWUDuwTs5M1ZpXo3EcFVfUyzItv6JLjiO+fII49ke+21Fzv22GPZ0UcfzVq1asWaNGlinMG/CE7ppL9jw6cGxtmtW7eyp59+mhNYkfVP1vCtiW8YVE7w1Yjgaock6YN2uMVcRfqTd0hpQEKAECAECAFCIF8IkP6Ur/0QSEMEV7MtIv3VDC/e28VeZjFdzSXffPMNGz16NLvttttKhsH3MCqGxlWAkQVUP/TQQ6xbt24uYllfmye7imgRLgRXjIdEsPD3wXccbnE2ERs/dt5xDK89T7LaypLF/W8ra5798zgXrqQrPNcQHDpx4kT2yiuvlN3GSLL+61//2qv90fqBl/GFpL9mvAHm05N+Zo5Zbq4Qxa/EJcQPCy6qFGlCfhOB4Pqspfee+9GyfY+7z1w+QlayFC1mIEBO9D0AP/OyZct4TK1pE91PJiT2rPbPdJ3UXw8B0s/0cKJe3hAg/dIblPkbSMZ5KVqcM5Lro/jQokWLSkBWcSPQGRXSYQNYsWJFzbUmSQGju+qqQ8edEhBeUWAJtoyozRB6wV133cV69eqV6kGDzXn9+vWcd4MEiTICLoSaPHkyQyxqEpXIieCazLYnwd1KRlIa1RWBoumXRHA12PGsCK42laZsCK6AAi9fZH1TkS7DsKGMNzLCde3alZ1++umscePGxi+o6ENS14gXt30iDFB9acGCBezQQw8tu9TGMSiaP3iho2T7iy++yECEM8EzOqaJMikir6gyLIuyMus4vA1undiueXagiQxAKGsPRRlkB9NmSnAVVVoFqRLV+nbffXfT6Wv6izBPi+CaJn4+CS86YMcR6HWuz1ufoik0ecOvwuVJInubjNgaQEkEV4nRRcexIQtSU1UtVZ1jF8dlVs4qkb6n827KK8EV2ej79OlTYojDvqVJXAzOiey9CzIjjIVJtSSNhy4yf/3112zkyJE862G4mej2LvOHr5UZ+pBBGH9JGBfjZP/uu+/Ya6+9xoPIHn/8cWHX8ePHs1GjRhllOI6bkwiudqeJ9EE73CRXkf7kFU4ajBAgBAgBQoAQyCcCpD/lc19CUhHBVX+LSH/Vx6qkp4u9zHLKmstExAedhLZIytujRw/uzwzaqaeeysm6TZs2dRXL6vq8B2i7ElxR8QnEY/j7og3VGMaNG8fq1KlT8pONHxvBcEOHDuUJEsOtc+fO/N8aNGhgtT9JXFQJtrQs7n/ZWbz++usZzoyselie/fM4X75svrgHYGdEpZNoO+SQQ3jwJey1adtHk7iHbMck/dUWuUyuI/0sE9j9TSrz18KPhDg9WfvXv/7F/Sl4rofbnXfeyf2Bts31WUvvPVvkf7yuEvQfVxSKFjMQrFcUn+mKheh63YTlRdL7k8Cp0sYk/azSdjTX6yH9Mtfb4y4c9EhUKkUcergVMc7ZhhuBNYvspS5Fplx1aNWuIp5q7ty5vPhSlOSqY+dVje/yOwi42IexY8eyzz//vGwoH7wfmXxpEFxVhbPACcJ3GZporVG9VhS7Ge2TRQxhGGMiuLrcEcW6tmj6JRFcDc5XVgRXEckNGSRQ/huKhqjZElwxFoKN8YGMF7FNO+6441i/fv3YhRdeyPbZZx+tIdIiuEIYWYUuG8dgeHEgGMyaNYtnyYjLUqEFSKiTyQtMtO9xpA3RmXbJTmK6NvTPswPNlJCqWr/peK5nUiaPKDNkWgRXFyXWFL/58+enmrHGZW2qs5PF70VTaLLAqIrn9Jm9TUVsDWAmgitjDBUQUYUBQU7hBmMUSGqyYBXRc9+H0cPFcZmFs+rvf/87xw4GiXA74YQTuHHopz/9qfS2zivBVeb4zCJITfbedSVSq561SRsPVfPLfsf9CsNWYNwK+mVhKH7ppZdYhw4dyoyfrsEPttgE1yGYc9KkSeyGG24oG0rnvjSZnwiuJmj92Jf0QTvcJFeR/uQVThqMECAECAFCgBDIJwKkP+VzX0JSEcFVf4tIf9XHqqSni73Mcsqay7744gtOjli8eHHNv+kkx4O98eqrry6ZXmVvdJVVdX2lE1yx/s2bN3N/etQfjz0D+fS8884rgcnGZygLZPRtd1Htp87vlWBLy+L+l9n9YHO76qqrpNDn2T8PoX3afONskPAJ3HHHHaxjx45VS3Il/VXnCZWbPqSf5WYr7AURFSBQFS1A/BmS3a5Zs6Zm4sMOO4wtXLiQtWzZ0loY12ctvfesoa+5sBL0H1cUihYzgPXKqsi5YiG6XvdeL5LenwROlTYm6WeVtqO5Xg/pl7neHj/CzZw5kw0ePLhkMBX/xM/Mfkd5//33We/evdnatWu1dWIUKxs9ejSPtQw3VYKZOMlddWgdVMDrQEGAadOmlXV/6KGHWLdu3XSGSazPW2+9xSvqhvcimExlj0pMKMZYlA+j4t64FNBKm+CKtSFGNNz22GMPVrduXSdIkyK4JiWv02Kr/OKi6ZdEcDU4sFkQXG0D8V0IroAEmeNA1ES5c1uyJiq7Iivsddddx+CMi2vRh6TqxaKzbabZc20cg5Dj22+/5YZDBK/bVmoFKRhKBzIhIztIuJlgAQcNFJspU6aUjCFTGkRZmV2yk+jsS7RPnh1opoRK1fpNx7M9kyo5RPdGJRJcZWQkFT62vxPB1RY5uq5gCPjK3qZLbA3gIYLrD0iIyKpxFRVkpFhUB0CAi0tmchfHZRbOKgT5Qc9ZunRpyW3XvXt3XmWzfv360tsxrwRXmeMz7XeSTA6d6riuz8A0jIe2Mt5///2sf//+JZfju2jZsmXsxBNPtB3W+DqRHBgkafKxjqBxFUt8ykcEV53dKO9TNAOX3SpTuYr0p1RgpkkIAUKAECAECIHsESD9Kfs9UEhABFe9LSL9VQ8nYS8Xe5nDtDWXisiqcZUcRaTYtBPhitZdDQRXrPvRRx/l9spoRQbYjf7whz+wZs2a1cBj6zMsUiBj0W1pWdz/sqSDOFvnnnuu9LGSZ/88hPZt80XsC2IooskvMRdIrnPmzGHt2rXz8Rgu3BikvxZmy0g/K8xWxQsqIquqfGkiUqxuVcc4aVyftfTe83Moi67/uKJQtJgBrPfll19mXbt2ZZ9++qnr8rWu143rKJLer7XwKu5E+lkVb366S8rshdQAACAASURBVCf9Ml28M5vt6aef5gnxo01lN8hMYMnEMrJqXGJ/ESkWXI0HH3yQHXjggVZLdNWhdSeV6RuI9ZwwYQKrXbu27lCJ9Hv11VcZ4i2j/KK0+SfhxVUywVX07QXbcd++fZ32NymCa1LyOi22yi8umn5JBFeDA5sFwfWTTz7hDyCUtg431UvAleAazAWlAC/KBQsWsCVLlliRXZFhFh/RjRs3lqIdfUjGETV0t0yEAQLKESjdtm3bsmFsHIMgt8KQgCwfug1OEpAO4Jxs06YNO+KIIxjIwHh4iJQfE4IrZBAppOeffz4vDd+gQYMSMUXGDZfsJLoYhPvl2YFmSkhVrd90PJszqZIBv7/55ptcudy4cWNNdyK46iAX3ydtMpG7xPEjFE2hSRoPGr8GAdfsbabE1mBiIrj+gAQCMYYNG8Zmz55dcixlhqft27fzIKnly5fX9NfN9Kk69y6OyyycVaL3H9YYF+QXYJBXgivkg44ereiAf/dJDlSdBVmmWmS+R8WJRo0aqYaw/j0t46GNgCJCOsZJs3KqzMgbp7eg8sOqVavYhx9+yN577z2e5Q7fEXjuRL8nbHCJXiNKuoM+PjP7EcHVbqdIH7TDTXAV6U/eoKSBCAFCgBAgBAiBfCNA+lO+94cxRgRXvS0i/VUPJ2EvF3uZw7Q1l4q+seOqdcKu0qlTpxKCpaqKmA85VWNUC8E1LvHXNddcw8aNG8fq1KnD4bL1GYr2GOOB0HfxxRertsLpd9imr7zySnbAAQfwYMqjjjoqNslgUW1pAUhp3/+ySl0qohTkzbN/Pk6+F154wTpx4NatW9l///d/c2J5tCHA9b777mPwnVRbI/21MDtO+llhtipeUDy7UTwB7/Vwk/lDRHGKiHtbvHgxa9++vRMqrv41eu85wV9zcdH1H1cUihYzILuHXXGIu/6MM85gIEIjEVFcK5LenyRelTA26WeVsIuFWAPpl4XYJnchZYXCxowZw/DnUhhDJR102RtuuIEhbunss8/mvI2AK6G6VvT7M888w8CFCCeKiytqIdJXf/nLX/J177LLLjYieE/IJRNCFocn45N89dVXPFnetm3b2GuvvcarfYJ8im+Pnj17Wq017iKZThRnh/YuRGRAIriaI0wEV3PMinpF0fRLIrganLQsCK6yj09VsK8vgmsYHpA5N23axJ599lkeSA/ZohllZXAOGTKE3XrrrWzPPfcUdok+JH0QxUwxMHUMolIVMnkMHjxYiAOMiiCxQqFo3bo1a9GiBatXr15sSXAfBFdkCINDcsWKFTVYi7ItixQg1+wkBrdTTdc8O9BMCamq9ZuOJzqTuJdAqt59991V00l/F2FeiQTX1atXl2XbNSWMW4NcARcWTaGpAMiLsASX7G22xNYAFyK4hk6ISaZekXHHV5Cai+MyC2eVjKSqk5UuzwRXmTFSh7jr68HjQh52lcHVAe86f9z1IoI5+quSFfmUySZhkihhDr5n5s2bx5o3b+5TPD4WvimHDh3KydDhptJPTQQhgqsJWj/2JX3QDrfIVaQ/eYGRBiEECAFCgBAgBIqBAOlPud8nIriqt4j0VzVGsT1c7GWOU/PLQZhElcIpU6aUDPfQQw+xbt26lfybLBAp7US4onVXC8EVa9+8eTPr168f97uHG/zMsJUEie1M/djBWDLbkI/Kb6ozKyJswBeNBI69e/cuCyYsqi0twCHt+1+GV1xwZyBrnv3zkDEpmy/GRXL5aIURzIn4iqlTp/J4jmpqpL8WYrdJPyvENukLKarGJCtaIEpeokt2U0nk+qyl954KYb3fi67/6K1S3qtoMQMy3XrAgAHskEMOcYWDvfXWW5ycEm2i77lonyLp/c5AVfgApJ9V+AbnY3mkX+ZjH1KRQhaPI9M/fQqFb+8+ffqwNWvW1AyL9yWST4F3UbduXaPpvvjiCzZw4ECe7CVoIm4EfhMVEPGRKMZVh9Zd8N///neG5HczZswouUQWuyXb5/Hjx/PCH0k0UWyZD+6PrayuBFdVUrXw949onVG9Fuf8tttuKznn0T66fIakKqISwdX2tBXvuqLpl0RwNThjaRNcZY5FvGSXLVsWm53SlNxpAENNV2TVAOEVJDJUBQOBQkZ4VSkG0YekTmZRlcwiRSKuMqypYzDO4Ygy8HAM7rXXXioxS373QcgD8RYvRSg34RbNPCIymqbhzIwCkmcHmikhVbXZpuMhA1v//v1LhvVBiBBVelMRCGyeKabr9Y2f6GwlSc5QyV+034um0BQN34LKa5O9zZXYGkBFBNfQoXn//fd5ANDatWtr/lWUpEKWwV3HAaJzRl0cl2k7q2SVb3UNK3kmuMoCF9NKXCLTPXGG0qgim5bxUOeeiPaRYSMzsNrMobpGRIjHNXFVZFHBFVU1ot92Se2n7DtbpZ+q1h7+nQiuJmj92Jf0QTvcIleR/uQFRhqEECAECAFCgBAoBgKkP+V+n4jgqt4i0l/VGMX2cLGXOU5dc7lucjxRAHRa9iTVWquJ4AoskIAP/r+oLQaJlBHg3qxZM+sKrvDnjx49mvuOwy2NvZ45cyYPWIw2rAkkw0qxpQXrSPv+FyW3hCywg914442xVVjy7J/HGpKy+cJeCxL/5ZdfLnwMTZ48mcd4JFnBRvX8S/t30l/TRtxqPtLPrGDL70UmgfmidykS4iMmzfVZ5fqspfeenzNWVF+in9UzVrSYAdG3FirAL1y4kLVs2dIZFhGpHYOKCBLRyYqk9zsDVeEDkH5W4Rucj+WRfpmPfUhNCtiErr766pL50ohbEhEgde0WInBkepNIPxYVavBB6nXVoU02XRTnJItzlBFiffANZDKLsNCNwzTBQbcvEVx1kfqxHxFczTEr6hVF0y+J4Gpw0tImuIrICxBX5yVrQ0YzgELYFcSBlStX8pLmr7zySlkfGNgmTJjAateuXfab6CGpU00rTmZTcqApwfWee+5hgwYNKhNh9uzZ3AlZq1YtY0hFBkDdDA3hyUTk1XAWP5GipyIhGy9G84I8O9CyJmiKCM9xJG1NyLkTO/rBoiIQ2DxTssZPJLNOggBdHCu9X9EUmkrfjxyszzR7my9ia7B0IriGDoEsCUo0MEikS/rK6gtxXByXaTurRLoR1qCb3CPPBFesQ0ZiTCMgR5b0xedZi3sGpmk8tHkWy84ektGMGzeO1alTx2ZYrWsQJAGHJ5yq4aZytIqyKOL6aMIcLSE0OhHBVQOkjLqQPugMPOlPzhDSAIQAIUAIEAKEQLEQIP0p9/tFBNf4LSL91cMRdrGXeZieD/Hpp5/ySoQrVqyoGVIUXCSyJyX17W+6tmojuCKBHQiJCMiLtsCGdOutt7Jf/epXJT+rfHtBZ1HiW/yWZLVeEXkHc6rsUkW0pQU4p3n/y5Ie6gao5tk/DzyTtPnu3LmTDR8+nCGWJNp++tOfskWLFrFjjjnG9LFV2P6kv+Z+60g/y/0W2QkoijeLJigQvUtV71ETaVyftfTeM0E7vm+R9R9XFIoUMyBLqK1DPtXFSeYz1b33i6T362JSjf1IP6vGXU91zaRfpgp3PiZbt24d69KlC7cZhluSdkCZ3cKVpyBKBtGxY0f2wAMPsEaNGvHlyYiwPuxgrjq07omQEVbjCKQiXoCuDqErV7gfEVznM1QkDhpVcP3xdCRVcdbmnNI13yNQNP2SCK4GJzdNgiuIC3BU3XDDDWUS6mRjsyGjGUAR23Xr1q08kBoE1XDr3LkzVyIaNGhQdr2IXKqTXVQmiCwrVdyYJgRXmfKgQz6WyQylCuRg/IWbDcFVZFQJK4YiQ2haJITo+vPsQMuaoPnee++xXr16MXxgBM2VoGlLILB5pmSN344dOzgJHY7IcNN5hsY95IIPIJBFmjRpwo4++mh20EEHsZ/97GfsqKOOSpSo4us5rTNO0RQanTVRHycEdLO3+Sa2BkITwTWyfSJH1yWXXMKmTZvG9txzT9476SA1F8dlms4q2bsPGOlWs807wfWzzz5jl112GYPTKtySzoyGb5ZJkyaxUaNGWX2zOD2Vfrg4LeOhrayy84dgs3nz5rFTTjnFdmjldRgf1Qii1T9UxG6ZzEmdp+3bt/MEQcuXLy9ZE+Tv2bOncp06HaiCqw5K5X1IH7TDLXQV6U/OENIAhAAhQAgQAoRAsRAg/Sn3+0UE1/gtIv3VwxF2sZd5mJ4PoRPEJQoycw0w8yU/xqk2givWLEsih32Bfx2VJ2wJriLSM+Y899xz2axZs9g+++zjc/v4WE899RTr3r27N7tUnm1pAXhp3v9IkgwfcjQ4VTdWIc/+eeCZtM0X9xPwe+edd8rOPhIETJ06ldWrV8/7fZHHAUl/zeOulMhE+lnut8hOQJ0kxTq+YLvZv7/K9VlL7z0X9EuvLaIv0dfqixQzIKuuqhtvoIuZLLG1TqxbkfR+XTyqsR/pZ9W466mumfTLVOHOx2SyJA1JxQBh1bLvbl27hQw5HZtmkoliXHVo3RMhi32P45NAtk6dOpXZ4saPH8/j+nbZZRfd6bX6ib4H4nhCWoM6dKIKrubgUQVXc8yKekXR9EsiuBqctDQJrnjR9O3bl6F6Trgdd9xx7MEHH2QHHnhgrOQmZDQ4Oj///HP2pz/9iW3YsIHhgxz/e8UVV7DevXsbIPRjV9NKpKKHpAvhUmQMVDlmTQiuUIAQhL106dISfMaMGcPwJ3gQKHGUZbK1IbhiMtEeBBlX1q9fX5aRRccQolyERYc8O9CyJmjKPixcyN8yg5sqy7PJMyU4Blnjh2cbKqPh3Ieby7MF48gMgiqyiMXtkeklRVNoMgWr8ifXyd6WFLE1QJcIrpFzpjLGiPRW3eztukfaxXGZprNKRvIzMZrlneAq0/3w70OGDOGJcwLis+7+6vRbtWoV69+/f9k3y4knnshQUbhZs2Y6wzj1Sct46CKkLODsvPPOYzNnzmSNGzd2GV54LYKzBgwYwNauXVvyu24VAtmZHzZsGD9PdevW9SYzEiPh2ypMxD344IN5kpJWrVp5mYcIrnYwkj5oh9sPV5H+5AQfXUwIEAKEACFACBQTAdKfcr9vRHCVbxHpr56Or4u9zJMIfBgVIULk8zGxlfmUVTRWNRJcgYPIRoJ/h60NJNTFixeXwKXy7QWdZaRn/H7XXXfxZLE2vm3ZOYDtGsmwkSg23OCrh72nQ4cOsUeoiLY0LCit+3/btm0c3+h5gAy6BIs8++exjqRtvrgnpkyZwq688krhWQSpHLE6Pu+LpJ+btuOT/mqLXCrXkX6WCszZTKIKzJfFuug+53VW5fqspfeeDsr6fYqq/+ivUNyzKDEDMn1aN47XBKdPPvmE6yErV64suUwn1q1oer8JLtXUl/Szatrt1NdK+mXqkOdnQlkCBRRhQ1GuXXfd1Zuw0HVvvPFGBk5CtPmwQ6kKfoiInr5iu111aF2QRbZdXIsYQOC6++67lw0lKy6AODHo7rAv+moy29/111/PEJ/lm0yrI7eM4Ap7JORFwbF3332Xbdy4kRdb+Prrr9lJJ51UM/QLL7wQi1H4+0dEDqcKrj/uElVw1Tmx6fYpmn5JBFeD85EWwfXjjz9mQ4cOLauAClF1MymYkNFkhjGXF/rTTz9d5pyKI2qKAo6xXgTG46PdpMkqSak+9E0IrkkYWGROS1uCq4jk27FjR57lF39XX311Day+A8hN9ivPDrSsCZrA8Z577uGO5XCzNZDFVYZWOcFNnimBrHnA75lnnmEIyohWLrP9UMLz8u677+bV0KLNpzPB5B5Kqm/RFJqkcKBxOQJx2duSJrYGW0AEV8FhFL0j8IwaOHAgEz23oxVeXc+3i+MyCV1KtJ633nqLv0ejJD9TPbMIBFeZ8QhrnTBhArvmmmu8GiRlBErMZ/uetTmTaRkPbWQLrokz3iZBQN66dSsPcsP3RbTpGqdlCT1g+EPykKuuusrLedqyZQu/R6OJg3w/r4jganeCSR+0w+2Hq0h/coKPLiYECAFCgBAgBIqJAOlPud83IrjKt4j0V0/H18Ve5kkEPowogephhx3GCYctW7YUEvECu6JPOWzHqlaCa5wNSYSlyrcXvkbkN8bvCHKbM2cOa9eune12lVz37bff8kC70aNHl43Xo0cPnuytQYMGsXMV0ZaGBaVx/wObSZMmMdj4os2kIm+e/fNYVxo23zh7Onzx9913H8Nzs9Ib6a+53mHSz3K9Pe7CiWJZgqIFQdGF5cuX10ykinkzlcj1WUvvPVPE4/sXVf9xRaEoMQMywohLbK0MO8T2gWgE32a06cSlFUnvdz0/lXo96WeVurO5WBfpl7nYhmyEkBXgQgzQnXfeyYuh+UjyhPhqFHEbPHhwWcy2r2IJonimQFdu0qRJWVEkVXE0kx1x1aF15orTC1X2W1EsKeYE9vjtkEMO0REhtg/2GN8CKGQQbj5xNhES8uzcuZNBr4Q9Mki4B3lQvOGzzz4rGS4gp0K/CxNcZ8yYEWsHQvIR6GhoRHCN3yEiuJqc4HT6Fk2/JIKrwblIg+CK7AAjR45kTz31VJlkp512Gicm7rvvvkqpTcloIkKqbdYG2Yd2XOYIGcHVxnkgqySlCrQ3IbjKyr8jkPy2224zrmgURxCwJbhiH2D8vOWWW2rOCyq34cUBhwzOUtB8B5ArD2ioQ54daHkgaILwDkXwueeeK4HVhgwhuzcwsMoJbvpMwZh5wE/mnLR12MvuVd/OBJN7KKm+RVNoksKBxmWy7G1pEVuDLSCCq+Awip7NgS6CbGX9+vUrucomcUjcPeDiuEzaWQXjxZo1a3jSmDfeeKNsGRdffDGbOnUqq1evntZtXgSCKxYie9fDaINEOTAg+si698EHH3Bso6REyKAbqKYFvEanNIyHGmIou8Tp+whIw5+PKruff/45N9jNmjWrTCYTY3FcUg8MfO2117JRo0axvffeW7l2WQfouSDKiqp54FsFFW59NSK42iFJ+qAdboyR/mSNHF1ICBAChAAhQAgUHAHSn3K/gURwFW8R2f88Hl0Xe5lHMfhQskCSbt268e9xEA2DJgrK8S2PyXjVSnAFRps3b+Z2Xdi8VE3l2wtfH2frgT8eAXKHH364asrY3+OCGHWrtwYTFM2WJrvnfN5bSOYLGy+SGUabKb559s9jbWnZfDEPkq3D3h1tw4YNY7feeqtx3IfTTZTBxaS/ZgC63pSkn+nhVOheIsJcULQAPuBOnTqVkALg50AlLB/EAx/P2qT13mp67xVZ/3G9CYsSMyArroBkw0gy4ruJKs9hDp34zqLp/b6xq4TxSD+rhF3M5RpIv8zltqQrFHgp3bt3LyOeIpb63nvvZeCouOqacTHqKg6HLhqiom6wiyxbtowTOBFvH04UE+jYjRo10p1C2i9pe0WcbS2cvFAmoIxvgP6wUU2cOJG1b9+e1apVywqL7777js2bN48NHz6cIT4t3JKKF8Sc4AH85S9/YV9++SVDsRPokOvXr2eofP/6668brQWx/nPnzmV//vOfSwiuJoMQwTUeLSK4mpymdPoWTb8kgqvBuUiS4IrsAciOMHbs2LKHPkQ0JWOZktFkFXo6d+7Mpk+fzufXbTIFJS6LlIzgijlNZHjxxRfZFVdcUUZk0CEHmxBcReRRyAoCKcgjp59+ui5cvOS5jNSMQU444QT+MjXZg2BykYEFlSdRxSxM9tDJ8KW9IMOOeXag5YGgGWd4uvnmmzmxAFlGVE12bwTXqZzgps8UjJsH/CCH7MMMSiaeb7jHdD7M4sg8qsw4qv3J4+9FU2jyiGGFyBTN3pY2sTWAkQiuggOFjF14D0yZMqXmVzzb7r//fq5Xhv/dtvp33Dl2cVwm6ayCXnv77bczZNaKVvDGemwSqBSF4AodFRn8cS5EDcRHEClh2LNpKuIwjGkwZLVq1cpmeKtrkjYeWgkluQjYQBcXnUsYWBEwhWyCti3uu8I0yA0y4BsVRkk8U0QNhuFf/OIX7IILLtAmi2McfFfj+wPfvtAxo+2yyy7jSYN8EH6DsYnganeqSB+0w40xRvqTNXR0ISFACBAC2SAQdfjaJJbLRnKaNW8IkP6Utx0pk4cIruItIv3V49F1sZd5FIMPJarcg+R4IG0NGjSI+wqDlkTlIZf1VDPBFbghUB62IpENKYyryrcX3YO4ipWwK6PyKnzcOj6z6Nio3Irzf/XVVwtjHWzIgkWzpSV1/wNbJEIGqemVV14R3logvV5zzTXayQ3z7J/HAtOy+QJbYIek4dEGe6rvJHwuz8WkriX9NSlknccl/cwZwvwPAJ8bfCF4fgcNzx4kl8XzPvzviEV75JFHWJs2bbwtzPVZS+89b1tRMlDR9B9XFIoQMyCKycC6Tz31VK7/Nm3a1BWGcuPFF1+wgQMHssWLF5f8pvssKJre7x3Agg9I+lnBNzC/4pN+md+9SU2yuMqg4CcgqdaFF16obVsICw7d9sknn2RXXnmlMA7o/PPP58n2XJLoh+d7+eWXWdeuXRliBIOGuKAzzzyTYa7wv8PehWR/Nvau6Oa46tBxm41YKsR7jhkzRmhbg+0Cv+2yyy6xZ0YWLx9chKIg1113Hfv5z3+uTXTF/sLWjAqmohgyG+6M7sGHXgM7qagIh+4Y4X5B0TnE2IUruJqMRQTXeLSI4GpymtLpWzT9kgiuBufCF8EVhnI4pLZs2cIzByBTBB680WwGYQOWaQl4UzJaHIkOD+Jx48YxZC2oU6eOFDEoP6i+c9NNN5VluUS2KlQR2meffYTXxxFccQFkQMA3nGqiqlN/+9vfGLJ7iAjCus4HE4IrZMKe9e7du8y5qEuaU5GaA6BcMrvixS4yeIQ3IQnCi8FtJXVQ+a4yZyJT0DcvBM04wxPOIBTXQw89VKiAx90bYUxUTnDTZwrGzgt+eOZCsccHWLTh+YAKZCBSQMkWNVz/7LPPcrKQjyqANmcxi2uKptBkgVEVzBnO3pYVsTWAmQiukgMnSmbxu9/9jqGCKyqYBk3XyGFyrl0cl76cVd988w3XxT766CMelAe9GpjIgr9Mk8YEeBSF4Ap58e5HsBNIvqJ27LHHct0eCWBMqrlu27aNB7nJiMMNGzbkiSN69uzpxSioexaTNB7qyqDbDzoFghXw3SE6oyCM4lsKhFGdBCbBvCp9D/oOngEw2JrsOcaPq5YRzI+9Rya+s88+mx199NHsP/7jP9hPfvKTGlhwn0KfhR71+OOPsyVLlgirIuACGwK6Dv5EcNVBqbwP6YNWuJH+ZAUbXUQIZIsA7KKw0SLT66WXXpqtMDS7FwRs9jQcQAj9ydQe70VwGqTwCJD+lPstJIJr+RaR/ur52LrYyzyLwpAIDUFH+CYOGhJ+ooIr/CJBw3sPgdPI3p+XVu0E17iAw/AeqXx7ov2Ms/XgLIAEjYRnBxxwgPZxQNVZ+OFkSdJ0ElGLJiuaLc3H/Q89FjEEsB2iIsXq1au5rV+UJC7AzCY5CxFcfzxxcdVNbM+u9s2Tg46kv+ZgE0g/y+UmpCXU22+/zf0reD8HDYlqUU1o0aJFNf+mU7XRVGZX/xq990wR1+tfNP1Hb1XyXkWIGRAlDsKKkoi/CCMFnzKSx0Sb7rxF0vtdz1GlXU/6WaXtaC7WQ/a/XGxDPoTYunUrt/0guZqogfyI4gmyeHTRNap4siSKJSBOCsnUZs+eXSMSqtO2aNGiJE5cp+qpyc646tDhuQIbEGIen3jiCV5cbcOGDUJxTjzxRP57s2bNlOJCn0R8H/Yxrp188sncToz//dnPfsaLZQQxZYFsqJC6cuVKXsQA8ZiyZpp4TbmIUAcZd0tnDMSzgYODc9C8eXN2+OGHc5vnwQcfzFA0LExwbdu2bWxxB5zzoFosEVzj0SeCq87pTLdP0fRLIrganA+Xh6TBNCVd8cIAKWvw4MFGwcg2ZLQ4Eh2EAiEAQcutW7dmBx10UI2cmzZtYuvWreMvWFQ4jDYdIoGK4BqMecQRR/AXKgLzUdEHMoO8AWKtaG5cp/viNCW4xuGFfTvnnHO4IfLII4+seel99tlnvGIrMpVA5iipuWXLlnyfwyQ6rHnBggVcYTRtoox/0TF0DR+mc+v2lyl8ute79oOyDqOQiESQF4Im1qgiFyDwoEOHDuyoo45iu+22G4Ni+cILL0jvyyhuKie4zTMlT/hBuUSGS2TaFTXcs8AQJHpkpkGWG9zjUGJBwpA5jpMiYbieax/XF02h8bFmGqMMAWRvO/WHKmQrM8aHCK6SDdi+fTvPUgVip6zpZvI03WMXx6XMWWUqg0l/6KSobopMbaZZ2WQEV5P5Xfqq3tPRsVUkV/SHgQqJMjp16sT2228/4bfGV199xf70pz+xuXPn8neoLCFPVuRWrMOn8dBlj3SvVTmmMQ70/379+vFvLxhfa9euXTY8vk3xHYYAVGTwk30LuZBbg0kRTBet7KK7XpN+MADecccd7Pjjjze5TKsvEVy1YCrrRPqgFW6kP1nBRhcRAtkhEHa6IlutqHJPdtLRzDYI2O5ptHp9Eg53m/XQNcVCgPSn3O8XEVzLt4j0V8/H1sVe5lkUPhzsJrD9xFUCha0MtoUGDRokIYLVmFnYDsOCqpIPi3xmuB5+OQSc+WggjcI+hD2UNVObYTDOqlWrWP/+/WPtSTgXAwYM4H7H+vXrl4kA2xSC7lR2Q/jRkBQP8QU2rUi2tCxsyPANIGjRtAJKnv3zwbNLVEXD5z0WPo9xVZNhV0RQqGniQJvznsU1pL9mgbpyTtLPlBBVTgfdOEQElCNWzmdz9a/Re09/N+Li0kSjFEn/0UdB3DMLvd80ZgDfSvCThlsaSYJEBHjIYFLIpEh6v+tZqqTrST+rpN3MzVpIv8zNVuRDEFUsOqQE/wFFg2DnQkxY9NmERPdIyqKKWcJ7F3FAHTt2NI7VU6Glo4+OGDGCF1eLK+6mmif8exb2FOCPJL2oTqvbbSj8LQAAIABJREFUkDwPMZJInpN0wxz4A6cnqabiGIGcCl4T7KmBLTWo1LrXXnsJxYrupcrmFD5vRHCN32kiuCZ1J9iPWzT9kgiuBnuta1gyGDK2K17sEydO5BV8atWqZTSsDRkNE+A6VPyMc5aZCKKb7V708gExFeQyWaYQHTlADkY2Kx3lxJTgivlB7O3bt29s1lQdOdEHFSJQsQlV11AZK9xgcDjllFN0hyrpJzN4oFMaBheV0FkofGGZikJwhcwqw5MKa/w+cuRITt6E8hpuKie4zTMlTwRXrFVFctXBL9wHRsO7776bZ3WpxFY0haYS9yAHazqSMbY+B3JABCK4SjZCJ5lFUkFqLgF7aTurYFhAIBWqVJiSWwG9jlEsyXtF9Z4WzY1vFwQ3wVAXF8QYXBvORPbdd9+xjRs3SoPcwvOh6ujkyZMZDEM22Lri5uqAd53f5no4pnGm8J0iIw2Hx0UgYThIDWTWuKoNwbUwckLnw/eKawAW5kQFWBink2hI1IKqwzZJfXTkIYKrDkrlfUgftMKN9Ccr2OgiQiB9BPA+RvI5VDUL3qs2Olf6ktOMMgR87CkqZPXq1Yt9+umnfBokL5w5c2auCD90AvKNAOlP+d4fxtj/Z+9OgCWpqsRxHxHBBoU/MijoIBrKpkILbuygMIiCbDb7OsMqi9A6IouAoCDgALIODc2IbLIKzRAKSAuCoCi7OKDOBMO44IYECBggyz9uzrz+vfe63qusellVebO+jCCc6c6899zv5Os+nVUnrwbX+VOkfq34tp3K87KKQymGSy/yTJ/7Tvbv+fT8KP2bfxDPdSZac7+fHY6Pow4NrimmyZru0u93W7+mZ8rphYmf+tSnSj3/S99ZSDsbjHxfoeyzqapeZpbLs7R+P0NOTZfpC4Tp8/5Ojzp/Pp/W0u9nvpPtmpxeIJp2SUkvSW7ioX6tZVbVZ7VMS++CSjt1p+8FTnR00szWSZRT/bPW33vltTttcE0j51L/lFdofWa/6/5OvzPw1FNPFc2to3dUTivZaKON4sILL4xUJ/TqmOx7yum7aunfee2O3Or+dusZlt9Xnw1Lpvu6TvVlX7nzmCz1Puy///5x1113tQ14ZBfMtPFSOkbvZDnZxZ2+VKJtIONOmGiX9dGnVf2imH4/T5nKhhOd1pOd+qfnUccdd1zsvffepXp0Oh1/9Pnp3x5HHHFEpE3k0nfo0iZW6b90j6UX86VnluNrp343uKZNRNLzo1Q/piPtFJv+nTd6U4vxtW+7GEcMetUw2uq7dO0afcvksVfxlpnbOa0FcqsvNbh2cCf3s8E1bfOevmBVZjvxVkvophltZJyqvrzcyZfdW/0hmf6g32CDDYoPVdMXzjo50txf/vKXizfYlW0O7qbBNcWUmnDTB4Cjd13tNNajjjqq+IssNeKm3UTTl91HH+mL6cmhm2Oy+7ZXDS+dxNnvgm98bDk1uKbY77333khvlem0CT0Vk4ccckixi2lqok733Oij3Yfg3fyZUrcG17Te9PNwzjnnFH8+lGkomeheTn9GpzGWXXbZTm73rM7NraDJClew3QhocJ1EbbKXWaTLyn7A0WlipvKFvX59WJX+/ttvv/2Kv/86fYv9aI9+f0g7Phft/p6eKHepUfU73/lOsf4yDZGd3gNT/TdLp/O1On+qH8BXEUM3Y6QPFNMD44MPPrjjuq7MfOltiunfk+nBXlVfUE1f9EoPf9P9WNX9lB7Gppf8pAee/X6bX9kHhWW8m3qOejD7zKqfsk+hBfRS4PLLLy8aGTt5NtLLeIw9dYEqctrqi+3nnntu8UW2qmqqqa/UCHUWUD/VOTtFbBpc652iRtSvU3le1qv0tNpxaGSutGN5+gw2fTmoTke/nh1OtOa6NLhO1nSXYu/2meHIuu+///74/Oc/HzfddFPl6U+fQafPvNMXzao4cniW1q9nyB/4wAciveQ7NVyW/R7E+BzU+fP5FOsgnvmmFz6mHXFbfbk33c/pxTdT+Yyhip+DXoyhfu2FaqPGbER9VveMpJdspc/bbr755pahHnnkkXH00UcXL7Kv8pjqn7X+3iufjW4aXNPoOdQ/5RVan9mvur/b7wz8+Mc/ji233HLey/BGVpG+Y5qaLHr9vHCiBvhOv++ZU90/1XuqCderz5qQRWuYREB9WaPb41e/+lXxXOib3/xm5VGlnV9PP/30WH311Ssfe2TAl156qfheVPp7udXRixdS9PN5SjJMG068733vm1LNkXY1Tf+eSC/nqOroxXfSphrboBtcy8SvwXWnMkzO6YFAbvWlBtcOboJeN7imD3hSQ2ba1j3tXDOVfwR304w2miJ9YHb99dcXu+jcfvvtHShF8UFV2iUyvSlqscUWK3XtRA2uabehThrS0hekUyNoejjU6QcM3Ta4pgWmQi8VAOmNXWV2yErXrLLKKkVjbFrjaKfvfve7kXYwGn10+mBiPPpEDzym0jhbKrElTupnwdcqnNwaXNMann322UhfrivbpDn+g85u7vVu/kypY4PryD2QivZU/F900UUdNbquu+66RXPwVD40LvFjUYtTcitoaoEmiF4KeMA1iW76e+GAAw6ICy64YL6zevVW3zTRVL6w1+sPq9LLTnbeeefiA+H0RqypHv36kHaiOKf6ZbX09rz0BZz0pbKpvOBhJL46/X041Q/gp3pvTPX69PObfnbPOOOMSppG078xDjvssOLflenlOb04Usz//u//XvwZkP7N2M2RfkZTU2v6OX3jG9/YzRAdXWMH14645p2sHuzOrUZXqZ9qlAyh1E+gVX031ZqrfqscroiqyumDDz5YND8//PDDBWBqcEkf7qcGIAeBdgLqp3ZCA/99Da4DT8GkATSifp3K87JepWeyl+OlF6qedNJJPXuG0O2aev3ssF1cdWlwTXGmz7PS85NWL76ton7t9DPHdnYjLzPbd999Y9q0ae1O7/j36/wsrZfPkFNTxoYbblh8B+LDH/7wlH9m6/z5fLopBvHMNzURpRymJtdWR/pcOf2ZOZXv8HR8w/fhAvVrH5DznqIR9VndUzDZF/PT7pDXXnttfPCDH6x8GVP9s9bfe+VT0m2D68gMda5/yiu0PrPXdf9UvjMw0c9mL38uxyulTWp23HHHuPPOO8f8Vjcx5Fb3T/Xeyvl69VnO2RN7CQH1ZQmkfp5S9YvuR14qkTZjSs+Ien3MnTs3Un9Fq76Nk08+uegnqfLf8f14npKaR9PuulU8/xnxT888HnnkkeK5R9p8LtUYnR4pt5tsskkceOCBseaaa8aCCy7Y6RA9PV+Da+e8dnDt3CzXK3KrLzW4dnCnVdngusYaa8SSSy4Z733ve4ttstdaa634+7//+8r+wO+mGa0VRdr1KTVvpr+U03/piz1pp9LRX4xPuwKlptb1118/1ltvvVh11VU7XsdkDa4jcT399NPx7W9/O6655prizZkjf8Emy/SWj49//OORvmxftql2/Hq7afobP8Yf/vCH+N73vhc33nhjUQz86Ec/mnfKaKfUwLrCCiu0dGr1dr5UGKTm2fGNr2Vv39/+9rdFI+2tt94675K6vJW5HwXfZE45NriOfoj5k5/8pHizctoWPr1xbaRQTz8XqcDddNNNIzU3jS4my/y8jTfr5s+UOje4jjdMPxt33313/Od//ueY5pLkmF44sM4660R6o0/asbXbtyGX/Xmty3m5FTR1cRNHzwQ84GpDO9HLLHr5JbWpfGGvqg+rUo2U6ulUV6d6MH357P3vf38svfTSlf553csPacv81FTxZbU0T6pVr7jiiuJFGT/96U/LTD3vnGSdHgqmpsTxtUVHA1V88lQ/gK84nK6HS//WSc2iaaf5Tl8wlCZNDzjTbsUbbLBBT748ONHCnnrqqXjooYcivcE4NYP8+te/jrTbweiHoemhdfrZTP/+SD+nqa56xzve0fG/GbvGjSje2JheUjL6sINre1H1YHujmp+hfqp5goQ3WIGqmiEHuwqzjxaoKqfpy2up0efwww+fN3x6oVD6tV40achiswTUT7XPpwbXeqeoEfXrVJ6X9So96Ytq6UtladeE8cfVV19dvCSrbkdVzw67XVedGlzTGubMmVM03Y3/sl5VzwzTHMk8vdSjm+eG6fr00rX03HCHHXYontX2+qjjs7SqniGnRoz03Yt3vvOdxe7K6Vls+j5JlbVonT+fT/fOoJ75pvsqfVGz1a4m6dnmZZddVnwXpkmH+rVJ2ezJWhpRn/VEpuJBJ9olcqqbIUwW5lT/rPX3XvmbYKoNriMz1bH+Ka/Q+syq6v5efGdgot2Ve/lzOV5psgb4bnd3zq3un+o9luP16rMcsybmDgTUlx1g9fPU9CKE9Pyp2+8specYaVO03XbbrZKNKMqu/cknnyzmTX0lo49uXgZRZs4qn6eMfJfqTW96U/Fdx7RTa3omucQSS5QJpetzXnzxxeK7XekFGv/xH/9R9B2k+mB0v0safKTnJW2wleJL/9vr2LpeVESxmV5qaE4bgKSj3XfCxucy9WCkXXMnOkb/+6fds+OJxrCDqx1cp3KPT+Xa3OpLDa5TybZrKxPopuGussmHYKBWb/TqZcPLEJBmu8SJGvXTB3LbbbddtusSePUCuRU01QsYsWYCHnDVLCHCyVtg/EtsfvGLX8zXlJhe8pAahdNb19IDnNRIvOiii+a98AyiT2/N+/3vf180jKaHZ+nlQqmWTy8bGTnSQ8Q3v/nNxQPE9KKkuj9EzIBdiBMIqAezvzXUT9mn0AJ6KVBVM2QvYzR2ZwJV5nT8i96m+vLBzlbi7JwF1E+1z54G13qnSP1a7/yIbkgE0nPD3/3ud8VLYdPzqfQlt/Qi5fvuu2+ewEgDQXqBWXqR2SBeZjYSjGdpQ3JjWmbPBNSvPaNtysDqs6Zk0joaJaD+aVQ6B7aY3Or+gUENYGL12QDQTdlPAfVlP7W7mCvVGWkDtHvuuad4NpQ2YErPicY3P6bvlL3tbW8rvrOU/ksvPltooYW6mNElBKoRGLYG15133jne8573TAnvtttuKzYeHH2klz6nDRuncqSNMtJOwaOP9P+njfocgxHIrb7U4DqY+8Ss4wQ0uPb2lmi1q1td38rcWwmjp7c777///nHRRReNwWj39hFywyeQW0EzfBkauhV7wDV0KbdgAgQIEBi0gHpw0BmY8vzqpykTGqDJAlU2QzbZKae1VZnTVrsj7LrrrnHGGWfEYostlhOLWPssoH7qM3jn02lw7dysn1eoX/upbS4CBAgQIBAR6le3QRsB9ZlbhAABAgQI9FlAfdZncNP1W0B92W9x8xEYEoEcGlzTSwRTk+ett95aZKXdLrMjqWv1GXhuadXgOtiM5VZfanAd7P1i9v8T0ODau1vh2WefjfRGhQsuuGDeJBtttFFceOGFscwyy/RuYiNXInDcccfF3Llzix26VlxxxVhhhRXiXe96Vyy55JJdjd9qN9/3ve99kXZwfec739nVmC5qpkBuBU0zs2BVowQ84HI7ECBAgACBPguoB/sMXv106qfqTY3YIIEqmyEbxJL1UqrOaXoz9YwZMyI9S0tH2qksvTBuiy22yNpJ8L0VUD/11reC0TW4VoDYwyHUrz3ENTQBAgQIEGgloH51X7QRUJ+5RQgQIECAQJ8F1Gd9BjddvwXUl/0WNx+BIRHoZYNr2tk49XIceeSRheb06dPj8ssvL3o6yh5pjPRZ9i677DLvkvQ59OzZs2PxxRefdBgNrmWVnTeRQG71pQZX93ItBDS49i4NP/7xj2PLLbeMxx9/fN4kJ598csycObPVGzl7F4iRuxJo9bNxyimnFPnr5mhV6JQtkrqZzzX5CuRW0OQrLfKSAh5wlYRyGgECBAgQqEpAPViV5MDGUT8NjN7EOQhU3QyZw5qbHmPVOW310sBtttkmZs2aFUsssUTTOa2vSwH1U5dw/btMg2v/rLuZSf3ajZprCBAgQIDAFATUr1PAG45L1WfDkWerJECAAIEaCajPapQMofRCQH3ZC1VjEiAQVTS4rrXWWvH000/Hyy+/XDSdLrDAAsX/nfpwDj744LjrrrsK6VabiqXdWQ888MB45plnis3G3vrWt47JygMPPBDXX399/OUvf5n366kP5IQTToiFFlpo0gxqcHWDT1Ugt/pSg+tUM+76SgQ0uFbCON8gL774Yhx99NFx/PHHz/u9lVdeOa688sp497vf3ZtJjVqpQHrLx/bbbz9mzK222irOP//8jr9M95vf/KZ4+8ctt9wyZjwNz5WmrDGD5VbQNAbeQiYS8IDLvUGAAAECBPosoB7sM3j106mfqjc1YoMEqm6GbBBNtkvpRU6/9a1vxSc/+cl5JmkX12uuuSY23HDDbJ0E3lsB9VNvfSsYXYNrBYg9HEL92kNcQxMgQIAAgVYC6lf3RRsB9ZlbhAABAgQI9FlAfdZncNP1W0B92W9x8xEYEoEqGlw/8IEPxKGHHhqnnnrqpGqtNhV77rnn4qCDDip2ZC17XH311bH11lu3PX3OnDlx9tlntz2vLif88Y9/jPvuu29MOBdffHHstNNOdQlx6OLIrb7U4Dp0t2g9F6zBtfq8pO3Mv/nNb8a+++475o0Pn/70p+Okk06KhRdeuPpJjVi5wIMPPhipGPrlL385ZuwLLrigaFZNbwgpc/z5z38uCq/zzjtvzOmp4fmyyy6LVVddtcwwzhkigdwKmiFKzbAu1QOuYc28dRMgQIDAwATUgwOjr2pi9VNVkkMwTnrz6K9+9au4+eab4wc/+EE88sgj8aMf/WjeyldbbbVYccUVI721NDX2rbDCCrHgggt2LDP+g6WRAbr9QGOi8dIa1l577THxdftm049+9KORrl1yySXHjDf+Web06dMjvaQsOY0c6Q2vN954Y3z729+O9FbWkQ9ylltuueLFc+uvv35sttlmXXtOloD00rtf/OIXMXfu3Ljzzjvj5z//+ZgPktZYY41YaaWVYp111omNNtooll122dLPmEbPm8bdbrvtivWNHK0syt4srcabKAdV57RVjI899ljsuOOOheHI4dlq2WwO53nqp9rnXYNrvVOkfq13fkRHgAABAg0UUL82MKnVLkl9Vq2n0QgQIECAQFsB9VlbIifkLaC+zDt/oidQW4EqGlzT9wtmzZpV9N1Mdkz03YavfOUrcfjhh5cy2mabbYq5llhiiVLn53RSq8/wu/0+SE7rrnOsudWXGlzrfDcNUWwaXLtP9q9//evi4qWXXrr4cmH6Alv68tU555xT/OU3ejvzZZZZJq699tr44Ac/2P2EruyrwLPPPhsHHHBApIbW0UfaMWK//fYr3viR8jrRkb6kmr6El37GbrrppvlOS9vbf/azn+3qi6l9hTBZ3wVyK2j6DmTCfgt4wNVvcfMRIECAwNALqAezvwXUT9mnsPcLeP7554um1hNPPDFuv/320hOussoqxbOE9EKuRRddtPR1w9LgmlzTG1ePPfbYorG03bHuuuvGUUcdFR/5yEe6ajIdPX56jnTVVVfFySefHD/96U/bTT3v91MMn//854tm105eitf0BtcXXnhhvjf1ppfFXXnllUWTsoPAeAH1U+3vCQ2u9U6R+rXe+REdAQIECDRQQP3awKRWuyT1WbWeRiNAgAABAm0F1GdtiZyQt4D6Mu/8iZ5AbQWqanBNLwHfeOONx/TejCw69W184QtfKPo2Wn2enl6Gvf3227c1+qd/+qc47rjjir6fJh4aXOuX1dzqSw2u9buHhjIiDa7dp/273/1u8ZdpmSO9GeKYY47RzFgGq0bn3HHHHcXW7KlxefyRCqa0e0racSPtwvqa17ymOOW3v/1t3H///XHddddN+GXKLbbYomiCftOb3lSj1QqlLgK5FTR1cRNHzwQ84OoZrYEJECBAgEBrAfVg9neG+in7FPZ2AemZwZFHHhnXX3991xN94AMfiK997Wux5pprRos/M+YbdxgaXJdaaqnC9eyzz+7YdSofZr3yyitxyy23FM2YP/nJTzqee+SCtKPsV7/61WJ31zJH0xtck8G3vvWt+OQnPzmG45RTTomZM2eWIXLOkAmon2qfcA2u9U6R+rXe+REdAQIECDRQQP3awKRWuyT1WbWeRiNAgAABAm0F1GdtiZyQt4D6Mu/8iZ5AbQWqanBNm8o98MADxWZzo4/Um/Gud71r0h1X//SnP8VDDz0Uf/vb34r/TS9SHn2ssMIKsfrqq8eyyy475Zde1zYRAqulQG71pQbXWt5GwxeUBtfucz7Z2yJGj5q2Tk9bfL/tbW/rfjJXDkQgfUnxm9/8ZrHt/egdeacSTNre/tRTT423vOUtUxnGtQ0WyK2gaXAqLO1/BTzgcicQIECAAIE+C6gH+wxe/XTqp+pNGzFiesZwzTXXxGc+85mWL9LqdJFveMMbIjX7pRdzLbjggpNe3vQG1/PPPz/+7d/+ravm1hG4TTfdNM4666xYbrnlSqcifcB2zjnnRHqxXRXPjVZcccWicfmjH/1o28blYWhwfeSRR2LbbbcdsyNu2r149uzZsfjii5fOkxOHQ0D9VPs8a3Ctd4rUr/XOj+gIECBAoIEC6tcGJrXaJanPqvU0GgECBAgQaCugPmtL5IS8BdSXeedP9ARqK5C+A/H000/Pa0xdYIEFis9x0/86CAy7QG71pQbXYb9ja7J+Da7dJ6LVF8nGj5a+mHbuuefGeuut1/1ErhyoQCq+brzxxjj44IMn3JG1TIBpx9cDDzyw2NEj/d8OAhMJ5FbQyGTjBTzganyKLZAAAQIE6iagHqxbRjqOR/3UMVnzL0jPFi6//PLYf//9489//nPLBX/oQx+KTTbZJNLurIsuumjxhtH77rsvbrrpppg7d27La9LzhdRgucMOO0zaEDnIBtc093PPPTcv/rQr59577z1mPalBNDX+jj4m+vBr/LPM5ZdfPlZZZZVit8/Rx7rrrht77LFH8UxuscUWixRHemNrepFZajRu1ZC6xRZbxKxZs+JNb3pT25syNbemF5ileCZqbt1www1j4403jtVWWy3S22WfffbZYpfXG264Ie66666Wc6QG22984xux/vrrTxrDIBtcq87pRAt96qmnYs8994yrrrpq3ikp3+n/X3XVVdvmyAnDJaB+qn2+NbjWO0Xq13rnR3QECBAg0EAB9WsDk1rtktRn1XoajQABAgQItBVQn7UlckLeAurLvPMnegIECBDIUCC3+lKDa4Y3WRND1uDafVb/+Mc/xo477hg333xzy0HSzq2nn356sa25I3+BJ554Ii644II444wzOtppJX3ZNO0u8bnPfS5WWmmltjtw5C9lBVMVyK2gmep6XV97AQ+4ap8iARIgQIBA0wTUg9lnVP2UfQqrX8Ddd99dPBt47LHH5ht8s802i6OPPrp4ftTqTaapOfbRRx+NY445Ji688ML5ri/TEDnIBtfxAV9yySWx8847j/nlY489No488shS8K2eZY6+MHl8+ctfjm222SYWXnjh+cZMnqlx+LDDDiuah8cfafz0crJ2u+LOmTMndtlll5bNrbvuumuR07e//e0tnwO9/PLLce+99xY5vf766+eLITU7f/3rX4+VV155QpNBNrhWndOJFvnSSy8V98VXvvKVMaekBuBk7CAwWkD9VPv7QYNrvVOkfq13fkRHgAABAg0UUL82MKnVLkl9Vq2n0QgQIECAQFsB9VlbIifkLaC+zDt/oidAgACBDAVyqy81uGZ4kzUxZA2u3Wf1+eefj+uuu67YNSDtupC+pJi+RJe+hLb77rvHBhtsENOmTet+AlfWUuCFF16I+++/P2699db44Q9/WOQ9fTFy5Ej3QNpNIu24ku6B9L9LLLFELdciqHoK5FbQ1FNRVBUKeMBVIaahCBAgQIBAGQH1YBmlWp+jfqp1evof3NNPPx0HHnhgy+bUL37xi3HIIYeUen6UnkOde+65ccQRR8zXVLnpppvG7NmzY+mll265wGFpcJ0+fXr867/+a6y55pptE/373/8+9tlnn0iNqqOP9FwnPet7//vfP+EYv/nNb4rm1ltuuWXMOeklZ2lX1912261tg2y6MO38evzxx8cJJ5ww31x77bVXMVbazbfVMQwNrmndrRqiZ86cWZgttNBCbfPshOERUD/VPtcaXOudIvVrvfMjOgIECBBooID6tYFJrXZJ6rNqPY1GgAABAgTaCqjP2hI5IW8B9WXe+RM9AQIECGQokFt9qcE1w5tMyAQIECBAoNcCuRU0vfYw/sAFPOAaeAoEQIAAAQLDJqAezD7j6qfsU1jtAiba6TM16H32s58t1Qg5EtGLL74YJ598crHD6PgjNb/uueeeLXcMHYYG1zI72Y43++///u9iN9k77rhjzG+lvBx33HET7gB7+umnx8EHHzzmmtTces4558QOO+zQMgcT3VXPPvts0eR89tlnzzdearTdeOONW146LA2uP/rRjwqD1Aw8cmyyySZx0UUXxd/93d9V+8NqtKwF1E+1T58G13qnSP1a7/yIjgABAgQaKKB+bWBSq12S+qxaT6MRIECAAIG2AuqztkROyFtAfZl3/kRPgAABAhkK5FZfanDN8CYTMgECBAgQ6LVAbgVNrz2MP3ABD7gGngIBECBAgMCwCagHs8+4+in7FFa3gNS8eMABB8QFF1wwZtB2O65OFsFEO8JutNFGxS6xyyyzzHyXD0OD65e+9KWi8XfBBRfsKIHf+ta34pOf/OSYa9JOsJdffnmsuOKK8431+OOPx6677ho333zzmN9rt+PqZEFNtCPs7rvvHmeeeWbLXVyHpcG11TpXWWWVuOKKK2KllVbqKNdObraA+qn2+dXgWu8UqV/rnR/RESBAgEADBdSvDUxqtUtSn1XraTQCBAgQINBWQH3WlsgJeQuoL/POn+gJECBAIEOB3OpLDa4Z3mQ2JkpiAAAgAElEQVRCJkCAAAECvRbIraDptYfxBy7gAdfAUyAAAgQIEBg2AfVg9hlXP2WfwuoW8LOf/Sy22WabePjhh8cMevXVV8fWW2/d9URz586NrbbaasyulmkH0WuuuSY23HDD+cZteoPryiuvHFdeeWW8+93v7th0oobViy++OHbaaaf5xmtln5qKr7322vjgBz/Y8fwjF5x//vnFDryjj8nWNSwNrk888USRhxtvvHGMzfe///1Yb731uvZ2YfME1E+1z6kG13qnSP1a7/yIjgABAgQaKKB+bWBSq12S+qxaT6MRIECAAIG2AuqztkROyFtAfZl3/kRPgAABAhkK5FZfanDN8CYTMgECBAgQ6LVAbgVNrz2MP3ABD7gGngIBECBAgMCwCagHs8+4+in7FFa3gLQL6Pbbbz9mwLXWWisuvfTSWG655bqe6Mknn4w99tijaGgdfRx//PFx2GGHzTdu0xtcP/3pT8dJJ50UCy+8cMemr7zyShx33HFx5JFHjrl25syZccIJJ8RCCy005te/8pWvxOGHHz7m12bMmBGzZ8+OxRdfvOP5Ry549NFHY4cddoi77rprzBiXXXZZbLfddvONOywNrs8991wcdNBBhe/oY6IG5K4T4MLsBdRPtU+hBtd6p0j9Wu/8iI4AAQIEGiigfm1gUqtdkvqsWk+jESBAgACBtgLqs7ZETshbQH2Zd/5ET4AAAQIZCuRWX2pwzfAmEzIBAgQIEOi1QG4FTa89jD9wAQ+4Bp4CARAgQIDAsAmoB7PPuPop+xRWt4AvfelLcdRRR40ZcJ999olTTz01pk2b1vVEqSnzmGOOKf4bfUw0dtMbXL/xjW/Errvu2rXnddddF1tsscWY6zfddNO46KKLYokllpj36xM5pjwfccQR0eLP79IxTdTIeeyxx87XfJsGHZYG14nMJ2rmLg3uxMYJqJ9qn1INrvVOkfq13vkRHQECBAg0UED92sCkVrsk9Vm1nkYjQIAAAQJtBdRnbYmckLeA+jLv/ImeAAECBDIUyK2+1OCa4U0mZAIECBAg0GuB3AqaXnsYf+ACHnANPAUCIECAAIFhE1APZp9x9VP2KaxmAb1uzLvkkkti5513HhPsRz/60Ui/vuSSS4759aY3uP7gBz+Itddeu+vE3XPPPfGJT3wiHn/88XljvO9974u0e+o73/nOeb/2xBNPxE477RQ33njjmLkm2mW104A6aYgelgbXZNjKZaLG307Nnd8cAfVT7XOpwbXeKVK/1js/oiNAgACBBgqoXxuY1GqXpD6r1tNoBAgQIECgrYD6rC2RE/IWUF/mnT/REyBAgECGArnVlxpcM7zJhEyAAAECBHotkFtB02sP4w9cwAOugadAAAQIECAwbALqwewzrn7KPoXVLOCpp56KPffcM6666qoxA1588cVFk+RUjzvuuCPWWWedMcOstdZacemll8Zyyy035teb3OA6ffr0uPzyy2PFFVfsmrRVs+gqq6wSV1xxRay00krzxn3sscdixx13jDvvvHPMXFNtsB0ZrFXT8owZM2L27Nmx+OKLj5lz2Btc99tvvzj55JPjta99bdd5d2GzBNRPtc+nBtd6p0j9Wu/8iI4AAQIEGiigfm1gUqtdkvqsWk+jESBAgACBtgLqs7ZETshbQH2Zd/5ET4AAAQIZCuRWX2pwzfAmEzIBAgQIEOi1QG4FTa89jD9wAQ+4Bp4CARAgQIDAsAmoB7PPuPop+xRWs4Be7/bZqsF1omZPDa6T57RVs2i6YnzjaqvzXv/618dNN90Ua6yxxpRvnE525R32Btd99tknTj311Jg2bdqU3Q3QDAH1U+3zqMG13ilSv9Y7P6IjQIAAgQYKqF8bmNRql6Q+q9bTaAQIECBAoK2A+qwtkRPyFlBf5p0/0RMgQIBAhgK51ZcaXDO8yYRMgAABAgR6LZBbQdNrD+MPXMADroGnQAAECBAgMGwC6sHsM65+yj6F1SxgogbXqnb71OD6v3n66Ec/GqkxdMkll+w6cVNpcK1iB9mRwDW4tk7hl770pTjqqKPG/KYG165v98ZeqH6qfWo1uNY7RerXeudHdAQIECDQQAH1awOTWu2S1GfVehqNAAECBAi0FVCftSVyQt4C6su88yd6AgQIEMhQILf6UoNrhjeZkAkQIECAQK8Fcitoeu1h/IELeMA18BQIgAABAgSGTUA9mH3G1U/Zp7CaBdjBtbVjqybOY489No488shS8OObHTfYYIOiwfXNb35zqetbnVR2Z9ay53UbiAbX1nIaXLu9o4brOvVT7fOtwbXeKVK/1js/oiNAgACBBgqoXxuY1GqXpD6r1tNoBAgQIECgrYD6rC2RE/IWUF/mnT/REyBAgECGArnVlxpcM7zJhEyAAAECBHotkFtB02sP4w9cwAOugadAAAQIECAwbALqwewzrn7KPoXVLOCpp56KPffcM6666qoxA1588cWx0047TXmS2267LdZff/0x42y00UZx6aWXxlJLLTXm1//617/GzJkzY9asWZXE8txzz8VBBx0Us2fPHjNemd1pq25wrWIH1VaNq63Gfeyxx2LHHXeMO++8s+N1l0n4hRdeGLvtttuYU9M9dNppp8Uiiywy5tfLxlxm3nTOI488Ettuu2389Kc/nXdJ2d1xp5rTdjG2anBN9/MJJ5wQCy20ULvL/f6QCKifap9oDa71TpH6td75ER0BAgQINFBA/drApFa7JPVZtZ5GI0CAAAECbQXUZ22JnJC3gPoy7/yJngABAgQyFMitvtTgmuFNJmQCBAgQINBrgdwKml57GH/gAh5wDTwFAiBAgACBYRNQD2afcfVT9imsZgETNZUef/zxcdhhh015klbNkJtuumlcdNFFscQSS4wZv+oG14l2px1Eg+vyyy9fNBGvuuqqXZvecccdsc4664y5vtXOsL3clfeVV16JY445pvhv9LHffvvFySefHK997WvH/HrVDa6tDOrc4NrJrr9d3xguzEpA/VT7dGlwrXeK1K/1zo/oCBAgQKCBAurXBia12iWpz6r1NBoBAgQIEGgroD5rS+SEvAXUl3nnT/QECBAgkKFAbvWlBtcMbzIhEyBAgACBXgvkVtD02sP4AxfwgGvgKRAAAQIECAybgHow+4yrn7JPYXULaLXz5D777BOnnnpqTJs2reuJXnrppTjyyCPjK1/5ypgxJhq76gbX3/72t8UutLfeeuuY+QfR4JoCmDNnTmy++eZde7ZqFt5ll13irLPOite//vXzxp3IMeX5iCOOiBZ/fpeO6S9/+Uvsv//+RYPy6GOiRs6qG1y/+93vxsYbbzxm7jo0uE5kfsoppxS7EjsIjAion2p/L2hwrXeK1K/1zo/oCBAgQKCBAurXBia12iWpz6r1NBoBAgQIEGgroD5rS+SEvAXUl3nnT/QECBAgkKFAbvWlBtcMbzIhEyBAgACBXgvkVtD02sP4AxfwgGvgKRAAAQIECAybgHow+4yrn7JPYXULuPzyy2P77bcfM+Baa60Vl156aSy33HJdT/SnP/0pUgPmDTfcMGaMiXaHnahJ8Bvf+EbsuuuuHcdxzz33xCc+8Yl4/PHHx1w7qAbXqTSYvvDCC3HooYcWTcejj4nGTE3Fhx9++JhzZ8yYEbNnz47FF1+8Y8uRC1o1rKbfu+yyy2K77babb9xW56+yyipxxRVXxEorrdRxHGn9n/nMZ8ZcV4cG14kafy+++OKiydpBYERA/VT7e0GDa71TpH6td35ER4AAAQINFFC/NjCp1S5JfVatp9EIECBAgEBbAfVZWyIn5C2gvsw7f6InQIAAgQwFcqsvNbhmeJMJmQABAgQI9Fogt4Km1x7GH7iAB1wDT4EACBAgQGDYBNSD2Wdc/ZR9CqtbwM9+9rPYZptt4uGHHx4z6FSb8+bOnRtbbbVVpOa/0cdNN90U//AP/zDfAiZq4pxod9B2Aueff37sueee8502qAbXjTbaKNIurMsss0y70Of7/UcffTR22GGHuOuuu+b9Xtq19ZprrokNN9xwvvNb2ad5UyPqeuut1/H8Ixe0Ml1++eXjqquuilVXXXW+cR977LHYcccd48477xzze2VyMH6wZ599Ng444IC44IILxvxWHRpcn3jiiaKR9cYbb5zyOrtOjguzEFA/1T5NGlzrnSL1a73zIzoCBAgQaKCA+rWBSa12Seqzaj2NRoAAAQIE2gqoz9oSOSFvAfVl3vkTPQECBAhkKJBbfanBNcObTMgECBAgQKDXArkVNL32MP7ABTzgGngKBECAAAECwyagHsw+4+qn7FNY3QImahzcdNNNix0/l1566Y4ne/rpp+PAAw8sGjpHH+2aPNOOpEcdddSYa9IusGeddVakhs6yx5NPPhl77LFH0QA6/ijTXHnJJZfEzjvvPObSThptW60jDdZN0/BLL70Up5xyShxyyCGlLdOutWnX25tvvnnMNXvttVexC+yiiy5alnLeeb/5zW+KHXlvueWWMdfuvvvuceaZZ7Ycc6LGz3POOSf22WefjmL48Y9/HFtuueV8O/LWocG11U6106dPj7Q78oorrtjROp3cbAH1U+3zq8G13ilSv9Y7P6IjQIAAgQYKqF8bmNRql6Q+q9bTaAQIECBAoK2A+qwtkRPyFlBf5p0/0RMgQIBAhgK51ZcaXDO8yYRMgAABAgR6LZBbQdNrD+MPXMADroGnQAAECBAgMGwC6sHsM65+yj6F1S5gzpw5RfPi+N1WU1NnaqxceOGFS0/44osvxsknnxyHHnrofNekX585c2a0+DOkODc1xO62225jrut059HJ5k8DD7LB9UMf+lB8/etfj5VXXrm05/e///3CJO2GOvo499xzix1qW1m+8sorcfrpp8fBBx883zxpB9SU6wUWWKB0DKkJOt0HZ5999nzXXH311bH11lu3HOu5556Lgw46qGiUHn1svvnmcd5558Ub3/jGUjH8/ve/Lxpi0306/qhDg+ttt90W66+//pjQUoP4RRddFEsssUSpNTppOATUT7XPswbXeqdI/Vrv/IiOAAECBBoooH5tYFKrXZL6rFpPoxEgQIAAgbYC6rO2RE7IW0B9mXf+RE+AAAECGQrkVl9qcM3wJhMyAQIECBDotUBuBU2vPYw/cAEPuAaeAgEQIECAwLAJqAezz7j6KfsUVruAiXZcTbN88YtfLJobp02b1nbS559/PlLj5RFHHDFfs+zaa69d7GD6tre9bcJx7rnnnvjEJz4x3y6dW2yxRbGL61ve8pZJY5hs/pELu21wTc2kp512WiyyyCJtHSbawTVdmBof01qWW265tuP88Ic/jE996lPxwAMPjDn3wx/+cNE8OZnHRDuupp1w0y6uqWl2wQUXbBtDano+/vjj44QTTpjv3G222SZmzZo1aRNnmuszn/nMfNemMdOvt2ue/t3vflfcf2m9rY6pNLh2ktPJoJLBvvvuO+aUww47LNJ98OpXv7qtsROGR0D9VPtca3Ctd4rUr/XOj+gIECBAoIEC6tcGJrXaJanPqvU0GgECBAgQaCugPmtL5IS8BdSXeedP9AQIECCQoUBu9aUG1wxvMiETIECAAIFeC+RW0PTaw/gDF/CAa+ApEAABAgQIDJuAejD7jKufsk9h9Qu4++67Y8aMGfPtFJpm2myzzeLoo4+O1VdfveXOn2nH0EcffTSOOeaYYhfW8UdqqkyNr9tvv/2kgT/55JOxxx57xDXXXDPfeR/4wAeKRsuPfOQj88WQdm1NzaAnnXRSXH/99fOuTbu/Pv7442PGKtPget1110Vqqh19pLHOOeecwqLd7qeTNbimMadPn17EmtbSqsk07ZiavL785S/Hn//85zFxJMvU7Dk+vlawE+3Mm87dddddi5y+/e1vb7kL7Msvvxz33ntvkdPRpiPzpAbdSy65JFLj8mTHj3/849hyyy3ny8NIDGn8Vk3Pqek67Q574oknxs9//vNiirT21Gj9hz/8Yd6UZRtcp5rTidb4wgsvFLsVp0be0Udq5t5pp52q/0E1YtYC6qfap0+Da71TpH6td35ER4AAAQINFFC/NjCp1S5JfVatp9EIECBAgEBbAfVZWyIn5C2gvsw7f6InQIAAgQwFcqsvNbhmeJMJmQABAgQI9Fogt4Km1x7GH7iAB1wDT4EACBAgQGDYBNSD2Wdc/ZR9CqtfQGpSvfzyy2P//fefr6lyZLYPfehDsckmm0RqNl100UXjb3/7W9x3331x0003xdy5c1sGlZoSjzzyyJg5c2apHUMna8pME6y44oqx4YYbxlvf+tZivocffjhuvfXW+RpzUwNoajDcdtttx8RVpsF1op1k00CrrbZaLLXUUsWYKYbUqLrEEkuMmaNdg+vIyausskpsvfXW8zxTg++dd94ZV155ZctG43Rd2kn1s5/9bCnL1PibGi9TPGkn1lZHstx4442Ldb3mNa+J1Fz7k5/8JG644Ya46667Wl7zhje8odiFdrvttmvZHDv6orSrbtrR9+STT57wpl1//fVjnXXWKRpYU8NoMrjjjjvmizmt/Zlnnikaf0eOsg2uU83pRMH/6U9/il122aXwGjlWXnnlIofvfve7q/9BNWLWAuqn2qdPg2u9U6R+rXd+REeAAAECDRRQvzYwqdUuSX1WrafRCBAgQIBAWwH1WVsiJ+QtoL7MO3+iJ0CAAIEMBXKrLzW4ZniTCZkAAQIECPRaILeCptcexh+4gAdcA0+BAAgQIEBg2ATUg9lnXP2UfQp7s4DU5Jp2T/3MZz4zYYNlJzOnhsW06+q+++5bqiEzjZ0aLA855JA4++yzO5lqzLmpEffrX/960aibGidHH2UaXNOur2mH05tvvnnSGNJOrKkpODXdjj5aNbim5sy0y2xq4O32SJYpNwsvvHDpIVKTa9p59vDDD5+wybX0YBGRdm495ZRTYquttmrb3DoybmpC/sd//McJG2bLzL/ffvsVzcRp7qOOOmreJWUbXKea04libNU4u/vuu8eZZ55ZNIE7CIwWUD/V/n7Q4FrvFKlf650f0REgQIBAAwXUrw1MarVLUp9V62k0AgQIECDQVkB91pbICXkLqC/zzp/oCRAgQCBDgdzqSw2uGd5kQiZAgAABAr0WyK2g6bWH8Qcu4AHXwFMgAAIECBAYNgH1YPYZVz9ln8LeLuD+++8vdl29/vrru54o7fL6ta99LdZcc83SjZAjk6XdRlMzZ2oK7fRIu5GedtppsdJKKxW7gHbT4Joafb/5zW8WjbkT7Xw6ElerhtlWDa4XX3xxbLDBBsVOtml3z06O1ECbdi1Nu70usMACnVxanJvWc8stt8Shhx5a7M7a7bHZZpvFV7/61cK20+ORRx6Jgw46qNjtt9MjxZ0adFPD9Hjbsg2uU83pRDHPmjWruE9GH7Nnz4499tij02U6fwgE1E+1T7IG13qnSP1a7/yIjgABAgQaKKB+bWBSq12S+qxaT6MRIECAAIG2AuqztkROyFtAfZl3/kRPgAABAhkK5FZf5tDg+nJEzIvz5Zdf7vgLUxneR0ImQIAAAQIDE0hfCh33hdr0cKHzb9gObAUmbqCAerCBSbUkAgQIEKivgHqwvrnpIDL1UwdYw3rq888/XzS4nnjiiR01Ra677rpx4IEHRmqGnDZtWtd86Tnv9773vTj22GPj9ttvbzvOG97whvjCF74Qe++997ydM7ttcE2TpZ1PzzvvvGLMtBPsREdqXN1pp53G/PZEDa7pvL/+9a/FjqqpYXWycdOAaU2pIXafffaJpZZaqq1BuxPS7rgXXHBBnHHGGfHzn/+83enzfj/l8uCDD47111+/9E68rQZP85977rlFA/Jjjz3Wdv7UJJ0anT/ykY/Mew7RbYPrVHM60XoOOOCAwnTkSLsHp+bot7/97W3X54ThElA/ZZFvDa71TpP6td75ER0BAgQINExA/dqwhPZmOeqz3rgalQABAgQItBRQn7kxhkBAfTkESbZEAgQIEKiPQI71ZQ4Nrs9ExKIjaX766aeLN7k7CBAgQIAAgd4IpN1rFltssdGDPxsRr+vNbEYlUEpAPViKyUkECBAgQKAaAfVgNY4DHkX9NOAE5DR9ajT95S9/GbfeemvxX2qMvO++++YtYbXVVou0w2janXSTTTaJZZddtqtdRicySfOnOW+88cZiF9IHHnhgXnNkmnv69OkxY8aMSI214/6t2vUOrqNj+Z//+Z+47LLLimbbtPvp+KbU1ICbdrsdfUzW4Dr6Ofa3v/3tuOaaa+Kuu+6at6Y11lgjVl999fj4xz/eck1V3DupeffBBx+M2267Lb7//e/Hww8/PKbhNcWQdmlNu6OmvL7pTW+q9KWSqck3rTnt5pp2wE07Bqe/W9Jz/fe+971FI+3mm28eKb8LLrjgpLZld3Cdak5buf/sZz+LbbbZpvAbOdK9cPTRR8erX/3qKlJljAYJqJ+ySKYG13qnSf1a7/yIjgABAgQaJqB+bVhCe7Mc9VlvXI1KgAABAgRaCqjP3BhDIKC+HIIkWyIBAgQI1Ecgx/oyhwbX/46I5UbS/Itf/CKWX375+mRdJAQIECBAoGEC6YvNK6ywwuhVpW1X3tawZVpOXgLqwbzyJVoCBAgQyFxAPZh5Av83fPVTI9JoEXUVKNPgWtfYxVVeYNasWbHvvvvOu2CZZZaJa6+9Nj74wQ+WH8SZQyOgfsoi1bdExAajIp0ZEV/LIvLhCFL9Ohx5tkoCBAgQqImA+rUmiah3GOqzeudHdAQIECDQMAH1WcMSajmtBNSX7gsCBAgQINBHgRzryxwaXG+LiHVH8vid73yn2CnAQYAAAQIECPRG4IYbboiPfexjowe/PSLW681sRiVQSkA9WIrJSQQIECBAoBoB9WA1jgMeRf004ASYvtkCGlybnd+0uieffDL22GOPYgfekWP33XePM888MxZddNHmA1hhxwLqp47JBnGBBtdBqJefU/1a3sqZBAgQIEBgygLq1ykTDsMA6rNhyLI1EiBAgEBtBNRntUmFQHonoL7sna2RCRAgQIDAfAI51pc5NLieFxF7jmifcMIJ8fnPf97tR4AAAQIECPRI4MQTT4xDDz109OizI2KvHk1nWAJlBNSDZZScQ4AAAQIEKhJQD1YEOdhh1E+D9Td7wwU0uDY8wRExd+7c2GqrreIvf/lLsdjXv/71RbPrhhtu2PzFW2FXAuqnrtj6fZEG136Ldzaf+rUzL2cTIECAAIEpCahfp8Q3LBerz4Yl09ZJgAABArUQUJ/VIg2C6K2A+rK3vkYnQIAAAQJjBHKsL3NocP1URJw9Ir355pvHnDlz3HoECBAgQIBAjwS22GKLuO6660aPvl9E/GuPpjMsgTIC6sEySs4hQIAAAQIVCagHK4Ic7DDqp8H6m73hAhpcm53g559/Pg455JA4/fTT5y101113jTPOOCMWW2yxZi/e6roWUD91TdfPCzW49lO787nUr52buYIAAQIECHQtoH7tmm6YLlSfDVO2rZUAAQIEBi6gPht4CgTQewH1Ze+NzUCAAAECBOYJ5Fhf5tDgOj0i7h9RXmSRReKZZ56JV70qh9D9dBAgQIAAgbwEXnnllXjd614Xzz333OjA3xsRD+S1EtE2TEA92LCEWg4BAgQI1FdAPVjf3HQYmfqpQzCnE+hEQINrJ1r5nfvggw/G9ttvHw8//HARvN1b88thvyNWP/VbvOv5noyI/2/U1TMj4mtdj+bCqgXUr1WLGo8AAQIECEwgoH51a5QUUJ+VhHIaAQIECBCYqoD6bKqCrs9EQH2ZSaKESYAAAQL5C+RaX+bSJfrfEbHcyG1y5ZVXxowZM/K/a6yAAAECBAjUTOCqq66KbbbZZnRUj0XE22oWpnCGU0A9OJx5t2oCBAgQ6LOAerDP4L2dTv3UW1+jD7GABtfmJv+ll16KY445JlKOR44DDjggTjrppJg2bVpzF25lUxJQP02Jr58Xa3Dtp3Z3c6lfu3NzFQECBAgQ6EhA/doR17CfrD4b9jvA+gkQIECgLwLqs74wm6QeAurLeuRBFAQIECDQcIFc68tcGlxPi4hPj9xDm2++ecyZM6fht5TlESBAgACB/gu02I7+9Ig4qP+RmJHAfALqQTcFAQIECBDog4B6sA/I/ZtC/dQ/azMNmYAG1+Ym/Gc/+1nx4q+R3VtXXnnluOyyy2LVVVdt7qKtbMoC6qcpE/ZrAA2u/ZLufh71a/d2riRAgAABAqUF1K+lqZwYoT5zFxAgQIAAgT4IqM/6gGyKugioL+uSCXEQIECAQKMFcq0vc2lwXTMi7hx9B917772x2mqrNfqmsjgCBAgQINBPgfvuuy9WX3318VOuFRE/7Gcc5iIwgYB60K1BgAABAgR6LKAe7DFw/4dXP/Xf3IxDIqDBtZmJfvHFF+Poo4+O448/ft4Cv/a1r8WnP/3peNWrcvkopZm5qfOq1E91zs58sWlwrX+61K/1z5EICRAgQCBzAfVr5gnsf/jqs/6bm5EAAQIEhkxAfTZkCbdc9aV7gAABAgQI9Fgg5/oyp29l3BYR647kcscdd4xLLrmkx6k1PAECBAgQGB6BnXbaKS699NLRC749ItYbHgErzUBAPZhBkoRIgAABAvkKqAfzzd0kkaufGplWixq0gAbXQWegN/PffffdMWPGjHjssceKCbbaaquYNWtWLLXUUr2Z0KiNEFA/ZZVGDa55pEv9mkeeREmAAAECmQqoXzNN3GDDVp8N1t/sBAgQINBwAfVZwxNsea0E1JfuCwIECBAg0EOBnOvLnBpct42Iy0fn8Tvf+U5ssskmPUytoQkQIECAwHAI3HDDDfGxj31s/GK3i4grhkPAKjMRUA9mkihhEiBAgEB+AurB/HJWMmL1U0kopxHoRECDaydaeZz717/+NWbOnFk0tKZjueWWK16wufbaa+exABEFwhUAACAASURBVFEORED9NBD2qUyqwXUqev27Vv3aP2szESBAgMCQCahfhyzh1S1XfVadpZEIECBAgMAYAfWZG2JIBdSXQ5p4yyZAgACB3gvkXl/m1OCasjnmrR3vec974sEHH4xXvSq3ZfT+xjQDAQIECBAoK/DKK6/EqquuGg899NDoS+zeWhbQef0WUA/2W9x8BAgQINB4AfVg41Osfmp8ii2w3wIaXPst3vv55syZE7vsskv85S9/KSY799xzY8899/TZQ+/ps51B/ZRl6jS45pM29Ws+uRIpAQIECGQioH7NJFH1DVN9Vt/ciIwAAQIEMhVQn2WaOGFXJaC+rErSOAQIECBA4P8EmlBf5tYZ+pGImDv6Dtxrr72KL5s4CBAgQIAAge4E9t577zjvvPPGX7xhRHyvuxFdRaCnAurBnvIanAABAgSGUUA92Pisq58an2IL7LeABtd+i/d2vt/85jdFc+stt9xSTLTffvvFSSedFIsuumhvJzZ61gLqpyzTp8E1n7SpX/PJlUgJECBAIBMB9WsmiapvmOqz+uZGZAQIECCQqYD6LNPECbsqAfVlVZLGIUCAAAEC/yfQhPoytwbXRH9aRHx69F14wgknxOc//3k3JgECBAgQINChwIknnhiHHnro+KtOj4iDOhzK6QT6KaAe7Ke2uQgQIECg0QLqwUand/Ti1E9Dk2oLJUCAAIFeC6ifei3cs/E1uPaMticDq197wmpQAgQIEBhGAfXrMGa9J2tWn/WE1aAECBAgMIwC6rNhzLo1txBQX7otCBAgQIBARQJNqS9zbHBNKbw7It43Opdnnnlm7L///hWl1zAECBAgQKD5AmeddVYccMAB4xd6T0S8v/mrt8IGCKgHG5BESyBAgACBwQqoBwfrP4DZ1U8DQDclAQIECDRLQP2UdT41uOaXPvVrfjkTMQECBAjUTED9WrOE5B+O+iz/HFoBAQIECAxYQH024ASYvm4C6su6ZUQ8BAgQIJCdQJPqy1wbXKdHxB0Rsejou8dOrtn9LAmYAAECBAYkMMGbOp6NiLUj4oEBhWVaAp0IqAc70XIuAQIECBAYJ6AeHMpbQv00lGm3aAIECBCoSkD9VJXkwMbR4Dow+q4nVr92TedCAgQIECAQoX51F/RAQH3WA1RDEiBAgMDwCKjPhifXVlpaQH1ZmsqJBAgQIEBgfoGm1Ze5NrimzGwWEf8+PkV77bVXzJo1K171qpyX5kePAAECBAj0RuCVV16JffbZJ84777xWE3wiIq7vzcxGJdATAfVgT1gNSoAAAQJNFlAPNjm7pdamfirF5CQCBAgQIPD/BNRPjbkbNLjmmUr1a555EzUBAgQIDFBA/TpA/OGYWn02HHm2SgIECBCoUEB9ViGmoZoooL5sYlatiQABAgR6KtDU+jL3LtBtI+Ly8Zl/z3veE1/96ldjk0026elNYXACBAgQIJCTwA033BCf+9zn4qGHHmoV9nYRcUVO6xErgf8TUA+6FQgQIECAQEkB9WBJqOafpn5qfo6tkAABAgQqElA/VQRZj2E0uNYjD91EoX7tRs01BAgQIDCUAurXoUz7IBatPhuEujkJECBAIEsB9VmWaRN0/wXUl/03NyMBAgQIZCrQ5Poy9wbXdEulN3dcFhGLjr+/dtxxx/jnf/7nWG211TK99YRNgAABAgSmLnDffffFv/zLv8Sll17aarBnI2J7O7dO3dkIAxVQDw6U3+QECBAgUHcB9WDdMzSQ+NRPA2E3KQECBAjkIqB+yiVTHcWpwbUjrtqdrH6tXUoERIAAAQJ1ElC/1ikbQxOL+mxoUm2hBAgQINCNgPqsGzXXDLmA+nLIbwDLJ0CAAIHJBYahvmxCg2vK4vSIOD8i3tcqpZtvvnnssssu8clPfjJe9aqmLNmPLwECBAgQmFggbT1/9dVXx0UXXRTXXXfdRCfeExF7RMQDLAk0QEA92IAkWgIBAgQIVCegHqzOssEjqZ8anFxLI0CAAIHOBdRPnZtldoUG18wS1iJc9Wv+ObQCAgQIEKhQQP1aIaahuhVQn3Ur5zoCBAgQaKSA+qyRabWo/gqoL/vrbTYCBAgQqLnAsNWXTev2PC0iPj3RPbbIIovERhttFGuttVZMnz493vGOd8TSSy8dr3vd6zS+1vwHU3gECBAg0FogFS7PPPNM/O53v4v/+q//igceeCDuvPPOuPnmm+O5556bjO30iDiIK4EGCqgHG5hUSyJAgACBiQXUg+6OCgTUTxUgGoIAAQIE8hFQP+WTq4oj1eBaMegAh1O/DhDf1AQIECDQfwH1a//NzdixgPqsYzIXECBAgEDOAuqznLMn9kwE1JeZJEqYBAgQIFCNgPryfx2b1uCa1vSRiPhiRKxbza1iFAIECBAg0CiB2//v78nvNWpVFkNgrIB60B1BgAABAgQmFlAPujtaCaif3BcECBAgQED91PR7QINrszKsfm1WPq2GAAECBKoV8PyvWk+jlRNQn5VzchYBAgQIDKeA+mw4827VUxNQX07Nz9UECBAg0GyBRtaXTWxwHbkNt42IAzS6Nvun0uoIECBAoLRAKmTOjIgrSl/hRAL5C6gH88+hFRAgQIBAdQLqweosmzyS+qnJ2bU2AgQIEOhUQP3UqVi9z9fgWu/8dBud+rVbOdcRIECAQBMF1K9NzGp+a1Kf5ZczERMgQIBA7wTUZ72zNfLwCKgvhyfXVkqAAAEC7QUaXV82ucF1JLVrRsT2EbFFRCzXPt/OIECAAAECjRF4LCLmRMRlEfHDxqzKQgh0LqAe7NzMFQQIECDQDAH1YDPyOIhVqJ8GoW5OAgQIEKiDgPqpDlnoTQwaXHvjWpdR1a91yYQ4CBAgQKDfAurXfoubr6yA+qyslPMIECBAoGkC6rOmZdR66iKgvqxLJsRBgAABAv0WGJr6chgaXEffPNMjYq2IWD0iVoyIt0bE30XEIhExbBb9/qEyHwECBAj0RuCViHguIv4UEf8TET+PiHsj4s6IeKA3UxqVQNYC6sGs0yd4AgQIEGghoB50W/RaQP3Ua2HjEyBAgEC/BdRP/Ravx3waXOuRh35EoX7th7I5CBAgQKCfAurXfmqbqxcC6rNeqBqTAAECBAYpoD4bpL65CUSoL90FBAgQINA0AfWlps6m3dPWQ4AAAQIECBAgQIAAAQIECBAgQIAAAQIECBAgQIDAOAENrm4JAgQIECBAgAABAgQIECBAgAABAgQIECBAgAABAgQI1FDArqU1TIqQCBAgQIAAAQIECBAgQIAAAQIECBAgQIAAAQIECBCoTECDa2WUBiJAgAABAgQIECBAgAABAgQIECBAgAABAgQIECBAgEB1Ahpcq7M0EgECBAgQIECAAAECBAgQIECAAAECBAgQIECAAAEC9RPQ4Fq/nIiIAAECBAgQIECAAAECBAgQIECAAAECBAgQIECAAAECocHVTUC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wENrlmmTdAECBAgQIAAAQIECBAgQIAAAQIECBAgQIAAAQIECDRdQINr0zNsfQQIECBAgAABAgQIECBAgAABAgQIECBAgAABAgSGW0CD63Dn3+oJECBAgAABAgQIECBAgAABAgQIECBAgAABAgQIEKipgAbXmiZGWAQIECBAgAABAgQIECBAgAABAgQIECBAgAABAgQIVCKgwbUSRoMQIECAAAECBAgQIECAAAECBAgQIECAAAECBAgQIECgWgENrtV6Go0AAQIECBAgQIAAAQIECBAgQIAAAQIECBAgQIAAgXoJaHCtVz5EQ4AAAQIECBAgQIAAAQIECBAgQIAAAQIECBAgQIAAgUJAg6sbgQ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NLhmmTZBEyBAgAABAgQIECBAgAABAgQIECBAgAABAgQIECDQdAENrk3PsPURIECAAAECBAgQIECAAAECBAgQIECAAAECBAgQGG4BDa7DnX+rJ0CAAAECBAgQIECAAAECBAgQIECAAAECBAgQIECgpgIaXGuaGGERIECAAAECBAgQIECAAAECBAgQIECAAAECBAgQIFCJgAbXShgNQoAAAQIECBAgQIAAAQIECBAgQIAAAQIECBAgQIAAgWoFNLhW62k0AgQIECBAgAABAgQIECBAgAABAgQIECBAgAABAgTqJaDBtV75EA0BAgQIECBAgAABAgQIECBAgAABAgQIECBAgAABAgQKAQ2ubgQCBAgQIECAAAECBAgQIECAAAECBAgQIECAAAECBJosoMG1ydm1NgIECBAgQIAAAQIECBAgQIAAAQIECBAgQIAAAQIEshXQ4Jpt6gROgAABAgQIECBAgAABAgQIECBAgAABAgQIECBAgEAJAQ2uJZCcQoAAAQIECBAgQIAAAQIECBAgQIAAAQIECBAgQIAAgX4LaHDtt7j5CBAgQIAAAQIECBAgQIAAAQIECBAgQIAAAQIECBDop4AG135qm4sAAQIECBAgQIAAAQIECBAgQIAAAQIECBAgQIAAAQIlBTS4loRyGgECBAgQIECAAAECBAgQIECAAAECBAgQIECAAAECWQpocM0ybYImQIAAAQIECBAgQIAAAQIECBAgQIAAAQIECBAgQKDpAhpcm55h6yNAgAABAgQIECBAgAABAgQIECBAgAABAgQIECAw3AIaXIc7/1ZPgAABAgQIECBAgAABAgQIECBAgAABAgQIECBAgEBNBTS41jQxwiJAgAABAgQIECBAgAABAgQIECBAgAABAgQIECBAoBIBDa6VMBqEAAECBAgQIECAAAECBAgQIECAAAECBAgQIECAAAEC1QpocK3W02gECBAgQIAAAQIECBAgQIAAAQIECBAgQIAAAQIECNRLQINrvfIhGgIECBAgQIAAAQIECBAgQIAAAQIECBAgQIAAAQIECBQCGlzdCAQIECBAgAABAgQIECBAgAABAgQIECBAgAABAgQINFlAg2uTs2ttBAgQIECAAAECBAgQIECAAAECBAgQIECAAAECBAhkK6DBNdvUCZwAAQIECBAgQIAAAQIECBAgQIAAAQIECBAgQIAAgRICGlxLIDmFAAECBAgQIECAAAECBAgQIECAAAECBAgQIECAAAEC/RbQ4NpvcfMRIECAAAECBAgQIECAAAECBAgQIECAAAECBAgQINBPAQ2u/dQ2FwECBAgQIECAAAECBAgQIECAAAECBAgQIECAAAECBEoKaHAtCeU0AgQIECBAgAABAgQIECBAgAABAgQIECBAgAABAgSyFNDgmmXaBE2AAAECBAgQIECAAAECBAgQIECAAAECBAgQIECAQNMFNLg2PcPWR4AAAQIECBAgQIAAAQIECBAgQIAAAQIECBAgQGC4BTS4Dnf+rZ4AAQIECBAgQIAAAQIECBAgQIAAAQIECBAgQIAAgZoKaHCtaWKERYAAAQIECBAgQIAAAQIECBAgQIAAAQIECBAgQIBAJQIaXCthNAgBAgQIECBAgAABAgQIECBAgAABAgQIECBAgAABAgSqFdDgWq2n0QgQIECAAAECBAgQIECAAAECBAgQIECAAAECBAgQqJeABtd65UM0BAgQIECAAAECBAgQIECAAAECBAgQIECAAAECBAgQKAQ0uLoRCBAgQIAAAQIECBAgQIAAAQIECBAgQIAAAQIECBBosoAG1yZn19oIECBAgAABAgQIECBAgAABAgQIECBAgAABAgQIEMhWQINrtqkTOAECBAgQIECAAAECBAgQIECAAAECBAgQIECAAAECJQQ0uJZAcgoBAgQIECBAgAABAgQIECBAgAABAgQIECBAgAABAgT6LaDBtd/i5iNAgAABAgQIECBAgAABAgQIECBAgAABAgQIECBAoJ8CGlz7qW0uAgQIECBAgAABAgQIECBAgAABAgQIECBAgAABAgQIlBTQ4FoSymkECBAgQIAAAQIECBAgQIAAAQIECBAgQIAAAQIECGQpoME1y7QJmgABAgQIECBAgAABAgQIECBAgAABAgQIECBAgACBpgtocG16hq2PAAECBAgQIECAAAECBAgQIECAAAECBAgQIECAwHALaHAd7vxbPQECBAgQIECAAAECBAgQIECAAAECBAgQIECAAAECNRXQ4FrTxAiLAAECBAgQIECAAAECBAgQIECAAAECBAgQIECAAIFKBDS4VsJoEAIECBAgQIAAAQIECBAgQIAAAQIECBAgQIAAAQIECFQroMG1Wk+jESBAgAABAgQIECBAgAABAgQIECBAgAABAgQIECBQLwENrvXKh2gIECBAgAABAgQIECBAgAABAgQIECBAgAABAgQIECBQCGhwdSMQIECAAAECBAgQIECAAAECBAgQIECAAAECBAgQINBkAQ2uTc6utREgQIAAAQIECBAgQIAAAQIECBAgQIAAAQIECBAgkK2ABtdsUydwAgQIECBAgAABAgQIECBAgAABAgQIECBAgAABAgRKCGhwLYHkFAIECBAgQIAAAQIECBAgQIAAAQIECBAgQIAAAQIECPRbQINrv8XNR4AAAQIECBAgQIAAAQIECBAgQIAAAQIECBAgQIBAPwU0uPZT21wECBAgQIAAAQIECBAgQIAAAQIECBAgQIAAAQIECBAoKaDBtSSU0wgQIECAAAECBAgQIECAAAECBAgQIECAAAECBAgQyFJAg2uWaRM0AQIECBAgQIAAAQIECBAgQIAAAQIECBAgQIAAAQJNF9Dg2vQMWx8BAgQIECBAgAABAgQIECBAgAABAgQIECBAgACB4RbQ4Drc+bd6AgQIECBAgAABAgQIECBAgAABAgQIECBAgAABAgRqKqDBtaaJERYBAgQIECBAgAABAgQIECBAgAABAgQIECBAgAABApUIaHCthNEgBAgQIECAAAECBAgQIECAAAECBAgQIECAAAECBAgQqFZAg2u1nkYjQIAAAQIECBAgQIAAAQIECBAgQIAAAQIECBAgQKBeAhpc65UP0RAgQIAAAQIECBAgQIAAAQIECBAgQIAAAQIECBAgQKAQ0ODqR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QIPrcOff6gkQIECAAAECBAgQIECAAAECBAgQIECAAAECBAgQqKmABteaJkZYBAgQIECAAAECBAgQIECAAAECBAgQIECAAAECBAhUIqDBtRJGgxAgQIAAAQIECBAgQIAAAQIECBAgQIAAAQIECBAgQKBaAQ2u1XoajQABAgQIECBAgAABAgQIECBAgAABAgQIECBAgACBeglocK1XPkRDgAABAgQIECBAgAABAgQIECBAgAABAgQIECBAgACBQkCDqxuBAAECBAgQIECAAAECBAgQIECAAAECBAgQIECAAIEmC2hwbXJ2rY0AAQIECBAgQIAAAQIECBAgQIAAAQIECBAgQIAAgWwFNLhmmzqBEyBAgAABAgQIECBAgAABAgQIECBAgAABAgQIECBQQkCDawkkpxAgQIAAAQIECBAgQIAAAQIECBAgQIAAAQIECBAgQKDfAhpc+y1uPgIECBAgQIAAAQIECBAgQIAAAQIECBAgQIAAAQIE+imgwbWf2uYiQIAAAQIECBAgQIAAAQIECBAgQIAAAQIECBAgQIBASQENriWhnEaAAAECBAgQIECAAAECBAgQIECAAAECBAgQIECAQJYCGlyzTJugCRAgQIAAAQIECBAgQIAAAQIECBAgQIAAAQIECBBouoAG16Zn2PoIECBAgAABAgQIECBAgAABAgQIECBAgAABAgQIDLeABtfhzr/VEyBAgAABAgQIECBAgAABAgQIECBAgAABAgQIECBQUwENrjVNjLAIECBAgAABAgQIECBAgAABAgQIECBAgAABAgQIEKhEQINrJYwGIUCAAAECBAgQIECAAAECBAgQIECAAAECBAgQIECAQLUCGlyr9TQaAQIECBAgQIAAAQIECBAgQIAAAQIECBAgQIAAAQL1EtDgWq98iIYAAQIECBAgQIAAAQIECBAgQIAAAQIECBAgQIAAAQKFgAZXNwIBAgQIECBAgAABAgQIECBAgAABAgQIECBAgAABAk0W0ODa5OxaGwECBAgQIECAAAECBAgQIECAAAECBAgQIECAAAEC2QpocM02dQInQIAAAQIECBAgQIAAAQIECBAgQIAAAQIECBAgQKCEgAbXEkhOIUCAAAECBAgQIECAAAECBAgQIECAAAECBAgQIECAQL8FNLj2W9x8BAgQIECAAAECBAgQIECAAAECBAgQIECAAAECBAj0U0CDaz+1zUWAAAECBAgQIECAAAECBAgQIECAAAECBAgQIECAAIGSAhpcS0I5jQABAgQIECBAgAABAgQIECBAgAABAgQIECBAgACBLAU0uGaZNkETIECAAAECBAgQIECAAAECBAgQIECAAAECBAgQINB0AQ2uTc+w9REgQIAAAQIECBAgQIAAAQIECBAgQIAAAQIECBAYbgENrsOdA0gXTAAAIABJREFUf6snQIAAAQIECBAgQIAAAQIECBAgQIAAAQIECBAgQKCmAhpca5oYYREgQIAAAQIECBAgQIAAAQIECBAgQIAAAQIECBAgUImABtdKGA1CgAABAgQIECBAgAABAgQIECBAgAABAgQIECBAgACBagU0uFbraTQCBAgQIECAAAECBAgQIECAAAECBAgQIECAAAECBOoloMG1XvkQDQECBAgQIECAAAECBAgQIECAAAECBAgQIECAAAECBAoBDa5uBAIECBAgQIAAAQIECBAgQIAAAQIECBAgQIAAAQIEmiygwbXJ2bU2AgQIECBAgAABAgQIECBAgAABAgQIECBAgAABAgSyFdDgmm3qBE6AAAECBAgQIECAAAECBAgQIECAAAECBAgQIECAQAkBDa4lkJxCgAABAgQIECBAgAABAgQIECBAgAABAgQIECBAgACBfgtocO23uPkIECBAgAABAgQIECBAgAABAgQIECBAgAABAgQIEOingAbXfmqbiwABAgQIECBAgAABAgQIECBAgAABAgQIECBAgAABAiUFNLiWhHIaAQIECBAgQIAAAQIECBAgQIAAAQIECBAgQIAAAQJZCmhwzTJtgiZAgAABAgQIECBAgAABAgQIECBAgAABAgQIECBAoOkCGlybnmHrI0CAAAECBAgQIECAAAECBAgQIECAAAECBAgQIDDcAhpchzv/Vk+AAAECBAgQIECAAAECBAgQIECAAAECBAgQIECAQE0FNLjWNDHCIkCAAAECBAgQIECAAAECBAgQIECAAAECBAgQIECgEgENrpUwGoQAAQIECBAgQIAAAQIECBAgQIAAAQIECBAgQIAAAQLVCmhwrdbTaAQIECBAgAABAgQIECBAgAABAgQIECBAgAABAgQI1EtAg2u98iEaAgQIECBAgAABAgQIECBAgAABAgQIECBAgAABAgQIFAIaXN0IBAgQIECAAAECBAgQIECAAAECBAgQIECAAAECBAg0WUCDa5Oza20ECBAgQIAAAQIECBAgQIAAAQIECBAgQIAAAQIECGQroME129QJnAABAgQIECBAgAABAgQIECBAgAABAgQIECBAgACBEgIaXEsgOYUAAQIECBAgQIAAAQIECBAgQIAAAQIECBAgQIAAAQL9FtDg2m9x8xEgQIAAAQIECBAgQIAAAQIECBAgQIAAAQIECBAg0E8BDa791DYXAQIECBAgQIAAAQIECBAgQIAAAQIECBAgQIAAAQIESgpocC0J5TQCBAgQIECAAAECBAgQIECAAAECBAgQIECAAAECBLIU0OCaZdoETYAAAQIECBAgQIAAAQIECBAgQIAAAQIECBAgQIBA0wU0uDY9w9ZHgAABAgQIECBAgAABAgQIECBAgAABAgQIECBAYLgFNLgOd/6tngABAgQIECBAgAABAgQIECBAgAABAgQIECBAgACBmgpocK1pYoRFgAABAgQIECBAgAABAgQIECBAgAABAgQIECBAgEAlAhpcK2E0CAECBAgQIECAAAECBAgQIECAAAECBAgQIECAAAECBKoV0OBarafRCBAgQIAAAQIECBAgQIAAAQIECBAgQIAAAQIECBCol4AG13rlQzQECBAgQIAAAQIECBAgQIAAAQIECBAgQIAAAQIECBAoBDS4uhE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Dg/2fv7qOtLMv8gV8CSYjEAM0anTUjutIYQiVj0kYsWwMjmKbyNoiAL4HBGJpoIb4gw5iJTopDxE8SJxFRiTehFzGlyNQJG1MMx4zKsEkdxUiO2NIRzm89u985v7MP52XvffY553n2/jxrtZJz7ue+r/tzPS39o68XAQKVLiDgWukddj8CBAgQIECAAAECBAgQIECAAAECBAgQIECAAAEC1S0g4Frd/Xd7AgQIECBAgAABAgQIECBAgAABAgQIECBAgAABAgRSKiDgmtLGKIsAAQIECBAgQIAAAQIECBAgQIAAAQIECBAgQIAAgbIICLiWhdEmBAgQIECAAAECBAgQIECAAAECBAgQIECAAAECBAgQKK+AgGt5Pe1GgAABAgQIECBAgAABAgQIECBAgAABAgQIECBAgEC6BARc09UP1RAgQIAAAQIECBAgQIAAAQIECBAgQIAAAQIECBAgQCAnIODqQyBAgAABAgQIECBAgAABAgQIECBAgAABAgQIECBAoJIFBFwrubvuRoAAAQIECBAgQIAAAQIECBAgQIAAAQIECBAgQIBAZgUEXDPbOoUTIECAAAECBAgQIECAAAECBAgQIECAAAECBAgQIFCAgIBrAUiWECBAgAABAgQIECBAgAABAgQIECBAgAABAgQIECBAoKMFBFw7Wtx5BAgQIECAAAECBAgQIECAAAECBAgQIECAAAECBAh0pICAa0dqO4sAAQIECBAgQIAAAQIECBAgQIAAAQIECBAgQIAAAQIFCgi4FghlGQECBAgQIECAAAECBAgQIECAAAECBAgQIECAAAECmRQQcM1k2xRNgAABAgQIECBAgAABAgQIECBAgAABAgQIECBAgEClCwi4VnqH3Y8AAQIECBAgQIAAAQIECBAgQIAAAQIECBAgQIBAdQsIuFZ3/92eAAECBAgQIECAAAECBAgQIECAAAECBAgQIECAAIGUCgi4prQxyiJAgAABAgQIECBAgAABAgQIECBAgAABAgQIECBAoCwCAq5lYbQJAQIECBAgQIAAAQIECBAgQIAAAQIECBAgQIAAAQIEyisg4FpeT7sRIECAAAECBAgQIECAAAECBAgQIECAAAECBAgQIJAuAQHXdPVDNQQIECBAgAABAgQIECBAgAABAgQIECBAgAABAgQIEMgJCLj6EAgQIECAAAECBAgQIECAAAECBAgQIECAAAECBAgQqGQBAddK7q67ESBAgAABAgQIECBAgAABAgQIECBAgAABAgQIECCQWQEB18y2TuEECBAgQIAAAQIECBAgQIAAAQIECBAgQIAAAQIECBQgIOBaAJIlBAgQIECAAAECBAgQIECAAAECBAgQIECAAAECBAgQ6GgBAdeOFnceAQIECBAgQIAAAQIECBAgQIAAAQIECBAgQIAAAQIdKSDg2pHaziJAgAABAgQIECBAgAABAgQIECBAgAABAgQIECBAgECBAgKuBUJZRoAAAQIECBAgQIAAAQIECBAgQIAAAQIECBAgQIBAJgUEXDPZNkUTIECAAAECBAgQIECAAAECBAgQIECAAAECBAgQIFDpAgKuld5h9yNAgAABAgQIECBAgAABAgQIECBAgAABAgQIECBQ3QICrtXdf7cnQIAAAQIECBAgQIAAAQIECBAgQIAAAQIECBAgQCClAgKuKW2MsggQIECAAAECBAgQIECAAAECBAgQIECAAAECBAgQKIuAgGtZGG1CgAABAgQIECBAgAABAgQIECBAgAABAgQIECBAgACB8goIuJbX024ECBAgQIAAAQIECBAgQIAAAQIECBAgQIAAAQIECKRLQMA1Xf1QDQECBAgQIECAAAECBAgQIECAAAECBAgQIECAAAECBHICAq4+BAIECBAgQIAAAQIECBAgQIAAAQIECBAgQIAAAQIEKllAwLWSu+tuBAgQIECAAAECBAgQIECAAAECBAgQIECAAAECBAhkVkDANbOtUzgBAgQIECBAgAABAgQIECBAgAABAgQIECBAgAABAgUICLgWgGQJAQIECBAgQIAAAQIECBAgQIAAAQIEUi4wOCJOjIiPRMSAiDgsIt4fEQcZ/pbyzimPAAECBJoTqI2ItyJiZ0S8GBHPR8RPI+LxiNhaLWwCrtXSafckQIAAAQIECBAgQIAAAQIECBAgQIAAAQIECBAgUJ0CAq7V2Xe3JkCAAAECBAgQIECAAAECBAgQIEAg+wJ/FxFnR8SZEdE/+9dxAwIECBAgULDAjohYHxH3RcR/FPxWBhcKuGawaUomQIAAAQIECBAgQIAAAQIECBAgQIAAAQIECBAgQKBgAQHXgqksJECAAAECBAgQIECAAAECBAgQIECAQCoE/jEiZkTEx1NRjSIIECBAgEDnCvwoIhZFxDc7t4z2OV3AtX1c7UqAAAECBAgQIECAAAECBAgQIECAAAECBAgQIECAQDoEBFzT0QdVECBAgAABAgQIECBAgAABAgQIECBAoDWBv4+IfxZsbY3J7wkQIECgSgWSoGvy98nvV9L9BVwrqZvuQoAAAQIECBAgQIAAAQIECBAgQIAAAQIECBAgQIBAYwEBV98EAQIECBAgQIAAAQIECBAgQIAAAQIE0i/wbxFxSXNlHnTQQTF8+PA48cQTY/DgwfGBD3wgDjnkkDj44IPjgANEY9LfXhUSIECAQGOB2traePPNN+OVV16JX/3qV7F169Z4/PHH4+GHH4633nqrJbCFEfH5ShH1d/FK6aR7ECBAgAABAgQIECBAgAABAgQIECBAgAABAgQIECDQlICAq++CAAECBAgQIECAAAECBAgQIECAAAEC6RUYHBF3RMSQpko844wzYvLkyTFmzBhB1vT2UGUECBAgUEaBJPi6Zs2aWL58eWzYsKG5nZ+MiCkRsbWMR3fKVgKuncLuUAIECBAgQIAAAQIECBAgQIAAAQIECBAgQIAAAQIEOkhAwLWDoB1DgAABAgQIECBAgAABAgQIECBAgACBIgVOj4j7IqJn4/fOOeec+MIXvhDHHXdckVtaToAAAQIEKkfgqaeeiq985Stxzz33NHWpPRFxdkR8O8s3FnDNcvfUToAAAQIECBAgQIAAAQIECBAgQIAAAQIECBAgQIBAawICrq0J+T0BAgQIECBAgAABAgQIECBAgAABAgQ6XuAfI2Jl42OPPvro+Nd//dcYOXJkx1fkRAIECBAgkFKBjRs3xhe/+MXYtm1bUxWOj4hvprT0VssScG2VyAICBAgQIECAAAECBAgQIECAAAECBAgQIECAAAECBDIsIOCa4eYpnQABAgQIECBAgAABAgQIECBAgACBihRIJrd+q/HNLrzwwliyZEkccICoS0V23aUIECBAoE0CtbW1MW3atLj99tub2ufTWZ3k6u/6bfosvEyAAAECBAgQIECAAAECBAgQIECAAAECBAgQIECAQMoFBFxT3iDlESBAgAABAgQIECBAgAABAgQIECBQVQKDI+KxiOjZ8Nbz58+PK664oqogXJYAAQIECJQicOONN8bs2bMbv7onIoZGxNZS9uzMdwRcO1Pf2QQIECBAgAABAgQIECBAgAABAgQIECBAgAABAgQItLeAgGt7C9ufAAECBAgQIECAAAECBAgQIECAAAEChQv8Z0QMabh80aJF8bnPfa7wHawkQIAAAQJVLvC1r30tZsyY0VjhyYj426zRCLhmrWPqJUCAAAECBAgQIECAAAECBAgQIECAAAECBAgQIECgGAEB12K0rCVAgAABAgQIECBAgAABAgQIECBAgED7CfxbRFzScHuTW9sP284ECBAgUNkCzUxyXRgRn8/SzQVcs9QttRIgQIAAAQIECBAgQIAAAQIECBAgQIAAAQIECBAgUKyAgGuxYtYTIECAAAECBAgQIECAAAECBAgQIECg/AJ/HxGbGm574YUXxte//vXyn2RHAgQIECBQJQKf/exn4/bbb29822ER8f2sEAi4ZqVT6iRAgAABAgQIECBAgAABAgQIECBAgAABAgQIECBAoBQBAddS1LxDgAABAgQIECBAgAABAgQIECBAgACB8go8EhEfr9vy6KOPjmeeeSYOOECspbzMdiNAgACBahKora2NY489NrZt29bw2j+KiE9kxcE/CWSlU+okQIAAAQIECBAgQIAAAQIECBAgQIAAAQIECBAgQKAUAQHXUtS8Q4AAAQIECBAgQIAAAQIECBAgQIAAgfIJ/GNErGy43QMPPBAjR44s3wl2IkCAAAECVSqwcePGOPXUUxvffnxEfDMLJAKuWeiSGgkQIECAAAECBAgQIECAAAECBAgQIECAAAECBAgQKFVAwLVUOe8RIECAAAECBAgQIECAAAECBAgQIECgPAJ501vPOeecWLFiRXl2tgsBAgQIECAQEydOjHvuuaehRGamuAq4+oAJECBAgAABAgQIECBAgAABAgQIECBAgAABAgQIEKhkAQHXSu6uuxEgQIAAAQIECBAgQIAAAQIECBAgkHaBv4uIxxsW+dOf/jSOO+64tNetPgIECBAgkBmBp556Kj7ykY80rvfEiPiPtF9CwDXtHVIfAQIECBAgQIAAAQIECBAgQIAAAQIECBAgQIAAAQJtERBwbYuedwkQIECAAAECBAgQIECAAAECBAgQINA2gX+LiEvqtjjjjDNi/fr1bdvR2wQIECBAgMB+AmeeeWZs2LCh4c8XRsTn004l4Jr2DqmPAAECBAgQIECAAAECBAgQIECAAAECBAgQIECAAIG2CAi4tkXPuwQIECBAgAABAgQIECBAgAABAgQIEGibwG8ion/dFqtWrYqxY8e2bUdvEyBAgAABAvsJrF69OsaNG9fw5zsi4vC0Uwm4pr1D6iNAgAABAgQIECBAgAABAgQIECBAgAABAgQIECBAoC0CAq5t0fMuAQIECBAgQIAAAQIECBAgQIAAAQIEShcYHBFP171+0EEHxZtvvhkHHCDKUjqpNwkQIECAQNMCtbW1cfDBB8dbb73VcMGHI2Jrms38U0Gau6M2AgQIECBAgAABAgQIECBAgAABAgQIECBAgAABAgTaKiDg2lZB7xMgQIAAAQIECBAgQIAAAQIECBAgQKA0gX+KiMV1r55xxhmxfv360nbyFgECBAgQINCqwJlnnhkbNmxouO6iiPg/rb7YiQsEXDsR39EECBAgQIAAAQIECBAgQIAAAQIECBAgQIAAAQIECLS7gIBruxM7gAABAgQIECBAgAABAgQIECBAgAABAk0K3B4RU+t+M3/+/LjiiitQESBAgAABAu0kcOONN8bs2bMb7r40Ii5sp+PKsq2Aa1kYbUKAAAECBAgQIECAAAECBAgQIECAAAECBAgQIECAQEoFBFxT2hhlESBAgAABAgQIECBAgAABAgQIECBQ8QKPRMTH6275wAMPxMiRIyv+0i5IgAABAgQ6S2Djxo1x6qmnNjz+RxHxic6qp5BzBVwLUbKGAAECBAgQIECAAAECBAgQIECAAAECBAgQIECAAIGsCgi4ZrVz6iZAgAABAgQIECBAgAABAgQIECBAIOsCv4mI/nWX+MUvfhFHHXVU1u+kfgIECBAgkFqB7du3xwc/+MGG9e2IiMNTW3BECLimuTtqI0CAAAECBAgQIECAAAECBAgQIECAAAECBAgQIECgrQICrm0V9D4BAgQIECBAgAABAgQIECBAgAABAgRKE3gzInrWvbp79+7o1atXaTt5iwABAgQIEGhVoKamJt73vvc1XLcnIg5u9cVOXCDg2on4jiZAgAABAgQIECBAgAABAgQIECBAgAABAgQIECBAoN0FBFzbndgBBAgQIECAAAECBAgQIECAAAECBAgQaFJgX8PBbPv27YsDDhBj8a0QIECAAIH2EqitrY0uXbo03L42IvJ+0F5nl7qvfzIoVc57BAgQIECAAAECBAgQIECAAAECBAgQIECAAAECBAhkQUDANQtdUiMBAgQIECBAgAABAgQIECBAgAABApUokIRq6p8kdOMhQIAAAQIE2legiX+ZRKozpKkurn1bZXcCBAgQIECAAAECBAgQIECAAAECBAgQIECAAAECBKpAQMC1CprsigQIECBAgAABAgQIECBAgAABAgQIpFJAwDWVbVEUAQIECFSygIBrJXfX3QgQIECAAAECBAgQIECAAAECBAgQIECAAAECBAgQyJrADyLikxFR9y//vTQibs3aJdRLgAABAgQIECBAgAABAgQIECBAgACBDAoIuGawaUomQIAAgWwLCLhmu3+qJ0CAAAECBAgQIECAAAECBAgQIECAAAECBAgQIECgsgQEXCurn25DgAABAgQIECBAgAABAgQIECBAgEB2BARcs9MrlRIgQIBAhQgIuFZII12DAAECBAgQIECAAAECBAgQIECAAAECBAgQIECAAIGKEBBwrYg2ugQBAgQIECBAgAABAgQIECBAgAABAhkUEHDNYNOUTIAAAQLZFhBwzXb/VE+AAAECBAgQIECAAAECBAgQIECAAAECBAgQIECAQGUJCLhWVj/dhgABAgQIECBAgAABAgQIECBAgACB7AgIuGanVyolQIAAgQoREHCtkEa6BgECBAgQIECAAAECBAgQIECAAAECBAgQIECAAAECFSGwKyL+rMFNZkbErRVxM5cgQI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isgIBrZluncAIECBAgQIAAAQIECBAgQIAAAQIEMi4g4JrxBiqfAAECBLInIOCavZ6pmAABAgQIECBAgAABAgQIECBAgAABAgQIECBAgACByhUQcK3c3roZAQIECBAgQIAAAQIECBAgQIAAAQLpFhBwTXd/VEeAAAECFSgg4FqBTXUlAgQIECBAgAABAgQIECBAgAABAgQIECBAgAABAgQyKyDgmtnWKZwAAQIECBAgQIAAAQIECBAgQIAAgYwLCLhmvIHKJ0CAAIHsCQi4Zq9nKiZAgAABAgQIECBAgAABAgQIECBAgAABAgQIECBAoHIFBFwrt7duRo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isgIBrZluncAIECBAgQIAAAQIECBAgQIAAAQIEMi4g4JrxBiqfAAECBLInIOCavZ6pmAABAgQIECBAgAABAgQIECBAgAABAgQIECBAgACByhUQcK3c3roZAQIECBAgQIAAAQIECBAgQIAAAQLpFhBwTXd/VEeAAAECFSgg4FqBTXUlAgQIECBAgAABAgQIECBAgAABAgQIECBAgAABAgQyKyDgmtnWKZwAAQIECBAgQIAAAQIECBAgQIAAgYwLCLhmvIHKJ0CAAIHsCQi4Zq9nKiZAgAABAgQIECBAgAABAgQIECBAgAABAgQIECBAoHIFBFwrt7duRo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jCFZd+AAAgAElEQVSsgIBrZluncAIECBAgQIAAAQIECBAgQIAAAQIEMi4g4JrxBiqfAAECBLInIOCavZ6pmAABAgQIECBAgAABAgQIECBAgAABAgQIECBAgACByhUQcK3c3roZAQIECBAgQIAAAQIECBAgQIAAAQLpFhBwTXd/VEegQwQeeuiheM973hPHHHNM9O3bN5oI35Wtjtra2ti9e3e8++67eXt26dIlevXqFd26dSvbWTYikFYBAde0dkZdBAgQIECAAAECBAgQIECAAAECBAgQIECAAAECBAhUo4CAazV23Z0JECBAgAABAgQIECBAgAABAgQIEEiDgIBrGrqgBgKdKFBTUxOf+9znYvny5bkq+vfvH/Pnz4+zzz67Xar64Q9/GOedd17s2LEjb//rrrsuZs+enamAa1Lztddem3ePRx99NIYOHdoudjatHAEB18rppZsQIECAAAECBAgQIECAAAECBAgQIECAAAECBAgQIJB9gR9ExCcj4oD/d5VLI+LW7F/LDQgQIECAAAECBAgQIECAAAECBAgQIJB6AQHX1LdIgQTaVyAJmp5zzjnx+OOP5w469NBD41vf+lYMGTKk7Ae/8sorMXXq1PjOd76z39433XRTXHbZZdG1a9eyn9teGwq4tpds5e8r4Fr5PXZDAgQIECBAgAABAgQIECBAgAABAgQIECBAgAABAgSyIyDgmp1eqZQAAQIECBAgQIAAAQIECBAgQIAAgcoSEHCtrH66DYGiBX784x/HKaecEskk1+QZOXJkbprr+9///qL3aumFPXv2xKxZs2Lx4sVNLksmxy5btixOPvnksp7bnpsJuLanbmXvLeBa2f11OwIECBAgQIAAAQIECBAgQIAAAQIECBAgQIAAAQIEsiUg4JqtfqmWAAECBAgQIECAAAECBAgQIECAAIHKERBwrZxeugmBkgSWLFkS06dPr3935syZMX/+/DjwwANL2q+pl9599924+eabY/bs2S3uedppp8XSpUvjkEMOKdvZ7bmRgGt76lb23gKuld1ftyNAgAABAgQIECBAgAABAgQIECBAgAABAgQIECBAIFsCAq7Z6pdqCRAgQIAAAQIECBAgQIAAAQIECBCoHAEB18rppZsQKFrgnXfeyYVOFyxYUP/u3XffHRMnTix6r+ZeqK2tjXvvvTcXoq2bEpusPeGEE+Lcc8+Nm266KXbs2FH/+kUXXZT7Wc+ePctWQ3ttJODaXrKVv6+Aa+X32A0JECBAgAABAgQIECBAgAABAgQIECBAgAABAgQIEMiOwK6I+LMG5c6MiFuzU75KCRAgQIAAAQIECBAgQIAAAQIECBAgkFkBAdfMtq6yC08mfv7qV7+KJ598Mh577LH45S9/mQtBPv/88/UX79u3bwwePDj69+8fH/3oR3OByWOOOaask0crWzli586dMXny5Ni4cWPuqkcddVSsXr06jj322LJd/Yc//GGcd955eSHWpGfLli2LT3ziE7Fw4cK49NJL885LJshefvnl0a1bt7LVkYR516xZEy+++GL9nr17945JkybFwQcfXNI55Q64vvLKK3HffffF22+/XV/PYYcdFmPGjPFdl9Sh9L4k4Jre3qiMAAECBAgQIECAAAECBAgQIECAAAECBAgQIECAAIHqExBwrb6euzEBAgQIECBAgAABAgQIECBAgAABAukQEHBNRx+KquKOO+6IqVOn7vfOLbfcEjNnJv8OyfZ/1q5dmwvdNXx69eoV69ati2HDhpVUwL59++K//uu/4t///d8j2b/hVM9CN0xCr2eeeWZMmTIlF3gtZ0CytRp27dqVOzcxaPwsXbo097u0Pc8880yMHTs2tm/fnivttNNOi+XLl0efPn3KUmpT4dbkO7nttttiwoQJkYT89uzZE7NmzYrFixfXn9l4TTmK+eMf/5j738eSJUvqtxsxYkSsWLEi+vXrV9IR5Q64JgHu8ePHx9atW+vrmTZtWm7Cbo8ePUqq0UvpFBBwTWdfVEWAAAECBAgQIECAAAECBAgQIECAAAECBAgQIECAQHUKCLhWZ9/dmgABAgQIECBAgAABAgQIECBAgACBzhcQcO38HhRdwQsvvJALB27ZsiXv3VGjRkUSfi1XOLG5wpLpkkkgMZm82fAp9fwk2JoEIW+88cZ48MEHi/Zo7oUkvHjFFVfEySefHF26dCnbvs1tlEyaPfXUU6Ompma/JaXatHfRK1eujLPPPrv+mCuvvDKS0GbXrl3bfPQjjzwSn/3sZ/Om7jYXXH3uuefiggsuyPumyx1yFXBtc0ttUEYBAdcyYtqKAAECBAgQIECAAAECBAgQIECAAAECBAgQIECAAAECbRQQcG0joNcJECBAgAABAgQIECBAgAABAgQIECBQooCAa4lwnflacwHTQw89NO6///44/vjj27W8Z599NsaNGxdJKLHhU8qU0t/+9rdxzTXXxF133dUuNSchyYsvvjhmz54dyV+317N3796YN29eLhza1NPW6bZtqfudd96JNWvWxIsvvrjfNkkI9bvf/W79zydNmhRHH310q8d17949F4w95JBD9ltbW1ubCyxPnz49L9yaLJw/f35cfvnlTU7WbWraazKR92tf+1puqmkTgcBW62y4QMC1KC6L21lAwLWdgW1PgAABAgQIECBAgAABAgQIECBAgAABAgQIECBAgACBIgQEXIvAspQAAQIECBAgQIAAAQIECBAgQIAAAQJlFBBwLSNmR261adOmSKaCNp4WmgQsr7766jaHAVu6SzIldurUqXlLBg4cGKtWrYpBgwYVxJCEIJNprZdeeul+IcjmNhgwYED079+//te7d++OH//4xwWdlwRyv/rVr8Zf/MVfFLS+2EXNTdVtuM8ll1wSN910UyTh0I58mgp2tvX8wYMHRzL9NelJwyfp67p16+Kyyy6LHTt25P3uy1/+cu7nzd0/effee+/NBWMbftdJOHjBggVx3nnnNRmMLfQuAq6FSlnXEQICrh2h7AwCBAgQIECAAAECBAgQIECAAAECBAgQIECAAAECBAgUJiDgWpiTVQQIECBAgAABAgQIECBAgAABAgQIECi3gIBruUU7aL9du3bFlClTcmHChs/w4cNz01CTaa7t8bzxxhu5cOvq1avzti8mvNlSCLLhpqeffnpMmDAhPvGJT+QmhXbr1m2/K+3bty9eeeWV2Lx5cy4c+e1vf7vZa1900UW5gGnPnj3LTrN27doYM2ZM/b5JKLNHjx7x6quv1v+s2BBwuYrsqIDru+++G8uWLYuZM2fuF7z+53/+55g1a1bOpKUn6ec999wTSa8ah7cL3aO5/QVcy/VF2accAgKu5VC0BwECBAgQIECAAAECBAgQIECAAAECBAgQIECAAAECBMojIOBaHke7ECBAgAABAgQIECBAgAABAgQIECBAoFgBAddixVKyPgmJJlMtL7/88ryKkmBlEnodNmxYu1T6xBNPxFlnnRUvv/xy/f7FnvnDH/4wN42z8YTPZMNkr+R3SUjyiCOOKGoSbRKO/OlPfxrz5s1rNuiaBFyTKaJdu3Ytm8+ePXtixowZceedd9bvedppp8VJJ50UV155Zd45N998c+5uTYTbylZP4406IuCahFGTCa3z58/f7x7FBlOToOxtt90WV1111X4h12RqcfLdN5zkWyicgGuhUtZ1hICAa0coO4MAAQIECBAgQIAAAQIECBAgQIAAAQIECBAgQIAAAQKFCQi4FuZkFQECBAgQIECAAAECBAgQIECAAAECBMotIOBabtEO3O/ZZ5+NcePGxXPPPZd3ahKqvO6668oa4kwOSEK1119/fcyZMyfvvGKmxia1XnDBBbFly5b9pAYPHhxJAPTv//7v2xQAffvtt+PrX/96XH311fsFJJNgZDJ99m//9m/L1qknn3wyPv3pT+eFfpMeJL0ZP358bN++vf6sYqzKVWDSt927d0cSHK179u7dGzfccEPceuut9T9LgtEf//jHCzq2S5cuuTByMlX317/+dXzhC1/Yb5pw8vtrrrkmPv/5z0f37t0L2rduUUsh1wEDBsSXvvSlGD16dCR1FPoIuBYqZV1HCAi4doSyMwgQIECAAAECBAgQIECAAAECBAgQIECAAAECBAgQIFCYgIBrYU5WESBAgAABAgQIECBAgAABAgQIECBAoNwCAq7lFu3A/ZqbzHniiSfGPffcU9KUy5bKT6a2nnvuufHwww/nLSt0Kmky6TSZXnr77bfvd8wpp5wSixYtiqOOOqosgklActmyZbnzkumiDZ9LLrkkkkmuxYYumyqsuUm69913X5x++un7TXZN9lizZk0unNmZzxtvvBFTp07NhX2Tp5RvJpmY+8ADD+SmCD///PN510nCrcmk1WQabxKCLeVJ9k8cL7744vj973+/3xbJt5hM6z388MML2l7AtSAmizpIQMC1g6AdQ4AAAQIECBAgQIAAAQIECBAgQIAAAQIECBAgQIAAgQIEBFwLQLKEAAECBAgQIECAAAECBAgQIECAAAEC7SAg4NoOqB255dq1a2PMmDH7HdkeIcqHHnookiBqw2fgwIGxatWqGDRoUKvXXrFiRUyaNGm/dSeccEJ84xvfiGSvcj5JoHbWrFmxePHikmturZ6mQr8NTe64445ckLThc/755+fCvD179mxt+3b7/TPPPBNjx46tny47bdq0XCC1R48eBZ352muv5ULCX/nKVwpa35ZFSVg2qevVV1/db5u+ffvG7Nmz4zOf+Uz069evxWMEXNvSBe+WW0DAtdyi9iNAgAABAgQIECBAgAABAgQIECBAgAABAgQIECBAgEDpAgKupdt5kwABAgQIECBAgAABAgQIECBAgAABAm0REHBti14K3m1uqmo5p5Qm13z77bdzYdGFCxfm3brQYGQSTrzwwgtjw4YNee8n4cVkimjj4Gy5aJMg59lnnx3PPfdc3paFTp1trY6mQr+TJ0+Or33ta5Hc7dlnn41x48blnZ9MqU3ufOyxx7a2fbv9fuXKlTmXuue2226LpJetPclU1e9///tx1VVXxU9+8pP9lg8ePDgXnJ0zZ05rWxX8+xEjRsQ111wT1113XXzve99r8r0k6JpM673ooosi+eumHgHXgskt7AABAdcOQHYEAQIECBAgQIAAAQIECBAgQIAAAQIECBAgQIAAAQIEChQQcC0QyjICBAgQIECAAAECBAgQIECAAAECBAiUWUDAtcygHb1dbW1tXH/99fsFCpOgYRJiHDBgQFlKeuGFF2LChAmxZcuWvP0KnRTb3KTZJCg5b9686NatW1nqbLzJu+++G3Pnzo0vf/nLeb8aNWpUJNNV+/TpU/K5zYV+b7nlllzYMnmaClUmPy9XwLaU4vfu3Zv7Xm644Ybc64ceemh861vfiiFDhrS43W9/+9tc0PSuu+5qcl1imkyB/e///u846aSTSimtyXeSgGsy/ffAAw+M+fPnx1e/+tWoqanZb20Sbk2myjY3GVfAtWwtsVEZBARcy4BoCwIECBAgQIAAAQIECBAgQIAAAQIECBAgQIAAAQIECJRJQMC1TJC2IUCAAAECBAgQIECAAAECBAgQIECAQJECAq5FgqVx+RNPPBFnnXVWJNNcGz5Lly6NKVOmlKXkJAw6derUvL2GDx+eCzsmAcmWnj179sSMGTPizjvvzFs2cODAWLVqVQwaNKgsNTa3yaZNmyIJX9aFIpPJqp/61KdyYcnDDz+85LOff/75GD9+fGzdurV+j6amszYV7i3UruTiWnhx586dkUyZ3bhxY27VyJEjY/ny5bmw789+9rP4wx/+kPv5e9/73jjuuOOie/fuuT//z//8T27K6/r16/N2Tzy/+MUvxmWXXZYLlz755JO5Ca/leg477LBccDWpL5kg+8ADD8Tll18eiX/dM3To0Lj77rtb7KeAa7k6Yp9yCAi4lkPRHgQIECBAgAABAgQIECBAgAABAgQIECBAgAABAgQIECiPgIBreRztQoAAAQIECBAgQIAAAQIECBAgQIAAgWIFBFyLFUvh+uYCpOeff34sWrSo2YmWhV6luf0LnULaXAA3mSKaTFft2rVroaWUtC4JdCaByCOPPDKSaaDHHHNM9OjRo6S9Gr7UVOi3KfOXXnopJk6cGJs3b847s9Dpt20utNEGSQD105/+dH0g+sorr4zrrrsu3nnnndzk2SVLluTeqJuc2q9fv/odGodckwnByXdw6qmnRpcuXcpdarP7vfbaa7lzFy9eHH379o1ly5bFySef3OL5Aq4d1h4HFSAg4FoAkiUECBAgQIAAAQIECBAgQIAAAQIECBAgQIAAAQIECBDoIAEB1w6CdgwBAgQIECBAgAABAgQIECBAgAABAgQaCQi4Vsgn0VTYsqlpoqVct3EgMtkjmdp6//33x/HHH9/qlgsWLMhN92z4JFM/k0mcyeTNLD67du3KTcddt25dXvnJFNEkzNrw2bt3b8ybNy8XIm34lCuAXKxfEmCdPn16/WvJRNYzzjgjGgdAmwq4Ji8999xzMWHChBgyZEhcf/31ccghhxRbQlnW19bWxlNPPRXbtm3LmbcWlBZwLQu7TcokIOBaJkjbECBAgAABAgQIECBAgAABAgQIECBAgAABAgQIECBAoAwCAq5lQLQFAQIECBAgQIAAAQIECBAgQIAAAQIEShAQcC0BLY2vvPDCC7nQ4ZYtW/LKu+WWW3JTOUt9khBhElBNJqA2fAoNZ9bU1MTnPve5WL58ed77I0eOzP3s/e9/f6mldep7TU2lPeGEE+Lee++NI444Yr/amlpfTEi4XJdtHPIcPHhwrFy5MpJJrIUGXJNvIplKm9TfkVNb22og4NpWQe+XU0DAtZya9iJAgAABAgQIECBAgAABAgQIECBAgAABAgQIECBAgEDbBARc2+bnbQIECBAgQIAAAQIECBAgQIAAAQIECJQqIOBaqlzK3mtuSuioUaMime7ap0+fkireuXNnTJ48OTZu3Jj3/po1a2L06NGt7vnLX/4yzj777EimwDZ8rrzyytxE09ambrZ6QCcsaM66pTu98cYbMXXq1Fi9enVexXPmzIm5c+d2mEPjIHTDoHKhAddOIK8/8s0334xkSm7imTy9e/eOSZMmxcEHH9xqWQKurRJZ0IECAq4diO0oAgQIECBAgAABAgQIECBAgAABAgQIECBAgAABAgQItCIg4OoTIUCAAAECBAgQIECAAAECBAgQIECAQOcICLh2jnu7nLpp06ZIAq3J1NS6p61TQpvas6VJpY0v9thjj8VJJ520332XLVsW5557brs4tPemO3bsiHPOOScef/zx+qN69eoV69ati2HDhjV7fBI0TkKuDZ9iLMtxrw0bNsSZZ55Zv9Vtt90W06ZNy/252IDr9u3bY+3atSWV1b1791zw+ZBDDinq/ddffz0mTpwYDz74YO69ESNGxIoVK6Jfv36t7tNUwLXVl1KwIOlPMkW5R48eKahGCeUSEHAtl6R9CBAgQIAAAQIECBAgQIAAAQIECBAgQIAAAQIECBAg0HYBAde2G9qBAAECBAgQIECAAAECBAgQIECAAAECpQgIuJailtJ3du3aFVOmTMkFLRs+yaTUq6++OpoIVLV4k2RSaTJh9IYbbshbV8zU0SR8mEzYbPw8+uijMXTo0JRKtlxWEuocM2ZM3qJCJuU+//zzMX78+Ni6dWveu0uXLs31rb2fxv1Mws/f+ta3YsiQIbmjiw24NhdeLuQegwcPjpUrV8aAAQMKWV6/RsC1KC6LUywg4Jri5iiNAAECBAgQIECAAAECBAgQIECAAAECBAgQIECAAIGqExBwrbqWuzABAgQIECBAgAABAgQIECBAgAABAikREHBNSSPKVcaSJUti+vTpedsNHz487rrrrkgCjcU8L7zwQkyYMCG2bNlS/1qxE2GTcO21116bd+wxxxwT3/zmN+Nv/uZviiknFWv37NkTM2bMiDvvvDOvnptvvjlmzpzZYoj47bffjlmzZsXChQvz3i0kHFuOy7/00ku56aebN2/ObTdy5MhYvnx5vP/978/9ubMDrklAO/F58cUXc/Ucf/zxuWD2e9/73vrrC7iW40uwRxoEBFzT0AU1ECBAgAABAgQIECBAgAABAgQIECBAgAABAgQIECBA4E8CAq6+BAIECBAgQIAAAQIECBAgQIAAAQIECHSOgIBr57i326nPPvtsjBs3Lp577rn6M3r16pWb6jps2LCizm1qUunYsWMjmTjau3fvVveqra2NefPm5f7T8Cl1emerB3bAgmeeeSYSg+3bt9efNnDgwFi1alUMGjSo1QoeeuihOOWUU/LWldqfVg9rtGDTpk2RhGlrampyv2k82bezA66Nw6vTpk2LBQsWRI8ePepvIuBabNetT6uAgGtaO6MuAgQIECBAgAABAgQIECBAgAABAgQIECBAgAABAgSqUUDAtRq77s4ECBAgQIAAAQIECBAgQIAAAQIECKRBQMA1DV0oYw3NTQm98sorc4HGrl27FnRac5NKk3DrlClTCtqjcWCy7qURI0bEihUrol+/fgXtk5ZFSWA3CVxefvnleSWdf/75sWjRoujZs2erpb788stx7rnnxsMPP5y3ds6cOTF37tyC+9PqQY0W7N27Nxc0Tr6Buud73/te/MM//EP9n9sacH300Udj6NChzZaW9HzSpEm53zcVcm7vgGti8LOf/Sz+8Ic/FMvX7Pp77rknbr/99rzfL168OJLQcynP7373u1yfGgaomwr6lrK3d9IlIOCarn6ohgABAgQIECBAgAABAgQIECBAgAABAgQIECBAgACB6hYQcK3u/rs9AQIECBAgQIAAAQIECBAgQIAAAQKdJyDg2nn27XZyU1NCTzzxxEjCeP379y/o3KYmwZ5wwglx7733xhFHHFHQHu0VcH3sscfipJNOKqiGlhYVG7RtLpy6Zs2aGD16dEH1NBeSLda2oMMaLGpce1PfQ6UHXIs1K2R9Ehi+9tpr85a2FvRtad/nn38+xo8fH1u3bq1fJuBaSCeyt0bANXs9UzEBAgQIECBAgAABAgQIECBAgAABAgQIECBAgAABApUrIOBaub11MwIECBAgQIAAAQIECBAgQIAAAQIE0i0g4Jru/pRUXVuDmM2FMIudAltpAddNmzbFqFGjoqampr4vxQaHkxeffPLJ+PSnPx1Jnxo+xUzHLfbDaBycTILORx11VHTp0qV+q3379uUmh+7YsSP3s759++Ymrb7nPe/JO+7000+Piy++OBoHjVsLdnb2BNdizQpZX+6A6yuvvBL33XdfJJOY657DDjssxowZEwceeGAhJVmTEQEB14w0SpkECBAgQIAAAQIECBAgQIAAAQIECBAgQIAAAQIECFSFgIBrVbTZJQkQIECAAAECBAgQIECAAAECBAgQSKGAgGsKm9LWkpoLqF5yySVx0003Rffu3Vs8YteuXTFlypRYt25d/bpevXrl/jxs2LCCy3vnnXdi9uzZsWDBgrx3hgwZkgvxHXnkkQXv1XBhZ0xwTQKHs2bNioULF+bVPGfOnJg7d2507dq14Lvs2bMnZsyYEXfeeWfeO0l49o477og+ffoUvFehC5uaDFrou43X/cu//Esk9xZwjSh3wLXUnngvewICrtnrmYoJECBAgAABAgQIECBAgAABAgQIECBAgAABAgQIEKhcAQHXyu2tmxEgQIAAAQIECBAgQIAAAQIECBAgkG4BAdd096fk6pqaEppM41y5cmUMGDCgxX2bmlRaaviyqQBgoXU0V2RnBFybCogmod8HHngghg4dWnSfGk4zrXu5lBBxoQcLuBYqVdw6AdfivKz+/wICrr4GAgQIECBAgAABAgQIECBAgAABAgQIECBAgAABAgQIpEdAwDU9vVAJAQIECBAgQIAAAQIECBAgQIAAAQLVJSDgWqH9bm5K6NKlS3PTWZt79u7dG/PmzctNpmz43HbbbTFt2rSitZYsWRLTp0/Pey8Jcn7ve9+Lj33sY0Xvl7zQGQHXZLLq1KlTS6q3mJcKnbJbzJ7J2o4IuC5evDgGDhzYbGmbN2/OfVvJ01TI+fXXX4+JEyfGgw8+mFuTfG/J9N8ePXrU79l4zYgRIyIJC/fr169YkrKsF3AtC2NVbiLgWpVtd2kCBAgQIECAAAECBAgQIECAAAECBAgQIECAAAECBFIqIOCa0sYoiwABAgQIECBAgAABAgQIECBAgACBihcQcK3gFq9duzbGjBmTd8Pzzz8/Fi1aFD179mzy5jt27IhzzjknHn/88frfJ6HFVatWxaBBg4rWeuihh+KUU07Z77377rsvxo8fX/R+pb7QVBCx0HDkG2+8kQu3rl69utTjC36vLdYFH9LMwj/+8Y8xc+bMSELJydOaT1uCxh0dcE3u9tZbb+Xd/KCDDsoLz5bi114B1/aqt5Q7eqd9BARc28fVrgQIECBAgAABAgQIECBAgAABAgQIECBAgAABAgQIEChFQMC1FDXvECBAgAABAgQIECBAgAABAgQIECBAoO0CAq5tN0ztDk2FVY866qhcUPPYY49tsu6mQrFtmSr6zDPPxNixY2P79u155yXBwKuvvjqaCHm1i2dbAq5PPPFEnHXWWfHyyy+3S22NN7355ptzQdOOsqk7v5IDrsmU10mTJuVR33333bmJsW152ivg2l71tuWu3i2vgIBreT3tRoAAAQIECBAgQIAAAQIECBAgQIAAAQIECBAgQIAAgbYICLi2Rc+7BAgQIECAAAECBAgQIECAAAECBAgQKF1AwLV0u9S/uXfv3pg3b14kIbyGzy233JILUDZ+Ggcck9/36tUr1q1bF8OGDSvpvjt37ozJkyfHxo0b895PQq9Lly6N3r17l7RvsS+VGnBtzrDY84tZP3z48Ljrrrvi0EMPLea1Nq8VcC2eUK6256sAACAASURBVMC1eDNv/ElAwNWXQIAAAQIECBAgQIAAAQIECBAgQIAAAQIECBAgQIAAgfQICLimpxcqIUCAAAECBAgQIECAAAECBAgQIECgugQEXCu8301NHx01alTccccd0adPn7zbP/vsszFu3Lh47rnn6n/e1rBlEhCdM2dO3HDDDXlntTZJttxtKTXg+tJLL+WmfG7evDmvpAsuuCAGDBjQ5jK3bdsWySTRxs+aNWti9OjRbd6/mA3aGnB99NFHY+jQoc0e2XAq6eDBg2PlypV5hq+//nrO+sEHH8ztMW3atFiwYEH06NGjfs/Ga0aMGBHJvv369Wvxqu01EVXAtZgvzNqGAgKuvgcCBAgQIECAAAECBAgQIECAAAECBAgQIECAAAECBAikR0DANT29UAkBAgQIECBAgAABAgQIECBAgAABAtUlIOBa4f3etWtXTJkyJTeFte5JJoPef//9cfzxx+fdfsmSJTF9+vS8n9188825aa9NhLEKltu0aVMkodqampqy711oEaUGXNeuXRtjxozJO2bgwIGxatWqGDRoUKHHN7uuqVBxsripcGebD2tlAwHX4oUFXIs388afBARcfQkECBAgQIAAAQIECBAgQIAAAQIECBAgQIAAAQIECBBIj4CAa3p6oRICBAgQIECAAAECBAgQIECAAAECBKpLQMC1CvqdTGudOnVq3k2TYN7VV19dH7JqKghbriDnzp07Y/LkybFx48a8GpJpn8n00sMPP7zdu1BKwHXPnj0xY8aMuPPOO/PqK2f4tHGotO6gctkXAyvgWozWn9YKuBZv5o0/CQi4+hIIECBAgAABAgQIECBAgAABAgQIECBAgAABAgQIECCQHgEB1/T0QiUECBAgQIAAAQIECBAgQIAAAQIECFSXgIBrFfT7hRdeiAkTJsSWLVvqbzt8+PC46667IpnmmjxPPPFEnHXWWfHyyy/Xrzn//PNj0aJF0bNnzzYrNRWyTTZNAoKzZ8+Obt26tfmMljYoJeDa3HTVNWvWxOjRo8tWb1NTYpPNyzE9t5giBVyL0frTWgHX4s288ScBAVdfAgECBAgQIECAAAECBAgQIECAAAECBAgQIECAAAECBNIjIOCanl6ohAABAgQIECBAgAABAgQIECBAgACB6hIQcK2Cfr/99tsxa9asWLhwYf1te/XqFevWrYthw4ZFbW1tXH/99TFnzpw8jXIGOX/3u9/lprj+4Ac/yDujf//+sWzZsjj55JPbtRPFBlwTkwULFsTll1+eV9cJJ5wQ9957bxxxxBFlq/ell16KiRMnxubNm/P2bBxCLtuBzWzUXMA1+VaSCb+//OUv4+c//3ls3749xo8fH2+99VacdNJJ9bs9+uijkUzlbe5ZsWJFTJo0KffrwYMHx8qVK2PAgAH1y19//fWcw4MPPpj7WVOTchuvGTFiRCT79uvXr0WehmfXLUymByfnteURcG2LXnW/K+Ba3f13ewIECBAgQIAAAQIECBAgQIAAAQIECBAgQIAAAQIE0iUg4JqufqiGAAECBAgQIECAAAECBAgQIECAAIHqERBwrZJeb9q0KUaNGhU1NTX1N04CrXPnzs2FF5Pw6caNG+t/V+5wZRIYTUKGyTmNnyQ0+o1vfCMGDhzYbt0oNuC6c+fO/UyS4i655JK46aabonv37mWrde/evTFv3rzcNNDGTzlDxs0VnPRm9+7dkYRHk2m6q1atyi1Ngq09evSIV199Ne/VunBqYtQw4Lp48eIWe5gEeJN7Jo+Aa8ufT3sFcsv20dqozQICrm0mtAEBAgQIECBAgAABAgQIECBAgAABAgQIECBAgAABAgTKJiDgWjZKGxEgQIAAAQIECBAgQIAAAQIECBAgQKAoAQHXoriyu7ipwObIkSNj+fLl8fzzz8epp56aF35NwpZXX311NBHCKhlhz549MXPmzLj99tv32yOZ/LlkyZIYNGhQyfs39WIS3vz+97+fm8S6devWvCUtTf9sKhCcvLx+/fo444wzylpjstljjz22Xw+Sn59//vmxaNGi6NmzZ8ln7tu3Lxdi/vWvfx1/+MMfYtu2bbkw69NPPx3J9NinnnqqqL2T8PM999wTv/jFL/ICrsVsIuDaspaAazFfUzbXCrhms2+qJkCAAAECBAgQIECAAAECBAgQIECAAAECBAgQIECgMgUEXCuzr25FgAABAgQIECBAgAABAgQIECBAgED6BQRc09+jslSYBD0XLFiQC3rWPcmEzu985zvxk5/8JO/nhx56aNx///1x/PHHl+Xshps899xzccEFF8SWLVv223vAgAFx7bXXxpgxY8oyIfU3v/lN3HzzzbFs2bK88G7dwc0FXN9+++2YNWtWLFy4MK/GT37yk7kptH/5l39ZdpckgDplypRYt25d3t7l6EXdhN6k1+V46tx+/vOfC7hed13um234PProo5EEttvyCLi2RS8b7wq4ZqNPqiRAgAABAgQIECBAgAABAgQIECBAgAABAgQIECBAoDoEBFyro89uSYAAAQIECBAgQIAAAQIECBAgQIBA+gQEXNPXk3ar6Nlnn41x48ZFEjKte6666qrcJM7Vq1fX/6wcU0NbusQjjzwSn/3sZ3OTY5t6Tj/99FzA9O/+7u+iW7duRXm8++67ufslYd7kTjU1Nc2+31zA9YUXXogJEybsF8KdM2dOzJ07N7p27VpUTYUuTmq+7LLL9lve1nP/+Mc/5ibnJhNyi3369u0bybTVgQMHxpFHHhlHH310HHbYYXHUUUfFf/zHf+QFXD/2sY/F+973vmaPeO211+qnxZrg2nInBFyL/VKzt17ANXs9UzEBAgQIECBAgAABAgQIECBAgAABAgQIECBAgAABApUrIOBaub11MwIECBAgQIAAAQIECBAgQIAAAQIE0i0g4Jru/pS1ukKDjmvWrInRo0eX9ezGmyXhyH/6p3+KrVu3NnvOMcccE5MmTYpPfepT8YEPfCB69OjR5No33ngjtm3bFhs3boxVq1Y1G5xt+PIpp5wSN9xwQxx33HHROGh2xx13xNSpU/POSqbdJtNVhw0b1m4uTQWQk8NOOOGEuPfee+OII44o+ezrmpg02nCzJJyaGCdTbx977LHcr5oLANe9l6w76aST6rdpbXJpw9CmgGvLrRRwLflTz8yLAq6ZaZVCCRAgQIAAAQIECBAgQIAAAQIECBAgQIAAAQIECBCoAgEB1yposisSIECAAAECBAgQIECAAAECBAgQIJBKAQHXVLal/Ypau3ZtjBkzptkDyhGmLLT6n//85/HFL34xvv3tbxf0Sv/+/XOTQ7t06ZJbnwR2n3766RantDbeOJlIes011+QmyPbs2XO/c5OwbBJubTjRNlk0fPjwuOuuu+LQQw8tqNZSFrUUQF66dGlMmTKllG1z7ySByauvvjoGDRqUC/V+6EMfyv0nMe3du3fOtPH5HR1wffPNN+Puu++OpAfJk0yKTb7VAw88sP7er7/+ekycODEefPDB3M9aq7HuxfYKjDYVHG4t6FtIE9ur3kLOtqZjBARcO8bZKQQIECBAgAABAgQIECBAgAABAgQIECBAgAABAgQIEChEQMC1ECVrCBAgQIAAAQIECBAgQIAAAQIECBAgUH4BAdfym6Z6x5dffjnOPffcePjhh5usc86cOTF37tzo2rVrh9xjz5498fWvfz2+9KUvxe9///t2OzOZwDpt2rS4+OKLc8HJ5p4nnngizjrrrEicGj5JkDEJiDYRSitrzc0FkEeNGhXJZNk+ffqU9byGm3V2wLWQiwm4TiyEyZoMCAi4ZqBJSiRAgAABAgQIECBAgAABAgQIECBAgAABAgQIECBAoGoEBFyrptUuSoAAAQIECBAgQIAAAQIECBAgQIBAygQEXFPWkPYuZ+/evTFv3rxIApuNn2Q66f333x/HH398e5ex3/4vvvhiLF68OG6//fayBl2TCaXJ5NPzzjuvxWBrUlBzNh3psmPHjjjnnHPi8ccfzzPqiBoEXIv/7E1wLd7MG38SEHD1JRAgQIAAAQIECBAgQIAAAQIECBAgQIAAAQIECBAgQCA9AgKu6emFSggQIECAAAECBAgQIECAAAECBAgQqC4BAdfq6nfuts1NKe2IKaGtcb/66qu5kO3dd98dP/rRj1pb3uTv+/btG6eddlpMmjQpPv7xj0ePHj0K2qe56bYd6dJSALm9p+sKuBb0meQtEnAt3swbfxIQcPUlECBAgAABAgQIECBAgAABAgQIECBAgAABAgQIECBAID0CAq7p6YVKCBAgQIAAAQIECBAgQIAAAQIECBCoLgEB1+rqd6Zuu2vXrti6dWs8+eST8Z//+Z/xu9/9Lp5++umoqampv8dxxx0Xf/7nfx6DBw+OD3/4wzFkyJD4wAc+EN26dcvUXdNQbLUFXJMA9NFHH90m+kceeSS++93v5u0xY8aM+Ku/+qs27btt27ZcyLvhk/x54sSJbdrXy+kREHBNTy9UQoAAAQIECBAgQIAAAQIECBAgQIAAAQIECBAgQIAAAQFX3wABAgQIECBAgAABAgQIECBAgAABAgQ6R0DAtXPcnUogdQJZCLi+9NJLuZDn5s2bc34jRoyIFStWRL9+/Vr0TNYkgdYsPwKuWe7e/rULuFZWP92GAAECBAgQIECAAAECBAgQIECAAAECBAgQIECAAIFsCwi4Zrt/qidAgAABAgQIECBAgAABAgQIECBAILsCAq7Z7Z3KCZRVoD0DrrW1tXH99dfHnDlzcjUnE3dXrlwZAwYMKPgOyR5JUHXy5Mn174wdOzaWLl0avXv3bnEfAdeCmS3sIAEB1w6CdgwBAgQIECBAgAABAgQIECBAgAABAgQIECBAgAABAgQKEBBwLQDJEgIECBAgQIAAAQIECBAgQIAAAQIECLSDgIBrO6DakkAWBcoRcD3xxBNj9+7dsW/fvlzotEuXLrm/fuKJJ+LSSy+NLVu25GiGDBkS9913Xxx55JH1VMl01osvvjjefPPN3M8PO+ywPMatW7fGt7/97aipqan/+cyZM2P+/Plx4IEHtkgu4JrFL7KyaxZwrez+uh0BAgQIECBAgAABAgQIECBAgAABAgQIECBAgAABAtkS+EFEfDIiDoiI5P9MNTMibs3WFVRLgAABAgQIECBAgAABAgQIECBAgACBTAoIuGaybYomUH6BcgRcP/rRj8bs2bNjwYIFLRbY1OTVt956Kz7/+c/nJrIW+qxZsyZGjx7d6vL169fH4sWLW12XlgWvvfZaPPXUU3nl3H333TFx4sS0lKiONgoIuLYR0OsECBAgQIAAAQIECBAgQIAAAQIECBAgQIAAAQIECBAoo4CAaxkxbUWAAAECBAgQIECAAAECBAgQIECAAIEiBARci8CylEAlC5Qj4Dp06NBYsmRJTJ8+vUWq5sKaN9xwQ1x11VUFMY8bNy53Vp8+fQpan6VFTU2cFXDNUgdbr1XAtXUjKwgQIECAAAECBAgQIECAAAECBAgQIECAAAECBAgQINBRAgKuHSXtHAIECBAgQIAAAQIECBAgQIAAAQIECOQLCLj6IggQyAmUK+D64x//OE455ZSoqanZT7ZXr15xzTXX5Ca1du/efb/fr1y5Ms4+++xWO/KZz3wmrr/++jjkkENaXZvFBQKuWexacTULuBbnZTUBAgQIECBAgAABAgQIECBAgAABAgQIECBAgAABAgTaU0DAtT117U2AAAECBAgQIECAAAECBAgQIECAAIHmBQRcfR0ECOQEyhVwTYKtW7dujXfffTdP9j3veU986EMfanHi6s6dO2Pbtm3xv//7v7n/fuedd/L2+OAHPxgf+chH4q//+q+jS5cuOkcgswICrpltncIJECBAgAABAgQIECBAgAABAgQIECBAgAABAgQIEKhAgV0R8WcN7jUzIm6twHu6EgECBAgQIECAAAECBAgQIECAAAECBNImIOCato6oh0AnCdTW1sbu3bvrg6lJgLR3796CpJ3UD8dWtoCAa2X31+0IECBAgAABAgQIECBAgAABAgQIECBAgAABAgQIEMiWgIBrtvqlWgIECBAgQIAAAQIECBAgQIAAAQIEKkdAwLVyeukmBAgQIJARAQHXjDRKmQQIECBAgAABAgQIECBAgAABAgQIECBAgAABAgQIVIWAgGtVtNklCRAgQIAAAQIECBAgQIAAAQIECBBIoYCAawqboiQCBAgQqGwBAdfK7q/bESBAgAABAgQIECBAgAABAgQIECBAgAABAgQIECCQLQEB12z1S7UECBAgQIAAAQIECBAgQIAAAQIECFSOgIBr5fTSTQgQIEAgIwICrhlplDIJECBAgAABAgQIECBAgAABAgQIECBAgAABAgQIEKgKAQHXqmizSxIgQIAAAQIECBAgQIAAAQIECBAgkEIBAdcUNkVJBAgQIFDZAgKuld1ftyNAgAABAgQIECBAgAABAgQIECBAgAABAgQIECBAIFsCAq7Z6pdqCRAgQIAAAQIECBAgQIAAAQIECBCoHAEB18rppZsQIECAQEYEBFwz0ihlEiBAgAABAgQIECBAgAABAgQIECBAgAABAgQIECBQFQICrlXRZpckQIAAAQIECBAgQIAAAQIECBAgQCCFAgKuKWyKkggQIECgsgUEXCu7v25HgAABAgQIECBAgAABAgQIECBAgAABAgQIECBAgEC2BARcs9Uv1RIgQIAAAQIECBAgQIAAAQIECBAgUDkCAq6V00s3IUCAAIGMCAi4ZqRRyiRAgAABAgQIECBAgAABAgQIECBAgAABAgQIECBAoCoEBFyros0uSYAAAQIECBAgQIAAAQIECBAgQIBACgUEXFPYFCURIECAQGULCLhWdn/djgABAgQIECBAgAABAgQIECBAgAABAgQIECBAgACBbAkIuGarX6olQIAAAQIECBAgQIAAAQIECBAgQKByBARcK6eXbkKAAAECGREQcM1Io5RJgAABAgQIECBAgAABAgQIECBAgAABAgQIECBAgEBVCAi4VkWbXZIAAQIECBAgQIAAAQIECBAgQIAAgRQKCLimsClKIkCAAIHKFhBwrez+uh0BAgQIECBAgAABAgQIECBAgAABAgQIECBAgAABAtkSEHDNVr9US4AAAQIECBAgQIAAAQIECBAgQIBA5QgIuFZOL92EAAECBDIiIOCakUYpkwABAgQIECBAgAABAgQIECBAgAABAgQIECBAgACBqhD4QUR8MiIOiIjk/0w1MyJurYqbuyQBAgQIECBAgAABAgQIECBAgAABAgQ6V0DAtXP9nU6AAAECVSgg4FqFTXdlAgQIECBAgAABAgQIECBAgAABAgQIECBAgAABAgRSKyDgmtrWKIwAAQIECBAgQIAAAQIECBAgQIAAgQoXEHCt8Aa7HgECBAikT0DANX09UREBAgQIECBAgAABAgQIECBAgAABAgQIECBAgAABAtUrIOBavb13cwIECBAgQIAAAQIECBAgQIAAAQIEOldAwLVz/Z1OgAABAlUoIOBahU13ZQIECBAgQIAAAQIECBAgQIAAAQIECBAgQIAAAQIEUisg4Jra1iiMAAECBAgQIECAAAECBAgQIECAAIEKFxBwrfAGux4BAgQIpE9AwDV9PVERAQIECBAgQIAAAQIECBAgQIAAAQIECBAgQIAAAQLVK7ArIv6swfVnRsSt1cvh5gQIECBAgAABAgQIECBAgAABAgQIEOgwAQHXDqN2EAECBAgQ+JOAgKsvgQABAgQIECBAgAABAgQIECBAgAABAgQIECBAgAABAukREHBNTy9UQoAAAQIECBAgQIAAAQIECBAgQIBAdQkIuFZXv92WAAECBFIgIOCagiYogQABAgQIECBAgAABAgQIECBAgAABAgQIECBAgAABAv9PQMDVp0CAAAECBAgQIECAAAECBAgQIECAAIHOERBw7Rx3pxIgQIBAFQsIuFZx812dAAECBAgQIECAAAECBAgQIECAAAECBAgQIECAAIHUCQi4pq4lCiJAgAABAgQIECBAgAABAgQIECBAoEoEBFyrpNGuSYAAAQLpERBwTU8vVEKAAAECBAgQIECAAAECBAgQIECAAAECBAgQIECAAAEBV98AAQIECBAgQIAAAQIECBAgQIAAAQIEOkdAwLVz3J1KgAABAlUsIOBaxc13dQIECBAgQIAAAQIECBAgQIAAAQIECBAgQIAAAQIEUicg4Jq6liiIAAECBAgQIECAAAECBAgQIECAAIEqERBwrZJGuyYBAgQIpEdAwDU9vVAJAQIECBAgQIAAAQIECBAgQIAAAQIECBAgQIAAAQIEBFx9AwQIECBAgAABAgQIECBAgAABAgQIEOgcAQHXznF3KgECBAhUsYCAaxU339UJECBAgAABAgQIECBAgAABAgQIECBAgAABAgQIEEidgIBr6lqiIAIECBAgQIAAAQIECBAgQIAAAQIEqkRAwLVKGu2aBAgQIJAeAQHX9PRCJQQIECBAgAABAgQIECBAgAABAgQIECBAgAABAgQIEBBw9Q0QIECAAAECBAgQIECAAAECBAgQIECgcwQEXDvH3akECBAgUMUCAq5V3HxXJ0CAAAECBAgQIECAAAECBAgQIECAAAECBAgQIEAgdQICrqlriYIIECBAgAABAgQIECBAgAABAgQIEKgSAQHXKmm0axIgQIBAegQEXNPTC5UQIECAAAECBAgQIECAAAECBAgQIECAAAECBAgQIEBAwNU3QIAAAQIECBAgQIAAAQIECBAgQIAAgc4R2BcRB9QdvW/fvmgidNM5lTmVAAECBAhUoEBtbW106dKl4c2Sf9lE3g/Sdu36f1BIW2HqIUCAAAECBAgQIECAAAECBAgQIECAAAECBAgQIECAQBkEBFzLgGgLAgQIECBAgAABAgQIECBAgAABAgQIlCDwZkT0rHtv9+7d0atXrxK28QoBAgQIECBQiEBNTU28733va7h0T0QcXMi7nbVGwLWz5J1LgAABAgQIECBAgAABAgQIECBAgAABAgQIECBAgEBHCAi4doSyMwgQIECAAAECBAgQIECAAAECBAgQILC/wG8ion/dj3/xi1/EUUcdxYkAAQIECBBoJ4Ht27fHBz/4wYa774iIw9vpuLJsK+BaFkabECBAgAABAgQIECBAgAABAgQIECBAgAABAgQIECCQUgEB15Q2RlkECBAgQIAAAQIECBAgQIAAAQIECFS8wCMR8fG6Wz7wwAMxcuTIir+0CxIgQIAAgc4S2LhxY5x66qkNj/9RRHyis+op5FwB10KUrCFAgAABAgQIECBAgAABAgQIECBAgAABAgQIECBAIKsCAq5Z7Zy6CRAgQIAAAQIECBAgQIAAAQIECBDIusDtETG17hLz58+PK664Iut3Uj8BAgQIEEitwI033hizZ89uWN/SiLgwtQVHhIBrmrujNgIECBAgQIAAAQIECBAgQIAAAQIECBAgQIAAAQIE2iog4NpWQe8TIECAAAECBAgQIECAAAECBAgQIECgNIF/iojFda+eccYZsX79+tJ28hYBAgQIECDQqsCZZ54ZGzZsaLjuooj4P62+2IkLBFw7Ed/RBAgQIECAAAECBAgQIECAAAECBAgQIECAAAECBAi0u4CAa7sTO4AAAQIECBAgQIAAAQIECBAgQIAAAQJNCgyOiKfrfnPQQQfFm2++GQccIMrieyFAgAABAuUWqK2tjYMPPjjeeuuthlt/OCK2lvuscu7nnwrKqWkvAgQIECBAgAABAgQIECBAgAABAgQIECBAgAABAgTSJiDgmraOqIcAAQIECBAgQIAAAQIECBAgQIAAgWoS+E1E9K+78KpVq2Ls2LHVdH93JUCAAAECHSKwevXqGDduXMOzdkTE4R1yeBsOEXBtA55XCRAgQIAAAQIECBAgQIAAAQIECBAgQIAAAQIECBBIvYCAa+pbpEACBAgQIECAAAECBAgQIECAAAECBCpY4N8i4pK6+51xxhmxfv36Cr6uqxEgQIAAgc4ROPPMM2PDhg0ND18YEZ/vnGoKP1XAtXArKwkQIECAAAECBAgQIECAAAECBAgQIECAAAECBAgQyJ6AgGv2eqZiAgQIECBA4P+yd/fRVtZ13vg/gqmopInNwv4QW43DcjJPyD3ZgKUzkOJUGKKhIOiMD/hT01AzzIyocUTLVFJuSVyjIAipkXg74FOpIY3NrYTZsmLKsBlxygYVH0ZXeH7r2nXOvc85+5x9nf14XXu/rrVczTnn+/D5vj7XhlbH93wJECBAgAABAgQIECBAoHUE/joiNhQf58knn4wxY8a0zgmdhAABAgQINFlg48aNceihh/auYlxE/LDJpZXdXsC1LJEBBAgQIECAAAECBAgQIECAAAECBAgQIECAAAECBAjkWOD7EXFkRHT9bvSzEXFtjs+jdAIECBAgQIAAAQIECBAgQIAAAQIECORN4NGI+EhX0dOnT4/ly5fn7QzqJUCAAAECmRWYMWNGrFixori+H0TERzNbcFFhAq556JIaCRAgQIAAAQIECBAgQIAAAQIECBAgQIAAAQIECBCoVEDAtVI58wgQIECAAAECBAgQIECAAAECBAgQIFAbgU9HxKripdauXRuTJk2qzepWIUCAAAECbSywbt26OOaYY3oLTIuIb+eBRcA1D11SIwECBAgQIECAAAECBAgQIECAAAECBAgQIECAAAEClQoIuFYqZx4BAgQIECBAgAABAgQIECBAgAABAgRqJ9DjFteDDz44nnrqqdhpJ7GW2hFbiQABAgTaTaCzszMOOeSQePrpp4uPnpvbW5Oi/TeBdntrnZcAAQIECBAgQIAAAQIECBAgQIAAAQIECBAgQIBAewkIuLZXv52WAAECBAgQIECAAAECBAgQIECAAIFsCvxtRDxUXNoZZ5wR3/rWt7JZ/4lFywAAIABJREFUraoIECBAgEAOBM4888y46aabelc6ISK+l4PyCyUKuOalU+okQIAAAQIECBAgQIAAAQIECBAgQIAAAQIECBAgQKASgW0RsXfRxDkRcW0lC5lDgAABAgQIECBAgAABAgQIECBAgAABAlUJXBcR5/VaYW5EXJl8rzO5hs5DgAABAgQIpBK48sorY+7c5K/RHs/CiDg/1QIZGSTgmpFGKIMAAQIECBAgQIAAAQIECBAgQIAAAQIECBAgQIAAgboICLjWhdWiBAgQIECAAAECBAgQIECAAAECBAgQqEjg/0bE2F4zz42IGwRcK/I0iQABAgTaUOCGG26Ic89N/vrs8TwREf8rbxwCrnnrmHoJECBAgAABAgQIECBAgAABAgQIECBAgAABAgQIEBiMgIDrYLSMJUCAAAECBAgQIECAAAECBAgQIECAQH0FOiLisYjYo9c2czs7OxfUd2urEyBAgACB/Av0c3PraxExPiI25e2EAq5565h6CRAgQIAAAQIECBAgQIAAAQIECBAgQIAAAQIECBAYjICA62C0jCVAgAABAgQIECBAgAABAgQIECBAgED9BT4REff03uaMM86IxYsXx047ibrUvwV2IECAAIG8CXR2dsbs2bPjpptuKlX6JyPi/+TtTEm9/tbPY9fUTIAAAQIECBAgQIAAAQIECBAgQIAAAQIECBAgQIBAWgEB17RSxhEgQIAAAQIECBAgQIAAAQIECBAgQKBxAp+OiFW9tzv44IPja1/7WkyaNKlxldiJAAECBAhkXGDdunXxuc99Lp5++ulSlU6LiG9n/Aj9lifgmtfOqZsAAQIECBAgQIAAAQIECBAgQIAAAQIECBAgQIAAgTQCAq5plIwhQIAAAQIECBAgQIAAAQIECBAgQIBA4wWSm1xXRsQevbeePn16XHTRRTFmzJjGV2VHAgQIECCQEYGNGzfG17/+9VixYkWpil6LiBPzenNr14EEXDPysimDAAECBAgQIECAAAECBAgQIECAAAECBAgQIECAAIG6CAi41oXVogQIECBAgAABAgQIECBAgAABAgQIEKiJQEdE3BwRY0utNnny5Jg5c2ZMnTo1dtpJBKYm4hYhQIAAgUwLdHZ2xl133RXLli2LNWvW9FfrExFxWkRsyvRhUhTnb/cUSIYQIECAAAECBAgQIECAAAECBAgQIECAAAECBAgQIJBbAQHX3LZO4QQIECBAgAABAgQIECBAgAABAgQItJHAdRFxXn/n3X333WPixIkxbty46OjoiPe9730xcuTI2HPPPQVf2+glcVQCBAi0kkASZH311VfjhRdeiF/+8pexadOm2LBhQzz44IPx+uuvD3TUhRFxfqtYCLi2SiedgwABAgQIECBAgAABAgQIECBAgAABAgQIECBAgACBUgICrt4LAgQIECBAgAABAgQIECBAgAABAgQI5EPgbyPiyxHxkXyUq0oCBAgQINBQgR/86e/J7zV01zpvJuBaZ2DLEyBAgAABAgQIECBAgAABAgQIECBAgAABAgQIECDQVAEB16by25wAAQIECBAgQIAAAQIECBAgQIAAAQKDFvh0RJwr6DpoNxMIECBAoDUFkmDr9RHx7VY8noBrK3bVmQgQIECAAAECBAgQIECAAAECBAgQIECAAAECBAgQ6BIQcPUuECBAgAABAgQIECBAgAABAgQIECBAIJ8Cfx0RJ0bEsRExKp9HUDUBAgQIEKhIYEtE3B0RKyPihxWtkJNJAq45aZQyCRAgQIAAAQIECBAgQIAAAQIECBAgQIAAAQIECBCoSEDAtSI2kwgQIECAAAECBAgQIECAAAECBAgQIJApgY6IGBcRh0bE6IjYPyL2jYjdI0I2JlOtUgwBAgQIpBTojIjXI+LFiHguIn4eEU9GxIaI2JRyjdwP85d47lvoAAQIECBAgAABAgQIECBAgAABAgQIECBAgAABAgQIDCDw/Yg4suhfcPpsRFxLjAABAgQIECBAgAABAgQIECBAgAABAgQIECBAgAABAgSaKyDg2lx/uxMgQIAAAQIECBAgQIAAAQIECBAgQIAAAQIECBAgUF8BAdf6+lqdAAECBAgQIECAAAECBAgQIECAAAECBAgQIECAAAECFQkIuFbEZhIBAgQIECBAgAABAgQIECBAgAABAgQIECBAgAABAjkREHDNSaOUSYAAAQIECBAgQIAAAQIECBAgQIAAAQIECBAgQIBAewkIuLZXv52WAAECBAgQIECAAAECBAgQIECAAAECBAgQIECAQLsJCLi2W8edlwABAgQIECBAgAABAgQIECBAgAABAgQIECBAgACBXAgIuOaiTYokQIAAAQIECBAgQIAAAQIECBAgQIAAAQIECBAgQKBCgW0RsXfR3DkRcW2Fa5lGgAABAgQIECBAgAABAgQIECBAgAABAgQIECBAgAABAjUSEHCtEaRlCBAgQIAAAQIECBAgQIAAAQIECBAgQIAAAQIECBDIpICAaybboigCBAgQIECAAAECBAgQIECAAAECBAgQIECAAAECBNpdQMC13d8A5ydAgAABAgQIECBAgAABAgQIECBAgAABAgQIECDQ2gICrq3dX6cjQIAAAQIECBAgQIAAAQIECBAgQIAAAQIECBAgQCCnAgKuOW2csgkQIECAAAECBAgQIECAAAECBAgQIECAAAECBAgQSCUg4JqKySACBAgQIECAAAECBAgQIECAAAECBAgQIECAAAECBAg0VkDAtbHediNAgAABAgQIECBAgAABAgQIECBAgAABAgQIECBAoLECAq6N9bYbAQIECBAgQIAAAQIECBAgQIAAAQIECBAgQIAAAQIEUgkIuKZiMogAAQIECBAgQIAAAQIECBAgQIAAAQIECBAgQIAAgZwKCLjmtHHKJkCAAAECBAgQIECAAAECBAgQIECAAAECBAgQIECgtQUEXFu7v05HgAABAgQIECBAgAABAgQIECBAgAABAgQIECBAoN0FBFzb/Q1wfgIECBAgQIAAAQIECBAgQIAAAQIECBAgQIAAAQIEMikg4JrJtiiKAAECBAgQIECAAAECBAgQIECAAAECBAgQIECAAIEaCQi41gjSMgQIECBAgAABAgQIECBAgAABAgQIECBAgAABAgQIEKilgIBrLTWtRYAAAQIECBAgQIAAAQIECBAgQIAAAQIECBAgQIBA1gQEXLPWEfUQIECAAAECBAgQIECAAAECBAgQIECAAAECBAgQIEAgIgRcvQYECBAgQIAAAQIECBAgQIAAAQIECBAgQIAAAQIECLSygIBrK3fX2QgQIECAAAECBAgQIECAAAECBAgQIECAAAECBAgQyK2AgGtuW6dwAgQIECBAgAABAgQIECBAgAABAgQIECBAgAABAgRSCAi4pkAyhAABAgQIECBAgAABAgQIECBAgAABAgQIECBAgAABAo0WEHBttLj9CBAgQIAAAQIECBAgQIAAAQIECBAgQIAAAQIECBBopICAayO17UWAAAECBAgQIECAAAECBAgQIECAAAECBAgQIECAAIGUAgKuKaEMI0CAAAECBAgQIECAAAECBAgQIECAAAECBAgQIEAglwICrrlsm6IJECBAgAABAgQIECBAgAABAgQIECBAgAABAgQIEGh1AQHXVu+w8xEgQIAAAQIECBAgQIAAAQIECBAgQIAAAQIECBBobwEB1/buv9MTIECAAAECBAgQIECAAAECBAgQIECAAAECBAgQIJBRAQHXjDZGWQQIECBAgAABAgQIECBAgAABAgQIECBAgAABAgQI1ERAwLUmjBYhQIAAAQIECBAgQIAAAQIECBAgQIAAAQIECBAgQIBAbQUEXGvraTUCBAgQIECAAAECBAgQIECAAAECBAgQIECAAAECBLIlIOCarX6ohgABAgQIECBAgAABAgQIECBAgAABAgQIECBAgAABAgUBAVcvAgECBAgQIECAAAECBAgQIECAAAECBAgQIECAAAECrSwg4NrK3XU2AgQIECBAgAABAgQIECBAgAABAgQIECBAgAABAgRyKyDgmtvWKZwAAQIECBAgQIAAAQIECBAgQIAAAQIECBAgQIAAgRQCAq4pkAwhQIAAAQIECBAgQIAAAQIECBAgQIAAAQIECBAgQIBAowUEXBstbj8CBAgQIECAAAECBAgQIECAAAECBAgQIECAAAECBBopIODaSG17ESBAgAABAgQIECBAgAABAgQIECBAgAABAgQIECBAIKWAgGtKKMMIECBAgAABAgQIECBAgAABAgQIECBAgAABAgQIEMilgIBrLtumaAIECBAgQIAAAQIECBAgQIAAAQIECBAgQIAAAQIEWl1AwLXVO+x8BAgQIECAAAECBAgQIECAAAECBAgQIECAAAECBNpbQMC1vfvv9AQIECBAgAABAgQIECBAgAABAgQIECBAgAABAgQIZFRAwDWjjVEWAQIECBAgQIAAAQIECBAgQIAAAQIECBAgQIAAAQI1ERBwrQmjRQgQIECAAAECBAgQIECAAAECBAgQIECAAAECBAgQIFBbAQHX2npajQABAgQIECBAgAABAgQIECBAgAABAgQIECBAgACBbAkIuGarH6ohQIAAAQIECBAgQIAAAQIECBAgQIAAAQIECBAgQIBAQUDA1YtAgAABAgQIECBAgAABAgQIECBAgAABAgQIECBAgEArCwi4tnJ3nY0AAQIECBAgQIAAAQIECBAgQIAAAQIECBAgQIAAgdwKCLjmtnUKJ0CAAAECBAgQIECAAAECBAgQIECAAAECBAgQIEAghYCAawokQwgQIECAAAECBAgQIECAAAECBAgQIECAAAECBAgQINBoAQHXRovbjwABAgQIECBAgAABAgQIECBAgAABAgQIECBAgACBRgoIuDZS214ECBAgQIAAAQIECBAgQIAAAQIECBAgQIAAAQIECBBIKSDgmhLKMAIECBAgQIAAAQIECBAgQIAAAQIECBAgQIAAAQIEcikg4JrLtimaAAECBAgQIECAAAECBAgQIECAAAECBAgQIECAAIFWFxBwbfUOOx8BAgQIECBAgAABAgQIECBAgAABAgQIECBAgACB9hYQcG3v/js9AQIECBAgQIAAAQIECBAgQIAAAQIECBAgQIAAAQIZFRBwzWhjlEWAAAECBAgQIECAAAECBAgQIECAAAECBAgQIECAQE0EBFxrwmgRAgQIECBAgAABAgQIECBAgAABAgQIECBAgAABAgQI1FZAwLW2nlYjQIAAAQIECBAgQIAAAQIECBAgQIAAAQIECBAgQCBbAgKu2eqHaggQIECAAAECBAgQIECAAAECBAgQIECAAAECBAgQIFAQEHD1IhAgQIAAAQIECBAgQIAAAQIECBAgQIAAAQIECBAg0MoCAq6t3F1nI0CAAAECBAgQIECAAAECBAgQIECAAAECBAgQIEAgtwICrrltncIJECBAgAABAgQIECBAgAABAgQIECBAgAABAgQIEEghIOCaAskQAgQIECBAgAABAgQIECBAgAABAgQIECBAgAABAgQINFpAwLXR4vYjQIAAAQIECBAgQIAAAQIECBAgQIAAAQIECBAgQKCRAgKujdS2FwECBAgQIECAAAECBAgQIECAAAECBAgQIECAAAECBFIKCLimhDKMAAECBAgQIECAAAECBAgQIECAAAECBAgQIECAAIFcCgi45rJtiiZAgAABAgQIECBAgAABAgQIECBAgAABAgQIECBAoNUFBFxbvcPOR4AAAQIECBAgQIAAAQIECBAgQIAAAQIECBAgQKC9BQRc27v/Tk+AAAECBAgQIECAAAECBAgQIECAAAECBAgQIECAQEYFBFwz2hhlESBAgAABAgQIECBAgAABAgQIECBAgAABAgQIECBQEwEB15owWoQAAQIECBAgQIAAAQIECBAgQIAAAQIECBAgQIAAAQK1FRBwra2n1QgQIECAAAECBAgQIECAAAECBAgQIECAAAECBAgQyJbA9yPiyIhIfjfaGRFzIuLabJWoGgIECBAgQIAAAQIECBAgQIAAAQIECBAgQIAAAQIECLSfgIBr+/XciQkQIECAAAECBAgQIECAAAECBAgQIECAAAECBAi0k4CAazt121kJECBAgAABAgQIECBAgAABAgQIECBAgAABAgQIEMiNgIBrblqlUAIECBAgQIAAAQIECBAgQIAAAQIECBAgQIAAAQIEKhAQcK0AzRQCBAgQIECAAAECBAgQIECAAAECBAgQIECAAAECBAjUW0DAtd7C1idAgAABAgQIECBAgAABAgQIECBAgAABAgQIECBAoJkCAq7N1Lc3AQIECBAgQIAAAQIECBAgQIAAAQIECBAgQIAAAQIE+hEQcPVqECBAgAABAgQIECBAgAABAgQIECBAgAABAgQIECDQygLbImLvogPOiYhrW/nAzkaAAAECBAgQIECAAAECBAgQIECAAAECBAgQIECAAIE8CAi45qFLaiRAgAABAgQIECBAgAABAgQIECBAgAABAgQIECBAoFIBAddK5cwjQIAAAQIECBAgQIAAAQIECBAgQIAAAQIECBAgQIBAHQUEXOuIa2kCBAgQIECAAAECBAgQIECAAAECBAgQIECAAAECBJouIODa9BYogAABAgQIECBAgAABAgQIECBAgAABAgQIECBAgAABAn0FBFy9FQQIECBAgAABAgQIECBAgAABAgQIECBAgAABAgQItLKAgGsrd9fZCBAgQIAAAQIECBAgQIAAAQIECBAgQIAAAQIECBDIrYCAa25bp3ACBAgQIECAAAECBAgQIECAAAECBAgQIECAAAECBFIIfD8ijoyIrt+NfjYirk0xzxACBAgQIECAAAECBAgQIECAAAECBAgQIECAAAECBAgQqKOAgGsdcS1NgAABAgQIECBAgAABAgQIECBAgAABAgQIECBAgEDTBQRcm94CBRAgQIAAAQIECBAgQIAAAQIECBAgQIAAAQIECBAgQKCvgICrt4IAAQIECBAgQIAAAQIECBAgQIAAAQIECBAgQIAAgVYWEHBt5e46GwECBAgQIECAAAECBAgQIECAAAECBAgQIECAAAECuRUQcM1t6xROgAABAgQIECBAgAABAgQIECBAgAABAgQIECBAgEAKAQHXFEiGECBAgAABAgQIECBAgAABAgQIECBAgAABAgQIECBAoNECAq6NFrcfAQIECBAgQIAAAQIECBAgQIAAAQIECBAgQIAAAQKNFNgWEXsXbTgnIq5tZAH2IkCAAAECBAgQIECAAAECBAgQIECAAAECBAgQIECAAIG+AgKu3goCBAgQIECAAAECBAgQIECAAAECBAgQIECAAAECBFpZQMC1lbvrbAQIECBAgAABAgQIECBAgAABAgQIECBAgAABAgQI5FZAwDW3rVM4AQIECBAgQIAAAQIECBAgQIAAAQIECBAgQIAAAQIpBARcUyAZQoAAAQIECBAgQIAAAQIECBAgQIAAAQIECBAgQIAAgUYLCLg2Wtx+BAgQIECAAAECBAgQIECAAAECBAgQIECAAAECBAg0UkDAtZHa9iJAgAABAgQIECBAgAABAgQIECBAgAABAgQIECBAgEBKAQHXlFCGESBAgAABAgQIECBAgAABAgQIECBAgAABAgQIECCQS4HvR8SREZH8brQzIuZExLW5PImiywl0RMS4iDg0IkZHxP4RsW9E7P6n/peb7+cECBAgQCBrAsl/d3k9Il6MiOci4ucR8WREbIiITVkrVj0ECBAgQIAAAQIECBAgQIAAAQIECBAYrICA62DFjCdAgAABAgQIECBAgAABAgQIECBAgAABAgQIECBAIE8CAq556tbga/3riDgxIo6NiFGDn24GAQIECBDIrcCWiLg7IlZGxA9zewqFEyBAgAABAgQIECBAgAABAgQIECDQ1gICrm3dfocnQIAAAQIECBAgQIAAAQIECBAgQIAAAQIECBAg0PICAq6t2eJPR8S5EfGR1jyeUxEgQIAAgUEJ/CAiro+Ibw9qlsEECBAgQIAAAQIECBAgQIAAAQIECBBosoCAa5MbYHsCBAgQIECAAAECBAgQIECAAAECBAgQIECAAAECBOoqIOBaV96GL/63EfFlwdaGu9uQAAECBPIhkARdk78nv5ePclVJgAABAgQIECBAgAABAgQIECBAgEC7Cwi4tvsb4PwECBAgQIAAAQIECBAgQIAAAQIECBAgQIAAAQIEWltgW0TsXXTEORFxbWsfuWVPd11EnNff6XbfffeYOHFijBs3Ljo6OuJ973tfjBw5Mvbcc8/YaSe/Gm/Zt8LBCBAg0MICnZ2d8eqrr8YLL7wQv/zlL2PTpk2xYcOGePDBB+P1118f6OQLI+L8FqZxNAIECBAgQIAAAQIECBAgQIAAAQIEWkTAb/FapJGOQYAAAQIECBAgQIAAAQIECBAgQIAAAQIECBAgQIBASQEB1/y/GB0RcXNEjC11lMmTJ8fMmTNj6tSpgqz577UTECBAgEAKgST4etddd8WyZctizZo1/c14IiJOi4hNKZY0hAABAgQIECBAgAABAgQIECBAgAABAk0REHBtCrtNCRAgQIAAAQIECBAgQIAAAQIECBAgQIAAAQIECBBokICAa4Og67TNJyJiZUTs0Xv96dOnx0UXXRRjxoyp09aWJUCAAAEC2RfYuHFjfP3rX48VK1aUKva1iDgxIv5P9k+iQgIECBAgQIAAAQIECBAgQIAAAQIE2lFAwLUdu+7MBAgQIECAAAECBAgQIECAAAECBAgQIECAAAECBNpHQMA1v73+dESs6l3+wQcfHF/72tdi0qRJ+T2ZygkQIECAQI0F1q1bF5/73Ofi6aefLrXytIj4do23tBwBAgQIECBAgAABAgQIECBAgAABAgSqFhBwrZrQAgQIECBAgAABAgQIECBAgAABAgQIECBAgAABAgQIZFjg+xFxZER0/W70sxFxbYbrVdofBZKbW+/pjXHGGWfE4sWLY6ed/Krbi0KAAAECBHoLdHZ2xuzZs+Omm24qhfNJN7l6ZwgQIECAAAECBAgQIECAAAECBAgQyJqA3/plrSPqIUCAAAECBAgQIECAAAECBAgQIECAAAECBAgQIECglgICrrXUbMxaHRHxWETsUbzdggUL4vOf/3xjKrALAQIECBDIscCVV14Zc+fO7X2C1yJifERsyvHRlE6AAAECBAgQIECAAAECBAgQIECAQIsJCLi2WEMdhwABAgQIECBAgAABAgQIECBAgAABAgQIECBAgACBHgICrvl7If5vRIwtLvv666+Pc845J38nUTEBAgQIEGiSwA033BDnnntu792fiIj/1aSSbEuAAAECBAgQIECAAAECBAgQIECAAIE+AgKuXgoCBAgQIECAAAECBAgQIECAAAECBAgQIECAAAECBFpZQMA1X929LiLOKy7Zza35aqBqCRAgQCA7Av3c5LowIs7PTpUqIUCAAAECBAgQIECAAAECBAgQIECgnQUEXNu5+85OgAABAgQIECBAgAABAgQIECBAgAABAgQIECBAoPUFtkXE3kXHnBMR17b+sXN5wr+NiIeKKz/jjDPiW9/6Vi4Po2gCBAgQIJAFgTPPPDNuuumm3qVMiIjvZaE+NRAgQIAAAQIECBAgQIAAAQIECBAg0N4CAq7t3X+nJ0CAAAECBAgQIECAAAECBAgQIECAAAECBAgQINDqAgKu+enwoxHxka5yDz744Hjqqadip538Wjs/LVQpAQIECGRNoLOzMw455JB4+umni0v7QUR8NGu1qocAAQIECBAgQIAAAQIECBAgQIAAgfYT8JvA9uu5ExMgQIAAAQIECBAgQIAAAQIECBAgQIAAAQIECBBoJwEB13x0+9MRsaq41LVr18akSZPyUb0qCRAgQIBAhgXWrVsXxxxzTO8Kp0XEtzNcttIIECBAgAABAgQIECBAgAABAgQIEGgDAQHXNmiyIxIgQIAAAQIECBAgQIAAAQIECBAgQIAAAQIECBBoYwEB13w0v8ftrdOnT4/ly5fno3JVEiBAgACBHAjMmDEjVqxYUVypW1xz0DclEiBAgAABAgQIECBAgAABAgQIEGh1AQHXVu+w8xEgQIAAAQIECBAgQIAAAQIECBAgQIAAAQIECBBobwEB1+z3/68jYkNxmU8++WSMGTMm+5WrkAABAgQI5ERg48aNceihh/audlxE/DAnR1AmAQIECBAgQIAAAQIECBAgQIAAAQItKCDg2oJNdSQCBAgQIECAAAECBAgQIECAAAECBAgQIECAAAECBLoFBFyz/zJcFxHndZU5efLkuPvuu7NftQoJECBAgEDOBI499thYs2ZNcdULI+L8nB1DuQQIECBAgAABAgQIECBAgAABAgQItJCAgGsLNdNRCBAgQIAAAQIECBAgQIAAAQIECBAgQIAAAQIECBDoIyDgmv2X4tcRMaqrzDvuuCOOP/747FetQgIECBAgkDOBO++8M0444YTiqrdExAE5O4ZyCRAgQIAAAQIECBAgQIAAAQIECBBoIQEB1xZqpqMQIECAAAECBAgQIECAAAECBAgQIECAAAECBAgQINBHQMA12y9FR0T8uKvE3XffPV599dXYaSe/ys5221RHgAABAnkU6OzsjD333DNef/314vI/GBGb8ngeNRMgQIAAAQIECBAgQIAAAQIECBAgkH8BvxXMfw+dgAABAgQIECBAgAABAgQIECBAgAABAgQIECBAgACB/gUEXLP9dvx/EbGoq8TJkyfH3Xffne2KVUeAAAECBHIscOyxx8aaNWuKT3B2RPzvHB9J6QQIECBAgAABAgQIECBAgAABAgQI5FhAwDXHzVM6AQIECBAgQIAAAQIECBAgQIAAAQIECBAgQIAAAQJlBQRcyxI1dcBNEXF6VwULFiwa1c4PAAAgAElEQVSIz3/+800tyOYECBAgQKCVBa688sqYO3du8RGXRMQZrXxmZyNAgAABAgQIECBAgAABAgQIECBAILsCAq7Z7Y3KCBAgQIAAAQIECBAgQIAAAQIECBAgQIAAAQIECBCoXkDAtXrDeq7waER8pGuDtWvXxqRJk+q5n7UJECBAgEBbC6xbty6OOeaYYoMfRMRH2xrF4QkQIECAAAECBAgQIECAAAECBAgQaJqAgGvT6G1MgAABAgQIECBAgAABAgQIECBAgAABAgQIECBAgEADBARcG4BcxRa/johRXfN/8YtfxIEHHljFcqYSIECAAAECAwls3rw5/uIv/qJ4yJaIOIAaAQIECBAgQIAAAQIECBAgQIAAAQIEmiEg4NoMdXsSIECAAAECBAgQIECAAAECBAgQIECAAAECBAgQINAoAQHXRklXts+rEbFH19RXXnklhg8fXtlKZhEgQIAAAQJlBbZv3x7vfOc7i8e9FhF7lp1oAAECBAgQIECAAAECBAgQIECAAAECBOogIOBaB1RLEiBAgAABAgQIECBAgAABAgQIECBAgAABAgQIECCQGQEB18y0omQhb0dE9++t33777dhpJ7/GznbLVEeAAAECeRbo7OyMIUOGFB+hMyJ6fCPP51M7AQIECBAgQIAAAQIECBAgQIAAAQL5EvCbwXz1S7UECBAgQIAAAQIECBAgQIAAAQIECBAgQIAAAQIECAxOQMB1cF6NHp2EarqfJHTjIUCAAAECBOorUOL/mYR/h6y+5FYnQIAAAQIECBAgQIAAAQIECBAgQKAfAf/jpFeDAAECBAgQIECAAAECBAgQIECAAAECBAgQIECAAIFWFhBwzXZ3BV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IECBAgMICAgKvXgwABAgQIECBAgAABAgQIECBAgACBrAgIuGalE+ogQIAAAQIECBAgQIAAAQIECBAgQIAAAQIECBAgQKAeAgKu9VCt3ZoCrrWztBIBAgQIEEglIOCaiskgAgQIECBAgAABAgQIECBAgAABAgQaICDg2gBkWxAgQIAAAQIECBAgQIAAAQIECBAgQIAAAQIECBAg0DQBAdem0afaWMA1FZNBBAgQIECgdgICrrWztBIBAgQIECBAgAABAgQIECBAgAABAtUJCLhW52c2AQIECBAgQIAAAQIECBAgQIAAAQIECBAgQIAAAQLZFhBwzXZ/BF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IECBAgMICAgKvXgwABAgQIECBAgAABAgQIECBAgACBrAgIuGalE+ogQIAAAQIECBAgQIAAAQIECBAgQIAAAQIECBAgQKAeAgKu9VCt3ZoCrrWztBIBAgQIEEglIOCaiskgAgQIECBAgAABAgQIECBAgAABAgQaICDg2gBkWxAgQIAAAQIECBAgQIAAAQIECBAgQIAAAQIECBAg0DQBAdem0afaWMA1FZNBBAgQIECgdgICrrWztBIBAgQIECBAgAABAgQIECBAgAABAtUJCLhW52c2AQIECBAgQIAAAQIECBAgQIAAAQIECBAgQIAAAQLZFhBwzXZ/BF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JtJPDAAw/EO97xjvjABz4Q++yzT5QI7tVMo7OzM1555ZX4wx/+0GPNIUOGxPDhw2PnnXeu2V4WIlBPAQHXeupamwABAgQIECBAgAABAgQIECBAgACBwQgIuA5Gy1gCBAgQIECAAAECBAgQIECAAAECBAgQIECAAAECBPImIOCa7Y4JuGa7P6ojkGmB7du3xznnnBPLli0r1Dlq1KhYsGBBnHjiiXWp+5FHHolTTjkltmzZ0mP9r371qzF37txcBVyTmr/0pS/1OMf69etj/PjxdbGzaLYEBFyz1Q/VECBAgAABAgQIECBAgAABAgQIEGhnAQHXdu6+sxMgQIAAAQIECBAgQIAAAQIECBAgQIAAAQIECBBofQEB12z3WMA12/1RHYFMCyRB0+nTp8eGDRsKde63335xzz33xNixY2te9wsvvBCnn3563HvvvX3Wvuqqq+KCCy6IoUOH1nzfei0o4Fov2XysK+Cajz6pkgABAgQIECBAgAABAgQIECBAgEA7CAi4tkOXnZEAAQIECBAgQIAAAQIECBAgQIAAAQIECBAgQIBA+woIuGa79wKu2e6P6ghkWuBf//Vf46ijjorkJtfkmTRpUuE213333bemdb/22mtx8cUXx6JFi0qum9wce+utt8YRRxxR033ruZiAaz11s7+2gGv2e6RCAgQIECBAgAABAgQIECBAgAABAu0iIODaLp12TgIECBAgQIAAAQIECBAgQIAAAQIECBAgQIAAAQLtKSDgmu2+C7hmuz+qI5BpgcWLF8dZZ53VXeOcOXNiwYIFscsuu9Ss7j/84Q9x9dVXx9y5cwdc8+Mf/3gsWbIkRo4cWbO967mQgGs9dbO/toBr9nukQgIECBAgQIAAAQIECBAgQIAAAQLtIiDg2i6ddk4CBAgQIECAAAECBAgQIECAAAECBAgQIECAAAEC7Skg4Jrtvgu4Zrs/qiOQWYG33nqrEDq95pprumu87bbbYsaMGTWrubOzM26//fZCiLbrlthk8cMOOyxmzZoVV111VWzZsqV7v7PPPrvwvT322KNmNdRrIQHXesnmY10B13z0SZUECBAgQIAAAQIECBAgQIAAAQIE2kFAwLUduuyMBAgQIECAAAECBAgQIECAAAECBAgQIECAAAECBNpXQMA1270XcM12f1RHILMCL774YsycOTPWrVtXqPHAAw+MO++8Mw455JCa1fzII4/EKaec0iPEOmrUqLj11lvjox/9aCxcuDA++9nP9tgvuUH2wgsvjJ133rlmdSRh3rvuuiuee+657jX32muvOPnkk2PPPfesaJ9aB1xfeOGFWLlyZbz55pvd9ey///4xderUmt6oW9FhTeojIODqpSBAgAABAgQIECBAgAABAgQIECBAICsCAq5Z6YQ6CBAgQIAAAQIECBAgQIAAAQIECBAgQIAAAQIECBCoh4CAaz1Ua7emgGvtLKta6ec//3lMmzYtNm3a1GOdWt+I2bV4Nfv9/ve/L9zSed9991V15mTymDFj4t3vfne85z3vib/6q7+KQw89ND7wgQ/U9AbOUkHC4sInTZoUy5Yti3333bfq8/S3wM033xynn356v+uvX78+xo8fX3b/5cuXF0KVxU9HR0esWrUqRo8eXXZ+LQc89dRTcfzxx8fmzZsLy3784x8vOL7rXe+qyTalwq3Dhw+PG2+8MU466aRIAoKvvfZaXHzxxbFo0aLuPXuPqUUxb7zxRsyZMycWL17cvdzRRx8dST9GjBhR0Ra1DriW+kzPnj27cMPusGHDKqrRpPoJCLjWz9bKBAgQIECAAAECBAgQIECAAAECBAgMTkDAdXBeRhMgQIAAAQIECBAgQIAAAQIECBAgQIAAAQIECBAgkC8BAdds90vANSP9qSZwWskRqtmvlgHXUrUnAcUpU6bE+eefHx/84AdjyJAhlRyxe065gGuy39q1a1MFTCspJAlhnnvuuXHLLbf0Oz2PAdckVHviiSd2n+mSSy6JxHro0KGVMPWY8+ijj8aZZ54ZyXva9fQXXH3mmWfi7//+7+Pxxx8vO7bSwgRcK5Uzrz8BAVfvBgECBAgQIECAAAECBAgQIECAAAECWREQcM1KJ9RBgAABAgQIECBAgAABAgQIECBAgAABAgQIECBAgEA9BARc+6oeEBG/rgd2BWsKuFaAVo8p1QROK6mnmv3qHXAtPs+sWbNi/vz5ccABycemsqdcwDVZNRlz6aWXFm4FrfXT+6bTUutnNeD61ltvxV133RXPPfdcn7KTEOq//Mu/dH8/uVn24IMPLsu36667FoKxI0eO7DO2s7MzkptbzzrrrB7h1mTgggUL4sILL4ydd965z7xSt73us88+ccMNNxRuRq62rwKuZdtqwCAFBFwHCWY4AQIECBAgQIAAAQIECBAgQIAAAQJ1E6j9b0bqVqqFCRAgQIAAAQIECBAgQIAAAQIECBAgQIAAAQIECBAgMGgBAde+ZMk1jkmwdH4Ggq4CroN+peszoZrAaSUVVbNfIwOuydlGjRoVX/va12Lq1KkV3eaaJuA6adKkWLZsWey7776VcA44Z/HixYXA5kBPVgOupYKd1QJ1dHREcvvr6NGjeyyVhFtXr14dF1xwQWzZsqXHz/7pn/6p8P0kHFvqSebefvvtBeft27d3D0lufb3mmmvilFNOKRmMTXsWAde0UsalFRBwTStlHAECBAgQIECAAAECBAgQIECAAAEC9RYQcK23sPUJECBAgAABAgQIECBAgAABAgQIECBAgAABAgQIEGimgIBrX/3kKsofR8ReEZGEXZsZdBVwbeano2jvagKnlRyhmv0aHXBNzpcEFZOQYxJgLHWD50AGaQKuyfpr166N8ePHV8LZ75wkbHnOOecUwrMDPe0ecP3DH/4Qt956a8yZM6dHQDUx+/KXvxwXX3xxDBs2bEDDt99+O1asWBFnn312xWv0t4GAa00/FhaLKHWrsH+HzJtBgAABAgQIECBAgAABAgQIECBAgEBTBPyPk01htykBAgQIECBAgAABAgQIECBAgAABAgQIECBAgAABAg0SEHAtDf3liJhX9KNmBV0FXBv0QSi3TTWB03Jrl/p5Nfv1F3D9yle+EpdddlnqcpJQYxIAfemll+LHP/5x3HfffXHHHXfEf//3f5dcIwmh3njjjXHSSSeVCof1u2+agGsyORl36aWXDmrtcod94okn4pOf/GRs3bp1wKHtHHBN3oEkvLxgwYI+RmnDrV0Tk3cqeUe+8IUv9Am5TpkypXCba3Ij8GAfAdfBihlfTsANruWE/JwAAQIECBAgQIAAAQIECBAgQIAAgUYJCLg2Sto+BAgQIECAAAECBAgQIECAAAECBAgQIECAAAECBAg0Q0DAtbT63hHx6z/d4lo8otFBVwHXZnwqSuxZTeC0kiNUs1+tAq6l6n7llVfi5ptvjn/8x38sGXRNwonJTZ9HHHFE6mOXCrj+2Z/9WSShxSRc2fVMnDgxli5dGvvtt1/qtcsNTAKVF1xwQblhkdWAa2dnZyQ9SYKjXc+OHTviiiuuiGuvvbb7e6tXr46PfOQjZc+ZDBgyZEjhRt7kJt5f/epXcdFFF0Uyv/hJfv7FL34xzj///Nh1111Trds1aKCQ6+jRowvv1nHHHVeoI+0j4JpWyri0AgKuaaWMI0CAAAECBAgQIECAAAECBAgQIECg3gICrvUWtj4BAgQIECBAgAABAgQIECBAgAABAgQIECBAgAABAs0UEHDtX7/3La7FIxsVdBVwbeano2jvagKnlRyhmv3qGXBNzpKEKjds2BDnnHNObNq0qc/xPv7xj8eSJUti5MiRqY5eKuB6/PHHF0Kb3/3ud7vXSEKVSdBywoQJqdYtN2jbtm1x2mmn9QhvfvrTn45nnnkmfvKTn/SYntWAa6kzvvzyy3H66afHnXfeWfjxuHHjYsWKFYO6GfXtt9+OtWvXxoUXXhjJu1j8JH1IgsGnnHJKIQRbyZOsv3LlyvjMZz5TMig9a9asmD9/fhxwwAGplhdwTcVk0CAEBFwHgWUoAQIECBAgQIAAAQIECBAgQIAAAQJ1FRBwrSuvxQkQIECAAAECBAgQIECAAAECBAgQIECAAAECBAgQaLKAgGv/DejvFtfiGfUOugq4NvkD0rV9NYHTSo5QzX71Drh2neeRRx4phBy3bNnS54jJ7aHnnXdelAiJ9RlbKuA6e/bsOPTQQyP5z+Lnsssui3nz5sXQoUMrYe0x50c/+lF86lOfiq1btxa+n9wMe/nll8d1113XJ7ibp4DrU089FUlAePPmzYVzJYZJIHXYsGGpzH73u9/FVVddFV//+tdTja9mUBKWTer67W9/22eZffbZJ+bOnRv/8A//ECNGjBhwGwHXarpgbikBAVfvBQECBAgQIECAAAECBAgQIECAAAECWREQcM1KJ9RBgAABAgQIECBAgAABAgQIECBAgAABAgQIECBAgEA9BARcB1Yd6BbX4pn1CroKuNbjra9gzWoCpxVsV7g1c9q0aX2ClrfddlvMmDFjwCUbFXBNbnK9/fbb46yzzort27f3qOmwww4r/Oy9731v2eP3F3BN1j311FN7GEycODGWLl1aCKNW8yS1J6HP5IbSricJhV500UWFQGjvm2nzFHBdtWpVnHjiid3nuvHGG/sEhUvZJbeqfu9734svfOEL8W//9m99hnR0dBSCs0nIuFbP0UcfHV/84hcjeQfuv//+kssmQdc5c+bE2WefHcn/XeoRcK1VR6zTJSDg6l0gQIAAAQIECBAgQIAAAQIECBAgQCArAgKuWemEOggQIECAAAECBAgQIECAAAECBAgQIECAAAECBAgQqIeAgOvAqmlucS1eodZBVwHXerz1FaxZTeC0gu1yEXBNzvXmm2/GpZdeGldffXWfYy5ZsiROO+20ssfvL+Ca3KaarL148eLuNZIbP1evXh0TJkwou+5AA7Zt21aoLVmr6/nGN74Rf/d3f1cyWJyXgOuOHTsKAdQrrriicKwkCHzPPffE2LFjB/T6zW9+UwiaJuHhUs+UKVMKgeD/+I//iMMPP7wq++LJScB1+fLlscsuu8SCBQvim9/8Zp+wdDI+Cbcmt8ruscceJfcWcK1ZSyz0JwEBV68CAQIECBAgQIAAAQIECBAgQIAAAQJZERBwzUon1EGAAAECBAgQIECAAAECBAgQIECAAAECBAgQIECAQD0Evh8RR0ZE1+9GPxsR19ZjoxyvmfYW1+IjPhwR8yMi+c9qHgHXavRqOFfAtX/Mn/70p3HCCSfEM88802NQEoq8+eab413veteAnegv4JoEKr/zne/EySef3GN+EuCcN29eDB06tOIOP/bYY3HMMcd0hykPPPDAuPPOO2PXXXfNdcD1xRdfjJkzZ8a6desKNpMmTYply5YVevCTn/wkXnrppcL3d9tttxgzZkzhvMnzX//1X4VbXu++++4epkmg+HOf+1xccMEFhXDpE088UbjhtVbP/vvvXwiuJvUlN8iuXbu2cKtu8nnresaPHx/JzcUHHHBAv9sKuNaqI9bpEhBw9S4QIECAAAECBAgQIECAAAECBAgQIJAVAQHXrHRCHQQIECBAgAABAgQIECBAgAABAgQIECBAgAABAgQI1ENAwLW86mBvcS1esdqgq4Br+f40ZISAa//MvW8N7RqZ9vbQgQKuzz33XJ/A6cSJEws3jSbrV/J0dnZGcjtsEpTtepJQ6A033BDPP/98rgOuSQD1k5/8ZGzdurVwtEsuuSQS37feeivmzJnTfRtu182pI0aM6DboHXIdPXp04WbeJAg8ZMiQSqgrmvO73/2usO+iRYtin332iVtvvTWOOOKIAdcScK2I2qQBBARcvR4ECBAgQIAAAQIECBAgQIAAAQIECGRFQMA1K51QBwECBAgQIECAAAECBAgQIECAAAECBAgQIECAAAEC9RAQcE2nWsktrsUrVxp0FXBN15+6jxJwHZj4gQceiKOOOqrPoBtvvLFwM+hAz0AB1yRYefHFF8fChQu7l0huFV29enVMmDChor73vuU0WWTJkiVx2mmnFW4OnTZtWmzatKnH2uvXr4/kJtFyz/Lly/vcONvR0RGrVq2KJDBa72fx4sVx1llndW+T3Mg6efLk6B0ALRVwTSYlt/CedNJJMXbs2EIIeOTIkfUuueT6SQh548aN8fTTT8eMGTPK3tYr4NqUNrX0pgKuLd1ehyNAgAABAgQIECBAgAABAgQIECCQKwEB11y1S7EECBAgQIAAAQIECBAgQIAAAQIECBAgQIAAAQIECAxSQMA1HVg1t7gW7zDYoKuAa7r+1H2UgOvAxFu2bInp06fHhg0begw8++yzC7dx7rbbbv0uMFDAddiwYfGd73wnpk6d2mN+cvvqvHnzygYfS2360EMPxZQpU2L79u2FHx900EFxxx13xPvf//5cB1x7hzyLg7VpA65JsDS5xTa5HbeRt7ZW+wEWcK1W0PzeAgKu3gkCBAgQIECAAAECBAgQIECAAAECBLIiIOCalU6ogwABAgQIECBAgAABAgQIECBAgAABAgQIECBAgACBeggIuKZXrfYW1+Kd0gZdBVzT96euIwVcB+ZNwqLnnHNOLFu2rMfA/m4KLR5ULuD67LPPFm4Vffzxx7unTZw4MZYuXVoIYg7m2bFjR8yfPz+SPbueU089Na6//vrYY489ch1w7e1UfK60AdfBWNZ67Kuvvhq33XZbvPzyy4Wl99prr8JtuHvuuWfZrQRcyxIZMEgBAddBghlOgAABAgQIECBAgAABAgQIECBAgEDdBARc60ZrYQIECBAgQIAAAQIECBAgQIAAAQIECBAgQIAAAQIEMiAg4Jq+CbW6xbV4x3JBVwHX9P2p60gB14F5k5s/k+Bo8k/xU3yLaH8rlAu4vvnmm3HxxRfHwoULu5cYPnx4rF69OiZMmDCovm/dujVmzZoVDz74YPe8JFQ5Y8aMwtf99Xn9+vUxfvz4snstX768EMocrFoP1/cAACAASURBVEHZhVMMWLNmTRx77LHdI2+88caYPXt24evBBlw3b95cuDm3kmfXXXeNE088MUaOHDmo6b///e8LfbjvvvsK89KEo7s2KBVwHdTmTRqc9Oeaa66J5KZiT7YEBFyz1Q/VECBAgAABAgQIECBAgAABAgQIEGhnAQHXdu6+sxMgQIAAAQIECBAgQIAAAQIECBAgQIAAAQIECBBofQEB18H1uJa3uBbv3F/QVcB1cP2p22gB1/K0ixcvjrPOOqvHwCSIev/998eHP/zhfhcoF3BNJiZhy6lTp/ZY47LLLot58+bF0KFDyxf3pxEPPfRQTJkyJZIbZ5OndwA3rwHX5GbaxOOKK64onCu52faee+6JsWPHFr4ebMD1sccei8MPPzy1a/HANKHmUgsLuFbEbVKdBARc6wRrWQIECBAgQIAAAQIECBAgQIAAAQIEBi0g4DpoMhMIECBAgAABAgQIECBAgAABAgQIECBAgAABAgQIEMiRgIDr4JpVj1tciyvoHXQVcB1cf+o2ur/gY9027Gfh4ttG+9u7d1Cwa9xXvvKVQgiyXk+p20uTvcrdfpom4Prss8/GSSedFI8//nh3+RMnToylS5cWwpxpnt4h0GTOeeedF1dddVUkt44mT14Drs8//3zh9tOHH07+CImYNGlSLFu2LPbdd9/C180OuG7btq1wC+9zzz1XqOdDH/pQXHrppbHbbrt1t07ANc1bbEyjBARcGyVtHwIECBAgQIAAAQIECBAgQIAAAQIEygkIuJYT8nMCBAgQIECAAAECBAgQIECAAAECBAgQIECAAAECBPIssC0iktBm17MpIl7+0xfJ70t7/5P8qJ7f7/odbT336O8Mafce8ieDeva9K+iaBJC7n87OHnnXeu5v7V4CAq7lX4k1a9bEscce22fgypUrY9q0af0ukCbg+uabbxYCkgsXLuxeJ7kddvXq1TFhwoTyxUVE7xBoMumuu+6K4447rnt+XgOuvW+mTUyTAGlXSK/ZAdfe4dXZs2fHNddcE8OGDeu2F3BN9Rob1CABAdcGQduGAAECBAgQIECAAAECBAgQIECAAIGyAgKuZYkMIECAAAECBAgQIECAAAECBAgQIECAAAECBAgQIEAgxwK9A645Pkrrly7g2rweC7iWt3/sscfi8MMP7zOw3K2zaQKuyaKlArTJjbTz5s2LoUOHli3wgQceiKOOOqp73GGHHRa33357vPe97+3+Xh4DrsnNtPPnz4/Eseu5//7742Mf+1j319UGXMvdwlt8e29HR0esWrUqRo8e3b1/vQOuicFPfvKTeOmll8q+B2kHrFixIm666aYewxctWhQHHXRQ2iV6jPvP//zPQp82b97c/f1SQd+KFjep5gICrjUntSABAgQIECBAgAABAgQIECBAgAABAhUKCLhWCGcaAQIECBAgQIAAAQIECBAgQIAAAQIECBAgQIAAAQK5EBBwzUWb/likgGvzmiXgWt6+3gHXLVu2xPTp02PDhg3dxUycODGWLl0a++2334AFvvXWWzF37tzCraFdz5w5c2LBggWxyy67dH8vjwHXrVu3xqxZs+LBBx8snGPcuHGRhDNHjRrVfa5WD7iWfzsHP6JU8Lpc0HegXUq9WwKug+9Lo2YIuDZK2j4ECBAgQIAAAQIECBAgQIAAAQIECJQTEHAtJ+TnBAgQIECAAAECBAgQIECAAAECBAgQIECAAAECBAjkWUDANZvdeyQivhwR3y8uT8C1ec0ScC1v/+ijj8YRRxzRZ2CtbnAtFVIdPnx4rF69OiZMmDBggaXCsXfffXdMnjy5x7w8Blx715wEWw888MAYMmRI99nefvvtws2hiUPy7LPPPpHctPqOd7yjx/k/8YlPxGc+85noHVYuF+xs9g2u5d/OwY+odcD1hRdeiJUrV8abb77ZXcz+++8fU6dO7RGyHnylZtRDQMC1HqrWJECAAAECBAgQIECAAAECBAgQIECgEgEB10rUzCFAgAABAgQIECBAgAABAgQIECBAgAABAgQIECBAIC8CGyPig0XFnhcRT/7p687k0tCif5JvD/R18rPeY0p9L82YWs6r5VpJ7Zsj4oA6Nbgr2PpwkWX3VgKudVJPsWx/wcdy4c0US5ccUs1+v//972PGjBlx33339Vj7K1/5Slx22WWVllR2XnHIsXjw/fffHx/72Mf6nV8qSNjfzZZr1qyJY489tsdayZnmzZsXQ4cO7XeP3vOOPPLISOp9z3ve02NOKwRcyzZqgAFd74iAa0StA67V9MXcxgsIuDbe3I4ECBAgQIAAAQIECBAgQIAAAQIECJQWEHD1ZhAgQIAAAQIECBAgQIAAAQIECBAgQIAAAQIECBAg0MoCyQ2hRxYd8G8ioitc2crnrvRsp0bEP1c6eYB5vYOtXUO7wrmFrwVc6yCfcslqAqcpt+gxrJr9shZwLXf752ACrqVuYp04cWIsXbo09ttvv5LUyY2ZF198cSxcuLD755dcckkhwNg7FCvg+scQtICrgGslf2610hwB11bqprMQIECAAAECBAgQIECAAAECBAgQyLeAgGu++6d6AgQIECBAgAABAgQIECBAgAABAgQIECBAgAABAgQGFhBwHdwb8myNb2/tL9jaVZWA6+D6U7fR1QROKymqmv2aFXAtFVQ98MAD484774xDDjmkX4bBBFx37NhRCGBeccUV3esNHz48Vq9eHRMmTCi5x7PPPhsnnXRSPP7444WfDzRewLV0wHXRokVx0EEH9dvDhx9+OObPn1/4eUdHR6xatSpGjx7dPb73O1nqht7eY44++ujCLbsjRoyo5CNU9Rw3uFZNmOsFBFxz3T7FEyBAgAABAgQIECBAgAABAgQIEGgpAQHXlmqnwxAgQIAAAQIECBAgQIAAAQIECBAgQIAAAQIECBAg0EtAwDX9K1HL21vLBVu7qhJwTd+fuo6sJnBaSWHV7NeMgOv//M//xIUXXhhJELL4GTduXKxYsSJGjRrVL8NgAq7JIg888EAcddRRPdZLQq/z5s3rcyNrMug73/lOTJ06tXv8QDe+5jHgmub9euONN2LOnDmxePHiwvBy4dHeN7im2aNrTKMDrsnZXn/99R4l7r777jFs2LDBlN1nbL0CrvWqt6rDmtxHQMDVS0GAAAECBAgQIECAAAECBAgQIECAQFYEBFyz0gl1ECBAgAABAgQIECBAgAABAgQIECBAgAABAgQIECBQDwEB1/Sqtbi9NW2wtasqAdf0/anryGoCp5UUVs1+zQi4btu2LWbOnBn33ntvj+Mef/zxsWTJkthrr736ZRhswPX555+PGTNmRHJraNfTX2i1d7AzGT9QGFbA9Y+ieQq4Jre8nnzyyT3er9tuu63wjlTz1CvgWq96qzmruX0FBFy9FQQIECBAgAABAgQIECBAgAABAgQIZEVAwDUrnVAHAQIECBAgQIAAAQIECBAgQIAAAQIECBAgQIAAAQL1EBBwTada7e2tgw22dlUl4JquP3UfVU3gtJLiqtmvGQHXp556KpIw6+bNm3sc95JLLokkKDh06NB+GQYbcN2xY0chpHrFFVd0rzl8+PBYvXp1TJgwocc+vR2TcWvXro3x48eXrEfA9Y8sAq5ReG+/9KUv9XhP1q9f3++7k/ZzLuCaVqq54wRcm+tvdwIECBAgQIAAAQIECBAgQIAAAQIE/p+AgKu3gQABAgQIECBAgAABAgQIECBAgAABAgQIECBAgACBVhYQcE3X3Upvb6002NpVlYBruv7UfVQ1gdNKiqtmv2YEXEuF9pJz33333TF58uQBCQYbcE0We+CBB+Koo47qsW6pm1l71zVp0qRYtmxZ7LvvviVrEnD9I0vvgGu5YGexc0dHR6xatSpGjx7dbdz7nZw9e3Zcc801MWzYsH7HHH300ZGsO2LEiAHfn3oFRgVcK/mTq3XmCLi2Ti+dhAABAgQIECBAgAABAgQIECBAgEDeBQRc895B9RMgQIAAAQIECBAgQIAAAQIECBAgQIAAAQIECBAgMJCAgGv596OS21urDbZ2VSXgWr4/DRlRTeC0kgKr2a/RAdfXXnstzj333Ljlllt6HLVU0LGURSUB161bt8asWbPiwQcf7F5y4sSJsXTp0thvv/0K3ytV19VXXx1z5syJEuG1whwB1z9yCri6wbWSP7daaY6Aayt101kIECBAgAABAgQIECBAgAABAgQI5FtAwDXf/VM9AQIECBAgQIAAAQIECBAgQIAAAQIECBAgQIAAAQIDCwi4ln9DBnN7a62CrV1VCbiW709DRlQTOK2kwGr2a3TA9Uc/+lF86lOfiiR0Wvycd955cdVVV8Wuu+46IEElAdcdO3bE/PnzI5nb9QwfPjzWrl0b48ePL3zrpz/9aZxwwgnxzDPPFL5Ogq/f/e5340Mf+lC/9Qi4/pFGwFXAtZI/t1ppjoBrK3XTWQgQIECAAAECBAgQIECAAAECBAjkW0DANd/9Uz0BAgQIECBAgAABAgQIECBAgAABAgQIECBAgAABAgMLCLgO7JP29tZNEfHZiHi4xi+cgGuNQStdrprAaSV7VrNfIwOub7zxRuFG1MWLF/c55l133RXHHXdc2eNXEnBNFn3ooYdiypQpsX379u49krUuvfTSwg2tN998c5x++undP0vGJt9717ve1W9NAq5/pBFwFXAt+8Ft8QECri3eYMcjQIAAAQIECBAgQIAAAQIECBAgkCMBAdccNUupBAgQIECAAAECBAgQIECAAAECBAgQIECAAAECBAgMWkDAdWCycre3bomIL0fELYOWTzdBwDWdU91HVRM4raS4avZrZMB15cqVceaZZ/YImSbnTRMm7XKpNOCa3Bg7a9asePDBB7uJJ02aFMuWLYthw4bFueeeG7fc8v8+mldffXUhjFsiuNY9v90Crsmtt9u2bYt///d/j5/97GexefPmmDZtWrz++utx+OGHd7usX7+++2bcUu/z8uXL4+STTy78qKOjI1atWhWjR4/uHtr7nZw9e3Zcc801hT51Pb3HHH300ZGsO2LEiAE/QsV7dw287bbbYsaMGZV89LrnlHovyzmk2bBe9abZ25j0AgKu6a2MJECAAAECBAgQIECAAAECBAgQIECgvgICrvX1tToBAgQIECBAgAABAgQIECBAgAABAgQIECBAgAABAs0VEHDt33+g21vrHWztqkrAtbmfj+7dqwmcVnKEavZrVMD16aefLtyQ+vjjj/c54mAChpUGXHfs2BHz58+PZH7XkwQ2165dG3vvvXeccMIJ8cwzzxR+tN9++8U999wTY8eOHbAdrRZw7ezsjFdeeSWSd2Lu3Llxxx13FM6fOCXh0t/+9rc9PLrCqS+++GKPgOuiRYvioIMO6tfu4YcfLvQieQRcB/7EC7hW8idi4+cIuDbe3I4ECBAgQIAAAQIECBAgQIAAAQIECJQWEHD1ZhAgQIAAAQIECBAgQIAAAQIECBAgQIAAAQIECBAg0MoCAq79d7fU7a2NCrZ2VSXgmpFPXzWB00qOUM1+9Q64JqHJDRs2xDnnnBObNm3qc7zkVtVvfvOb8c53vjPV0SsNuCaLP/TQQ4XbYrdv3969V3JT61577VUI33Y9xx9/fCxZsqTw/YGevAVc33777cINrL/61a/ipZdeiiR0nPT/xz/+cTz//POxcePGVD3oGjRx4sRYsWJF/OIXv+gRcB3MIgKuA2sJuA7mbWreWAHX5tnbmQABAgQIECBAgAABAgQIECBAgACBngICrt4IAgQIECBAgAABAgQIECBAgAABAgQIECBAgAABAgRaWUDAtXR3e9/e2uhga1dVAq4Z+fRVEzit5AjV7FfPgOvWrVvjuuuui+RGz+JQadcZDzvssPjnf/7nAW/77O1RTcA1uWl05syZsW7duu5l/+Zv/qZwQ+maNWu6v3fjjTfG7Nmzy7YibwHXJNyanP/ee+8te7Y0A44++uhIApg/+9nPBFy/+tX40pe+1INt/fr1MX78+DSU/Y4RcK2Kr2GTBVwbRm0jAgQIECBAgAABAgQIECBAgAABAgTKCAi4ekUIECBAgAABAgQIECBAgAABAgQIECBAgAABAgQIEGhlAQHX0t3tur21WcHWrqoEXDPy6asmcFrJEarZr1YB17feeqsQYv3Nb34Tjz/+eCFEmtyYWirYmpxx1KhRceutt8YRRxwxqCNXE3BNbpO9/PLL47LLLut3zwMPPDDuvPPOOOSQQ8rWlbeA6xtvvBFz5syJxYsXlz1b7wH77LNPJLetHnTQQfHnf/7ncfDBB8f+++8fidcPf/jDHgHXD3/4wwPeyPu73/2u+7ZYN7gO3AoB10G/qk2ZIODaFHabEiBAgAABAgQIECBAgAABAgQIECBQQkDA1WtBgAABAgQIECBAgAABAgQIECBAgAABAgQIECBAgEArCwi49u1ucnvrl//0zy1Nbr6Aa5Mb0LV9NYHTSo5QzX79BVwrqSPtnCTc+o1vfCOmTJkSJYJhAy5TTcA1Wfixxx6LY445pt/g7amnnhrXX3997LHHHmWPk7eAa3KgUn7FB03Cqe973/vi17/+dcEqebpuah0xYkRJk2Tc4Ycf3v2zcjeXFoc2BVwHfs0EXMt+DDMxQMA1E21QBAECBAgQIECAAAECBAgQIECAAAECESHg6jUgQIAAAQIECBAgQIAAAQIECBAgQIAAAQIECBAgQKCVBQRc+3b3yIh4OCNNF3DNSCOqCZxWcoRq9mt0wDUJNN5www0xbty4QYdbE5tqA64vvvhizJw5s3DDbKlnyZIlcdppp6VqQx4Drklg8tJLL433v//9MWbMmPjLv/zLwj9J6HivvfaKIUOGRO+bXhsdcH311Vfjtttui5dffrnQh+Sm2KlTp8Yuu+zS3Zfe7225Grsm1iswWuq9LBf0TfOS1aveNHsbk15AwDW9lZEECBAgQIAAAQIECBAgQIAAAQIECNRXQMC1vr5WJ0CAAAECBAgQIECAAAECBAgQIECAAAECBAgQIECguQICrs31L7e7gGs5oQb9vJrAaSUlVrNfowKuw4cPj7PPPjsuvPDCePe7313JMQtzqg24dnZ2xuWXXx6XXXZZnxoOOuig/5+9+wnVuzrzAP4k0IppVEpnkUWrhaqBEhqNdtGoXXTERphJpGorxnRRJ7Uzjf+gxSAKsxEjFURRhxhnpRVTKyUZ0SycUixalamZW7KZlkI7iyooCEmMoCV3uG8n4SYm957kPe95zzm/TzZT9Nxznufz/ZUuwnduPPfcc6PyZ8qfFguuKXtNu+CaMqOC68YUJmcKCSi4FoL2DAECBAgQIECAAAECBAgQIECAAAECiwoouC5K5AABAgQIECBAgAABAgQIECBAgAABAgQIECBAgAABAg0LKLjWHZ6CayX5jFM4PZ0Vxnlv0gXXlStXxk033RTf/e53R7+Jc9w/4xZc595/880345prrom33377mHFuueWWeOihh+LMM89MGlPB9W9Mr776alx++eVHzRb7zaXzfyvp3G/03blzZ8x9J6fyR8FVwfVUvpdJn1VwnbSw+wkQIECAAAECBAgQIECAAAECBAgQSBVQcE2Vco4AAQIECBAgQIAAAQIECBAgQIAAAQIECBAgQIAAgRYFFFzrTk3BtZJ8ximcns4K47yXq+A69xtaL7roovjc5z4Xa9asibni4qWXXhorVqyIpUuXns5aJ/yZHAXX999/P26++eb4xS9+ccwbTz/9dGzcmF4cVHD9G5+C64l/s/BiRd+U/1LMLwMfOX+q32nKO86MJ6DgOp6fnyZAgAABAgQIECBAgAABAgQIECBAIJ+Agms+SzcRIECAAAECBAgQIECAAAECBAgQIECAAAECBAgQIFCfgIJrfZnMn0jBte58TEegCYEPP/ww7rzzzti+ffto3m9+85sxV7ScKy+f6E/rBde53zC8atWqsbJ55ZVX4sUXXzzmji1btsTnP//5se7dt29fzBVa5/9RcB2LdCI/rOA6EVaXEiBAgAABAgQIECBAgAABAgQIECBwGgIKrqeB5kcIECBAgAABAgQIECBAgAABAgQIECBAgAABAgQIEGhGQMG17qgUXOvOx3QEmhBooeD6l7/8ZfTbdn/1q1+NTBcr4R6BP9FvRG0ilHlDKrjWl5iCa32ZmIgAAQIECBAgQIAAAQIECBAgQIDAUAUUXIeavL0JECBAgAABAgQIECBAgAABAgQIECBAgAABAgQIDENAwbXunBVc687HdASaEJhkwXV2djbuu+++uPfee0cWq1evjp07d8bKlSuTbebumCuqbtq06ejPXHfddfHkk0/GOeecs+A9Cq7JzA6egoCC6ylgOUqAAAECBAgQIECAAAECBAgQIECAwEQFFFwnyutyAgQIECBAgAABAgQIECBAgAABAgQIECBAgAABAgSmLKDgOuUAFnlewbXufExHoAmBHAXXtWvXxv79++Pw4cOj0unSpUtH//nNN9+MO+64I954442RxSWXXBLPPvtsnH/++Udt5n4766233hoHDx4c/fNzzz33GLeZmZl44YUX4sCBA0f/+Z133hnbtm2LT3/60wsaK7g28Qk2N6SCa3ORGZgAAQIECBAgQIAAAQIECBAgQIBAtwIKrt1GazECBAgQIECAAAECBAgQIECAAAECBAgQIECAAAECBCJCwbXuz0DBte58TEegCYEcBdevfvWrsXXr1njooYcW3PlEv3n10KFDcfvtt49+I2vqn+effz6+9a1vLXp8165d8fjjjy96rpYD7777buzdu/eYcZ5++unYuHFjLSOaIyIUXH0GBAgQIECAAAECBAgQIECAAAECBAjUIqDgWksS5iBAgAABAgQIECBAgAABAgQIECBAgAABAgQIECBAYBICCq6TUM13p4JrPks3ERisQI6C62WXXRbbt2+PH/zgBws6nqysef/998fdd9+dlMH1118/euuzn/1s0vmWDp3oN84quNaXoIJrfZmYiAABAgQIECBAgAABAgQIECBAgMBQBRRch5q8vQkQIECAAAECBAgQIECAAAECBAgQIECAAAECBAgMQ0DBte6cFVzrzsd0BJoQyFVwff311+Oqq66KAwcOfGLvs846K+65557Rb2o944wzPvHvd+7cGTfccMOiXt/73vfivvvuixUrVix6tsUDCq5tpKbg2kZOpiRAgAABAgQIECBAgAABAgQIECAwBAEF1yGkbEcCBAgQIECAAAECBAgQIECAAAECBAgQIECAAAECwxVQcK07ewXXuvMxHYEmBHIVXOeKrTMzM/HXv/71mL0/9alPxZe//OUFf+Pqe++9F/v27YuPP/549H8/+uijY+648MILY82aNfGFL3whli5d2oSrIfsVUHDtN1ubESBAgAABAgQIECBAgAABAgQIEGhNQMG1tcTMS4AAAQIECBAgQIAAAQIECBAgQIAAAQIECBAgQIDAqQgouJ6KVvmzCq7lzb1IoDuB2dnZ2L9//9Fi6lyB9JxzzlEk7S5pC+USUHDNJekeAgQIECBAgAABAgQIECBAgAABAgTGFVBwHVfQzxMgQIAAAQIECBAgQIAAAQIECBAgQIAAAQIECBAgULOAgmvN6UQouNadj+kIECBAoEMBBdcOQ7USAQIECBAgQIAAAQIECBAgQIAAgUYFFFwbDc7YBAgQIECAAAECBAgQIECAAAECBAgQIECAAAECBAgkCSi4JjFN7ZCC69ToPUyAAAECQxVQcB1q8vYmQIAAAQIECBAgQIAAAQIECBAgUJ+Agmt9mZiIAAECBAgQIECAAAECBAgQIECAAAECBAgQIECAAIF8Agqu+SwncZOC6yRU3UmAAAECBBYQUHD1eRAgQIAAAQIECBAgQIAAAQIECBAgUIuAgmstSZiDAAECBAgQIECAAAECBAgQIECAAAECBAgQIECAAIFJCCi4TkI1350Krvks3USAAAECBJIEFFyTmBwiQIAAAQIECBAgQIAAAQIECBAgQKCAgIJrAWRPECBAgAABAgQIECBAgAABAgQIECBAgAABAgQIECAwNQEF16nRJz2s4JrE5BABAgQIEMgnoOCaz9JNBAgQIECAAAECBAgQIECAAAECBAiMJ6DgOp6fnyZAgAABAgQIECBAgAABAgQIECBAgAABAgQIECBAoG4BBde681FwrTsf0xEgQIBAhwIKrh2GaiUCBAgQIECAAAECBAgQIECAAAECjQoouDYanLEJECBAgAABAgQIECBAgAABAgQIECBAgAABAgQIEEgSUHBNYpraIQXXqdF7mAABAgSGKqDgOtTk7U2AAAECBAgQIECAAAECBAgQIECgPgEF1/oyMREBAgQIECBAgAABAgQIECBAgAABAgQIECBAgAABAvkEFFzzWU7iJgXXSai6kwABAgQILCCg4OrzIECAAAECBAgQIECAAAECBAgQIECgFgEF11qSMAcBAgQIECBAgAABAgQIECBAgAABAgQIECBAgAABApMQUHCdhGq+OxVc81m6iQABAgQIJAkouCYxOUSAAAECBAgQIECAAAECBAgQIECAQAEBBdcCyJ4gQIAAAQIECBAgQIAAAQIECBAgQIAAAQIECBAgQGBqAgquU6NPeljBNYnJIQIECBAgkE9AwTWfpZsIECBAgAABAgQIECBAgAABAgQIEBhPQMF1PD8/TYAAAQIECBAgQIAAAQIECBAgQIAAAQIECBAgQIBA3QIKrnXno+Badz6mI0CAAIEOBRRcOwzVSgQIECBAgAABAgQIECBAgAABAgQaFVBwbTQ4YxMgQIAAAQIECBAgQIAAAQIECBAgQIAAAQIECBAgkCSg4JrENLVDCq5To/cwAQIECAxVQMF1qMnbmwABAgQIECBAgAABAgQIECBAgEB9Agqu9WViIgIECBAgQIAAAQIECBAgQIAA4TzNLgAAIABJREFUAQIECBAgQIAAAQIE8gkouOaznMRNCq6TUHUnAQIECBBYQEDB1edBgAABAgQIECBAgAABAgQIECBAgEAtAgqutSRhDgIECBAgQIAAAQIECBAgQIAAAQIECBAgQIAAAQIEJiGg4DoJ1Xx3Krjms3QTAQIECBBIElBwTWJyiAABAgQIECBAgAABAgQIECBAgACBAgIKrgWQPUGAAAECBAgQIECAAAECBAgQIECAAAECBAgQIECAwNQEFFynRp/0sIJrEpNDBAgQIEAgn4CCaz5LNxEgQIAAAQIECBAgQIAAAQIECBAgMJ6Agut4fn6aAAECBAgQIECAAAECBAgQIECAAAECBAgQIECAAIG6BRRc685HwbXufExHgAABAh0KKLh2GKqVCBAgQIAAAQIECBAgQIAAAQIECDQqoODaaHDGJkCAAAECBAgQIECAAAECBAgQIECAAAECBAgQIEAgSUDBNYlpaocUXKdG72ECBAgQGKqAgutQk7c3AQIECBAgQIAAAQIECBAgQIAAgfoEFFzry8REBAgQIECAAAECBAgQIECAAAECBAgQIECAAAECBAjkE1BwzWc5iZsUXCeh6k4CBAgQILCAgIKrz4MAAQIECBAgQIAAAQIECBAgQIAAgVoEFFxrScIcBAgQIECAAAECBAgQIECAAAECBAgQIECAAAECBAhMQkDBdRKq+e5UcM1n6SYCBAgQIJAkoOCaxOQQAQIECBAgQIAAAQIECBAgQIAAAQIFBBRcCyB7ggABAgQIECBAgAABAgQIECBAgAABAgQIECBAgACBqQkouE6NPulhBdckJocIECBAgEA+AQXXfJZuIkCAAAECBAgQIECAAAECBAgQIEBgPAEF1/H8/DQBAgQIECBAgAABAgQIECBAgAABAgQIECBAgAABAnULKLjWnY+Ca935mI4AAQIEOhRQcO0wVCsRIECAAAECBAgQIECAAAECBAgQaFRAwbXR4IxNgAABAgQIECBAgAABAgQIECBAgAABAgQIECBAgECSgIJrEtPUDim4To3ewwQIECAwVAEF16Emb28CBAgQIECAAAECBAgQIECAAAEC9QkouNaXiYkIECBAgAABAgQIECBAgAABAgQIECBAgAABAgQIEMgnoOCaz3ISNym4TkLVnQQIECBAYAEBBVefBwECBAgQIECAAAECBAgQIECAAAECtQgouNaShDkIECBAgAABAgQIECBAgAABAgQIECBAgAABAgQIEJiEgILrJFTz3angms/STQQIECBAIElAwTWJySECBAgQIECAAAECBAgQIECAAAECBAoIKLgWQPYEAQIECBAgQIAAAQIECBAgQIAAAQIECBAgQIAAAQJTE1BwnRp90sMKrklMDhEgQIAAgXwCCq75LN1EgAABAgQIECBAgAABAgQIECBAgMB4Agqu4/n5aQIECBAgQIAAAQIECBAgQIAAAQIECBAgQIAAAQIE6hZQcK07n8MRcfTvrQ8fPhwnKN3UvYHpCBAgQIBAQwKzs7OxdOnS+RPP/T+bOOYfNLSOUQkQIECAAAECBAgQIECAAAECBAgQaFxAwbXxAI1PgAABAgQIECBAgAABAgQIECBAgAABAgQIECBAgMCCAgqudX8gByPiM0dG3L9/f5x11ll1T2w6AgQIECDQsMCBAwfi7LPPnr/BBxGxvOGVjE6AAAECBAgQIECAAAECBAgQIECAQMMCCq4Nh2d0AgQIECBAgAABAgQIECBAgAABAgQIECBAgAABAgQWFVBwXZRoqgf+FBHnHZng97//fVxwwQVTHcjjBAgQIECgZ4E//OEPceGFF85f8c8R8cWed7YbAQIECBAgQIAAAQIECBAgQIAAAQL1Cii41puNyQgQIECAAAECBAgQIECAAAECBAgQIECAAAECBAgQGF9AwXV8w0ne8EpEXHHkgZdeeinWrVs3yffcTYAAAQIEBi2wZ8+euPrqq+cb/Doivj5oFMsTIECAAAECBAgQIECAAAECBAgQIDA1AQXXqdF7mAABAgQIECBAgAABAgQIECBAgAABAgQIECBAgACBAgIKrgWQx3hiR0T805Gf37ZtW9x1111jXOdHCRAgQIAAgYUEHnjggdi6dev8I09GxGZqBAgQIECAAAECBAgQIECAAAECBAgQmIaAgus01L1JgAABAgQIECBAgAABAgQIECBAgAABAgQIECBAgEApAQXXUtKn984/R8TjR350/fr1sWvXrtO7yU8RIECAAAECiwps2LAhdu/ePf/cv0TEvy36gw4QIECAAAECBAgQIECAAAECBAgQIEBgAgIKrhNAdSUBAgQIECBAgAABAgQIECBAgAABAgQIECBAgAABAtUIKLhWE8UJB1kdEf995N8sW7YsDh48GEuW+KvsumMzHQECBAi0KDA7OxvLly+PQ4cOzR//ooiYaXEfMxMgQIAAAQIECBAgQIAAAQIECBAg0L6AvxVsP0MbECBAgAABAgQIECBAgAABAgQIECBAgAABAgQIECBwcgEF1/q/jj9FxHlHxnzuuefiuuuuq39qExIgQIAAgcYEfv7zn8f1118/f+o/R8QXG1vDuAQIECBAgAABAgQIECBAgAABAgQIdCSg4NpRmFYhQIAAAQIECBAgQIAAAQIECBAgQIAAAQIECBAgQOATAgqu9X8UD0fEbUfGXL9+fezatav+qU1IgAABAgQaE9iwYUPs3r17/tSPRMTtja1hXAIECBAgQIAAAQIECBAgQIAAAQIEOhJQcO0oTKsQIECAAAECBAgQIECAAAECBAgQIECAAAECBAgQIPAJAQXX+j+Kr0XEa/PHfOutt+Liiy+uf3ITEiBAgACBRgT27t0ba9asOX7atRHxm0ZWMCYBAgQIECBAgAABAgQIECBAgAABAh0KKLh2GKqVCBAgQIAAAQIECBAgQIAAAQIECBAgQIAAAQIECBA4KqDg2sbH8EpEXHFk1BtvvDF++tOftjG5KQkQIECAQAMCGzdujGeeeWb+pL+OiK83MLoRCRAgQIAAAQIECBAgQIAAAQIECBDoWEDBteNwrUaAAAECBAgQIECAAAECBAgQIECAAAECBAgQIECAQCi4tvERfDsids4f9aWXXop169a1Mb0pCRAgQIBAxQJ79uyJq6+++vgJvxMRP6t4bKMRIECAAAECBAgQIECAAAECBAgQIDAAAQXXAYRsRQIECBAgQIAAAQIECBAgQIAAAQIECBAgQIAAAQIDFlBwbSf8Y36L66pVq+J3v/tdLFnir7XbidCkBAgQIFCbwOzsbHzlK1+Jffv2zR/Nb2+tLSjzECBAgAABAgQIECBAgAABAgQIEBiogL8JHGjw1iZAgAABAgQIECBAgAABAgQIECBAgAABAgQIECAwEAEF13aC/kZE/Of8cTdv3hxPPPFEOxuYlAABAgQIVCbw/e9/P3bs2HH8VH8fEb+sbFTjECBAgAABAgQIECBAgAABAgQIECAwQAEF1wGGbmUCBAgQIECAAAECBAgQIECAAAECBAgQIECAAAECAxJQcG0r7Icj4rb5I2/bti3uuuuutrYwLQECBAgQqEDggQceiK1btx4/ySMRcXsF4xmBAAECBAgQIECAAAECBAgQIECAAAECoeDqIyBAgAABAgQIECBAgAABAgQIECBAgAABAgQIECBAoGcBBdf20v2viLhk/tiPPvpo/PCHP2xvExMTIECAAIEpCTz22GOxZcuW41//bURcOqWRPEuAAAECBAgQIECAAAECBAgQIECAAIFPCCi4+igIECBAgAABAgQIECBAgAABAgQIECBAgAABAgQIEOhZQMG1vXRXR8SrEfGZ+aP7Ta7tBWliAgQIEJiOwEl+c+sHEXFZRMxMZyqvEiBAgAABAgQIECBAgAABAgQIECBA4JMCCq6+CgIECBAgQIAAAQIECBAgQIAAAQIECBAgQIAAAQIEehZQcG0z3X+IiP84fvTNmzfH9u3bY8kSf9XdZqymJkCAAIFJCszOzsYtt9wSO3bsONEz/xgRL0zyfXcTIECAAAECBAgQIECAAAECBAgQIEDgVAX8rd+pijlPgAABAgQIECBAgAABAgQIECBAgAABAgQIECBAgEBLAgquLaV17Kzfjoidx4+/atWq+MlPfhLr1q1rdzOTEyBAgACBzAJ79uyJH//4x7Fv374T3fydiPhZ5iddR4AAAQIECBAgQIAAAQIECBAgQIAAgbEFFFzHJnQBAQIECBAgQIAAAQIECBAgQIAAAQIECBAgQIAAAQIVCyi4VhxOwmhzv8n12Yj4zPFnb7zxxvjRj34UF198ccI1jhAgQIAAgT4F9u7dGw8++GA888wzJ1rwg4i4wW9u7TN7WxEgQIAAAQIECBAgQIAAAQIECBDoQUDBtYcU7UCAAAECBAgQIECAAAECBAgQIECAAAECBAgQIECAwMkEFFzb/zZWR8S/R8QlJ1pl/fr1sWnTprj22mtjyRJ/Bd5+3DYgQIAAgcUEZmdn4/nnn4+nnnoqdu/efbLjv42ImyNiZrH7/HsCBAgQIECAAAECBAgQIECAAAECBAhMS8Df7k1L3rsECBAgQIAAAQIECBAgQIAAAQIECBAgQIAAAQIECJQQUHAtoVzmjYcj4raTPbVs2bK48sorY+3atbF69er40pe+FCtWrIjly5crvpbJxysECBAgkFlgrsh68ODBeOedd+KPf/xjzMzMxGuvvRYvv/xyHDp0aKHXHomI2zOP4zoCBAgQIECAAAECBAgQIECAAAECBAhkF1BwzU7qQgIECBAgQIAAAQIECBAgQIAAAQIECBAgQIAAAQIEKhJQcK0ojAyjfCMi/jUirshwlysIECBAgEBvAr/+//+d/GVvi9mHAAECBAgQIECAAAECBAgQIECAAIE+BRRc+8zVVgQIECBAgAABAgQIECBAgAABAgQIECBAgAABAgQI/E1AwbXPL+HbEbFF0bXPcG1FgAABAqcsMFdsfTQifnbKP+kHCBAgQIAAAQIECBAgQIAAAQIECBAgMEUBBdcp4nuaAAECBAgQIECAAAECBAgQIECAAAECBAgQIECAAIGJCyi4Tpx4qg98LSJuiIgNEXHeVCfxOAECBAgQKCvw54jYFRHPRsRvyj7tNQIECBAgQIAAAQIECBAgQIAAAQIECOQRUHDN4+gWAgQIECBAgAABAgQIECBAgAABAgQIECBAgAABAgTqFFBwrTOXSUy1OiLWRsSaiFgZEedGxN9FxLKI8HfjkxB3JwECBAhMWmA2Ig5FxHsR8b8R8T8R8VZEvBYRM5N+3P0ECBAgQIAAAQIECBAgQIAAAQIECBCYtIC/xJu0sPsJECBAgAABAgQIECBAgAABAgQIECBAgAABAgQIEJimgILrNPW9TYAAAQIECBAgQIAAAQIECBAgQIAAAQIECBAgQIAAgZMIKLj6N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AgQIECgSQEF1yZjMzQBAgQIECBAgAABAgQIECBAgAABAgQIECBAgAABAr0LKLj2nrD9CBAgQIAAAQIECBAgQIAAAQIECBAgQIAAAQIECAxbQMF12PnbngABAgQIECBAgAABAgQIECBAgAABAgQIECBAgACBSgUUXCsNxlgECBAgQIAAAQIECBAgQIAAAQIECBAgQIAAAQIECGQRUHDNwugSAgQIECBAgAABAgQIECBAgAABAgQIECBAgAABAgQI5BVQcM3r6TYCBAgQIECAAAECBAgQIECAAAECBAgQIECAAAECBOoSUHCtKw/TECBAgAABAgQIECBAgAABAgQIECBAgAABAgQIECBAYCSg4OpDIECAAAECBAgQIECAAAECBAgQIECAAAECBAgQIECgZwEF157TtRsBAgQIECBAgAABAgQIECBAgAABAgQIECBAgAABAs0KKLg2G53BCRAgQIAAAQIECBAgQIAAAQIECBAgQIAAAQIECBBIEFBwTUByhAABAgQIECBAgAABAgQIECBAgAABAgQIECBAgAABAqUFFFxLi3uPAAECBAgQIECAAAECBAgQIECAAAECBAgQIECAAIGSAgquJbW9RYAAAQIECBAgQIAAAQIECBAgQIAAAQIECBAgQIAAgUQBBddEKMcIECBAgAABAgQIECBAgAABAgQIECBAgAABAgQIEGhSQMG1ydgMTYAAAQIECBAgQIAAAQIECBAgQIAAAQIECBAgQIBA7wIKrr0nbD8CBAgQIECAAAECBAgQIECAAAECBAgQIECAAAECwxZQcB12/rYnQIAAAQIECBAgQIAAAQIECBAgQIAAAQIECBAgQKBSAQXXSoMxFgECBAgQIECAAAECBAgQIECAAAECBAgQIECAAAECWQQUXLMwuoQAAQIECBAgQIAAAQIECBAgQIAAAQIECBAgQIAAAQJ5BRRc83q6jQABAgQIECBAgAABAgQIECBAgAABAgQIECBAgACBugQUXOvKwzQECBAgQIAAAQIECBAgQIAAAQIECBAgQIAAAQIECBAYCSi4+hAIECBAgAABAgQIECBAgAABAgQIECBAgAABAgQIEOhZQMG153TtRoAAAQIECBAgQIAAAQIECBAgQIAAAQIECBAgQIBAswIKrs1GZ3ACBAgQIECAAAECBAgQIECAAAECBAgQIECAAAECBBIEFFwTkBwhQIAAAQIECBAgQIAAAQIECBAgQIAAAQIECBAgQIBAaQEF19Li3iNAgAABAgQIECBAgAABAgQIECBAgAABAgQIECBAoKSAgmtJbW8RIECAAAECBAgQIECAAAECBAgQIECAAAECBAgQIEAgUUDBNRHKMQIECBAgQIAAAQIECBAgQIAAAQIECBAgQIAAAQIEmhRQcG0yNkMTIECAAAECBAgQIECAAAECBAgQIECAAAECBAgQINC7gIJr7wnbjwABAgQIECBAgAABAgQIECBAgAABAgQIECBAgMCwBRRch52/7QkQIECAAAECBAgQIECAAAECBAgQIECAAAECBAgQqFRAwbXSYIxFgAABAgQIECBAgAABAgQIECBAgAABAgQIECBAgEAWAQXXLIwuIUCAAAECBAgQIECAAAECBAgQIECAAAECBAgQIECAQF4BBde8nm4jQIAAAQIECBAgQIAAAQIECBAgQIAAAQIECBAgQKAuAQXXuvIwDQECBAgQIECAAAECBAgQIECAAAECBAgQIECAAAECBEYCCq4+BAIECBAgQIAAAQIECBAgQIAAAQIECBAgQIAAAQIEehZQcO05XbsRIECAAAECBAgQIECAAAECBAgQIECAAAECBAgQINCsgIJrs9EZnAABAgQIECBAgAABAgQIECBAgAABAgQIECBAgACBBAEF1wQkRwgQIECAAAECBAgQIECAAAECBAgQIECAAAECBAgQIFBaQMG1tLj3CBAgQIAAAQIECBAgQIAAAQIECBAgQIAAAQIECBAoKaDgWlLbWwQIECBAgAABAgQIECBAgAABAgQIECBAgAABAgQIEEgUUHBNhHKMAAECBAgQIECAAAECBAgQIECAAAECBAgQIECAAIEmBRRcm4zN0AQIECBAgAABAgQIECBAgAABAgQIECBAgAABAgQI9C6g4Np7wvYjQIAAAQIECBAgQIAAAQIECBAgQIAAAQIECBAgMGwBBddh5297AgQIECBAgAABAgQIECBAgAABAgQIECBAgAABAgQqFVBwrTQYYxEgQIAAAQIECBAgQIAAAQIECBAgQIAAAQIECBAgkEVAwTULo0sIECBAgAABAgQIECBAgAABAgQIECBAgAABAgQIECCQV0DBNa+n2wgQIECAAAECBAgQIECAAAECBAgQIECAAAECBAgQqEtAwbWuPExDgAABAgQIECBAgAABAgQIECBAgAABAgQIECBAgACBkYCCqw+BAAECBAgQIECAAAECBAgQIECAAAECBAgQIECAAIGeBRRce07XbgQIECBAgAABAgQIECBAgAABAgQIECBAgAABAgQINCug4NpsdAYnQIAAAQIECBAgQIAAAQIECBAgQIAAAQIECBAgQCBBQME1AckRAgQIECBAgAABAgQIECBAgAABAgQIECBAgAABAgQIlBZQcC0t7j0CBAgQIECAAAECBAgQIECAAAECBAgQIECAAAECBEoKKLiW1PYWAQIECBAgQIAAAQIECBAgQIAAAQIECBAgQIAAAQIEEgUUXBOhHCNAgAABAgQIECBAgAABAgQIECBAgAABAgQIECBAoEkBBdcmYzM0AQIECBAgQIAAAQIECBAgQIAAAQIECBAgQIAAAQK9Cyi49p6w/QgQIECAAAECBAgQIECAAAECBAgQIECAAAECBAgMW0DBddj5254AAQIECBAgQIAAAQIECBAgQIAAAQIECBAgQIAAgUoFFFwrDcZYBAgQIECAAAECBAgQIECAAAECBAgQIECAAAECBAhkEVBwzcLoEgIECBAgQIAAAQIECBAgQIAAAQIECBAgQIAAAQIECOQVUHDN6+k2AgQIECBAgAABAgQIECBAgAABAgQIECBAgAABAgTqElBwrSsP0xAgQIAAAQIECBAgQIAAAQIECBAgQIAAAQIECBAgQGAkoODqQyBAgAABAgQIECBAgAABAgQIECBAgAABAgQIECBAoGcBBdee07UbAQIECBAgQIAAAQIECBAgQIAAAQIECBAgQIAAAQLNCii4NhudwQkQIECAAAECBAgQIECAAAECBAgQIECAAAECBAgQSBBQcE1AcoQAAQIECBAgQIAAAQIECBAgQIAAAQIECBAgQIAAAQKlBRRcS4t7jwABAgQIECBAgAABAgQIECBAgAABAgQIECBAgACBkgIKriW1vUWAAAECBAgQIECAAAECBAgQIECAAAECBAgQIECAAIFEAQXXRCjHCBAgQIAAAQIECBAgQIAAAQIECBAgQIAAAQIECBBoUkDBtcnYDE2AAAECBAgQIECAAAECBAgQIECAAAECBAgQIECAQO8CCq69J2w/AgQIECBAgAABAgQIECBAgAABAgQIECBAgAABAsMWUHAddv62J0CAAAECBAgQIECAAAECBAgQIECAAAECBAgQIECgUgEF10qDMRYBAgQIECBAgAABAgQIECBAgAABAgQIECBAgAABAlkEFFyzMLqEAAECBAgQIECAAAECBAgQIECAAAECBAgQIECAAAECeQUUXPN6uo0AAQIECBAgQIAAAQIECBAgQIAAAQI1dxfsAAAgAElEQVQECBAgQIAAgboEFFzrysM0BAgQIECAAAECBAgQIECAAAECBAgQIECAAAECBAgQGAkouPoQCBAgQIAAAQIECBAgQIAAAQIECBAgQIAAAQIECBDoWUDBted07UaAAAECBAgQIECAAAECBAgQIECAAAECBAgQIECAQLMCCq7NRmdwAgQIECBAgAABAgQIECBAgAABAgQIECBAgAABAgQSBBRcE5AcIUCAAAECBAgQIECAAAECBAgQIECAAAECBAgQIECAQGkBBdfS4t4jQIAAAQIECBAgQIAAAQIECBAgQIAAAQIECBAgQKCkgIJrSW1vESBAgAABAgQIECBAgAABAgQIECBAgAABAgQIECBAIFFAwTURyjECBAgQIECAAAECBAgQIECAAAECBAgQIECAAAECBJoUUHBtMjZDEyBAgAABAgQIECBAgAABAgQIECBAgAABAgQIECDQu4CCa+8J248AAQIECBAgQIAAAQIECBAgQIAAAQIECBAgQIDAsAUUXIedv+0JECBAgAABAgQIECBAgAABAgQIECBAgAABAgQIEKhUQMG10mCMRYAAAQIECBAgQIAAAQIECBAgQIAAAQIECBAgQIBAFgEF1yyMLiFAgAABAgQIECBAgAABAgQIECBAgAABAgQIECBAgEBeAQXXvJ5uI0CAAAECBAgQIECAAAECBAgQIECAAAECBAgQIECgLgEF17ryMA0BAgQIECBAgAABAgQIECBAgAABAgQIECBAgAABAgRGAgquPgQCBAgQIECAAAECBAgQIECAAAECBAgQIECAAAECBHoWUHDtOV27ESBAgAABAgQIECBAgAABAgQIECBAgAABAgQIECDQrICCa7PRGZwAAQIECBAgQIAAAQIECBAgQIAAAQIECBAgQIAAgQQBBdcEJEcIECBAgAABAgQIECBAgAABAgQIECBAgAABAgQIECBQWkDBtbS49wgQIECAAAECBAgQIECAAAECBAgQIECAAAECBAgQKCmg4FpS21sECBAgQIAAAQIECBAgQIAAAQIECBAgQIAAAQIECBBIFFBwTYRyjAABAgQIECBAgAABAgQIECBAgAABAgQIECBAgACBJgUUXJuMzdAECBAgQIAAAQIECBAgQIAAAQIECBAgQIAAAQIECPQuoODae8L2I0CAAAECBAgQIECAAAECBAgQIECAAAECBAgQIDBsAQXXYedvewIECBAgQIAAAQIECBAgQIAAAQIECBAgQIAAAQIEKhVQcK00GGMRIECAAAECBAgQIECAAAECBAgQIECAAAECBAgQIJBFQME1C6NLCBAgQIAAAQIECBAgQIAAAQIECBAgQIAAAQIECBAgkFdAwTWvp9sIECBAgAABAgQIECBAgAABAgQIECBAgAABAgQIEKhLQMG1rjxMQ4AAAQIECBAgQIAAAQIECBAgQIAAAQIECBAgQIAAgZGAgqsPgQABAgQIECBAgAABAgQIECBAgAABAgQIECBAgACBngUUXHtO124ECBAgQIAAAQIECBAgQIAAAQIECBAgQIAAAQIECDQroODabHQGJ0CAAAECBAgQIECAAAECBAgQIECAAAECBAgQIEAgQUDBNQHJEQIECBAgQIAAAQIECBAgQIAAAQIECBAgQIAAAQIECJQWUHAtLe49AgQIECBAgAABAgQIECBAgAABAgQIECBAgAABAgRKCii4ltT2FgECBAgQIECAAAECBAgQIECAAAECBAgQIECAAAECBBIFFFwToRwjQIAAAQIECBAgQIAAAQIECBAgQIAAAQIECBAgQKBJAQXXJmMzNAECBAgQIECAAAECBAgQIECAAAECBAgQIECAAAECvQsouPaesP0IECBAgAABAgQIECBAgAABAgQIECBAgAABAgQIDFtAwXXY+dueAAECBAgQIECAAAECBAgQIECAAAECBAgQIECAAIFKBRRcKw3GWAQIECBAgAABAgQIECBAgAABAgQIECBAgAABAgQIZBFQcM3C6BICBAgQIECAAAECBAgQIECAAAECBAgQIECAAAECBAjkFVBwzevpNgIECBAgQIAAAQIECBAgQIAAAQIECBAgQIAAAQIE6hJQcK0rD9MQIECAAAECBAgQIECAAAECBAgQIECAAAECBAgQIEBgJKDg6kMgQIAAAQIECBAgQIAAAQIECBAgQIAAAQIECBAgQKBnAQXXntO1GwECBAgQIECAAAECBAgQIECAAAECBAgQIECAAAECzQoouDYbncEJECBAgAABAgQIECBAgAABAgQIECBAgAABAgQIEEgQUHBNQHKEAAECBAgQIECAAAECBAgQIECAAAECBAgQIECAAAECpQUUXEuLe48AAQIECBAgQIAAAQIECBAgQIAAAQIECBAgQIAAgZICCq4ltb1FgAABAgQIECBAgAABAgQIECBAgAABAgQIECBAgACBRAEF10QoxwgQIECAAAECBAgQIECAAAECBAgQIECAAAECBAgQaFJAwbXJ2AxNgAABAgQIECBAgAABAgQIECBAgAABAgQIECBAgEDvAgquvSdsPwIECBAgQIAAAQIECBAgQIAAAQIECBAgQIAAAQLDFlBwHXb+tidAgAABAgQIECBAgAABAgQIECBAgAABAgQIECBAoFIBBddKgzEWAQIECBAgQIAAAQIECBAgQIAAAQIECBAgQIAAAQJZBBRcszC6hAABAgQIECBAgAABAgQIECBAgAABAgQIECBAgAABAnkFFFzzerqNAAECBAgQIECAAAECBAgQIECAAAECBAgQIECAAIG6BBRc68rDNAQIECBAgAABAgQIECBAgAABAgQIECBAgAABAgQIEBgJKLj6E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AgQIECgSQEF1yZjMzQBAgQIECBAgAABAgQIECBAgAABAgQIECBAgAABAr0LKLj2nrD9CBAgQIAAAQIECBAgQIAAAQIECBAgQIAAAQIECAxbQMF12PnbngABAgQIECBAgAABAgQIECBAgAABAgQIECBAgACBSgUUXCsNxlgECBAgQIAAAQIECBAgQIAAAQIECBAgQIAAAQIECGQRUHDNwugSAgQIECBAgAABAgQIECBAgAABAgQIECBAgAABAgQI5BVQcM3r6TYCBAgQIECAAAECBAgQIECAAAECBAgQIECAAAECBOoSUHCtKw/TECBAgAABAgQIECBAgAABAgQIECBAgAABAgQIECBAYCSg4OpDIECAAAECBAgQIECAAAECBAgQIECAAAECBAgQIECgZwEF157TtRsBAgQIECBAgAABAgQIECBAgAABAgQIECBAgAABAs0KKLg2G53BCRAgQIAAAQIECBAgQIAAAQIECBAgQIAAAQIECBBIEFBwTUByhAABAgQIECBAgAABAgQIECBAgAABAgQIECBAgAABAqUFFFxLi3uPAAECBAgQIECAAAECBAgQIECAAAECBAgQIECAAIGSAgquJbW9RYAAAQIECBAgQIAAAQIECBAgQIAAAQIECBAgQIAAgUQBBddEKMcIECBAgAABAgQIECBAgAABAgQIECBAgAABAgQIEGhSQMG1ydgMTYAAAQIECBAgQIAAAQIECBAgQIAAAQIECBAgQIBA7wIKrr0nbD8CBAgQIECAAAECBAgQIECAAAECBAgQIECAAAECwxZQcB12/rYnQIAAAQIECBAgQIAAAQIECBAgQIAAAQIECBAgQKBSAQXXSoMxFgECBAgQIECAAAECBAgQIECAAAECBAgQIECAAAECWQQUXLMwuoQAAQIECBAgQIAAAQIECBAgQIAAAQIECBAgQIAAAQJ5BRRc83q6jQABAgQIECBAgAABAgQIECBAgAABAgQIECBAgACBugQUXOvKwzQECBAgQIAAAQIECBAgQIAAAQIECBAgQIAAAQIECBAYCSi4+hAIECBAgAABAgQIECBAgAABAgQIECBAgAABAgQIEOhZQMG153TtRoAAAQIECBAgQIAAAQIECBAgQIAAAQIECBAgQIBAswIKrs1GZ3ACBAgQIECAAAECBAgQIECAAAECBAgQIECAAAECBBIEFFwTkBwhQIAAAQIECBAgQIAAAQIECBAgQIAAAQIECBAgQIBAaQEF19Li3iNAgAABAgQIECBAgAABAgQIECBAgAABAgQIECBAoKSAgmtJbW8RIECAAAECBAgQIECAAAECBAgQIECAAAECBAgQIEAgUUDBNRHKMQIECBAgQIAAAQIECBAgQIAAAQIECBAgQIAAAQIEmhRQcG0yNkMTIECAAAECBAgQIECAAAECBAgQIECAAAECBAgQINC7gIJr7wnbjwABAgQIECBAgAABAgQIECBAgAABAgQIECBAgMCwBRRch52/7QkQIECAAAECBAgQIECAAAECBAgQIECAAAECBAgQqFRAwbXSYIxFgAABAgQIECBAgAABAgQIECBAgAABAgQIECBAgEAWAQXXLIwuIUCAAAECBAgQIECAAAECBAgQIECAAAECBAgQIECAQF4BBde8nm4jQIAAAQIECBAgQIAAAQIECBAgQIAAAQIECBAgQKAuAQXXuvIwDQECBAgQIECAAAECBAgQIECAAAECBAgQIECAAAECBEYCCq4+BAIECBAgQIAAAQIECBAgQIAAAQIECBAgQIAAAQIEehZQcO05XbsRIECAAAECBAgQIECAAAECBAgQIECAAAECBAgQINCsgIJrs9EZnAABAgQIECBAgAABAgQIECBAgAABAgQIECBAgACBBAEF1wQkRwgQIECAAAECBAgQIECAAAECBAgQIECAAAECBAgQIFBaQMG1tLj3CBAgQIAAAQIECBAgQIAAAQIECBAgQIAAAQIECBAoKaDgWlLbWwQIECBAgAABAgQIECBAgAABAgQIECBAgAABAgQIEEgUUHBNhHKMAAECBAgQIECAAAECBAgQIECAAAECBAgQIECAAIEmBRRcm4zN0AQIECBAgAABAgQIECBAgAABAgQIECBAgAABAgQI9C6g4Np7wvYjQIAAAQIECBAgQIAAAQIECBAgQIAAAQIECBAgMGwBBddh5297AgQIECBAgAABAgQIECBAgAABAgQIECBAgAABAgQqFVBwrTQYYxEgQIAAAQIECBAgQIAAAQIECBAgQIAAAQIECBAgkEVAwTULo0sIECBAgAABAgQIECBAgAABAgQIECBAgAABAgQIECCQV0DBNa+n2wgQIECAAAECBAgQIECAAAECBAgQIECAAAECBAgQqEtAwbWuPExDgAABAgQIECBAgAABAgQIECBAgAABAgQIECBAgACBkYCCqw+BAAECBAgQIECAAAECBAgQIECAAAECBAgQIECAAIGeBRRce07XbgQIECBAgAABAgQIECBAgAABAgQIECBAgAABAgQINCug4NpsdAYnQIAAAQIECBAgQIAAAQIECBAgQIAAAQIECBAgQCBBQME1AckRAgQIECBAgAABAgQIECBAgAABAgQIECBAgAABAgQIlBZQcC0t7j0CBAgQIECAAAECBAgQIECAAAECBAgQIECAAAECBEoKKLiW1PYWAQIECBAgQIAAAQIECBAgQIAAAQIECBAgQIAAAQIEEgUUXBOhHCNAgAABAgQIECBAgAABAgQIECBAgAABAgQIECBAoEkBBdcmYzM0AQIECBAgQIAAAQIECBAgQIAAAQIECBAgQIAAAQK9Cyi49p6w/QgQIECAAAECBAgQIECAAAECBAgQIECAAAECBAgMW0DBddj5254AAQIECBAgQIAAAQIECBAgQIAAAQIECBAgQIAAgUoFFFwrDcZYBAgQIECAAAECBAgQIECAAAECBAgQIECAAAECBAhkEVBwzcLoEgIECBAgQIAAAQIECBAgQIAAAQIECBAgQIAAAQIECOQVUHDN6+k2AgQIECBAgAABAgQIECBAgAABAgQIECBAgAABAgTqElBwrSsP0xAgQIAAAQIECBAgQIAAAQIECBAgQIAAAQIECBAgQGAkoODqQyBAgAABAgQIECBAgAABAgQIECBAgAABAgQIECBAoGcBBdee07UbAQIECBAgQIAAAQIECBAgQIAAAQIECBAgQIAAAQLNCii4NhudwQkQIECAAAECBAgQIECAAAECBAgQIECAAAECBAgQSBBQcE1AcoQAAQIECBAgQIAAAQIECBAgQIAAAQIECBAgQIAAAQKlBRRcS4t7jwABAgQIECBAgAABAgQIECBAgAABAgQIECBAgACBkgIKriW1vUWAAAECBAgQIECAAAECBAgQIECAAAECBAgQIECAAIFEAQXXRCjHCBAgQIAAAQIECBAgQIAAAQIECBAgQIAAAQIECBBoUkDBtcnYDE2AAAECBAgQIECAAAECBAgQIECAAAECBAgQIECAQO8CCq69J2w/AgQIECBAgAABAgQIECBAgAABAgQIECBAgAABAsMWUHAddv62J0CAAAECBAgQIECAAAECBAgQIECAAAECBAgQIECgUgEF10qDMRYBAgQIECBAgAABAgQIECBAgAABAgQIECBAgAABAlkEFFyzMLqEAAECBAgQIECAAAECBAgQIECAAAECBAgQIECAAAECeQUUXPN6uo0AAQIECBAgQIAAAQIECBAgQIAAAQIECBAgQIAAgboEFFzrysM0BAgQIECAAAECBAgQIECAAAECBAgQIECAAAECBAgQGAkouPoQCBAgQIAAAQIECBAgQIAAAQIECBAgQIAAAQIECBDoWUDBted07UaAAAECBAgQIECAAAECBAgQIECAAAECBAgQIECAQLMCCq7NRmdwAgQIECBAgAABAgQIECBAgAABAgQIECBAgAABAgQSBBRcE5AcIUCAAAECBAgQIECAAAECBAgQIECAAAECBAgQIECAQGkBBdfS4t4jQIAAAQIECBAgQIAAAQIECBAgQIAAAQIECBAgQKCkgIJrSW1vESBAgAABAgQIECBAgAABAgQIECBAgAABAgQIECBAIFFAwTURyjECBAgQIECAAAECBAgQIECAAAECBAgQIECAAAECBJoUUHBtMjZDEyBAgAABAgQIECBAgAABAgQIECBAgAABAgQIECDQu4CCa+8J248AAQIECBAgQIAAAQIECBAgQIAAAQIECBAgQIDAsAUUXIedv+0JECBAgAABAgQIECBAgAABAgQIECBAgAABAgQIEKhUQMG10mCMRYAAAQIECBAgQIAAAQIECBAgQIAAAQIECBAgQIBAFgEF1yyMLiFAgAABAgQIECBAgAABAgQIECBAgAABAgQIECBAgEBeAQXXvJ5uI0CAAAECBAgQIECAAAECBAgQIECAAAECBAgQIECgLgEF17ryMA0BAgQIECBAgAABAgQIECBAgAABAgQIECBAgAABAgRGAgquPgQCBAgQIECAAAECBAgQIECAAAECBAgQIECAAAECBHoWUHDtOV27ESBAgAABAgQIECBAgAABAgQIECBAgAABAgQIECDQrICCa7PRGZwAAQIECBAgQIAAAQIECBAgQIAAAQIECBAgQIAAgQQBBdcEJEcIECBAgAABAgQIECBAgAABAgQIECBAgAABAgQIECBQWkDBtbS49wgQIECAAAECBAgQIECAAAECBAgQIECAAAECBAgQKCmg4FpS21sECBAgQIAAAQIECBAgQIAAAQIECBAgQIAAAQIECBBIFFBwTYRyjAABAgQIECBAgAABAgQIECBAgAABAgQIECBAgACBJgUUXJuMzdAECBAgQIAAAQIECBAgQIAAAQIECBAgQIAAAQIECPQuoODae8L2I0CAAAECBAgQIECAAAECBAgQIECAAAECBAgQIDBsAQXXYedvewIECBAgQIAAAQIECBAgQIAAAQIECBAgQIAAAQIEKhVQcK00GGMRIECAAAECBAgQIECAAAECBAgQIECAAAECBAgQIJBFQME1C6NLCBAgQIAAAQIECBAgQIAAAQIECBAgQIAAAQIECBAgkFdAwTWvp9sIECBAgAABAgQIECBAgAABAgQIECBAgAABAgQIEKhLQMG1rjxMQ4AAAQIECBAgQIAAAQIECBAgQIAAAQIECBAgQIAAgZGAgqsPgQABAgQIECBAgAABAgQIECBAgAABAgQIECBAgACBngUUXHtO124ECBAgQIAAAQIECBAgQIAAAQIECBAgQIAAAQIECDQroODabHQGJ0CAAAECBAgQIECAAAECBAgQIECAAAECBAgQIEAgQUDBNQHJEQIECBAgQIAAAQIECBAgQIAAAQIECBAgQIAAAQIECJQWUHAtLe49AgQIECBAgAABAgQIECBAgAABAgQIECBAgAABAgRKCii4ltT2FgECBAgQIECAAAECBAgQIECAAAECBAgQIECAAAECBBIFFFwToRwjQIAAAQIECBAgQIAAAQIECBAgQIAAAQIECBAgQKBJAQXXJmMzNAECBAgQIECAAAECBAgQIECAAAECBAgQIECAAAECvQsouPaesP0IECBAgAABAgQIECBAgAABAgQIECBAgAABAgQIDFtAwXXY+dueAAECBAgQIECAAAECBAgQIECAAAECBAgQIECAAIFKBRRcKw3GWAQIECBAgAABAgQIECBAgAABAgQIECBAgAABAgQIZBFQcM3C6BICBAgQIECAAAECBAgQIECAAAECBAgQIECAAAECBAjkFVBwzevpNgIECBAgQIAAAQIECBAgQIAAAQIECBAgQIAAAQIE6hJQcK0rD9MQIECAAAECBAgQIECAAAECBAgQIECAAAECBAgQIEBgJKDg6kMgQIAAAQIECBAgQIAAAQIECBAgQIAAAQIECBAgQKBnAQXXntO1GwECBAgQIECAAAECBAgQIECAAAECBAgQIECAAAECzQoouDYbncEJECBAgAABAgQIECBAgAABAgQIECBAgAABAgQIEEgQUHBNQHKEAAECBAgQIECAAAECBAgQIECAAAECBAgQIECAAAECpQUUXEuLe48AAQIECBAgQIAAAQIECBAgQIAAAQIECBAgQIAAgZICCq4ltb1FgAABAgQIECBAgAABAgQIECBAgAABAgQIECBAgACBRAEF10QoxwgQIECAAAECBAgQIECAAAECBAgQIECAAAECBAgQaFJAwbXJ2AxNgAABAgQIECBAgAABAgQIECBAgAABAgQIECBAgEDvAgquvSdsPwIECBAgQIAAAQIECBAgQIAAAQIECBAgQIAAAQLDFt8A780AACAASURBVFBwHXb+tidAgAABAgQIECBAgAABAgQIECBAgAABAgQIECBAoFIBBddKgzEWAQIECBAgQIAAAQIECBAgQIAAAQIECBAgQIAAAQJZBBRcszC6hAABAgQIECBAgAABAgQIECBAgAABAgQIECBAgAABAnkFFFzzerqNAAECBAgQIECAAAECBAgQIECAAAECBAgQIECAAIG6BBRc68rDNAQIECBAgAABAgQIECBAgAABAgQIECBAgAABAgQIEBgJKLj6E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P6PvXsB12u+8wX+q+REI5gT6lqn0edwNFWidesw41IpOkhc4hqhKiFFaVDjMhpyBqGNoJhEOC3RhAqauNRRFG1NKS2pOalm2srMKVVOPU1cRh/kPP81s/fsy7uz3/tea+3Pep48nele679+/89vve/+p3m/758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RoMQIECAAAECBAgQIECAAAECBAgQIECAAAECBAgQIECguQICrs31NBoBAgQIECBAgAABAgQIECBAgAABAgQIECBAgAABAvkSEHDNVz9UQ4AAAQIECBAgQIAAAQIECBAgQIAAAQIECBAgQIAAgUxAwNWDQIAAAQIECBAgQIAAAQIECBAgQIAAAQIECBAgQIBAmQUEXMvcXXMjQIAAAQIECBAgQIAAAQIECBAgQIAAAQIECBAgQKCwAgKuhW2dwgkQIECAAAECBAgQIECAAAECBAgQIECAAAECBAgQqEJAwLUKJKcQIECAAAECBAgQIECAAAECBAgQIECAAAECBAgQIECg3QICru0Wdz8CBAgQIECAAAECBAgQIECAAAECBAgQIECAAAECBNopIODaTm33IkCAAAECBAgQIECAAAECBAgQIECAAAECBAgQIECAQJUCAq5VQjmNAAECBAgQIECAAAECBAgQIECAAAECBAgQIECAAIFCCgi4FrJtiiZAgAABAgQIECBAgAABAgQIECBAgAABAgQIECBAoOwCAq5l77D5ESBAgAABAgQIECBAgAABAgQIECBAgAABAgQIEBjcAgKug7v/Zk+AAAECBAgQIECAAAECBAgQIECAAAECBAgQIECAQE4FBFxz2hhlESBAgAABAgQIECBAgAABAgQIECBAgAABAgQIECDQFAEB16YwGoQAAQIECBAgQIAAAQIECBAgQIAAAQIECBAgQIAAAQLNFRBwba6n0QgQIECAAAECBAgQIECAAAECBAgQIECAAAECBAgQyJeAgGu++qEaAgQIECBAgAABAgQIECBAgAABAgQIECBAgAABAgQIZAICrh4EAgQIECBAgAABAgQIECBAgAABAgQIECBAgAABAgTKLCDgWubumhsBAgQIECBAgAABAgQIECBAgAABAgQIECBAgAABAoUVEHAtbOsUToAAAQIECBAgQIAAAQIECBAgQIAAAQIECBAgQIBAFQICrlUgOYUAAQIECBAgQIAAAQIECBAgQIAAAQIECBAgQIAAAQLtFhBwbbe4+xEgQIAAAQIECBAgQIAAAQIECBAgQIAAAQIECBAg0E4BAdd2arsXAQIECBAgQIAAAQIECBAgQIAAAQIECBAgQIAAAQIEqhQQcK0SymkECBAgQIAAAQIECBAgQIAAAQIECBAgQIAAAQIECBRSQMC1kG1TNAECBAgQIECAAAECBAgQIECAAAECBAgQIECAAAECZRcQcC17h82PAAECBAgQIECAAAECBAgQIECAAAECBAgQIECAwOAWEHAd3P03ewIECBAgQIAAAQIECBAgQIAAAQIECBAgQIAAAQIEciog4JrTxiiLAAECBAgQIECAAAECBAgQIECAAAECBAgQIECAAIGmCAi4NoXRIAQIECBAgAABAgQIECBAgAABAgQIECBAgAABAgQIEGiugIBrcz2NRoAAAQIECBAgQIAAAQIECBAgQIAAAQIECBAgQIBAvgQEXPPVD9UQIECAAAECBAgQIECAAAECBAgQIECAAAECBAgQIEAgExBw9SAQIECAAAECBAgQIECAAAECBAgQIECAAAECBAgQIFBmAQHXMnfX3AgQIECAAAECBAgQIECAAAECBAgQIECAAAECBAgQKKyAgGthW6dwAgQIECBAgAABAgQIECBAgAABAgQIECBAgAABAgSqEBBwrQLJKQQIECBAgAABAgQIECBAgAABAgQIECBAgAABAgQIEGi3gIBru8XdjwABAgQIECBAgAABAgQIECBAgAABAgQIECBAgACBdgoIuLZT270IECBAgAABAgQIECBAgAABAgQIECBAgAABAgQIECBQpYCAa5VQTiNAgAABAgQIECBAgAABAgQIECBAgAABAgQIECBAoJACAq6FbJuiCRAgQIAAAQIECBAgQIAAAQIECBAgQIAAAQIECBAou4CAa9k7bH4ECBAgQIAAAQIECBAgQIAAAQIECBAgQIAAAQIEBreAgOvg7r/ZEyBAgAABAgQIECBAgAABAgQIECBAgAABAgQIECCQUwEB15w2RlkECBAgQIAAAQIECBAgQIAAAQIECBAgQIAAAQIECDRFQMC1KYyFGGRMROwWEZ+KiG0i4iMR8aGIWCci/Nt4IVqoSAIECBDoIbA6It6KiNci4l8i4oWI+FlEPBERz9EiQCCs/zwEBAgQIFA2Aeu/snXUfAgQIECAAAECBPoV8I94/RI5gQABAgQIECBAgAABAgQIECBAgAABAgQIECBAgACBAgsIuBa4eVWU/pcRcVREjI+IUVWc7xQCBAgQIFAWgRURsTgibouIfyzLpMyDQBUC1n9VIDmFAAECBEopYP1XyraaFAECBAgQIECAgICrZ4AAAQIECBAgQIAAAQIECBAgQIAAAQIECBAgQIAAgTILCLiWs7tHRMRpEfHX5ZyeWREgQIAAgZoEfhgR10bEd2q6yskEiiVg/VesfqmWAAECBForYP3XWl+jEyBAgAABAgQItFFAwLWN2G5FgAABAgQIECBAgAABAgQIECBAgAABAgQIECBAgEDbBQRc207e0ht+JiIuEmxtqbHBCRAgQKC4AinokH5PPlLcKaicQC8B6z8PBQECBAgQ6FvA+s/TQYAAAQIECBAgUHgBAdfCt9AECBAgQIAAAQIECBAgQIAAAQIECBAgQIAAAQIECBBYg4CAa3kej6sj4vS+prPOOuvE2LFjY7fddosxY8bEf//v/z023XTTWHfddeMDH/BP4+V5DMyEAAECg0dg9erV8cYbb8Tvf//7+PWvfx3PPfdcPPHEE/HQQw/FW2+9tSaIayLijMEjZaYlFrD+K3FzTY0AAQIEegtY/3kqCBAgQIAAAQIEBqOAf8UbjF03ZwIECBAgQIAAAQIECBAgQIAAAQIECBAgQIAAAQKDR0DAtfi9HhMRN0XEjpWmMm7cuJg0aVIcdthhgqzF77UZECBAgEAVAin4cOedd8b8+fNjyZIlfV3xTEScGBHPVTGkUwjkTcD6L28dUQ8BAgQIDKiA9d+A8rs5AQIECBAgQIBAiwUEXFsMbHgCBAgQIECAAAECBAgQIECAAAECBAgQIECAAAECBAZUQMB1QPkbvvmBEXFbRIzoOdIxxxwTZ599dnzyk59s+CYGIECAAAECRRX4+c9/Hl//+tdjwYIFlabwZkQcFRH3FnV+6h6UAtZ/g7LtJk2AAAEC1QpY/1Ur5TwCBAgQIECAAIGiCAi4FqVT6iRAgAABAgQIECBAgAABAgQIECBAgAABAgQIECBAoB4BAdd61PJxzRERcXvPUj7xiU/E1772tdh///3zUaUqCBAgQIBADgQeeOCB+MpXvhLPP/98pWqOjIjv5KBMJRDoT8D6rz8hPydAgAABAv8hYP3nUSBAgAABAgQIECiLgIBrWTppHgQIECBAgAABAgQIECBAgAABAgQIECBAgAABAgQIVBIQcC3mc5F27rqnZ+lTpkyJuXPnxgc+4J+6i9lWVRMgQIBAKwVWr14dJ598csybN6/SbQ6yk2sr9Y3dBAHrvyYgGoIAAQIEBpeA9d/g6rfZEiBAgAABAgTKKuBf/craWfMiQIAAAQIECBAgQIAAAQIECBAgQIAAAQIECBAgQCAJCLgW7zkYExE/jogRXUufOXNm/O3f/m3xZqNiAgQIECDQZoHLL788zj333J53fTMido+I59pcjtsRqEbA+q8aJecQIECAAIE+BKz/PBoECBAgQIAAAQJFFhBwLXL31E6AAAECBAgQIECAAAECBAgQIECAAAECBAgQIECAQH8CAq79CeXv509HxI5dy7r22mvj1FNPzV+lKiJAgAABAjkVuO666+K0007rWd0zEbFTTktW1uAWsP4b3P03ewIECBBogoD1XxMQDUGAAAECBAgQIDAgAgKuA8LupgQIECBAgAABAgQIECBAgAABAgQIECBAgAABAgQItElAwLVN0E26zdURcXrXsezc2iRZwxAgQIDAoBPoYyevayLijEGHYcJ5FrD+y3N31EaAAAEChRKw/itUuxRLgAABAgQIECDwHwICrh4FAgQIECBAgAABAgQIECBAgAABAgQIECBAgAABAgTKLCDgWpzufiYiHu5a7pQpU+KGG24ozgxUSoAAAQIEciZw0kknxbx583pWtU9EPJKzUpUzOAWs/wZn382aAAECBFooYP3XQlxDEyBAgAABAgQItERAwLUlrAYlQIAAAQIECBAgQIAAAQIECBAgQIAAAQIECBAgQCAnAgKuOWlEFWU8HhF/3XHeJz7xiVi6dGl84AP+WbsKO6cQIECAAIGKAqtXr47tt98+nn/++a4//2FE7IGMQA4ErP9y0AQlECBAgEC5BKz/ytVPsyFAgAABAgQIDAYB/xI4GLpsjgQIECBAgAABAgQIECBAgAABAgQIECBAgAABAgQGr4CAazF6f0RE3N611O9973ux//77F6N6VRIgQIAAgRwLPPDAA/G5z32uZ4VHRsR3cly20sovYP1X/h6bIQECBAgMkID13wDBuy0BAgQIECBAgEBdAgKudbG5iAABAgQIECBAgAABAgQIECBAgAABAgQIECBAgACBgggIuBajUd127zrmmGPi29/+djEqVyUBAgQIECiAwMSJE2PBggVdK7WLawH6VvISrf9K3mDTI0CAAIGBFbD+G1h/dydAgAABAgQIEKheQMC1eitnEiBAgAABAgQIECBAgAABAgQIECBAgAABAgQIECBQPAEB1/z37C8j4omuZf7sZz+LT37yk/mvXIUECBAgQKAgAj//+c/jU5/6VM9qd4uIfyzIFJRZLgHrv3L102wIECBAIIcC1n85bIqSCBAgQIAAAQIEKgoIuHowCBAgQIAAAQIECBAgQIAAAQIECBAgQIAAAQIECBAos4CAa/67e3VEnN5R5rhx42Lx4sX5r1qFBAgQIECgYALjx4+PJUuWdK36mog4o2DTUG45BKz/ytFHsyBAgACBnAtY/+W8QcojQIAAAQIECBDIBARcPQgECBAgQIAAAQIECBAgQIAAAQIECBAgQIAAAQIECJRZQMA1/919MSJGdZR5xx13xIQJE/JftQoJECBAgEDBBBYtWhSHH35416pXRMSWBZuGcsshYP1Xjj6aBQECBAjkXMD6L+cNUh4BAgQIECBAgEAmIODqQSBAgAABAgQIECBAgAABAgQIECBAgAABAgQIECBAoMwCAq757u6YiHi2o8R11lkn3njjjfjAB/xTdr7bpjoCBAgQKKLA6tWrY91114233nqra/k7RMRzRZyPmgsrYP1X2NYpnAABAgSKJmD9V7SOqZcAAQIECBAgMDgF/Kvg4Oy7WRMgQIAAAQIECBAgQIAAAQIECBAgQIAAAQIECBAYLAICrvnu9Bcj4vqOEseNGxeLFy/Od8WqI0CAAAECBRYYP358LFmypOsMTomIfyjwlJRePAHrv+L1TMUECBAgUGAB678CN0/pBAgQIECAAIFBIiDgOkgabZoECBAgQIAAAQIECBAgQIAAAQIECBAgQIAAAQIEBqmAgGu+Gz8vIiZ3lDhz5sz427/923xXrDoCBAgQIFBggcsvvzzOPffcrjO4MSKmFHhKSi+egPVf8XqmYgIECBAosID1X4Gbp3QCBAgQIECAwCAREHAdJI02TQIECBAgQIAAAQIECBAgQIAAAQIECBAgQIAAAQKDVEDANd+Nfzwi/rqjxO9973ux//7757ti1REgQIAAgQILPPDAA/G5z32u6wx+GBF7FHhKSi+egPVf8XqmYgIECBAosID1X4Gbp3QCBAgQIECAwCAREHAdJI02TQIECBAgQIAAAQIECBAgQIAAAQIECBAgQIAAAQKDVEDANd+NfzEiRnWU+Ktf/Sq23nrrfFesOgIECBAgUGCB5cuXx//4H/+j6wxWRMSWBZ6S0osnYP1XvJ6pmAABAgQKLGD9V+DmKZ0AAQIECBAgMEgEBFwHSaNNkwABAgQIECBAgAABAgQIECBAgAABAgQIECBAgMAgFRBwzXfj34iIER0lrly5MtZbb718V6w6AgQIECBQYIFVq1bF+uuv33UGb0bEugWektKLJ2D9V7yeqZgAAQIECixg/Vfg5imdAAECBAgQIDBIBARcB0mjTZMAAQIECBAgQIAAAQIECBAgQIAAAQIECBAgQIDAIBUQcM1349+PiM5/t37//ffjAx/wz9j5bpnqCBAgQKDIAqtXr4611lqr6xRWR0S3/6LI81N7IQSs/wrRJkUSIECAQFkErP/K0knzIECAAAECBAiUV8C/DJa3t2ZGgAABAgQIECBAgAABAgQIECBAgAABAgQIECBAgECEgGu+n4IUquk80ocuHQQIECBAgEBrBSp8mYTPkLWW3OjdBaz/PBEECBAgQKDNAtZ/bQZ3OwIECBAgQIAAgZoE/I+TNXE5mQABAgQIECBAgAABAgQIECBAgAABAgQIECBAgACBggkIuOa7YQ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mWEpjgAAIABJREFU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ou8JOf/CQee+yxws7iIx/5SBx22GExbNiwws5B4QTyKCDgkMeuDKqarP8GVbtNlgABAvkTuO++++L555/PX2FVVvSJT3wiDjjggCrP/vfTrP9q4nIyAQIECBAgQIBAmwUEXNsM7nYECBAgQIAAAQIECBAgQIAAAQIECBAgQIAAAQIECLRVQMC1rdw130zAoWYyFxCoXuDb3/52HHvssdVfkLMzTz755Jg9e3YMHz48Z5Uph0CxBQQcit2/ElRv/VeCJppCewR+85vfxL/8y790u9lWW20VW2yxRXsKcJfSC/zqV7+Kl156qds8R48eHZtsskmp5/4//+f/jK9+9auFneOMGTPiwgsvrKl+67+auJxMgAABAgQIECDQZgEB1zaDux0BAgQIECBAgAABAgQIECBAgAABAgQIECBAgAABAm0VEHBtK3fNNxNwqJnMBQSqFxBwrd7KmQQGk4CAw2Dqdi7nav2Xy7YoKm8Cy5YtixNOOCGefPLJztJOOeWUuOKKK2LEiBF5K1c9BRV45ZVXIn2pzOLFiztnMH78+Jg7d26pQ64Crlm7ZQgK+rpVNgECBAgQIECgjAIWp2XsqjkRIECAAAECBAgQIECAAAECBAgQIECAAAECBAgQINAhIOCa72dBwCHf/VFdwQUEXAveQOUTaJGAgGuLYA1brYD1Xw+p119/PZ577rl46qmn4h//8R/j//2//xfPPvtsrFq1qvPMT37yk7H55pvHDjvsELvsskv2J+2wWOH1XG0fnJdjgcEaOkwtSa+Hn/70p/HEE0/E008/Hf/8z/8cL7zwQme3Ro0aFVtvvXWk18See+4Zu+22W4wcOTLH3cx/aYMxTC3gmj2XMgT5f3mqkAABAgQIECAwaAQsTgdNq02UAAECBAgQIECAAAECBAgQIECAAAECBAgQIECAwKAUEHDNd9sFHPLdH9UVXKBnwPXggw+OL37xizFs2LBczuzRRx+Niy++uLO2tJvU7NmzY/jw4bmsV1EEiiog4FrUzpWm7prWfynsOXHixPjf//t/NxVgvfXWy8Ki66+/fvafH//4x2P33XeP//bf/lustdZaTb1XpcFWrlwZ9957b/yv//W/4uGHH67rfrvuumsce+yxccQRR8TGG29c1xgdF/34xz+Ov/qrv2pojI6LO8K4O+20UxY+3HnnnQUQa5B9880345xzzonrr7++86oU6rz55puzQGe1R6UA33777RdpfbjhhhtWO0xbzktzTjuI1vt6OPDAA+PUU0+NvffeO9Zee+26a27Wl8NssMEGMWbMmFhnnXWy95cdd9wxPvWpT7Xt/aUegAcffDAmTJjQLVg/c+bMOOuss2Lo0KH1DJnra3q+PqZMmRLHHHNMbmtesGBBzJs3r7O+GTNmxIUXXlhTvdZ/NXE5mQABAgQIECBAoM0CAq5tBnc7AgQIECBAgAABAgQIECBAgAABAgQIECBAgAABAgTaKiDg2lbumm9WU8Ch5tFdQGCQC/T8kH7eA6NFq3eQP16mX2ABAYcCN68cpde0/mtVwLUvyu222y77MojjjjsuRowY0XTxV199NebOnZt9gcMf//jHpoyfwnTTpk2L9Ht+o402qmvMZgZcKxVwyCGHxPnnn5+F/NoRIK4LIQcXrV69OhYuXBhTp07tFjS84YYbYvLkyTXt2FuEgGsKtn7rW9+Kb3zjG912aa23FSnomr4sJYWs69nduFkB1/7eX1JoP4Xr83S8++67MWvWrDj33HM7y0pfBLBo0aLYd99981RqU2rp+fqoJzDalEKqHKQZ9Vr/VYntNAIECBAgQIAAgQEREHAdEHY3JUCAAAECBAgQIECAAAECBAgQIECAAAECBAgQIECgTQICrr2hd4iIZ9vk399tago49DeYnxMg0F2gaIHRotXreSNQVAEBh6J2rqG6C7v+a3fAtUM57eZ6zTXXZIHMZhwpPHbHHXdk4bsXXnihGUP2GiPtlHrVVVfFX/7lX9Yc7mt1wLWj2LPPPjvOO++8SKFcR2+BZcuWxdFHHx3PPfdc5w9T2DoFQGsNROY54JqCvM8880x8+ctfjvTsNfNIocxLLrkkTjrppJp3c211wLVjnttss0189atfjcMOO6zmGptp1XOsV155JQvKp910u74X3nrrrbHlllu28tZtH7sZgdF2Ft2Meq3/2tkx9yJAgAABAgQIEKhVQMC1VjHnEyBAgAABAgQIECBAgAABAgQIECBAgAABAgQIECBQJAEB197duigi9oyIiyPi0QFupoDrADfA7cstULTAaNHqLffTY3ZlFhBwKHN3+5xbYdd/AxVwTZIphJZ2ztxjjz0aemjSTq0XXnhhXH/99VWNkwJ6O+ywQwwfPjw7//3334/ly5fHihUr+r0+BUevu+66OPLII2sKubYr4JomcPjhh2eBzU022aTf+QymE9Jupmkn3nnz5nVOe9SoUdkOmjvttFPNFHkNuKawd1rznXnmmVXtYpx2Y+26M3F6HVQTEj/jjDOyoGstOzG3K+Da0cxJkybFFVdcEZtuumnN/W3VBY888kgce+yx8fLLL3feIu2+nML5Q4cObdVt2z5uMwKj7Sy6GfVa/7WzY+5FgAABAgQIECBQq4CAa61izidAgAABAgQIECBAgAABAgQIECBAgAABAgQIECBAoEgCAq69u/VfI+LFiPiL/wi4DmTQVcC1SK8mtRZOoGiB0aLVW7gHQsEE/kNAwGFQPgqFXf/1FXBN4dMU/qv3qDYkt+uuu8b8+fNj6623rutWr776apx11lnZGH0daR4pUDZu3Lj4+Mc/Huuuu27FU99+++34xS9+EUuWLIm0o2Jfgdc03s033xx77pm+06a6o50B11TRKaeckgX7agkfVjeT4p6Vds1MgcdVq1Z1TuLSSy+Nc845J4YMGVLzxPIYcE3h1lmzZsW5557b53z++q//OtvF9nOf+1xsscUWFUOV6bWQdoBNa8f0p6tZ14FrDbm2O+Caat13333j2muvrfs9puYHo58L3nnnnbjggguyPnUcm222Wdx2220Nh/2bXWsj4zUjMNrI/Wu9thn1Wv/Vqu58AgQIECBAgACBdgoIuLZT270IECBAgAABAgQIECBAgAABAgQIECBAgAABAgQIEGi3gIBrZfG0i9f0Lj9KO7kORNBVwLXdrwj3G1QCRQuMFq3eQfUwmWypBAQcStXOWiZTyPVfXwHXGTNmZLuiNnL8+c9/jl/96ldx1113xdVXX93nbpL17l6YduRM4cS+dm7deeed4ytf+UoceOCBnbu1VjuflStXxk033RR///d/X7HuWoO5fQVcf/SjH8Xuu+9ebVnxxhtvRAof/vrXv47HH388C+KmUG6lI4V+J06cWNNOs1UXUrAT//CHP8SUKVOy8HLHkdyT35ZbblnXbPIWcE3h1tmzZ0eqq1IgNb0e0o6re++9d007hf7mN7+Js88+O+6+++6KTldddVWcfvrpVT1nlQKuY8aMidtvvz3b0bnao+vr4Cc/+Un2HvPDH/6wz8vHjx8fc+fOzc2uxkuXLo2jjjoqli1b1lnzcccdl+28vP7661fLkOvzmhEYbecEm1Gv9V87O+ZeBAgQIECAAAECtQoIuNYq5nwCBAgQIECAAAECBAgQIECAAAECBAgQIECAAAECBIokIOBauVtdd/Hqeka7g64CrkV6Nam1cAI9P6SfghL7779//Jf/8l9yOZfnn38+C3J0HCeffHIWhBg+fHgu61UUgaIKCDgUtXMN113I9V8rA65dRdcUkks7oi5atCh22mmnqpvQ306VKZB33nnnxQYbbFD1mJVO/OUvfxlpl8oHH3yw14/TzrEpMLj22mv3e49mBVx73iiFfL/2ta/FxRen79LpfowdOzZuueWWSLtDDvYjhZUnT57cjaGWYGYlv7wFXB955JFsp+KXX365V7lpR9cUJF9vvfXqehTSc5Z2u01/eh61vH6bFXDtWcP7778fP/vZz7LXwb333ltxjnna1fi9997Lak3PUMeRepNC6SmMW4aj5+vjb/7mb3K9Q236woD777+/k76eL3mw/ivDk2sOBAgQIECAAIHyCgi4lre3ZkaAAAECBAgQIECAAAECBAgQIECAAAECBAgQIECAQISAa99PQc9dvLqe2a6gq4CrVymBFgpU+pB+C2/X9KEFXJtOakACmYCAw6B+EAq3/mtXwDU9Fa+88kqk3z2LFy/u9ZCkMNQFF1xQ1S6Q6eK+wnwpJJZCeFOnTq1pl8o1PbUrVqyIU089Ne67775up6Xg6He/+93YZZdd+n3oWxVwTTde0062d955Zxx66KH91lfmE1LgM+2O+dBDD3VOs9HdW9NAeQq4vvjii1m4NT1nPY/0ejjzzDOrCmKv6TlY03P2+c9/Pq699toYMWLEGh+lVgVcO26adq5N8505c2bFOvK0q/E//dM/xeGHH17aXVwrvT6K9D4j4FqkbqmVAAECBAgQIECgGgEB12qUnEOAAAECBAgQIECAAAECBAgQIECAAAECBAgQIECAQFEFBFz77lxfu3h1vaLVQVcB16K+stRdCAEB10K0SZEE2i4g4Np28jzdsHDrv3YGXFOjnn766ZgwYUKk0GjX44ADDsh2Lxw5cmS//fzDH/4QU6ZMiSVLlvQ6NwXb0s6qQ4cO7XecWk547LHH4vjjj+9V94UXXhjTp0+PIUOGrHG4VgZc041feOGFOPLII+O5557rVse0adOysN+wYcNqmW6pzr3rrrvisMMO6zanWbNmRbKp8H5d9dzzEnBNu4FeccUV2Q6tPY9m71raV5A2Bcvvvvvu2Geffdbo1+qAa7r5moK4zQg2V/2A9HNi2oU6vXd03RW3Wsdm1dDKcQRcM10ZglY+ZMYmQIAAAQIECBCoScDitCYuJxMgQIAAAQIECBAgQIAAAQIECBAgQIAAAQIECBAgUDABAdc1N2xNu3h1vbJVQVcB14K9oJRbLAEB12L1S7UE2iUg4Nou6dzep1Drv3YHXN9+++0sWDh37txuDdxuu+3iO9/5TnzsYx/rt7F9/f5Nu3R+4xvfiPXXX7/fMWo9oVIYLY2x6667xsKFC+OjH/3oGodsdcD1nXfeiXPOOSeuueaabnXUEhyu1aQI56ew42mnnRbf+ta3OssdPXp03HHHHbHttts2NIW8BFwr7QSaJrb33ntnofEPf/jDDc2z58V9vf5OP/30LGi79tpr93m/dgRc083XtFt0M8LNzQJ96qmn4uCDD460y3DHUY1js+7fynEEXDNdGYJWPmTGJkCAAAECBAgQqEnA4rQmLicTIECAAAECBAgQIECAAAECBAgQIECAAAECBAgQIFAwAQHXNTesml28uo7Q7KCrgGvBXlDKLZZAzw/ppw+of/GLX6x6l7T3338/7rzzznjttdeynega2W3urbfeykI9Kcywyy67VIR89NFH4+KLL+782cknnxyzZ8+O4cOHFwtetQRyLiDgmvMGtb68Qq3/2h1wTfwp3Dp16tRenfjRj34UaYfFNR2vv/56nHjiidlukV2PFFq87bbbYvvtt29Zh5cuXRpHHXVULFu2rNs90u/yQw89dI33bXXANd08/U4/88wzu9Wx3377RVqvbLjhhi1zyfPAlQKEzVr/5CHgmnZvTWu7VEvPo5rnsp7e9fUaHDNmTNx+++2xzTbb9DlsuwKuqYC+doseO3Zs3HLLLbHZZpvVM/2mXlPJshrHphbRosF6vj7S33WOOeaYqu+WQvs33XRTbLrppv2+v/Y36KuvvhpXX311fP7zn4+tttqq4ukLFiyIefPmdf5sxowZkXboruWw/qtFy7kECBAgQIAAAQLtFhBwbbe4+xEgQIAAAQIECBAgQIAAAQIECBAgQIAAAQIECBAg0E4BAdf+tavdxavrSM0Kugq49t8fZxCoW6Dnh/RrCUykD1pfdNFFcf3118d6662XhVKOP/74ukOujz/+eBa6eeONN7JxzjrrrNhyyy27za2ReutGciGBQSgg4DAIm957yoVZ/w1EwLWvHSCrCbg+/PDDccghh8SqVau6qacg0vTp02PIkCEtewAr7Qaawnxp59T0u3dN925HwLWS62AOuK5evTouueSSXiG1ZgU/8xBwfemll2LixImRvsSk65FeIykcOHLkyJa8HtLYkydP7jZ2ei2k3VHTrsF9He0MuA5E+Lce7EqB/xtvvDEL8hf56Pn6qCUw+pvf/CbOPvvs7IsMRo0aFf/wD/8Q+++/f1RYX1VF1PHcbbDBBtkO4unvbBtttFG3axupt2Mg67+q2uEkAgQIECBAgACBARIQcB0geLclQIAAAQIECBAgQIAAAQIECBAgQIAAAQIECBAgQKAtAgKu/TPXuotX1xEbDboKuPbfH2cQqFug3sBoCremUMCSJUs6751CrnPmzImjjz665g9vr1y5Mr70pS9lu1F1HOkD3F//+tfjuOOO6wzcvP3225F2eu040o6x66+/fs33qxvMhQQGiYCAwyBp9JqnWZj1X5ECrmlHvxQmveaaa7rpp91b77jjjth2221b/vClXWLvv//++Ju/+ZvYY489st0F11prrX7v246Aa1oHpKBt1yOFDefPn9+yoGO/Ex/AE1577bWYNGlSPPDAA51V7LrrrrFw4cL46Ec/2nBleQi4prXk+PHje83lyiuvzIJ8rTr+6Z/+Kc4999zYcccdY7fddsv+M609+wsgtjPgmuaedl2eMGFCLF++vBtFspk5c2YMGzasVURVj/vMM8/EQQcdFC+//HLnNbV8aU7VN2rzifUGRn/1q1/FscceGz/96U87K04h15tvvjn23HPPmmfxu9/9Lnsf+MEP0v909e9HCmNfddVVWWi240hfEpR+x3Qca6+9dqy77ro13c/6ryYuJxMgQIAAAQIECLRZQMC1zeBuR4AAAQIECBAgQIAAAQIECBAgQIAAAQIECBAgQIBAWwUEXKvjrmcXr64j1xt0FXCtrj/OIlCXQL0B13Szxx57LAuhrFixovPe9X54e/HixdkHt7vuZpcCLWn3pxS8cRAg0F4BAYf2euf4boVY/7U74Jp21bz44ouzP12PzTbbLO65554sKNfXkX5nHnPMMfHEE090O6UIYbBWB1zTbpVpF9vLLrusm815550XKWjWyp1t8/oabHVwcKADrn31vJrX0kD1rN0B17Q2PvXUU7OQd9djr732ilTL5ptvPlAUnff905/+lH3xzaJFizr/uxQaXrBgQbZ7aVGPegOu6XdECqFPnTq1299tUjj9m9/8ZqQvNKj2SGOlL0T48pe/3O2SKVOmxOzZs2PEiBHVDlXVedZ/VTE5iQABAgQIECBAYIAEBFwHCN5tCRAgQIAAAQIECBAgQIAAAQIECBAgQIAAAQIECBBoi4CAa3XMjezi1fUOtQZdBVyr64+zCNQl0EjAtVkf3v7DH/4Q6UPaXXeDrTcoWxeCiwgQ6CUg4OCh+A+BQqz/2h1wTbsUpt3FH3rooW4PSjWBs+9///ux77779nrAbr311pg4cWKuH7xWB1x/+9vfZrvAP/nkk50OaXf4u+++O/bZZ59c27SquLlz52Yhua7HnDlzIgWim3EMdMD19ddfz77g5L777us2nbQrZQp0fuhDH2rGNJs6RrsDrqn4FGQ888wzu80jvTYefPDB+PSnP93U+dUzWF+h/1TfZz/72XqGzMU19QZcU/HvvvtuzJo1K9sluOuRditOr+tNNtmkqjm+8MILceSRR8Zzzz3XeX49QdmqbhZRaQdjGYJq8ZxHgAABAgQIECDQcgGL05YTuwEBAgQIECBAgAABAgQIECBAgAABAgQIECBAgAABAgMoIOBaPX6ju3h1vVO1QVcB1+r740wCNQs0EnBNN3vnnXfiggsuyD7A3fWo9sPb6QPxaZfWk046qdv1M2fOjLPOOiuGDh1a85xcQIBA4wICro0blmiE3K//2hlw7ev3Vur3tGnTIv3+GjZsWJ/tT7uTnn/++d1+vvXWW2c7H26//fa5fmxaGXBNYbBkl3Zw7XocfvjhWRhs5MiRubZpRXF//vOfs3BcCjd2HCnU+L3vfS923333ptxyoAOuv/zlL+OII46IX/ziF93mU81rqSkAdQwyEAHXIgTj0xfVpPV/1+PKK6/M3heLejQScE1zTgHuFEa/4447uhGccsopccUVV/S7+2p6X5w+fXpceuml3d4DUsg9fRlAhbVaw9TWfw0TGoAAAQIECBAgQKCFAgKuLcQ1NAECBAgQIECAAAECBAgQIECAAAECBAgQIECAAAECAy4g4Fp9C5q1i1fXO/YXdBVwrb4/ziRQs0CjAdd0w1deeSX78PbixYu73T+FeL7yla/EkCFD+qyr0q5EgznMUnMDXUCgRQICDi2CLeawuV//tTPg+thjj8Xxxx8fK1as6NbNanYaffvtt7OwVwpsdj3Gjh0bCxYsiI022ijXT0irAq6rVq3KAlwp4Nr1GOy7ub/66qtxzDHHdNspeLfddsuelWTTjGOgA659PVPN3KW2GU5dxxiIgGtfQeAZM2b0CoU3e77Vjrd06dKYMGFCLF++vPOS9PeDFNAePnx4tcPk6rxGA65pMsuWLYsTTjih187U6fdACqmu6Xj88cfjqKOOirRreMeLbClmAAAgAElEQVSRvgDokksuibXXXrslVtZ/LWE1KAECBAgQIECAQJMEBFybBGkYAgQIECBAgAABAgQIECBAgAABAgQIECBAgAABAgRyKSDgWltbmrmLV9c79xV0FXCtrT/OJlCTQDMCrumGTz/9dPah9hT42WCDDSJ94H7y5Mlr/PB1pd1fx4wZEwsXLozRo0fXNA8nEyDQXAEBh+Z6lmC0XK//2hFwTeHUO++8M/7u7/6uV7g19XfKlClZkGvEiBF9truvOosSAmtWwDXtTJpCrS+++GLcf//9cdNNN1UMDLdyl8IivCYrhRonTZoU1113XaRAdTOOgQ64VgqLpnmlL00ZN25cM6bY9DEGIuD60ksvxcSJE+PRR9Nfmf/zSDuBzpo1Kz74wQ82fZ61DlgpkF2U8H5fc21GwLXjeU6v3fS+t80228Tf//3fx6GHHhprrbVWn8yVdn894IAD4sYbb4xNN9201vZUfb71X9VUTiRAgAABAgQIEBgAAQHXAUB3SwIECBAgQIAAAQIECBAgQIAAAQIECBAgQIAAAQIE2iYg4FobdSt28epaQc+gq4Brbf1xNoGaBJoVcF29enX2gesUukh/0g5jFT4g3a22Bx98MAvFpg97pyOFNQZ7mKWm5jmZQAsFBBxaiFvMoXO9/mtFwDUFWleuXJntvvfwww/HHXfcEWnX8UrHrrvuGt/85jf7/XKGSruWp/GmT5+e/env9+ZAPzp9BVybXVfanfRrX/taHHbYYWsMgDX7vnkbL+3euOeee3Yr67zzzosUuhsyZEhTyh3ogGvaxXLq1Km95vKjH/0odt9996bMsdmDDETAtQjh+LfeeivOOOOM7O8DHUf64prbb789C3UW8WhWwPXdd9/N3uPTFwJdffXV8bGPfWyNHB1/rzrppJM6z2vXjtbWf0V8UtVMgAABAgQIEBg8AgKug6fXZkqAAAECBAgQIECAAAECBAgQIECAAAECBAgQIEBgMAr0DLgORoM8zrkj6Jr603mkD3s6CBBonkBfAdd0h2nTpkUKHuT5SDvFXnjhhXkuUW0ECimQ96BdIVEVXY1AXeu/vsJf1dyw0XNScOuGG26IPfbYo9+hKu3ImS4qyu+ydgRcjzvuuLj44otjyy237Nez7CdUClJeeeWV2fqsWcdAB1wr3X+77baL73znO/2GAJtlUOs4AxFw/dOf/hSTJ0+ORYsWdSs37eg5f/78GDlyZK3TaPr57733XrYmv+yyy7qNneewcn8IfQVcB/J3Tn81d/35rbfemu38W8sh4FqLlnMJECBAgAABAgTaLSDg2m5x9yNAgAABAgQIECBAgAABAgQIECBAgAABAgQIECBAoJ0CAq7t1G7wXgKuDQK6nEAPAQFXjwQBApUEBFw9F3kS6G/9N1Bho3333Tcuv/zy2GGHHari6isgWk8IqaobNvmkdgRc99lnnzj55JPjwAMPjOHDhzd5BsUaLgUFzz///G5FN/tZyWPANe+7fg5EwDXtKF3pi2f222+/SPVsuOGGuXi4Kz2zixcvjnHjxuWivlqLEHDNxGQIan1wnE+AAAECBAgQINAyAYvTltEamAABAgQIECBAgAABAgQIECBAgAABAgQIECBAgACBHAgIuOagCdWW0F/AodpxnEeAwL8LCLh6EggQqCQg4Oq5yJNAf+u/dgdc0w6TZ511VkyYMCFGjBhRNVUrAq59Bd+qLqrLif2FJ9sRcO0oZ+edd45LL700PvOZz8Raa61Vz3QKf02l8Gmzd8MUcK39MRFw7duskk1/7yu1d6B9Vwi4ZtYyBO175NyJAAECBAgQIECgHwGLU48IAQIECBAgQIAAAQIECBAgQIAAAQIECBAgQIAAAQJlFhBwzWd3H4uIiyIi9afz6C/gkM+pqIpAfgUEXPPbG5URGEgBAdeB1B/U965r/deOgOs222wTabfEww8/PHbZZZcYNmxYzY0ScK2NbL311otzzjknCxMPtt1c+wouC7jW9gy14uyBCLi+9dZbccYZZ8SNN97YbUp528G1ks2cOXOyXZmLeAi4Zl2TISjiw6tmAgQIECBAgEBJBSxOS9pY0yJAgAABAgQIECBAgAABAgQIECBAgAABAgQIECBAgEAdAv81In4bEek/W3F0BBse/Y/BV3e9iYBrK8iNOZgFen4QfcaMGXHhhRdWTVIpgFHPTk19fYC86kKcSIBAUwUqBFw3bOoNyjvYOhGxU0TcFhFrd5nmcRExv8DTzvX6r6+Aawqljho1ao3s6ffYs88+G6tWrap43he+8IVIv6M222yzaDT4/cwzz8RBBx0UL7/8crd7pZ1KzzvvvLoejzzs4Fpr6DKt51euXJmZP//883H//ffHkiVLYsWKFRUNZs6cmYVchw4dWpdRES+q1Nett946Fi1aFNtvv33TpjTQO7hedtllcf7553ebT3qt3XPPPbHjjjs2bZ7NHGggAq59vcdNmjQprrvuukhh8Dwcjz/+eOy5557dSqn17xZ5mEdHDT1fH7X+HadS32p9v2zW37Wqda3we06GoFo85xEgQIAAAQIECLRcwOK05cRuQIAAAQIECBAgQIAAAQIECBAgQIAAAQIECBAgQIAAgcIIpF1Vp7eg2p7B1o5bCLi2ANuQBDoEBFw9CwQIVBIQcGjouUgh19/1+DKQogdcc73+6yv8VW2w6t13343nnnsuZs2aFQsXLuzV/J133jlSCPUzn/lMrLXWWnU/HC+88EIceeSR2b26HtXWWenGRQy4VppHCrxeffXV8bWvfa1X2DiF92644YY46qij6rYv2oWV+jpmzJi4/fbbIwW3m3UMdMC1Ulg0za3WEGCzPKoZJ08B17Qz6uzZs3Ozw3GlXaobeX+rph+tPEfANdOVIWjlQ2ZsAgQIECBAgACBmgQsTmvicjIBAgQIECBAgAABAgQIECBAgAABAgQIECBAgAABAgRKK9CK3bv6CrZ2IAq4lvZxMrE8CDS6c2qzdhVqtI48WKqBQJkEBFwb7ua/RsQWXUaZGhFzGx51YAbI/fqv0YBrB+v7778fd955Z3zlK1/ptZtoClmec8452U6iw4cPr6sTL730UkycODEeffTRbtefcsopWbj2gx/8YM3jliXgmiae/BcsWBDJo+eOumPHjo1bbrkl20l3MByDJeD6/e9/P/bdd99eLb3tttuyMHgej4EIuPYVjk87P6c19JAhQ3JBVaaAazP+jmMH11w8loogQIAAAQIECBAokYCAa4maaSoECBAgQIAAAQIECBAgQIAAAQIECBAgQIAAAQIECBBoQKCZu3f1F2ztKFPAtYGGuZRAfwI9g6VXXnllTJs2rb/LOn/ejA9/p8EEXKsmdyKBtggIuDbMXKaAa+7Xf80KuKaur169On7wgx/EF77whV4h1/Tziy66KAu61hNyTaHNU089NebPn9/tATvggAOy/27kyJENP3jVDNBXWO7WW2/NArh9HZXCa+ncZu62mdYVyffaa6/tVUYKHx966KHVTLHw5wyWgOvSpUtjwoQJsXz58m49q3U92s6GD0TA9Sc/+UkWBO4Z/M6bU9kDrosXL45x48ZV/bgJuFZN5UQCBAgQIECAAAECVQkIuFbF5CQCBAgQIECAAAECBAgQIECAAAECBAgQIECAAAECBAiUWqBZu3dVG2ztwBRwLfVjZXIDKfDee+/FhRdeGJdddllnGf2FW3rWK+A6kB10bwKtExBwbdi2LAHXQqz/mhlwTZ1PIdeFCxfG1KlTewXK0s9nzpyZ7eQ6dOjQmh6USr930wBjxoyJ22+/PbbZZpuaxqv35DwHXNOcnnrqqTj44IPj5Zdf7jbF9AUcyX7YsGH1Tr0w11VaX2233Xbxne98Jz72sY81bR49v2AkDbzffvtFCnFuuOGGTbtPXwP1tatxnns9EAHX9P5w1FFH9WKsNXDZ6oYuWbIkxo8f3+02M2bMyP6+UbSj0hcS1BrmF3AtWtfVS4AAAQIECBAgkHcBAde8d0h9BAgQIECAAAECBAgQIECAAAECBAgQIECAAAECBAgQaL1Ao7t31Rps7ZiRgGvre+sOg1SgUnjitttuiyOPPLJqkT/96U8xefLkWLRoUec1tYZk04V2cK2a3IkE2iIg4Nowc1kCroVY/zU74Jq6/+6778asWbPi3HPP7fUwrLfeejFnzpw4+uijo8JrZY0PT6VwXLqgnUG1vAdcK60tklE7g5cNvwM0OEClNVoastaAXX9lDHTAta95jh07NhYsWBAbbbRRf1No6Odp3XvXXXfFPvvskz1fW2yxRb/B9XYHXPsKxm+99dbZ+nv77bdvyKCZF1eyufnmm+O4445r5m3aMlbP3yvpff/BBx+MT3/601Xff8WKFXHMMcfEE0880XlNra/hZn2ZULVFW/9VK+U8AgQIECBAgACBgRAQcB0IdfckQIAAAQIECBAgQIAAAQIECBAgQIAAAQIECBAgQIBAfgQa2b2r3mBrx+wFXPPzHKikZAKvv/56TJo0Ke67777OmdX6oetKoaL04e/PfvazNWkJuNbE5WQCLRcQcGiYuAwB18Ks/1oRcE1PwKuvvhonn3xy3H333b0eiNGjR0cKx9UaLlu6dGlMmDAhli9f3m3M8847L/uyhyFDhjT88PU3QN4Drv/2b/+W7ZB7/fXXd5vKjjvumJlvtdVW/U2x8D/vK9RY6zqtP4iBDrim+ubOnZvtltz12GyzzeK73/1u7LLLLv1Noe6f//nPf84C7LNnz+4cY4MNNsh2D54+fXp85CMfqTh2uwOur732WrZef+CBB7rVk95HbrzxxviLv/iLug2afeEtt9wSxx9/fLdh6/nim2bXVc94//zP/5ztmvvMM89kl9ez03bP99p6QskCrvV0zzUECBAgQIAAAQJlFRBwLWtnzYsAAQIECBAgQIAAAQIECBAgQIAAAQIECBAgQIAAAQLVCdSze1ejwdaOygRcq+uRswjULPDSSy/FxIkT49FHH82uTWGCe+65J1KApNojhX/SzkQPPfRQ5yX1hC8EXKsVdx6B9ggIuDbsXIaAa2HWf60KuKanIAVSU8hp2bJlvR6Kww8/PAvnjRw5suoH5s0334zTTjstvvWtb3W7Ztddd42FCxfGRz/60arHqvfEvAdc07wqBS/rCZjVa5SH6yoZNDssmIeAawoQHnTQQfHyyy93Y087KE+bNq3mXZKr7V3PdXDHdfvvv3/Mnz8/PvShD1Ucqt0B14cffjgOOeSQWLVqVbd6Uu8uuOCClvlU69j1vErP02OPPRZ77LFHPcMN6DU9v4xgt912y3YVHjVqVNV1/fKXv4wjjjgifvGLX2TX1PMeJuBaNbcTCRAgQIAAAQIEBoGAgOsgaLIpEiBAgAABAgQIECBAgAABAgQIECBAgAABAgQIECBAoA+BWnfvalawtaMcAVePJoEWCfT80HWLbtO2Yffbb79IoYMNN9ywbfd0IwJlFRBwbbizRQ+4Fmr918qA6+rVq7NdEk866aSKD8VVV10Vp59+ek0hs0oBuTR4PWPV86TmPeDa1w6u9YTD6vHJyzWVnpM5c+Zkuwo368hDwPVPf/pTTJ48ORYtWtRtWmPHjo20I2j6ApZWHHfddVccdthhvYa+8MILsx1c+9pNuZ0B13feeSfOOeecuOaaa7rV2Y4dbms1r7Qjbj1fnlPrfVt1/uOPPx577rlnq4Zv+7jpfSPtVjx8+PA13tv6r+2tcUMCBAgQIECAAIEaBARca8ByKgECBAgQIECAAAECBAgQIECAAAECBAgQIECAAAECBEomUO3uXc0OtnYwCriW7IEynfwIlO2D2wKu+Xm2VFJ8AQGHhntY9IBrodZ/rQy4pidh5cqV8aUvfSkL2/U8Ro8eHbfddltsv/32VT80aafK4447rtvu5+niFOBMu7imMVt55D3g2lfgcbD9nv/+978f++67b7dH4bzzzst2t+0rfFnrc5OHgGuq+aabbspCrj2PZu9Y2zF+X6/paoKj7Qy4prV62kG65+62aUfXZFbL7tG1Phu1nl/pdbvjjjtm749bbbVVrcMN+Pnp/f74448f8DqaVYCAa7MkjUOAAAECBAgQIDCQAgKuA6nv3gQIECBAgAABAgQIECBAgAABAgQIECBAgAABAgQIEBg4gWp272pVsLVj1gKuA9d/dy65wNy5c2Pq1KmlmeVgC76UpnEmkksBAdeG21LkgGvh1n+tDrimp+Hpp5+OCRMmxIoVK3o9HFOmTMl2xhsxYkRVD86adoU95ZRT4oorrqh6rKpu2OOkvAdcn3rqqTj44IN7hfqSzaxZs+KDH/xgPdMu3DVLly7Nnrnly5d31j5p0qS47rrrYr311mvKfPIScP3tb38bRx99dDz55JPd5rX33nvH/Pnz48Mf/nBT5tsxyOLFiyNZrlq1qtu4KXj+jW98I9Zff/0+79eugOurr76a7dZ7991396rlzjvvjEMPPbSpJo0Olt4bjznmmHjiiSc6hzrggAOy/uUpiFvNPN97771IO/ledtll1ZxeiHMEXAvRJkUSIECAAAECBAj0IyDg6hEhQIAAAQIECBAgQIAAAQIECBAgQIAAAQIECBAgQIDA4BRY0+5drQ62dogLuA7OZ8+sWyzw5z//Oc4999wskFOWQ8C1LJ00jzwICLg23IUiB1wLt/5rR8A1hVKvueaa+PKXv9zr4Uhhwzlz5mQBvQqvnYoP0+9///tsx8r77ruv189nzpwZZ511VgwdOrThB7HSAHkOuL7zzjtxwQUXZEHWnseNN94YJ554YktM8jhoCjimwOBDDz3UWd5ee+0VKWC5+eabN6XkvARc0+srrUnTc9/zaHboe9myZXHCCSf0CtOm13EKY44fP36Ntu0IuKbXwZVXXhnnn39+r1rGjRsX8+bNi4033rgpz0CzBnnmmWfioIMO6hZMnzZtWqT3s2HDhjXrNm0Zp69dpNty8xbdRMC1RbCGJUCAAAECBAgQaKuAgGtbud2MAAECBAgQIECAAAECBAgQIECAAAECBAgQIECAAAECuRDoa/eudgVbOxAEXHPxOCiibAKVQhPpg/Tpg+jVHpVCsimsc/XVV8c666xT7TDZeT0DFjNmzMh2TnIQIDAwAgKuDbsXNeBayPVfOwKu6YlY046Ku+66axaO23rrrat+eB555JE49thje+1UmoJ2f/d3fxdnnHFGrL322lWPV82Jf/zjH7NdCb/+9a/3Ov3WW2+NiRMn9jnMj3/84/irv/qrXj//0Y9+FLvvvns1t1/jOSnkuHDhwmx3+Z47a44ePTruuOOO2HbbbRu+T1EGePvtt7N12dy5cztLTs/Ggw8+GJ/+9KebMo28BFzTZH73u99lu6r+4Ac/6DW3Sy+9NM4888yGXw+vvPJKtitq2sG151HN7q3pmlYHXNOzn+abgqE9j9T/RYsWxb777tuU/jdzkEouKfifvIt2/PKXv4wjjjgifvGLX3SWnp6ZFC6u9qgUkp0+fXqkP9V+EUK6V6X3gf7eq6utsdJ51n+N6LmWAAECBAgQIECg1QICrq0WNj4BAgQIECBAgAABAgQIECBAgAABAgQIECBAgAABAgTyJ9Bz9652B1s7RARc8/dsqKgEApV2WUqBic9+9rNVz+6ll17KgjCPPvpo5zX1fHA7XSzgWjW7Ewm0RUDAoWHmogZcC7n+a1fANT0VfYVS08/S7pOXXHJJ1SG8d999N9upNO2oXulIgbuLL744ttxyy4YfyLQj5L333huXX355/PSnP604Xn+hqVYGXFOI66abbsrCXymE2/NIX3qRfjZkyJCGLYo0QNrVNAU7ux7NDA3mKeCa5phChCnk2jPgnH529tlnx3nnnRcbbLBBXS1csWJFFhi+++67e10/atSoLLhaTVC7VQHX9H6Qwr1pB+O+XqOt3t25LtiIqPSlNymM+73vfa8q03rv26rrlixZ0m0n3/TFBSlYvP3221d9y6VLl8aECRNi+fLlndfcfPPNkd7XazkEXGvRci4BAgQIECBAgEDZBQRcy95h8yNAgAABAgQIECBAgAABAgQIECBAgAABAgQIECBAgEB3ga67dw1UsLWjIgFXTyeBFgik3cDSDmkdx4477hi33XZbbLXVVlXf7eGHH45DDjmkWwih1t2NOm4m4Fo1uxMJtEVAwLVh5iIGXAu7/mtnwDWF0FLQMu2w2POoZ3fFN998Mwu0pd3PKx0pzJcCsMcff3xsvPHGNT+Yr7/+eqSwVgrSdt2NsNJA7Qy4pt1aV65cGf/6r/8a999/f6R791VfCh2mnzcj6Fsz4ABfkELFn/vc57qttdKOmCn4Onz48Iary1vAtb/Q984775y9/saOHVt1kDyFu++8886YMWNGvPDCCxXNbrjhhpg8eXJVO2s2I+Da8fynIO/zzz8fjz/+eNx111191peKPuWUU+KKK66IESNGNNz3Zg/w2muvZcHkBx54oHPovfbaKwsNb7755s2+XUvHe++99yIF6tNO1x3HAQcckO3QPXLkyKrvnQL76ZnqODbbbLO45557Iv2dq5ZDwLUWLecSIECAAAECBAiUXUDAtewdNj8CBAgQIECAAAECBAgQIECAAAECBAgQIECAAAECBAh0F0i7d+0VEek//3NrxoFREnAdGHd3LbFA+jD9qaeemn1Qu+NIH0q/7rrrIoVzqjlSWOCcc86Ja665pvP0MWPGxO233x7bbLNNNUN0O0fAtWYyFxBoqYCAa8O8RQy4Fnb9186Aa3oyXnzxxTj22GMjhQ97HikIdeONN8amm25a9UOUQq4pMFspNNsxSPr9fOCBB2Y7p++yyy6x4YYbxlprrdXrHikg+H//7/+NH/7wh1lgLn0ZRaXdMLtemMb+6le/Gl/84hfXGJ7rawfXqidax4kp4Ju+gKOWHebruE1uL3n55ZezHR8feuihzhp32223WLBgQaRdRxs9KgVcGx2z0vW1rBHT6yGtMa+//vo+S9luu+3ixBNPzHbZ3GKLLWLo0KHdzn3//ffj97//ffb8z5s3L3s99HVcdNFF2f2qDQxXCri2wqzrmGmdnkLqG220UatvVdf4lYLYabfctOPssGHD6hpzoC566aWXsvfZRx/9z/8ZJO0cnF4r1e4gnb5YID2fXXcL3n///bO/e33oQx+qaWoCrjVxOZkAAQIECBAgQKDkAgKuJW+w6REgQIAAAQIECBAgQIAAAQIECBAgQIAAAQIECBAgQKCHwA4R8WxOVARcc9IIZZRH4KmnnoqDDz44Umii45gzZ06kHcGqPSqNcfrpp2c7S6299trVDtN5noBrzWQuINBSAQHXhnmLGHAt7Pqv3QHX9HSkHctT6KxSeDT9Tku7rvYM3a3pqUpfHJGCsSlo+sc//rGqB/DTn/50rL/++p3nrlixYo07QFYaNIVmL7744vjkJz/Z7+6V7Q64pnBr+vKNI488st/aqgIr4ElpN8nUn/RMdT3SjqSHHnpowzPKY8A1TSq9BtJrKIVTqzm6vhZSIPDZZ5/tN9idxj3//POzP7XsitrugGtySDVW+yU01Xg185y0G+0ll1yS7Xra9UjvkePGjWvmrdoyVvpigMMOO6zbvR588MGaQvaVxkgB5RT6rbC+WuO8BFzb0nY3IUCAAAECBAgQKIiAgGtBGqVMAgQIECBAgAABAgQIECBAgAABAgQIECBAgAABAgQIlFBAwLWETTWlgROoFJQYPXp03HHHHbHttttWVVjaWSt9QLtr6CB96D7tUrTPPvtUNUbPkwRc62JzEYGWCQi4NkxbxIBrw5Nu4gA1rf8GIuCaQkdp18drr72217TTzpopBLf77rvXRJKCYj//+c9j+vTpce+999Z0ba0n77zzztl9xo4dW/UXU7Qz4Jrsrrrqqthxxx1rDoTVapH389MupIcccki3wGYjXyrSdb55DbimGtNrLO3imgK+/e1CXGsPU3j6yiuvzHbqrCWInu7TroBreo2mXZ0/85nPVNytudY5t+r8SrsM77XXXpnT5ptv3qrbtmTc9Hec0047Lb71rW91jp/eI2+55ZbYbLPNqrpn2jl48uTJcd9993WeX+vftbreSMC1KnYnESBAgAABAgQIDBIBAddB0mjTJECAAAECBAgQIECAAAECBAgQIECAAAECBAgQIECAQA4Fago45LB+JRHIlcBvf/vbOProo+PJJ5/srOvzn/98FtCpZveqFL5ZuHBhTJ06tVvYIAUvbrrpphg5cmRd8xVwrYvNRQRaJiDg2jCtgGtjhDWt/wYi4Jqmt2zZsux36nPPPddrtocffnjMnTu3rt+LaTfXhx56KC6//PL44Q9/2Jhkj6vTjq2nnnpq7L333lUHWzuGaEfAtZH6mgqVo8Fef/31OPHEE7MvEuk4GgnMdZ1angOuqc5WhL7TM5bmvcMOadPq2o9WBlzTF8akL4s5+eST63qN1j6bxq+oFMBOu7mmAP2QIUMav0EbR3jqqafi4IMPjhTa7Thqmcu7774baafWtOtu16ORQLqAaxsfALciQIAAAQIECBDIvYCAa+5bpEACBAgQIECAAAECBAgQIECAAAECBAgQIECAAAECBAiUVqCmgENpFUyMQBMEUkhg9uzZcdZZZ3Ub7c4774xDDz20qjukMM8JJ5zQLSCbPow/f/78GD9+fFVjVDpJwLVuOhcSaImAgGvDrAKujRHWtP4bqIBr+r164403xkknnVRxtjfccEO2k1+F11NVOikslb6QIn2xRPrzxz/+sarrep606667Zr/njzjiiEi7y9ZbTzMDrmkHzTFjxsQmm2wSO+20U7ZTa/r/6/2ijLpgCnRR+hKR9Cx1PVKQbtq0aXX3M42V94Brx3zff//97LUwZ86cLOhb646uaa2avowlfUFLej2stdZadXe/WQHXbbbZJns9brXVVrHttttmdadPHmIAACAASURBVH384x+P4cOH111buy9MYfy0k/U111zTeeu00+l3v/vd2GWXXdpdTkP3a8ZcHnvssTj++ONjxYoVnbWkHi9atCh7n6vnEHCtR801BAgQIECAAAECZRUQcC1rZ82LAAECBAgQIECAAAECBAgQIECAAAECBAgQIECAAAEC+ReoKeCQ/+mokMDACVTaaW7cuHExb9682Hjjjfst7JVXXsl2lFq8eHG3c0855ZS44oorqtoBtq+bCLj2y+8EAm0VEHBtmFvAtTFC678efins+utf/zqeeeaZePbZZ7NdY1OI6oUXXug8U2i0sYcuz1f/7ne/i0mTJsUPfvCDzjLTLrzpC0Y+/OEP57n0pteWAn//5//8nyzw+tOf/jR7HaTXQ9cAeAqPpuBoChXutttusfPOOwtPN70TEZV2PE1/V0hfqFOkoG6ieeSRR+LYY4/ttntrLXOp9CVAadyZM2dmXy40dOjQujog4FoXm4sIECBAgAABAgRKKiDgWtLGmhYBAgQIECBAgAABAgQIECBAgAABAgQIECBAgAABAgQKICDgUIAmKTH/Am+++Wa2w9L111/frdhbb701Jk6c2O8EXn311ezD2SlI0fVIu01985vfjNGjR/c7xppOEHBtiM/FBJouIODaMKmAa2OE1n+N+bm6ZAJpt+C0S+aXv/zlbjNrdJfgkjGZThsF0o6nF1xwQaSdhDuOtHvrbbfdFnvssUcbK2n8VpW+xKeWuSxfvjxOO+20ePDBB7sVM378+Jg7d262U3W9h4BrvXKuI0CAAAECBAgQKKOAgGsZu2pOBAgQIECAAAECBAgQIECAAAECBAgQIECAAAECBAgQKIaAgEMx+qTKHAukUMTChQtj6tSpsWrVqs5Kq929ta9w63rrrRdz5syJo48+OiqE4WoSEXCticvJBFouIODaMLGAa2OE1n+N+bm6hAJ2cS1hUws8paeffjomTJiQ7aDbcdSy42lepp52x04h3XPPPbdbSdXOpa9w66hRo+Lmm2+OPffcs6GpCrg2xOdiAgQIECBAgACBkgkIuJasoaZDgAABAgQIECBAgAABAgQIECBAgAABAgQIECBAgACBAgkIOBSoWUrNp8Bjjz0Wxx9/fLcPoKdwatqNNe0stKYjfWh92rRpcffdd/c6bebMmdmurkOHDm144gKuDRMagEBTBQRcG+YUcG2M0PqvMT9Xl1Qg7Y550kkndfvCkiuuuCLOPPPMGDJkSElnbVp5E3jzzTezvx/Mmzevs7QU6Fy0aFHstNNOeSu3z3r6+hKgaufys5/9LE4//fT48Y9/3O0ezfwSIAHXwjxOCiVAgAABAgQIEGiDgIBrG5DdggABAgQIECBAgAABAgQIECBAgAABAgQIECBAgAABAgQqCgg4eDAINCiwbNmyOOGEE+LJJ5/sHGnKlCkxe/bsGDFiRJ+jP/vss/GFL3whfv7zn/c656KLLopzzjknhg8f3mB1/365gGtTGA1CoGkCAq4NUwq4NkZo/deYn6tLKrBy5cr40pe+FLfcckvnDEePHh0p+Lr99tuXdNamlTeBxYsXx6RJk0oRtK70RUDp7yVpR9c1fYnPAw88EFOnTu32BUKpTyncmv6Olb5cqBlfAiTgmrenXz0ECBAgQIAAAQIDKSDgOpD67k2AAAECBAgQIECAAAECBAgQIECAAAECBAgQIECAAIHBLSDgMLj7b/ZNEuj64e1qgxDvvvtu3HzzzdkOTatWreqs5Pzzz4/0Z03h2FrLFnCtVcz5BForIODasK+Aa2OE1n+N+bm6xAJLly6No446KtIXmHQcxx13XHzjG9+I9ddfv8QzN7U8CLz44otx7LHHdtu1dPz48TF37tzYZJNN8lBiTTX03MV17733jvnz58eHP/zhNY6Tgqdp9+T0pT8dRwq3XnrppVnwtRnh1jSugGtN7XQyAQIECBAgQIBAyQUEXEveYNMjQIAAAQIECBAgQIAAAQIECBAgQIAAAQIECBAgQIBAjgUEHHLcHKUVRyB9ePvGG2+Mk046KW644YaYPHlyVAiw9ZrQ+++/HwsWLIhTTjkl+1natfWss85q2s6tHTcUcC3Os6TSwSEg4NpwnwVcGyO0/mvMz9UlFugZyOuYai3ruxLzmFoLBd5555244IILYtasWZ13GTVqVPaFOHvuuWcL79zaodOX+kyfPj0LiS9atCj23Xffqm6YPK688srsi3822GCD7P+eOHFi08KtqQgB16pa4SQCBAgQIECAAIFBIiDgOkgabZoECBAgQIAAAQIECBAgQIAAAQIECBAgQIAAAQIECBDIoYCAQw6boqRiCrz55puxcOHCOProo2vafTV96Hv27Nmx8cYbN/1D2x2S6QPl9957byfsgQceGF/60peKCa1qAiUQEHBtuIkCro0RWv815ufqkgukNV360pHrr7++c6YpaPjtb387dt9995LP3vQGQqCvYPVVV10Vp59+elVfnDMQdVd7z1deeSUeeOCBmv+uk16LaRfXffbZJ/bbb7+mO/zbv/1bXHLJJfHUU091TiV98VDaNbcVh/VfK1SNSYAAAQIECBAg0CwBAddmSRqHAAECBAgQIECAAAECBAgQIECAAAECBAgQIECAAAECBGoVEHCoVcz5BAgQIECgQQEBhwYBIwRcGyO0/mvMz9WDQCAF8v4/e3cDq2dZ3w/8VyCS9QXCsg1MmNW4UhuBsxa0oR2aAHHtxFZ51XYFSSllUAsMtPUFnSJbAV1DUzpKITpeCqVU7NmSdq66oQVTI7CyGqbEaV06dZkQ6IuBhJ5/7ue/0zxPe07Pc5/ree7nvp/ncxJjwrl/1++6Pr878Qrt13vx4sWxefPmQ6fNQm9r166Nk08+uQcEHLFIgaeeeiquvPLK2L1796G2WdDyzjvvzPV/nFPknvXKL+D+l99MBQECBAgQIECAQHECAq7FWetEgAABAgQIECBAgAABAgQIECBAgAABAgQIECBAgAABAo0CAg7eCAIECBAgULCAgEMyuIBrGqH7X5qf6h4RePHFF+Oqq66KHTt2HDqx0GGPDL/AY+7Zsyeuv/56YeoCzTvVyv2vU/L6EiBAgAABAgQINCMg4NqMkmcIECBAgAABAgQIECBAgAABAgQIECBAgAABAgQIECBAoB0CAg7tULUmAQIECBA4ioCAQ/LrIeCaRuj+l+anuocE/vM//zN+8YtfNJz4j/7oj+LUU0/tIQVHbZfAwYMHY9euXfHyyy83tJgyZYovBbcLvYPruv91EF9rAgQIECBAgACBEQUEXEck8gABAgQIECBAgAABAgQIECBAgAABAgQIECBAgAABAgQItElAwKFNsJYlQIAAAQLDCQg4JL8b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QcvBAECBAgQKBgAQGHZHAB1zRC9780P9UECBAgQCC3gPtfbjIFBAgQIECAAAECBQoIuBaIrRUBAgQIECBAgAABAgQIECBAgAABAgQIECBAgAABAgQINAgIOHghCBAgQIBAwQICDsng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QcvBAECBAgQKBgAQGHZHAB1zRC9780P9UECBAgQCC3gPtfbjIFBAgQIECAAAECBQoIuBaIrRUBAgQIECBAgAABAgQIECBAgAABAgQIECBAgAABAgQINAgIOHghCBAgQIBAwQICDsng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5GxKE/tz548GAM8ZcukREgQIAAAQItEhgYGIhjjjmmfrUsbNjwD1rUqpuXEXBNm677X5qfagIECBAgkEvA/S8Xl4cJECBAgAABAgQ6ICDg2gF0LQkQIECAAAECBAgQIECAAAECBAgQIECAAAECBAgQIECgJrAvIsYNWrz22msxYcIENAQIECBAgECbBPbu3RsnnHBC/er7I2J8m9p167ICrmmTdf9L81NNgAABAgRyCbj/5eLyMAECBAgQIECAQAcEBFw7gK4lAQIECBAgQIAAAQIECBAgQIAAAQIECBAgQIAAAQIECNQEfh4REwctfvKTn8SkSZPQECBAgAABAm0SeOmll+K0006rX313RLy9Te26dVkB17TJuv+l+akmQIAAAQK5BNz/cnF5mAABAgQIECBAoAMCAq4dQNeSAAECBAgQIECAAAECBAgQIECAAAECBAgQIECAAAECBGoC342IcwcttmzZErNmzUJDgAABAgQItElg69atMXv27PrVvxcR72tTu25dVsA1bbLuf2l+qgkQIECAQC4B979cXB4mQIAAAQIECBDogICAawfQtSRAgAABAgQIECBAgAABAgQIECBAgAABAgQIECBAgACBmsC6iLh60GLFihWxbNkyNAQIECBAgECbBO64445Yvnx5/er3R8SiNrXr1mUFXNMm6/6X5qeaAAECBAjkEnD/y8XlYQIECBAgQIAAgQ4ICLh2AF1LAgQIECBAgAABAgQIECBAgAABAgQIECBAgAABAgQIEKgJ/EVErBm0mDNnTmzevBkNAQIECBAg0CaBuXPnRn9/f/3q10XE37WpXbcuK+CaNln3vzQ/1QQIECBAIJeA+18uLg8TIECAAAECBAh0QEDAtQPoWhIgQIAAAQIECBAgQIAAAQIECBAgQIAAAQIECBAgQIBATaAvIv5t0GLs2LGxb9++GDPGH2V7PwgQIECAQKsFBgYGYvz48XHgwIH6pf84Ina2uleXryfgmjZg9780P9UECBAgQKBpAfe/pqk8SIAAAQIECBAg0EEBfyrYQXytCRAgQIAAAQIECBAgQIAAAQIECBAgQIAAAQIECBAgQCB+HhETBx02btwYl1xyCRYCBAgQIECgxQJPPPFEXHrppfWr7o6It7e4TS8sJ+CaPmX3v3RDKxAgQIAAgREF3P9GJPIAAQIECBAgQIBACQQEXEswBFsgQIAAAQIECBAgQIAAAQIECBAgQIAAAQIECBAgQIBADwvcHRFLB88/Z86c2Lx5cw9zODoBAgQIEGiPwNy5c6O/v79+8VURcUN7unX1qgKu6eN1/0s3tAIBAgQIEBhRwP1vRCIPECBAgAABAgQIlEBAwLUEQ7AFAgQIECBAgAABAgQIECBAgAABAgQIECBAgAABAgQI9LDAORHxTP35n3vuuZg6dWoPkzg6AQIECBBorcDzzz8f06ZNO3zRGRHx/dZ26onVBFzTx+z+l25oBQIECBAgcFQB9z8vCAECBAgQIECAQFUEBFyrMin7JECAAAECBAgQIECAAAECBAgQIECAAAECBAgQIECAQPcKfDcizh083rx58+KRRx7p3tM6GQECBAgQKFhg/vz5sX79+vqu34uI9xW8jW5pJ+Damkm6/7XG0SoECBAgQGBIAfc/LwYBAgQIECBAgEBVBARcqzIp+yRAgAABAgQIECBAgAABAgQIECBAgAABAgQIECBAgED3ClwWERvqj7dly5aYNWtW957YyQgQIECAQEECW7dujdmzZx/e7fKIeLygLXRbGwHX1kzU/a81jlYhQIAAAQJHCLj/eSkIECBAgAABAgSqJCDgWqVp2SsBAgQIECBAgAABAgQIECBAgAABAgQIECBAgAABAgS6V6DhK16nn356vPDCCzFmjD/W7t6ROxkBAgQItFtgYGAgzjzzzNi1a1d9K19vTYMXcE3zq692/2udpZUIECBAgEBNwP3Pi0CAAAECBAgQIFA1AX8SWLWJ2S8BAgQIECBAgAABAgQIECBAgAABAgQIECBAgAABAgS6U+C8iPh2/dEWLVoU9913X3ee1qkIECBAgEABAtdcc02sW7fu8E7nR8R3CmjfrS0EXFs3Wfe/1llaiQABAgQI1ATc/7wIBAgQIECAAAECVRMQcK3axOyXAAECBAgQIECAAAECBAgQIECAAAECBAgQIECAAAEC3Stwd0QsrT/eihUrYtmyZd17YicjQIAAAQJtErjjjjti+fLlh6++KiJuaFPLXllWwLW1k3b/a62n1QgQIECghwXc/3p4+I5OgAABAgQIEKiwgIBrhYdn6wQIECBAgAABAgQIECBAgAABAgQIECBAgAABAgQIEOhCgR9GxFn151q9enVcf/31XXhURyJAgAABAu0RuOeee2LJkiWHL/5sRJzdno49taqAa+vH7f7XelMrEiBAgECPCbj/9djAHZcAAQIECBAg0EUCAq5dNExHIUCAAAECBAgQIECAAAECBAgQIECAAAECBAgQIECAQBcI9EXE0xExrv4svuTaBZN1BAIECBAoRGCYL3ftj4iZEbGzkE10dxMB19bP1/2v9aZWJECAAIEeEnD/66FhOyoBAgQIECBAoAsFBFy7cKiORIAAAQIECBAgQIAAAQIECBAgQIAAAQIECBAgQIAAgYoLXBgR/3D4GRYtWhRr166NMWP8UXfF52v7BAgQINAGgYGBgVi8eHGsW7duqNU/FBH/2Ia2vbikgGt7pu7+1x5XqxIgQIBAFwu4/3XxcB2NAAECBAgQINBDAv7Ur4eG7agECBAgQIAAAQIECBAgQIAAAQIECBAgQIAAAQIECBCokMBlEbHh8P2efvrpcdddd8WsWbMqdBRbJUCAAAEC7RXYunVrfPKTn4xdu3YN1ejyiHi8vTvoqdUFXNs3bve/9tlamQABAgS6TMD9r8sG6jgECBAgQIAAgR4WEHDt4eE7OgECBAgQIECAAAECBAgQIECAAAECBAgQIECAAAECBEoukH3J67GIGHf4PufNmxe33HJLTJ06teRHsD0CBAgQINA+geeffz6+8pWvxPr164dqsj8iPurLrS33F3BtOWnDgu5/7fW1OgECBAhUXMD9r+IDtH0CBAgQIECAAIEjBARcvRQECBAgQIAAAQIECBAgQIAAAQIECBAgQIAAAQIECBAgUGaBvoh4ICLOGmqTc+bMiQULFsTFF18cY8b4I/AyD9LeCBAgQKA1AgMDA7Fp06Z46KGHor+/f7hFn42IhRGxszVdrVInIODa/tfB/a/9xjoQIECAQIUE3P8qNCxbJUCAAAECBAgQyC3gT/dykykgQIAAAQIECBAgQIAAAQIECBAgQIAAAQIECBAgQIAAgQ4I3B0RS4frO3bs2LjgggtixowZ0dfXF+985zvjlFNOifHjxwu+dmBYWhIgQIBAukAWZNi3b1/86le/ip/+9Kexc+fOeOaZZ2Lbtm1x4MCBozVYFRE3pO/ACsMICLgW92q4/xVnrRMBAgQIlEDA/a8EQ7AFAgQIECBAgACBwgUEXAsn15AAAQIECBAgQIAAAQIECBAgQIAAAQIECBAgQIAAAQIERilwXkT8VUScO8p6ZQQIECBAoJsFvvd//zv5nW4+ZAnOJuBa7BDc/4r11o0AAQIEqiXg/letedktAQIECBAgQIDAEAICrl4LAgQIECBAgAABAgQIECBAgAABAgQIECBAgAABAgQIEKiawGURsUTQtWpjs18CBAgQaJNAFmxYHRGPt2l9yzYKCLh25o1w/+uMu64ECBAgUE4B979yzsWuCBAgQIAAAQIERiEg4DoKNCUECBAgQIAAAQIECBAgQIAAAQIECBAgQIAAAQIECBAgUAqBcyLioxExNyImlmJHNkGAAAECBIoR2B0RmyPisYj4fjEtdfk/AQHXzr4K7n+d9dedAAECBDon4P7XOXudCRAgQIAAAQIE2igg4NpGXEsTIECAAAECBAgQIECAAAECBAgQIECAAAECBAgQIECAQGECfRExIyKmRcTkiHhbRPxeRIyNCH82XtgYNCJAgACBFgoMRMSBiPjfiPhFRPw4Ip6LiGciYmcL+1gqn4CAaz6vdj7t/tdOXWsTIECAQCcE3P86oa4nAQIECBAgQIBARwX8IV5H+TUnQIAAAQIECBAgQIAAAQIECBAgQIAAAQIECBAgQIAAAQIECBAgQIAAgQoJCLhWaFi2SoAAAQIECBAgQIAAAQIECBAgUG4BAddyz8fuCBAgQIAAAQIECBAgQIAAAQIECBAgQIAAAQIECBAgQIAAAQIECBAgQKA8AgKu5ZmFnRAgQIAAAQIECBAgQIAAAQIECFRcQMC14gO0fQIECBAgQIAAAQIECBAgQIAAAQIECBAgQIAAAQIECBAgQIAAAQIECBAoTEDAtTBqjQgQIECAAAECBAgQIECAAAECBLpdQMC12yfsfAQIECBAgAABAgQIECBAgAABAgQIECBAgAABAgQIECBAgAABAgQIECDQKgEB11ZJWocAAQIECBAgQIAAAQIECBAgQKDnBQRce/4VAECAAAECBAgQIECAAAECBAgQIECAAAECBAgQIECAAAECBAgQIECAAAECTQoIuDYJ5TECBAgQIECAAAECBAgQIECAAAECIwkIuI4k5PcECBAgQIAAAQIECBAgQIAAAQIECBAgQIAAAQIECBAgQIAAAQIECBAgQOD/Cwi4ehMIECBAgAABAgQIECBAgAABAgQItEhAwLVFkJYhQIAAAQIECBAgQIAAAQIECBAgQIAAAQIECBAgQIAAAQIECBAgQIAAga4XEHDt+hE7IAECBAgQIECAAAECBAgQIECAQFECAq5FSetDgAABAgQIECBAgAABAgQIECBAgAABAgQInDrs2AAAIABJREFUECBAgAABAgQIECBAgAABAlUXEHCt+gTtnwABAgQIECBAgAABAgQIECBAoDQCAq6lGYWNECBAgAABAgQIECBAgAABAgQIECBAgAABAgQIECBAgAABAgQIECBAgEDJBQRcSz4g2yNAgAABAgQIECBAgAABAgQIEKiOgIBrdWZlpwQIECBAgAABAgQIECBAgAABAgQIECBAgAABAgQIECBAgAABAgQIECDQWQEB1876606AAAECBAgQIECAAAECBAgQINBFAgKuXTRMRyFAgAABAgQIECBAgAABAgQIECBAgAABAgQIECBAgAABAgQIECBAgACBtgoIuLaV1+IECBAgQIAAAQIECBAgQIAAAQK9JCDg2kvTdlYCBAgQIECAAAECBAgQIECAAAECBAgQIECAAAECBAgQIECAAAECBAgQSBEQcE3RU0uAAAECBAgQIECAAAECBAgQIECgTkDA1etAgAABAgQIECBAgAABAgQIECBAgAABAgQIECBAgAABAgQIECBAgAABAgSaExBwbc7JUwQIECBAgAABAgQIECBAgAABAgRGFBBwHZHIAwQIECBAgAABAgQIECBAgAABAgQIECBAgAABAgQIECBAgAABAgQIECBAoCYg4OpFIECAAAECBAgQIECAAAECBAgQINAiAQHXFkFahgABAgQIECBAgAABAgQIECBAgAABAgQIECBAgAABAgQIECBAgAABAgS6XkDAtetH7IAECBAgQIAAAQIECBAgQIAAAQJFCQi4FiWtDwECBAgQIECAAAECBAgQIECAAAECBAgQIECAAAECBAgQIECAAAECBAhUXUDAteoTtH8CBAgQIECAAAECBAgQIECAAIHSCAi4lmYUNkKAAAECBAgQIECAAAECBAgQIECAAAECBAgQIECAAAECBAgQIECAAAECJRcQcC35gGyPAAECBAgQIECAAAECBAgQIECgOgICrtWZlZ0SIECAAAECBAgQIECAAAECBAgQIECAAAECBAgQIECAAAECBAgQIECAQGcFBFw76687AQIECBAgQIAAAQIECBAgQIBAFwkIuHbRMB2FAAECBAgQIECAAAECBAgQIECAAAECBAgQIECAAAECBAgQIECAAAECBNoqIODaVl6LEyBAgAABAgQIECBAgAABAgQI9JKAgGsvTdtZCRAgQIAAAQIECBAgQIAAAQIECBAgQIAAAQIECBAgQIAAAQIECBAgQCBFQMA1RU8tAQIECBAgQIAAAQIECBAgQIAAgToBAVevAwECBAgQIECAAAECBAgQIECAAAECBAgQIECAAAECBAgQIECAAAECBAgQaE5AwLU5J08RIECAAAECBAgQIECAAAECBAgQGFFAwHVEIg8QIECAAAECBAgQIECAAAECBAgQIECAAAECBAgQIECAAAECBAgQIECAAIGagICrF4EAAQIECBAgQIAAAQIECBAgQIBAiwQEXFsEaRkCBAgQIECAAAECBAgQIECAAAECBAgQIECAAAECBAgQIECAAAECBAgQ6HoBAdeuH7EDEiBAgAABAgQIECBAgAABAgQIFCUg4FqUtD4ECBAgQIAAAQIECBAgQIAAAQIECBAgQIAAAQIECBAgQIAAAQIECBAgUHUBAdeqT9D+CRAgQIAAAQIECBAgQIAAAQIESiMg4FqaUdgIAQIECBAgQIAAAQIECBAgQIAAAQIECBAgQIAAAQIECBAgQIAAAQIECJRcQMC15AOyPQIECBAgQIAAAQIECBAgQIAAgeoICLhWZ1Z2SoAAAQIECBAgQIAAAQIECBAgQIAAAQIECBAgQIAAAQIECBAgQIAAAQKdFRBw7ay/7gQIECBAgAABAgQIECBAgAABAl0kIODaRcN0FAIECBAgQIAAAQIECBAgQIAAAQIECBAgQIAAAQIECBAgQIAAAQIECBBoq4CAa1t5LU6AAAECBAgQIECAAAECBAgQINBLAgKuvTRtZyVAgAABAgQIECBAgAABAgQIECBAgAABAgQIECBAgAABAgQIECBAgACBFAEB1xQ9tQQIECBAgAABAgQIECBAgAABAgTqBARcvQ4ECBAgQIAAAQIECBAgQIAAAQIECBAgQIAAAQIECBAgQIAAAQIECBAgQKA5AQHX5pw8RYAAAQIECBAgQIAAAQIECBAgQGBEAQHXEYk8QIAAAQIECBAgQIAAAQIECBAgQIAAAQIECBAgQIAAAQIECBAgQIAAAQIEagICrl4EAgQIECBAgAABAgQIECBAgAABAi0SEHBtEaRlCBAgQIAAAQIECBAgQIAAAQIECBAgQIAAAQIECBAgQIAAAQIECBAgQKDrBQRcu37EDkiAAAECBAgQIECAAAECBAgQIFCUgIBrUdL6ECBAgAABAgQIECBAgAABAgQIECBAgAABAgQIECBAgAABAgQIECBAgEDVBQRcqz5B+ydAgAABAgQIECBAgAABAgQIECiNgIBraUZhIwQIECBAgAABAgQIECBAgAABAgQIECBAgAABAgQIECBAgAABAgQIECBQcgEB15IPyPYIECBAgAABAgQIECBAgAABAgSqIyDgWp1Z2SkBAgQIECBAgAABAgQIECBAgAABAgQIECBAgAABAgQIECBAgAABAgQIdFZAwLWz/roTIECAAAECBAgQIECAAAECBAh0kYCAaxcN01EIECBAgAABAgQIECBAgAABAgQIECBAgAABAgQIECBAgAABAgQIECBAoK0CAq5t5bU4AQIECBAgQIAAAQIECBAgQIBALwkIuPbStJ2VAAECBAgQIECAAAECBAgQIECAAAECBAgQIECAAAECBAgQIECAAAECBFIEBFxT9NQSIECAAAECBAgQIECAAAECBAgQqBMQcPU6ECBAgAABAgQIECBAgAABAgQIECBAgAABAgQIECBAgAABAgQIECBAgACB5gQEXJtz8hQBAgQIECBAgAABAgQIECBAgACBEQUEXEck8gABAgQIECBAgAABAgQIECBAgAABAgQIECBAgAABAgQIECBAgAABAgQIEKgJCLh6EQgQIECAAAECBAgQIECAAAECBAi0SEDAtUWQliFAgAABAgQIECBAgAABAgQIECBAgAABAgQIECBAgAABAgQIECBAgACBrhcQcO36ETsgAQIECBAgQIAAAQIECBAgQIBAUQICrkVJ60OAAAECBAgQIECAAAECBAgQIECAAAECBAgQIECAAAECBAgQIECAAAECVRcQcK36BO2fAAECBAgQIECAAAECBAgQIECgNAICrqUZhY0QIECAAAECBAgQIECAAAECBAgQIECAAAECBAgQIECAAAECBAgQIECAQMkFBFxLPiDbI0CAAAECBAgQIECAAAECBAgQqI6AgGt1ZmWnBAgQIECAAAECBAgQIECAAAECBAgQIECAAAECBAgQIECAAAECBAgQINBZAQHXzvrrToAAAQIECBAgQIAAAQIECBAg0EUCAq5dNExHIUCAAAECBAgQIECAAAECBAgQIECAAAECBAgQIECAAAECBAgQIECAAIG2Cgi4tpXX4gQIECBAgAABAgQIECBAgAABAr0kIODaS9N2VgIECBAgQIAAAQIECBAgQIAAAQIECBAgQIAAAQIECBAgQIAAAQIECBBIERBwTdFTS4AAAQIECBAgQIAAAQIECBAgQKBOQMDV60CAAAECBAgQIECAAAECBAgQIECAAAECBAgQIECAAAECBAgQIECAAAECBJoTEHBtzslTBAgQIECAAAECBAgQIECAAAECBEYUEHAdkcgDBAgQIECAAAECBAgQIECAAAECBAgQIECAAAECBAgQIECAAAECBAgQIECgJiDg6kUgQIAAAQIECBAgQIAAAQIECBAg0CIBAdcWQVqGAAECBAgQIECAAAECBAgQIECAAAECBAgQIECAAAECBAgQIECAAAECBLpeQMC160fsgAQIECBAgAABAgQIECBAgAABAkUJCLgWJa0PAQIECBAgQIAAAQIECBAgQIAAAQIECBAgQIAAAQIECBAgQIAAAQIECFRdQMC16hO0fwIECBAgQIAAAQIECBAgQIAAgdIICLiWZhQ2QoAAAQIECBAgQIAAAQIECBAgQIAAAQIECBAgQIAAAQIECBAgQIAAAQIlFxBwLfmAbI8AAQIECBAgQIAAAQIECBAgQKA6AgKu1ZmVnRIgQIAAAQIECBAgQIAAAQIECBAgQIAAAQIECBAgQIAAAQIECBAgQIBAZwUEXDvrrzsBAgQIECBAgAABAgQIECBAgEAXCQi4dtEwHYUAAQIECBAgQIAAAQIECBAgQIAAAQIECBAgQIAAAQIECBAgQIAAAQIE2iog4NpWXosTIECAAAECBAgQIECAAAECBAj0koCAay9N21kJECBAgAABAgQIECBAgAABAgQIECBAgAABAgQIECBAgAABAgQIECBAIEVAwDVFTy0BAgQIECBAgAABAgQIECBAgACBOgEBV68DAQIECBAgQIAAAQIECBAgQIAAAQIECBAgQIAAAQIECBAgQIAAAQIECBBoTkDAtTknTxEgQIAAAQIECBAgQIAAAQIECBAYUUDAdUQiDxAgQIAAAQIECBAgQIAAAQIECBAgQIAAAQIECBAgQIAAAQIECBAgQIAAgZqAgKsXgQABAgQIECBAgAABAgQIECBAgECLBARcWwRpGQIECBAgQIAAAQIECBAgQIAAAQIECBAgQIAAAQIECBAgQIAAAQIECBDoegEB164fsQMSIECAAAECBAgQIECAAAECBAgUJSDgWpS0PgQIECBAgAABAgQIECBAgAABAgQIECBAgAABAgQIECBAgAABAgQIECBQdQEB16pP0P4JECBAgAABAgQIECBAgAABAgRKIyDgWppR2AgBAgQIECBAgAABAgQIECBAgAABAgQIECBAgAABAgQIECBAgAABAgQIlFxAwLXkA7I9AgQIECBAgAABAgQIECBAgACB6ggIuFZnVnZKgAABAgQIECBAgAABAgQIECBAgAABAgQIECBAgAABAgQIECBAgAABAp0VEHDtrL/uBAgQIECAAAECBAgQIECAAAECXSQg4NpFw3QUAgQIECBAgAABAgQIECBAgAABAgQIECBAgAABAgQIECBAgAABAgQIEGirgIBrW3ktToAAAQIECBAgQIAAAQIECBAg0EsCAq69NG1nJUCAAAECBAgQIECAAAECBAgQIECAAAECBAgQIECAAAECBAgQIECAAIEUAQHXFD21BAgQIECAAAECBAgQIECAAAECBOoEBFy9DgQIECBAgAABAgQIECBAgAABAgQIECBAgAABAgQIECBAgAABAgQIECBAoDkBAdfmnDxFgAABAgQIECBAgAABAgQIECBAYEQBAdcRiTxAgAABAgQIECBAgAABAgQIECBAgAABAgQIECBAgAABAgQIECBAgAABAgRqAgKuXgQCBAgQIECAAAECBAgQIECAAAECLRIQcG0RpGUIECBAgAABAgQIECBAgAABAgQIECBAgAABAgQIECBAgAABAgQIECBAoOsFBFy7fsQOSIAAAQIECBAgQIAAAQIECBAgUJSAgGtR0voQIECAAAECBAgQIECAAAECBAgQIECAAAECBAgQIECAAAECBAgQIECAQNUFBFyrPkH7J0CAAAECBAgQIECAAAECBAgQKI2AgGtpRmEjBAgQIECAAAECBAgQIECAAAECBAgQIECAAAECBAgQIECAAAECBAgQIFByAQHXkg/I9ggQIECAAAECBAgQIECAAAECBKojIOBanVnZKQECBAgQIECAAAECBAgQIECAAAECBAgQIECAAAECBAgQIECAAAECBAh0VkDAtbP+uhMgQIAAAQIECBAgQIAAAQIECHSRgIBrFw3TUQgQIECAAAECBAgQIECAAAECBAgQIECAAAECBAgQIECAAAECBAgQIECgrQICrm3ltTgBAgQIECBAgAABAgQIECBAgEAvCQi49tK0nZUAAQIECBAgQIAAAQIECBAgQIAAAQIECBAgQIAAAQIECBAgQIAAAQIEUgQEXFP01BIgQIAAAQIECBAgQIAAAQIECBCoExBw9ToQIECAAAECBAgQIECAAAECBAgQIECAAAECBAgQIECAAAECBAgQIECAAIHmBARcm3PyFAECBAgQIECAAAECBAgQIECAAIERBQRcRyTyAAECBAgQIECAAAECBAgQIECAAAECBAgQIECAAAECBAgQIECAAAECBAgQqAkIuHoRCBAgQIAAAQIECBAgQIAAAQIECLRIQMC1RZCWIUCAAAECBAgQIECAAAECBAgQIECAAAECBAgQIECAAAECBAgQIECAAIGuFxBw7foROyABAgQIECBAgAABAgQIECBAgEBRAgKuRUnrQ4AAAQIECBAgQIAAAQIECBAgQIAAAQIECBAgQIAAAQIECBAgQIAAAQJVFxBwrfoE7Z8AAQIECBAgQIAAAQIECBAgQKA0AgKupRmFjRAgQIAAAQIECBAgQIAAAQIECBAgQIAAAQIECBAgQIAAAQIECBAgQIBAyQUEXEs+INsjQIAAAQIECBAgQIAAAQIECBCojoCAa3VmZacECBAgQIAAAQIECBAgQIAAAQIECBAgQIAAAQIECBAgQIAAAQIECBAg0FkBAdfO+utOgAABAgQIECBAgAABAgQIECDQRQICrl00TEchQIAAAQIECBAgQIAAAQIECBAgQIAAAQIECBAgQIAAAQIECBAgQIAAgbYKCLi2ldfiBAgQIECAAAECBAgQIECAAAECvSQg4NpL03ZWAgQIECBAgAABAgQIECBAgAABAgQIECBAgAABAgQIECBAgAABAgQIEEgREHBN0VNLgAABAgQIECBAgAABAgQIECBAoE5AwNXrQIAAAQIECBAgQIAAAQIECBAgQIAAAQIECBAgQIAAAQIECBAgQIAAAQIEmhMQcG3OqYin+iJiRkRMi4jJEfG2iPi9iBgbEf5uZBET0IMAAQIEWi0wEBEHIuJ/I+IXEfHjiHguIp6JiJ2tbmY9AgQIECBAgAABAmUQ8C9xyjAFeyBAgAABAgQIECBAgAABAgQIECBAgAABAgQIECBAgAABAgQIECBAgACBKggIuHZ2SudExEcjYm5ETOzsVnQnQIAAAQKFCuyOiM0R8VhEfL/QzpoRIECAAAECBAgQaKOAgGsbcS1NgAABAgQIECBAgAABAgQIECBAgAABAgQIECBAgAABAgQIECBAgAABAl0lIODamXFeFhFLIuLczrTXlQABAgQIlErgexGxOiIeL9WubIYAAQIECBAgQIDAKAQEXEeBpoQAAQIECBAgQIAAAQIECBAgQIAAAQIECBAgQIAAAQIECBAgQIAAAQIEelJAwLXYsZ8XEX8l2Fosum4ECBAgUBmBLOia/e/kdyqzYxslQIAAAQIECBAgcJiAgKtXggABAgQIECBAgAABAgQIECBAgAABAgQIECBAgAABAgQIECBAgAABAgQINCcg4NqcUyueujsilg630NixY+OCCy6IGTNmRF9fX7zzne+MU045JcaPHx9jxvirka0YgDUIECBAoFiBgYGB2LdvX/zqV7+Kn/70p7Fz58545plnYtu2bXHgwIGjbWZVRNxQ7G51I0CAAAECBAgQINAaAf8WpzWOViFAgAABAgQIECBAgAABAgQIECBAgAABAgQIECBAgAABAgQIECBAgACB7hcQcG3/jPsi4oGIOGuoVnPmzIkFCxbExRdfLMja/lnoQIAAAQIlEMiCr5s2bYqHHnoo+vv7h9vRsxGxMCJ2lmDLtkCAAAECBAgQIECgaQEB16apPEiAAAECBAgQIECAAAECBAgQIECAAAECBAgQIECAAAECBAgQIECAAAECPS4g4NreF+DCiHgsIsYd3mbevHlxyy23xNSpU9u7A6sTIECAAIESCzz//PPxla98JdavXz/ULvdHxEcj4h9LfARbI0CAAAECBAgQINAgIODqhSBAgAABAgQIECBAgAABAgQIECBAgAABAgQIECBAgAABAgQIECBAgAABAs0JCLg25zSapy6LiA2HF55++ulx1113xaxZs0azphoCBAgQINCVAlu3bo1PfvKTsWvXrqHOd3lEPN6VB3coAgQIECBAgACBrhMQcO26kToQAQIECBAgQIAAAQIECBAgQIAAAQIECBAgQIAAAQIECBAgQIAAAQIECLRJQMC1PbDZl1v/4fClFy1aFGvXro0xY/xVx/awW5UAAQIEqiwwMDAQixcvjnXr1g11jA/5kmuVp2vvBAgQIECAAIHeEfBvfXpn1k5KgAABAgQIECBAgAABAgQIECBAgAABAgQIECBAgAABAgQIECBAgAABAmkCAq5pfkNV90XE0xExrv6XK1asiGXLlrW+mxUJECBAgECXCdxxxx2xfPnyw0+1PyJmRsTOLjuu4xAgQIAAAQIECHSZgIBrlw3UcQgQIECAAAECBAgQIECAAAECBAgQIECAAAECBAgQIECAAAECBAgQIECgbQICrq2n/WFEnFW/7OrVq+P6669vfScrEiBAgACBLhW45557YsmSJYef7tmIOLtLj+xYBAgQIECAAAECXSIg4Nolg3QMAgQIECBAgAABAgQIECBAgAABAgQIECBAgAABAgQIECBAgAABAgQIEGi7gIBra4nvjoil9Uv6cmtrga1GgAABAr0jMMyXXFdFxA29o+CkBAgQIECAAAECVRMQcK3axOyXAAECBAgQIECAAAECBAgQIECAAAECBAgQIECAAAECBAgQIECAAAECBDolIODaOvnzIuLb9cstWrQo7rvvvtZ1sBIBAgQIEOgxgWuuuSbWrVt3+KnPj4jv9BiF4xIgQIAAAQIECFREQMC1IoOyTQIECBAgQIAAAQIECBAgQIAAAQIECBAgQIAAAQIECBAgQIAAAQIECBDouICAa+tG8N2IOHdwudNPPz1eeOGFGDPGX2tsHbGVCBAgQKDXBAYGBuLMM8+MXbt21R/9exHxvl6zcF4CBAgQIECAAIFqCPg3QdWYk10SIECAAAECBAgQIECAAAECBAgQIECAAAECBAgQIECAAAECBAgQIECAQOcFBFxbM4PLImJD/VJbtmyJWbNmtWZ1qxAgQIAAgR4W2Lp1a8yePftwgcsj4vEeZnF0AgQIECBAgACBkgoIuJZ0MLZFgAABAgQIECBAgAABAgQIECBAgAABAgQIECBAgAABAgQIECBAgAABAqUTEHBtzUgavt46b968eOSRR1qzslUIECBAgACBmD9/fqxfv75ewldcvRcECBAgQIAAAQKlFBBwLeVYbIoAAQIECBAgQIAAAQIECBAgQIAAAQIECBAgQIAAAQIECBAgQIAAAQIESigg4Jo+lHMi4pn6ZZ577rmYOnVq+spWIECAAAECBGoCzz//fEybNu1wjRkR8X1EBAgQIECAAAECBMokIOBapmnYCwECBAgQIECAAAECBAgQIECAAAECBAgQIECAAAECBAgQIECAAAECBAiUWUDANX06d0fE0sFl5syZE5s3b05f1QoECBAgQIBAg8DcuXOjv7+//p+tiogbMBEgQIAAAQIECBAok4CAa5mmYS8ECBAgQIAAAQIECBAgQIAAAQIECBAgQIAAAQIECBAgQIAAAQIECBAgUGYBAdf06fw8IiYOLrNx48a45JJL0le1AgECBAgQINAg8MQTT8Sll15a/892R8TbMREgQIAAAQIECBAok4CAa5mmYS8ECBAgQIAAAQIECBAgQIAAAQIECBAgQIAAAQIECBAgQIAAAQIECBAgUGYBAde06fRFxL8NLjF27NjYt29fjBnjrzKmsaomQIAAAQJHCgwMDMT48ePjwIED9b/844jYyYsAAQIECBAgQIBAWQT8W6GyTMI+CBAgQIAAAQIECBAgQIAAAQIECBAgQIAAAQIECBAgQIAAAQIECBAgQKDsAgKuaRP6i4hYM7jEnDlzYvPmzWkrqiZAgAABAgSGFZg7d2709/fX//66iPg7ZAQIECBAgAABAgTKIiDgWpZJ2AcBAgQIECBAgAABAgQIECBAgAABAgQIECBAgAABAgQIECBAgAABAgQIlF1AwDVtQusi4urBJVasWBHLli1LW1E1AQIECBAgMKzAHXfcEcuXL6///f0RsQgZAQIECBAgQIAAgbIICLiWZRL2QYAAAQIECBAgQIAAAQIECBAgQIAAAQIECBAgQIAAAQIECBAgQIAAAQJlFxBwTZvQdyPi3MEltmzZErNmzUpbUTUBAgQIECAwrMDWrVtj9uzZ9b//XkS8DxkBAgQIECBAgACBsggIuJZlEvZBgAABAgQIECBAgAABAgQIECBAgAABAgQIECBAgAABAgQIECBAgAABAmUXEHBNm9DPI2Li4BI/+clPYtKkSWkrqiZAgAABAgSGFXjppZfitNNOq//97oh4OzICBAgQIECAAAECZREQcC3LJOyDAAECBAgQIECAAAECBAgQIECAAAECBAgQIECAAAECBAgQIECAAAECBMouIOCaNqF9ETFucInXXnstJkyYkLaiagIECBAgQGBYgb1798YJJ5xQ//v9ETEeGQECBAgQIECAAIGyCAi4lmUS9kGAAAECBAgQIECAAAECBAgQIECAAAECBAgQIECAAAECBAgQIECAAAECZRcQcE2b0MGIOPT3Fg8ePBhjxvhrjGmkqgkQIECAwPACAwMDccwxx9Q/MBARDf+AHwECBAgQIECAAIFOCvg3Q53U15sAAQIECBAgQIAAAQIECBAgQIAAAQIECBAgQIAAAQIECBAgQIAAAQIEqiQg4Jo2rSxUc+gnC934IUCAAAECBNorMMT/mYQMQXvJrU6AAAECBAgQIJBDwOU0B5ZHCRAgQIAAAQIECBAgQIAAAQIECBAgQIAAAQIECBAgQIAAAQIECBB+QoZaAAAgAElEQVQgQKCnBQRc08Yv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KBAgX379sXDDz8cr776aoFdW9vqoosuikmTJrV2UatVTkDAtXIjs2ECBAgQIECAQE8JCLj21LgdlgABAgQIECBAgAABAgQIECBAgAABAgQIECBAgAABAgQIECBAgAABAgQSBARcE/AiQsA1zU81AQIFCvzmN7+J+fPnxz/90z8V2LW1rbZv3x4zZ85s7aJWq5yAgGvlRmbDBAgQIECAAIGeEhBw7alxOywBAgQIECBAgAABAgQIECBAgAABAgQIECBAgAABAgQIECBAgAABAgQIJAgIuCbgCbim4akmQKBYAQHXYr11a5+AgGv7bK1MgAABAgQIECCQLiDgmm5oBQIECBAgQIAAAQIECBAgQIAAAQIECBAgQIAAAQIECBAgQIAAAQIECBDoDQEB17Q5+4Jrmp9qAqUXOHjwYPzXf/1XPP3007X/vPjii7Fz5854+eWXD+198uTJMXHixOjr64tzzjknpk2bFn/4h38YxxxzTKnOJ+BaqnHYTIKAgGsCnlICBAgQIECAAIG2Cwi4tp1YAwIECBAgQIAAAQIECBAgQIAAAQIECBAgQIAAAQIECBAgQIAAAQIECBDoEgEB17RBCrim+VW++sc//nFcfvnltcBj/c/DDz8c8+fPb8n5fvnLX8YVV1wR27Zta1hvxowZsX79+lqwst0/r7zySixcuDCefPLJhlYf//jHY/Xq1TFu3LhD//y3v/1t3HTTTbF27drkbQ0GR3/3d383zj777DjrrLNqIdKTTjopee2RFsjCoI8++mjcd9998e///u8jPX7E788444y45ppr4rLLLos/+IM/yF3fjoKhAq5r1qyJKVOmtKNd8pp79+6N22+/PXbs2HFore3bt8fMmTOT17ZAtQUEXKs9P7snQIAAAQIECHS7gIBrt0/Y+QgQIECAAAECBAgQIECAAAECBAgQIECAAAECBAgQIECAAAECBAgQIECgVQICrmmSAq5pfpWvLiLgOjAwECtXroybb775CK9NmzbFRRdd1HbHH/zgB/HhD384srBt/c9Q/VsZcB3uYBdeeGHceOON8f73vz+OO+64lp4/2/+9994bX/7ylxu+0jraJlk493Of+1wt7FofBB7teil1QwVcyxwYrdp+U2ajNp+AgGs+L08TIECAAAECBAgUKyDgWqy3bgQIECBAgAABAgQIECBAgAABAgQIECBAgAABAgQIECBAgAABAgQIECBQXQEB17TZCbim+VW+uoiAa4Y0XMB06dKlceedd8bxxx/fNss333wzvvjFL8Ztt93W0OOCCy6IBx98MN761rc2/PMiAq6DDbOga7a3qVOnxhCBt9wme/bsqX19duPGjblrRyr4wAc+UPva7aRJk0Z6tG2/r1pgtGr7bdvgLHyEgICrl4IAAQIECBAgQKDMAgKuZZ6OvREgQIAAAQIECBAgQIAAAQIECBAgQIAAAQIECBAgQIAAAQIECBAgQIBAmQQEXNOmIeCa5lf56qICrvv3748lS5bE17/+9Qazvr6+2LBhQ0yePLltltlXW6+44orYtm1bQ49bb701vvCFL8Sxxx7b8M+LDLhmjSdMmBC333577QupKUHfX//617F48eLYvHlz2yynT58eX/va12LKlClt63G0hasWGK3afjsy1B5tKuDao4N3bAIECBAgQIBARQQEXCsyKNskQIAAAQIECBAgQIAAAQIECBAgQIAAAQIECBAgQIAAAQIECBAgQIAAgY4LCLimjUDANc2v8tVFBVwzqG984xtx8cUXH2F2//33x8KFC9tm2d/fH3Pnzm1YP/tq6ze/+c1473vfe0TfogOugxv4zGc+E9l/xo0bl9siCxB/6lOfijVr1gxZe8YZZ8Sll14a5513Xpx22mlx4oknxlve8pZDz77xxhvxyiuvxM6dOyPzevTRR+Pll18ecq3Mcu3atXHyySfn3mdqQdUCo1Xbb+p81DcvIODavJUnCRAgQIAAAQIEihcQcC3eXEcCBAgQIECAAAECBAgQIECAAAECBAgQIECAAAECBAgQIECAAAECBAgQqKaAgGva3ARc0/wqX11kwPVnP/tZfOxjH4sdO3Y0uH384x+P1atXjyrYOdIAXn/99Vrwc9WqVU33HC7gmn0ddeXKlfE7v/M7I7Wt/f7gwYPx6quvRhY+3bVrVzz11FO14Oju3buHrV+xYkXcfPPNcdxxxzXVY/Ch7KutCxYsiL179zbUTZw4Mb785S/Xwq15vg6bBTMzs+y8h6+ZNfjrv/7rmuvhX7/NtelRPFy1wGjV9juKkSgZpYCA6yjhlBEgQIAAAQIECBQiIOBaCLMmBAgQIECAAAECBAgQIECAAAECBAgQIECAAAECBAgQIECAAAECBAgQINAFAgKuaUMUcE3zq3x1kQHXN998M774xS/Gbbfd1uA2adKkeOKJJ+LMM89suedw5zvaV2NbFXAd6jDZ2ps2baqFTrO9Hf4zYcKEuPfee2tB4CECcEP6ZF9ezb6A++STTzb8Pgu3/v3f/328//3vH5XrwMBAbNiwIa6//vojvuY6ZcqU2LhxY7z73e8e1dqjLRoqMLpkyZI49dRTR7tkW+uyeT/++OPx4osvHuqzffv2mDlzZlv7Wrz8AgKu5Z+RHRIgQIAAAQIEellAwLWXp+/sBAgQIECAAAECBAgQIECAAAECBAgQIECAAAECBAgQIECAAAECBAgQIJBHQMA1j9aRzwq4pvlVvrrIgGuG9fTTT8fs2bOP+Cro3/7t38ZNN93Ucs8HHnggrr766oZ1p0+fXvuS6jve8Y4h+7Uz4DrY8D/+4z/ihhtuiG9961tH7KGvr6+2vyxE2szPUKajCcoO1SsLuWZfcr3xxhuP+PVXv/rV2syaDeI2c5aRnhkq4DpSTdl+L+Batol0Zj8Crp1x15UAAQIECBAgQKA5AQHX5pw8RYAAAQIECBAgQIAAAQIECBAgQIAAAQIECBAgQIAAAQIECBAgQIAAAQIEBFzT3gEB1zS/ylcXHXAd7mujH/nIRyILo5500kktM927d2/t66MPPfRQw5q33nprfOELX4hjjz12yF5FBFyzxtlXPa+66qrYsWPHEfu4+eab4/bbb4/jjz9+RI+VK1fGX/7lXzY810rP//mf/4lFixZFf39/Q49LLrkksi/hnnjiiSPusVUPCLi2StI6nRYQcO30BPQnQIAAAQIECBA4moCAq/eDAAECBAgQIECAAAECBAgQIECAAAECBAgQIECAAAECBAgQIECAAAECBAg0JyDg2pzTcE8JuKb5Vb666IBrBjbUV1Xf+ta3xje/+c1473vf2zLTH/zgB/HhD384fvnLXx5aM/uy6ZYtW2LmzJnD9ikq4Jpt4Kmnnoorr7wydu/e3bCfZj3eeOONWL58eWQh1/qfLMCb/adVX1ddu3ZtXHvttQ09zjjjjHj88cfjXe96V8tmNtJCAq4jCfl9VQQEXKsyKfskQIAAAQIECPSmgIBrb87dqQkQIECAAAECBAgQIECAAAECBAgQIECAAAECBAgQIECAAAECBAgQIEAgv4CAa36z+goB1zS/yld3IuA6XM/bbrstPvvZz7YklDkwMFALfWZfQq3/aebLpkUGXLN9rlq1Km688cYj3qWRvjSbFQy31y996UuR1bfq59lnn40PfehDDWHhbO3t27cfNSzcqv6D6wwVcF2zZk1MmTKl6VZ79uypvRvZV2knT57cdN1QD2Yh6iykfN1118W4ceOOeCT7inD2Jd76r/QWbZZ0QMVtExBwbRuthQkQIECAAAECBFogIODaAkRLECBAgAABAgQIECBAgAABAgQIECBAgAABAgQIECBAgAABAgQIECBAgEBPCAi4po1ZwDXNr/LVnQi4vv766/GpT32qFuys/7ngggviwQcfjOzrpak/2Vdbr7jiiti2bVvDUvfff38sXLjwqMsXGXDNNjLcXqdPnx6PPvpovOMd7xh2v8Pt9aabbooVK1bEW97yllTKWn32hdl58+bFwYMH44QTToixY8fGtGnTal/Izb7kWtTPUAHXZgOj2d6zr/dmoefsvf/gBz8Y99xzT0ycOHFU26+3f8973hPLli2LCy+8MI4//vhD66Xsd1SbUlQZAQHXyozKRgkQIECAAAECPSkg4NqTY3doAgQIECBAgAABAgQIECBAgAABAgQIECBAgAABAgQIECBAgAABAgQIEBiFgIDrKNDqSgRc0/wqX92JgGuG9u1vfzuyr6lmX7gc/JkwYUI8+eSTcf755ye7DrV+M4HRrHHRAdes59q1a+Paa6894tybN2+OOXPmHNUj+/Lt5z//+YZnzj333Fi/fn2ceuqpyZZlWiAlMJqFhRcvXtzwzs2dO7dmf/LJJ+c+5re+9a245JJLGtbLAr933313vO1tb6utl4VqX3311dp/17/nrQoe5960gtIICLiWZhQ2QoAAAQIECBAgMISAgKvXggABAgQIECBAgAABAgQIECBAgAABAgQIECBAgAABAgQIECBAgAABAgQINCcg4Nqc03BPCbim+VW+ulMB1+G+WvrpT386ssDmscceO2rbN954I5YvXx4rV65sWGPp0qVx5513Nnxhc6gmnQi4vvDCC7Ww5EsvvdSwpWY8+vv7IwtqHv6TfcE1+1rpcccdN2rLshWmBFz3799f+3LwmjVrGo513XXX1d6LcePGNX3cV155pRaW3bhxY0PNQw89FPPnz48hwotNr+3B3hAQcO2NOTslAQIECBAgQKCqAgKuVZ2cfRMgQIAAAQIECBAgQIAAAQIECBAgQIAAAQIECBAgQIAAAQIECBAgQIBA0QICrmniAq5pfpWv7lTAdWBgoBZAzQKY9T8zZsyofXl04sSJo7b92c9+Fh/72Mdix44dh9bI83XYTgRcs698Xn311fHEE080nPuDH/xgZKHJk046aViPoc47+PAtt9xSC3X+/u///qg9y1SYEnDNzvHrX/+6FkzNvoxb/5M3DPzII4/En//5nzesMZqgbJls7aVYAQHXYr11I0CAAAECBAgQyCcg4JrPy9MECBAgQIAAAQIECBAgQIAAAQIECBAgQIAAAQIECBAgQIAAAQIECBAg0LsCAq5psxdwTfOrfHWnAq4Z3I9+9KO49NJL48UXX2xw3LRpU1x00UWjth0qfPiRj3wkHnjggaMGRQcbdiLg+uabb8att94af/M3f9Nw7r6+vtiwYUNMnjx5WI8sLLxq1aq48cYbh3wmCwsvXLiw9oXYbJ1jjjlm1LadLkwNuGb7/+EPf1iz2L1796HjZAHoe++9txaMHunrq3v27IkFCxbEv/zLvxyqnz59enzta1+LKVOmdJpI/4oICLhWZFC2SYAAAQIECBDoUQEB1x4dvGMTIECAAAECBAgQIECAAAECBAgQIECAAAECBAgQIECAAAECBAgQIECAQG4BAdfcZA0FAq5pfpWv7mTAdf/+/bFkyZL4+te/3uC4dOnSuPPOO+P444/P7Tvcml/96lfjpptuGjG8mDXsRMA16/vggw/GlVdeecSZt2/fHjNnzjyqxXBfJj28KAu4ZuHhD3zgAzF16tQ48cQTcxt3sqAVAdcsEPzoo4/GtddeG3v37j10nPe85z3x8MMPx2mnnTbsEbMgcvZufuYznzn0TBaOzb6yO3fu3E7S6F0xAQHXig3MdgkQIECAAAECPSYg4NpjA3dcAgQIECBAgAABAgQIECBAgAABAgQIECBAgAABAgQIECBAgAABAgQIEBi1gIDrqOlqhQKuaX6Vr+5kwDXD+8Y3vhEXX3xxg2MzXy0dDv6FF16ofZ3zpZdeOvRI9lXNjRs3xrvf/e6m5tWpgOs///M/14Knh/889thjcfnll4+49+xLuFdddVXs2LFjxGcHH8hCruecc0786Z/+aZx99tlxyimnlPoLr60IuGZnf/311+Ozn/1sZMHn7OfCCy+Mu+66K971rncd1W6or7/edtttsXz58jjuuOOadvcgAQFX7wABAgQIECBAgECZBQRcyzwdeyNAgAABAgQIECBAgAABAgQIECBAgAABAgQIECBAgAABAgQIECBAgACBMgkIuKZNQ8A1za/y1Z0OuP73f/93zJ8/P/71X/+1wfL++++PhQsX5vLNvsy5cuXKuPnmmxvq8n4RtlMB16effjr+5E/+5IgzZ18VzYya+dm9e3ftS7VPPvlkM48f8Uz2hdfzzz8//uzP/ixmzJgRJ5100qjWaVdRqwKu2f727NkTCxYsiOnTp9e+yJp9ifVoP6+99lp84hOfqH1pd/An+2rr2rX/j727AbKyPO8GfqG+dSJoJLZJTDrF1BpiY12FjlaM8TuBtoKImAiidBSwxcIYDaCGMWjGoAatDGgQnagIfhJd1IHxI8VkNNVWCRaHVJsaMo0fMxltRJiaUfedZ9/svmeXXfY5+zznnOc553dmMpnu3h/X/btuk87O+edeEZ/61KdqdWTrNqmAgGuTNtaxCBAgQIAAAQJNIiDg2iSNdAwCBAgQIECAAAECBAgQIECAAAECBAgQIECAAAECBAgQIECAAAECBAgQqLmAgGs2YgHXbH6ln93ogOuHH34YixYtiuQVzMrP9OnTY9myZTF06NDUxu+8805nKLZ3uLO9vT3Gjx+fep1GBVxfeOGFOO200+KNN97oUes111wTl112Wer6d+zYEbfeemt85zvfibfffjv1vL4GJi+bJuHaJPC63377ZVorj8m7C7j2FxDOY9+81sjyOnFeNVinGAICrsXogyoIECBAgAABAgT6FhBwdTMIECBAgAABAgQIECBAgAABAgQIECBAgAABAgQIECBAgAABAgQIECBAgEA6AQHXdE79jRJwzeZX+tmNDrgmgM8//3ycfvrpPYKdhxxySDz44INx+OGHpzZ+6qmnYuLEibF9+/buOaecckrni5sHHnhg6nUaFXDtrxdXXXVVLFy4MHX9XQOTMOg999zTGXb993//96rnV04YMWJEzJ07N2bOnFlV6DjTpn1MFnDNW9R6jRIQcG2UvH0JECBAgAABAgTSCAi4plEyhgABAgQIECBAgAABAgQIECBAgAABAgQIECBAgAABAgQIECBAgAABAgQIRAi4ZrsFAq7Z/Eo/uwgB1ySQOnv27Fi1alUPzxtuuCEuvvjiVMb9vQS7ZMmSzjX6CJP1u26zBFy7DvjBBx/EK6+8Eo8++mj88Ic/jOeeey6VaV+Djj322Pinf/qnGD16dFWmg96w10QB17wkrdNoAQHXRnfA/gQIECBAgAABArsTEHB1PwgQIECAAAECBAgQIECAAAECBAgQIECAAAECBAgQIECAAAECBAgQIECAQDoBAdd0Tv2NEnDN5lf62UUIuCaIt99+e1xwwQU9PJPXWJOfDx8+fEDn1157Lc4+++we4c3BvAKbbNSogOvPf/7zOOuss3Z5bXWwL7j2h/bOO+/Ev/7rv8bGjRtjw4YNsWnTpgF9Kwckr7km4eOkP9UEh6vapJ/BAq55KFqjCAICrkXoghoIECBAgAABAgT6ExBwdTcIECBAgAABAgQIECBAgAABAgQIECBAgAABAgQIECBAgAABAgQIECBAgEA6AQHXdE79jRJwzeZX+tlFCQ5skIUAACAASURBVLj2FVA98MAD4+GHH46jjjpqQOfkZdJJkyb1GDd9+vRYtmxZDB06dMD5lQMaFXB95pln4ktf+tIutX7/+9+PWbNmVXWGagb/9re/jS1btnSGXR977LFUgdck5HrnnXfG8ccfX81Wmcf2Dri2tbXFfffdFyNHjky9dm/nr371q7F69eo44IADUq/R+5+bwdSRejMDm1JAwLUp2+pQBAgQIECAAIGmERBwbZpWOggBAgQIECBAgAABAgQIECBAgAABAgQIECBAgAABAgQIECBAgAABAgQI1FhAwDUbsIBrNr/Szy5KwPV3v/tdLFiwIG688cYepldffXVcccUVu30pdMeOHXHRRRfFHXfc0WPu2rVr44wzzqi6R0ULuN59990xderUqs8xmAkdHR3x1ltvxRNPPNEZYH3qqaf6XebYY4+NpLaDDjpoMFsNao6A66DYTCqggIBrAZuiJAIECBAgQIAAgW4BAVeXgQABAgQIECBAgAABAgQIECBAgAABAgQIECBAgAABAgQIECBAgAABAgQIpBMQcE3n1N8oAddsfqWfXZSAawKZhCknTpwY27dv73Y95ZRT4q677orkNdf+Pi+//HJMnjw5tm7d2j3khBNO6HyV8zOf+UzVPWpUwDWp95xzztml3scffzxOPfXUqs+RdcJHH30UL774YixatCgeffTRPpe75pprYt68ebHnnntm3S7V/DxeTvWCaypqg2osIOBaY2DLEyBAgAABAgQIZBIQcM3EZzIBAgQIECBAgAABAgQIECBAgAABAgQIECBAgAABAgQIECBAgAABAgQItJCAgGu2Zgu4ZvMr/ewiBVzfeeedOP/88+Ohhx7qdt133307/++TTz65X+vk1ddvfOMbPX6/cOHCuPLKKwcVvGxUwPW73/1uXH755T3OkQR7H3nkkRg9enTD7tr7778fN9xwwy61JQWNGTMm1qxZEyNGjKhLfb3v62D2F3CtS6tsMoCAgKsrQoAAAQIECBAgUGQBAdcid0dtBAgQIECAAAECBAgQIECAAAECBAgQIECAAAECBAgQIECAAAECBAgQIFAkAQHXbN0QcM3mV/rZRQq4Jph9hVUvu+yyuPrqq/sMq/YVik1CoQ8//HAcddRRg+pPIwKu//u//xuXXHJJ3HzzzT1qHkyAc1CHHmBSEnK94oorYsmSJbuMrOcLsy+99FKceeaZ8eqrr3bW8dWvfrXzpd4DDjgg9bEFXFNTGVhDAQHXGuJamgABAgQIECBAILOAgGtmQgsQIECAAAECBAgQIECAAAECBAgQIECAAAECBAgQIECAAAECBAgQIECAQIsICLhma7SAaza/0s8uWsD15ZdfjsmTJ8fWrVu7bXcX8kzCiuPGjYvt27d3j58+fXosW7Yshg4dOqj+NCLg+vrrr8fUqVNj48aNPWqeNm1aLF++PJKXbHt//uVf/iWefvrp+NWvfhX/+Z//GUndw4cPjzvuuKPz3/P+9NWbZI/kddeLL7447+36XK93OPVv/uZvYtWqVVWdd926dTFhwoTu9QcTku39z01bW1vcd999MXLkyLo42KT8AgKu5e+hExAgQIAAAQIEmllAwLWZu+tsBAgQIECAAAECBAgQIECAAAECBAgQIECAAAECBAgQIECAAAECBAgQIJCngIBrNk0B12x+pZ9dtIBr8lLovHnzYunSpT1s165dG2eccUaPn3344YexaNGiztddKz+33XZbnH/++YPuTSMCrn0FdZMD7C48+sQTT8RXvvKVHuccPXp03HvvvfFnf/Zngz5/fxOTEPHs2bM7A6WVn6uuuioWLlyY+359LZiESL/+9a93/2rWrFmdr/5+7GMfS71/8uLrOeec0z1+dyHi/hYVcE3NbWA/AgKurgYBAgQIECBAgECRBQRci9wdtREgQIAAAQIECBAgQIAAAQIECBAgQIAAAQIECBAgQIAAAQIECBAgQIBAkQQEXLN1Q8A1m1/pZxct4JqA/vCHP4xJkyb1sJ0zZ05cd911sffee3f/vK9XT48++ui455574nOf+9yge1PvgGt/Qd3k1db169fHscce2+dZkhdck4Br5eu1ycDHH388Tj311EGfv7+J/bnUM+C6YsWKuPDCC7tLTF6OXbx4cfzBH/xB6vPeddddcd5553WPH0xIVsA1NbeB/QgIuLoaBAgQIECAAAECRRYQcC1yd9RGgAABAgQIECBAgAABAgQIECBAgAABAgQIECBAgAABAgQIECBAgAABAkUSEHDN1g0B12x+pZ9dxIDrG2+8Eeeee248+eST3b5tbW2RvN45cuTI7p/1FYRNXhK98sorY8899xx0b+odcH3ttdfi7LPPjueee65HzRMnTozbb789hg8f3udZtm3bFlOmTIlnn322x+/zMOhrw0YHXDs6Ojpf7E3+1Syfu+++O6ZOndosx3GOKgQEXKvAMpQAAQIECBAgQKDuAgKudSe3IQECBAgQIECAAAECBAgQIECAAAECBAgQIECAAAECBAgQIECAAAECBAiUVEDANVvjBFyz+ZV+dhEDrkmQ8cYbb4xLLrmkh+9tt90W559/fufP3n///Zg3b14sXbq0e0zy4ulDDz0UJ598cqa+1DPgmrzemrxMe/nll+9S85IlSyJ5obSPIFzn2P7q7CsMnAnk95N/85vfxLRp02LDhg09lrv33nvja1/7Wh5b7HaNnTt3xty5cyO5B83yEXBtlk5Wfw4B1+rNzCBAgAABAgQIEKifgIBr/aztRIAAAQIECBAgQIAAAQIECBAgQIAAAQIECBAgQIAAAQIECBAgQIAAAQLlFhBwzdY/AddsfqWfXcSAa4L6/PPPx+mnnx7Ja65dn+nTp8eyZcti6NCh0VfdA714mrZZ9Qy4PvPMM50veCavsVZ+jj766Ljnnnvic5/73G7LXr16dZxzzjm7jLnooos6g7Mf+9jH0h57wHHt7e2dAdft27d3jz3kkEPiwQcfjMMPP3zA+VkHvP76651WGzduzLpUYeYLuBamFXUvRMC17uQ2JECAAAECBAgQqEJAwLUKLEMJECBAgAABAgQIECBAgAABAgQIECBAgAABAgQIECBAgAABAgQIECBAoKUFBFyztV/ANZtf6WcXNeC6Y8eOSEKad9xxR7fxoYceGg888EB88YtfjL6CnZUvvGZpTL0Crr/+9a9j9uzZkQRHe3+uueaazhdq99xzz90eJQkAn3vuufHkk0/2GJe8Zrtw4cLOF2D32muvLBydc99888244IIL4rHHHuuxVmXoOPMmAyzwwgsvxGmnndYj9FzrPWu9voBrrYWLu76Aa3F7ozICBAgQIECAAIEIAVe3gAABAgQIECBAgAABAgQIECBAgAABAgQIECBAgAABAgQIECBAgAABAgQIpBMQcE3n1N8oAddsfqWfXdSAawLbV4g1CQSeccYZncHNFStWdPu3tbXFfffdFyNHjszck3oEXH/+85/H3Llz4/HHH9+l3hNPPDFWrVoVn/3sZwc8S0dHRyTB3pkzZ/Y59tJLL+0Myv7RH/3RgGv1NyAJ4ibeSbi48pOEaJM6J0yYMOi1q5l41113xXnnndc9ZcyYMbFmzZoYMWJE6mX6Csk+/fTT8eUvfzn1GsnA3v/c5Hn/qirE4NIKCLiWtnUKJ0CAAAECBAi0hICAa0u02SEJECBAgAABAgQIECBAgAABAgQIECBAgAABAgQIECBAgAABAgQIECBAIAcBAddsiAKu2fxKP7vIAdfXXnstzj777Hjuuee6nWfNmtX5smvymmjlz+fMmRPXXXdd7L333pl7UsuA67vvvhu33357fOc734m33357l1qTsOadd94Zxx9/fOpzJGv+4z/+YyQB0L4+Seh3/vz5MWnSpNhvv/1Sr5s4rF27trPW5J70/syYMSNuvPHGGDp0aOo1Bzvwd7/7XSxYsKBzv67PtGnTYvny5ZEEbdN+klD0hRde2D38L/7iL+L++++PL3zhC2mX6Bwn4FoVl8F9CAi4uhYECBAgQIAAAQJFFhBwLXJ31EaAAAECBAgQIECAAAECBAgQIECAAAECBAgQIECAAAECBAgQIECAAAECRRIQcM3WDQHXbH6ln13kgOuHH34YixYtiquvvrrbOXm1M3nBNXmZtOuTBBwfeuihOPnkk3PpR14B1w8++CC2b98eb775ZmzatCk2bNgQjz32WJ/B1qTw5Bzf//73O0O9fYTfdnu2rVu3xt/93d/1CP32nvCJT3wiJk+eHH/9138do0aNiv333z+GDRvWPSwJkb7zzjuxefPmePTRR2PdunWxbdu2Pvc9+uij4wc/+EEceuihuZgPtMjrr78eU6dOjY0bN3YPveaaa+Kyyy4baGr373fs2NEZjr7jjju6f3bmmWd2voD78Y9/PPU6yUAB16q4DO5DQMDVtSBAgAABAgQIECiygIBrkbujNgIECBAgQIAAAQIECBAgQIAAAQIECBAgQIAAAQIECBAgQIAAAQIECBAokoCAa7ZuCLhm8yv97P4CrrU42FVXXRULFy6saulnnnkmxo0b1xkU7e8zceLEzldRhw8fXtXa/Q3uL+Cay+L9LJKEW5PAZvK66F577TWorbZs2bLLy7aDWmiASW1tbXHLLbfEMcccU4vl+1zziSeeiK985Ss9fvf444/HqaeemrqG559/Pk4//fR44403uuck4ekrrrii6kCxgGtqdgP7ERBwdTUIECBAgAABAgSKLCDgWuTuqI0AAQIECBAgQIAAAQIECBAgQIAAAQIECBAgQIAAAQIECBAgQIAAAQIEiiQg4JqtGwKu2fxKP7voAdfkRdHzzz+/84XW/j5LliyJiy++uOqQYn/r1TvgOmLEiLj++utj0qRJsccee2S6U8mLq4nF7ryybJCETG+66ab4whe+kGWZqua+//77MW/evFi6dGn3vBNOOCFWr14dn/nMZ1Kt1dcaBx54YDz88MNx1FFHpVqjcpCAa9VkJvQSEHB1JQgQIECAAAECBIosIOBa5O6ojQABAgQIECBAgAABAgQIECBAgAABAgQIECBAgAABAgQIECBAgAABAgSKJCDgmq0bAq7Z/Eo/u+gB1wQ4eZ31ggsu6NP60EMPjQceeCC++MUv5taLegZczz333Fi0aFEcdNBBudWfhDnXrl0byYu5SX/z+HziE5+Ib33rWzFz5swYOnRoHkumXuPll1+OyZMnx9atW7vnJC8BX3nllbHnnnumWudHP/pRnHPOOT1eb50+fXosW7ZsUOcRcE3FbtBuBARcXQ8CBAgQIECAAIEiCwi4Frk7aiNAgAABAgQIECBAgAABAgQIECBAgAABAgQIECBAgAABAgQIECBAgACBIgkIuGbrhoBrNr/Szy5DwLWvgGMX/Jw5c+K6666LvffeO7de1DrgmrzYesYZZ8SMGTM6X0LtI+iWy1l27NgRjzzySOdLp48++uig1hw5cmRnqDUJh37yk58c1BpZJnV0dMSNN94Yl1xySfcy++67b+cLtSeffHKqpd96662YNWtWtLe39xifhICTPgzmI+A6GDVzKgUEXN0HAgQIECBAgACBIgsIuBa5O2ojQIAAAQIECBAgQIAAAQIECBAgQIAAAQIECBAgQIAAAQIECBAgQIAAgSIJlDHgekRE/KwgiAKuBWlEo8ooQ8A1eZF03rx5sXTp0l2YsoQU+zPPM+D6V3/1V3HAAQfEEUccEX/+538eY8aMiT/+4z+Ovfbaq64t/+1vfxtbtmyJ559/Pl566aX47//+73j11Vdj27Zt3XUkr7S2tbVF8iruqFGj4ktf+lIcfPDBda+1Eua1116Ls88+O5577rnuH0+cOLHzVd/hw4cPaPjBBx/EkiVLYsGCBT3GJi/CrlixItUafW0i4DogvQEDCAi4uiIECBAgQIAAAQJFFhBwLXJ31EaAAAECBAgQIECAAAECBAgQIECAAAECBAgQIECAAAECBAgQIECAAAECRRIoY8D12xFxfEQsioiNDcYUcG1wA2xPgEDfAkk4dfHixbFw4cIeA+6+++6YOnXqgGzJ66/33HNPXHjhhbF9+/bu8ckLunfeeWccf3zyH8OD+wi4Ds7NrP8vIODqNhAgQIAAAQIECBRZQMC1yN1RGwECBAgQIECAAAECBAgQIECAAAECBAgQIECAAAECBAgQIECAAAECBAgUSaCMAdf9I+KXEfHx3wdcGxl0FXAt0m1WCwEC3QJPP/10nHfeeT1emR0/fnysXLkyPvnJT+5WKgm3PvTQQ/GNb3yjx/xkUhKaveSSSzK9TCvg6qJmFRBwzSpoPgECBAgQIECAQC0FBFxrqWttAgQIECBAgAABAgQIECBAgAABAgQIECBAgAABAgQIECBAgAABAgQIEGgmgTIGXBP/5BXXKysakbzk2oigq4BrM/3T4CwEmkTgrbfeilmzZkV7e3uPE6V5vXV34dYJEybEihUr4lOf+lQmKQHXTHwmR4SAq2tAgAABAgQIECBQZAEB1yJ3R20ECBAgQIAAAQIECBAgQIAAAQIECBAgQIAAAQIECBAgQIAAAQIECBAgUCSBsgZcK19xrfSsd9BVwLVIt1ktBAjEjh07Yt68eXHzzTf30Jg8eXJnOHX48OH9Kn3wwQexevXqzpdb33777R7jjj766PjBD34Qhx56aGZlAdfMhC2/gIBry18BAAQIECBAgACBQgsIuBa6PYojQIAAAQIECBAgQIAAAQIECBAgQIAAAQIECBAgQIAAAQIECBAgQIAAgQIJlDXgmhD2fsW1krVeQVcB1wJdZqUQIBCRhFSXLFkSCxYs6OY48MADI3m99aSTTuqX6P3334/FixfHt7+d/Edrz08Sbl2+fHmMHj06F2IB11wYW3oRAdeWbr/DEyBAgAABAgQKLyDgWvgWKZAAAQIECBAgQIAAAQIECBAgQIAAAQIECBAgQIAAAQIECBAgQIAAAQIECiJQ5oBrf6+4VtLWOugq4FqQi6wMAgT+v0DvV1wvv/zyWLRoUey11167Zdq2bVvMnj07Hnvsse5xbW1tccstt8QxxxyTG7GAa26ULbuQgGvLtt7BCRAgQIAAAQKlEBBwLUWbFEmAAAECBAgQIECAAAECBAgQIECAAAECBAgQIECAAAECBAgQIECAAAECBRAoc8A14dvdK66VvLUKugq4FuASK4EAgV0Ffv3rX8e0adM6f7Fq1ar47Gc/m4opmZeEXNvb2+PYY4+NpUuXxqhRo1LNTTtIwDWtlHH9CQi4uhsECBAgQIAAAQJFFhBwLXJ31EaAAAECBAgQIECAAAECBAgQIECAAAECBAgQIECAAAECBAgQIECAAAECRRIoe8A1zSuuld55B10FXIt0m9VCgEAPgWeeeSY++uijOO6446qS2bp1a9xwww3xrW99K0aMGFHV3DSD/+u//isuu+yy+J//+Z/O4fvvv39897vfjT/90z9NM90YAiHg6hIQIECAAAECBAgUWUDAtcjdURsBAgQIECBAgAABAgQIECBAgAABAgQIECBAgAABAgQIECBAgAABAgQIFEmg7AHXxDLtK66V7nkFXQVci3Sb1UKAAAECLSEg4NoSbXZIAgQIECBAgEBpBQRcS9s6hRMgQIAAAQIECBAgQIAAAQIECBAgQIAAAQIECBAgQIAAAQIECBAgQIBAnQWaIeBa7SuulcRZg64CrnW+sLYjQIAAAQICru4AAQIECBAgQIBAkQUEXIvcHbURIECAAAECBAgQIECAAAECBAgQIECAAAECBAgQIECAAAECBAgQIECAQJEEmiHgmngO5hXXyj4MNugq4Fqk26wWAgQIEGgJAQHXlmizQxIgQIAAAQIESisg4Fra1imcAAECBAgQIECAAAECBAgQIECAAAECBAgQIECAAAECBAgQIECAAAECBOos0CwB1yyvuFaSVxt0FXCt84W1HQECBAgQEHB1BwgQIECAAAECBIosIOBa5O6ojQABAgQIECBAgAABAgQIECBAgAABAgQIECBAgAABAgQIECBAgAABAgSKJNA74HpuRKwqUoFV1JL1FdfKrdIGXQVcq2iQoQQIECBAIA8BAdc8FK1BgAABAgQIECBQKwEB11rJWpcAAQIECBAgQIAAAQIECBAgQIAAAQIECBAgQIAAAQIECBAgQIAAAQIEmk2gmQKueb3iWtnjgYKuAq7N9k+E8xAgQIBA4QUEXAvfIgUSIECAAAECBFpaQMC1pdvv8AQIECBAgAABAgQIECBAgAABAgQIECBAgAABAgQIECBAgAABAgQIECBQhUDvgOvCiPhOFfOLNjTPV1wrz9Zf0FXAtWg3QD0ECBAg0PQCAq5N32IHJECAAAECBAiUWkDAtdTtUzwBAgQIECBAgAABAgQIECBAgAABAgQIECBAgAABAgQIECBAgAABAgQI1FGgd8B1bUScGxE761hDnlvV4hXXyvp6B10FXPPsnrUIECBAgEAKAQHXFEiGECBAgAABAgQINExAwLVh9DYmQIAAAQIECBAgQIAAAQIECBAgQIAAAQIECBAgQIAAAQIECBAgQIAAgZIJ9A64fhgRP46IbSU7R2W5R0RE8q9afrqCrv9cuUlHR4+8ay33tzYBAgQIEGhZAQHXlm29gxMgQIAAAQIESiEg4FqKNimSAAECBAgQIECAAAECBAgQIECAAAECBAgQIECAAAECBAgQIECAAAECBAog0DvgWoCSyluCgGt5e6dyAgQIECiPgIBreXqlUgIECBAgQIBAKwoIuLZi152ZAAECBAgQIECAAAECBAgQIECAAAECBAgQIECAAAECBAgQIECAAAECBAYj8EZEfHowE83ZVUDA1a0gQIAAAQK1FxBwrb2xHQgQIECAAAECBAYvIOA6eDszCRAgQIAAAQIECBAgQIAAAQIECBAgQIAAAQIECBAgQIAAAQIECBAgQKC1BF6LiIMqjtzRBMevx/cIn46Ib0fEP1d6Cbg2we1xBAIECBAovICAa+FbpEACBAgQIECAQEsL1OMPUy0N7PAECBAgQIAAAQIECBAgQIAAAQIECBAgQIAAAQIECBAgQIAAAQIECBAg0DQCSUDzhIrTnBURPy3x6f5PRGyKiI/X6AxdwdaNv1+/RyBYwLVG6pYlQIAAAQIVAgKurgMBAgQIECBAgECRBQRci9wdtREgQIAAAQIECBAgQIAAAQIECBAgQIAAAQIECBAgQIAAAQIECBAgQIBAkQR6B1xPjIiu8GaR6kxbS/Kq6pVpB1cxrnewtWuqgGsViIYSIECAAIE8BARc81C0BgECBAgQIECAQK0EBFxrJWtdAgQIECBAgAABAgQIECBAgAABAgQIECBAgAABAgQIECBAgAABAgQIEGg2gWYKuO4fEa9FRPLveX36C7Z2rS/gmpe0dQgQIECAQEoBAdeUUIYRIECAAAECBAg0REDAtSHsNiVAgAABAgQIECBAgAABAgQIECBAgAABAgQIECBAgAABAgQIECBAgACBEgo0U8A1z9dbBwq2drVawLWEl17JBAgQIFBuAQHXcvdP9QQIECBAgACBZhcQcG32DjsfAQIECBAgQIAAAQIECBAgQIAAAQIECBAgQIAAAQIECBAgQIAAAQIECOQl0CwB17xeb00bbO3yF3DN6yZahwABAgQIpBQQcE0JZRgBAgQIECBAgEBDBARcG8JuUwIECBAgQIAAAQIECBAgQIAAAQIECBAgQIAAAQIECBAgQIAAAQIECBAooUCzBFyzvt5abbC1q9UCriW89EomQIAAgXILCLiWu3+qJ0CAAAECBAg0u4CAa7N32PkIECBAgAABAgQIECBAgAABAgQIECBAgAABAgQIECBAgAABAgQIECBAIC+BZgi4Znm9dbDB1i5/Ade8bqJ1CBAgQIBASgEB15RQhhEgQIAAAQIECDREQMC1Iew2JUCAAAECBAgQIECAAAECBAgQIECAAAECBAgQIECAAAECBAgQIECAAIESCjRDwHUwr7dmDbZ2tVrAtYSXXskECBAgUG4BAddy90/1BAgQIECAAIFmFxBwbfYOOx8BAgQIECBAgAABAgQIECBAgAABAgQIECBAgAABAgQIECBAgAABAgQI5CVQ9oBrta+35hVs7fIXcM3rJlqHAAECBAikFBBwTQllGAECBAgQIECAQEMEBFwbwm5TAgQIECBAgAABAgQIECBAgAABAgQIECBAgAABAgQIECBAgAABAgQIECihQNkDrmlfb8072NrVagHXEl56JRMgQIBAuQUEXMvdP9UTIECAAAECBJpdQMC12TvsfAQIECBAgAABAgQIECBAgAABAgQIECBAgAABAgQIECBAgAABAgQIECCQl0CZA65pXm+tVbC1y1/ANa+baB0CBAgQIJBSQMA1JZRhBAgQIECAAAECDREQcG0Iu00JECBAgAABAgQIECBAgAABAgQIECBAgAABAgQIECBAgAABAgQIECBAoIQCZQ647u711loHW7taLeBawkuvZAIECBAot4CAa7n7p3oCBAgQIECAQLMLCLg2e4edjwABAgQIECBAgAABAgQIECBAgAABAgQIECBAgAABAgQIECBAgAABAgTyEkgCridWLHZCRGzMa/EartPf6631CrZ2HU3AtYZNtjQBAgQIEOhLQMDVvSBAgAABAgQIECiygIBrkbujNgIECBAgQIAAAQIECBAgQIAAAQIECBAgQIAAAQIECBAgQIAAAQIECBAokkBZA669X2+td7C1q4cCrkW6zWohQIAAgZYQEHBtiTY7JAECBAgQIECgtAICrqVtncIJECBAgAABAgQIECBAgAABAgQIECBAgAABAgQIECBAgAABAgQIECBAoM4CScA1ebW167t3ZXjBtfL11kYFW7va9FGFXXz00UfRR+imzi21HQECBAgQaF6Bjo6O2GOPPSoP0EfVPgAAIABJREFUmPyPTfT4QfOe3skIECBAgAABAgTKICDgWoYuqZEAAQIECBAgQIAAAQIECBAgQIAAAQIECBAgQIAAAQIECBAgQIAAAQIEiiBQxoBr8nprEsRN/n1jgxHfi4ihXTW8++67se+++za4JNsTIECAAIHmFdi+fXvst99+lQfcERHDmvfETkaAAAECBAgQIFA2AQHXsnVMvQQIECBAgAABAgQIECBAgAABAgQIECBAgAABAgQIECBAgAABAgQIECDQKIGugGvX/icWIDQ6kMUREfGzgQbV6fe/jIgRXXu98sorccghh9Rpa9sQIECAAIHWE3j11Vfj85//fOXBt0XEQa0n4cQECBAgQIAAAQJFFRBwLWpn1EWAAAECBAgQIECAAAECBAgQIECAAAECBAgQIECAAAECBAgQIECAAAECRRMoY8C1SIY/jojjugpav359jB07tkj1qYUAAQIECDSVwIYNG2LcuHGVZ/pJRHy5qQ7pMAQIECBAgAABAqUWEHAtdfsUT4AAAQIECBAgQIAAAQIECBAgQIAAAQIECBAgQIAAAQIECBAgQIAAAQJ1FBBwzYa9MiIu6Fpi8eLFMX/+/Gwrmk2AAAECBAj0K3DttdfGggULKn9/W0TMQEaAAAECBAgQIECgKAICrkXphDoIECBAgAABAgQIECBAgAABAgQIECBAgAABAgQIECBAgAABAgQIECBAoOgCAq7ZOvT3EXFz1xLjx4+P9vb2bCuaTYAAAQIECPQrMGHChFi3bl3l7/8hIm5BRoAAAQIECBAgQKAoAgKuRemEOggQIECAAAECBAgQIECAAAECBAgQIECAAAECBAgQIECAAAECBAgQIECg6AICrtk61BYRP+taYp999on33nsvhgzxVcZsrGYTIECAAIFdBTo6OmLYsGGxc+fOyl8eERGbeREgQIAAAQIECBAoioC/ChWlE+ogQIAAAQIECBAgQIAAAQIECBAgQIAAAQIECBAgQIAAAQIECBAgQIAAgaILCLhm79AvI2JE1zIPPPBAnHnmmdlXtQIBAgQIECDQQ+DBBx+MyZMnV/5sW0QchIkAAQIECBAgQIBAkQQEXIvUDbUQIECAAAECBAgQIECAAAECBAgQIECAAAECBAgQIECAAAECBAgQIECAQJEFBFyzd+emiJjTtcz48eOjvb09+6pWIECAAAECBHoITJgwIdatW1f5s6URMRcTAQIECBAgQIAAgSIJCLgWqRtqIUCAAAECBAgQIECAAAECBAgQIECAAAECBAgQIECAAAECBAgQIECAAIEiCwi4Zu/OMRHxbOUyL774Yhx55JHZV7YCAQIECBAg0CmwadOmGDVqVG+NMRHxU0QECBAgQIAAAQIEiiQg4FqkbqiFAAECBAgQIECAAAECBAgQIECAAAECBAgQIECAAAECBAgQIECAAAECBIosUBlwTb5/d0JEbCxywQWt7ccRcVxXbVOmTInVq1cXtFRlESBAgACB8glMnTo11qxZU1n4TyLiy+U7iYoJECBAgAABAgSaXUDAtdk77HwECBAgQIAAAQIECBAgQIAAAQIECBAgQIAAAQIECBAgQIAAAQIECBAgkJeAgGs+kmdFxH2VS61fvz7Gjh2bz+pWIUCAAAECLSywYcOGGDduXG+Br0XE/S3M4ugECBAgQIAAAQIFFRBwLWhjlEWAAAECBAgQIECAAAECBAgQIECAAAECBAgQIECAAAECBAgQIECAAAEChRMQcM2vJT1ecT3ssMPipZdeiiFDfK0xP2IrESBAgECrCXR0dMThhx8eW7ZsqTy611tb7SI4LwECBAgQIECgRAL+ElSiZimVAAECBAgQIECAAAECBAgQIECAAAECBAgQIECAAAECBAgQIECAAAECBBoqIOCaH/9JEfFU5XIzZsyIW2+9Nb8drESAAAECBFpMYObMmbFy5crepz45In7UYhSOS4AAAQIECBAgUBIBAdeSNEqZBAgQIECAAAECBAgQIECAAAECBAgQIECAAAECBAgQIECAAAECBAgQINBwAQHXfFtwU0TMqVxy8eLFMX/+/Hx3sRoBAgQIEGgBgWuvvTYWLFjQ+6RLI2JuCxzfEQkQIECAAAECBEoqIOBa0sYpmwABAgQIECBAgAABAgQIECBAgAABAgQIECBAgAABAgQIECBAgAABAgTqLiDgmj/5v0XE6Mplly1bFrNnz85/JysSIECAAIEmFVi+fHlcdNFFvU/3QkT8ZZMe2bEIECBAgAABAgSaREDAtUka6RgECBAgQIAAAQIECBAgQIAAAQIECBAgQIAAAQIECBAgQIAAAQIECBAgUHMBAdf8idsi4pmIGFq5tJdc84e2IgECBAg0p0A/L7fuiIhjI2Jzc57aqQgQIECAAAECBJpFQMC1WTrpHAQIECBAgAABAgQIECBAgAABAgQIECBAgAABAgQIECBAgAABAgQIECBQawEB19oI/21EPNJ76RkzZsSKFStiyBBfdawNu1UJECBAoMwCHR0dMWvWrFi5cmVfxzgtIh4t8/nUToAAAQIECBAg0BoC/urTGn12SgIECBAgQIAAAQIECBAgQIAAAQIECBAgQIAAAQIECBAgQIAAAQIECBDILlAZcE1WOzEiNmZf1goRcVZE3Ndb4rDDDovrr78+xo4dC4kAAQIECBD4vcCGDRvim9/8ZmzZsqUvk69FxP2wCBAgQIAAAQIECJRBQMC1DF1SIwECBAgQIECAAAECBAgQIECAAAECBAgQIECAAAECBAgQIECAAAECBAgUQUDAtbZdSF5yvTcihvbeZsqUKXHppZfGkUceWdsKrE6AAAECBAossGnTpvje974Xa9as6avKHRHxdS+3FriBSiNAgAABAgQIENhFQMDVpSBAgAABAgQIECBAgAABAgQIECBAgAABAgQIECBAgAABAgQIECBAgAABAukEBFzTOWUZ1RYRt0fE6L4WGT9+fEybNi0mTZoUQ4b4CmQWaHMJECBAoBwCHR0dsXbt2li1alWsW7euv6JfiIjzI2JzOU6lSgIECBAgQIAAAQL/T8Bfd9wEAgQIECBAgAABAgQIECBAgAABAgQIECBAgAABAgQIECBAgAABAgQIECCQTkDANZ1THqNuiog5/S20zz77xCmnnBJjxoyJtra2OPjgg+PTn/50DBs2TPA1D31rECBAgEDdBZIg63vvvRdvvvlm/OIXv4jNmzfHs88+G08++WTs3Llzd/UsjYi5dS/YhgQIECBAgAABAgRyEBBwzQHREgQIECBAgAABAgQIECBAgAABAgQIECBAgAABAgQIECBAgAABAgQIECDQEgICrvVt80kR8e2IOK6+29qNAAECBAiUQuAnv//vyR+VolpFEiBAgAABAgQIEOhDQMDVtSBAgAABAgQIECBAgAABAgQIECBAgAABAgQIECBAgAABAgQIECBAgAABAukEBFzTOeU96qyIuEjQNW9W6xEgQIBASQWSYOuyiLi/pPUrmwABAgQIECBAgEC3gICry0CAAAECBAgQIECAAAECBAgQIECAAAECBAgQIECAAAECBAgQIECAAAECBNIJCLimc6rVqGMi4usRMSEiRtRqE+sSIECAAIECCmyLiPaIuDciflrA+pREgAABAgQIECBAYFACAq6DYjOJAAECBAgQIECAAAECBAgQIECAAAECBAgQIECAAAECBAgQIECAAAECBFpQQMC1OE1vi4gxETEqIkZGxJ9ExB9GxD4R4buRxemTSggQIEAgvUBHROyMiN9ExK8i4j8i4sWIeDYiNqdfxkgCBAgQIECAAAEC5RHwR5zy9EqlBAgQIECAAAECBAgQIECAAAECBAgQIECAAAECBAgQIECAAAECBAgQINBYAQHXxvrbnQABAgQIECBAgAABAgQIECBAoIkEBFybqJmOQoAAAQIECBAgQIAAAQIECBAgQIAAAQIECBAgQIAAAQIECBAgQIAAAQI1FRBwrSmvxQkQIECAAAECBAgQIECAAAECBFpJQMC1lbrtrAQIECBAgAABAgQIECBAgAABAgQIECBAgAABAgQIECBAgAABAgQIECCQRUDANYueuQQIECBAgAABAgQIECBAgAABAgQqBARcXQcCBAgQIECAAAECBAgQIECAAAECBAgQIECAAAECBAgQIECAAAECBAgQIJBOQMA1nZNRBAgQIECAAAECBAgQIECAAAECBAYUEHAdkMgAAgQIECBAgAABAgQIECBAgAABAgQIECBAgAABAgQIECBAgAABAgQIECDQKSDg6iIQIECAAAECBAgQIECAAAECBAgQyElAwDUnSMsQIECAAAECBAgQIECAAAECBAgQIECAAAECBAgQIECAAAECBAgQIECAQNMLCLg2fYsdkAABAgQIECBAgAABAgQIECBAoF4CAq71krYPAQIECBAgQIAAAQIECBAgQIAAAQIECBAgQIAAAQIECBAgQIAAAQIECJRdQMC17B1UPwECBAgQIECAAAECBAgQIECAQGEEBFwL0wqFECBAgAABAgQIECBAgAABAgQIECBAgAABAgQIECBAgAABAgQIECBAgEDBBQRcC94g5REgQIAAAQIECBAgQIAAAQIECJRHQMC1PL1SKQECBAgQIECAAAECBAgQIECAAAECBAgQIECAAAECBAgQIECAAAECBAg0VkDAtbH+didAgAABAgQIECBAgAABAgQIEGgiAQHXJmqmoxAgQIAAAQIECBAgQIAAAQIECBAgQIAAAQIECBAgQIAAAQIECBAgQIBATQUEXGvKa3ECBAgQIECAAAECBAgQIECAAIFWEhBwbaVuOysBAgQIECBAgAABAgQIECBAgAABAgQIECBAgAABAgQIECBAgAABAgQIZBEQcM2iZy4BAgQIECBAgAABAgQIECBAgACBCgEBV9eBAAECBAgQIECAAAECBAgQIECAAAECBAgQIECAAAECBAgQIECAAAECBAikExBwTedkFAECBAgQIECAAAECBAgQIECAAIEBBQRcByQygAABAgQIECBAgAABAgQIECBAgAABAgQIECBAgAABAgQIECBAgAABAgQIdAoIuLoIBAgQIECAAAECBAgQIECAAAECBHISEHDNCdIyBAgQIECAAAECBAgQIECAAAECBAgQIECAAAECBAgQIECAAAECBAgQIND0AgKuTd9iByRAgAABAgQIECBAgAABAgQIEKiXgIBrvaTtQ4AAAQIECBAgQIAAAQIECBAgQIAAAQIECBAgQIAAAQIECBAgQIAAAQJlFxBwLXsH1U+AAAECBAgQIECAAAECBAgQIFAYAQHXwrRCIQQIECBAgAABAgQIECBAgAABAgQIECBAgAABAgQIECBAgAABAgQIECBQcAEB14I3SHkECBAgQIAAAQIECBAgQIAAAQLlERBwLU+vVEqAAAECBAgQIECAAAECBAgQIECAAAECBAgQIECAAAECBAgQIECAAAECjRUQcG2sv90JECBAgAABAgQIECBAgAABAgSaSEDAtYma6SgECBAgQIAAAQIECBAgQIAAAQIECBAgQIAAAQIECBAgQIAAAQIECBAgUFMBAdea8lqcAAECBAgQIECAAAECBAgQIECglQQEXFup285KgAABAgQIECBAgAABAgQIECBAgAABAgQIECBAgAABAgQIECBAgAABAlkEBFyz6JlLgAABAgQIECBAgAABAgQIECBAoEJAwNV1IECAAAECBAgQIECAAAECBAgQIECAAAECBAgQIECAAAECBAgQIECAAAEC6QQEXNM5GUWAAAECBAgQIECAAAECBAgQIEBgQAEB1wGJDCBAgAABAgQIECBAgAABAgQIECBAgAABAgQIECBAgAABAgQIECBAgAABAp0CAq4uAgECBAgQIECAAAECBAgQIECAAIGcBARcc4K0DAECBAgQIECAAAECBAgQIECAAAECBAgQIECAAAECBAgQIECAAAECBAg0vYCAa9O32AEJECBAgAABAgQIECBAgAABAgTqJSDgWi9p+xAgQIAAAQIECBAgQIAAAQIECBAgQIAAAQIECBAgQIAAAQIECBAgQIBA2QUEXMveQfUTIECAAAECBAgQIECAAAECBAgURkDAtTCtUAgBAgQIECBAgAABAgQIECBAgAABAgQIECBAgAABAgQIECBAgAABAgQIFFxAwLXgDVIeAQIECBAgQIAAAQIECBAgQIBAeQQEXMvTK5USIECAAAECBAgQIECAAAECBAgQIECAAAECBAgQIECAAAECBAgQIECAQGMFBFwb6293AgQIECBAgAABAgQIECBAgACBJhIQcG2iZjoKAQIECBAgQIAAAQIECBAgQIAAAQIECBAgQIAAAQIECBAgQIAAAQIECNRUQMC1prwWJ0CAAAECBAgQIECAAAECBAgQaCUBAddW6razEiBAgAABAgQIECBAgAABAgQIECBAgAABAgQIECBAgAABAgQIECBAgEAWAQHXLHrmEiBAgAABAgQIECBAgAABAgQIEKgQEHB1HQgQIECAAAECBAgQIECAAAECBAgQIECAAAECBAgQIECAAAECBAgQIECAQDoBAdd0TkYRIECAAAECBAgQIECAAAECBAgQGFBAwHVAIgMIECBAgAABAgQIECBAgAABAgQIECBAgAABAgQIECBAgAABAgQIECBAgECngICri0CAAAECBAgQIECAAAECBAgQIEAgJwEB15wgLUOAAAECBAgQIECAAAECBAgQIECAAAECBAgQIECAAAECBAgQIECAAAECTS8g4Nr0LXZAAgQIECBAgAABAgQIECBAgACBegkIuNZL2j4ECBAgQIAAAQIECBAgQIAAAQIECBAgQIAAAQIECBAgQIAAAQIECBAgUHYBAdeyd1D9BAgQIECAAAECBAgQIECAAAEChREQcC1MKxRCgAABAgQIECBAgAABAgQIECBAgAABAgQIECBAgAABAgQIECBAgAABAgUXEHAteIOUR4AAAQIECBAgQIAAAQIECBAgUB4BAdfy9EqlBAgQIECAAAECBAgQIECAAAECBAgQIECAAAECBAgQIECAAAECBAgQINBYgcqAa/L9uxMiYmNjS7I7AQIECBAgQIAAAQIECBAgQIAAgXIKCLiWs2+qJkCAAAECBAgQIECAAAECBAgQIECAAAECBAgQIECAAAECBAgQIECAAIH6Cwi41t/cjgQIECBAgAABAgQIECBAgAABAk0qIODapI11LAIECBAgQIAAAQIECBAgQIAAAQIECBAgQIAAAQIECBAgQIAAAQIECBDIXUDANXdSCxIgQIAAAQIECBAgQIAAAQIECLSqgIBrq3beuQkQIECAAAECBAgQIECAAAECBAgQIECAAAECBAgQIECAAAECBAgQIECgWgEB12rFjCdAgAABAgQIECBAgAABAgQIECDQj4CAq6tBgAABAgQIECBAgAABAgQIECBAgAABAgQIECBAgAABAgQIECBAgAABAgTSCQi4pnMyigABAgQIECBAgAABAgQIECBAgMCAAgKuAxIZQIAAAQIECBAgQIAAAQIECBAgQIAAAQIECBAgQIAAAQIECBAgQIAAAQIEOgUEXF0EAgQIECBAgAABAgQIECBAgAABAjkJCLjmBGkZAgQIECBAgAABAgQIECBAgAABAgQIECBAgAABAgQIECBAgAABAgQIEGh6AQHXpm+xAxIgQIAAAQIECBAgQIAAAQIECNRLQMC1XtL2IUCAAAECBAgQIECAAAECBAgQIECAAAECBAgQIECAAAECBAgQIECAAIGyCwi4lr2D6idAgAABAgQIECBAgAABAgQIECiMgIBrYVqhEAIECBAgQIAAAQIECBAgQIAAAQIECBAgQIAAAQIECBAgQIAAAQIECBAouEBlwDUp9cSI2FjwmpVHgAABAgQIECBAgAABAgQIECBAoJACAq6FbIuiCBAgQIAAAQIECBAgQIAAAQIECBAgQIAAAQIECBAgQIAAAQIECBAgQKCAAgKuBWyKkggQIECAAAECBAgQIECAAAECBMopIOBazr6pmgABAgQIECBAgAABAgQIECBAgAABAgQIECBAgAABAgQIECBAgAABAgTqLyDgWn9zOxIgQIAAAQIECBAgQIAAAQIECDSpgIBrkzbWsQgQIECAAAECBAgQIECAAAECBAgQIECAAAECBAgQIECAAAECBAgQIEAgdwEB19xJLUiAAAECBAgQIECAAAECBAgQINCqAgKurdp55yZAgAABAgQIECBAgAABAgQIECBAgAABAgQIECBAgAABAgQIECBAgACBagUEXKsVM54AAQIECBAgQIAAAQIECBAgQIBAPwICrq4GAQIECBAgQIAAAQIECBAgQIAAAQIECBAgQIAAAQIECBAgQIAAAQIECBBIJyDgms7JKAIECBAgQIAAAQIECBAgQIAAAQIDCgi4DkhkAAECBAgQIECAAAECBAgQIECAAAECBAgQIECAAAECBAgQIECAAAECBAgQ6BQQcHURCBAgQIAAAQIECBAgQIAAAQIECOQkIOCaE6RlCBAgQIAAAQIECBAgQIAAAQIECBAgQIAAAQIECBAgQIAAAQIECBAgQKDpBQRcm77FDkiAAAECBAgQIECAAAECBAgQIFAvAQHXeknbhwABAgQIECBAgAABAgQIECBAgAABAgQIECBAgAABAgQIECBAgAABAgTKLlAZcE2+f3dCRGws+6HUT4AAAQIECBAgQIAAAQIECBAgQKARAgKujVC3JwECBAgQIECAAAECBAgQIECAAAECBAgQIECAAAECBAgQIECAAAECBAiUUUDAtYxdUzMBAgQIECBAgAABAgQIECBAgEAhBQRcC9kWRREgQIAAAQIECBAgQIAAAQIECBAgQIAAAQIECBAgQIAAAQIECBAgQIBAAQUEXAvYFCURIECAAAECBAgQIECAAAECBAiUU0DAtZx9UzUBAgQIECBAgAABAgQIECBAgAABAgQIECBAgAABAgQIECBAgAABAgQI1F9AwLX+5nYkQIAAAQIECBAgQIAAAQIECBBoUgEB1yZtrGMRIECAAAECBAgQIECAAAECBAgQIECAAAECBAgQIECAAAECBAgQIECAQO4CAq65k1qQAAECBAgQIECAAAECBAgQIECgVQUEXFu1885NgAABAgQIECBAgAABAgQIECBAgAABAgQIECBAgAABAgQIECBAgAABAtUKCLhWK2Y8AQIECBAgQIAAAQIECBAgQIAAgX4EBFxdDQIECBAgQIAAAQIECBAgQIAAAQIECBAgQIAAAQIECBAgQIAAAQIECBAgkE5AwDWdk1EECBAgQIAAAQIECBAgQIAAAQIEBhQQcB2QyAACBAgQIECAAAECBAgQIECAAAECBAgQIECAAAECBAgQIECAAAECBAgQINApIODqIhAgQIAAAQIECBAgQIAAAQIECBDISUDANSdIyxAgQIAAAQIECBAgQIAAAQIECBAgQIAAAQIECBAgQIAAAQIECBAgQIBA0wtUBlyTw54YERub/tQOSIAAAQIECBAgQIAAAQIECBAgQKAGAgKuNUC1JAECBAgQIECAAAECBAgQIECAAAECBAgQIECAAAECBAgQIECAAAECBAg0pYCAa1O21aEIECBAgAABAgQIECBAgAABAgQaISDg2gh1exIgQIAAAQIECBAgQIAAAQIECBAgQIAAAQIECBAgQIAAAQIECBAgQIBAGQUEXMvYNTUTIECAAAECBAgQIECAAAECBAgUUkDAtZBtURQBAgQIECBAgAABAgQIECBAgAABAgQIECBAgAABAgQIECBAgAABAgQIFFBAwLWATVESAQIECBAgQIAAAQIECBAgQIBAOQUEXMvZN1UTIECAAAECBAgQIECAAAECBAgQIECAAAECBAgQIECAAAECBAgQIECAQP0FBFzrb25HAgQIECBAgAABAgQIECBAgACBJhUQcG3SxjoWAQIECBAgQIAAAQIECBAgQIAAAQIECBAgQIAAAQIECBAgQIAAAQIECOQuIOCaO6kFCRAgQIAAAQIECBAgQIAAAQIEWlVAwLVVO+/cBAgQIECAAAECBAgQIECAAAECBAgQIECAAAECBAgQIECAAAECBAgQIFCtgIBrtWLGEyBAgAABAgQIECBAgAABAgQIEOhHQMDV1SBAgAABAgQIECBAgAABAgQIECBAgAABAgQIECBAgAABAgQIECBAgAABAukEBFzTORlFgAABAgQIECBAgAABAgQIECBAYEABAdcBiQwgQIAAAQIECBAgQIAAAQIECBAgQIAAAQIECBAgQIAAAQIECBAgQIAAAQKdAgKuLgIBAgQIECBAgAABAgQIECBAgACBnAQEXHOCtAwBAgQIECBAgAABAgQIECBAgAABAgQIECBAgAABAgQIECBAgAABAgQINL2AgGvTt9gBCRAgQIAAAQIECBAgQIAAAQIE6iUg4FovafsQIECAAAECBAgQIECAAAECBAgQIECAAAECBAgQIECAAAECBAgQIECAQNkFBFzL3kH1EyBAgAABAgQIECBAgAABAgQIFEZAwLUwrVAIAQIECBAgQIAAAQIECBAgQIAAAQIECBAgQIAAAQIECBAgQIAAAQIECBRcQMC14A1SHgECBAgQIECAAAECBAgQIECAQHkEBFzL0yuVEiBAgAABAgQIECBAgAABAgQIECBAgAABAgQIECBAgAABAgQIECBAgEBjBSoDrsn3706IiI2NLcnuBAgQIECAAAECBAgQIECAAAECBMopIOBazr6pmgABAgQIECBAgAABAgQIECBAgAABAgQIECBAgAABAgQIECBAgAABAgTqLyDgWn9zOxIgQIAAAQIECBAgQIAAAQIECDSpgIBrkzbWsQgQIECAAAECBAgQIECAAAECBAgQIECAAAECBAhasxBSAAAgAElEQVQQIECAAAECBAgQIEAgdwEB19xJLUiAAAECBAgQIECAAAECBAgQINCqAgKurdp55yZAgAABAgQIECBAgAABAgQIECBAgAABAgQIECBAgAABAgQIECBAgACBagUEXKsVM54AAQIECBAgQIAAAQIECBAgQIBAPwICrq4GAQIECBAgQIAAAQIECBAgQIAAAQIECBAgQIAAAQIECBAgQIAAAQIECBBIJ1AZcE1mnBgRG9NNNYoAAQIECBAgQIAAAQIECBAgQIAAgUoBAVf3gQABAgQIECBAgAABAgQIECBAgAABAgQIECBAgAABAgQIECBAgAABAgQIpBMQcE3nZBQBAgQIECBAgAABAgQIECBAgACBAQUEXAckMoAAAQIECBAgQIAAAQIECBAgQIAAAQIECBAgQIAAAQIECBAgQIAAAQIECHQKCLi6CAQIECBAgAABAgQIECBAgAABAgRyEhBwzQnSMgQIECBAgAABAgQIECBAgAABAgQIECBAgAABAgQIECBAgAABAgQIECDQ9AICrk3fYgckQIAAAQIECBAgQIAAAQIECBCol4CAa72k7UOAAAECBAgQIECAAAECBAgQIECAAAECBAgQIECAAAECBAgQIECAAAECZRcQcC1OB9siYkxEjIqIkRHxJxHxhxGxT0T4bmRx+qQSAgQIEEgv0BEROyPiNxHxq4j4j4h4MSKejYjN6ZcxkgABAgQIECBAgEB5BPwRpzy9UikBAgQIECBAgAABAgQIECBAgAABAgQIECBAgAABAgQIECBAgAABAgQINFZAwLWx/sdExNcjYkJEjGhsKXYnQIAAAQJ1FdgWEe0RcW9E/LSuO9uMAAECBAgQIECAQA0FBFxriGtpAgQIECBAgAABAgQIECBAgAABAgQIECBAgAABAgQIECBAgAABAgQIEGgqAQHXxrTzrIi4KCKOa8z2diVAgAABAoUS+ElELIuI+wtVlWIIECBAgAABAgQIDEJAwHUQaKYQIECAAAECBAgQIECAAAECBAgQIECAAAECBAgQIECAAAECBAgQIECAQEsKCLjWt+0nRcS3BVvri243AgQIECiNQBJ0Tf578kelqVihBAgQIECAAAECBHoJCLi6EgQIECBAgAABAgQIECBAgAABAgQIECBAgAABAgQIECBAgAABAgQIECBAIJ2AgGs6pzxG3RQRc/pbaJ999olTTjklxowZE21tbXHwwQfHpz/96Rg2bFgMGeKrkXk0wBoECBAgUF+Bjo6OeO+99+LNN9+MX/ziF7F58+Z49tln48knn4ydO3furpilETG3vtXajQABAgQIECBAgEA+Av6Kk4+jVQgQIECAAAECBAgQIECAAAECBAgQIECAAAECBAgQIECAAAECBAgQIECg+QUEXGvf47aIuD0iRve11fjx42PatGkxadIkQdba98IOBAgQIFAAgST4unbt2li1alWsW7euv4peiIjzI2JzAUpWAgECBAgQIECAAIHUAgKuqakMJECAAAECBAgQIECAAAECBAgQIECAAAECBAgQIECAAAECBAgQIECAAIEWFxBwre0F+NuIuDcihvbeZsqUKXHppZfGkUceWdsKrE6AAAECBAossGnTpvje974Xa9as6avKHRHx9Yh4tMBHUBoBAgQIECBAgACBHgICri4EAQIECBAgQIAAAQIECBAgQIAAAQIECBAgQIAAAQIECBAgQIAAAQIECBBIJyDgms5pMKPOioj7ek887LDD4vrrr4+xY8cOZk1zCBAgQIBAUwps2LAhvvnNb8aWLVv6Ot/XIuL+pjy4QxEgQIAAAQIECDSdgIBr07XUgQgQIECAAAECBAgQIECAAAECBAgQIECAAAECBAgQIECAAAECBAgQIECgRgKVAdfk+3cnRMTGGu3VSssmL7c+0vvAM2bMiBUrVsSQIb7q2EqXwVkJECBAIJ1AR0dHzJo1K1auXNnXhNO85JrO0SgCBAgQIECAAIHGCvirT2P97U6AAAECBAgQIECAAAECBAgQIECAAAECBAgQIECAAAECBAgQIECAAAEC5REQcM2/V20R8UxEDK1cevHixTF//vz8d7MiAQIECBBoMoFrr702FixY0PtUOyLi2IjY3GTHdRwCBAgQIECAAIEmExBwbbKGOg4BAgQIECBAgAABAgQIECBAgAABAgQIECBAgAABAgQIECBAgAABAgQI1ExAwDV/2n+LiNGVyy5btixmz56d/05WJECAAAECTSqwfPnyuOiii3qf7oWI+MsmPbJjESBAgAABAgQINImAgGuTNNIxCBAgQIAAAQIECBAgQIAAAQIECBAgQIAAAQIECBAgQIAAAQIECBAgQKDmAgKu+RLfFBFzKpf0cmu+wFYjQIAAgdYR6Ocl16URMbd1FJyUAAECBAgQIECgbAICrmXrmHoJECBAgAABAgQIECBAgAABAgQIECBAgAABAgQIECBAgAABAgQIECBAoFEClQHXpIYTI2Jjo4op+b4nRcRTlWeYMWNG3HrrrSU/lvIJECBAgEDjBGbOnBkrV67sXcDJEfGjxlVlZwIECBAgQIAAAQL9Cwi4uh0ECBAgQIAAAQIECBAgQIAAAQIECBAgQIAAAQIECBAgQIAAAQIECBAgQCCdgIBrOqc0o34cEcd1DTzssMPipZdeiiFDfK0xDZ4xBAgQIECgL4GOjo44/PDDY8uWLZW//klEfJkYAQIECBAgQIAAgSIK+EtQEbuiJgIECBAgQIAAAQIECBAgQIAAAQIECBAgQIAAAQIECBAgQIAAAQIECBAoooCAaz5dOSsi7qtcav369TF27Nh8VrcKAQIECBBoYYENGzbEuHHjegt8LSLub2EWRydAgAABAgQIECiogIBrQRujLAIECBAgQIAAAQIECBAgQIAAAQIECBAgQIAAAQIECBAgQIAAAQIECBAonICAaz4t6fF665QpU2L16tX5rGwVAgQIECBAIKZOnRpr1qyplPCKq3tBgAABAgQIECBQSAEB10K2RVEECBAgQIAAAQIECBAgQIAAAQIECBAgQIAAAQIECBAgQIAAAQIECBAgUEABAdfsTTkmIp6tXObFF1+MI488MvvKViBAgAABAgQ6BTZt2hSjRo3qrTEmIn6KiAABAgQIECBAgECRBARci9QNtRAgQIAAAQIECBAgQIAAAQIECBAgQIAAAQIECBAgQIAAAQIECBAgQIBAkQUEXLN356aImNO1zPjx46O9vT37qlYgQIAAAQIEeghMmDAh1q1bV/mzpRExFxMBAgQIECBAgACBIgkIuBapG2ohQIAAAQIECBAgQIAAAQIECBAgQIAAAQIECBAgQIAAAQIECBAgQIAAgSILCLhm784vI2JE1zIPPPBAnHnmmdlXtQIBAgQIECDQQ+DBBx+MyZMnV/5sW0QchIkAAQIECBAgQIBAkQQEXIvUDbUQIECAAAECBAgQIECAAAECBAgQIECAAAECBAgQIECAAAECBAgQIECAQJEFBFyzdactIn7WtcQ+++wT7733XgwZ4quM2VjNJkCAAAECuwp0dHTEsGHDYufOnZW/PCIiNvMiQIAAAQIECBAgUBQBfxUqSifUQYAAAQIECBAgQIAAAQIECBAgQIAAAQIECBAgQIAAAQIECBAgQIAAAQJFF6gMuCbfvzshIjYWvegC1ff3EXFzVz3jx4+P9vb2ApWnFAIECBAg0FwCEyZMiHXr1lUe6h8i4pbmOqXTECBAgAABAgQIlFlAwLXM3VM7AQIECBAgQIAAAQIECBAgQIAAAQIECBAgQIAAAQIECBAgQIAAAQIECNRTQMA1m/bKiLiga4nFixfH/Pnzs61oNgECBAgQINCvwLXXXhsLFiyo/P1tETEDGQECBAgQIECAAIGiCAi4FqUT6iBAgAABAgQIECBAgAABAgQIECBAgAABAgQIECBAgAABAgQIECBAgACBogsIuGbr0I8j4riuJdavXx9jx47NtqLZBAgQIECAQL8CGzZsiHHjxlX+/icR8WVkBAgQIECAAAECBIoiIOBalE6ogwABAgQIECBAgAABAgQIECBAgAABAgQIECBAgAABAgQIECBAgAABAgSKLiDgmq1Dv4yIEV1LvPLKK3HIIYdkW9FsAgQIECBAoF+BV199NT7/+c9X/n5bRByEjAABAgQIECBAgEBRBARci9IJdRAgQIAAAQIECBAgQIAAAQIECBAgQIAAAQIECBAgQIAAAQIECBAgQIBA0QUEXLN16L2IGNq1xLvvvhv77rtvthXNJkCAAAECBPoV2L59e+y3336Vv98REcOQESBAgAABAgQIECiKgIBrUTqhDgIECBAgQIAAAQIECBAgQIAAAQIECBAgQIAAAQIECBAgQIAAAQIECBAouoCAa7YOfRQR3d9b/Oijj2LIEF9jzEZqNgECBAgQ6F+go6Mj9thjj8oBHRHR4wf8CBAgQIAAAQIECDRSwF+GGqlvbwIECBAgQIAAAQIECBAgQIAAAQIECBAgQIAAAQIECBAgQIAAAQIECBAok4CAa7ZuJaGa7k8SuvEhQIAAAQIEaivQx/+YhAxBbcmtToAAAQIECBAgUIWA/+e0CixDCRAgQIAAAQIECBAgQIAAAQIECBAgQIAAAQIECBAgQIAAAQIECBAgQKClBQRcs7VfwDWbn9kECBAgQKBqAQHXqslMIECAAAECBAgQqKOAgGsdsW1FgAABAgQIECBAgAABAgQIECBAgAABAgQIECBAgAABAgQIECBAgAABAqUWqAy4Jgc5MSI2lvpE9S1ewLW+3nYjQIAAAQIh4OoSECBAgAABAgQIFFlAwLXI3VEbAQIECBAgQIAAAQIECBAgQIAAAQIECBAgQIAAAQIECBAgQIAAAQIECBRJQMA1WzcEXLP5mU2AAAECBKoWEHCtmswEAgQIECBAgACBOgoIuNYR21YECBAgQIAAAQIECBAgQIAAAQIECBAgQIAAAQIECBAgQIAAAQIECBAgUGoBAdds7RNwzeZnNgECBAgQqFpAwLVqMhMIECBAgAABAgTqKCDgWkdsWxEgQIAAAQIECBAgQIAAAQIECBAgQIAAAQIECBAgQIAAAQIECBAgQIBAqQUEXLO1T8A1m5/ZBAgQIECgagEB16rJTCBAgAABAgQIEKijgIBrHbFtRYAAAQIECBAgQIAAAQIECBAgQIAAAQIECBAgQIAAAQIECBAgQIAAAQKlFhBwzdY+AddsfmYTIECAAIGqBQRcqyYzgQABAgQIECBAoI4CAq51xLYVAQIECBAgQIAAAQIECBAgQIAAAQIECBAgQIAAAQIECBAgQIAAAQIECJRaQMA1W/sEXLP5mU2AAAECBKoWEHCtmswEAgQIECBAgACBOgoIuNYR21YECBAgQIAAAQIECBAgQIAAAQIECBAgQIAAAQIECBAgQIAAAQIECBAgUGoBAdds7RNwzeZnNgECBAgQqFpAwLVqMhMIECBAgAABAgTqKCDgWkdsWxEgQIAAAQIECBAgQIAAAQIECBAgQIAAAQIECBAgQIAAAQIECBAgQIBAqQUEXLO1T8A1m5/ZBAgQIECgagEB16rJ/m979x9kVXkffvzjj8rgStKYTBr+SDRTLcOsFSNtmGJaNWqC08iP+IMABbGAoKIppRKtg4i0ldDojmY1IDAaICJBS0AzUqotGrXVCVGMDlrbMXz/kCSa2rBih05xv3Put3u/u8v+uPeeu/eee89rZzKdwnnO8zyv5+x0JsO7jwEECBAgQIAAAQI1FBC41hDbVAQIECBAgAABAgQIECBAgAABAgQIECBAgAABAgQIECBAgAABAgQIECDQ0ALdA9fk39+dFxG7G3pHtV28wLW23mYjQIAAAQIhcPURECBAgAABAgQIZFlA4Jrl07E2AgQIECBAgAABAgQIECBAgAABAgQIECBAgAABAgQIECBAgAABAgQIEMiSgMA13WkIXNP5GU2AAAECBMoWELiWTWYAAQIECBAgQIBADQUErjXENhUBAgQIECBAgAABAgQIECBAgAABAgQIECBAgAABAgQIECBAgAABAgQINLSAwDXd8Qlc0/kZTYAAAQIEyhYQuJZNZgABAgQIECBAgEANBQSuNcQ2FQECBAgQIECAAAECBAgQIECAAAECBAgQIECAAAECBAgQIECAAAECBAg0tIDANd3xCVzT+RlNgAABAgTKFhC4lk1mAAECBAgQIECAQA0FBK41xDYVAQIECBAgQIAAAQIECBAgQIAAAQIECBAgQIAAAQIECBAgQIAAAQIECDS0gMA13fEJXNP5GU2AAAECBMoWELiWTWYAAQIECBAgQIBADQUErjXENhUBAgQIECBAgAABAgQIECBAgAABAgQIECBAgAABAgQIECBAgAABAgQINLSAwDXd8Qlc0/kZTYAAAQIEyhYQuJZNZgABAgQIECBAgEANBQSuNcQ2FQECBAgQIECAAAECBAgQIECAAAECBAgQIECAAAECBAgQIECAAAECBAg0tIDANd3xCVzT+RlNgAABAgTKFhC4lk1mAAECBAgQIECAQA0FBK41xDYVAQIECBAgQIAAAQIECBAgQIAAAQIECBAgQIAAAQIECBAgQIAAAQIECDS0gMA13fEJXNP5GU2AAAECBMoWELiWTWYAAQIECBAgQIBADQUErjXENhUBAgQIECBAgAABAgQIECBAgAABAgQIECBAgAABAgQIECBAgAABAgQINLRA98A12cj5EbG7oXdU28ULXGvrbTYCBAgQIBACVx8BAQIECBAgQIBAlgUErlk+HWsjQIAAAQIECBAgQIAAAQIECBAgQIAAAQIECBAgQIAAAQIECBAgQIAAgSwJCFzTnYb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3QPXJN/f3deROxu6B3VdvEC19p6m40AAQIECITA1UdAgAABAgQIECCQZQGBa5ZPx9oIECBAgAABAgQIECBAgAABAgQIECBAgAABAgQIECBAgAABAgQIECBAIEsCAtd0pyFwTednNAECFQj8y7/8Szz99NMVjMzGkM985jNx6aWXxgknnJCNBVlFwwkIXBvuyCyYAAECBAgQIJArAYFrro7bZgkQIECAAAECBAgQIECAAAECBAgQIECAAAECBAgQIECAAAECBAgQIEAghYDANQVeRAhc0/kZTYBABQLf+9734k/+5E8qGJmNIfPnz4+2trYYPnx4NhZkFQ0nIHBtuCOzYAIECBAgQIBArgQErrk6bpslQIAAAQIECBAgQIAAAQIECBAgQIAAAQIECBAgQIAAAQIECBAgQIAAgRQCAtcUeALXdHhGEyBQmYDAtTI3o5pHQODaPGdpJwQIECBAgACBZhQQuDbjqdoTAQIECBAgQIAAAQIECBAgQIAAAQIECBAgQIAAAQIECBAgQIAAAQIECAyFQPfANXn/+RGxeygmatJ3usG1SQ/WtghkWUDgmuXTsbZaCAhca6FsDgIECBAgQIAAgUoFBK6VyhlHgAABAgQIECBAgAABAgQIECBAgAABAgQIECBAgAABAgQIECBAgAABAnkTELimO3GBazq/XI8eLFIcM2ZMbNmyJUaNGjVkTk899VRMmTIlOjo6+pxj06ZNMWPGjEHnf+655+ILX/jCUc89++yzcc455ww4/r/+679i0aJFsWbNmkHnKeWBk08+ORK7E088Mc4666wYO3ZsnH322fHpT386jj322FJecdQz/a1x/vz50dbWFsOHD6/ovZUO6v3tTJ48Oa655po44YQTKn3lkI7bvXt3LF++vDhHvdyGdJNeXlMBgWtNuU1GgAABAgQIECBQpoDAtUwwjxMgQIAAAQIECBAgQIAAAQIECBAgQIAAAQIECBAgQIAAAQIECBAgQIBAbgUErumOXuCazi/XowcLXBOcUgPTSiCPHDlSiA5XrFjR7/BS589S4NrfZn73d3+3EIHOmjUrWlpayiLLeuCa9WC097ee9fWW9XF4uC4CAte6sJuUAAECBAgQIECgRAGBa4lQHiNAgAABAgQIECBAgAABAgQIECBAgAABAgQIECBAgAABAgQIECBAgACB3AsIXNN9AgLXdH65Hl1K4DqUIeDbb79duJ01uV2zv59mCly79vj7v//7sXLlyjj//POjj0iuTwqBa7pfVYFrOj+jjxYQuPoqCBAgQIAAAQIEsiwgcM3y6VgbAQIECBAgQIAAAQIECBAgQIAAAQIECBAgQIAAAQIECBAgQIAAAQIECGRJQOCa7jQErun8cj26lMB1zJgxsWXLlhg1alTVrf7hH/4hvvSlLw343mYMXJMNjxgxIlavXh3Tpk0rKXIVuKb7/ASu6fyMPlpA4OqrIECAAAECBAgQyLKAwDXLp2NtBAgQIECAAAECBAgQIECAAAECBAgQIECAAAECBAgQIECAAAECBAgQIJAlAYFrutMQuKbzy/XoUgLXBKjUyLQczCNHjsTSpUvjjjvuGHBYqXM/99xz8YUvfOGodz377LNxzjnnDDhHf/FoOfup5Nkkcn3kkUcGjXyTdwtcKxH+/2MErun8jD5aQODqqyBAgAABAgQIEMiygMA1y6djbQQIECBAgAABAgQIECBAgAABAgQIECBAgAABAgQIECBAgAABAgQIECCQJQGBa7rTELim88v16FID1/nz50dbW1sMHz68al779++P6dOnx/PPPz/gO+sZuFa6787Ozjh48GB0dHTEP/3TP8XatWvjRz/6UZ/7TOLbZI+nnnrqgA4C13SfnsA1nZ/RRwsIXH0VBAgQIECAAAECWRYQuGb5dKyNAAECBAgQIECAAAECBAgQIECAAAECBAgQIECAAAECBAgQIECAAAECBLIkIHBNdxoC13R+uR7dV+Ca3CqahKy//OUvizajR4+OrVu3Rmtra9W8duzYEZMmTRr0fY0YuPbe1OHDh+P++++PW265pRC99v658847Y9GiRdFHMFd8NOuBaxLqTpgwIX7jN35j0DOtxwOvvvpqISTu+qk0Xq7H2s2ZTQGBazbPxaoIECBAgAABAgT+n4DA1ZdAgAABAgQIECBAgAABAgQIECBAgAABAgQIECBAgAABAgQIECBAgAABAgRKExC4lubU31MC13R+uR7dV+B63nnnxWc/+9l44IEHetisW7cu5syZUxWvJPhcsmRJ3HPPPcX3TZ48OQ4cOBAvvPBCjzmaIXBNNvThhx8WbnJdsGDBUYYXXnhhbNiwIUaOHNmvb9YD16p8GDV8icC1hthNOpXAtUkP1rYIECBAgAABAk0iIHBtkoO0DQIECBAgQIAAAQIECBAgQIAAAQIECBAgQIAAAQIECBAgQIAAAQIECBAYcgGBazpigWs6v1yP7itw/fKXvxxJ/HfllVf2uG109uzZ0d7eHi0tLanN3nrrrZg2bVqPmPU73/lO/OAHP4i///u/7/H+Zglck00dPHgwrr/++kLM2vtn165dcdFFF/VrK3BN/dn1eIHAtbqeeXybwDWPp27PBAgQIECAAIHGERC4Ns5ZWSkBAgQIECBAgAABAgQIECBAgAABAgQIECBAgAABAgQIECBAgAABAgQI1FdA4JrOX+Cazi/Xo/sLXO++++74sz/7s9i5c2fRZ/To0bF169ZobW1NbfZ3f/d3cemllxbfM378+MJtrrfccktTB67JhnvvvQvhb/7mb+Lmm2/u11bgmvqz6/ECgWt1PfP4NoFrHk/dngkQIECAAAECjSMgcG2cs7JSAgQIECBAgAChheMAACAASURBVAABAgQIECBAgAABAgQIECBAgAABAgQIECBAgAABAgQIEKivgMA1nb/ANZ1frkf3F7gmt6auXr06li5d2sNn3bp1MWfOnFRmhw8fjiVLlhSC1q6fRYsWxY033hhXXXVV0weu//Zv/xZf+9rXYs+ePT0cBwsusx64Tp48Oa655po44YQTSvo+Pvzww3j00Ufj3XffjXnz5sXxxx9f0ri+Hvrggw/i29/+dpx//vnx+c9/vs/37N69O5YvX178u8G8K16MgbkRELjm5qhtlAABAgQIECDQkAIC14Y8NosmQIAAAQIECBAgQIAAAQIECBAgQIAAAQIECBAgQIAAAQIECBAgQIAAgToIdA9ck39/d15E7K7DOhp1SoFro55cBtbdX+Ca/Pnrr78eF198cXR0dBRXOnv27Ghvb4+WlpaKV//GG2/E1KlTY+/evcV37Nq1K84+++yYMWNG0weuv/rVr/rc52DBZdYD18HW3/2Deeedd+K2226L++67L0aMGBFtbW1x5ZVXVhy5PvPMM4Vo+P333y+8Z/HixXHqqaf2+EZ7f+vlrLfij93AphYQuDb18docAQIECBAgQKDhBQSuDX+ENkCAAAECBAgQIECAAAECBAgQIECAAAECBAgQIECAAAECBAgQIECAAAECNRIQuKaDFrim88v16IEC187Ozpg5c2bs3LmzaDR69OjYunVrtLa2VuzWe87zzjsvkj8bNmyYwLWtLYYPH96nbbMErkncOnfu3NixY0dxn0nkmtwYPG3atOgjGhzwWzt48GBcf/31sWHDhuJzJ598cnzrW9+KWbNmxXHHHVf488Qvuem16ye5MfYjH/lI2fNV/OEb2HQCAtemO1IbIkCAAAECBAg0lYDAtamO02YIECBAgAABAgQIECBAgAABAgQIECBAgAABAgQIECBAgAABAgQIECBAYAgFBK7pcAWu6fxyPXqgwDWJBJObNZPbMLv/rFu3LubMmVORW1+R5tKlS2PZsmXxn//5nwLXHASuyYfz9NNPF25a3b9/f/E7OuWUU+K73/1unHvuuWV9W9u3by+E2N1vGv7jP/7jSL7TT33qU2W9y8MEyhEQuJaj5VkCBAgQIECAAIFaCwhcay1uPgIECBAgQIAAAQIECBAgQIAAAQIECBAgQIAAAQIECBAgQIAAAQIECBBoVAGBa7qTE7im88v16IEC149//OPx4osvxuTJk+PAgQNFp9mzZ0d7e3u0tLSUbffaa6/F5ZdfHvv27SuMTW7u3LZtW1xwwQXxq1/9KheB6+uvvx5XXHFF/PSnP+3hd/PNN8eKFSuKN472xm2WG1yTfSW3A2/evDkWLFjQI0wdN25cPPDAA5HcFFzKzy9/+cuYN29ej9tgKw1lS5nPMwS6CwhcfQ8ECBAgQIAAAQJZFhC4Zvl0rI0AAQIECBAgQIAAAQIECBAgQIAAAQIECBAgQIAAAQIECBAgQIAAAQIEsiTQPXBN1nV+ROzO0gIzvhaBa8YPKMvLGyxwfe+99wq3tSYRatdPEh9u3bo1Wltby97a+vXrY+7cucVxF154YWzYsCFGjhyZm8C1L/MEZPXq1TF//vx+TZspcE02efjw4bjlllvizjvv7LHnSZMmxZo1a+K3fuu3Bvy+kkg2uaX16quv7vHcypUrC7cOH3/88WV/nwYQKEdA4FqOlmcJECBAgAABAgRqLSBwrbW4+QgQIECAAAECBAgQIECAAAECBAgQIECAAAECBAgQIECAAAECBAgQIECgUQUErulOTuCazi/XowcLXJOIsK2trRAMdv9JwsIkfC3n59ChQ7Fw4cJ48MEHi8OSG0uTyDEJxfJwg+vPf/7zQuD7wx/+sAddEvg+9thjMXbs2H5Jmy1wTTb6i1/8ohD1bt++vce+77jjjrjxxhv7vc02efiNN96IqVOnxt69e4tjk9uBkzj2Yx/7WDmfpmcJVCQgcK2IzSACBAgQIECAAIEaCQhcawRtGgIECBAgQIAAAQIECBAgQIAAAQIECBAgQIAAAQIECBAgQIAAAQIECBBoeAGBa7ojFLim88v16MEC1wTnxRdfjMmTJ8eBAweKVrNnz4729vZoaWkp2e+1116LJEDct29fYcyIESPiiSeeiHPOOafwvzd74JoEqqtWrYrbbrvtKLNSPJsxcE0gfvzjH8dll10W+/fvj5NPPjluv/32QgQ8bNiwfr+tvm5/HTNmTGzevDmSG4b9EKiFgMC1FsrmIECAAAECBAgQqFRA4FqpnHEECBAgQIAAAQIECBAgQIAAAQIECBAgQIAAAQIECBAgQIAAAQIECBAgkDcBgWu6Exe4pvPL9ehSAtf33nuvcFvrtm3bilZJRLh169ZobW0t2S+5WXPBggXF56dMmRLr168v3rbZzIHrz372s1i2bFls2LDhKK8k9N24cWNMmjRpQMtmDVyTW4KTG4Hvvffewn/Gjx9fuNF3oJ9du3YVotiOjo7CY4nh6tWrY9q0aYOOLfmD9SCBQQQErj4RAgQIECBAgACBLAsIXLN8OtZGgAABAgQIECBAgAABAgQIECBAgAABAgQIECBAgAABAgQIECBAgAABAlkSELimOw2Bazq/XI8uJXBNAsS2trZYvHhxD6skSkzC11J+khDxuuuuK4ScXT933nlnLFq0qBgkNkvgmngdPHgw/uM//iNefvnlQgj8+OOPF2PM3l4LFy4s3Ow6fPjwASkbJXBNNpGcaxI0Z/knuSl26dKlWV6itWVcQOCa8QOyPAIECBAgQIBAzgUErjn/AGyfAAECBAgQIECAAAECBAgQIECAAAECBAgQIECAAAECBAgQIECAAAECBEoWELiWTNXngwLXdH65Hl1K4JoA7dmzJy655JI4cOBA0Wv27NnR3t4eLS0tgxq+8sorhRs333zzzcKzI0eOjB/84Afx+c9/vjg2i4HroBtL+cC4ceMK0e/pp58+6JsEroMSlfWAwLUsLg/3ISBw9VkQIECAAAECBAhkWUDgmuXTsTYCBAgQIECAAAECBAgQIECAAAECBAgQIECAAAECBAgQIECAAAECBAgQyJKAwDXdaQhc0/nlenSpgeuvf/3rmDt3bjzyyCNFr9GjRxduJ21tbR3UMLkB9s///M+LzyWxa3ID7Ec/+tHin+UtcE3i1sTgjDPOGNQveUDgWhJTyQ8JXEum8mA/AgJXnwYBAgQIECBAgECWBQSuWT4dayNAgAABAgQIECBAgAABAgQIECBAgAABAgQIECBAgAABAgQIECBAgACBLAkIXNOdhsA1nV+uR5cauCZIvSPV5M+SQHPOnDkDGvYVx951112xaNGiHuPyFLjOmjUr/uqv/io+/elPl/z9CVxLpirpQYFrSUweGkBA4OrzIECAAAECBAgQyLKAwDXLp2NtBAgQIECAAAECBAgQIECAAAECBAgQIECAAAECBAgQIECAAAECBAgQIJAlAYFrutMQuKbzy/XocgLXPXv2xCWXXBIHDhwoms2ePTva29ujpaWlX8fe404//fTCTbBnnnlmjzHNHriOGDEipkyZEl//+tfjrLPOimOPPbasby/rgWu5wWhf+9m0aVPMmDGjLJcVK1bErbfeWhxT7jrKmszDBLoJCFx9DgQIECBAgAABAlkWELhm+XSsjQABAgQIECBAgAABAgQIECBAgAABAgQIECBAgAABAgQIECBAgAABAgSyJCBwTXcaAtd0frkeXU7g2tdNrKNHj46tW7dGa2trn46dnZ2Fm18XL15c/PuZM2fGvffeG0nw2f2nmQLXUaNGxSmnnBKnnXZanH322TF27NhI/mz48OEVf28C177pBK4Vf1IGphQQuKYENJwAAQIECBAgQGBIBQSuQ8rr5QQIECBAgAABAgQIECBAgAABAgQIECBAgAABAgQIECBAgAABAgQIECDQRAIC13SHKXBN55fr0eUErgnUmjVrYsGCBT3M1q1bF3PmzOnT8b333iv83bZt24p/39/zWQxc58+fXwh004Sp1frAsha4pg1L3eBarS/De+olIHCtl7x5CRAgQIAAAQIEShEQuJai5BkCBAgQIECAAAECBAgQIECAAAECBAgQIECAAAECBAgQIECAAAECBAgQIBAhcE33FQhc0/nlenS5gesrr7wSl112Wbz55ptFt9mzZ0d7e3u0tLQcZfniiy/G5MmT48CBA4W/G+jGV4HrwJ9i1gPXu+66KxYtWlTy75PAtWQqD2ZUQOCa0YOxLAIECBAgQIAAgYKAwNWHQIAAAQIECBAgQIAAAQIECBAgQIAAAQIECBAgQIAAAQIECBAgQIAAAQIEShMQuJbm1N9TAtd0frkeXW7g2tHREdddd11s3Lix6NZftNrZ2Rl//dd/HUuXLi0+O1AMK3Ad+FPMUuB65MiRwrnecccdxUVv2rQpZsyYUfLvk8C1ZCoPZlRA4JrRg7EsAgQIECBAgACBgoDA1YdAgAABAgQIECBAgAABAgQIECBAgAABAgQIECBAgAABAgQIECBAgAABAgRKExC4lubU31MC13R+uR5dbuCaYK1ZsyYWLFjQw23dunUxZ86cHn/27rvvxsyZM2Pnzp3FPx8oghS4DvwpZilw7WstDz/8cEydOrXk36df//rXMXfu3HjkkUdK+j76e/GKFSvi1ltvLf717bff3iOqLnlBHiRQpoDAtUwwjxMgQIAAAQIECNRUQOBaU26TESBAgAABAgQIECBAgAABAgQIECBAgAABAgQIECBAgAABAgQIECBAgEADCwhc0x2ewDWdX65HVxK4vvLKK3HZZZfFm2++WbTr62bW5557Li6++OJIbn1NfsaMGRNbtmyJUaNG9WkucB34U8xS4Pree+8V4uUf/vCHxUU/++yzcc4555T8+9TXee/atSsuuuiikt+RPChwLYvLw1UUELhWEdOrCBAgQIAAAQIEqi4gcK06qRcSIECAAAECBAgQIECAAAECBAgQIECAAAECBAgQIECAAAECBAgQIECAQJMKCFzTHazANZ1frkdXErgeOnQoFi5cGA8++GDRbvTo0bF169ZobW0t/NmRI0di+fLlhfiw6+eGG26IVatWxbBhw/o0F7gO/ClmKXB9++23Y8aMGbF79+7CokeOHBmPPfZYjB07tuTfp3feeSemT58eTz75ZHFMuZFsMlDgWjK5B6ssIHCtMqjXESBAgAABAgQIVFVA4FpVTi8jQIAAAQIECBAgQIAAAQIECBAgQIAAAQIECBAgQIAAAQIECBAgQIAAgSYWELimO1yBazq/XI+uJHBNwNavXx9z587tYbdp06ZC9Jj8HDhwIGbNmtUjXnz00Ufjq1/9ar/eAteBP8UsBa6vv/56XHHFFfHTn/60KX5/vvzlL0fyu/Dxj3+8KfZjE7URELjWxtksBAgQIECAAAEClQkIXCtzM4oAAQIECBAgQIAAAQIECBAgQIAAAQIECBAgQIAAAQIECBAgQIAAAQIE8icgcE135gLXdH65Hl1p4Praa6/F5ZdfHvv27Sv6zZ8/P9ra2mL48OHx1FNPxZQpU6Kjo6Pw9+PGjYvNmzfHZz/72X69Ba4Df4pZClyfeeaZOPfcc5vmd0fg2jRHWdONCFxrym0yAgQIECBAgACBMgUErmWCeZwAAQIECBAgQIAAAQIECBAgQIAAAQIECBAgQIAAAQIECBAgQIAAAQIEcisgcE139ALXdH65Hl1p4Hro0KFYuHBhPPjgg0W/MWPGxJYtW+K0006L5cuXx4oVK4p/d8MNN8SqVati2LBh/XoLXAf+FLMUuK5ZsyYWLFjQNL87AtemOcqabkTgWlNukxEgQIAAAQIECJQpIHAtE8zjBAgQIECAAAECBAgQIECAAAECBAgQIECAAAECBAgQIECAAAECBAgQIJBbAYFruqMXuKbzy/XoSgPXBG39+vUxd+7cHn6bNm2KL37xizFr1qx48skni3+3ffv2mDhx4oDWAteBP8WsBK7//d//HTfddFPhtt5m+RG4NstJ1nYfAtfaepuNAAECBAgQIECgPAGBa3leniZAgAABAgQIECBAgAABAgQIECBAgAABAgQIECBAgAABAgQIECBAgACB/AoIXNOdvcA1nV+uR6cJXF977bW4/PLLY9++fUXD5KbWL33pSzFt2rTo6Ogo/Pn48ePjoYceilNOOWVAa4HrwJ9iVgLXd955J6ZPn94jYL7rrrti0aJFJf8u9RXJJrH03XffHSeeeGLJ70keTG4KvvXWW4tjbr/99li6dGlZ7/AwgUoEBK6VqBlDgAABAgQIECBQKwGBa62kzUOAAAECBAgQIECAAAECBAgQIECAAAECBAgQIECAAAECBAgQIECAAAECjS4gcE13ggLXdH65Hp0mcO0ruBw3blwhZP3+979fdL355psLEeJxxx03oLXAdeBPMSuB6549e+KSSy6JAwcOFBe8a9euuOiii0r+XXr77bdjxowZsXv37uKYZcuWRfKfPqLBAd8rcC2Z3YNVFhC4VhnU6wgQIECAAAECBKoqIHCtKqeXESBAgAABAgQIECBAgAABAgQIECBAgAABAgQIECBAgAABAgQIECBAgEATCwhc0x2uwDWdX65HpwlcE7i+xvcGLTV+FLgO/ClmJXBds2ZNLFiwoLjYsWPHxsMPPxynnXZayb9LTz31VEyZMqV4y28ycPv27TFx4sSS39H1oMC1bDIDqiQgcK0SpNcQIECAAAECBAgMiYDAdUhYvZQAAQIECBAgQIAAAQIECBAgQIAAAQIECBAgQIAAAQIECBAgQIAAAQIEmlBA4JruUAWu6fxyPTpt4PrGG2/E1KlTY+/evX06XnjhhbFhw4YYOXLkoM4C14GJshC4dnR0xHXXXRcbN24sLnbmzJlx7733xogRIwY94+SBw4cPx5IlS+Kee+4pPj9mzJjYsmVLjBo1qqR3dH9I4Fo2mQFVEhC4VgnSawgQIECAAAECBIZEQOA6JKxeSoAAAQIECBAgQIAAAQIECBAgQIAAAQIECBAgQIAAAQIECBAgQIAAAQJNKCBwTXeoAtd0frkenTZw7S+67EJdunRpLFu2LI477rhBnQWuAxNlIXB98cUXY/LkyXHgwIHiYlevXh3z588f9Hy7HujrHTfccEOsWrUqhg0bVvJ7uh4UuJZNZkCVBASuVYL0GgIECBAgQIAAgSERELgOCauXEiBAgAABAgQIECBAgAABAgQIECBAgAABAgQIECBAgAABAgQIECBAgEATCghc0x2qwDWdX65Hpw1cE7y+3pH8eXKj57Zt2+KCCy4oyVjgOjBTvQPXI0eOxPLlyyMJSrt+Ro8eHVu3bo3W1taSzvjQoUOxaNGiWLt2bfH5cr+T3hMJXEui99AQCAhchwDVKwkQIECAAAECBKomIHCtGqUXESBAgAABAgQIECBAgAABAgQIECBAgAABAgQIECBAgAABAgQIECBAgECTCwhc0x2wwDWdX65HVyNwfeutt2LatGnxwgsv9LCcMGFCbNy4MT7xiU+UZCxwHZip3oFrX+c8e/bsaG9vj5aWlkHPuLOzMzZv3hwLFiyIjo6O4vNTpkyJ9evXx8c+9rFB39HXAwLXitgMqoKAwLUKiF5BgAABAgQIECAwZAIC1yGj9WICBAgQIECAAAECBAgQIECAAAECBAgQIECAAAECBAgQIECAAAECBAgQaDKBRgxcz4qIlzNyDgLXjBxEIy6jGoHr4cOHY8mSJXHPPff0IEjCw1tuuSX6iMD6pBK4DvwF1TNwTeLUtra2WLx4cY9FPvroo/HVr361pE9/3759cdVVV/UIoZPbW5MIetKkSSW9o6+HBK4V0xmYUkDgmhLQcAIECBAgQIAAgSEVELgOKa+XEyBAgAABAgQIECBAgAABAgQIECBAgAABAgQIECBAgAABAgQIECBAgEATCTRi4HpbRJwbEcsjYnedz0LgWucDMD2BZhdI4tTklt69e/cWtzpx4sRYu3ZtfPKTnxx0+7/4xS9i/vz5sX379h7PXnvttbFq1aqSboDtbxKB66D8HhgiAYHrEMF6LQECBAgQIECAQFUEBK5VYfQSAgQIECBAgAABAgQIECBAgAABAgQIECBAgAABAgQIECBAgAABAgQIEMiBQCMGrr8ZET+LiI/+b+Baz9BV4JqDXxJbJFAvgUOHDhVu6L3vvvt6LGHTpk0xY8aMQZf1zjvvFG5+TW5q7f4zbty4eOCBB2L06NGDvmOgBwSuqfgMTiEgcE2BZygBAgQIECBAgMCQCwhch5zYBAQIECBAgAABAgQIECBAgAABAgQIECBAgAABAgQIECBAgAABAgQIECDQJAKNGLgm9Mktrsu6nUFyk2s9QleBa5P8ItgGgawJdHZ2xubNm2PBggXR0dFRXF6pt7f2F7eOGDEiVq9eXbgVto9IsCwGgWtZXB6uooDAtYqYXkWAAAECBAgQIFB1AYFr1Um9kAABAgQIECBAgAABAgQIECBAgAABAgQIECBAgAABAgQIECBAgAABAgSaVKBRA9fut7h2P5pah64C1yb9xbAtAvUWePrpp+PKK6+M/fv3F5eSxKnJbayTJk0acHnJmEWLFsW2bduOem7lypWFW12PP/741FsUuKYm9IIKBQSuFcIZRoAAAQIECBAgUBMBgWtNmE1CgAABAgQIECBAgAABAgQIECBAgAABAgQIECBAgAABAgQIECBAgAABAk0g0KiBa0Lf+xbX7sdRq9BV4NoEvwS2QCCLAvv27YurrroqXnjhheLy5s2bF21tbdHS0tLvkl9++eX40z/903jppZeOeua2226LJUuWxPDhw6uyZYFrVRi9pAIBgWsFaIYQIECAAAECBAjUTEDgWjNqExEgQIAAAQIECBAgQIAAAQIECBAgQIAAAQIECBAgQIAAAQIECBAgQIBAgws0cuDa3y2u3Y9kqENXgWuD/wJYPoEsC3S/xXX06NHx8MMPx5lnnjngkv/nf/4nvvvd7xZucO3o6Cg++5d/+ZeR/GegOLZcC4FruWKer5aAwLVakt5DgAABAgQIECAwFAIC16FQ9U4CBAgQIECAAAECBAgQIECAAAECBAgQIECAAAECBAgQIECAAAECBAgQaEaBRg5ck/MY6BbX7uc1VKGrwLUZfyvsiUBGBDo7O2PdunVx9dVXx/333x9z586NPsK+o1b74YcfxkMPPRTXXntt4e+SW1sXL15ctZtbuyYUuGbkQ8nhMgSuOTx0WyZAgAABAgQINJCAwLWBDstSCRAgQIAAAQIECBAgQIAAAQIECBAgQIAAAQIECBAgQIAAAQIECBAgQKCuAo0euJZyi2t34GqHrgLXun6+JifQ/AKHDh2KzZs3x7Rp08q6fTW5ybWtrS0++clPxowZM+L444+vOta3v/3tePzxx4vv/cpXvhLXX3991efxQgK9BQSuvgkCBAgQIECAAIEsCwhcs3w61kaAAAECBAgQIECAAAECBAgQIECAAAECBAgQIECAAAECBAgQIECAAAECWRJo9MA1sSz1Ftfu7tUKXQWuWfqarYUAAQIEciEgcM3FMdskAQIECBAgQKBhBQSuDXt0Fk6AAAECBAgQIECAAAECBAgQIECAAAECBAgQIECAAAECBAgQIECAAAECNRZohsC13FtcuxOnDV0FrjX+YE1HgAABAgQErr4BAgQIECBAgACBLAsIXLN8OtZGgAABAgQIECBAgAABAgQIECBAgAABAgQIECBAgAABAgQIECBAgAABAlkSaIbANfGs5BbX7udQaegqcM3S12wtBAgQIJALAYFrLo7ZJgkQIECAAAECDSsgcG3Yo7NwAgQIECBAgAABAgQIECBAgAABAgQIECBAgAABAgQIECBAgAABAgQIEKixQLMErmluce1OXm7oKnCt8QdrOgIECBAgIHD1DRAgQIAAAQIECGRZQOCa5dOxNgIECBAgQIAAAQIECBAgQIAAAQIECBAgQIAAAQIECBAgQIAAAQIECBDIkkCzBK6JadpbXLufS6mhq8A1S1+ztRAgQIBALgQErrk4ZpskQIAAAQIECDSsgMC1YY/OwgkQIECAAAECBAgQIECAAAECBAgQIECAAAECBAgQIECAAAECBAgQIECgxgLNFLhW6xbX7kcwWOgqcK3xB2s6AgQIECAgcPUNECBAgAABAgQIZFlA4Jrl07E2AgQIECBAgAABAgQIECBAgAABAgQIECBAgAABAgQIECBAgAABAgQIEMiSQDMFrolrNW9x7X5O/YWuAtcsfc3WQoAAAQK5EBC45uKYbZIAAQIECBAg0LACAteGPToLJ0CAAAECBAgQIECAAAECBAgQIECAAAECBAgQIECAAAECBAgQIECAAIEaCzRb4DoUt7h2P5LeoavAtcYfrOkIECBAgIDA1TdAgAABAgQIECCQZQGBa5ZPx9oIECBAgAABAgQIECBAgAABAgQIECBAgAABAgQIECBAgAABAgQIECBAIEsCvQPXLK0ty2vpCl0Tv+JPZ2eP3jXL67c2AgQIECDQsAIC14Y9OgsnQIAAAQIECORCQOCai2O2SQIECBAgQIAAAQIECBAgQIAAAQIECBAgQIAAAQIECBAgQIAAAQIECBCogoDAtQqIXa8QuFYR06sIECBAgEA/AgJXnwYBAgQIECBAgECWBQSuWT4dayNAgAABAgQIECBAgAABAgQIECBAgAABAgQIECBAgAABAgQIECBAgACBLAkIXKt4GgLXKmJ6FQECBAgQ6EdA4OrTIECAAAECBAgQyLKAwDXLp2NtBAgQIECAAAECBAgQIECAAAECBAgQIECAAAECBAgQIECAAAECBAgQIJAlAYFrZafxdETcFhGJX/FH4FoZplEECBAgQKAcAYFrOVqeJUCAAAECBAgQqLWAwLXW4uYjQIAAAQIECBAgQIAAAQIECBAgQIAAnC2l1wAAGwJJREFUAQIECBAgQIAAAQIECBAgQIAAAQLZEPjNiHgrIpL/ORQ/XWHr7v99eWf3SQSuQ0HunQQIECBAoKeAwNUXQYAAAQIECBAgkGUBgWuWT8faCBAgQIAAAQIECBAgQIAAAQIECBAgQIAAAQIECBAgQIAAAQIECBAgQIDA0Akkt6ouG4LX9w5bu6YQuA4BtlcSIECAAIGBBASuvg8CBAgQIECAAIEsCwhcs3w61kaAAAECBAgQIECAAAECBAgQIECAAAECBAgQIECAAAECBAgQIECAAAECBIZGYChub+0vbO3agcB1aM7SWwkQIECAQL8CAlcfBwECBAgQIECAQJYFBK5ZPh1rI0CAAAECBAgQIECAAAECBAgQIECAAAECBAgQIECAAAECBAgQIECAAAECQyNQzdtbBwtbu3YgcB2as/RWAgQIECDQr4DA1cdBgAABAgQIECCQZQGBa5ZPx9oIECBAgAABAgQIECBAgAABAgQIECBAgAABAgQIECBAgAABAgQIECBAgED1Bap1e2upYWvXDgSu1T9LbyRAgAABAgMKCFx9IAQIECBAgAABAlkWELhm+XSsjQABAgQIECBAgAABAgQIECBAgAABAgQIECBAgAABAgQIECBAgAABAgQIVF8g7e2t5YatXTsQuFb/LL2RAAECBAgMKCBw9YEQIECAAAECBAhkWUDgmuXTsTYCBAgQIECAAAECBAgQIECAAAECBAgQIECAAAECBAgQIECAAAECBAgQIFBdgTS3t1YatnbtQOBa3bP0NgIECBAgMKiAwHVQIg8QIECAAAECBAjUUUDgWkd8UxMgQIAAAQIECBAgQIAAAQIECBAgQIAAAQIECBAgQIAAAQIECBAgQIAAgRoLVHJ7a9qwtWuLAtcaH7bpCBAgQICAwNU3QIAAAQIECBAgkGUBgWuWT8faCBAgQIAAAQIECBAgQIAAAQIECBAgQIAAAQIECBAgQIAAAQIECBAgQIBA9QTKvb21WmFr1w4ErtU7S28iQIAAAQIlCQhcS2LyEAECBAgQIECAQJ0EBK51gjctAQIECBAgQIAAAQIECBAgQIAAAQIECBAgQIAAAQIECBAgQIAAAQIECBCosUCpt7dWO2zt2qbAtcYHbjoCBAgQICBw9Q0QIECAAAECBAhkWUDgmuXTsTYCBAgQIECAAAECBAgQIECAAAECBAgQIECAAAECBAgQIECAAAECBAgQIFAdgVJubx2qsLVrBwLX6pyltxAgQIAAgZIFBK4lU3mQAAECBAgQIECgDgIC1zqgm5IAAQIECBAgQIAAAQIECBAgQIAAAQIECBAgQIAAAQIECBAgQIAAAQIECNRYYKDbW4c6bO3aqsC1xoduOgIECBAgIHD1DRAgQIAAAQIECGRZQOCa5dOxNgIECBAgQIAAAQIECBAgQIAAAQIECBAgQIAAAQIECBAgQIAAAQIECBAgkF6gv9tbaxW2du1A4Jr+LL2BAAECBAiUJSBwLYvLwwQIECBAgAABAjUWELjWGNx0BAgQIECAAAECBAgQIECAAAECBAgQIECAAAECBAgQIECAAAECBAgQIECgxgK9b2+tddjatV2Ba40P3nQECBAgQEDg6hsgQIAAAQIECBDIsoDANcunY20ECBAgQIAAAQIECBAgQIAAAQIECBAgQIAAAQIECBAgQIAAAQIECBAgQCCdQPfbW+sVtnbt4MOIKP67xQ8//DD6iG7S7dZoAgQIECBAoCjQ2dkZxx57bHeR5P/ZRI8/wEWAAAECBAgQIECgngIC13rqm5sAAQIECBAgQIAAAQIECBAgQIAAAQIECBAgQIAAAQIECBAgQIAAAQIECAytQHJ763kRkfzP3UM71aBvfz8iWrqeOnjwYIwYMWLQQR4gQIAAAQIEKhPo6OiIj3zkI90HH4qIkyp7m1EECBAgQIAAAQIEqi8gcK2+qTcSIECAAAECBAgQIECAAAECBAgQIECAAAECBAgQIECAAAECBAgQIECAAIGsCJwVES9nZDE/i4hTutbyr//6r3H66adnZGmWQYAAAQIEmk/gzTffjN/5nd/pvrH9EXFq8+3UjggQIECAAAECBBpVQODaqCdn3QQIECBAgAABAgQIECBAgAABAgQIECBAgAABAgQIECBAgAABAgQIECBAoLEEnomIP+xa8hNPPBETJkxorB1YLQECBAgQaCCBnTt3xsUXX9x9xT+KiD9qoC1YKgECBAgQIECAQJMLCFyb/IBtjwABAgQIECBAgAABAgQIECBAgAABAgQIECBAgAABAgQIECBAgAABAgQIZERgbUTM7VrLypUr4xvf+EZGlmYZBAgQIECg+QS++c1vxk033dR9Y+siYl7z7dSOCBAgQIAAAQIEGlVA4NqoJ2fdBAgQIECAAAECBAgQIECAAAECBAgQIECAAAECBAgQIECAAAECBAgQIECgsQSuiYj7upY8ceLE2L59e2PtwGoJECBAgEADCUyaNCl27NjRfcXXRsR3GmgLlkqAAAECBAgQINDkAgLXJj9g2yNAgAABAgQIECBAgAABAgQIECBAgAABAgQIECBAgAABAgQIECBAgAABAhkRGBMRL3et5cQTT4z3338/jjnGP2XMyPlYBgECBAg0kUBnZ2ecdNJJ8cEHH3Tf1VkRsbeJtmkrBAgQIECAAAECDS7gvxVq8AO0fAIECBAgQIAAAQIECBAgQIAAAQIECBAgQIAAAQIECBAgQIAAAQIECBAg0EACP4uIU7rWu3Xr1rjssssaaPmWSoAAAQIEGkPgkUceicsvv7z7YvdHxKmNsXqrJECAAAECBAgQyIuAwDUvJ22fBAgQIECAAAECBAgQIECAAAECBAgQIECAAAECBAgQIECAAAECBAgQIECg/gJ3R8QNXcuYOHFibN++vf6rsgICBAgQINBkApMmTYodO3Z039U9EfH1Jtum7RAgQIAAAQIECDS4gMC1wQ/Q8gkQIECAAAECBAgQIECAAAECBAgQIECAAAECBAgQIECAAAECBAgQIECAQAMJ/EFEPN99vT/5yU/ic5/7XANtwVIJECBAgEC2BV566aU4++yzey9yfET8c7ZXbnUECBAgQIAAAQJ5ExC45u3E7ZcAAQIECBAgQIAAAQIECBAgQIAAAQIECBAgQIAAAQIECBAgQIAAAQIECNRX4JmI+MOuJUyfPj2+973v1XdFZidAgAABAk0kMGPGjHjooYe67+hHEfFHTbRFWyFAgAABAgQIEGgSAYFrkxykbRAgQIAAAQIECBAgQIAAAQIECBAgQIAAAQIECBAgQIAAAQIECBAgQIAAgQYRuCIitnRf6xNPPBETJkxokOVbJgECBAgQyK7Azp074+KLL+69wKkR8f3srtrKCBAgQIAAAQIE8iogcM3ryds3AQIECBAgQIAAAQIECBAgQIAAAQIECBAgQIAAAQIECBAgQIAAAQIECBCon0CPW1zPOOOMeOWVV+KYY/yzxvodiZkJECBAoNEFOjs748wzz4xXX321+1bc3troB2v9BAgQIECAAIEmFvDfBDXx4doaAQIECBAgQIAAAQIECBAgQIAAAQIECBAgQIAAAQIECBAgQIAAAQIECBDIqMAXI+Kp7mubN29e3H///RldrmURIECAAIHsC1x99dWxdu3a3gu9ICL+Mfurt0ICBAgQIECAAIE8Cghc83jq9kyAAAECBAgQIECAAAECBAgQIECAAAECBAgQIECAAAECBAgQIECAAAECBOovcHdE3NB9GStXroxvfOMb9V+ZFRAgQIAAgQYT+OY3vxk33XRT71XfExFfb7CtWC4BAgQIECBAgECOBASuOTpsWyVAgAABAgQIECBAgAABAgQIECBAgAABAgQIECBAgAABAgQIECBAgAABAhkT+HFEjO2+pvb29rjuuusytkzLIUCAAAEC2RW49957Y+HChb0XuCcifi+7q7YyAgQIECBAgAABAhECV18BAQIECBAgQIAAAQIECBAgQIAAAQIECBAgQIAAAQIECBAgQIAAAQIECBAgUC+BMRHxXES0dF+Am1zrdRzmJUCAAIFGE+jn5tZDEXFOROxttP1YLwECBAgQIECAQL4EBK75Om+7JUCAAAECBAgQIECAAAECBAgQIECAAAECBAgQIECAAAECBAgQIECAAAECWRP4SkQ81ntR8+bNizVr1sQxx/injlk7MOshQIAAgfoLdHZ2xvz582Pt2rV9LeaSiHi8/qu0AgIECBAgQIAAAQIDC/hvfXwhBAgQIECAAAECBAgQIECAAAECBAgQIECAAAECBAgQIECAAAECBAgQIECAQL0FroiILb0XccYZZ8Tf/u3fxoQJE+q9PvMTIECAAIHMCOzcuTNuvPHGePXVV/ta09SI+H5mFmshBAgQIECAAAECBAYQELj6PAgQIECAAAECBAgQIECAAAECBAgQIECAAAECBAgQIECAAAECBAgQIECAAIEsCCQ3uT4cES29FzN9+vT4i7/4i/jc5z6XhXVaAwECBAgQqIvASy+9FN/61rfioYce6mv+QxHxNTe31uVoTEqAAAECBAgQIFChgMC1QjjDCBAgQIAAAQIECBAgQIAAAQIECBAgQIAAAQIECBAgQIAAAQIECBAgQIAAgaoLjImI9RExtq83T5w4MWbOnBmXXnppHHOMfwJZdX0vJECAAIHMCXR2dsajjz4aGzdujB07dvS3vj0RMSci9mZuAxZEgAABAgQIECBAYAAB/+2Oz4MAAQIECBAgQIAAAQIECBAgQIAAAQIECBAgQIAAAQIECBAgQIAAAQIECBDImsDdEXFDf4s68cQT48ILL4zx48fHmDFj4rd/+7fjU5/6VJx00knC16ydpPUQIECAQEkCScj6/vvvx89//vP493//99i7d288//zz8eSTT8YHH3ww0DvuiYivlzSJhwgQIECAAAECBAhkTEDgmrEDsRwCBAgQIECAAAECBAgQIECAAAECBAgQIECAAAECBAgQIECAAAECBAgQIECgIPDFiLgtIv6QBwECBAgQIHCUwI/+9/9O/iMbAgQIECBAgAABAo0qIHBt1JOzbgIECBAgQIAAAQIECBAgQIAAAQIECBAgQIAAAQIECBAgQIAAAQIECBAgkA+BKyJiodA1H4dtlwQIECAwqEAStrZHxPcHfdIDBAgQIECAAAECBDIuIHDN+AFZHgECBAgQIECAAAECBAgQIECAAAECBAgQIECAAAECBAgQIECAAAECBAgQIFAQ+IOI+FpETIqIU5gQIECAAIEcCeyPiO0R8XBE/HOO9m2rBAgQIECAAAECTS4gcG3yA7Y9AgQIECBAgAABAgQIECBAgAABAgQIECBAgAABAgQIECBAgAABAgQIECDQhAJjImJ8RJwdEaMi4jMR8YmIODEi/NvIJjxwWyJAgEAOBDoj4oOIeDci/k9EvBERP4mI5yNibw72b4sECBAgQIAAAQI5FPBf4uTw0G2ZAAECBAgQIECAAAECBAgQIECAAAECBAgQIECAAAECBAgQIECAAAECBAgQIECAAAECBAgQIECAAAECBAgQIFBPAYFrPfXNTYAAAQIECBAgQIAAAQIECBAgQIAAAQIECBAgQIAAAQIECBAgQIAAAQIECBAgQIAAAQIECBAgQIAAAQIECBDIoYDANYeHbssECBAgQIAAAQIECBAgQIAAAQIECBAgQIAAAQIECBAgQIAAAQIECBAgQIAAAQIECBAgQIAAAQIECBAgQIAAgXoKCFzrqW9uAgQIECBAgAABAgQIECBAgAABAgQIECBAgAABAgQIECBAgAABAgQIECBAgAABAgQIECBAgAABAgQIECBAgEAOBQSuOTx0WyZAgAABAgQIECBAgAABAgQIECBAgAABAgQIECBAgAABAgQIECBAgAABAgQIECBAgAABAgQIECBAgAABAgQI1FNA4FpPfXMTIECAAAECBAgQIECAAAECBAgQIECAAAECBAgQIECAAAECBAgQIECAAAECBAgQIECAAAECBAgQIECAAAECBHIoIHDN4aHbMgECBAgQIECAAAECBAgQIECAAAECBAgQIECAAAECBAgQIECAAAECBAgQIECAAAECBAgQIECAAAECBAgQIECgngIC13rqm5sAAQIECBAgQIAAAQIECBAgQIAAAQIECBAgQIAAAQIECBAgQIAAAQIECBAgQIAAAQIECBAgQIAAAQIECBAgkEMBgWs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4H/Cz39F6ZA6fml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57" name="AutoShape 9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MNGLSI4hUhJJ6UhSvOno2OQwk5mv0mgm6URyKOZNJyJSCBUTISKGb9IIg1IX6jWuGWPMd/0W+28/+1lrr+M+Pc+9rut/jelZe617/dbae9/7vu/ffavuedeqseHzTQTXfBBc8R785S9/yfCsCJrqHAT9SH9SPbHpd0IgFgFr/ZVwJQQIAUKAECAECAE7BEh/tcOtiq4i/ayKNpuWSggQAoQAIZAPBEg/y8c+kBSJIUD6ZWLQ0sCEACFACBAChIAYgaLpl0RwpZNMCBAChAAhQAgQAmUIFE2hoS2seATIwFXxW0wLJAQIAUKAEMgbAqQP5m1HjOVx0p9E1TfPP/98ds8997AGDRqUCPP222+zHj16sHfeeafm303IiaKVbd++nV100UVs+fLlJT/j36ZPn85AoE26ffLJJ6xv375s5cqVxjKA7Dt48OCS61q3bs1AHGzevLlX0Xfs2MEGDRrEK+yGmy3B1aecOC+QLdx+//vfc0J0+Bmj208GnCnBVUQihJy3334722OPPaz3RzSurBrqu+++yy688EK2YcOGmvl0CXTWAkYulJ2dP/zhD/zsu7bVq1ezdu3alQyDZ8PcuXPZ3nvv7Tq88HpXsqmIbK3aF9c5wwshgqs7wRXvB1R/btu2rfUZEyUOUJ2DYDLSn6xhpwsJASDgpL8ShIQAIUAIEAKEACFgjgDpr+aYVdkVpJ9V2YbTcgkBQoAQIASyR4D0s+z3gCRIFAHSLxOFlwYnBKoTgaeffprttttu7IgjjmANGzYsiUPwjci///1vtnPnTvbtt9+WDF2rVi0ew7Lrrrv6npLGIwScESiafkkEV+ctpwEIAUKAECAECIHKQ6BoCk3l7QCtKIIAGbjoSBAChAAhQAgQAikjQPpgyoD7n85JfzKpvikic4pIjCZLhGPgtttuY9dcc03JZbIKoCZj6/Z9+OGH2QUXXFDWXaeK7Pz581mvXr1Krj344IM5CbVVq1a6Imj1kxFxf/Ob3/AKhHHtzTffZN27d2cbN26s6aZL4tIRTkR+7tixI3vggQdYo0aN+BB/+9vf2LBhw9js2bNrhjTdZ1OCK5xcHTp0KFnCWWedxUAu3GuvvXSWJuyDM3v11VeX/CYjuIqIlD6IeSbCy6r/jh8/nl1//fUmQwn7ogJv//79S37r3Lkz3/8oUd55sh8GcCWbEsG1L3vyySe1znDQSVSx2oUkbTLetm3bWJ8+fdiKFStKZAbB9cwzz7Q+ViLyt+6zkfQna9jpQkIACDjprwQhIUAIEAKEACFACJgjQPqrOWZVdgXpZ1W24bRcQoAQIAQIgewRIP0s+z0gCRJFgPTLROGlwQmB6kPgf//3f9nQoUO5/xntpz/9KZswYUJZrIYvZFatWsX93x988EHJkPBvjh49ulAEV5FPVhbb4As/GicbBIqmXxLBNZtzQrMSAoQAIUAIEAK5RqBoCk2uwSThfCBABi4fKNIYhAAhQAgQAoSAAQKkDxqAlc+uzvqTqKomjNw33nhjTdZLERH2sMMOYwsXLmQtW7Z0QkZURRYDgvQ6btw4VqdOHafx4y7GulABFesIN921/fGPf2QnnXRS2RSupCuRzOvWrWNdunRhn376acnPc+bMYRdffHEsRiIyn08i7j/+8Q82atQoNmXKlBo5QOJcvHgxa9++Pf83kfyXXHIJmzZtGttzzz219tiU4Coi9iKj64IFC9ihhx6qNWe00zfffMOdViC5hpvMCSST2YUYaCO4yHGlU/1XNde//vUvTrC+5ZZbSrr6GDtubiK4fo+OL6IuxlI5Mk0Iqapzg99Nxvv666/ZyJEj2d13310ytE4igjhZ4JQGcXbNmjU13YjgqrN71IcQcEbAWX91loAGIAQIAUKAECAEqgwBsv9V2YabL5f0M3PM6ApCgBAgBAgBQsAJAdLPnOCji/OPAOmX+d8jkpAQKBQCUZ8eEmk/9thjrHXr1t7XsWXLFjZo0CC2dOnSsrFvvfVWngh7l1128T5vUgMSwTUpZPM3btH0SyK45u8MkUSEACFACBAChEDmCBRNockcMBIgaQTIwJU0wjQ+IUAIEAKEACEQQYD0wcIfCWf96f3332e9e/dma9eurQHjjDPOYKjKCMcAmoiEakpOlCEtqy6JuefNm8dOOeWUxDYJ419++eUMGT/DbcSIEQzOCRW59r333uNZQUHeDLcoQdjHAlB1tF+/fmVDIXuoCiNTYqiNvKJqqSA+jhkzhtWqVUtYqdeU5Gm6DlnVx4ceeoh169bNZpls+/bt7KKLLmLLly8vuV5GDpQRYnXPWJyQqD48duxY1rRpU3bkkUeyAw88kB1yyCEMBD0QjMNNVG34hBNOYHPnzuUZbm2bDA9f1WFlchHB9XtkqoXgirWCRH3DDTeUHAlXIjWSFHTq1KnkHUAEV9unAV1HCBgh4Ky/Gs1GnQkBQoAQIAQIAUKgJoFZCIoixJDRzqWHAOln6WFNMxEChAAhQAgQAhwB8s/SQahwBEi/rPANpuURAmkj8NJLL7EOHTrU+PQ6duzIq7k2atTIqyh/+9vfeGLvGTNmCMeFXx0JyNu1a+d13iQHI4Jrkujma+yi6ZdFME6SQpOvM07SEAKEACFACFQBAkVTaKpgS6p9iaQPVvsJoPUTAoQAIUAIpI4A6YOpQ+57Qmf9SVV989///jevpAqyYri5kASjIKxevZoTRaPVSc877zw2c+ZM1rhxY9+4sXfeeYcNGDCghNiLSeCUWLRoETvmmGOUc4IYO3ToUO48Cbfzzz+foTJugwYNlGPodJCRgHUJijI5QfDt2bOnjgjKPtg7VJJdsWJFTd/AsYQMpgMHDuQVXYN23HHHsQcffJCTMnWbKcFVVl3UhZz9zDPPMOxvlBQdV/1SRE7WrRIswwbOtWHDhrHZs2drnb23336b9ejRg5/7cDMlGUflkeGRRBXj8NxEcP0ejWoiuIrOmi4ZVXQf4fnw61//mleSDTfdMUl/0n1yUz9CQIiAs/5KuBIChAAhQAgQAoSAGQKkv5rhVYW9ST+rwk2nJRMChAAhQAhkiwDpZ9niT7MnjgDpl4lDTBMQAtWFAGJGBg8eXLPoq666ik2YMIHVrl3bGxDffvst+/3vf89Gjx4dO2bnzp3Z3XffzZo0aeJt7iQHIoJrkujma+yi6ZdEcM3X+SFpCAFCgBAgBAiBXCBQNIUmF6CREEkiQAauJNGlsQkBQoAQIAQIAQECpA8W/lh40Z9ExKGg+uYXX3xRVrEyWuHVFUWQbG+88UbuMIi2IUOG8Gqqe+65p+s0Nddv3bqVofLfo48+WjYmKgSC9LTrrrtqzXfbbbexq6++uqQvqmeC9AqCro/26quvsu7du7MPPvigZDjd6oUyouekSZMYnD8+GojQwOKaa66pGQ44LFu2jO22226sa9euJQTm66+/nhPLQH7VbaYEV4wrOtuoDgxi5+mnn647Ne8nIxrjtziCq4xcanrWwsKCQIozESXa4h7Cnkaf7TJCrIsDbufOnWz48OG82nO4+X4+iDaJCK7fo1JNBFcRiR4YyM686uYWYYdriOCqQo5+JwS8IOBFf/UiCQ1CCBAChAAhQAhUCQJk/6uSjbZfJuln9tjRlYQAIUAIEAKEgBUCpJ9ZwUYXFQcB0i+Ls1ckKSGQewS++eYbTjpFLELQXJM4RxeNWAck5waJNux/R9JuJPlGvEo4ViOJGJakNoIIrkkhm79xi6ZfEsE1f2eIJCIECAFCgBAgBDJHoGgKTeaAkQBJI0AGrqQRpvGrCgFkFtu0aRMnXLz22mu8Ytcbb7zBPv/88xocjjrqKF6p7vjjj2cnnngiO/zww1n9+vWrCqcsFvvdd9+xjz76iP3xj39k69evZ6+//jrbuHFjiTHskEMOYc2bN+cVBFGhr3Xr1qxhw4ZlhJWk5Q/LCnlF5wiy4hyBEICzdPTRR7P999+f1apVK2nxaHwPCJA+6AHEbIfwoj9t3769jMQaVN8ECahTp04lhnwYwUFIFZwfazRkFVUxIIiA+PNBcsV7EA6QWbNmlcmKdyGcIc2aNdNex8svv1xG3sTFcHbcd999DJU6XRqIiSAsiuQ1qaILEmL//v1LRPGd2VSEBUi0aGESMIivqObavn17I2hsCK4gaIMIvHDhwpK5TKsDy5xawaBxBFcZgRs43Hnnnax3795G95KMoK2qCgtC90UXXVRGiv3Nb37DRo0axerUqaO9H3EZbG0Jh9qTM8aI4Po9WtVEcMU9iGzIl19+eclRgQ46Z84c1q5dO+0jhOcqzvyMGTPKriGCqzaM1JEQcEHAi/7qIgBdSwgQAt8jELYdQp+FHRF2qnAQV9u2bfn3EWxT0N9btGihnQzIJ85FsqX5XDeNRQj4QoDsf76QrNhxSD+r2K2lhRUZAdJ/irx7+ZK9SHp/vpBLVhrSz5LFl0bPHAHSLzPfArUAOrFA4ZiyU089lR155JFeK2aqpaQetgjAFwY7H+K8XnzxRR6Phti0oMFPjf3cd999ud3v2GOPZUcccYSXeAxbmWXXRWNZDj74YLZo0SLWqlUrb1OtWrWKx1KESayBD/KUU05hU6ZMYVdeeWXJfKggi+TfuonTdYQFmRcxIB9++GFNd8Rx9uvXj/3kJz/RGaKsj2+C65YtW9i8efMYYiCCdsABB7ALLriAng9WO+TvoqLpl0RwNdj7uGz8BsPwrkGgLwKREZiMoGQESTRo0MB0KGF/myAWLxMXeBDRgxqBXKhMQi05BKAknXTSSclNEDOybkWTTITL2aT0TMnZhqQgTtEUmhQgoSmyRaCiDVyonIVqYNBFog3B5ueee27i6Isqa2HSuGD4//mf/+EfyeGmG/QrIyHYLBRGs7333ps1bdqUG1VAoPNtWBGt1UZWm2t86aPYYxhbUDXunnvuKav0ppINBiwEq0F/Ou2004yIDqqxXX73rUumcZ5E6/3ss8/YggUL2F133cU2bNhgDAn25tJLL+UVAX2QvOIEwP2L7HS2suL+BAHhwgsvZPvss4/2Wn1+j2tPKukYR1ZyHTtP15M+mKfdsJLFi/4kq765dOlS9sorr5RU5UT1y0ceeYS1adPGSuC4i2AIx7MjWpUS14CYh8yYTZo0sZ733XffZSNHjmSofhlteAfCEdKhQwej8WWVMTEIqmNOnz6dJwGwaXgmYs0333xz2eWmVTLXrVvHunTpUlJFFfJBZ/BlpxRhAVsoGuYP2vnnn8/1FNN5bQiumFNW7bRHjx480yscd3EN98fy5cvZFVdcIdWtVO+MN998k/Xq1Ysnigg3nI2JEydyh49OYog4gnZQdVlWFVdWcRXy4IyB8Fe3bl3lUYWzCvoBSO7Re9WGJK6cUNBBdhbgfISTUdVs7F+upNqwTKLvDpvvAV/rgGyqMyyyqbtkR7YZ7+OPP+bvgueee65ki5FQAM/a4HkTt/94To0fP57/iZruty7pT6q7jH4nBOJfreFf8Z7NsomeR1nIE1SXRzb4FStWlIiAAKO5c+da65Qm60FykIEDB/JkJOF2ySWXsGnTpnm3Rfi0HZqsE311nvmyit+wmUGPVumRpjKhf9J+bNxz+C5CAp2HH37Y2HYI/RVnBAFfCFxKuuXRlubLhoz4EZzDPfbYgwcUQpfxnTTOt03VZL91/PNJyYdzimDHRo0aMdiBgS98CqbfoCbrzXtf0l/zvkOZy+fFvpj5KlIQAPasQYMGlc2EBG9IJJdGw/sbdqRwi0smJ3vWquwAwfj03tPbVZ33nt5IjOVR/9GVXdbPp96flY9XtjbZNxT6I1kbdOcsWtH0/iwwynpO0s+y3gGaP2EESL9MGGCX4UGcQ2Jk2CNh+zJpsGXATwPd59BDD9VO4Pv2228z+GWjftLu3bvz92UahRjef/99nnR47dq1JUsW+Vd92iuguyDWMShukKR9AqRlrA8JlmHfFcVcxO03vivgx0e8BnxvPombJucs2hd+dpwVFI5A8x3jICK3RhNVi5Ln2iazjsNCFDN31llnMXyX7bXXXlYw+ia4imzmPr+HrBZJF3EEiqZfEsHV4OCmEVB7zjnncCY/Mou7vABsglgMoKjIrkk7BisSNA+L8qnwmYpDL059xOiZoo9VpfQsmkJTKbjTOqQIVLyBS1bha8SIEZy8YFI1yeYcyRwscfPnheAqWm9gWAFRBUEqOqSAONx8OWlt9sYmoD06z+bNmxkqZqGCkamRSiQzjGoI/D799NOdsbXBJHxNGrpkcJ5QYQ5Z3nxWJdy2bRubOXMmJ9GEK+ja4oJESr/61a94EIPv5wa+h2HsHDt2rBdZYeC+6aabuAFUh5Sbxve4Lu66AR664+W1H+mDed0Zbbm86U8ixxKqpv75z3/mxM+gJRXcjvGRSRzPSthuRO8yPP/wTMHzT4eIF8gMhwMIebJnG94BcF4hEM3GTof3VN++fYXB4TbPbASfIIPqmDFj2OOPP152GCAvAuqR8EC3ffLJJ1zGlStX1lySRHZTHX3KtsKnLcFVVkEVQKj0HZBCcXagq8XpV6p3hqz6ZLAZIM9ee+217MADDxTqIHBIvvbaa5xUKiJo65IsXn31Ve4ADGefDWSAvRpnDkH1Ir0aa4DzF0l74PiONpxLYAUib9Jtx44dPKA0/GzCnHg+4bsKiXHimo39iwiu/5frn+GWNsEVc8sqEYPEAPl69uwp1DlVz9VgXTpkJ/Ql/Snpu5zGr3AEvOmvPnDKE8G1T58+XBdG1vdoQ9b2bt26+Vhy7Bgy22VS8/sMdDcFR+eZLyO4Yi58K0Evsvl+iJM1KT823oUIBvvtb3/LE5q5NlN7j+l8ebal6XzzmK433B9J4/B9gO+3evXquQzFq3TkOQF12vLhmwe2X8TouPoSnDYmg4tJf80A9GJNmSv9LM/QyYLibZO5ma4VNi4kKEP1oHCLmz8vBFfZWqvpvafa7zzrPyrZVb8nrff7jhlQrSf8O+6xTp06CW3HaT0bwvIUTe83wbrS+pJ+Vmk7SuuJIED6ZQ6PhM+YMrx7hwwZwu2YKp8coJDpsUkm1o5ugShRjGz+pO0V0BFgW5T5ZG2OD6q1It5BFFtgMx5sKLB9gqDrM37ORpb58+eX+J+vv/56Hk8iS/psMsfq1at5PFuY7C0jroKgPWDAgBKStG+SKxFcTXaP+kYRKJp+SQRXgzOcZkCt6wvAJhjHAIqK7JqUY7AiwfK4qKQVvjhRieCqv5H0TNHHqlJ6Fk2hqRTcc7aOIxlj63MiU8UbuGQEU2S9QmARAtqTbM888wzPtBUOzo/L6gtZ8kxwDWOFChcwrDRr1swawqSDk+IEcyG4ggyEqqAwfonICtaA/HAhsAUhaP/993cdyvr6NHXJwBCLIAEE67k0OBGfffZZbtR94403XIYSXovvSXzfgODto6EqFshdCxcu9DFcyRioiIhqLyBTxbU0v8dVi1SRlVTXF+V30getdqoi9Sfd+y+p4PZgJ1QkV/RD4BMqzJ999tmsRYsWrHbt2mUbifVs2rSJZyeNq2ruSm7FxJAZpM3Ro0dLD1QgM6pxN2/enAcqB/cfyIsg7OE9/uKLLzJgDL1N1kDigoPKJJj+X//6F7/mlltuKRkWZLFzzz3X6kYQXSQL9Av6HnbYYfw907JlS+M5bQmumGjr1q08mzDWK2rQx5HttW3btmy33XZjIATjPfDEE09o6Vc67wxV5UjIhfOBdyachZAD16CKMirIRjMKB+sAsQ8JThCkrWrQTeAEHDp0qDSRBbDo2LEjJ/8iOcU///lPTrgGsVZ2Ln3cRyrZw79/8803/H4DCSjagkpYwA8NDvYoGdzG/kUE13wQXFXPW9wPeDeAyIGM2DrnN3yGdMhO6E/6k8kdS31zgkBF6q8+sM0TwRVktiyT40FfhG0NmITbGWecwZNbIODLd0s60D1OXp1nfhzBFfoPkm1Ad/PZkvBjQ6dEZbmJEyd6SYoXXi/Wf/vtt/OqHT5aEWxpadmQbZIlRfcgTZtqdG4d/3xW8uEbAfeaq+3Xx5lPawzSX9NC2mge0s+M4MpH56wD82WVr+KqROad4BrsbDW892SnuAj6j+sdmKbe7yNmQHe9sm+o4HpVHIbuPLr9iqT3666pkvuRflbJu5vZ2ki/zAz6fE8MHXbu3Lk80a6PhPzh1cK+Nn36dHbCCScoSZAiginGsk2MbII63pHDhg1js2fPLrlMltg7LXsF9gRkTRf7BOIM5s2bx4YPH+59f6HLoDDG4MGDjeISTPYm6AvfL2IkUGE42kBChc8+aIgTOfzww5XToGAEEjM3adKkrC90cFRuxdqilYwnTJjA4/xEsRiiaq/YP9wHSMLrSgYmgqtyW6lDDAJF0y+J4GpwnHUD+gyGjO2KF8C4ceN4BgDT6js2wTi+5C7qOEk4BouKRZpyp6Xwidak40BLE4s8z0XPlDzvTjKyFU2hSQaFqh/1ZsYYIqF/zRj7sZxTNrBUPMEVsIJggWpD0eZS/UZnu2yD1IpCcAUGCGZGoBaqutlkYE8rOEm0X7YEV5CVYUyCcUWngSwRZM+DkWvjxo1apA04llHVE8QJV2OMjpzRPlnokiBCoOpq48aNbUTmGQhRxQyV1nQq6gJjnOGggeQUNaKJBIGhbOrUqdwoZ3PugzFVxB8rECIXgTBz3333MZCbZC3t7/G4demQlXzgkvUYpA9a7UDF6k8yx1KAUlpJOUBgwnsZlVV0HG3h9xtkNXmGItAbZAITsqjo1MAxhuQIM2bMsDpUuhchEBcVKnWqYkfHXLJkSRnRz2eGU8wnI9IGsrhUAHYhuAbnAsTOpUuX6sJd1g/3wIknnsgJAuGm+87QIbmaCAfd4d5772Wo4Kqro8FhB+I37i8fyVHSdG6GsZF9V0XxE+nZNvYvIrjmg+CK/fXxvIXuPWLECK6vhxPR6JCdIAPpTyZPKuqbEwQqVn91xTdvBFdZsJXu88kFj08//ZQhGHzFihUlwyBJCqq8+8iIH5UvzUD36Nw6mMYRXDEedLAHHniA7bvvvi7Ql1zr248NfQ/JzKD/qVo0UQhsNKj+oLJr4b2Kd+opp5yimiL296LY0tK2IV900UX8G1AUjKcCPAubaiCTjn8+S/l69OjBbaq2tl8V9nn7nfTXvO0Il4f0s1xui1ooUTJhXIV3OPxBuvYZ9UzlPUS2EFUyuaIQXIPVVvJ7T7TnRdF/bM5r+Jq09X7XmAHd9aqSPWIc2J+gy5nGBOvKEPQrkt5vurZK7U/6WaXubKbrIv0yU/jzOTn87LDt6fiv4e9Dcv26devyxSCBKPwnKl+9LrlPZntE0l3Y1xo1apQYiKaJYtK0V7jYJ+DzRUEVkDRV9jsXcOMIny7jhq9NIlZMZv+N85UjBhM+dJnuJsMc9w8SM/fv398p7oQIrr5OVHWOUzT9kgiuBuc0iYekzvSouIQ/kwA1m2AcHVkquY9vx2AlY+VzbWkqfFG5dRxoPtda5LHomVLk3bOTvWgKjd0q6SoFAv/BGNvMGKv/A8E1S6JrVRBcZY4Ol2B/nVMOp0afPn3YmjVrSrqrMqEVieCKhbkE2KcdnBTeCBuCK4yIqFw1a9Ys6RFAtbiBAwdyMst+++0nNKIElcFQdQKGL5lxEs5AkDlQBThJB71oMVnpkgjsRKATquyZNHxTwll5883wIYgb8MTeAE9Z9UFkqEMgIQhJIMHLSCgu5x7SqUgCOEcwqp5++ulc1vr165dUS4ScqFAN4zZkjTtHKuJwVt/jol3SJSuZnI089iV90GpXKlZ/kjmWApSSDG6P7gScA+vWrWNXXnklw3vAd0MVbFSoAjnW13sNz1M4eFDBKAknko3tMIybSB9MwmkoC/SDLC4VgF0JrpjfxJEbPXMgtiL5Bd7NyAwbbibvDBC4UcUW508nmYXs7LtWcsc6cE8//vjj1rcXqrxOnjyZHX/88d7uI11hdJNziOyCNvYvIrjmh+CKMwKdEd+y0LlNn7e4l6dMmcL9MMimTARX3buO+hUcgYrVX133JW8EV6xHlnQmrjKXKw64XpQMBVVbH3nkEdamTRsfU5SNkXage1gAHwRXjAcdHXqda8KcQDaffux33nmHDRgwgK1du1a4fwhA7N27N+vevTv/LoK9J9qQIG/Lli1cZ8QZfOWVV4RjuZJci2RLy8KGjEq506ZNYwcffLDRvZiVTRVC6vjnZfK1bdvW2B4bAKMbgIv+qN4CfTII3jUCt2Cdyf6Xyw0j/SyX26IWCr4Q+HaiySOSrHoPqXbs2METKMOXF24q8lzRCK5YW6W+96Knq0j6j/rOiO+Rhd7v6jvVWXP02w1zQq/47LPPai5XkdB15lH1KZLer1pLNf1O+lk17XZqayX9MjWoizGRyo+G9xZ8jUgEje9w2Imizyb46+Fbffrpp3n10yeffFJqY1JVsMRYIACiMma4pVHxHPOCtBhucYm907an2Ca4FlUTDdYY7C/2GH5c7C9i34I9xn7s3LmTffLJJ2zlypU8zuv5558X7i/GQlEM2BF9xVWIdGMk6YMv3lcT2X/hp58zZw5PCBj1LyLGDwnNVXYi2EtRFRn7ZjuGbI1EcPW1+9U5TtH0SyK4GpxTWUCtjhE+PA0eYDAwIbjtrbfe4qWs8QKIy4xvmuXAJhjHAIqK7OrTMViRACW0KJnCl3S1uoSWU7HD0jOlYrdWurCiKTTVt0OprRgMrDGh2VDJNQuia1UQXJGJFR/DCKgNt6SdG6LgOJ05kyC4mpI5YVyAQeDLL7/khAIYzEAKkBExbQ0rsuAkE8JCWnetipAIssG4ceN4JQmTADsQm0DKQfY+UaA4SJkw9KCSa5rN1QEflRWETKxv06ZN3OiEbICy8wTSBgIEdI10OK8Itgf5WNQQ8HfTTTfxSsMqo1j4ehgWkZ177NixQlltzz3mePTRfiED/AAAIABJREFURxmyYkf3HPuN+UBuNcksDEc1nnEwEovOETLe4Tnou/qL6FvvrLPO4lUg99prrzSPbKHmIn3QersqUn+SVXwHSkkHt8t2Au88OMyQcMCFDBiMD9I+qpZ269bN6Nmme1JgD3z22Wd5oLss+Ft3rKAf3ut4diLRgEu1btH+JrGvskC/E044gb93wxXLTbDwQXDFfNgj2Gl/+9vfSh2xYbng8EPmWzhc8d8indFGX9y2bRtPVIJqVyaVVH2eYXybgKwALEzO68knn8yGDx/OHd8m+ozJfuv03bhxI3dIx5F0RbqAjf2LCK75IrjifMD5/vrrr/OqgjpEbejLcDbjXt577735O4UIrjp3GvWpIAQqUn/Nan9c7GUqmbNIjiezVyadkE+m35n65FWY2v6uquCKcfF+AdEERAwfzZcfG7KDfCNKFhS8E0eOHMm/83Qbzgn0+WuvvVZom0ISCfh9mzVrpjsk71c0W5qv+/+rr77iSTtgn3zppZc4uV0WSAicVEnjRKDn3T/v2+YbxgBxOtAV8b2FGB1R833/Gh38lDuT/S9lwPWnI/1MH6vc9MwqMP/ll19mXbt2ZfDjBU2HDOD6rKX3XjJHr2j6jysKMr0/rzEDOuuF3wLJMuC7CFrnzp3ZSSedxP0P4aZKOK4zn6xPkfR+l3VW4rWkn1XiruZiTaRf5mIbshcC5Fb48RBbJ2pI9g/fyoEHHqgdCwX/6rJly7iPReSzh/8XNrJjjjlGCoBIp0XnJJNsy/zWcXO66tABAGHbz+rVq7ndbMOGDUJ8ELcGsrFubBrWBRuqaI9BREVsgYmNDvsLfzdiHET2RJ1kgS4nP4liCFGZEb8GXMDVijZdcmtwHfR5kH6BVzQuDoUuEC9nExNBBFeXU0TXFk2/JIKrwZn1RXAVTYmxUakAQcKiF7xLULLBEqu6qy/HYFWDaLH4vDvQLJZElxACFYFA0RSaigA9n4sIZ3ELS5g20bUqCK4AWFbVCh++MD74bjL9VidIzcVx6ctZJcJDRfazIWIWheAa5/TE9wSMlCBX4r9tGpzzqPQ7dOjQkmpGwVjIYnffffcxEKTTar6MhzJ53333XYagvqeeeqqsS1zWvmhnYIeAKZBgRMTOSy+9lBOPmzRpYg1dnKw2515mzLUZK7woYDF//nx+jqLkYR1yvQ1ARHC1QY2JDORFsCHZLdbvVRWrP8kcSzDEg2jfoEEDv0hqjoZ3PwhM0Jfign5lw4GIB2LTqaeemgohD/oX5EWWUeh+Ng0kQrxTEMiMSoM+mmh/kwiwEWXCdXVO+iK4BjjCUQf7LJKnPPfcc1zvCYimqGAFpxfIkSAW77PPPjXw+yK4BgMGFduRHffFF1/kMiAQO2iQBQkyQBBu3749r6ZuksBE59wAC5BFIQP+gItIBtw/qPq7//77O5GtdWTS7QOiBZzCIFtgD8NyYwyRw9WG2EgE1/wRXMP38kcffcSWL1/Ozy/OQOB7gU4LfR6koy5dupTcy6JzoJschexpunco9csZAhWrv2aBs4u9TCWvLOkMKjciSKxVq1aqIYx/lxE5k64aWwkEV4CNBHMIQtt3332NsY9e4MOPjWB7VCFAMpVog26EihrQLXUD5qJjQGe94oorhHZDBDnC9qWbKK2ItrSk7n/o5K+99hqvCCxL3mFa0SPv/vmkbb44u6oAXCT2w3d7VrYO54eG5gCkv2oClX430s/Sx9zLjG+//TZPDIqqieEGUhve5b6Te+J9ifcrbGvhplM11vVZS+89L0emZJAi6j+uKBQtZkBnvevWreO2pjDpHM8APBuQUA221qDp3Ks6c0b7FEnvt1lfpV9D+lml73Bm6yP9MjPo8zMxYspA4IvqjpAQPpOJEyfyhPy2SZXxjkOSB1F8leobW5QgAnLB/wi9s2nTpt6BhD7cqVOnkhguVaIYVx1atgisH/jD9hNtpvqCqNAJxjS1HUXliCNHu/r64zY3qCiL8xs02MlvueUWhsIUQVu8eDFDDIVOwxnHXsOv/pe//IUn7cP14YbfUaQCMYO69szg+jiSK3z74Ioh6brJvUYEV52dpT4yBIqmXxYhODE3hIYkCa7BgYoLSoZjCUHRaQaMV9Ot7sMxWE14+Vpr3h1ovtZJ4xACRUOgaApN0fAtmLzRLG5h8dMiuuZGH0x677Zv386rJSIAN9y6d+/OEDhWv359ryLIHK1IvIIP6bjm4rhM0lkFmVVETGRJBZ66ZMKiEFxhJMRZiRIoYXQBmaR///5eSA8gV4CcuHTp0rIjojJKej3AjPHscMh4G2021dJksn344YcMpG8QXKJNN6DzzTffZL169SoLasB4ptne4jAEYRQkZlGgomm1DJkxFwQyZPWzDXYM7lFUcr3yyivLlpMEmYoIrnZ3HumDdrj9cBXpT07w2V2M9z8cKyBq4j0QkBLDieRACIQDDBliEbiNCqhZBatCXjy3EfDy6quv8iqZW7Zs4RV6wg1ODjgVYRfEOw+yQ4cxcXjoICpyHJo6zHTmoT6EACFACOQdAdE3Br4hQVBSvTNIf8r77pJ8MQiQ/urpeLjYy3REEH2r47pJkyZx4qLvhkQ2gwYNKhnWJOGXrTyVQnDF+pGtH8FprolIXP3Y+P6Q2WKwp7BxHX744bZbVnPdqlWruA0ySBAT/KAKEIxOXERbWtL3f1w1CeBnUtEj7/75NGy+wZmLO7OoQAObaiU30l9zvbukn+V6e8TCyeIKYYdEAi6bSj1xMIBAhypbK1asKOmm42dxfdbSe8//AS2i/uOKQtFiBlTrlVVynjdvHkOizWhlV4ynE5ehmjf8e9H0fpO1VUtf0s+qZaczWSfpl5nAnp9JH330UR6TGI0pg45677338kRtLnFAWCkSvQwYMICtXbu2bOGq+CpZbB7kPvfcc70CKUskqErs7apDxy0CvvpRo0axGTNmlHXT1Rdk3yNImo0kXo0bN3bCcfPmzaxfv35llVzTsBeHBd+xYwe3WSPpI5rN91Zc4jMfcZYYHzogipFEiz9AZnzHwWasW02XCK5OR7fqLy6afkkEV4MjmwbBVfWCN81uarC8qu/q6hisegAtAci7A81yWXQZIVB4BIqm0BQe8HwvQJbFLSx10kTXqiG4ypwe//mf/8keeeQR1qZNG6+nBcYLVP8KN10ig4vjMmlnVbAeWXAKfkcWrxEjRmgZ54pAcP3444+5ITJKwoTRxQchMXrw4oySd911FzckuRo+dQ57ksbD8Pwy8jAwR3WLuKq4qCwIg9X9999ftiRkR8Q3nmuQY3hgkLtQ8RlG3mgzCaoUVdhTGXN19izo89lnn7HLLruMLVmypOSyJAj9RHA12Zkf+5I+aIfbD1eR/uQEH12cFQJRx6ZpEHpWctO8hAAhQAj4RODpp5/mlV3DDfo19OO6devGTkX6k8+doLFSRoD0V0+Au9jLdET44osv2MCBA8syyvv8Xg/kQLAbEpyBNBduSWbkD+apJIIrdGoEW0XfLTr7He7j6seWVeNFEOOcOXNYu3btTEUS9o8LqEcCuWnTprE999wzdq6i2tKSvv8BWlywo0lyu7z759Oy+QLTuDM7fvx4hoprldxIf8317pJ+luvtkQsnq5ikG5RusmzR9yuKZixcuJC1bNkydijXZy2990x2St23qPqPemXxPYoWM6Bar4h0Hr4nRQmEdHVk1dzB70XS+3XXVG39SD+rth1Pdb2kX6YKd74mk8XnJBFTJiPSquIR33//fZ5sP0qORWzfrbfealxFM24HPvnkE9a3b1+2ciVCXn9sKhKuqw6tOhWy9zgSGyK+rHbt2rFDIOFcnz592Jo1a0r6+fwWSZOILFssEsMgtgxVg9F0fXjBeNu2beNn6ne/+51qS5x/xz0G3yLuwWhr2LAhL2Jx6aWXsr322it2LiK4Om9FVQ9QNP2SCK4GxzUtgitEkgXjJ0VuMIChYru6OgYrFpiEF5Z3B1rCy6fhCYHcIlA0hSa3QFaOYHFZ3MKrTIroWjUEV4Apq6qqk23X5MjJAuKgE914441KcqKL4zItZxWCUx588EFO4o1moDPJHpZ3gmtcEA72E8YQnwTK4JzJvllMgqlMzqyob9LGw2BO2f3SunVrnnGtefPm0qXIjLcgdyJIXhXUZ4ORjICMoEUEVaL6X1z75ptv+LmBfOE2ZswYhj9f5GURyf6II45gCxYsYIceeqjN0oXXEMHVDkrSB+1wC11F+pMzhDRA2giI3ndJOA3TXhfNRwgQApWLAJz9I0eO5JVVUaUbAbz7778/r0BnW+lalOhFl9xA+lPlnrUqWRnprx422sVepju9KCg6Cf/xyy+/zLp27coQpB00BOSkUdGwqARXVDCAHShqh0QFDBCF9913X91tLuvn4seWVaXAJEkkqpMFTeqe0yLa0oBlGvc/5olLbqfrQ8i7fz4tm29wo8kCSJHE8fbbb2d77LGH9b2b9wtJf837DjHSz3K/ReUCyqqq+rax/eMf/+AVnlChPdx0g7tdn7X03vN7OIuq/7iiULSYAdV6RaTzcLJkURzIwQcfzH23rVq1Ug2v/L1oer9yQVXagfSzKt349JZN+mV6WOdqJpE9EQKaJMnXXZCMa4Pr44iWsveYSXyfroyipDT/9V//xebPn88OOeQQ6TCuOrRKPpmO37lzZ25bhC8srq1bt4516dKlxJ7rOwZLRg72HU8Wt07sU69evWq6oPAHvoNUDVVVn332WX7uX3nllbLuOAMgziLBo6921llnsZtuuonBtoviGqIGoitIzEOGDGH4b1EjgquvHanOcYqmXxLB1eCcpklwjQtSTyMzrgEsFdPVxTFYMSBksJC8O9AygISmJARygUDRFJpcgFbZQuhkcQsj4JvoWlUEV5nO2bFjR26saNSokZfTJgpS0w0yggAujsu0nFWQE8YfEHYR3BNtqsxrQf+8E1xlznIfwXNxh+3bb7/lGeJEhh2TCrkuBzpp42FYtltuuYUbuaLthRdeYCD1ihqqKgwbNozNnj275Gdk6wUx1oezUjQvvidxbuE0jTZUjB03blxsdkPZc+g3v/mNV0OeyLgKeeMwtTkvRHC1QY2JiMxFsCHZLTaZq0h/SgZXGjVhBKLBVLpVHxIWi4YnBAgBQkCIgIiMcMIJJ7C5c+cyJHcxbTJCDp6N5557rnI4sqcpIaIO+UaA9FcP++NiL9OdXkbE0k1apzMP7Aog/MOGEG5JVIoVyVNUgiuClJYsWcKrlNrYY+L2xsWPLUuomOR+yqrXqc5pUW1p2Ls07v/gjLz66qs84A6VOcJNVQ0l6Jt3/3yaNl9gIqtYjSBE7KuqiobOczWvfUh/zevO1MhF+lnut6hcQOhR8MFEfWc6AfMmy5VVuNKtzuT6rKX3nsluxfctsv7jikLRYgbi1isjpEyaNIkTFtBk/lfdJCUqvIuk96vWUs2/k35WzbufytpJv0wF5nxNIospS4I4GqxcFJOI31TJWKCjdurUqSx53B/+8AdecdVHk72zdRLSuOrQOvKLkrDq2idE8vn+DpEVTFDtrc7adfqACI1vLcTwoSHW9bHHHmMoUBHXPvroI040vf/++4XdYCcF9n/961/ZSSedpCOKVp9g71B9FzGWU6dOLTvfGAjkVlSVlRXJIIKrFtzUSYJA0fTLIgQn5obQkCbBFecrC6Wimu9sF8dgNePmuva8O9Bc10fXEwJFRaBoCk1RcS6Y3LpZ3MLL8kV0zY0+mNaeiQKAUCFh8eLFrH379s5iyLKeXXLJJTwAS6eipIvjMk1nFcBydebkneAqCxjTJfC6HCiZA103mMplblybhvEwkNHmHMiMtmkkLZJVndUhKsm+feGAhcENhjcfDUF4ffr0YciSV69ePV4N4eijj+YVYpBF0FcjgqsdkqQP2uEWuYr0Jy8w0iBpIoD3BxxQCxcurJk2jfdWmmukuQgBQqByEMAzC0ldli5dWrIo3YDe8EUIQsY31OWXX14ylkmQB+lPlXO2qnglpL86br6LvUx3alkQlk9bjMxHnYatCTgUleCKhF377LMPfzetXbu2ZEth20XywvPOO093q0v6ufixZ86cyQYPHlw2r837Uld40RkCBiBlIlisfv36wqGKakvDYtK4/wPQ4qpz6exr3v3zadp8ganMFqobQKp7X+SxH+mvedyVMplIPyvENpUKKXuf+dSlRFW4TPRB12ctvff8Hcwi6z+uKBQtZiBuvaJERKLqrCK/vsm9GydDkfR+17NTydeTflbJu5ubtZF+mZutSEcQUYVxzOwrwYJoFbIEHueccw4n+DVr1ky4eFmck0k8owpVUQyhbkymqw6tkk1mX9K1T4jk0yWA6sgW9IFt7/bbb2fQdWrVqsWaN2/O2rRpwy688EJWt25dk6GM+27fvp3bXpcvX86vDQrGoLrthg0b2Jdffsn/fffdd2dHHXVUTfGHrVu38hgIJLQNN+z9ddddx66++moeL4tCDaLiF8aC/nDBAQccwImrkA+xccuWLeNJJaE7Bg1FNUDilt0X6EcEV9sdoOuAQNH0SyK4GpzbtAmuEE324anKGC76aLbJwoCHKbIWrFixglfReffdd9lLL71UgxpKsSMTOjIfnHrqqezYY49VlkAXQR51yolk3blzJ3vyySfZE088wd544w32+uuv86Ewf8uWLVm7du0YlJ8WLVqwXXfd1WBnv+/q4hgUTQZFCyXMkUEV/4vg7UDmoD9enpD/+OOP51WfEMyt+3IXGStt9jgquywrc1LKbJ4daCJDmqhqFTKSwOCIs4n7ZP369TUZNtq2bcv39eyzz2Ynn3wyD9z31fBMgoMcGaFxX+K++Pzzz/nwmBcKI7KKIAgrfK5EzwdVNS6bZ0re8QNO+JDC/bly5Ur+v/h4CbIdN2zYkOGeApYdOnQow9HXPuZ1nKIpNHnFscLkMs3iFl6+K9G16giusiAyX+QC2fg6wS/Bxro4LtN2VkWzdwVr0DXi2BAb07r/Zd8oJkHYLrLKgql0jX8uc+PaNIyHcWcev8mqjcqydJtUSnbFR/TNgDF1gihE30fQZ1ENa7/99nMVLdXrieBqBzfpg3a4Ra4i/ckLjDRI2gjAzoDAc1SxQfNhb0p7DTQfIUAIVAcCsm+9zp07szvvvFNbb4XuDmf4FVdcUVYJDY7sX//611o+B9KfquPcVfgqSX913GAXe5nJ1M888wz3/wT6Gq71aYsRjZ+WrQlrKTLBFf7eefPm8YQJ4f3BunSClWTnwNaPvWPHDjZo0CC2aNGikqFdKp7rnFW8o8ePH882bdrE/aOY76CDDopNmlZ0W1pa93+A/5tvvsm/2zZu3FiyJToJ6vLsn0/b5ov5iOBacoSKEEOm8xiqpD6knxVwN2UB/b4C82Xjm8R1ufrX6L3n52AWXf9xRaFoMQNx6xX5ZEX3/CeffMIr0CFOLdxM4jREchRJ73c9N5V+PdkXK32Hc7E+0i9zsQ3pCCGrtqkbL+ci5ezZs3lMfWAX+vnPf67FjxC9U3US+evKKhofdlb8O0iIcc1Vh9aRERVG+/fvX9IVPi8kzlPJJ4rzx0AzZszgye8E7xgdkXLVBwTULl268CKCaNdffz3n/+CswyYG3hWaiBQcJbmCA4VvKFQNBlE3rbZt2zY+L/YFPIU5c+ZwDlRcI4JrWrtTmfMUTb8sgnEyN4SGLAiuMsdE8EDeZZddhHeSDRktPBCy/4LU+tvf/pY9//zz2ncrnKd40SOTQatWrbRfhnEEV8iCj3gQ8MIZC2RCQRn61a9+xU4//XSjF46tYzAsBwjBa9asYVOmTOEBMVHHpQpIkF3h8LzsssvY3nvvHdtdVi1LJ1g9bmAR4cWnchidO88ONBVBE2cTmdVQ6h6ZP1QNigiUxCuvvFK5v3FjwVgN5R+ZbHTuCVS/wjOjW7duPBtJXgiuWeEHbKEgTp48mQe6BaRg1f6Z3J+qsYrwe9EUmiJgWiEy2mRxCy/dluiaG30wrX2UkQaRUAQOw6ZNmzqJsmTJkrJqAaZBai6Oy7SdVQBLlpEO7wJk6IpreSa4yoxTqu8FpwMUuTjLzMJpGA+D5Zqeg2jWuGAcZJKbPn06DzxNusm+GXSCKETPCciLCq7IJmeTVCjp9crGJ4KrHfKkD9rhJriK9CdvUNJAaSGA7/Ubb7yRO1aChuD0UaNGMZktMi3ZaB5CgBAgBKIIiEhY6INknOPGjWOnnXZarO6K71PY1NE3as/Hd/J9993HYB/XaaQ/6aBEfQqAAOmvDpvkYi8zmVaWvM6HPUgW+DZixAiebR5+pqRb0QmuIn06wAw2FbxzTHG09WO7kCCT3ufo+EW3paV1/we4QW8ZOnQoD3AMNx0fQp7981hLmjZfzAe/cZ8+fXh8TLiBQAw9UVZxOO17JIn5SH9NAtVExiT9LBFYkx1UFDgvquZoI0U0qBtjmCZXdX3W0nvPZufKrym6/uOKQtFiBmTrlVWbQyUukFnDTRYHouO7jcO7SHq/67mp9OtJP6v0Hc7N+ki/zM1WJCuILLFCnr93RRVWgZJOfJ8KTVlCCN1EMa46tEo+WVJXXZuvbH2mvi6VnFn+Hi0cGBQMjHK8ZFVv33nnHda7d29e2A822iZNmmSyHCS6QdG8t956i+uLqhgMIrhmsk0VM2nR9EsiuBocvSwIrrKXjSobgwvBFQb80aNHs3vvvdcAndKuCNYePnw4H0cncFtGcAXJE5XKkKXAtF166aVGLx9bx2AgFyrd3nTTTQzZM1wbskKAfIcXrCxjhkyRcTV4iAKCXMeMwyPPDrQ4givuEziho05Dnb1H5ZM77riDV+41baiiPHLkSF611bQNGTKEZyqB7D179uQVX4OWdgXXrPD79ttv2cKFC3nVBR1ysAjjrLK2mO63a/+iKTSu66XrtRFwyeIWnsSU6Fp1BFeAJSMNBh/m2rsW6YgAK5ATkJAj3Eyrw7o4LrNwVqFCN4JUkIwk3PB+hKFq9913l0JqSmy03Rub62QkRNdzYiKLzPmq+mYxmUPWN2njYTAvDEvQH/AXbnHBCKIAA1w7adIknjUujSb7hoWhDtVEmjdvLhVDRo7FBddeey1/jqiS8qSxRp05iOCqg1J5H9IH7XATXEX6kzcoaaA0EQicO4HtgKq4pok+zUUIEAImCEDnhW46bdo04WWw5Z177rnsyCOPrEkW9c9//pMh8O+FF15gsIeLElXCr4GACTi6dbNak/5ksnPUN8cIkP7qsDku9jKTaWGnuO2227ifKtx8VOUU2QN8VofVWWfRCa5Y4+bNm1m/fv04US/cgCV8i+edd54OFDV9bP3Y8+fPZ7169SqbSxRsbyRQAp2LbktL6/4PQ4/nABKPR88Y/Mht27aV7lKe/fMQOi2bbwCQLGGKbgBpArdDakOS/poa1K4TkX7mimAG18t8LK4+IpkeaBrX5fqspfeen0NVdP3HFYWixQzI1iuK64hLLi7qb0pSj8pSJL3f9dxU+vWkn1X6DudmfaRf5mYrkhXkpZdeYh06dCjzgcDOhGTHur6PZKUsHV0W1+iDlCt6B5sUAHPVoVU4utplZd8KmBe+/okTJ7L27dsbFY9TyZzm79EYuHD8gi7BFRiB+A3dK82qra44EcHVFcHqvr5o+iURXA3OaxYEVxmJURVUZktwjZbfNoBH2BWEAWTz3XPPPWOHEhFckc0OJFsbcmswGYLqUR0JlRdVzdYxiHFhcEKG1LVr16qm0f4dMqvKjoucLXjpPvbYYzy7hGmTZWVGBV1U/0yi5dmBJiO4osouKr2BOGLbsL+LFi1ixxxzjPYQq1ev5hV+bYmZmKhHjx4M9yWqyGZFcM0KP1S+RcUZ/Lk2BCCACAZySpGql5msu2gKjcnaqK8zAq5Z3MIC6BJdq5LgiufWsGHDeNXucHOtliDSE20cJi6OyyycVbKM9rKMXWHM80xwRSX5G264oeSM+MoArfu0kH2zoIr8ggUL2KGHHqo7lHG/pI2HgUAyEm9cRQSZIxEBZmeeeabxWm0viGavC8ZZtWoVO+WUU6TDwqgHIjz0RlGDPjtw4EAGIzJIA3k2/BHB1e70kD5oh5vkKtKfvMJJg6WBAN4D0IFQeTxo0DmQ7KFSv4PTwJXmIAQIgWQQ8O3XaNiwIZs6dSonBJnouaQ/JbO/NGomCJD+agm7i73MdEpZNQNXn55oDeeffz6D37ZBgwamYlr1rwSCKxYOPyL06WgihRNPPJGBYNqsWTNtfGz82LKEbS6+ZG2BLToW3ZaW5v0fwPv000/zQNVoUxGY8+yfx1rSsvlirp07d/LE7aIk5mkmkbS4ZbxcQvqrFxjTGoT0s7SQ9jSPrEqjq14l81eZ6oCuz1p67/k5KEXXf1xRKFrMgGi9sns9LlGGrOCNaULyQJ6i6f2u56bSryf9rNJ3OFfrI/0yV9uRjDD41u3fv3/Z4Hn/3pVxIx555BHWpk0bK7DwvkTFTrxvw80kDtNVh44THMWbJkyYUCYfYv4R96Vrl5Ul3QvmPuecc9hll13GEO9Wr149KyyzuihKAA4n+dEluGYlO+b96quvuE0YuiBa/fr1eYLEn/zkJ0qxiOCqhIg6xCBQNP2SCK4GxzkLgivEkykYyC4OB5io2RBcZS9HjI+ADpBFjzrqKHb44Yez3XbbjU+LLAbr169nqBwlI93dddddbNCgQbGZPqJOOQTlIyD+4YcfLlneySefzIOoEYiNFyv2BOW5H3zwQbZ48WJhpnVkwMXLvXHjxrG7beMYxIAff/wxd04+99xzZeODBIc9gtwgJQdEXxg3gBeygaxcuZKhopioqRSTL774guOBtYcbqpCBeGeaXUWU/cNHtuc44PPsQBMZ0pAF9+9//3sZ8Rr3CLCC8ly7dm1+FnGPgjggaxdffDEPlNJRElE5ZcCAAVISNbKqQPHEfYNS9ZurVMBHAAAgAElEQVQ2beJzL126lH3++eclIuA+3rJlC/v0009r/j2tCq5Z4QeSGDIO3X777cLtCJ5x7dq1YwcddFDN8+3111/nFV9l9yg+KJAhvRKDe4um0Bi8zqmrOwK+sriFJVERXauS4AqAEDgGPSrc4rJ96myvaEwbZ6qL4zILZ5XMsaNKHANM80pwlX2fnHHGGWzu3LmpVteUYZQ0mTNJ42FwP4kIPsFv0LmhD0D/izbR90UapN+oHDKMUI0KSVvimi5RAARXJMRBQB10TRjh8tSI4Gq3G6QP2uEmuYr0J69w0mBpIYBvaVRFDJLP2STrSktWmocQIAQIAdhAEZjgkjATKB577LFs8uTJ7Pjjjze2r5P+ROewghAg/dVyM13sZaZTJpEcTzamrd/RdE1B/0ohuKLiBHxTwC/a4FtCUF2dOnW0YLLxY8tsh3EJ27SESahT0W1pad7/wRa8++677MILL2QbNmwo2RWV3zfP/nksJA2bL+ZBfAzuz9GjR5edatjYEacDQnglN9JfC7W7pJ8Varu+FzaJwHzRmDa+Y9dnLb33/BzIous/rigULWZAtF7Ek/Xp04etWbOm5mfEiyKWE7F8suYzDqRoer/ruan060k/q/QdztX6SL/M1XYkI4xI10i7aILNyhDbjvj6FStWlFzuYqOUjWmSKMZVh5ZhAb4BCjch/izcdAqlRcdEjBs4NYMHDxZyaoL+0Fegq3Ts2JGhOMh+++2X+zh4cJXACQpaOO7NlOC6cePGMo6S7lmFPRcJcps0aaJ7Ce8X1X11irIEE8j0PSMBMuiMuMTbbruN1a1bN4PZacoAgaLpl0RwNTi7WRFcZZk3582bx3r27ClcgQ3B9dVXX+XVd8JELrzArrvuOjZy5MhYEh4cdCCB3XTTTWVEMB3jv0iJir6kx44dy6tPihx9eCGDiIbsVwiijzaMD8dEHAnNxjEIp8eYMWOEFSFRpRJOywMOOCD2lOFcQUHC+qIkYZXBQ1ZO3oakAiFFBkjb7GC6t1aeHWgyQ1p4bQh4wj0CcqnoBQyleNKkSex3v/tdGSSq/Q0uAJEZL3ncY9GGeVE9BUQCEaEZ84PUicCuaIbo8FgqR6fNMyUv+MVVH8MHwLXXXsvJw7JK03i+4R4FRqJ79IEHHihRmnXPft77FU2hyTueFSifzyxuYXhkRNeqJbiKkk8AMFUGdtmZk1Uxvfvuu3nSDJPm4rjMwlmFtYkqWeJ9DP2xbdu20uXnleAqwxGkaLz/99hjD5Mtdeor0+nmzJnDjY5JtaSMh2F5161bx4YOHVqWaCROl8sT+Vikx2F9+I7BnyopjirRimhvoZuCEABj3DHHHMONeiaVr3yfFyK42iFK+qAdbjFXkf7kHVIaMA0Eou8Bk2RdachHcxAChAAhEEbgu+++4wGFsMdGk0KqkEIyGpCN4COR2QlVY5D+pEKIfi8YAqS/WmyYi73MYjoehHPBBReUXKqTzE0215tvvsmfgwjwCdphhx3G/VMtW7a0EdHqmkohuGLxsqoJsCuZ+Jds/NgyHLHHsAfnKUFZJdjS0r7/cb6QjLxv3748oXa4DRkyhBM3d999d+E9mGf/PAROw+Yb58OHDLg/ga3Kdmr1kMvRRaS/5mgz9EQh/UwPp9z0khUtwHsd8WSmzxgUU0AM1y233FKyRpu4LtdnLb333I9ZJeg/rigULWZAtF7RN5lO3KbMf2sTt1Ekvd/1zFTD9aSfVcMu52qNpF/majv8CiPTNZIueuVjFTJuBMiY+F5v1KiR8TQiLo4OvyU8kasOHYz1zTff8Hh+2A2feOIJXgAlWoQJtkMQOHv37m383RCX0EsGXFDkC6RXFHX7+c9/nitSYvRbCAnJHnvsMda6dWu+JFOCq2wvdQ6Wrf2dCK466FKfJBAomn5JBFeDU5AVwdXGwWBDRgNDHtUVw02HGBr0h0KBTHEIdAtXhsTvqnL2cQRXvAjuuOMOHiCtarIKQzoVJmwcg2+//TYn3SLYL9yAIwirJhkHXnvtNV5qPDqWyrApkgGKzbJly6QVfkU4irIy24yj2qPo7y5KgulcQX9d5UJF0Lzssst4duW99947VhQoiyCYgigebSBlY49RdVXUcF/BeAXCdLTdcMMNDH+qgCsEdoEQP3z48LJqrsGYWRBc08AP6xOR9/HvqK4MopNuUAY+IEBuQVXccDvttNP4R9O+++5reyRzeV3RFJpcgljZQiWRxS2MWJToWrUEV5mj8pJLLmHTpk1TvgOixxDV47t27Vqiq9lk9cW4Lo7LrJxVtkRV2XVJ3uY6WbpEGWEhkyqAKQm5basFuMriy3gokiMuyQX64zsAukSDBg3KLt+xYwevvrxo0aKS3zp37sz1BtE1rljIrt+2bRvPHBzNbGiSJQ1nDdVqTUkCgUyo8Aoj6Nlnn81gLE9z/ZCBCK52p4v0QTvcYq4i/ck7pDRgWgisWrWK9e/fnzvWYCu66667eFZSaoQAIUAI5BUB2FThKwDZ4/nnn+c29zfeeKPENookR82aNWOoYoe/gw46yDk7NelPeT0RJJclAqS/WgDnYi+zmE5KbrMJipYFjo0YMYLdeuut2pVGbdYRvUbln/Mxh2gM3aSCsmD0F154QeibhZ/8oosuKktECz8V5sT7SNVs/Ngy8qOJTUgll6/fK8GWlvb9D+xtyeB59s9jXb5tvni+7dy5k+uC69ev5zZO+Hvx/0UN9nU891Q+eF/nP8txSH/NEn2ruUk/s4It24tEyXdNA+mDFYgSIyOw+5FHHmFt2rQxWqjrs5bee/Fw68SlVYL+Y3ToBJ2LFjMQXYIo1hJ9dKrLwQ89atQoNmXKlJJhdcixUTmKpPe7nplquJ70s2rY5VytkfTLXG2HX2FkRTB04tH8SmI3migRn25RqeiMsveuzjs7PFZa9hRwXiZOnMgTG9oWEwBvATo7+Cwy+0fczgBr2C5xXjp06MBatGjh7EOzOwnfXxXVd6Jk56wJrkhuBN3uww8/5PLi+wxJjcLJ54jg6nIC6FoXBIqmXxLB1WC3syK4omJQly5dykijKEcOcpyomRJcRWuzKUMvUwJU1YFkBFeb8uqyTLjIvg4yoqgCLDC0cQyKSMG2ZDcQWFCJE3KEm8rJKDuXphn6RMqgjdHE4JbiXdNS+MJy6RgS0T/OgW5asQROMxBM77///hKIVCQHkMUxV5SQYOpYg+PuwQcfZIMHDxZWck2b4JoWfrJnEshc9913H0PmcZP23nvvMZDKcG7DbfLkyQxBHqYZNk3mTrtvJa0lbexoPq8IBETX58Kj4plWTQ0JRPBODlfitqmcIAtSA2ltwoQJrHbt2kawujgus3JWLVmyRFh1G4kgevbsKV1/XgmusmA61XvdaKM1O7tWCdWcpqybqwM+PCAy5MGZvGnTJrZ69WoeYLhhwwahaPhOwbmAMU/UbIPLbHGIu85XpV84aUFoQiIfG+NnWMZzzjmHV0AA4bVevXpJLLtkTCK42kFM+qAdbjm4ivSnHGwCiUAIEAKEACFQnQiQ/lSd+06rdkagovRXF3uZDZIy36JNcjxZhTFVEmMbuVXXVBrBFb4qBDQhaC7aVP7roL+NHzsre51qfyvVlpb2/Q8cbYkxefbPY11ZyBecSyQ1nDp1KmvcuLHNUS7cNaS/Fm7L0hK4ovSztECTzSMrWgCyPRKDmjRRpUjbyuyu/jV678XvnE5cWiX6Ek3OM/oWLWYguj5RrKVJHIeokpwNcadIer/pGanG/qSfVeOuV8WaSb/MYJt9xQplIDqfUpZIwpQbgbFkiWLCFUB11pmGvQKx9eCS6CTEU8mMWNHXX3+dgcPz+OOPq7rH/o44ORRxQxJsVHe1Jd7aChGNn40Wj8ua4Bq930TcHyK42u4+XeeKABFcXREsvz43FbuyIrjaBK6bElxFiswRRxzBFixYwA499FCjXcXH9y9+8QuGKj0YAx/uBx54IP9vWZVKGcHVpIJsWEiRUU9lPDJ1DMqym9hkRQ5kF5EudIyRovUi6zwMik2bNlXun4zwgvL2eMkm2dJQ+KLyq85C0F+m4NtmQBQZeFu3bs2rqzZv3lwIs+wsg6xqSs6UPcMwsYoIY/pMiTNEpomfzFngUm1GlGnbNsNmkveW69hkMHNFkK5PEoFqI7jKgstM39OipAk2DpJgb10cl1k5q2R6h6o6AxFc1Xe0jyqh6lnKe2ShS0IKZPBHljvZ902enNJff/01GzlyJMN3SrjZZmXE2qCLQp+SEYB19xIGUMh2+eWXJ1oRgQiuujtS2o/0QTvc8npVtelPed0HkosQIAQIAUKgshEg/amy95dWly4CRdVfXexltgi//PLLrGvXriWJkm2SGIuS7GXl+6g0giv2VpagGfbZBx54QJiUL3wmTP3YuNYmxsD2HLpeVwm2tCzuf5nvV2X3y8Kmquufx1nKQj7Me+211/IE8w0bNnQ90oW5nvTXwmxVLgQtqn6WNXiypOx43uD9LvMzReWWBfjbxqgVkeBaae+9StB/XO+vosUMhNcri7U0STYkK3phStwpkt7vemaq4XrSz6phl2mNAQKkXyZ7FvKka9iu1JUbEcx7zz33sEGDBpWIYfLODi5Mw16BJDjgbaBwQN26dW2hK7nuu+++Y2vXrmWINUWinXCRFZsJUKjlpptuYkcddVQqRaFESR6feuopduaZZ9aI70pwfeGFF6RFLjBJ2O4nsnElTXAFBojR+/LLL222THjN3Llz2axZs0p+mzFjhjE3JRjg448/5uTsjRs31oypKvLnbTE0UCwCRHD1f0CI4Pr//h+vKPXGG2+UoBtHSDMlo8nImghaxks96Q8nkVPOJKNV9NjJDABx5AVTxyCMkMhsAQIdsnusX7+eZxabOXMma9WqldWdIFJ+VA4oTBQtvR5MrptVWUScccHfZPFpKHxReXQdaDIF/6KLLmLTp09ncDqbNFHmtjhZZIZuU0NWWEZRoAN+T5PgmhZ+WJeoyrJrZeLt27czrGH58uU10LoQxEzOUJp9k37up7kWmqvyEKhGAxf0C1ThDjedJBjh/qIgNZdnokvATtGcVXkluL700kusQ4cOZYYn1Xs9iadCVobRLHTJ8ePHc3JrnTp1pFCi6juy1q1bt66kTxaGG1uHv+qcfPvtt+zPf/4zz/IHozKMobYNlXAnT57MkPwlCR2ECK52O5PEXthJQlf5QKAa9ScfuNEYhAAhQAgQAoSACQKkP5mgRX0JgXgEiqq/utjLbM+EzMc7adIkdtVVV2kNK6sEi4qjGCPt51slElyxEaIEqvh32EXgw46rzGDqx8a4RQp0rwRbWhb3v63dLwubqq5/Hmc3bfngJ4G994QTTki9AonWQzrBTmk/3xNcCg2dAgJF1c9SgEY5hahKI545CChGIlCdJkruftxxx/GEpCg6YdqI4GqKmFl/nfdeJeg/ZqiU9y5azEB4BbLY1Iceeoh169ZNCxoZSdb03i6S3q8FTJV3Iv2syg9AlS2f9MtkNzyrOC6fq3LlRkAWWaIYk3d2sKY07RXHHnssQ3za6aef7tVWAb7ImjVr2Pz589nSpUvZ559/brVliJm/7rrruD1lzz33tBpD96Ko3iX6lqp0gqsuVib9RPZmFdE3bnyRTppFnKQJBtXSlwiu/ne66gmu7777LrvwwgvLquP4JLjCcQnS3C233FKygzCkjR07lvXo0SM2gNt120UPyREjRvDKSHGB47J5ofiOGzeOrync4ISdMGECq127dtmlNo5B13VHr7cluMocz7oYiggvute6YpCmwhfIqmNIRF+Zgm8SFBDGx5R4/sEHH7A+ffpwZTJoUAqXLVsWmykkbk9kgQ4qIoyp7HnAz0dQhwhL2fMSHxPIslkpjQxmlbKThV/HKsbYzYyx58IrqUYDl8hpaVIRW5Y0wbQKbHgfXAJ2snJWrV69mrVr167sxihqBVciuKYb7HTIIYewMWPG8G+jXXfdNfYBW41OaRhBX3nlFbZy5UqeCATJgEwavj2hZyOgzLceQgRXk534sa/vfbCTgq6yQID0JwvQ6BJCgBAgBAgBQsAHAqQ/+UCRxqhCBCpKf3Wxl7nsvagKgUliOyTy7d27d0nyKpsqsC5rCF9bqQRX2GhvvPFGBuJwtF1zzTXcty3zi9v4sYsU6F4JtrQs7v+vv/6ajRw5kqF6X7ipEmjn2T+PdaQhH/wEZ599NkMiUZDLa9Wq5esRVqhxSH8t1HalKWxF6WdpAieby5UIJyPBmVaBDctXRIJrpb33KkH/cb2/ihYzEF6vKNbSlLiO8ZAsuUuXLgzPiXAzqc5cJL3f9cxUw/Wkn1XDLlflGkm/zGDbK4Hg6sqNAOyiolCnnnoqr8jZtGlTo51Jw14RFgh8gVGjRjHYDX1Vcw2Pj8IGmzZt4nFe0G3wZ0p4RbEo2Dr33ntvIyxNOkd1HcSXwXYdtuWgSi0qh4J3gdawYUMGrshuu+1WMhUq4w4fPrzM9qQidmZdwdUEL92+vgmuW7ZsYfPmzWOwgQftgAMOYBdccIGQt6UrJ/VzR4AIru4YRkeoeoKr7IUYR0iwIaMtWbKEnXfeecIdPOKII3ggN5wh+G/fL0rRQ3LOnDns4osvtj5RovV07tyZPfDAA6xBgwZl49o4Bq2FC124Y8cO9tZbb/Eg8IULF/JsuuGmckAFfUVKmE5GL5kCqFv91RUD2flWEU1c59W5Xqbg22IjGi+ObCsirdgq1uH1gsh+ww03lECQJsE1LfxEBGEs+qmnnmJnnnmmzhGQ9hE5qVHt+vbbb2d77LGH09h5ubhoCk1ecKsiOf6DMfY+Ywz/m0QLDFsrfxg8N/pgEovVGVNGUNWtoiAKUnOt1u4SsJOVs0pWiVX1bpBdpzJu6OytS588Oatksrg413WwScN4iO+fK664gvXt25fVq1dPRyxpopQsMpPJ7jcYGadPn85gEE2ihb9zkPVPh/AKIyS+A0VEdBcZieBqhx7pg3a4xVxF+pN3SGlAQoAQIAQIAUIgXwiQ/pSv/RBI80XEloXSlpNzL3V2ApL+aoG9i73MYrqaS0S2P5PkeA8//DAPNAm3Sy65hE2bNi3xDPyidec9AE9mB9OxFW7evJn169ePB1GFG+wz8GHLfPU2fmwZaSIuIbTLOXS5Nk97bmtLy+L+t5U1z/55nCOZfG3btlXaZ7dt2xZrh5w1axYn9CddXcTlfkjzWtJf00Tby1ykn3mBMf1BZARV3cIDSDA6cOBAtnjx4hrhoTvg/7dv395qQUUkuFbae68S9B+rwxe6qGgxA4HostgNFGJBsuRddtlFGxpZVTmThEVF0vu1ganijqSfVfHmZ7N00i+zwT2VWaFDIi4I8TrhhkRPSKRQv379VORwncSWG4F5ZXq4zTs7zl6hYxMM4wC5du7cyVDECfyRJ554goHzEpAzo5ihsBtIrqpiDK5Yg/D617/+lT3//PPsscce0ya8DhkyhBe0S8rWIrPF2qw34EpEv4dUe0gEVxu06Zq8IFA0/fL/5AW4GDlyQ2iIlq8OZE46SNnGwWBDcIUyg7WAZBnXYCQ78cQTOdn1jDPOYC1atHBm1vvOAgD5RRmuWrduzbMDNG/evGyJNo5B3fsHL30oIlA+Pv74Y4YqbAjwxl+U0BodU5fgKjJoYiwVUVREAsS+3n///QzO76SbzflOWqZgfJkhTaXIyOQzJbiKHKE+iAgi8neaBNe08JNluZsxYwYDqculvfPOOwxKebjp3qsu86Z5bdEUmjSxobk4AqiqOiYBLKLE1mCK3OiDCaxZe0jR87tjx4488KlRo0ax44iqOOg6TWUDuwTs5M1ZpXo3EcFVfUyzItv6JLjiO+fII49ke+21Fzv22GPZ0UcfzVq1asWaNGlinMG/CE7ppL9jw6cGxtmtW7eyp59+mhNYkfVP1vCtiW8YVE7w1Yjgaock6YN2uMVcRfqTd0hpQEKAECAECAFCIF8IkP6Ur/0QSEMEV7MtIv3VDC/e28VeZjFdzSXffPMNGz16NLvttttKhsH3MCqGxlWAkQVUP/TQQ6xbt24uYllfmye7imgRLgRXjIdEsPD3wXccbnE2ERs/dt5xDK89T7LaypLF/W8ra5798zgXrqQrPNcQHDpx4kT2yiuvlN3GSLL+61//2qv90fqBl/GFpL9mvAHm05N+Zo5Zbq4Qxa/EJcQPCy6qFGlCfhOB4Pqspfee+9GyfY+7z1w+QlayFC1mIEBO9D0AP/OyZct4TK1pE91PJiT2rPbPdJ3UXw8B0s/0cKJe3hAg/dIblPkbSMZ5KVqcM5Lro/jQokWLSkBWcSPQGRXSYQNYsWJFzbUmSQGju+qqQ8edEhBeUWAJtoyozRB6wV133cV69eqV6kGDzXn9+vWcd4MEiTICLoSaPHkyQyxqEpXIieCazLYnwd1KRlIa1RWBoumXRHA12PGsCK42laZsCK6AAi9fZH1TkS7DsKGMNzLCde3alZ1++umscePGxi+o6ENS14gXt30iDFB9acGCBezQQw8tu9TGMSiaP3iho2T7iy++yECEM8EzOqaJMikir6gyLIuyMus4vA1undiueXagiQxAKGsPRRlkB9NmSnAVVVoFqRLV+nbffXfT6Wv6izBPi+CaJn4+CS86YMcR6HWuz1ufoik0ecOvwuVJInubjNgaQEkEV4nRRcexIQtSU1UtVZ1jF8dlVs4qkb6n827KK8EV2ej79OlTYojDvqVJXAzOiey9CzIjjIVJtSSNhy4yf/3112zkyJE862G4mej2LvOHr5UZ+pBBGH9JGBfjZP/uu+/Ya6+9xoPIHn/8cWHX8ePHs1GjRhllOI6bkwiudqeJ9EE73CRXkf7kFU4ajBAgBAgBQoAQyCcCpD/lc19CUhHBVX+LSH/Vx6qkp4u9zHLKmstExAedhLZIytujRw/uzwzaqaeeysm6TZs2dRXL6vq8B2i7ElxR8QnEY/j7og3VGMaNG8fq1KlT8pONHxvBcEOHDuUJEsOtc+fO/N8aNGhgtT9JXFQJtrQs7n/ZWbz++usZzoyselie/fM4X75svrgHYGdEpZNoO+SQQ3jwJey1adtHk7iHbMck/dUWuUyuI/0sE9j9TSrz18KPhDg9WfvXv/7F/Sl4rofbnXfeyf2Bts31WUvvPVvkf7yuEvQfVxSKFjMQrFcUn+mKheh63YTlRdL7k8Cp0sYk/azSdjTX6yH9Mtfb4y4c9EhUKkUcergVMc7ZhhuBNYvspS5Fplx1aNWuIp5q7ty5vPhSlOSqY+dVje/yOwi42IexY8eyzz//vGwoH7wfmXxpEFxVhbPACcJ3GZporVG9VhS7Ge2TRQxhGGMiuLrcEcW6tmj6JRFcDc5XVgRXEckNGSRQ/huKhqjZElwxFoKN8YGMF7FNO+6441i/fv3YhRdeyPbZZx+tIdIiuEIYWYUuG8dgeHEgGMyaNYtnyYjLUqEFSKiTyQtMtO9xpA3RmXbJTmK6NvTPswPNlJCqWr/peK5nUiaPKDNkWgRXFyXWFL/58+enmrHGZW2qs5PF70VTaLLAqIrn9Jm9TUVsDWAmgitjDBUQUYUBQU7hBmMUSGqyYBXRc9+H0cPFcZmFs+rvf/87xw4GiXA74YQTuHHopz/9qfS2zivBVeb4zCJITfbedSVSq561SRsPVfPLfsf9CsNWYNwK+mVhKH7ppZdYhw4dyoyfrsEPttgE1yGYc9KkSeyGG24oG0rnvjSZnwiuJmj92Jf0QTvcJFeR/uQVThqMECAECAFCgBDIJwKkP+VzX0JSEcFVf4tIf9XHqqSni73Mcsqay7744gtOjli8eHHNv+kkx4O98eqrry6ZXmVvdJVVdX2lE1yx/s2bN3N/etQfjz0D+fS8884rgcnGZygLZPRtd1Htp87vlWBLy+L+l9n9YHO76qqrpNDn2T8PoX3afONskPAJ3HHHHaxjx45VS3Il/VXnCZWbPqSf5WYr7AURFSBQFS1A/BmS3a5Zs6Zm4sMOO4wtXLiQtWzZ0loY12ctvfesoa+5sBL0H1cUihYzgPXKqsi5YiG6XvdeL5LenwROlTYm6WeVtqO5Xg/pl7neHj/CzZw5kw0ePLhkMBX/xM/Mfkd5//33We/evdnatWu1dWIUKxs9ejSPtQw3VYKZOMlddWgdVMDrQEGAadOmlXV/6KGHWLdu3XSGSazPW2+9xSvqhvcimExlj0pMKMZYlA+j4t64FNBKm+CKtSFGNNz22GMPVrduXSdIkyK4JiWv02Kr/OKi6ZdEcDU4sFkQXG0D8V0IroAEmeNA1ES5c1uyJiq7Iivsddddx+CMi2vRh6TqxaKzbabZc20cg5Dj22+/5YZDBK/bVmoFKRhKBzIhIztIuJlgAQcNFJspU6aUjCFTGkRZmV2yk+jsS7RPnh1opoRK1fpNx7M9kyo5RPdGJRJcZWQkFT62vxPB1RY5uq5gCPjK3qZLbA3gIYLrD0iIyKpxFRVkpFhUB0CAi0tmchfHZRbOKgT5Qc9ZunRpyW3XvXt3XmWzfv360tsxrwRXmeMz7XeSTA6d6riuz8A0jIe2Mt5///2sf//+JZfju2jZsmXsxBNPtB3W+DqRHBgkafKxjqBxFUt8ykcEV53dKO9TNAOX3SpTuYr0p1RgpkkIAUKAECAECIHsESD9Kfs9UEhABFe9LSL9VQ8nYS8Xe5nDtDWXisiqcZUcRaTYtBPhitZdDQRXrPvRRx/l9spoRQbYjf7whz+wZs2a1cBj6zMsUiBj0W1pWdz/sqSDOFvnnnuu9LGSZ/88hPZt80XsC2IooskvMRdIrnPmzGHt2rXz8Rgu3BikvxZmy0g/K8xWxQsqIquqfGkiUqxuVcc4aVyftfTe83Moi67/uKJQtJgBrPfll19mXbt2ZZ9++qnr8rWu143rKJLer7XwKu5E+lkVb366S8rshdQAACAASURBVCf9Ml28M5vt6aef5gnxo01lN8hMYMnEMrJqXGJ/ESkWXI0HH3yQHXjggVZLdNWhdSeV6RuI9ZwwYQKrXbu27lCJ9Hv11VcZ4i2j/KK0+SfhxVUywVX07QXbcd++fZ32NymCa1LyOi22yi8umn5JBFeDA5sFwfWTTz7hDyCUtg431UvAleAazAWlAC/KBQsWsCVLlliRXZFhFh/RjRs3lqIdfUjGETV0t0yEAQLKESjdtm3bsmFsHIMgt8KQgCwfug1OEpAO4Jxs06YNO+KIIxjIwHh4iJQfE4IrZBAppOeffz4vDd+gQYMSMUXGDZfsJLoYhPvl2YFmSkhVrd90PJszqZIBv7/55ptcudy4cWNNdyK46iAX3ydtMpG7xPEjFE2hSRoPGr8GAdfsbabE1mBiIrj+gAQCMYYNG8Zmz55dcixlhqft27fzIKnly5fX9NfN9Kk69y6OyyycVaL3H9YYF+QXYJBXgivkg44ereiAf/dJDlSdBVmmWmS+R8WJRo0aqYaw/j0t46GNgCJCOsZJs3KqzMgbp7eg8sOqVavYhx9+yN577z2e5Q7fEXjuRL8nbHCJXiNKuoM+PjP7EcHVbqdIH7TDTXAV6U/eoKSBCAFCgBAgBAiBfCNA+lO+94cxRgRXvS0i/VUPJ2EvF3uZw7Q1l4q+seOqdcKu0qlTpxKCpaqKmA85VWNUC8E1LvHXNddcw8aNG8fq1KnD4bL1GYr2GOOB0HfxxRertsLpd9imr7zySnbAAQfwYMqjjjoqNslgUW1pAUhp3/+ySl0qohTkzbN/Pk6+F154wTpx4NatW9l///d/c2J5tCHA9b777mPwnVRbI/21MDtO+llhtipeUDy7UTwB7/Vwk/lDRHGKiHtbvHgxa9++vRMqrv41eu85wV9zcdH1H1cUihYzILuHXXGIu/6MM85gIEIjEVFcK5LenyRelTA26WeVsIuFWAPpl4XYJnchZYXCxowZw/DnUhhDJR102RtuuIEhbunss8/mvI2AK6G6VvT7M888w8CFCCeKiytqIdJXf/nLX/J177LLLjYieE/IJRNCFocn45N89dVXPFnetm3b2GuvvcarfYJ8im+Pnj17Wq017iKZThRnh/YuRGRAIriaI0wEV3PMinpF0fRLIrganLQsCK6yj09VsK8vgmsYHpA5N23axJ599lkeSA/ZohllZXAOGTKE3XrrrWzPPfcUdok+JH0QxUwxMHUMolIVMnkMHjxYiAOMiiCxQqFo3bo1a9GiBatXr15sSXAfBFdkCINDcsWKFTVYi7ItixQg1+wkBrdTTdc8O9BMCamq9ZuOJzqTuJdAqt59991V00l/F2FeiQTX1atXl2XbNSWMW4NcARcWTaGpAMiLsASX7G22xNYAFyK4hk6ISaZekXHHV5Cai+MyC2eVjKSqk5UuzwRXmTFSh7jr68HjQh52lcHVAe86f9z1IoI5+quSFfmUySZhkihhDr5n5s2bx5o3b+5TPD4WvimHDh3KydDhptJPTQQhgqsJWj/2JX3QDrfIVaQ/eYGRBiEECAFCgBAgBIqBAOlPud8nIriqt4j0VzVGsT1c7GWOU/PLQZhElcIpU6aUDPfQQw+xbt26lfybLBAp7US4onVXC8EVa9+8eTPr168f97uHG/zMsJUEie1M/djBWDLbkI/Kb6ozKyJswBeNBI69e/cuCyYsqi0twCHt+1+GV1xwZyBrnv3zkDEpmy/GRXL5aIURzIn4iqlTp/J4jmpqpL8WYrdJPyvENukLKarGJCtaIEpeokt2U0nk+qyl954KYb3fi67/6K1S3qtoMQMy3XrAgAHskEMOcYWDvfXWW5ycEm2i77lonyLp/c5AVfgApJ9V+AbnY3mkX+ZjH1KRQhaPI9M/fQqFb+8+ffqwNWvW1AyL9yWST4F3UbduXaPpvvjiCzZw4ECe7CVoIm4EfhMVEPGRKMZVh9Zd8N///neG5HczZswouUQWuyXb5/Hjx/PCH0k0UWyZD+6PrayuBFdVUrXw949onVG9Fuf8tttuKznn0T66fIakKqISwdX2tBXvuqLpl0RwNThjaRNcZY5FvGSXLVsWm53SlNxpAENNV2TVAOEVJDJUBQOBQkZ4VSkG0YekTmZRlcwiRSKuMqypYzDO4Ygy8HAM7rXXXioxS373QcgD8RYvRSg34RbNPCIymqbhzIwCkmcHmikhVbXZpuMhA1v//v1LhvVBiBBVelMRCGyeKabr9Y2f6GwlSc5QyV+034um0BQN34LKa5O9zZXYGkBFBNfQoXn//fd5ANDatWtr/lWUpEKWwV3HAaJzRl0cl2k7q2SVb3UNK3kmuMoCF9NKXCLTPXGG0qgim5bxUOeeiPaRYSMzsNrMobpGRIjHNXFVZFHBFVU1ot92Se2n7DtbpZ+q1h7+nQiuJmj92Jf0QTvcIleR/uQFRhqEECAECAFCgBAoBgKkP+V+n4jgqt4i0l/VGMX2cLGXOU5dc7lucjxRAHRa9iTVWquJ4AoskIAP/r+oLQaJlBHg3qxZM+sKrvDnjx49mvuOwy2NvZ45cyYPWIw2rAkkw0qxpQXrSPv+FyW3hCywg914442xVVjy7J/HGpKy+cJeCxL/5ZdfLnwMTZ48mcd4JFnBRvX8S/t30l/TRtxqPtLPrGDL70UmgfmidykS4iMmzfVZ5fqspfeenzNWVF+in9UzVrSYAdG3FirAL1y4kLVs2dIZFhGpHYOKCBLRyYqk9zsDVeEDkH5W4Rucj+WRfpmPfUhNCtiErr766pL50ohbEhEgde0WInBkepNIPxYVavBB6nXVoU02XRTnJItzlBFiffANZDKLsNCNwzTBQbcvEVx1kfqxHxFczTEr6hVF0y+J4Gpw0tImuIrICxBX5yVrQ0YzgELYFcSBlStX8pLmr7zySlkfGNgmTJjAateuXfab6CGpU00rTmZTcqApwfWee+5hgwYNKhNh9uzZ3AlZq1YtY0hFBkDdDA3hyUTk1XAWP5GipyIhGy9G84I8O9CyJmiKCM9xJG1NyLkTO/rBoiIQ2DxTssZPJLNOggBdHCu9X9EUmkrfjxyszzR7my9ia7B0IriGDoEsCUo0MEikS/rK6gtxXByXaTurRLoR1qCb3CPPBFesQ0ZiTCMgR5b0xedZi3sGpmk8tHkWy84ektGMGzeO1alTx2ZYrWsQJAGHJ5yq4aZytIqyKOL6aMIcLSE0OhHBVQOkjLqQPugMPOlPzhDSAIQAIUAIEAKEQLEQIP0p9/tFBNf4LSL91cMRdrGXeZieD/Hpp5/ySoQrVqyoGVIUXCSyJyX17W+6tmojuCKBHQiJCMiLtsCGdOutt7Jf/epXJT+rfHtBZ1HiW/yWZLVeEXkHc6rsUkW0pQU4p3n/y5Ie6gao5tk/DzyTtPnu3LmTDR8+nCGWJNp++tOfskWLFrFjjjnG9LFV2P6kv+Z+60g/y/0W2QkoijeLJigQvUtV71ETaVyftfTeM0E7vm+R9R9XFIoUMyBLqK1DPtXFSeYz1b33i6T362JSjf1IP6vGXU91zaRfpgp3PiZbt24d69KlC7cZhluSdkCZ3cKVpyBKBtGxY0f2wAMPsEaNGvHlyYiwPuxgrjq07omQEVbjCKQiXoCuDqErV7gfEVznM1QkDhpVcP3xdCRVcdbmnNI13yNQNP2SCK4GJzdNgiuIC3BU3XDDDWUS6mRjsyGjGUAR23Xr1q08kBoE1XDr3LkzVyIaNGhQdr2IXKqTXVQmiCwrVdyYJgRXmfKgQz6WyQylCuRg/IWbDcFVZFQJK4YiQ2haJITo+vPsQMuaoPnee++xXr16MXxgBM2VoGlLILB5pmSN344dOzgJHY7IcNN5hsY95IIPIJBFmjRpwo4++mh20EEHsZ/97GfsqKOOSpSo4us5rTNO0RQanTVRHycEdLO3+Sa2BkITwTWyfSJH1yWXXMKmTZvG9txzT9476SA1F8dlms4q2bsPGOlWs807wfWzzz5jl112GYPTKtySzoyGb5ZJkyaxUaNGWX2zOD2Vfrg4LeOhrayy84dgs3nz5rFTTjnFdmjldRgf1Qii1T9UxG6ZzEmdp+3bt/MEQcuXLy9ZE+Tv2bOncp06HaiCqw5K5X1IH7TDLXQV6U/OENIAhAAhQAgQAoRAsRAg/Sn3+0UE1/gtIv3VwxF2sZd5mJ4PoRPEJQoycw0w8yU/xqk2givWLEsih32Bfx2VJ2wJriLSM+Y899xz2axZs9g+++zjc/v4WE899RTr3r27N7tUnm1pAXhp3v9IkgwfcjQ4VTdWIc/+eeCZtM0X9xPwe+edd8rOPhIETJ06ldWrV8/7fZHHAUl/zeOulMhE+lnut8hOQJ0kxTq+YLvZv7/K9VlL7z0X9EuvLaIv0dfqixQzIKuuqhtvoIuZLLG1TqxbkfR+XTyqsR/pZ9W466mumfTLVOHOx2SyJA1JxQBh1bLvbl27hQw5HZtmkoliXHVo3RMhi32P45NAtk6dOpXZ4saPH8/j+nbZZRfd6bX6ib4H4nhCWoM6dKIKrubgUQVXc8yKekXR9EsiuBqctDQJrnjR9O3bl6F6Trgdd9xx7MEHH2QHHnhgrOQmZDQ4Oj///HP2pz/9iW3YsIHhgxz/e8UVV7DevXsbIPRjV9NKpKKHpAvhUmQMVDlmTQiuUIAQhL106dISfMaMGcPwJ3gQKHGUZbK1IbhiMtEeBBlX1q9fX5aRRccQolyERYc8O9CyJmjKPixcyN8yg5sqy7PJMyU4Blnjh2cbKqPh3Ieby7MF48gMgiqyiMXtkeklRVNoMgWr8ifXyd6WFLE1QJcIrpFzpjLGiPRW3eztukfaxXGZprNKRvIzMZrlneAq0/3w70OGDOGJcwLis+7+6vRbtWoV69+/f9k3y4knnshQUbhZs2Y6wzj1Sct46CKkLODsvPPOYzNnzmSNGzd2GV54LYKzBgwYwNauXVvyu24VAtmZHzZsGD9PdevW9SYzEiPh2ypMxD344IN5kpJWrVp5mYcIrnYwkj5oh9sPV5H+5AQfXUwIEAKEACFACBQTAdKfcr9vRHCVbxHpr56Or4u9zJMIfBgVIULk8zGxlfmUVTRWNRJcgYPIRoJ/h60NJNTFixeXwKXy7QWdZaRn/H7XXXfxZLE2vm3ZOYDtGsmwkSg23OCrh72nQ4cOsUeoiLY0LCit+3/btm0c3+h5gAy6BIs8++exjqRtvrgnpkyZwq688krhWQSpHLE6Pu+LpJ+btuOT/mqLXCrXkX6WCszZTKIKzJfFuug+53VW5fqspfeeDsr6fYqq/+ivUNyzKDEDMn1aN47XBKdPPvmE6yErV64suUwn1q1oer8JLtXUl/Szatrt1NdK+mXqkOdnQlkCBRRhQ1GuXXfd1Zuw0HVvvPFGBk5CtPmwQ6kKfoiInr5iu111aF2QRbZdXIsYQOC6++67lw0lKy6AODHo7rAv+moy29/111/PEJ/lm0yrI7eM4Ap7JORFwbF3332Xbdy4kRdb+Prrr9lJJ51UM/QLL7wQi1H4+0dEDqcKrj/uElVw1Tmx6fYpmn5JBFeD85EWwfXjjz9mQ4cOLauAClF1MymYkNFkhjGXF/rTTz9d5pyKI2qKAo6xXgTG46PdpMkqSak+9E0IrkkYWGROS1uCq4jk27FjR57lF39XX311Day+A8hN9ivPDrSsCZrA8Z577uGO5XCzNZDFVYZWOcFNnimBrHnA75lnnmEIyohWLrP9UMLz8u677+bV0KLNpzPB5B5Kqm/RFJqkcKBxOQJx2duSJrYGW0AEV8FhFL0j8IwaOHAgEz23oxVeXc+3i+MyCV1KtJ633nqLv0ejJD9TPbMIBFeZ8QhrnTBhArvmmmu8GiRlBErMZ/uetTmTaRkPbWQLrokz3iZBQN66dSsPcsP3RbTpGqdlCT1g+EPykKuuusrLedqyZQu/R6OJg3w/r4jganeCSR+0w+2Hq0h/coKPLiYECAFCgBAgBIqJAOlPud83IrjKt4j0V0/H18Ve5kkEPowogephhx3GCYctW7YUEvECu6JPOWzHqlaCa5wNSYSlyrcXvkbkN8bvCHKbM2cOa9eune12lVz37bff8kC70aNHl43Xo0cPnuytQYMGsXMV0ZaGBaVx/wObSZMmMdj4os2kIm+e/fNYVxo23zh7Onzx9913H8Nzs9Ib6a+53mHSz3K9Pe7CiWJZgqIFQdGF5cuX10ykinkzlcj1WUvvPVPE4/sXVf9xRaEoMQMywohLbK0MO8T2gWgE32a06cSlFUnvdz0/lXo96WeVurO5WBfpl7nYhmyEkBXgQgzQnXfeyYuh+UjyhPhqFHEbPHhwWcy2r2IJonimQFdu0qRJWVEkVXE0kx1x1aF15orTC1X2W1EsKeYE9vjtkEMO0REhtg/2GN8CKGQQbj5xNhES8uzcuZNBr4Q9Mki4B3lQvOGzzz4rGS4gp0K/CxNcZ8yYEWsHQvIR6GhoRHCN3yEiuJqc4HT6Fk2/JIKrwblIg+CK7AAjR45kTz31VJlkp512Gicm7rvvvkqpTcloIkKqbdYG2Yd2XOYIGcHVxnkgqySlCrQ3IbjKyr8jkPy2224zrmgURxCwJbhiH2D8vOWWW2rOCyq34cUBhwzOUtB8B5ArD2ioQ54daHkgaILwDkXwueeeK4HVhgwhuzcwsMoJbvpMwZh5wE/mnLR12MvuVd/OBJN7KKm+RVNoksKBxmWy7G1pEVuDLSCCq+Awip7NgS6CbGX9+vUrucomcUjcPeDiuEzaWQXjxZo1a3jSmDfeeKNsGRdffDGbOnUqq1evntZtXgSCKxYie9fDaINEOTAg+si698EHH3Bso6REyKAbqKYFvEanNIyHGmIou8Tp+whIw5+PKruff/45N9jNmjWrTCYTY3FcUg8MfO2117JRo0axvffeW7l2WQfouSDKiqp54FsFFW59NSK42iFJ+qAdboyR/mSNHF1ICBAChAAhQAgUHAHSn3K/gURwFW8R2f88Hl0Xe5lHMfhQskCSbt268e9xEA2DJgrK8S2PyXjVSnAFRps3b+Z2Xdi8VE3l2wtfH2frgT8eAXKHH364asrY3+OCGHWrtwYTFM2WJrvnfN5bSOYLGy+SGUabKb559s9jbWnZfDEPkq3D3h1tw4YNY7feeqtx3IfTTZTBxaS/ZgC63pSkn+nhVOheIsJcULQAPuBOnTqVkALg50AlLB/EAx/P2qT13mp67xVZ/3G9CYsSMyArroBkw0gy4ruJKs9hDp34zqLp/b6xq4TxSD+rhF3M5RpIv8zltqQrFHgp3bt3LyOeIpb63nvvZeCouOqacTHqKg6HLhqiom6wiyxbtowTOBFvH04UE+jYjRo10p1C2i9pe0WcbS2cvFAmoIxvgP6wUU2cOJG1b9+e1apVywqL7777js2bN48NHz6cIT4t3JKKF8Sc4AH85S9/YV9++SVDsRPokOvXr2eofP/6668brQWx/nPnzmV//vOfSwiuJoMQwTUeLSK4mpymdPoWTb8kgqvBuUiS4IrsAciOMHbs2LKHPkQ0JWOZktFkFXo6d+7Mpk+fzufXbTIFJS6LlIzgijlNZHjxxRfZFVdcUUZk0CEHmxBcReRRyAoCKcgjp59+ui5cvOS5jNSMQU444QT+MjXZg2BykYEFlSdRxSxM9tDJ8KW9IMOOeXag5YGgGWd4uvnmmzmxAFlGVE12bwTXqZzgps8UjJsH/CCH7MMMSiaeb7jHdD7M4sg8qsw4qv3J4+9FU2jyiGGFyBTN3pY2sTWAkQiuggOFjF14D0yZMqXmVzzb7r//fq5Xhv/dtvp33Dl2cVwm6ayCXnv77bczZNaKVvDGemwSqBSF4AodFRn8cS5EDcRHEClh2LNpKuIwjGkwZLVq1cpmeKtrkjYeWgkluQjYQBcXnUsYWBEwhWyCti3uu8I0yA0y4BsVRkk8U0QNhuFf/OIX7IILLtAmi2McfFfj+wPfvtAxo+2yyy7jSYN8EH6DsYnganeqSB+0w40xRvqTNXR0ISFACBAC2SAQdfjaJJbLRnKaNW8IkP6Utx0pk4cIruItIv3V49F1sZd5FIMPJarcg+R4IG0NGjSI+wqDlkTlIZf1VDPBFbghUB62IpENKYyryrcX3YO4ipWwK6PyKnzcOj6z6Nio3Irzf/XVVwtjHWzIgkWzpSV1/wNbJEIGqemVV14R3logvV5zzTXayQ3z7J/HAtOy+QJbYIek4dEGe6rvJHwuz8WkriX9NSlknccl/cwZwvwPAJ8bfCF4fgcNzx4kl8XzPvzviEV75JFHWJs2bbwtzPVZS+89b1tRMlDR9B9XFIoQMyCKycC6Tz31VK7/Nm3a1BWGcuPFF1+wgQMHssWLF5f8pvssKJre7x3Agg9I+lnBNzC/4pN+md+9SU2yuMqg4CcgqdaFF16obVsICw7d9sknn2RXXnmlMA7o/PPP58n2XJLoh+d7+eWXWdeuXRliBIOGuKAzzzyTYa7wv8PehWR/Nvau6Oa46tBxm41YKsR7jhkzRmhbg+0Cv+2yyy6xZ0YWLx9chKIg1113Hfv5z3+uTXTF/sLWjAqmohgyG+6M7sGHXgM7qagIh+4Y4X5B0TnE2IUruJqMRQTXeLSI4GpymtLpWzT9kgiuBufCF8EVhnI4pLZs2cIzByBTBB680WwGYQOWaQl4UzJaHIkOD+Jx48YxZC2oU6eOFDEoP6i+c9NNN5VluUS2KlQR2meffYTXxxFccQFkQMA3nGqiqlN/+9vfGLJ7iAjCus4HE4IrZMKe9e7du8y5qEuaU5GaA6BcMrvixS4yeIQ3IQnCi8FtJXVQ+a4yZyJT0DcvBM04wxPOIBTXQw89VKiAx90bYUxUTnDTZwrGzgt+eOZCsccHWLTh+YAKZCBSQMkWNVz/7LPPcrKQjyqANmcxi2uKptBkgVEVzBnO3pYVsTWAmQiukgMnSmbxu9/9jqGCKyqYBk3XyGFyrl0cl76cVd988w3XxT766CMelAe9GpjIgr9Mk8YEeBSF4Ap58e5HsBNIvqJ27LHHct0eCWBMqrlu27aNB7nJiMMNGzbkiSN69uzpxSioexaTNB7qyqDbDzoFghXw3SE6oyCM4lsKhFGdBCbBvCp9D/oOngEw2JrsOcaPq5YRzI+9Rya+s88+mx199NHsP/7jP9hPfvKTGlhwn0KfhR71+OOPsyVLlgirIuACGwK6Dv5EcNVBqbwP6YNWuJH+ZAUbXUQIZIsA7KKw0SLT66WXXpqtMDS7FwRs9jQcQAj9ydQe70VwGqTwCJD+lPstJIJr+RaR/ur52LrYyzyLwpAIDUFH+CYOGhJ+ooIr/CJBw3sPgdPI3p+XVu0E17iAw/AeqXx7ov2Ms/XgLIAEjYRnBxxwgPZxQNVZ+OFkSdJ0ElGLJiuaLc3H/Q89FjEEsB2iIsXq1au5rV+UJC7AzCY5CxFcfzxxcdVNbM+u9s2Tg46kv+ZgE0g/y+UmpCXU22+/zf0reD8HDYlqUU1o0aJFNf+mU7XRVGZX/xq990wR1+tfNP1Hb1XyXkWIGRAlDsKKkoi/CCMFnzKSx0Sb7rxF0vtdz1GlXU/6WaXtaC7WQ/a/XGxDPoTYunUrt/0guZqogfyI4gmyeHTRNap4siSKJSBOCsnUZs+eXSMSqtO2aNGiJE5cp+qpyc646tDhuQIbEGIen3jiCV5cbcOGDUJxTjzxRP57s2bNlOJCn0R8H/Yxrp188sncToz//dnPfsaLZQQxZYFsqJC6cuVKXsQA8ZiyZpp4TbmIUAcZd0tnDMSzgYODc9C8eXN2+OGHc5vnwQcfzFA0LExwbdu2bWxxB5zzoFosEVzj0SeCq87pTLdP0fRLIrganA+Xh6TBNCVd8cIAKWvw4MFGwcg2ZLQ4Eh2EAiEAQcutW7dmBx10UI2cmzZtYuvWreMvWFQ4jDYdIoGK4BqMecQRR/AXKgLzUdEHMoO8AWKtaG5cp/viNCW4xuGFfTvnnHO4IfLII4+seel99tlnvGIrMpVA5iipuWXLlnyfwyQ6rHnBggVcYTRtoox/0TF0DR+mc+v2lyl8ute79oOyDqOQiESQF4Im1qgiFyDwoEOHDuyoo45iu+22G4Ni+cILL0jvyyhuKie4zTMlT/hBuUSGS2TaFTXcs8AQJHpkpkGWG9zjUGJBwpA5jpMiYbieax/XF02h8bFmGqMMAWRvO/WHKmQrM8aHCK6SDdi+fTvPUgVip6zpZvI03WMXx6XMWWUqg0l/6KSobopMbaZZ2WQEV5P5Xfqq3tPRsVUkV/SHgQqJMjp16sT2228/4bfGV199xf70pz+xuXPn8neoLCFPVuRWrMOn8dBlj3SvVTmmMQ70/379+vFvLxhfa9euXTY8vk3xHYYAVGTwk30LuZBbg0kRTBet7KK7XpN+MADecccd7Pjjjze5TKsvEVy1YCrrRPqgFW6kP1nBRhcRAtkhEHa6IlutqHJPdtLRzDYI2O5ptHp9Eg53m/XQNcVCgPSn3O8XEVzLt4j0V8/H1sVe5lkUPhzsJrD9xFUCha0MtoUGDRokIYLVmFnYDsOCqpIPi3xmuB5+OQSc+WggjcI+hD2UNVObYTDOqlWrWP/+/WPtSTgXAwYM4H7H+vXrl4kA2xSC7lR2Q/jRkBQP8QU2rUi2tCxsyPANIGjRtAJKnv3zwbNLVEXD5z0WPo9xVZNhV0RQqGniQJvznsU1pL9mgbpyTtLPlBBVTgfdOEQElCNWzmdz9a/Re09/N+Li0kSjFEn/0UdB3DMLvd80ZgDfSvCThlsaSYJEBHjIYFLIpEh6v+tZqqTrST+rpN3MzVpIv8zNVuRDEFUsOqQE/wFFg2DnQkxY9NmERPdIyqKKWcJ7F3FAHTt2NI7VU6Glo4+OGDGCF1eLK+6mmif8exb2FOCPJL2oTqvbbSj8LQAAIABJREFUkDwPMZJInpN0wxz4A6cnqabiGIGcCl4T7KmBLTWo1LrXXnsJxYrupcrmFD5vRHCN32kiuCZ1J9iPWzT9kgiuBnuta1gyGDK2K17sEydO5BV8atWqZTSsDRkNE+A6VPyMc5aZCKKb7V708gExFeQyWaYQHTlADkY2Kx3lxJTgivlB7O3bt29s1lQdOdEHFSJQsQlV11AZK9xgcDjllFN0hyrpJzN4oFMaBheV0FkofGGZikJwhcwqw5MKa/w+cuRITt6E8hpuKie4zTMlTwRXrFVFctXBL9wHRsO7776bZ3WpxFY0haYS9yAHazqSMbY+B3JABCK4SjZCJ5lFUkFqLgF7aTurYFhAIBWqVJiSWwG9jlEsyXtF9Z4WzY1vFwQ3wVAXF8QYXBvORPbdd9+xjRs3SoPcwvOh6ujkyZMZDEM22Lri5uqAd53f5no4pnGm8J0iIw2Hx0UgYThIDWTWuKoNwbUwckLnw/eKawAW5kQFWBink2hI1IKqwzZJfXTkIYKrDkrlfUgftMKN9Ccr2OgiQiB9BPA+RvI5VDUL3qs2Olf6ktOMMgR87CkqZPXq1Yt9+umnfBokL5w5c2auCD90AvKNAOlP+d4fxtj/Z+9OgCWpqsRxHxHBBoU/MijoIBrKpkILbuygMIiCbDb7OsMqi9A6IouAoCDgALIODc2IbLIKzRAKSAuCoCi7OKDOBMO44IYECBggyz9uzrz+vfe63qusellVebO+jCCc6c6899zv5Os+nVUnrwbX+VOkfq34tp3K87KKQymGSy/yTJ/7Tvbv+fT8KP2bfxDPdSZac7+fHY6Pow4NrimmyZru0u93W7+mZ8rphYmf+tSnSj3/S99ZSDsbjHxfoeyzqapeZpbLs7R+P0NOTZfpC4Tp8/5Ojzp/Pp/W0u9nvpPtmpxeIJp2SUkvSW7ioX6tZVbVZ7VMS++CSjt1p+8FTnR00szWSZRT/bPW33vltTttcE0j51L/lFdofWa/6/5OvzPw1FNPFc2to3dUTivZaKON4sILL4xUJ/TqmOx7yum7aunfee2O3Or+dusZlt9Xnw1Lpvu6TvVlX7nzmCz1Puy///5x1113tQ14ZBfMtPFSOkbvZDnZxZ2+VKJtIONOmGiX9dGnVf2imH4/T5nKhhOd1pOd+qfnUccdd1zsvffepXp0Oh1/9Pnp3x5HHHFEpE3k0nfo0iZW6b90j6UX86VnluNrp343uKZNRNLzo1Q/piPtFJv+nTd6U4vxtW+7GEcMetUw2uq7dO0afcvksVfxlpnbOa0FcqsvNbh2cCf3s8E1bfOevmBVZjvxVkvophltZJyqvrzcyZfdW/0hmf6g32CDDYoPVdMXzjo50txf/vKXizfYlW0O7qbBNcWUmnDTB4Cjd13tNNajjjqq+IssNeKm3UTTl91HH+mL6cmhm2Oy+7ZXDS+dxNnvgm98bDk1uKbY77333khvlem0CT0Vk4ccckixi2lqok733Oij3Yfg3fyZUrcG17Te9PNwzjnnFH8+lGkomeheTn9GpzGWXXbZTm73rM7NraDJClew3QhocJ1EbbKXWaTLyn7A0WlipvKFvX59WJX+/ttvv/2Kv/86fYv9aI9+f0g7Phft/p6eKHepUfU73/lOsf4yDZGd3gNT/TdLp/O1On+qH8BXEUM3Y6QPFNMD44MPPrjjuq7MfOltiunfk+nBXlVfUE1f9EoPf9P9WNX9lB7Gppf8pAee/X6bX9kHhWW8m3qOejD7zKqfsk+hBfRS4PLLLy8aGTt5NtLLeIw9dYEqctrqi+3nnntu8UW2qmqqqa/UCHUWUD/VOTtFbBpc652iRtSvU3le1qv0tNpxaGSutGN5+gw2fTmoTke/nh1OtOa6NLhO1nSXYu/2meHIuu+///74/Oc/HzfddFPl6U+fQafPvNMXzao4cniW1q9nyB/4wAciveQ7NVyW/R7E+BzU+fP5FOsgnvmmFz6mHXFbfbk33c/pxTdT+Yyhip+DXoyhfu2FaqPGbER9VveMpJdspc/bbr755pahHnnkkXH00UcXL7Kv8pjqn7X+3iufjW4aXNPoOdQ/5RVan9mvur/b7wz8+Mc/ji233HLey/BGVpG+Y5qaLHr9vHCiBvhOv++ZU90/1XuqCderz5qQRWuYREB9WaPb41e/+lXxXOib3/xm5VGlnV9PP/30WH311Ssfe2TAl156qfheVPp7udXRixdS9PN5SjJMG068733vm1LNkXY1Tf+eSC/nqOroxXfSphrboBtcy8SvwXWnMkzO6YFAbvWlBtcOboJeN7imD3hSQ2ba1j3tXDOVfwR304w2miJ9YHb99dcXu+jcfvvtHShF8UFV2iUyvSlqscUWK3XtRA2uabehThrS0hekUyNoejjU6QcM3Ta4pgWmQi8VAOmNXWV2yErXrLLKKkVjbFrjaKfvfve7kXYwGn10+mBiPPpEDzym0jhbKrElTupnwdcqnNwaXNMann322UhfrivbpDn+g85u7vVu/kypY4PryD2QivZU/F900UUdNbquu+66RXPwVD40LvFjUYtTcitoaoEmiF4KeMA1iW76e+GAAw6ICy64YL6zevVW3zTRVL6w1+sPq9LLTnbeeefiA+H0RqypHv36kHaiOKf6ZbX09rz0BZz0pbKpvOBhJL46/X041Q/gp3pvTPX69PObfnbPOOOMSppG078xDjvssOLflenlOb04Usz//u//XvwZkP7N2M2RfkZTU2v6OX3jG9/YzRAdXWMH14645p2sHuzOrUZXqZ9qlAyh1E+gVX031ZqrfqscroiqyumDDz5YND8//PDDBWBqcEkf7qcGIAeBdgLqp3ZCA/99Da4DT8GkATSifp3K87JepWeyl+OlF6qedNJJPXuG0O2aev3ssF1cdWlwTXGmz7PS85NWL76ton7t9DPHdnYjLzPbd999Y9q0ae1O7/j36/wsrZfPkFNTxoYbblh8B+LDH/7wlH9m6/z5fLopBvHMNzURpRymJtdWR/pcOf2ZOZXv8HR8w/fhAvVrH5DznqIR9VndUzDZF/PT7pDXXnttfPCDH6x8GVP9s9bfe+VT0m2D68gMda5/yiu0PrPXdf9UvjMw0c9mL38uxyulTWp23HHHuPPOO8f8Vjcx5Fb3T/Xeyvl69VnO2RN7CQH1ZQmkfp5S9YvuR14qkTZjSs+Ien3MnTs3Un9Fq76Nk08+uegnqfLf8f14npKaR9PuulU8/xnxT888HnnkkeK5R9p8LtUYnR4pt5tsskkceOCBseaaa8aCCy7Y6RA9PV+Da+e8dnDt3CzXK3KrLzW4dnCnVdngusYaa8SSSy4Z733ve4ttstdaa634+7//+8r+wO+mGa0VRdr1KTVvpr+U03/piz1pp9LRX4xPuwKlptb1118/1ltvvVh11VU7XsdkDa4jcT399NPx7W9/O6655prizZkjf8Emy/SWj49//OORvmxftql2/Hq7afobP8Yf/vCH+N73vhc33nhjUQz86Ec/mnfKaKfUwLrCCiu0dGr1dr5UGKTm2fGNr2Vv39/+9rdFI+2tt94675K6vJW5HwXfZE45NriOfoj5k5/8pHizctoWPr1xbaRQTz8XqcDddNNNIzU3jS4my/y8jTfr5s+UOje4jjdMPxt33313/Od//ueY5pLkmF44sM4660R6o0/asbXbtyGX/Xmty3m5FTR1cRNHzwQ84GpDO9HLLHr5JbWpfGGvqg+rUo2U6ulUV6d6MH357P3vf38svfTSlf553csPacv81FTxZbU0T6pVr7jiiuJFGT/96U/LTD3vnGSdHgqmpsTxtUVHA1V88lQ/gK84nK6HS//WSc2iaaf5Tl8wlCZNDzjTbsUbbLBBT748ONHCnnrqqXjooYcivcE4NYP8+te/jrTbweiHoemhdfrZTP/+SD+nqa56xzve0fG/GbvGjSje2JheUjL6sINre1H1YHujmp+hfqp5goQ3WIGqmiEHuwqzjxaoKqfpy2up0efwww+fN3x6oVD6tV40achiswTUT7XPpwbXeqeoEfXrVJ6X9So96Ytq6UtladeE8cfVV19dvCSrbkdVzw67XVedGlzTGubMmVM03Y3/sl5VzwzTHMk8vdSjm+eG6fr00rX03HCHHXYontX2+qjjs7SqniGnRoz03Yt3vvOdxe7K6Vls+j5JlbVonT+fT/fOoJ75pvsqfVGz1a4m6dnmZZddVnwXpkmH+rVJ2ezJWhpRn/VEpuJBJ9olcqqbIUwW5lT/rPX3XvmbYKoNriMz1bH+Ka/Q+syq6v5efGdgot2Ve/lzOV5psgb4bnd3zq3un+o9luP16rMcsybmDgTUlx1g9fPU9CKE9Pyp2+8specYaVO03XbbrZKNKMqu/cknnyzmTX0lo49uXgZRZs4qn6eMfJfqTW96U/Fdx7RTa3omucQSS5QJpetzXnzxxeK7XekFGv/xH/9R9B2k+mB0v0safKTnJW2wleJL/9vr2LpeVESxmV5qaE4bgKSj3XfCxucy9WCkXXMnOkb/+6fds+OJxrCDqx1cp3KPT+Xa3OpLDa5TybZrKxPopuGussmHYKBWb/TqZcPLEJBmu8SJGvXTB3LbbbddtusSePUCuRU01QsYsWYCHnDVLCHCyVtg/EtsfvGLX8zXlJhe8pAahdNb19IDnNRIvOiii+a98AyiT2/N+/3vf180jKaHZ+nlQqmWTy8bGTnSQ8Q3v/nNxQPE9KKkuj9EzIBdiBMIqAezvzXUT9mn0AJ6KVBVM2QvYzR2ZwJV5nT8i96m+vLBzlbi7JwF1E+1z54G13qnSP1a7/yIbkgE0nPD3/3ud8VLYdPzqfQlt/Qi5fvuu2+ewEgDQXqBWXqR2SBeZjYSjGdpQ3JjWmbPBNSvPaNtysDqs6Zk0joaJaD+aVQ6B7aY3Or+gUENYGL12QDQTdlPAfVlP7W7mCvVGWkDtHvuuad4NpQ2YErPicY3P6bvlL3tbW8rvrOU/ksvPltooYW6mNElBKoRGLYG15133jne8573TAnvtttuKzYeHH2klz6nDRuncqSNMtJOwaOP9P+njfocgxHIrb7U4DqY+8Ss4wQ0uPb2lmi1q1td38rcWwmjp7c777///nHRRReNwWj39hFywyeQW0EzfBkauhV7wDV0KbdgAgQIEBi0gHpw0BmY8vzqpykTGqDJAlU2QzbZKae1VZnTVrsj7LrrrnHGGWfEYostlhOLWPssoH7qM3jn02lw7dysn1eoX/upbS4CBAgQIBAR6le3QRsB9ZlbhAABAgQI9FlAfdZncNP1W0B92W9x8xEYEoEcGlzTSwRTk+ett95aZKXdLrMjqWv1GXhuadXgOtiM5VZfanAd7P1i9v8T0ODau1vh2WefjfRGhQsuuGDeJBtttFFceOGFscwyy/RuYiNXInDcccfF3Llzix26VlxxxVhhhRXiXe96Vyy55JJdjd9qN9/3ve99kXZwfec739nVmC5qpkBuBU0zs2BVowQ84HI7ECBAgACBPguoB/sMXv106qfqTY3YIIEqmyEbxJL1UqrOaXoz9YwZMyI9S0tH2qksvTBuiy22yNpJ8L0VUD/11reC0TW4VoDYwyHUrz3ENTQBAgQIEGgloH51X7QRUJ+5RQgQIECAQJ8F1Gd9BjddvwXUl/0WNx+BIRHoZYNr2tk49XIceeSRheb06dPj8ssvL3o6yh5pjPRZ9i677DLvkvQ59OzZs2PxxRefdBgNrmWVnTeRQG71pQZX93ItBDS49i4NP/7xj2PLLbeMxx9/fN4kJ598csycObPVGzl7F4iRuxJo9bNxyimnFPnr5mhV6JQtkrqZzzX5CuRW0OQrLfKSAh5wlYRyGgECBAgQqEpAPViV5MDGUT8NjN7EOQhU3QyZw5qbHmPVOW310sBtttkmZs2aFUsssUTTOa2vSwH1U5dw/btMg2v/rLuZSf3ajZprCBAgQIDAFATUr1PAG45L1WfDkWerJECAAIEaCajPapQMofRCQH3ZC1VjEiAQVTS4rrXWWvH000/Hyy+/XDSdLrDAAsX/nfpwDj744LjrrrsK6VabiqXdWQ888MB45plnis3G3vrWt47JygMPPBDXX399/OUvf5n366kP5IQTToiFFlpo0gxqcHWDT1Ugt/pSg+tUM+76SgQ0uFbCON8gL774Yhx99NFx/PHHz/u9lVdeOa688sp497vf3ZtJjVqpQHrLx/bbbz9mzK222irOP//8jr9M95vf/KZ4+8ctt9wyZjwNz5WmrDGD5VbQNAbeQiYS8IDLvUGAAAECBPosoB7sM3j106mfqjc1YoMEqm6GbBBNtkvpRU6/9a1vxSc/+cl5JmkX12uuuSY23HDDbJ0E3lsB9VNvfSsYXYNrBYg9HEL92kNcQxMgQIAAgVYC6lf3RRsB9ZlbhAABAgQI9FlAfdZncNP1W0B92W9x8xEYEoEqGlw/8IEPxKGHHhqnnnrqpGqtNhV77rnn4qCDDip2ZC17XH311bH11lu3PX3OnDlx9tlntz2vLif88Y9/jPvuu29MOBdffHHstNNOdQlx6OLIrb7U4Dp0t2g9F6zBtfq8pO3Mv/nNb8a+++475o0Pn/70p+Okk06KhRdeuPpJjVi5wIMPPhipGPrlL385ZuwLLrigaFZNbwgpc/z5z38uCq/zzjtvzOmp4fmyyy6LVVddtcwwzhkigdwKmiFKzbAu1QOuYc28dRMgQIDAwATUgwOjr2pi9VNVkkMwTnrz6K9+9au4+eab4wc/+EE88sgj8aMf/WjeyldbbbVYccUVI721NDX2rbDCCrHgggt2LDP+g6WRAbr9QGOi8dIa1l577THxdftm049+9KORrl1yySXHjDf+Web06dMjvaQsOY0c6Q2vN954Y3z729+O9FbWkQ9ylltuueLFc+uvv35sttlmXXtOloD00rtf/OIXMXfu3Ljzzjvj5z//+ZgPktZYY41YaaWVYp111omNNtooll122dLPmEbPm8bdbrvtivWNHK0syt4srcabKAdV57RVjI899ljsuOOOheHI4dlq2WwO53nqp9rnXYNrvVOkfq13fkRHgAABAg0UUL82MKnVLkl9Vq2n0QgQIECAQFsB9VlbIifkLaC+zDt/oidQW4EqGlzT9wtmzZpV9N1Mdkz03YavfOUrcfjhh5cy2mabbYq5llhiiVLn53RSq8/wu/0+SE7rrnOsudWXGlzrfDcNUWwaXLtP9q9//evi4qWXXrr4cmH6Alv68tU555xT/OU3ejvzZZZZJq699tr44Ac/2P2EruyrwLPPPhsHHHBApIbW0UfaMWK//fYr3viR8jrRkb6kmr6El37GbrrppvlOS9vbf/azn+3qi6l9hTBZ3wVyK2j6DmTCfgt4wNVvcfMRIECAwNALqAezvwXUT9mnsPcLeP7554um1hNPPDFuv/320hOussoqxbOE9EKuRRddtPR1w9LgmlzTG1ePPfbYorG03bHuuuvGUUcdFR/5yEe6ajIdPX56jnTVVVfFySefHD/96U/bTT3v91MMn//854tm105eitf0BtcXXnhhvjf1ppfFXXnllUWTsoPAeAH1U+3vCQ2u9U6R+rXe+REdAQIECDRQQP3awKRWuyT1WbWeRiNAgAABAm0F1GdtiZyQt4D6Mu/8iZ5AbQWqanBNLwHfeOONx/TejCw69W184QtfKPo2Wn2enl6Gvf3227c1+qd/+qc47rjjir6fJh4aXOuX1dzqSw2u9buHhjIiDa7dp/273/1u8ZdpmSO9GeKYY47RzFgGq0bn3HHHHcXW7KlxefyRCqa0e0racSPtwvqa17ymOOW3v/1t3H///XHddddN+GXKLbbYomiCftOb3lSj1QqlLgK5FTR1cRNHzwQ84OoZrYEJECBAgEBrAfVg9neG+in7FPZ2AemZwZFHHhnXX3991xN94AMfiK997Wux5pprRos/M+YbdxgaXJdaaqnC9eyzz+7YdSofZr3yyitxyy23FM2YP/nJTzqee+SCtKPsV7/61WJ31zJH0xtck8G3vvWt+OQnPzmG45RTTomZM2eWIXLOkAmon2qfcA2u9U6R+rXe+REdAQIECDRQQP3awKRWuyT1WbWeRiNAgAABAm0F1GdtiZyQt4D6Mu/8iZ5AbQWqanBNm8o98MADxWZzo4/Um/Gud71r0h1X//SnP8VDDz0Uf/vb34r/TS9SHn2ssMIKsfrqq8eyyy475Zde1zYRAqulQG71pQbXWt5GwxeUBtfucz7Z2yJGj5q2Tk9bfL/tbW/rfjJXDkQgfUnxm9/8ZrHt/egdeacSTNre/tRTT423vOUtUxnGtQ0WyK2gaXAqLO1/BTzgcicQIECAAIE+C6gH+wxe/XTqp+pNGzFiesZwzTXXxGc+85mWL9LqdJFveMMbIjX7pRdzLbjggpNe3vQG1/PPPz/+7d/+ravm1hG4TTfdNM4666xYbrnlSqcifcB2zjnnRHqxXRXPjVZcccWicfmjH/1o28blYWhwfeSRR2LbbbcdsyNu2r149uzZsfjii5fOkxOHQ0D9VPs8a3Ctd4rUr/XOj+gIECBAoIEC6tcGJrXaJanPqvU0GgECBAgQaCugPmtL5IS8BdSXeedP9ARqK5C+A/H000/Pa0xdYIEFis9x0/86CAy7QG71pQbXYb9ja7J+Da7dJ6LVF8nGj5a+mHbuuefGeuut1/1ErhyoQCq+brzxxjj44IMn3JG1TIBpx9cDDzyw2NEj/d8OAhMJ5FbQyGTjBTzganyKLZAAAQIE6iagHqxbRjqOR/3UMVnzL0jPFi6//PLYf//9489//nPLBX/oQx+KTTbZJNLurIsuumjxhtH77rsvbrrpppg7d27La9LzhdRgucMOO0zaEDnIBtc093PPPTcv/rQr59577z1mPalBNDX+jj4m+vBr/LPM5ZdfPlZZZZVit8/Rx7rrrht77LFH8UxuscUWixRHemNrepFZajRu1ZC6xRZbxKxZs+JNb3pT25syNbemF5ileCZqbt1www1j4403jtVWWy3S22WfffbZYpfXG264Ie66666Wc6QG22984xux/vrrTxrDIBtcq87pRAt96qmnYs8994yrrrpq3ikp3+n/X3XVVdvmyAnDJaB+qn2+NbjWO0Xq13rnR3QECBAg0EAB9WsDk1rtktRn1XoajQABAgQItBVQn7UlckLeAurLvPMnegIECBDIUCC3+lKDa4Y3WRND1uDafVb/+Mc/xo477hg333xzy0HSzq2nn356sa25I3+BJ554Ii644II444wzOtppJX3ZNO0u8bnPfS5WWmmltjtw5C9lBVMVyK2gmep6XV97AQ+4ap8iARIgQIBA0wTUg9lnVP2UfQqrX8Ddd99dPBt47LHH5ht8s802i6OPPrp4ftTqTaapOfbRRx+NY445Ji688ML5ri/TEDnIBtfxAV9yySWx8847j/nlY489No488shS8K2eZY6+MHl8+ctfjm222SYWXnjh+cZMnqlx+LDDDiuah8cfafz0crJ2u+LOmTMndtlll5bNrbvuumuR07e//e0tnwO9/PLLce+99xY5vf766+eLITU7f/3rX4+VV155QpNBNrhWndOJFvnSSy8V98VXvvKVMaekBuBk7CAwWkD9VPv7QYNrvVOkfq13fkRHgAABAg0UUL82MKnVLkl9Vq2n0QgQIECAQFsB9VlbIifkLaC+zDt/oidAgACBDAVyqy81uGZ4kzUxZA2u3Wf1+eefj+uuu67YNSDtupC+pJi+RJe+hLb77rvHBhtsENOmTet+AlfWUuCFF16I+++/P2699db44Q9/WOQ9fTFy5Ej3QNpNIu24ku6B9L9LLLFELdciqHoK5FbQ1FNRVBUKeMBVIaahCBAgQIBAGQH1YBmlWp+jfqp1evof3NNPPx0HHnhgy+bUL37xi3HIIYeUen6UnkOde+65ccQRR8zXVLnpppvG7NmzY+mll265wGFpcJ0+fXr867/+a6y55pptE/373/8+9tlnn0iNqqOP9FwnPet7//vfP+EYv/nNb4rm1ltuuWXMOeklZ2lX1912261tg2y6MO38evzxx8cJJ5ww31x77bVXMVbazbfVMQwNrmndrRqiZ86cWZgttNBCbfPshOERUD/VPtcaXOudIvVrvfMjOgIECBBooID6tYFJrXZJ6rNqPY1GgAABAgTaCqjP2hI5IW8B9WXe+RM9AQIECGQokFt9qcE1w5tMyAQIECBAoNcCuRU0vfYw/sAFPOAaeAoEQIAAAQLDJqAezD7j6qfsU1jtAiba6TM16H32s58t1Qg5EtGLL74YJ598crHD6PgjNb/uueeeLXcMHYYG1zI72Y43++///u9iN9k77rhjzG+lvBx33HET7gB7+umnx8EHHzzmmtTces4558QOO+zQMgcT3VXPPvts0eR89tlnzzdearTdeOONW146LA2uP/rRjwqD1Aw8cmyyySZx0UUXxd/93d9V+8NqtKwF1E+1T58G13qnSP1a7/yIjgABAgQaKKB+bWBSq12S+qxaT6MRIECAAIG2AuqztkROyFtAfZl3/kRPgAABAhkK5FZfanDN8CYTMgECBAgQ6LVAbgVNrz2MP3ABD7gGngIBECBAgMCwCagHs8+4+in7FFa3gNS8eMABB8QFF1wwZtB2O65OFsFEO8JutNFGxS6xyyyzzHyXD0OD65e+9KWi8XfBBRfsKIHf+ta34pOf/OSYa9JOsJdffnmsuOKK8431+OOPx6677ho333zzmN9rt+PqZEFNtCPs7rvvHmeeeWbLXVyHpcG11TpXWWWVuOKKK2KllVbqKNdObraA+qn2+dXgWu8UqV/rnR/RESBAgEADBdSvDUxqtUtSn1XraTQCBAgQINBWQH3WlsgJeQuoL/POn+gJECBAIEOB3OpLDa4Z3mQ2JkpiAAAgAElEQVRCJkCAAAECvRbIraDptYfxBy7gAdfAUyAAAgQIEBg2AfVg9hlXP2WfwuoW8LOf/Sy22WabePjhh8cMevXVV8fWW2/d9URz586NrbbaasyulmkH0WuuuSY23HDD+cZteoPryiuvHFdeeWW8+93v7th0oobViy++OHbaaaf5xmtln5qKr7322vjgBz/Y8fwjF5x//vnFDryjj8nWNSwNrk888USRhxtvvHGMzfe///1Yb731uvZ2YfME1E+1z6kG13qnSP1a7/yIjgABAgQaKKB+bWBSq12S+qxaT6MRIECAAIG2AuqztkROyFtAfZl3/kRPgAABAhkK5FZfanDN8CYTMgECBAgQ6LVAbgVNrz2MP3ABD7gGngIBECBAgMCwCagHs8+4+in7FFa3gLQL6Pbbbz9mwLXWWisuvfTSWG655bqe6Mknn4w99tijaGgdfRx//PFx2GGHzTdu0xtcP/3pT8dJJ50UCy+8cMemr7zyShx33HFx5JFHjrl25syZccIJJ8RCCy005te/8pWvxOGHHz7m12bMmBGzZ8+OxRdfvOP5Ry549NFHY4cddoi77rprzBiXXXZZbLfddvONOywNrs8991wcdNBBhe/oY6IG5K4T4MLsBdRPtU+hBtd6p0j9Wu/8iI4AAQIEGiigfm1gUqtdkvqsWk+jESBAgACBtgLqs7ZETshbQH2Zd/5ET4AAAQIZCuRWX2pwzfAmEzIBAgQIEOi1QG4FTa89jD9wAQ+4Bp4CARAgQIDAsAmoB7PPuPop+xRWt4AvfelLcdRRR40ZcJ999olTTz01pk2b1vVEqSnzmGOOKf4bfUw0dtMbXL/xjW/Errvu2rXnddddF1tsscWY6zfddNO46KKLYokllpj36xM5pjwfccQR0eLP79IxTdTIeeyxx87XfJsGHZYG14nMJ2rmLg3uxMYJqJ9qn1INrvVOkfq13vkRHQECBAg0UED92sCkVrsk9Vm1nkYjQIAAAQJtBdRnbYmckLeA+jLv/ImeAAECBDIUyK2+1OCa4U0mZAIECBAg0GuB3AqaXnsYf+ACHnANPAUCIECAAIFhE1APZp9x9VP2KaxmAb1uzLvkkkti5513HhPsRz/60Ui/vuSSS4759aY3uP7gBz+Itddeu+vE3XPPPfGJT3wiHn/88XljvO9974u0e+o73/nOeb/2xBNPxE477RQ33njjmLkm2mW104A6aYgelgbXZNjKZaLG307Nnd8cAfVT7XOpwbXeKVK/1js/oiNAgACBBgqoXxuY1GqXpD6r1tNoBAgQIECgrYD6rC2RE/IWUF/mnT/REyBAgECGArnVlxpcM7zJhEyAAAECBHotkFtB02sP4w9cwAOugadAAAQIECAwbALqwewzrn7KPoXVLOCpp56KPffcM6666qoxA1588cVFk+RUjzvuuCPWWWedMcOstdZacemll8Zyyy035teb3OA6ffr0uPzyy2PFFVfsmrRVs+gqq6wSV1xxRay00krzxn3sscdixx13jDvvvHPMXFNtsB0ZrFXT8owZM2L27Nmx+OKLj5lz2Btc99tvvzj55JPjta99bdd5d2GzBNRPtc+nBtd6p0j9Wu/8iI4AAQIEGiigfm1gUqtdkvqsWk+jESBAgACBtgLqs7ZETshbQH2Zd/5ET4AAAQIZCuRWX2pwzfAmEzIBAgQIEOi1QG4FTa89jD9wAQ+4Bp4CARAgQIDAsAmoB7PPuPop+xRWs4Be7/bZqsF1omZPDa6T57RVs2i6YnzjaqvzXv/618dNN90Ua6yxxpRvnE525R32Btd99tknTj311Jg2bdqU3Q3QDAH1U+3zqMG13ilSv9Y7P6IjQIAAgQYKqF8bmNRql6Q+q9bTaAQIECBAoK2A+qwtkRPyFlBf5p0/0RMgQIBAhgK51ZcaXDO8yYRMgAABAgR6LZBbQdNrD+MPXMADroGnQAAECBAgMGwC6sHsM65+yj6F1SxgogbXqnb71OD6v3n66Ec/GqkxdMkll+w6cVNpcK1iB9mRwDW4tk7hl770pTjqqKPG/KYG165v98ZeqH6qfWo1uNY7RerXeudHdAQIECDQQAH1awOTWu2S1GfVehqNAAECBAi0FVCftSVyQt4C6su88yd6AgQIEMhQILf6UoNrhjeZkAkQIECAQK8Fcitoeu1h/IELeMA18BQIgAABAgSGTUA9mH3G1U/Zp7CaBdjBtbVjqybOY489No488shS8OObHTfYYIOiwfXNb35zqetbnVR2Z9ay53UbiAbX1nIaXLu9o4brOvVT7fOtwbXeKVK/1js/oiNAgACBBgqoXxuY1GqXpD6r1tNoBAgQIECgrYD6rC2RE/IWUF/mnT/REyBAgECGArnVlxpcM7zJhEyAAAECBHotkFtB02sP4w9cwAOugadAAAQIECAwbALqwewzrn7KPoXVLOCpp56KPffcM6666qoxA1588cWx0047TXmS2267LdZff/0x42y00UZx6aWXxlJLLTXm1//617/GzJkzY9asWZXE8txzz8VBBx0Us2fPHjNemd1pq25wrWIH1VaNq63Gfeyxx2LHHXeMO++8s+N1l0n4hRdeGLvtttuYU9M9dNppp8Uiiywy5tfLxlxm3nTOI488Ettuu2389Kc/nXdJ2d1xp5rTdjG2anBN9/MJJ5wQCy20ULvL/f6QCKifap9oDa71TpH6td75ER0BAgQINFBA/drApFa7JPVZtZ5GI0CAAAECbQXUZ22JnJC3gPoy7/yJngABAgQyFMitvtTgmuFNJmQCBAgQINBrgdwKml57GH/gAh5wDTwFAiBAgACBYRNQD2afcfVT9imsZgETNZUef/zxcdhhh015klbNkJtuumlcdNFFscQSS4wZv+oG14l2px1Eg+vyyy9fNBGvuuqqXZvecccdsc4664y5vtXOsL3clfeVV16JY445pvhv9LHffvvFySefHK997WvH/HrVDa6tDOrc4NrJrr9d3xguzEpA/VT7dGlwrXeK1K/1zo/oCBAgQKCBAurXBia12iWpz6r1NBoBAgQIEGgroD5rS+SEvAXUl3nnT/QECBAgkKFAbvWlBtcMbzIhEyBAgACBXgvkVtD02sP4AxfwgGvgKRAAAQIECAybgHow+4yrn7JPYXULaLXz5D777BOnnnpqTJs2reuJXnrppTjyyCPjK1/5ypgxJhq76gbX3/72t8UutLfeeuuY+QfR4JoCmDNnTmy++eZde7ZqFt5ll13irLPOite//vXzxp3IMeX5iCOOiBZ/fpeO6S9/+Uvsv//+RYPy6GOiRs6qG1y/+93vxsYbbzxm7jo0uE5kfsoppxS7EjsIjAion2p/L2hwrXeK1K/1zo/oCBAgQKCBAurXBia12iWpz6r1NBoBAgQIEGgroD5rS+SEvAXUl3nnT/QECBAgkKFAbvWlBtcMbzIhEyBAgACBXgvkVtD02sP4AxfwgGvgKRAAAQIECAybgHow+4yrn7JPYXULuPzyy2P77bcfM+Baa60Vl156aSy33HJdT/SnP/0pUgPmDTfcMGaMiXaHnahJ8Bvf+EbsuuuuHcdxzz33xCc+8Yl4/PHHx1w7qAbXqTSYvvDCC3HooYcWTcejj4nGTE3Fhx9++JhzZ8yYEbNnz47FF1+8Y8uRC1o1rKbfu+yyy2K77babb9xW56+yyipxxRVXxEorrdRxHGn9n/nMZ8ZcV4cG14kafy+++OKiydpBYERA/VT7e0GDa71TpH6td35ER4AAAQINFFC/NjCp1S5JfVatp9EIECBAgEBbAfVZWyIn5C2gvsw7f6InQIAAgQwFcqsvNbhmeJMJmQABAgQI9Fogt4Km1x7GH7iAB1wDT4EACBAgQGDYBNSD2Wdc/ZR9CqtbwM9+9rPYZptt4uGHHx4z6FSb8+bOnRtbbbVVpOa/0cdNN90U//AP/zDfAiZq4pxod9B2Aueff37sueee8502qAbXjTbaKNIurMsss0y70Of7/UcffTR22GGHuOuuu+b9Xtq19ZprrokNN9xwvvNb2ad5UyPqeuut1/H8Ixe0Ml1++eXjqquuilVXXXW+cR977LHYcccd48477xzze2VyMH6wZ599Ng444IC44IILxvxWHRpcn3jiiaKR9cYbb5zyOrtOjguzEFA/1T5NGlzrnSL1a73zIzoCBAgQaKCA+rWBSa12Seqzaj2NRoAAAQIE2gqoz9oSOSFvAfVl3vkTPQECBAhkKJBbfanBNcObTMgECBAgQKDXArkVNL32MP7ABTzgGngKBECAAAECwyagHsw+4+qn7FNY3QImahzcdNNNix0/l1566Y4ne/rpp+PAAw8sGjpHH+2aPNOOpEcdddSYa9IusGeddVakhs6yx5NPPhl77LFH0QA6/ijTXHnJJZfEzjvvPObSThptW60jDdZN0/BLL70Up5xyShxyyCGlLdOutWnX25tvvnnMNXvttVexC+yiiy5alnLeeb/5zW+KHXlvueWWMdfuvvvuceaZZ7Ycc6LGz3POOSf22WefjmL48Y9/HFtuueV8O/LWocG11U6106dPj7Q78oorrtjROp3cbAH1U+3zq8G13ilSv9Y7P6IjQIAAgQYKqF8bmNRql6Q+q9bTaAQIECBAoK2A+qwtkRPyFlBf5p0/0RMgQIBAhgK51ZcaXDO8yYRMgAABAgR6LZBbQdNrD+MPXMADroGnQAAECBAgMGwC6sHsM65+yj6F1S5gzpw5RfPi+N1WU1NnaqxceOGFS0/44osvxsknnxyHHnrofNekX585c2a0+DOkODc1xO62225jrut059HJ5k8DD7LB9UMf+lB8/etfj5VXXrm05/e///3CJO2GOvo499xzix1qW1m+8sorcfrpp8fBBx883zxpB9SU6wUWWKB0DKkJOt0HZ5999nzXXH311bH11lu3HOu5556Lgw46qGiUHn1svvnmcd5558Ub3/jGUjH8/ve/Lxpi0306/qhDg+ttt90W66+//pjQUoP4RRddFEsssUSpNTppOATUT7XPswbXeqdI/Vrv/IiOAAECBBoooH5tYFKrXZL6rFpPoxEgQIAAgbYC6rO2RE7IW0B9mXf+RE+AAAECGQrkVl9qcM3wJhMyAQIECBDotUBuBU2vPYw/cAEPuAaeAgEQIECAwLAJqAezz7j6KfsUVruAiXZcTbN88YtfLJobp02b1nbS559/PlLj5RFHHDFfs+zaa69d7GD6tre9bcJx7rnnnvjEJz4x3y6dW2yxRbGL61ve8pZJY5hs/pELu21wTc2kp512WiyyyCJtHSbawTVdmBof01qWW265tuP88Ic/jE996lPxwAMPjDn3wx/+cNE8OZnHRDuupp1w0y6uqWl2wQUXbBtDano+/vjj44QTTpjv3G222SZmzZo1aRNnmuszn/nMfNemMdOvt2ue/t3vflfcf2m9rY6pNLh2ktPJoJLBvvvuO+aUww47LNJ98OpXv7qtsROGR0D9VPtca3Ctd4rUr/XOj+gIECBAoIEC6tcGJrXaJanPqvU0GgECBAgQaCugPmtL5IS8BdSXeedP9AQIECCQoUBu9aUG1wxvMiETIECAAIFeC+RW0PTaw/gDF/CAa+ApEAABAgQIDJuAejD7jKufsk9h9Qu4++67Y8aMGfPtFJpm2myzzeLoo4+O1VdfveXOn2nH0EcffTSOOeaYYhfW8UdqqkyNr9tvv/2kgT/55JOxxx57xDXXXDPfeR/4wAeKRsuPfOQj88WQdm1NzaAnnXRSXH/99fOuTbu/Pv7442PGKtPget1110Vqqh19pLHOOeecwqLd7qeTNbimMadPn17EmtbSqsk07ZiavL785S/Hn//85zFxJMvU7Dk+vlawE+3Mm87dddddi5y+/e1vb7kL7Msvvxz33ntvkdPRpiPzpAbdSy65JFLj8mTHj3/849hyyy3ny8NIDGn8Vk3Pqek67Q574oknxs9//vNiirT21Gj9hz/8Yd6UZRtcp5rTidb4wgsvFLsVp0be0Udq5t5pp52q/0E1YtYC6qfap0+Da71TpH6td35ER4AAAQINFFC/NjCp1S5JfVatp9EIECBAgEBbAfVZWyIn5C2gvsw7f6InQIAAgQwFcqsvNbhmeJMJmQABAgQI9Fogt4Km1x7GH7iAB1wDT4EACBAgQGDYBNSD2Wdc/ZR9CqtfQGpSvfzyy2P//fefr6lyZLYPfehDsckmm0RqNl100UXjb3/7W9x3331x0003xdy5c1sGlZoSjzzyyJg5c2apHUMna8pME6y44oqx4YYbxlvf+tZivocffjhuvfXW+RpzUwNoajDcdtttx8RVpsF1op1k00CrrbZaLLXUUsWYKYbUqLrEEkuMmaNdg+vIyausskpsvfXW8zxTg++dd94ZV155ZctG43Rd2kn1s5/9bCnL1PibGi9TPGkn1lZHstx4442Ldb3mNa+J1Fz7k5/8JG644Ya46667Wl7zhje8odiFdrvttmvZHDv6orSrbtrR9+STT57wpl1//fVjnXXWKRpYU8NoMrjjjjvmizmt/Zlnnikaf0eOsg2uU83pRMH/6U9/il122aXwGjlWXnnlIofvfve7q/9BNWLWAuqn2qdPg2u9U6R+rXd+REeAAAECDRRQvzYwqdUuSX1WrafRCBAgQIBAWwH1WVsiJ+QtoL7MO3+iJ0CAAIEMBXKrLzW4ZniTCZkAAQIECPRaILeCptcexh+4gAdcA0+BAAgQIEBg2ATUg9lnXP2UfQp7s4DU5Jp2T/3MZz4zYYNlJzOnhsW06+q+++5bqiEzjZ0aLA855JA4++yzO5lqzLmpEffrX/960aibGidHH2UaXNOur2mH05tvvnnSGNJOrKkpODXdjj5aNbim5sy0y2xq4O32SJYpNwsvvHDpIVKTa9p59vDDD5+wybX0YBGRdm495ZRTYquttmrb3DoybmpC/sd//McJG2bLzL/ffvsVzcRp7qOOOmreJWUbXKea04libNU4u/vuu8eZZ55ZNIE7CIwWUD/V/n7Q4FrvFKlf650f0REgQIBAAwXUrw1MarVLUp9V62k0AgQIECDQVkB91pbICXkLqC/zzp/oCRAgQCBDgdzqSw2uGd5kQiZAgAABAr0WyK2g6bWH8Qcu4AHXwFMgAAIECBAYNgH1YPYZVz9ln8LeLuD+++8vdl29/vrru54o7fL6ta99LdZcc83SjZAjk6XdRlMzZ2oK7fRIu5GedtppsdJKKxW7gHbT4Joafb/5zW8WjbkT7Xw6ElerhtlWDa4XX3xxbLDBBsVOtml3z06O1ECbdi1Nu70usMACnVxanJvWc8stt8Shhx5a7M7a7bHZZpvFV7/61cK20+ORRx6Jgw46qNjtt9MjxZ0adFPD9Hjbsg2uU83pRDHPmjWruE9GH7Nnz4499tij02U6fwgE1E+1T7IG13qnSP1a7/yIjgABAgQaKKB+bWBSq12S+qxaT6MRIECAAIG2AuqztkROyFtAfZl3/kRPgAABAhkK5FZf5tDg+nJEzIvz5Zdf7vgLUxneR0ImQIAAAQIDE0hfCh33hdr0cKHzb9gObAUmbqCAerCBSbUkAgQIEKivgHqwvrnpIDL1UwdYw3rq888/XzS4nnjiiR01Ra677rpx4IEHRmqGnDZtWtd86Tnv9773vTj22GPj9ttvbzvOG97whvjCF74Qe++997ydM7ttcE2TpZ1PzzvvvGLMtBPsREdqXN1pp53G/PZEDa7pvL/+9a/FjqqpYXWycdOAaU2pIXafffaJpZZaqq1BuxPS7rgXXHBBnHHGGfHzn/+83enzfj/l8uCDD47111+/9E68rQZP85977rlFA/Jjjz3Wdv7UJJ0anT/ykY/Mew7RbYPrVHM60XoOOOCAwnTkSLsHp+bot7/97W3X54ThElA/ZZFvDa71TpP6td75ER0BAgQINExA/dqwhPZmOeqz3rgalQABAgQItBRQn7kxhkBAfTkESbZEAgQIEKiPQI71ZQ4Nrs9ExKIjaX766aeLN7k7CBAgQIAAgd4IpN1rFltssdGDPxsRr+vNbEYlUEpAPViKyUkECBAgQKAaAfVgNY4DHkX9NOAE5DR9ajT95S9/GbfeemvxX2qMvO++++YtYbXVVou0w2janXSTTTaJZZddtqtdRicySfOnOW+88cZiF9IHHnhgXnNkmnv69OkxY8aMSI214/6t2vUOrqNj+Z//+Z+47LLLimbbtPvp+KbU1ICbdrsdfUzW4Dr6Ofa3v/3tuOaaa+Kuu+6at6Y11lgjVl999fj4xz/eck1V3DupeffBBx+M2267Lb7//e/Hww8/PKbhNcWQdmlNu6OmvL7pTW+q9KWSqck3rTnt5pp2wE07Bqe/W9Jz/fe+971FI+3mm28eKb8LLrjgpLZld3Cdak5buf/sZz+LbbbZpvAbOdK9cPTRR8erX/3qKlJljAYJqJ+ySKYG13qnSf1a7/yIjgABAgQaJqB+bVhCe7Mc9VlvXI1KgAABAgRaCqjP3BhDIKC+HIIkWyIBAgQI1Ecgx/oyhwbX/46I5UbS/Itf/CKWX375+mRdJAQIECBAoGEC6YvNK6ywwuhVpW1X3tawZVpOXgLqwbzyJVoCBAgQyFxAPZh5Av83fPVTI9JoEXUVKNPgWtfYxVVeYNasWbHvvvvOu2CZZZaJa6+9Nj74wQ+WH8SZQyOgfsoi1bdExAajIp0ZEV/LIvLhCFL9Ohx5tkoCBAgQqImA+rUmiah3GOqzeudHdAQIECDQMAH1WcMSajmtBNSX7gsCBAgQINBHgRzryxwaXG+LiHVH8vid73yn2CnAQYAAAQIECPRG4IYbboiPfexjowe/PSLW681sRiVQSkA9WIrJSQQIECBAoBoB9WA1jgMeRf004ASYvtkCGlybnd+0uieffDL22GOPYgfekWP33XePM888MxZddNHmA1hhxwLqp47JBnGBBtdBqJefU/1a3sqZBAgQIEBgygLq1ykTDsMA6rNhyLI1EiBAgEBtBNRntUmFQHonoL7sna2RCRAgQIDAfAI51pc5NLieFxF7jmifcMIJ8fnPf97tR4AAAQIECPRI4MQTT4xDDz109OizI2KvHk1nWAJlBNSDZZScQ4AAAQIEKhJQD1YEOdhh1E+D9Td7wwU0uDY8wRExd+7c2GqrreIvf/lLsdjXv/71RbPrhhtu2PzFW2FXAuqnrtj6fZEG136Ldzaf+rUzL2cTIECAAIEpCahfp8Q3LBerz4Yl09ZJgAABArUQUJ/VIg2C6K2A+rK3vkYnQIAAAQJjBHKsL3NocP1URJw9Ir355pvHnDlz3HoECBAgQIBAjwS22GKLuO6660aPvl9E/GuPpjMsgTIC6sEySs4hQIAAAQIVCagHK4Ic7DDqp8H6m73hAhpcm53g559/Pg455JA4/fTT5y101113jTPOOCMWW2yxZi/e6roWUD91TdfPCzW49lO787nUr52buYIAAQIECHQtoH7tmm6YLlSfDVO2rZUAAQIEBi6gPht4CgTQewH1Ze+NzUCAAAECBOYJ5Fhf5tDgOj0i7h9RXmSRReKZZ56JV70qh9D9dBAgQIAAgbwEXnnllXjd614Xzz333OjA3xsRD+S1EtE2TEA92LCEWg4BAgQI1FdAPVjf3HQYmfqpQzCnE+hEQINrJ1r5nfvggw/G9ttvHw8//HARvN1b88thvyNWP/VbvOv5noyI/2/U1TMj4mtdj+bCqgXUr1WLGo8AAQIECEwgoH51a5QUUJ+VhHIaAQIECBCYqoD6bKqCrs9EQH2ZSaKESYAAAQL5C+RaX+bSJfrfEbHcyG1y5ZVXxowZM/K/a6yAAAECBAjUTOCqq66KbbbZZnRUj0XE22oWpnCGU0A9OJx5t2oCBAgQ6LOAerDP4L2dTv3UW1+jD7GABtfmJv+ll16KY445JlKOR44DDjggTjrppJg2bVpzF25lUxJQP02Jr58Xa3Dtp3Z3c6lfu3NzFQECBAgQ6EhA/doR17CfrD4b9jvA+gkQIECgLwLqs74wm6QeAurLeuRBFAQIECDQcIFc68tcGlxPi4hPj9xDm2++ecyZM6fht5TlESBAgACB/gu02I7+9Ig4qP+RmJHAfALqQTcFAQIECBDog4B6sA/I/ZtC/dQ/azMNmYAG1+Ym/Gc/+1nx4q+R3VtXXnnluOyyy2LVVVdt7qKtbMoC6qcpE/ZrAA2u/ZLufh71a/d2riRAgAABAqUF1K+lqZwYoT5zFxAgQIAAgT4IqM/6gGyKugioL+uSCXEQIECAQKMFcq0vc2lwXTMi7hx9B917772x2mqrNfqmsjgCBAgQINBPgfvuuy9WX3318VOuFRE/7Gcc5iIwgYB60K1BgAABAgR6LKAe7DFw/4dXP/Xf3IxDIqDBtZmJfvHFF+Poo4+O448/ft4Cv/a1r8WnP/3peNWrcvkopZm5qfOq1E91zs58sWlwrX+61K/1z5EICRAgQCBzAfVr5gnsf/jqs/6bm5EAAQIEhkxAfTZkCbdc9aV7gAABAgQI9Fgg5/oyp29l3BYR647kcscdd4xLLrmkx6k1PAECBAgQGB6BnXbaKS699NLRC749ItYbHgErzUBAPZhBkoRIgAABAvkKqAfzzd0kkaufGplWixq0gAbXQWegN/PffffdMWPGjHjssceKCbbaaquYNWtWLLXUUr2Z0KiNEFA/ZZVGDa55pEv9mkeeREmAAAECmQqoXzNN3GDDVp8N1t/sBAgQINBwAfVZwxNsea0E1JfuCwIECBAg0EOBnOvLnBpct42Iy0fn8Tvf+U5ssskmPUytoQkQIECAwHAI3HDDDfGxj31s/GK3i4grhkPAKjMRUA9mkihhEiBAgEB+AurB/HJWMmL1U0kopxHoRECDaydaeZz717/+NWbOnFk0tKZjueWWK16wufbaa+exABEFwhUAACAASURBVFEORED9NBD2qUyqwXUqev27Vv3aP2szESBAgMCQCahfhyzh1S1XfVadpZEIECBAgMAYAfWZG2JIBdSXQ5p4yyZAgACB3gvkXl/m1OCasjnmrR3vec974sEHH4xXvSq3ZfT+xjQDAQIECBAoK/DKK6/EqquuGg899NDoS+zeWhbQef0WUA/2W9x8BAgQINB4AfVg41Osfmp8ii2w3wIaXPst3vv55syZE7vsskv85S9/KSY799xzY8899/TZQ+/ps51B/ZRl6jS45pM29Ws+uRIpAQIECGQioH7NJFH1DVN9Vt/ciIwAAQIEMhVQn2WaOGFXJaC+rErSOAQIECBA4P8EmlBf5tYZ+pGImDv6Dtxrr72KL5s4CBAgQIAAge4E9t577zjvvPPGX7xhRHyvuxFdRaCnAurBnvIanAABAgSGUUA92Pisq58an2IL7LeABtd+i/d2vt/85jdFc+stt9xSTLTffvvFSSedFIsuumhvJzZ61gLqpyzTp8E1n7SpX/PJlUgJECBAIBMB9WsmiapvmOqz+uZGZAQIECCQqYD6LNPECbsqAfVlVZLGIUCAAAEC/yfQhPoytwbXRH9aRHx69F14wgknxOc//3k3JgECBAgQINChwIknnhiHHnro+KtOj4iDOhzK6QT6KaAe7Ke2uQgQIECg0QLqwUand/Ti1E9Dk2oLJUCAAIFeC6ifei3cs/E1uPaMticDq197wmpQAgQIEBhGAfXrMGa9J2tWn/WE1aAECBAgMIwC6rNhzLo1txBQX7otCBAgQIBARQJNqS9zbHBNKbw7It43Opdnnnlm7L///hWl1zAECBAgQKD5AmeddVYccMAB4xd6T0S8v/mrt8IGCKgHG5BESyBAgACBwQqoBwfrP4DZ1U8DQDclAQIECDRLQP2UdT41uOaXPvVrfjkTMQECBAjUTED9WrOE5B+O+iz/HFoBAQIECAxYQH024ASYvm4C6su6ZUQ8BAgQIJCdQJPqy1wbXKdHxB0Rsejou8dOrtn9LAmYAAECBAYkMMGbOp6NiLUj4oEBhWVaAp0IqAc70XIuAQIECBAYJ6AeHMpbQv00lGm3aAIECBCoSkD9VJXkwMbR4Dow+q4nVr92TedCAgQIECAQoX51F/RAQH3WA1RDEiBAgMDwCKjPhifXVlpaQH1ZmsqJBAgQIEBgfoGm1Ze5NrimzGwWEf8+PkV77bVXzJo1K171qpyX5kePAAECBAj0RuCVV16JffbZJ84777xWE3wiIq7vzcxGJdATAfVgT1gNSoAAAQJNFlAPNjm7pdamfirF5CQCBAgQIPD/BNRPjbkbNLjmmUr1a555EzUBAgQIDFBA/TpA/OGYWn02HHm2SgIECBCoUEB9ViGmoZoooL5sYlatiQABAgR6KtDU+jL3LtBtI+Ly8Zl/z3veE1/96ldjk0026elNYXACBAgQIJCTwA033BCf+9zn4qGHHmoV9nYRcUVO6xErgf8TUA+6FQgQIECAQEkB9WBJqOafpn5qfo6tkAABAgQqElA/VQRZj2E0uNYjD91EoX7tRs01BAgQIDCUAurXoUz7IBatPhuEujkJECBAIEsB9VmWaRN0/wXUl/03NyMBAgQIZCrQ5Poy9wbXdEulN3dcFhGLjr+/dtxxx/jnf/7nWG211TK99YRNgAABAgSmLnDffffFv/zLv8Sll17aarBnI2J7O7dO3dkIAxVQDw6U3+QECBAgUHcB9WDdMzSQ+NRPA2E3KQECBAjkIqB+yiVTHcWpwbUjrtqdrH6tXUoERIAAAQJ1ElC/1ikbQxOL+mxoUm2hBAgQINCNgPqsGzXXDLmA+nLIbwDLJ0CAAIHJBYahvmxCg2vK4vSIOD8i3tcqpZtvvnnssssu8clPfjJe9aqmLNmPLwECBAgQmFggbT1/9dVXx0UXXRTXXXfdRCfeExF7RMQDLAk0QEA92IAkWgIBAgQIVCegHqzOssEjqZ8anFxLI0CAAIHOBdRPnZtldoUG18wS1iJc9Wv+ObQCAgQIEKhQQP1aIaahuhVQn3Ur5zoCBAgQaKSA+qyRabWo/gqoL/vrbTYCBAgQqLnAsNWXTev2PC0iPj3RPbbIIovERhttFGuttVZMnz493vGOd8TSSy8dr3vd6zS+1vwHU3gECBAg0FogFS7PPPNM/O53v4v/+q//igceeCDuvPPOuPnmm+O5556bjO30iDiIK4EGCqgHG5hUSyJAgACBiQXUg+6OCgTUTxUgGoIAAQIE8hFQP+WTq4oj1eBaMegAh1O/DhDf1AQIECDQfwH1a//NzdixgPqsYzIXECBAgEDOAuqznLMn9kwE1JeZJEqYBAgQIFCNgPryfx2b1uCa1vSRiPhiRKxbza1iFAIECBAg0CiB2//v78nvNWpVFkNgrIB60B1BgAABAgQmFlAPujtaCaif3BcECBAgQED91PR7QINrszKsfm1WPq2GAAECBKoV8PyvWk+jlRNQn5VzchYBAgQIDKeA+mw4827VUxNQX07Nz9UECBAg0GyBRtaXTWxwHbkNt42IAzS6Nvun0uoIECBAoLRAKmTOjIgrSl/hRAL5C6gH88+hFRAgQIBAdQLqweosmzyS+qnJ2bU2AgQIEOhUQP3UqVi9z9fgWu/8dBud+rVbOdcRIECAQBMF1K9NzGp+a1Kf5ZczERMgQIBA7wTUZ72zNfLwCKgvhyfXVkqAAAEC7QUaXV82ucF1JLVrRsT2EbFFRCzXPt/OIECAAAECjRF4LCLmRMRlEfHDxqzKQgh0LqAe7NzMFQQIECDQDAH1YDPyOIhVqJ8GoW5OAgQIEKiDgPqpDlnoTQwaXHvjWpdR1a91yYQ4CBAgQKDfAurXfoubr6yA+qyslPMIECBAoGkC6rOmZdR66iKgvqxLJsRBgAABAv0WGJr6chgaXEffPNMjYq2IWD0iVoyIt0bE30XEIhExbBb9/qEyHwECBAj0RuCViHguIv4UEf8TET+PiHsj4s6IeKA3UxqVQNYC6sGs0yd4AgQIEGghoB50W/RaQP3Ua2HjEyBAgEC/BdRP/Ravx3waXOuRh35EoX7th7I5CBAgQKCfAurXfmqbqxcC6rNeqBqTAAECBAYpoD4bpL65CUSoL90FBAgQINA0AfWlps6m3dPWQ4AAAQIECBAgQIAAAQIECBAgQIAAAQIECBAgQIDAOAENrm4JAgQIECBAgAABAgQIECBAgAABAgQIECBAgAABAgQI1FDArqU1TIqQCBAgQIAAAQIECBAgQIAAAQIECBAgQIAAAQIECBCoTECDa2WUBiJAgAABAgQIECBAgAABAgQIECBAgAABAgQIECBAgEB1Ahpcq7M0EgECBAgQIECAAAECBAgQIECAAAECBAgQIECAAAEC9RPQ4Fq/nIiIAAECBAgQIECAAAECBAgQIECAAAECBAgQIECAAAECocHVTUC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wENrlmmTdAECBAgQIAAAQIECBAgQIAAAQIECBAgQIAAAQIECDRdQINr0zNsfQQIECBAgAABAgQIECBAgAABAgQIECBAgAABAgSGW0CD63Dn3+oJECBAgAABAgQIECBAgAABAgQIECBAgAABAgQIEKipgAbXmiZGWAQIECBAgAABAgQIECBAgAABAgQIECBAgAABAgQIVCKgwbUSRoMQIECAAAECBAgQIECAAAECBAgQIECAAAECBAgQIECgWgENrtV6Go0AAQIECBAgQIAAAQIECBAgQIAAAQIECBAgQIAAgXoJaHCtVz5EQ4AAAQIECBAgQIAAAQIECBAgQIAAAQIECBAgQIAAgUJAg6sbgQ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NLhmmTZBEyBAgAABAgQIECBAgAABAgQIECBAgAABAgQIECDQdAENrk3PsPURIECAAAECBAgQIECAAAECBAgQIECAAAECBAgQGG4BDa7DnX+rJ0CAAAECBAgQIECAAAECBAgQIECAAAECBAgQIECgpgIaXGuaGGERIECAAAECBAgQIECAAAECBAgQIECAAAECBAgQIFCJgAbXShgNQoAAAQIECBAgQIAAAQIECBAgQIAAAQIECBAgQIAAgWoFNLhW62k0AgQIECBAgAABAgQIECBAgAABAgQIECBAgAABAgTqJaDBtV75EA0BAgQIECBAgAABAgQIECBAgAABAgQIECBAgAABAgQKAQ2ubgQCBAgQIECAAAECBAgQIECAAAECBAgQIECAAAECBJosoMG1ydm1NgIECBAgQIAAAQIECBAgQIAAAQIECBAgQIAAAQIEshXQ4Jpt6gROgAABAgQIECBAgAABAgQIECBAgAABAgQIECBAgEAJAQ2uJZCcQoAAAQIECBAgQIAAAQIECBAgQIAAAQIECBAgQIAAgX4LaHDtt7j5CBAgQIAAAQIECBAgQIAAAQIECBAgQIAAAQIECBDop4AG135qm4sAAQIECBAgQIAAAQIECBAgQIAAAQIECBAgQIAAAQIlBTS4loRyGgECBAgQIECAAAECBAgQIECAAAECBAgQIECAAAECWQpocM0ybYImQIAAAQIECBAgQIAAAQIECBAgQIAAAQIECBAgQKDpAhpcm55h6yNAgAABAgQIECBAgAABAgQIECBAgAABAgQIECAw3AIaXIc7/1ZPgAABAgQIECBAgAABAgQIECBAgAABAgQIECBAgEBNBTS41jQxwiJAgAABAgQIECBAgAABAgQIECBAgAABAgQIECBAoBIBDa6VMBqEAAECBAgQIECAAAECBAgQIECAAAECBAgQIECAAAEC1QpocK3W02gECBAgQIAAAQIECBAgQIAAAQIECBAgQIAAAQIECNRLQINrvfIhGgIECBAgQIAAAQIECBAgQIAAAQIECBAgQIAAAQIECBQCGlzdCAQIECBAgAABAgQIECBAgAABAgQIECBAgAABAgQINFlAg2uTs2ttBAgQIECAAAECBAgQIECAAAECBAgQIECAAAECBAhkK6DBNdvUCZwAAQIECBAgQIAAAQIECBAgQIAAAQIECBAgQIAAgRICGlxLIDmFAAECBAgQIECAAAECBAgQIECAAAECBAgQIECAAAEC/RbQ4NpvcfMRIECAAAECBAgQIECAAAECBAgQIECAAAECBAgQINBPAQ2u/dQ2FwECBAgQIECAAAECBAgQIECAAAECBAgQIECAAAECBEoKaHAtCeU0AgQIECBAgAABAgQIECBAgAABAgQIECBAgAABAgSyFNDgmmXaBE2AAAECBAgQIECAAAECBAgQIECAAAECBAgQIECAQNMFNLg2PcPWR4AAAQIECBAgQIAAAQIECBAgQIAAAQIECBAgQGC4BTS4Dnf+rZ4AAQIECBAgQIAAAQIECBAgQIAAAQIECBAgQIAAgZoKaHCtaWKERYAAAQIECBAgQIAAAQIECBAgQIAAAQIECBAgQIBAJQIaXCthNAgBAgQIECBAgAABAgQIECBAgAABAgQIECBAgAABAgSqFdDgWq2n0QgQIECAAAECBAgQIECAAAECBAgQIECAAAECBAgQqJeABtd65UM0BAgQIECAAAECBAgQIECAAAECBAgQIECAAAECBAgQKAQ0uLoRCBAgQIAAAQIECBAgQIAAAQIECBAgQIAAAQIECBBosoAG1yZn19oIECBAgAABAgQIECBAgAABAgQIECBAgAABAgQIEMhWQINrtqkTOAECBAgQIECAAAECBAgQIECAAAECBAgQIECAAAECJQQ0uJZAcgoBAgQIECBAgAABAgQIECBAgAABAgQIECBAgAABAgT6LaDBtd/i5iNAgAABAgQIECBAgAABAgQIECBAgAABAgQIECBAoJ8CGlz7qW0uAgQIECBAgAABAgQIECBAgAABAgQIECBAgAABAgQIlBTQ4FoSymkECBAgQIAAAQIECBAgQIAAAQIECBAgQIAAAQIECGQpoME1y7QJmgABAgQIECBAgAABAgQIECBAgAABAgQIECBAgACBpgtocG16hq2PAAECBAgQIECAAAECBAgQIECAAAECBAgQIECAwHALaHAd7vxbPQECBAgQIECAAAECBAgQIECAAAECBAgQIECAAAECNRXQ4FrTxAiLAAECBAgQIECAAAECBAgQIECAAAECBAgQIECAAIFKBDS4VsJoEAIECBAgQIAAAQIECBAgQIAAAQIECBAgQIAAAQIECFQroMG1Wk+jESBAgAABAgQIECBAgAABAgQIECBAgAABAgQIECBQLwENrvXKh2gIECBAgAABAgQIECBAgAABAgQIECBAgAABAgQIECBQCGhwdSMQIECAAAECBAgQIECAAAECBAgQIECAAAECBAgQINBkAQ2uTc6utREgQIAAAQIECBAgQIAAAQIECBAgQIAAAQIECBAgkK2ABtdsUydwAgQIECBAgAABAgQIECBAgAABAgQIECBAgAABAgRKCGhwLYHkFAIECBAgQIAAAQIECBAgQIAAAQIECBAgQIAAAQIECPRbQINrv8XNR4AAAQIECBAgQIAAAQIECBAgQIAAAQIECBAgQIBAPwU0uPZT21wECBAgQIAAAQIECBAgQIAAAQIECBAgQIAAAQIECBAoKaDBtSSU0wgQIECAAAECBAgQIECAAAECBAgQIECAAAECBAgQyFJAg2uWaRM0AQIECBAgQIAAAQIECBAgQIAAAQIECBAgQIAAAQJNF9Dg2vQMWx8BAgQIECBAgAABAgQIECBAgAABAgQIECBAgACB4RbQ4Drc+bd6AgQIECBAgAABAgQIECBAgAABAgQIECBAgAABAgRqKqDBtaaJERYBAgQIECBAgAABAgQIECBAgAABAgQIECBAgAABApUIaHCthNEgBAgQIECAAAECBAgQIECAAAECBAgQIECAAAECBAgQqFZAg2u1nkYjQIAAAQIECBAgQIAAAQIECBAgQIAAAQIECBAgQKBeAhpc65UP0RAgQIAAAQIECBAgQIAAAQIECBAgQIAAAQIECBAgQKAQ0ODqR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QIPrcOff6gkQIECAAAECBAgQIECAAAECBAgQIECAAAECBAgQqKmABteaJkZYBAgQIECAAAECBAgQIECAAAECBAgQIECAAAECBAhUIqDBtRJGgxAgQIAAAQIECBAgQIAAAQIECBAgQIAAAQIECBAgQKBaAQ2u1XoajQABAgQIECBAgAABAgQIECBAgAABAgQIECBAgACBeglocK1XPkRDgAABAgQIECBAgAABAgQIECBAgAABAgQIECBAgACBQkCDqxuBAAECBAgQIECAAAECBAgQIECAAAECBAgQIECAAIEmC2hwbXJ2rY0AAQIECBAgQIAAAQIECBAgQIAAAQIECBAgQIAAgWwFNLhmmzqBEyBAgAABAgQIECBAgAABAgQIECBAgAABAgQIECBQQkCDawkkpxAgQIAAAQIECBAgQIAAAQIECBAgQIAAAQIECBAgQKDfAhpc+y1uPgIECBAgQIAAAQIECBAgQIAAAQIECBAgQIAAAQIE+imgwbWf2uYiQIAAAQIECBAgQIAAAQIECBAgQIAAAQIECBAgQIBASQENriWhnEaAAAECBAgQIECAAAECBAgQIECAAAECBAgQIECAQJYCGlyzTJugCRAgQIAAAQIECBAgQIAAAQIECBAgQIAAAQIECBBouoAG16Zn2PoIECBAgAABAgQIECBAgAABAgQIECBAgAABAgQIDLeABtfhzr/VEyBAgAABAgQIECBAgAABAgQIECBAgAABAgQIECBQUwENrjVNjLAIECBAgAABAgQIECBAgAABAgQIECBAgAABAgQIEKhEQINrJYwGIUCAAAECBAgQIECAAAECBAgQIECAAAECBAgQIECAQLUCGlyr9TQaAQIECBAgQIAAAQIECBAgQIAAAQIECBAgQIAAAQL1EtDgWq98iIYAAQIECBAgQIAAAQIECBAgQIAAAQIECBAgQIAAAQKFgAZXNwIBAgQIECBAgAABAgQIECBAgAABAgQIECBAgAABAk0W0ODa5OxaGwECBAgQIECAAAECBAgQIECAAAECBAgQIECAAAEC2QpocM02dQInQIAAAQIECBAgQIAAAQIECBAgQIAAAQIECBAgQKCEgAbXEkhOIUCAAAECBAgQIECAAAECBAgQIECAAAECBAgQIECAQL8FNLj2W9x8BAgQIECAAAECBAgQIECAAAECBAgQIECAAAECBAj0U0CDaz+1zUWAAAECBAgQIECAAAECBAgQIECAAAECBAgQIECAAIGSAhpcS0I5jQABAgQIECBAgAABAgQIECBAgAABAgQIECBAgACBLAU0uGaZNkETIECAAAECBAgQIECAAAECBAgQIECAAAECBAgQINB0AQ2uTc+w9REgQIAAAQIECBAgQIAAAQIECBAgQIAAAQIECBAYbgENrsOdA0gXTAAAIABJREFUf6snQIAAAQIECBAgQIAAAQIECBAgQIAAAQIECBAgQKCmAhpca5oYYREgQIAAAQIECBAgQIAAAQIECBAgQIAAAQIECBAgUImABtdKGA1CgAABAgQIECBAgAABAgQIECBAgAABAgQIECBAgACBagU0uFbraTQCBAgQIECAAAECBAgQIECAAAECBAgQIECAAAECBOoloMG1XvkQDQECBAgQIECAAAECBAgQIECAAAECBAgQIECAAAECBAoBDa5uBAIECBAgQIAAAQIECBAgQIAAAQIECBAgQIAAAQIEmiygwbXJ2bU2AgQIECBAgAABAgQIECBAgAABAgQIECBAgAABAgSyFdDgmm3qBE6AAAECBAgQIECAAAECBAgQIECAAAECBAgQIECAQAkBDa4lkJxCgAABAgQIECBAgAABAgQIECBAgAABAgQIECBAgACBfgtocO23uPkIECBAgAABAgQIECBAgAABAgQIECBAgAABAgQIEOingAbXfmqbiwABAgQIECBAgAABAgQIECBAgAABAgQIECBAgAABAiUFNLiWhHIaAQIECBAgQIAAAQIECBAgQIAAAQIECBAgQIAAAQJZCmhwzTJtgiZAgAABAgQIECBAgAABAgQIECBAgAABAgQIECBAoOkCGlybnmHrI0CAAAECBAgQIECAAAECBAgQIECAAAECBAgQIDDcAhpchzv/Vk+AAAECBAgQIECAAAECBAgQIECAAAECBAgQIECAQE0FNLjWNDHCIkCAAAECBAgQIECAAAECBAgQIECAAAECBAgQIECgEgENrpUwGoQAAQIECBAgQIAAAQIECBAgQIAAAQIECBAgQIAAAQLVCmhwrdbTaAQIECBAgAABAgQIECBAgAABAgQIECBAgAABAgQI1EtAg2u98iEaAgQIECBAgAABAgQIECBAgAABAgQIECBAgAABAgQIFAIaXN0IBAgQIECAAAECBAgQIECAAAECBAgQIECAAAECBAg0WUCDa5Oza20ECBAgQIAAAQIECBAgQIAAAQIECBAgQIAAAQIECGQroME129QJnAABAgQIECBAgAABAgQIECBAgAABAgQIECBAgACBEgIaXEsgOYUAAQIECBAgQIAAAQIECBAgQIAAAQIECBAgQIAAAQL9FtDg2m9x8xEgQIAAAQIECBAgQIAAAQIECBAgQIAAAQIECBAg0E8BDa791DYXAQIECBAgQIAAAQIECBAgQIAAAQIECBAgQIAAAQIESgpocC0J5TQCBAgQIECAAAECBAgQIECAAAECBAgQIECAAAECBLIU0OCaZdoETYAAAQIECBAgQIAAAQIECBAgQIAAAQIECBAgQIBA0wU0uDY9w9ZHgAABAgQIECBAgAABAgQIECBAgAABAgQIECBAYLgFNLgOd/6tngABAgQIECBAgAABAgQIECBAgAABAgQIECBAgACBmgpocK1pYoRFgAABAgQIECBAgAABAgQIECBAgAABAgQIECBAgEAlAhpcK2E0CAECBAgQIECAAAECBAgQIECAAAECBAgQIECAAAECBKoV0OBarafRCBAgQIAAAQIECBAgQIAAAQIECBAgQIAAAQIECBCol4AG13rlQzQECBAgQIAAAQIECBAgQIAAAQIECBAgQIAAAQIECBAoBDS4uhE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Dg/2fv7qOtLMv8gV8CSYjEAM0anTUjutIYQiVj0kYsWwMjmKbyNoiAL4HBGJpoIb4gw5iJTopDxE8SJxFRiTehFzGlyNQJG1MMx4zKsEkdxUiO2NIRzm89u985v7MP52XvffY553n2/jxrtZJz7ue+r/tzPS39o68XAQKVLiDgWukddj8CBAgQIECAAAECBAgQIECAAAECBAgQIECAAAEC1S0g4Frd/Xd7AgQIECBAgAABAgQIECBAgAABAgQIECBAgAABAgRSKiDgmtLGKIsAAQIECBAgQIAAAQIECBAgQIAAAQIECBAgQIAAgbIICLiWhdEmBAgQIECAAAECBAgQIECAAAECBAgQIECAAAECBAgQKK+AgGt5Pe1GgAABAgQIECBAgAABAgQIECBAgAABAgQIECBAgEC6BARc09UP1RAgQIAAAQIECBAgQIAAAQIECBAgQIAAAQIECBAgQCAnIODqQyBAgAABAgQIECBAgAABAgQIECBAgAABAgQIECBAoJIFBFwrubvuRoAAAQIECBAgQIAAAQIECBAgQIAAAQIECBAgQIBAZgUEXDPbOoUTIECAAAECBAgQIECAAAECBAgQIECAAAECBAgQIFCAgIBrAUiWECBAgAABAgQIECBAgAABAgQIECBAgAABAgQIECBAoKMFBFw7Wtx5BAgQIECAAAECBAgQIECAAAECBAgQIECAAAECBAh0pICAa0dqO4sAAQIECBAgQIAAAQIECBAgQIAAAQIECBAgQIAAAQIFCgi4FghlGQECBAgQIECAAAECBAgQIECAAAECBAgQIECAAAECmRQQcM1k2xRNgAABAgQIECBAgAABAgQIECBAgAABAgQIECBAgEClCwi4VnqH3Y8AAQIECBAgQIAAAQIECBAgQIAAAQIECBAgQIBAdQsIuFZ3/92eAAECBAgQIECAAAECBAgQIECAAAECBAgQIECAAIGUCgi4prQxyiJAgAABAgQIECBAgAABAgQIECBAgAABAgQIECBAoCwCAq5lYbQJAQIECBAgQIAAAQIECBAgQIAAAQIECBAgQIAAAQIEyisg4FpeT7sRIECAAAECBAgQIECAAAECBAgQIECAAAECBAgQIJAuAQHXdPVDNQQIECBAgAABAgQIECBAgAABAgQIECBAgAABAgQIEMgJCLj6EAgQIECAAAECBAgQIECAAAECBAgQIECAAAECBAgQqGQBAddK7q67ESBAgAABAgQIECBAgAABAgQIECBAgAABAgQIECCQWQEB18y2TuEECBAgQIAAAQIECBAgQIAAAQIECBAgQIAAAQIECBQgIOBaAJIlBAgQIECAAAECBAgQIECAAAECBAgQIECAAAECBAgQ6GgBAdeOFnceAQIECBAgQIAAAQIECBAgQIAAAQIECBAgQIAAAQIdKSDg2pHaziJAgAABAgQIECBAgAABAgQIECBAgAABAgQIECBAgECBAgKuBUJZRoAAAQIECBAgQIAAAQIECBAgQIAAAQIECBAgQIBAJgUEXDPZNkUTIECAAAECBAgQIECAAAECBAgQIECAAAECBAgQIFDpAgKuld5h9yNAgAABAgQIECBAgAABAgQIECBAgAABAgQIECBQ3QICrtXdf7cnQIAAAQIECBAgQIAAAQIECBAgQIAAAQIECBAgQCClAgKuKW2MsggQIECAAAECBAgQIECAAAECBAgQIECAAAECBAgQKIuAgGtZGG1CgAABAgQIECBAgAABAgQIECBAgAABAgQIECBAgACB8goIuJbX024ECBAgQIAAAQIECBAgQIAAAQIECBAgQIAAAQIECKRLQMA1Xf1QDQECBAgQIECAAAECBAgQIECAAAECBAgQIECAAAECBHICAq4+BAIECBAgQIAAAQIECBAgQIAAAQIECBAgQIAAAQIEKllAwLWSu+tuBAgQIECAAAECBAgQIECAAAECBAgQIECAAAECBAhkVkDANbOtUzgBAgQIECBAgAABAgQIECBAgAABAgQIECBAgAABAgUICLgWgGQJAQIECBAgQIAAAQIECBAgQIAAAQIEUi4wOCJOjIiPRMSAiDgsIt4fEQcZ/pbyzimPAAECBJoTqI2ItyJiZ0S8GBHPR8RPI+LxiNhaLWwCrtXSafckQIAAAQIECBAgQIAAAQIECBAgQIAAAQIECBAgUJ0CAq7V2Xe3JkCAAAECBAgQIECAAAECBAgQIEAg+wJ/FxFnR8SZEdE/+9dxAwIECBAgULDAjohYHxH3RcR/FPxWBhcKuGawaUomQIAAAQIECBAgQIAAAQIECBAgQIAAAQIECBAgQKBgAQHXgqksJECAAAECBAgQIECAAAECBAgQIECAQCoE/jEiZkTEx1NRjSIIECBAgEDnCvwoIhZFxDc7t4z2OV3AtX1c7UqAAAECBAgQIECAAAECBAgQIECAAAECBAgQIECAQDoEBFzT0QdVECBAgAABAgQIECBAgAABAgQIECBAoDWBv4+IfxZsbY3J7wkQIECgSgWSoGvy98nvV9L9BVwrqZvuQoAAAQIECBAgQIAAAQIECBAgQIAAAQIECBAgQIBAYwEBV98EAQIECBAgQIAAAQIECBAgQIAAAQIE0i/wbxFxSXNlHnTQQTF8+PA48cQTY/DgwfGBD3wgDjnkkDj44IPjgANEY9LfXhUSIECAQGOB2traePPNN+OVV16JX/3qV7F169Z4/PHH4+GHH4633nqrJbCFEfH5ShH1d/FK6aR7ECBAgAABAgQIECBAgAABAgQIECBAgAABAgQIECDQlICAq++CAAECBAgQIECAAAECBAgQIECAAAEC6RUYHBF3RMSQpko844wzYvLkyTFmzBhB1vT2UGUECBAgUEaBJPi6Zs2aWL58eWzYsKG5nZ+MiCkRsbWMR3fKVgKuncLuUAIECBAgQIAAAQIECBAgQIAAAQIECBAgQIAAAQIEOkhAwLWDoB1DgAABAgQIECBAgAABAgQIECBAgACBIgVOj4j7IqJn4/fOOeec+MIXvhDHHXdckVtaToAAAQIEKkfgqaeeiq985Stxzz33NHWpPRFxdkR8O8s3FnDNcvfUToAAAQIECBAgQIAAAQIECBAgQIAAAQIECBAgQIBAawICrq0J+T0BAgQIECBAgAABAgQIECBAgAABAgQ6XuAfI2Jl42OPPvro+Nd//dcYOXJkx1fkRAIECBAgkFKBjRs3xhe/+MXYtm1bUxWOj4hvprT0VssScG2VyAICBAgQIECAAAECBAgQIECAAAECBAgQIECAAAECBDIsIOCa4eYpnQABAgQIECBAgAABAgQIECBAgACBihRIJrd+q/HNLrzwwliyZEkccICoS0V23aUIECBAoE0CtbW1MW3atLj99tub2ufTWZ3k6u/6bfosvEyAAAECBAgQIECAAAECBAgQIECAAAECBAgQIECAQMoFBFxT3iDlESBAgAABAgQIECBAgAABAgQIECBQVQKDI+KxiOjZ8Nbz58+PK664oqogXJYAAQIECJQicOONN8bs2bMbv7onIoZGxNZS9uzMdwRcO1Pf2QQIECBAgAABAgQIECBAgAABAgQIECBAgAABAgQItLeAgGt7C9ufAAECBAgQIECAAAECBAgQIECAAAEChQv8Z0QMabh80aJF8bnPfa7wHawkQIAAAQJVLvC1r30tZsyY0VjhyYj426zRCLhmrWPqJUCAAAECBAgQIECAAAECBAgQIECAAAECBAgQIECgGAEB12K0rCVAgAABAgQIECBAgAABAgQIECBAgED7CfxbRFzScHuTW9sP284ECBAgUNkCzUxyXRgRn8/SzQVcs9QttRIgQIAAAQIECBAgQIAAAQIECBAgQIAAAQIECBAgUKyAgGuxYtYTIECAAAECBAgQIECAAAECBAgQIECg/AJ/HxGbGm574YUXxte//vXyn2RHAgQIECBQJQKf/exn4/bbb29822ER8f2sEAi4ZqVT6iRAgAABAgQIECBAgAABAgQIECBAgAABAgQIECBAoBQBAddS1LxDgAABAgQIECBAgAABAgQIECBAgACB8go8EhEfr9vy6KOPjmeeeSYOOECspbzMdiNAgACBahKora2NY489NrZt29bw2j+KiE9kxcE/CWSlU+okQIAAAQIECBAgQIAAAQIECBAgQIAAAQIECBAgQKAUAQHXUtS8Q4AAAQIECBAgQIAAAQIECBAgQIAAgfIJ/GNErGy43QMPPBAjR44s3wl2IkCAAAECVSqwcePGOPXUUxvffnxEfDMLJAKuWeiSGgkQIECAAAECBAgQIECAAAECBAgQIECAAAECBAgQKFVAwLVUOe8RIECAAAECBAgQIECAAAECBAgQIECgPAJ501vPOeecWLFiRXl2tgsBAgQIECAQEydOjHvuuaehRGamuAq4+oAJECBAgAABAgQIECBAgAABAgQIECBAgAABAgQIEKhkAQHXSu6uuxEgQIAAAQIECBAgQIAAAQIECBAgkHaBv4uIxxsW+dOf/jSOO+64tNetPgIECBAgkBmBp556Kj7ykY80rvfEiPiPtF9CwDXtHVIfAQIECBAgQIAAAQIECBAgQIAAAQIECBAgQIAAAQJtERBwbYuedwkQIECAAAECBAgQIECAAAECBAgQINA2gX+LiEvqtjjjjDNi/fr1bdvR2wQIECBAgMB+AmeeeWZs2LCh4c8XRsTn004l4Jr2DqmPAAECBAgQIECAAAECBAgQIECAAAECBAgQIECAAIG2CAi4tkXPuwQIECBAgAABAgQIECBAgAABAgQIEGibwG8ion/dFqtWrYqxY8e2bUdvEyBAgAABAvsJrF69OsaNG9fw5zsi4vC0Uwm4pr1D6iNAgAABAgQIECBAgAABAgQIECBAgAABAgQIECBAoC0CAq5t0fMuAQIECBAgQIAAAQIECBAgQIAAAQIEShcYHBFP171+0EEHxZtvvhkHHCDKUjqpNwkQIECAQNMCtbW1cfDBB8dbb73VcMGHI2Jrms38U0Gau6M2AgQIECBAgAABAgQIECBAgAABAgQIECBAgAABAgTaKiDg2lZB7xMgQIAAAQIECBAgQIAAAQIECBAgQKA0gX+KiMV1r55xxhmxfv360nbyFgECBAgQINCqwJlnnhkbNmxouO6iiPg/rb7YiQsEXDsR39EECBAgQIAAAQIECBAgQIAAAQIECBAgQIAAAQIECLS7gIBruxM7gAABAgQIECBAgAABAgQIECBAgAABAk0K3B4RU+t+M3/+/LjiiitQESBAgAABAu0kcOONN8bs2bMb7r40Ii5sp+PKsq2Aa1kYbUKAAAECBAgQIECAAAECBAgQIECAAAECBAgQIECAQEoFBFxT2hhlESBAgAABAgQIECBAgAABAgQIECBQ8QKPRMTH6275wAMPxMiRIyv+0i5IgAABAgQ6S2Djxo1x6qmnNjz+RxHxic6qp5BzBVwLUbKGAAECBAgQIECAAAECBAgQIECAAAECBAgQIECAAIGsCgi4ZrVz6iZAgAABAgQIECBAgAABAgQIECBAIOsCv4mI/nWX+MUvfhFHHXVU1u+kfgIECBAgkFqB7du3xwc/+MGG9e2IiMNTW3BECLimuTtqI0CAAAECBAgQIECAAAECBAgQIECAAAECBAgQIECgrQICrm0V9D4BAgQIECBAgAABAgQIECBAgAABAgRKE3gzInrWvbp79+7o1atXaTt5iwABAgQIEGhVoKamJt73vvc1XLcnIg5u9cVOXCDg2on4jiZAgAABAgQIECBAgAABAgQIECBAgAABAgQIECBAoN0FBFzbndgBBAgQIECAAAECBAgQIECAAAECBAgQaFJgX8PBbPv27YsDDhBj8a0QIECAAIH2EqitrY0uXbo03L42IvJ+0F5nl7qvfzIoVc57BAgQIECAAAECBAgQIECAAAECBAgQIECAAAECBAhkQUDANQtdUiMBAgQIECBAgAABAgQIECBAgAABApUokIRq6p8kdOMhQIAAAQIE2legiX+ZRKozpKkurn1bZXcCBAgQIECAAAECBAgQIECAAAECBAgQIECAAAECBKpAQMC1CprsigQIECBAgAABAgQIECBAgAABAgQIpFJAwDWVbVEUAQIECFSygIBrJXfX3QgQIECAAAECBAgQIECAAAECBAgQIECAAAECBAgQyJrADyLikxFR9y//vTQibs3aJdRLgAABAgQIECBAgAABAgQIECBAgACBDAoIuGawaUomQIAAgWwLCLhmu3+qJ0CAAAECBAgQIECAAAECBAgQIECAAAECBAgQIECgsgQEXCurn25DgAABAgQIECBAgAABAgQIECBAgEB2BARcs9MrlRIgQIBAhQgIuFZII12DAAECBAgQIECAAAECBAgQIECAAAECBAgQIECAAIGKEBBwrYg2ugQBAgQIECBAgAABAgQIECBAgAABAhkUEHDNYNOUTIAAAQLZFhBwzXb/VE+AAAECBAgQIECAAAECBAgQIECAAAECBAgQIECAQGUJCLhWVj/dhgABAgQIECBAgAABAgQIECBAgACB7AgIuGanVyolQIAAgQoREHCtkEa6BgECBAgQIECAAAECBAgQIECAAAECBAgQIECAAAECFSGwKyL+rMFNZkbErRVxM5cgQI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isgIBrZluncAIECBAgQIAAAQIECBAgQIAAAQIEMi4g4JrxBiqfAAECBLInIOCavZ6pmAABAgQIECBAgAABAgQIECBAgAABAgQIECBAgACByhUQcK3c3roZAQIECBAgQIAAAQIECBAgQIAAAQLpFhBwTXd/VEeAAAECFSgg4FqBTXUlAgQIECBAgAABAgQIECBAgAABAgQIECBAgAABAgQyKyDgmtnWKZwAAQIECBAgQIAAAQIECBAgQIAAgYwLCLhmvIHKJ0CAAIHsCQi4Zq9nKiZAgAABAgQIECBAgAABAgQIECBAgAABAgQIECBAoHIFBFwrt7duRo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isgIBrZluncAIECBAgQIAAAQIECBAgQIAAAQIEMi4g4JrxBiqfAAECBLInIOCavZ6pmAABAgQIECBAgAABAgQIECBAgAABAgQIECBAgACByhUQcK3c3roZAQIECBAgQIAAAQIECBAgQIAAAQLpFhBwTXd/VEeAAAECFSgg4FqBTXUlAgQIECBAgAABAgQIECBAgAABAgQIECBAgAABAgQyKyDgmtnWKZwAAQIECBAgQIAAAQIECBAgQIAAgYwLCLhmvIHKJ0CAAIHsCQi4Zq9nKiZAgAABAgQIECBAgAABAgQIECBAgAABAgQIECBAoHIFBFwrt7duRo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jCFZd+AAAgAElEQVSsgIBrZluncAIECBAgQIAAAQIECBAgQIAAAQIEMi4g4JrxBiqfAAECBLInIOCavZ6pmAABAgQIECBAgAABAgQIECBAgAABAgQIECBAgACByhUQcK3c3roZAQIECBAgQIAAAQIECBAgQIAAAQLpFhBwTXd/VEegQwQeeuiheM973hPHHHNM9O3bN5oI35Wtjtra2ti9e3e8++67eXt26dIlevXqFd26dSvbWTYikFYBAde0dkZdBAgQIECAAAECBAgQIECAAAECBAgQIECAAAECBAhUo4CAazV23Z0JECBAgAABAgQIECBAgAABAgQIEEiDgIBrGrqgBgKdKFBTUxOf+9znYvny5bkq+vfvH/Pnz4+zzz67Xar64Q9/GOedd17s2LEjb//rrrsuZs+enamAa1Lztddem3ePRx99NIYOHdoudjatHAEB18rppZsQIECAAAECBAgQIECAAAECBAgQIECAAAECBAgQIJB9gR9ExCcj4oD/d5VLI+LW7F/LDQgQIECAAAECBAgQIECAAAECBAgQIJB6AQHX1LdIgQTaVyAJmp5zzjnx+OOP5w469NBD41vf+lYMGTKk7Ae/8sorMXXq1PjOd76z39433XRTXHbZZdG1a9eyn9teGwq4tpds5e8r4Fr5PXZDAgQIECBAgAABAgQIECBAgAABAgQIECBAgAABAgSyIyDgmp1eqZQAAQIECBAgQIAAAQIECBAgQIAAgcoSEHCtrH66DYGiBX784x/HKaecEskk1+QZOXJkbprr+9///qL3aumFPXv2xKxZs2Lx4sVNLksmxy5btixOPvnksp7bnpsJuLanbmXvLeBa2f11OwIECBAgQIAAAQIECBAgQIAAAQIECBAgQIAAAQIEsiUg4JqtfqmWAAECBAgQIECAAAECBAgQIECAAIHKERBwrZxeugmBkgSWLFkS06dPr3935syZMX/+/DjwwANL2q+pl9599924+eabY/bs2S3uedppp8XSpUvjkEMOKdvZ7bmRgGt76lb23gKuld1ftyNAgAABAgQIECBAgAABAgQIECBAgAABAgQIECBAIFsCAq7Z6pdqCRAgQIAAAQIECBAgQIAAAQIECBCoHAEB18rppZsQKFrgnXfeyYVOFyxYUP/u3XffHRMnTix6r+ZeqK2tjXvvvTcXoq2bEpusPeGEE+Lcc8+Nm266KXbs2FH/+kUXXZT7Wc+ePctWQ3ttJODaXrKVv6+Aa+X32A0JECBAgAABAgQIECBAgAABAgQIECBAgAABAgQIEMiOwK6I+LMG5c6MiFuzU75KCRAgQIAAAQIECBAgQIAAAQIECBAgkFkBAdfMtq6yC08mfv7qV7+KJ598Mh577LH45S9/mQtBPv/88/UX79u3bwwePDj69+8fH/3oR3OByWOOOaask0crWzli586dMXny5Ni4cWPuqkcddVSsXr06jj322LJd/Yc//GGcd955eSHWpGfLli2LT3ziE7Fw4cK49NJL885LJshefvnl0a1bt7LVkYR516xZEy+++GL9nr17945JkybFwQcfXNI55Q64vvLKK3HffffF22+/XV/PYYcdFmPGjPFdl9Sh9L4k4Jre3qiMAAECBAgQIECAAAECBAgQIECAAAECBAgQIECAAIHqExBwrb6euzEBAgQIECBAgAABAgQIECBAgAABAukQEHBNRx+KquKOO+6IqVOn7vfOLbfcEjNnJv8OyfZ/1q5dmwvdNXx69eoV69ati2HDhpVUwL59++K//uu/4t///d8j2b/hVM9CN0xCr2eeeWZMmTIlF3gtZ0CytRp27dqVOzcxaPwsXbo097u0Pc8880yMHTs2tm/fnivttNNOi+XLl0efPn3KUmpT4dbkO7nttttiwoQJkYT89uzZE7NmzYrFixfXn9l4TTmK+eMf/5j738eSJUvqtxsxYkSsWLEi+vXrV9IR5Q64JgHu8ePHx9atW+vrmTZtWm7Cbo8ePUqq0UvpFBBwTWdfVEWAAAECBAgQIECAAAECBAgQIECAAAECBAgQIECAQHUKCLhWZ9/dmgABAgQIECBAgAABAgQIECBAgACBzhcQcO38HhRdwQsvvJALB27ZsiXv3VGjRkUSfi1XOLG5wpLpkkkgMZm82fAp9fwk2JoEIW+88cZ48MEHi/Zo7oUkvHjFFVfEySefHF26dCnbvs1tlEyaPfXUU6Ompma/JaXatHfRK1eujLPPPrv+mCuvvDKS0GbXrl3bfPQjjzwSn/3sZ/Om7jYXXH3uuefiggsuyPumyx1yFXBtc0ttUEYBAdcyYtqKAAECBAgQIECAAAECBAgQIECAAAECBAgQIECAAAECbRQQcG0joNcJECBAgAABAgQIECBAgAABAgQIECBQooCAa4lwnflacwHTQw89NO6///44/vjj27W8Z599NsaNGxdJKLHhU8qU0t/+9rdxzTXXxF133dUuNSchyYsvvjhmz54dyV+317N3796YN29eLhza1NPW6bZtqfudd96JNWvWxIsvvrjfNkkI9bvf/W79zydNmhRHH310q8d17949F4w95JBD9ltbW1ubCyxPnz49L9yaLJw/f35cfvnlTU7WbWraazKR92tf+1puqmkTgcBW62y4QMC1KC6L21lAwLWdgW1PgAABAgQIECBAgAABAgQIECBAgAABAgQIECBAgACBIgQEXIvAspQAAQIECBAgQIAAAQIECBAgQIAAAQJlFBBwLSNmR261adOmSKaCNp4WmgQsr7766jaHAVu6SzIldurUqXlLBg4cGKtWrYpBgwYVxJCEIJNprZdeeul+IcjmNhgwYED079+//te7d++OH//4xwWdlwRyv/rVr8Zf/MVfFLS+2EXNTdVtuM8ll1wSN910UyTh0I58mgp2tvX8wYMHRzL9NelJwyfp67p16+Kyyy6LHTt25P3uy1/+cu7nzd0/effee+/NBWMbftdJOHjBggVx3nnnNRmMLfQuAq6FSlnXEQICrh2h7AwCBAgQIECAAAECBAgQIECAAAECBAgQIECAAAECBAgUJiDgWpiTVQQIECBAgAABAgQIECBAgAABAgQIECi3gIBruUU7aL9du3bFlClTcmHChs/w4cNz01CTaa7t8bzxxhu5cOvq1avzti8mvNlSCLLhpqeffnpMmDAhPvGJT+QmhXbr1m2/K+3bty9eeeWV2Lx5cy4c+e1vf7vZa1900UW5gGnPnj3LTrN27doYM2ZM/b5JKLNHjx7x6quv1v+s2BBwuYrsqIDru+++G8uWLYuZM2fuF7z+53/+55g1a1bOpKUn6ec999wTSa8ah7cL3aO5/QVcy/VF2accAgKu5VC0BwECBAgQIECAAAECBAgQIECAAAECBAgQIECAAAECBMojIOBaHke7ECBAgAABAgQIECBAgAABAgQIECBAoFgBAddixVKyPgmJJlMtL7/88ryKkmBlEnodNmxYu1T6xBNPxFlnnRUvv/xy/f7FnvnDH/4wN42z8YTPZMNkr+R3SUjyiCOOKGoSbRKO/OlPfxrz5s1rNuiaBFyTKaJdu3Ytm8+ePXtixowZceedd9bvedppp8VJJ50UV155Zd45N998c+5uTYTbylZP4406IuCahFGTCa3z58/f7x7FBlOToOxtt90WV1111X4h12RqcfLdN5zkWyicgGuhUtZ1hICAa0coO4MAAQIECBAgQIAAAQIECBAgQIAAAQIECBAgQIAAAQKFCQi4FuZkFQECBAgQIECAAAECBAgQIECAAAECBMotIOBabtEO3O/ZZ5+NcePGxXPPPZd3ahKqvO6668oa4kwOSEK1119/fcyZMyfvvGKmxia1XnDBBbFly5b9pAYPHhxJAPTv//7v2xQAffvtt+PrX/96XH311fsFJJNgZDJ99m//9m/L1qknn3wyPv3pT+eFfpMeJL0ZP358bN++vf6sYqzKVWDSt927d0cSHK179u7dGzfccEPceuut9T9LgtEf//jHCzq2S5cuuTByMlX317/+dXzhC1/Yb5pw8vtrrrkmPv/5z0f37t0L2rduUUsh1wEDBsSXvvSlGD16dCR1FPoIuBYqZV1HCAi4doSyMwgQIECAAAECBAgQIECAAAECBAgQIECAAAECBAgQIFCYgIBrYU5WESBAgAABAgQIECBAgAABAgQIECBAoNwCAq7lFu3A/ZqbzHniiSfGPffcU9KUy5bKT6a2nnvuufHwww/nLSt0Kmky6TSZXnr77bfvd8wpp5wSixYtiqOOOqosgklActmyZbnzkumiDZ9LLrkkkkmuxYYumyqsuUm69913X5x++un7TXZN9lizZk0unNmZzxtvvBFTp07NhX2Tp5RvJpmY+8ADD+SmCD///PN510nCrcmk1WQabxKCLeVJ9k8cL7744vj973+/3xbJt5hM6z388MML2l7AtSAmizpIQMC1g6AdQ4AAAQIECBAgQIAAAQIECBAgQIAAAQIECBAgQIAAgQIEBFwLQLKEAAECBAgQIECAAAECBAgQIECAAAEC7SAg4NoOqB255dq1a2PMmDH7HdkeIcqHHnookiBqw2fgwIGxatWqGDRoUKvXXrFiRUyaNGm/dSeccEJ84xvfiGSvcj5JoHbWrFmxePHikmturZ6mQr8NTe64445ckLThc/755+fCvD179mxt+3b7/TPPPBNjx46tny47bdq0XCC1R48eBZ352muv5ULCX/nKVwpa35ZFSVg2qevVV1/db5u+ffvG7Nmz4zOf+Uz069evxWMEXNvSBe+WW0DAtdyi9iNAgAABAgQIECBAgAABAgQIECBAgAABAgQIECBAgEDpAgKupdt5kwABAgQIECBAgAABAgQIECBAgAABAm0REHBti14K3m1uqmo5p5Qm13z77bdzYdGFCxfm3brQYGQSTrzwwgtjw4YNee8n4cVkimjj4Gy5aJMg59lnnx3PPfdc3paFTp1trY6mQr+TJ0+Or33ta5Hc7dlnn41x48blnZ9MqU3ufOyxx7a2fbv9fuXKlTmXuue2226LpJetPclU1e9///tx1VVXxU9+8pP9lg8ePDgXnJ0zZ05rWxX8+xEjRsQ111wT1113XXzve99r8r0k6JpM673ooosi+eumHgHXgskt7AABAdcOQHYEAQIECBAgQIAAAQIECBAgQIAAAQIECBAgQIAAAQIEChQQcC0QyjICBAgQIECAAAECBAgQIECAAAECBAiUWUDAtcygHb1dbW1tXH/99fsFCpOgYRJiHDBgQFlKeuGFF2LChAmxZcuWvP0KnRTb3KTZJCg5b9686NatW1nqbLzJu+++G3Pnzo0vf/nLeb8aNWpUJNNV+/TpU/K5zYV+b7nlllzYMnmaClUmPy9XwLaU4vfu3Zv7Xm644Ybc64ceemh861vfiiFDhrS43W9/+9tc0PSuu+5qcl1imkyB/e///u846aSTSimtyXeSgGsy/ffAAw+M+fPnx1e/+tWoqanZb20Sbk2myjY3GVfAtWwtsVEZBARcy4BoCwIECBAgQIAAAQIECBAgQIAAAQIECBAgQIAAAQIECJRJQMC1TJC2IUCAAAECBAgQIECAAAECBAgQIECAQJECAq5FgqVx+RNPPBFnnXVWJNNcGz5Lly6NKVOmlKXkJAw6derUvL2GDx+eCzsmAcmWnj179sSMGTPizjvvzFs2cODAWLVqVQwaNKgsNTa3yaZNmyIJX9aFIpPJqp/61KdyYcnDDz+85LOff/75GD9+fGzdurV+j6amszYV7i3UruTiWnhx586dkUyZ3bhxY27VyJEjY/ny5bmw789+9rP4wx/+kPv5e9/73jjuuOOie/fuuT//z//8T27K6/r16/N2Tzy/+MUvxmWXXZYLlz755JO5Ca/leg477LBccDWpL5kg+8ADD8Tll18eiX/dM3To0Lj77rtb7KeAa7k6Yp9yCAi4lkPRHgQIECBAgAABAgQIECBAgAABAgQIECBAgAABAgQIECiPgIBreRztQoAAAQIECBAgQIAAAQIECBAgQIAAgWIFBFyLFUvh+uYCpOeff34sWrSo2YmWhV6luf0LnULaXAA3mSKaTFft2rVroaWUtC4JdCaByCOPPDKSaaDHHHNM9OjRo6S9Gr7UVOi3KfOXXnopJk6cGJs3b847s9Dpt20utNEGSQD105/+dH0g+sorr4zrrrsu3nnnndzk2SVLluTeqJuc2q9fv/odGodckwnByXdw6qmnRpcuXcpdarP7vfbaa7lzFy9eHH379o1ly5bFySef3OL5Aq4d1h4HFSAg4FoAkiUECBAgQIAAAQIECBAgQIAAAQIECBAgQIAAAQIECBDoIAEB1w6CdgwBAgQIECBAgAABAgQIECBAgAABAgQaCQi4Vsgn0VTYsqlpoqVct3EgMtkjmdp6//33x/HHH9/qlgsWLMhN92z4JFM/k0mcyeTNLD67du3KTcddt25dXvnJFNEkzNrw2bt3b8ybNy8XIm34lCuAXKxfEmCdPn16/WvJRNYzzjgjGgdAmwq4Ji8999xzMWHChBgyZEhcf/31ccghhxRbQlnW19bWxlNPPRXbtm3LmbcWlBZwLQu7TcokIOBaJkjbECBAgAABAgQIECBAgAABAgQIECBAgAABAgQIECBAoAwCAq5lQLQFAQIECBAgQIAAAQIECBAgQIAAAQIEShAQcC0BLY2vvPDCC7nQ4ZYtW/LKu+WWW3JTOUt9khBhElBNJqA2fAoNZ9bU1MTnPve5WL58ed77I0eOzP3s/e9/f6mldep7TU2lPeGEE+Lee++NI444Yr/amlpfTEi4XJdtHPIcPHhwrFy5MpJJrIUGXJNvIplKm9TfkVNb22og4NpWQe+XU0DAtZya9iJAgAABAgQIECBAgAABAgQIECBAgAABAgQIECBAgEDbBARc2+bnbQIECBAgQIAAAQIECBAgQIAAAQIECJQqIOBaqlzK3mtuSuioUaMime7ap0+fkireuXNnTJ48OTZu3Jj3/po1a2L06NGt7vnLX/4yzj777EimwDZ8rrzyytxE09ambrZ6QCcsaM66pTu98cYbMXXq1Fi9enVexXPmzIm5c+d2mEPjIHTDoHKhAddOIK8/8s0334xkSm7imTy9e/eOSZMmxcEHH9xqWQKurRJZ0IECAq4diO0oAgQIECBAgAABAgQIECBAgAABAgQIECBAgAABAgQItCIg4OoTIUCAAAECBAgQIECAAAECBAgQIECAQOcICLh2jnu7nLpp06ZIAq3J1NS6p61TQpvas6VJpY0v9thjj8VJJ520332XLVsW5557brs4tPemO3bsiHPOOScef/zx+qN69eoV69ati2HDhjV7fBI0TkKuDZ9iLMtxrw0bNsSZZ55Zv9Vtt90W06ZNy/252IDr9u3bY+3atSWV1b1791zw+ZBDDinq/ddffz0mTpwYDz74YO69ESNGxIoVK6Jfv36t7tNUwLXVl1KwIOlPMkW5R48eKahGCeUSEHAtl6R9CBAgQIAAAQIECBAgQIAAAQIECBAgQIAAAQIECBAg0HYBAde2G9qBAAECBAgQIECAAAECBAgQIECAAAECpQgIuJailtJ3du3aFVOmTMkFLRs+yaTUq6++OpoIVLV4k2RSaTJh9IYbbshbV8zU0SR8mEzYbPw8+uijMXTo0JRKtlxWEuocM2ZM3qJCJuU+//zzMX78+Ni6dWveu0uXLs31rb2fxv1Mws/f+ta3YsiQIbmjiw24NhdeLuQegwcPjpUrV8aAAQMKWV6/RsC1KC6LUywg4Jri5iiNAAECBAgQIECAAAECBAgQIECAAAECBAgQIECAAIGqExBwrbqWuzABAgQIECBAgAABAgQIECBAgAABAikREHBNSSPKVcaSJUti+vTpedsNHz487rrrrkgCjcU8L7zwQkyYMCG2bNlS/1qxE2GTcO21116bd+wxxxwT3/zmN+Nv/uZviiknFWv37NkTM2bMiDvvvDOvnptvvjlmzpzZYoj47bffjlmzZsXChQvz3i0kHFuOy7/00ku56aebN2/ObTdy5MhYvnx5vP/978/9ubMDrklAO/F58cUXc/Ucf/zxuWD2e9/73vrrC7iW40uwRxoEBFzT0AU1ECBAgAABAgQIECBAgAABAgQIECBAgAABAgQIECBA4E8CAq6+BAIECBAgQIAAAQIECBAgQIAAAQIECHSOgIBr57i326nPPvtsjBs3Lp577rn6M3r16pWb6jps2LCizm1qUunYsWMjmTjau3fvVveqra2NefPm5f7T8Cl1emerB3bAgmeeeSYSg+3bt9efNnDgwFi1alUMGjSo1QoeeuihOOWUU/LWldqfVg9rtGDTpk2RhGlrampyv2k82bezA66Nw6vTpk2LBQsWRI8ePepvIuBabNetT6uAgGtaO6MuAgQIECBAgAABAgQIECBAgAABAgQIECBAgAABAgSqUUDAtRq77s4ECBAgQIAAAQIECBAgQIAAAQIECKRBQMA1DV0oYw3NTQm98sorc4HGrl27FnRac5NKk3DrlClTCtqjcWCy7qURI0bEihUrol+/fgXtk5ZFSWA3CVxefvnleSWdf/75sWjRoujZs2erpb788stx7rnnxsMPP5y3ds6cOTF37tyC+9PqQY0W7N27Nxc0Tr6Buud73/te/MM//EP9n9sacH300Udj6NChzZaW9HzSpEm53zcVcm7vgGti8LOf/Sz+8Ic/FMvX7Pp77rknbr/99rzfL168OJLQcynP7373u1yfGgaomwr6lrK3d9IlIOCarn6ohgABAgQIECBAgAABAgQIECBAgAABAgQIECBAgACB6hYQcK3u/rs9AQIECBAgQIAAAQIECBAgQIAAAQKdJyDg2nn27XZyU1NCTzzxxEjCeP379y/o3KYmwZ5wwglx7733xhFHHFHQHu0VcH3sscfipJNOKqiGlhYVG7RtLpy6Zs2aGD16dEH1NBeSLda2oMMaLGpce1PfQ6UHXIs1K2R9Ehi+9tpr85a2FvRtad/nn38+xo8fH1u3bq1fJuBaSCeyt0bANXs9UzEBAgQIECBAgAABAgQIECBAgAABAgQIECBAgAABApUrIOBaub11MwIECBAgQIAAAQIECBAgQIAAAQIE0i0g4Jru/pRUXVuDmM2FMIudAltpAddNmzbFqFGjoqampr4vxQaHkxeffPLJ+PSnPx1Jnxo+xUzHLfbDaBycTILORx11VHTp0qV+q3379uUmh+7YsSP3s759++Ymrb7nPe/JO+7000+Piy++OBoHjVsLdnb2BNdizQpZX+6A6yuvvBL33XdfJJOY657DDjssxowZEwceeGAhJVmTEQEB14w0SpkECBAgQIAAAQIECBAgQIAAAQIECBAgQIAAAQIECFSFgIBrVbTZJQkQIECAAAECBAgQIECAAAECBAgQSKGAgGsKm9LWkpoLqF5yySVx0003Rffu3Vs8YteuXTFlypRYt25d/bpevXrl/jxs2LCCy3vnnXdi9uzZsWDBgrx3hgwZkgvxHXnkkQXv1XBhZ0xwTQKHs2bNioULF+bVPGfOnJg7d2507dq14Lvs2bMnZsyYEXfeeWfeO0l49o477og+ffoUvFehC5uaDFrou43X/cu//Esk9xZwjSh3wLXUnngvewICrtnrmYoJECBAgAABAgQIECBAgAABAgQIECBAgAABAgQIEKhcAQHXyu2tmxEgQIAAAQIECBAgQIAAAQIECBAgkG4BAdd096fk6pqaEppM41y5cmUMGDCgxX2bmlRaaviyqQBgoXU0V2RnBFybCogmod8HHngghg4dWnSfGk4zrXu5lBBxoQcLuBYqVdw6AdfivKz+/wICrr4GAgQIECBAgAABAgQIECBAgAABAgQIECBAgAABAgQIpEdAwDU9vVAJAQIECBAgQIAAAQIECBAgQIAAAQLVJSDgWqH9bm5K6NKlS3PTWZt79u7dG/PmzctNpmz43HbbbTFt2rSitZYsWRLTp0/Pey8Jcn7ve9+Lj33sY0Xvl7zQGQHXZLLq1KlTS6q3mJcKnbJbzJ7J2o4IuC5evDgGDhzYbGmbN2/OfVvJ01TI+fXXX4+JEyfGgw8+mFuTfG/J9N8ePXrU79l4zYgRIyIJC/fr169YkrKsF3AtC2NVbiLgWpVtd2kCBAgQIECAAAECBAgQIECAAAECBAgQIECAAAECBFIqIOCa0sYoiwABAgQIECBAgAABAgQIECBAgACBihcQcK3gFq9duzbGjBmTd8Pzzz8/Fi1aFD179mzy5jt27IhzzjknHn/88frfJ6HFVatWxaBBg4rWeuihh+KUU07Z77377rsvxo8fX/R+pb7QVBCx0HDkG2+8kQu3rl69utTjC36vLdYFH9LMwj/+8Y8xc+bMSELJydOaT1uCxh0dcE3u9tZbb+Xd/KCDDsoLz5bi114B1/aqt5Q7eqd9BARc28fVrgQIECBAgAABAgQIECBAgAABAgQIECBAgAABAgQIEChFQMC1FDXvECBAgAABAgQIECBAgAABAgQIECBAoO0CAq5tN0ztDk2FVY866qhcUPPYY49tsu6mQrFtmSr6zDPPxNixY2P79u155yXBwKuvvjqaCHm1i2dbAq5PPPFEnHXWWfHyyy+3S22NN7355ptzQdOOsqk7v5IDrsmU10mTJuVR33333bmJsW152ivg2l71tuWu3i2vgIBreT3tRoAAAQIECBAgQIAAAQIECBAgQIAAAQIECBAgQIAAgbYICLi2Rc+7BAgQIECAAAECBAgQIECAAAECBAgQKF1AwLV0u9S/uXfv3pg3b14kIbyGzy233JILUDZ+Ggcck9/36tUr1q1bF8OGDSvpvjt37ozJkyfHxo0b895PQq9Lly6N3r17l7RvsS+VGnBtzrDY84tZP3z48Ljrrrvi0EMPLea1Nq8VcC2eUK6256sAACAASURBVMC1eDNv/ElAwNWXQIAAAQIECBAgQIAAAQIECBAgQIAAAQIECBAgQIAAgfQICLimpxcqIUCAAAECBAgQIECAAAECBAgQIECgugQEXCu8301NHx01alTccccd0adPn7zbP/vsszFu3Lh47rnn6n/e1rBlEhCdM2dO3HDDDXlntTZJttxtKTXg+tJLL+WmfG7evDmvpAsuuCAGDBjQ5jK3bdsWySTRxs+aNWti9OjRbd6/mA3aGnB99NFHY+jQoc0e2XAq6eDBg2PlypV5hq+//nrO+sEHH8ztMW3atFiwYEH06NGjfs/Ga0aMGBHJvv369Wvxqu01EVXAtZgvzNqGAgKuvgcCBAgQIECAAAECBAgQIECAAAECBAgQIECAAAECBAikR0DANT29UAkBAgQIECBAgAABAgQIECBAgAABAtUlIOBa4f3etWtXTJkyJTeFte5JJoPef//9cfzxx+fdfsmSJTF9+vS8n9188825aa9NhLEKltu0aVMkodqampqy711oEaUGXNeuXRtjxozJO2bgwIGxatWqGDRoUKHHN7uuqVBxsripcGebD2tlAwHX4oUFXIs388afBARcfQkECBAgQIAAAQIECBAgQIAAAQIECBAgQIAAAQIECBBIj4CAa3p6oRICBAgQIECAAAECBAgQIECAAAECBKpLQMC1CvqdTGudOnVq3k2TYN7VV19dH7JqKghbriDnzp07Y/LkybFx48a8GpJpn8n00sMPP7zdu1BKwHXPnj0xY8aMuPPOO/PqK2f4tHGotO6gctkXAyvgWozWn9YKuBZv5o0/CQi4+hIIECBAgAABAgQIECBAgAABAgQIECBAgAABAgQIECCQHgEB1/T0QiUECBAgQIAAAQIECBAgQIAAAQIECFSXgIBrFfT7hRdeiAkTJsSWLVvqbzt8+PC46667IpnmmjxPPPFEnHXWWfHyyy/Xrzn//PNj0aJF0bNnzzYrNRWyTTZNAoKzZ8+Obt26tfmMljYoJeDa3HTVNWvWxOjRo8tWb1NTYpPNyzE9t5giBVyL0frTWgHX4s288ScBAVdfAgECBAgQIECAAAECBAgQIECAAAECBAgQIECAAAECBNIjIOCanl6ohAABAgQIECBAgAABAgQIECBAgACB6hIQcK2Cfr/99tsxa9asWLhwYf1te/XqFevWrYthw4ZFbW1tXH/99TFnzpw8jXIGOX/3u9/lprj+4Ac/yDujf//+sWzZsjj55JPbtRPFBlwTkwULFsTll1+eV9cJJ5wQ9957bxxxxBFlq/ell16KiRMnxubNm/P2bBxCLtuBzWzUXMA1+VaSCb+//OUv4+c//3ls3749xo8fH2+99VacdNJJ9bs9+uijkUzlbe5ZsWJFTJo0KffrwYMHx8qVK2PAgAH1y19//fWcw4MPPpj7WVOTchuvGTFiRCT79uvXr0WehmfXLUymByfnteURcG2LXnW/K+Ba3f13ewIECBAgQIAAAQIECBAgQIAAAQIECBAgQIAAAQIE0iUg4JqufqiGAAECBAgQIECAAAECBAgQIECAAIHqERBwrZJeb9q0KUaNGhU1NTX1N04CrXPnzs2FF5Pw6caNG+t/V+5wZRIYTUKGyTmNnyQ0+o1vfCMGDhzYbt0oNuC6c+fO/UyS4i655JK46aabonv37mWrde/evTFv3rzcNNDGTzlDxs0VnPRm9+7dkYRHk2m6q1atyi1Ngq09evSIV199Ne/VunBqYtQw4Lp48eIWe5gEeJN7Jo+Aa8ufT3sFcsv20dqozQICrm0mtAEBAgQIECBAgAABAgQIECBAgAABAgQIECBAgAABAgTKJiDgWjZKGxEgQIAAAQIECBAgQIAAAQIECBAgQKAoAQHXoriyu7ipwObIkSNj+fLl8fzzz8epp56aF35NwpZXX311NBHCKhlhz549MXPmzLj99tv32yOZ/LlkyZIYNGhQyfs39WIS3vz+97+fm8S6devWvCUtTf9sKhCcvLx+/fo444wzylpjstljjz22Xw+Sn59//vmxaNGi6NmzZ8ln7tu3Lxdi/vWvfx1/+MMfYtu2bbkw69NPPx3J9NinnnqqqL2T8PM999wTv/jFL/ICrsVsIuDaspaAazFfUzbXCrhms2+qJkCAAAECBAgQIECAAAECBAgQIECAAAECBAgQIECgMgUEXCuzr25FgAABAgQIECBAgAABAgQIECBAgED6BQRc09+jslSYBD0XLFiQC3rWPcmEzu985zvxk5/8JO/nhx56aNx///1x/PHHl+Xshps899xzccEFF8SWLVv223vAgAFx7bXXxpgxY8oyIfU3v/lN3HzzzbFs2bK88G7dwc0FXN9+++2YNWtWLFy4MK/GT37yk7kptH/5l39ZdpckgDplypRYt25d3t7l6EXdhN6k1+V46tx+/vOfC7hed13um234PProo5EEttvyCLi2RS8b7wq4ZqNPqiRAgAABAgQIECBAgAABAgQIECBAgAABAgQIECBAoDoEBFyro89uSYAAAQIECBAgQIAAAQIECBAgQIBA+gQEXNPXk3ar6Nlnn41x48ZFEjKte6666qrcJM7Vq1fX/6wcU0NbusQjjzwSn/3sZ3OTY5t6Tj/99FzA9O/+7u+iW7duRXm8++67ufslYd7kTjU1Nc2+31zA9YUXXogJEybsF8KdM2dOzJ07N7p27VpUTYUuTmq+7LLL9lve1nP/+Mc/5ibnJhNyi3369u0bybTVgQMHxpFHHhlHH310HHbYYXHUUUfFf/zHf+QFXD/2sY/F+973vmaPeO211+qnxZrg2nInBFyL/VKzt17ANXs9UzEBAgQIECBAgAABAgQIECBAgAABAgQIECBAgAABApUrIOBaub11MwIECBAgQIAAAQIECBAgQIAAAQIE0i0g4Jru/pS1ukKDjmvWrInRo0eX9ezGmyXhyH/6p3+KrVu3NnvOMcccE5MmTYpPfepT8YEPfCB69OjR5No33ngjtm3bFhs3boxVq1Y1G5xt+PIpp5wSN9xwQxx33HHROGh2xx13xNSpU/POSqbdJtNVhw0b1m4uTQWQk8NOOOGEuPfee+OII44o+ezrmpg02nCzJJyaGCdTbx977LHcr5oLANe9l6w76aST6rdpbXJpw9CmgGvLrRRwLflTz8yLAq6ZaZVCCRAgQIAAAQIECBAgQIAAAQIECBAgQIAAAQIECBCoAgEB1yposisSIECAAAECBAgQIECAAAECBAgQIJBKAQHXVLal/Ypau3ZtjBkzptkDyhGmLLT6n//85/HFL34xvv3tbxf0Sv/+/XOTQ7t06ZJbnwR2n3766RantDbeOJlIes011+QmyPbs2XO/c5OwbBJubTjRNlk0fPjwuOuuu+LQQw8tqNZSFrUUQF66dGlMmTKllG1z7ySByauvvjoGDRqUC/V+6EMfyv0nMe3du3fOtPH5HR1wffPNN+Puu++OpAfJk0yKTb7VAw88sP7er7/+ekycODEefPDB3M9aq7HuxfYKjDYVHG4t6FtIE9ur3kLOtqZjBARcO8bZKQQIECBAgAABAgQIECBAgAABAgQIECBAgAABAgQIEChEQMC1ECVrCBAgQIAAAQIECBAgQIAAAQIECBAgUH4BAdfym6Z6x5dffjnOPffcePjhh5usc86cOTF37tzo2rVrh9xjz5498fWvfz2+9KUvxe9///t2OzOZwDpt2rS4+OKLc8HJ5p4nnngizjrrrEicGj5JkDEJiDYRSitrzc0FkEeNGhXJZNk+ffqU9byGm3V2wLWQiwm4TiyEyZoMCAi4ZqBJSiRAgAABAgQIECBAgAABAgQIECBAgAABAgQIECBAoGoEBFyrptUuSoAAAQIECBAgQIAAAQIECBAgQIBAygQEXFPWkPYuZ+/evTFv3rxIApuNn2Q66f333x/HH398e5ex3/4vvvhiLF68OG6//fayBl2TCaXJ5NPzzjuvxWBrUlBzNh3psmPHjjjnnHPi8ccfzzPqiBoEXIv/7E1wLd7MG38SEHD1JRAgQIAAAQIECBAgQIAAAQIECBAgQIAAAQIECBAgQCA9AgKu6emFSggQIECAAAECBAgQIECAAAECBAgQqC4BAdfq6nfuts1NKe2IKaGtcb/66qu5kO3dd98dP/rRj1pb3uTv+/btG6eddlpMmjQpPv7xj0ePHj0K2qe56bYd6dJSALm9p+sKuBb0meQtEnAt3swbfxIQcPUlECBAgAABAgQIECBAgAABAgQIECBAgAABAgQIECBAID0CAq7p6YVKCBAgQIAAAQIECBAgQIAAAQIECBCoLgEB1+rqd6Zuu2vXrti6dWs8+eST8Z//+Z/xu9/9Lp5++umoqampv8dxxx0Xf/7nfx6DBw+OD3/4wzFkyJD4wAc+EN26dcvUXdNQbLUFXJMA9NFHH90m+kceeSS++93v5u0xY8aM+Ku/+qs27btt27ZcyLvhk/x54sSJbdrXy+kREHBNTy9UQoAAAQIECBAgQIAAAQIECBAgQIAAAQIECBAgQIAAAQFX3wABAgQIECBAgAABAgQIECBAgAABAgQ6R0DAtXPcnUogdQJZCLi+9NJLuZDn5s2bc34jRoyIFStWRL9+/Vr0TNYkgdYsPwKuWe7e/rULuFZWP92GAAECBAgQIECAAAECBAgQIECAAAECBAgQIECAAIFsCwi4Zrt/qidAgAABAgQIECBAgAABAgQIECBAILsCAq7Z7Z3KCZRVoD0DrrW1tXH99dfHnDlzcjUnE3dXrlwZAwYMKPgOyR5JUHXy5Mn174wdOzaWLl0avXv3bnEfAdeCmS3sIAEB1w6CdgwBAgQIECBAgAABAgQIECBAgAABAgQIECBAgAABAgQKEBBwLQDJEgIECBAgQIAAAQIECBAgQIAAAQIECLSDgIBrO6DakkAWBcoRcD3xxBNj9+7dsW/fvlzotEuXLrm/fuKJJ+LSSy+NLVu25GiGDBkS9913Xxx55JH1VMl01osvvjjefPPN3M8PO+ywPMatW7fGt7/97aipqan/+cyZM2P+/Plx4IEHtkgu4JrFL7KyaxZwrez+uh0BAgQIECBAgAABAgQIECBAgAABAgQIECBAgAABAtkS+EFEfDIiDoiI5P9MNTMibs3WFVRLgAABAgQIECBAgAABAgQIECBAgACBTAoIuGaybYomUH6BcgRcP/rRj8bs2bNjwYIFLRbY1OTVt956Kz7/+c/nJrIW+qxZsyZGjx7d6vL169fH4sWLW12XlgWvvfZaPPXUU3nl3H333TFx4sS0lKiONgoIuLYR0OsECBAgQIAAAQIECBAgQIAAAQIECBAgQIAAAQIECBAoo4CAaxkxbUWAAAECBAgQIECAAAECBAgQIECAAIEiBARci8CylEAlC5Qj4Dp06NBYsmRJTJ8+vUWq5sKaN9xwQ1x11VUFMY8bNy53Vp8+fQpan6VFTU2cFXDNUgdbr1XAtXUjKwgQIECAAAECBAgQIECAAAECBAgQIECAAAECBAgQINBRAgKuHSXtHAIECBAgQIAAAQIECBAgQIAAAQIECOQLCLj6IggQyAmUK+D64x//OE455ZSoqanZT7ZXr15xzTXX5Ca1du/efb/fr1y5Ms4+++xWO/KZz3wmrr/++jjkkENaXZvFBQKuWexacTULuBbnZTUBAgQIECBAgAABAgQIECBAgAABAgQIECBAgAABAgTaU0DAtT117U2AAAECBAgQIECAAAECBAgQIECAAIHmBQRcfR0ECOQEyhVwTYKtW7dujXfffTdP9j3veU986EMfanHi6s6dO2Pbtm3xv//7v7n/fuedd/L2+OAHPxgf+chH4q//+q+jS5cuOkcgswICrpltncIJECBAgAABAgQIECBAgAABAgQIECBAgAABAgQIEKhAgV0R8WcN7jUzIm6twHu6EgECBAgQIECAAAECBAgQIECAAAECBNImIOCato6oh0AnCdTW1sbu3bvrg6lJgLR3796CpJ3UD8dWtoCAa2X31+0IECBAgAABAgQIECBAgAABAgQIECBAgAABAgQIEMiWgIBrtvqlWgIECBAgQIAAAQIECBAgQIAAAQIEKkdAwLVyeukmBAgQIJARAQHXjDRKmQQIECBAgAABAgQIECBAgAABAgQIECBAgAABAgQIVIWAgGtVtNklCRAgQIAAAQIECBAgQIAAAQIECBBIoYCAawqboiQCBAgQqGwBAdfK7q/bESBAgAABAgQIECBAgAABAgQIECBAgAABAgQIECCQLQEB12z1S7UECBAgQIAAAQIECBAgQIAAAQIECFSOgIBr5fTSTQgQIEAgIwICrhlplDIJECBAgAABAgQIECBAgAABAgQIECBAgAABAgQIEKgKAQHXqmizSxIgQIAAAQIECBAgQIAAAQIECBAgkEIBAdcUNkVJBAgQIFDZAgKuld1ftyNAgAABAgQIECBAgAABAgQIECBAgAABAgQIECBAIFsCAq7Z6pdqCRAgQIAAAQIECBAgQIAAAQIECBCoHAEB18rppZsQIECAQEYEBFwz0ihlEiBAgAABAgQIECBAgAABAgQIECBAgAABAgQIECBQFQICrlXRZpckQIAAAQIECBAgQIAAAQIECBAgQCCFAgKuKWyKkggQIECgsgUEXCu7v25HgAABAgQIECBAgAABAgQIECBAgAABAgQIECBAgEC2BARcs9Uv1RIgQIAAAQIECBAgQIAAAQIECBAgUDkCAq6V00s3IUCAAIGMCAi4ZqRRyiRAgAABAgQIECBAgAABAgQIECBAgAABAgQIECBAoCoEBFyros0uSYAAAQIECBAgQIAAAQIECBAgQIBACgUEXFPYFCURIECAQGULCLhWdn/djgABAgQIECBAgAABAgQIECBAgAABAgQIECBAgACBbAkIuGarX6olQIAAAQIECBAgQIAAAQIECBAgQKByBARcK6eXbkKAAAECGREQcM1Io5RJgAABAgQIECBAgAABAgQIECBAgAABAgQIECBAgEBVCAi4VkWbXZIAAQIECBAgQIAAAQIECBAgQIAAgRQKCLimsClKIkCAAIHKFhBwrez+uh0BAgQIECBAgAABAgQIECBAgAABAgQIECBAgAABAtkSEHDNVr9US4AAAQIECBAgQIAAAQIECBAgQIBA5QgIuFZOL92EAAECBDIiIOCakUYpkwABAgQIECBAgAABAgQIECBAgAABAgQIECBAgACBqhD4QUR8MiIOiIjk/0w1MyJurYqbuyQBAgQIECBAgAABAgQIECBAgAABAgQ6V0DAtXP9nU6AAAECVSgg4FqFTXdlAgQIECBAgAABAgQIECBAgAABAgQIECBAgAABAgRSKyDgmtrWKIwAAQIECBAgQIAAAQIECBAgQIAAgQoXEHCt8Aa7HgECBAikT0DANX09UREBAgQIECBAgAABAgQIECBAgAABAgQIECBAgAABAtUrIOBavb13cwIECBAgQIAAAQIECBAgQIAAAQIEOldAwLVz/Z1OgAABAlUoIOBahU13ZQIECBAgQIAAAQIECBAgQIAAAQIECBAgQIAAAQIEUisg4Jra1iiMAAECBAgQIECAAAECBAgQIECAAIEKFxBwrfAGux4BAgQIpE9AwDV9PVERAQIECBAgQIAAAQIECBAgQIAAAQIECBAgQIAAAQLVK7ArIv6swfVnRsSt1cvh5gQIECBAgAABAgQIECBAgAABAgQIEOgwAQHXDqN2EAECBAgQ+JOAgKsvgQABAgQIECBAgAABAgQIECBAgAABAgQIECBAgAABAukREHBNTy9UQoAAAQIECBAgQIAAAQIECBAgQIBAdQkIuFZXv92WAAECBFIgIOCagiYogQABAgQIECBAgAABAgQIECBAgAABAgQIECBAgAABAv9PQMDVp0CAAAECBAgQIECAAAECBAgQIECAAIHOERBw7Rx3pxIgQIBAFQsIuFZx812dAAECBAgQIECAAAECBAgQIECAAAECBAgQIECAAIHUCQi4pq4lCiJAgAABAgQIECBAgAABAgQIECBAoEoEBFyrpNGuSYAAAQLpERBwTU8vVEKAAAECBAgQIECAAAECBAgQIECAAAECBAgQIECAAAEBV98AAQIECBAgQIAAAQIECBAgQIAAAQIEOkdAwLVz3J1KgAABAlUsIOBaxc13dQIECBAgQIAAAQIECBAgQIAAAQIECBAgQIAAAQIEUicg4Jq6liiIAAECBAgQIECAAAECBAgQIECAAIEqERBwrZJGuyYBAgQIpEdAwDU9vVAJAQIECBAgQIAAAQIECBAgQIAAAQIECBAgQIAAAQIEBFx9AwQIECBAgAABAgQIECBAgAABAgQIEOgcAQHXznF3KgECBAhUsYCAaxU339UJECBAgAABAgQIECBAgAABAgQIECBAgAABAgQIEEidgIBr6lqiIAIECBAgQIAAAQIECBAgQIAAAQIEqkRAwLVKGu2aBAgQIJAeAQHX9PRCJQQIECBAgAABAgQIECBAgAABAgQIECBAgAABAgQIEBBw9Q0QIECAAAECBAgQIECAAAECBAgQIECgcwQEXDvH3akECBAgUMUCAq5V3HxXJ0CAAAECBAgQIECAAAECBAgQIECAAAECBAgQIEAgdQICrqlriYIIECBAgAABAgQIECBAgAABAgQIEKgSAQHXKmm0axIgQIBAegQEXNPTC5UQIECAAAECBAgQIECAAAECBAgQIECAAAECBAgQIEBAwNU3QIAAAQIECBAgQIAAAQIECBAgQIAAgc4R2BcRB9QdvW/fvmgidNM5lTmVAAECBAhUoEBtbW106dKl4c2Sf9lE3g/Sdu36f1BIW2HqIUCAAAECBAgQIECAAAECBAgQIECAAAECBAgQIECAQBkEBFzLgGgLAgQIECBAgAABAgQIECBAgAABAgQIlCDwZkT0rHtv9+7d0atXrxK28QoBAgQIECBQiEBNTU28733va7h0T0QcXMi7nbVGwLWz5J1LgAABAgQIECBAgAABAgQIECBAgAABAgQIECBAgEBHCAi4doSyMwgQIECAAAECBAgQIECAAAECBAgQILC/wG8ion/dj3/xi1/EUUcdxYkAAQIECBBoJ4Ht27fHBz/4wYa774iIw9vpuLJsK+BaFkabECBAgAABAgQIECBAgAABAgQIECBAgAABAgQIECCQUgEB15Q2RlkECBAgQIAAAQIECBAgQIAAAQIECFS8wCMR8fG6Wz7wwAMxcuTIir+0CxIgQIAAgc4S2LhxY5x66qkNj/9RRHyis+op5FwB10KUrCFAgAABAgQIECBAgAABAgQIECBAgAABAgQIECBAIKsCAq5Z7Zy6CRAgQIAAAQIECBAgQIAAAQIECBDIusDtETG17hLz58+PK664Iut3Uj8BAgQIEEitwI033hizZ89uWN/SiLgwtQVHhIBrmrujNgIECBAgQIAAAQIECBAgQIAAAQIECBAgQIAAAQIE2iog4NpWQe8TIECAAAECBAgQIECAAAECBAgQIECgNIF/iojFda+eccYZsX79+tJ28hYBAgQIECDQqsCZZ54ZGzZsaLjuooj4P62+2IkLBFw7Ed/RBAgQIECAAAECBAgQIECAAAECBAgQIECAAAECBAi0u4CAa7sTO4AAAQIECBAgQIAAAQIECBAgQIAAAQJNCgyOiKfrfnPQQQfFm2++GQccIMrieyFAgAABAuUWqK2tjYMPPjjeeuuthlt/OCK2lvuscu7nnwrKqWkvAgQIECBAgAABAgQIECBAgAABAgQIECBAgAABAgTSJiDgmraOqIcAAQIECBAgQIAAAQIECBAgQIAAgWoS+E1E9K+78KpVq2Ls2LHVdH93JUCAAAECHSKwevXqGDduXMOzdkTE4R1yeBsOEXBtA55XCRAgQIAAAQIECBAgQIAAAQIECBAgQIAAAQIECBBIvYCAa+pbpEACBAgQIECAAAECBAgQIECAAAECBCpY4N8i4pK6+51xxhmxfv36Cr6uqxEgQIAAgc4ROPPMM2PDhg0ND18YEZ/vnGoKP1XAtXArKwkQIECAAAECBAgQIECAAAECBAgQIECAAAECBAgQyJ6AgGv2eqZiAgQIECBA4P+yd/fRVtZ13vg/gqmopInNwv4QW43DcjJPyD3ZgKUzkOJUGKKhIOiMD/hT01AzzIyocUTLVFJuSVyjIAipkXg74FOpIY3NrYTZsmLKsBlxygYVH0ZXeH7r2nXOvc85+5x9nf14XXu/rrVczTnn+/D5vj7XhlbH93wJECBAgAABAgQIECBAoHUE/joiNhQf58knn4wxY8a0zgmdhAABAgQINFlg48aNceihh/auYlxE/LDJpZXdXsC1LJEBBAgQIECAAAECBAgQIECAAAECBAgQIECAAAECBAjkWOD7EXFkRHT9bvSzEXFtjs+jdAIECBAgQIAAAQIECBAgQIAAAQIECORN4NGI+EhX0dOnT4/ly5fn7QzqJUCAAAECmRWYMWNGrFixori+H0TERzNbcFFhAq556JIaCRAgQIAAAQIECBAgQIAAAQIECBAgQIAAAQIECBCoVEDAtVI58wgQIECAAAECBAgQIECAAAECBAgQIFAbgU9HxKripdauXRuTJk2qzepWIUCAAAECbSywbt26OOaYY3oLTIuIb+eBRcA1D11SIwECBAgQIECAAAECBAgQIECAAAECBAgQIECAAAEClQoIuFYqZx4BAgQIECBAgAABAgQIECBAgAABAgRqJ9DjFteDDz44nnrqqdhpJ7GW2hFbiQABAgTaTaCzszMOOeSQePrpp4uPnpvbW5Oi/TeBdntrnZcAAQIECBAgQIAAAQIECBAgQIAAAQIECBAgQIBAewkIuLZXv52WAAECBAgQIECAAAECBAgQIECAAIFsCvxtRDxUXNoZZ5wR3/rWt7JZ/4lFywAAIABJREFUraoIECBAgEAOBM4888y46aabelc6ISK+l4PyCyUKuOalU+okQIAAAQIECBAgQIAAAQIECBAgQIAAAQIECBAgQKASgW0RsXfRxDkRcW0lC5lDgAABAgQIECBAgAABAgQIECBAgAABAlUJXBcR5/VaYW5EXJl8rzO5hs5DgAABAgQIpBK48sorY+7c5K/RHs/CiDg/1QIZGSTgmpFGKIMAAQIECBAgQIAAAQIECBAgQIAAAQIECBAgQIAAgboICLjWhdWiBAgQIECAAAECBAgQIECAAAECBAgQqEjg/0bE2F4zz42IGwRcK/I0iQABAgTaUOCGG26Ic89N/vrs8TwREf8rbxwCrnnrmHoJECBAgAABAgQIECBAgAABAgQIECBAgAABAgQIEBiMgIDrYLSMJUCAAAECBAgQIECAAAECBAgQIECAQH0FOiLisYjYo9c2czs7OxfUd2urEyBAgACB/Av0c3PraxExPiI25e2EAq5565h6CRAgQIAAAQIECBAgQIAAAQIECBAgQIAAAQIECBAYjICA62C0jCVAgAABAgQIECBAgAABAgQIECBAgED9BT4REff03uaMM86IxYsXx047ibrUvwV2IECAAIG8CXR2dsbs2bPjpptuKlX6JyPi/+TtTEm9/tbPY9fUTIAAAQIECBAgQIAAAQIECBAgQIAAAQIECBAgQIBAWgEB17RSxhEgQIAAAQIECBAgQIAAAQIECBAgQKBxAp+OiFW9tzv44IPja1/7WkyaNKlxldiJAAECBAhkXGDdunXxuc99Lp5++ulSlU6LiG9n/Aj9lifgmtfOqZsAAQIECBAgQIAAAQIECBAgQIAAAQIECBAgQIAAgTQCAq5plIwhQIAAAQIECBAgQIAAAQIECBAgQIBA4wWSm1xXRsQevbeePn16XHTRRTFmzJjGV2VHAgQIECCQEYGNGzfG17/+9VixYkWpil6LiBPzenNr14EEXDPysimDAAECBAgQIECAAAECBAgQIECAAAECBAgQIECAAIG6CAi41oXVogQIECBAgAABAgQIECBAgAABAgQIEKiJQEdE3BwRY0utNnny5Jg5c2ZMnTo1dtpJBKYm4hYhQIAAgUwLdHZ2xl133RXLli2LNWvW9FfrExFxWkRsyvRhUhTnb/cUSIYQIECAAAECBAgQIECAAAECBAgQIECAAAECBAgQIJBbAQHX3LZO4QQIECBAgAABAgQIECBAgAABAgQItJHAdRFxXn/n3X333WPixIkxbty46OjoiPe9730xcuTI2HPPPQVf2+glcVQCBAi0kkASZH311VfjhRdeiF/+8pexadOm2LBhQzz44IPx+uuvD3TUhRFxfqtYCLi2SiedgwABAgQIECBAgAABAgQIECBAgAABAgQIECBAgACBUgICrt4LAgQIECBAgAABAgQIECBAgAABAgQI5EPgbyPiyxHxkXyUq0oCBAgQINBQgR/86e/J7zV01zpvJuBaZ2DLEyBAgAABAgQIECBAgAABAgQIECBAgAABAgQIECDQVAEB16by25wAAQIECBAgQIAAAQIECBAgQIAAAQKDFvh0RJwr6DpoNxMIECBAoDUFkmDr9RHx7VY8noBrK3bVmQgQIECAAAECBAgQIECAAAECBAgQIECAAAECBAgQ6BIQcPUuECBAgAABAgQIECBAgAABAgQIECBAIJ8Cfx0RJ0bEsRExKp9HUDUBAgQIEKhIYEtE3B0RKyPihxWtkJNJAq45aZQyCRAgQIAAAQIECBAgQIAAAQIECBAgQIAAAQIECBCoSEDAtSI2kwgQIECAAAECBAgQIECAAAECBAgQIJApgY6IGBcRh0bE6IjYPyL2jYjdI0I2JlOtUgwBAgQIpBTojIjXI+LFiHguIn4eEU9GxIaI2JRyjdwP85d47lvoAAQIECBAgAABAgQIECBAgAABAgQIECBAgAABAgQIDCDw/Yg4suhfcPpsRFxLjAABAgQIECBAgAABAgQIECBAgAABAgQIECBAgAABAgSaKyDg2lx/uxMgQIAAAQIECBAgQIAAAQIECBAgQIAAAQIECBAgUF8BAdf6+lqdAAECBAgQIECAAAECBAgQIECAAAECBAgQIECAAAECFQkIuFbEZhIBAgQIECBAgAABAgQIECBAgAABAgQIECBAgAABAjkREHDNSaOUSYAAAQIECBAgQIAAAQIECBAgQIAAAQIECBAgQIBAewkIuLZXv52WAAECBAgQIECAAAECBAgQIECAAAECBAgQIECAQLsJCLi2W8edlwABAgQIECBAgAABAgQIECBAgAABAgQIECBAgACBXAgIuOaiTYokQIAAAQIECBAgQIAAAQIECBAgQIAAAQIECBAgQKBCgW0RsXfR3DkRcW2Fa5lGgAABAgQIECBAgAABAgQIECBAgAABAgQIECBAgAABAjUSEHCtEaRlCBAgQIAAAQIECBAgQIAAAQIECBAgQIAAAQIECBDIpICAaybboigCBAgQIECAAAECBAgQIECAAAECBAgQIECAAAECBNpdQMC13d8A5ydAgAABAgQIECBAgAABAgQIECBAgAABAgQIECDQ2gICrq3dX6cjQIAAAQIECBAgQIAAAQIECBAgQIAAAQIECBAgQCCnAgKuOW2csgkQIECAAAECBAgQIECAAAECBAgQIECAAAECBAgQSCUg4JqKySACBAgQIECAAAECBAgQIECAAAECBAgQIECAAAECBAg0VkDAtbHediNAgAABAgQIECBAgAABAgQIECBAgAABAgQIECBAoLECAq6N9bYbAQIECBAgQIAAAQIECBAgQIAAAQIECBAgQIAAAQIEUgkIuKZiMogAAQIECBAgQIAAAQIECBAgQIAAAQIECBAgQIAAgZwKCLjmtHHKJkCAAAECBAgQIECAAAECBAgQIECAAAECBAgQIECgtQUEXFu7v05HgAABAgQIECBAgAABAgQIECBAgAABAgQIECBAoN0FBFzb/Q1wfgIECBAgQIAAAQIECBAgQIAAAQIECBAgQIAAAQIEMikg4JrJtiiKAAECBAgQIECAAAECBAgQIECAAAECBAgQIECAAIEaCQi41gjSMgQIECBAgAABAgQIECBAgAABAgQIECBAgAABAgQIEKilgIBrLTWtRYAAAQIECBAgQIAAAQIECBAgQIAAAQIECBAgQIBA1gQEXLPWEfUQIECAAAECBAgQIECAAAECBAgQIECAAAECBAgQIEAgIgRcvQYECBAgQIAAAQIECBAgQIAAAQIECBAgQIAAAQIECLSygIBrK3fX2QgQIECAAAECBAgQIECAAAECBAgQIECAAAECBAgQyK2AgGtuW6dwAgQIECBAgAABAgQIECBAgAABAgQIECBAgAABAgRSCAi4pkAyhAABAgQIECBAgAABAgQIECBAgAABAgQIECBAgAABAo0WEHBttLj9CBAgQIAAAQIECBAgQIAAAQIECBAgQIAAAQIECBBopICAayO17UWAAAECBAgQIECAAAECBAgQIECAAAECBAgQIECAAIGUAgKuKaEMI0CAAAECBAgQIECAAAECBAgQIECAAAECBAgQIEAglwICrrlsm6IJECBAgAABAgQIECBAgAABAgQIECBAgAABAgQIEGh1AQHXVu+w8xEgQIAAAQIECBAgQIAAAQIECBAgQIAAAQIECBBobwEB1/buv9MTIECAAAECBAgQIECAAAECBAgQIECAAAECBAgQIJBRAQHXjDZGWQQIECBAgAABAgQIECBAgAABAgQIECBAgAABAgQI1ERAwLUmjBYhQIAAAQIECBAgQIAAAQIECBAgQIAAAQIECBAgQIBAbQUEXGvraTUCBAgQIECAAAECBAgQIECAAAECBAgQIECAAAECBLIlIOCarX6ohgABAgQIECBAgAABAgQIECBAgAABAgQIECBAgAABAgUBAVcvAgECBAgQIECAAAECBAgQIECAAAECBAgQIECAAAECrSwg4NrK3XU2AgQIECBAgAABAgQIECBAgAABAgQIECBAgAABAgRyKyDgmtvWKZwAAQIECBAgQIAAAQIECBAgQIAAAQIECBAgQIAAgRQCAq4pkAwhQIAAAQIECBAgQIAAAQIECBAgQIAAAQIECBAgQIBAowUEXBstbj8CBAgQIECAAAECBAgQIECAAAECBAgQIECAAAECBBopIODaSG17ESBAgAABAgQIECBAgAABAgQIECBAgAABAgQIECBAIKWAgGtKKMMIECBAgAABAgQIECBAgAABAgQIECBAgAABAgQIEMilgIBrLtumaAIECBAgQIAAAQIECBAgQIAAAQIECBAgQIAAAQIEWl1AwLXVO+x8BAgQIECAAAECBAgQIECAAAECBAgQIECAAAECBNpbQMC1vfvv9AQIECBAgAABAgQIECBAgAABAgQIECBAgAABAgQIZFRAwDWjjVEWAQIECBAgQIAAAQIECBAgQIAAAQIECBAgQIAAAQI1ERBwrQmjRQgQIECAAAECBAgQIECAAAECBAgQIECAAAECBAgQIFBbAQHX2npajQABAgQIECBAgAABAgQIECBAgAABAgQIECBAgACBbAkIuGarH6ohQIAAAQIECBAgQIAAAQIECBAgQIAAAQIECBAgQIBAQUDA1YtAgAABAgQIECBAgAABAgQIECBAgAABAgQIECBAgEArCwi4tnJ3nY0AAQIECBAgQIAAAQIECBAgQIAAAQIECBAgQIAAgdwKCLjmtnUKJ0CAAAECBAgQIECAAAECBAgQIECAAAECBAgQIEAghYCAawokQwgQIECAAAECBAgQIECAAAECBAgQIECAAAECBAgQINBoAQHXRovbjwABAgQIECBAgAABAgQIECBAgAABAgQIECBAgACBRgoIuDZS214ECBAgQIAAAQIECBAgQIAAAQIECBAgQIAAAQIECBBIKSDgmhLKMAIECBAgQIAAAQIECBAgQIAAAQIECBAgQIAAAQIEcikg4JrLtimaAAECBAgQIECAAAECBAgQIECAAAECBAgQIECAAIFWFxBwbfUOOx8BAgQIECBAgAABAgQIECBAgAABAgQIECBAgACB9hYQcG3v/js9AQIECBAgQIAAAQIECBAgQIAAAQIECBAgQIAAAQIZFRBwzWhjlEWAAAECBAgQIECAAAECBAgQIECAAAECBAgQIECAQE0EBFxrwmgRAgQIECBAgAABAgQIECBAgAABAgQIECBAgAABAgQI1FZAwLW2nlYjQIAAAQIECBAgQIAAAQIECBAgQIAAAQIECBAgQCBbAgKu2eqHaggQIECAAAECBAgQIECAAAECBAgQIECAAAECBAgQIFAQEHD1IhAgQIAAAQIECBAgQIAAAQIECBAgQIAAAQIECBAg0MoCAq6t3F1nI0CAAAECBAgQIECAAAECBAgQIECAAAECBAgQIEAgtwICrrltncIJECBAgAABAgQIECBAgAABAgQIECBAgAABAgQIEEghIOCaAskQAgQIECBAgAABAgQIECBAgAABAgQIECBAgAABAgQINFpAwLXR4vYjQIAAAQIECBAgQIAAAQIECBAgQIAAAQIECBAgQKCRAgKujdS2FwECBAgQIECAAAECBAgQIECAAAECBAgQIECAAAECBFIKCLimhDKMAAECBAgQIECAAAECBAgQIECAAAECBAgQIECAAIFcCgi45rJtiiZAgAABAgQIECBAgAABAgQIECBAgAABAgQIECBAoNUFBFxbvcPOR4AAAQIECBAgQIAAAQIECBAgQIAAAQIECBAgQKC9BQRc27v/Tk+AAAECBAgQIECAAAECBAgQIECAAAECBAgQIECAQEYFBFwz2hhlESBAgAABAgQIECBAgAABAgQIECBAgAABAgQIECBQEwEB15owWoQAAQIECBAgQIAAAQIECBAgQIAAAQIECBAgQIAAAQK1FRBwra2n1QgQIECAAAECBAgQIECAAAECBAgQIECAAAECBAgQyJbA9yPiyIhIfjfaGRFzIuLabJWoGgIECBAgQIAAAQIECBAgQIAAAQIECBAgQIAAAQIECLSfgIBr+/XciQkQIECAAAECBAgQIECAAAECBAgQIECAAAECBAi0k4CAazt121kJECBAgAABAgQIECBAgAABAgQIECBAgAABAgQIEMiNgIBrblqlUAIECBAgQIAAAQIECBAgQIAAAQIECBAgQIAAAQIEKhAQcK0AzRQCBAgQIECAAAECBAgQIECAAAECBAgQIECAAAECBAjUW0DAtd7C1idAgAABAgQIECBAgAABAgQIECBAgAABAgQIECBAoJkCAq7N1Lc3AQIECBAgQIAAAQIECBAgQIAAAQIECBAgQIAAAQIE+hEQcPVqECBAgAABAgQIECBAgAABAgQIECBAgAABAgQIECDQygLbImLvogPOiYhrW/nAzkaAAAECBAgQIECAAAECBAgQIECAAAECBAgQIECAAIE8CAi45qFLaiRAgAABAgQIECBAgAABAgQIECBAgAABAgQIECBAoFIBAddK5cwjQIAAAQIECBAgQIAAAQIECBAgQIAAAQIECBAgQIBAHQUEXOuIa2kCBAgQIECAAAECBAgQIECAAAECBAgQIECAAAECBJouIODa9BYogAABAgQIECBAgAABAgQIECBAgAABAgQIECBAgAABAn0FBFy9FQQIECBAgAABAgQIECBAgAABAgQIECBAgAABAgQItLKAgGsrd9fZCBAgQIAAAQIECBAgQIAAAQIECBAgQIAAAQIECBDIrYCAa25bp3ACBAgQIECAAAECBAgQIECAAAECBAgQIECAAAECBFIIfD8ijoyIrt+NfjYirk0xzxACBAgQIECAAAECBAgQIECAAAECBAgQIECAAAECBAgQqKOAgGsdcS1NgAABAgQIECBAgAABAgQIECBAgAABAgQIECBAgEDTBQRcm94CBRAgQIAAAQIECBAgQIAAAQIECBAgQIAAAQIECBAgQKCvgICrt4IAAQIECBAgQIAAAQIECBAgQIAAAQIECBAgQIAAgVYWEHBt5e46GwECBAgQIECAAAECBAgQIECAAAECBAgQIECAAAECuRUQcM1t6xROgAABAgQIECBAgAABAgQIECBAgAABAgQIECBAgEAKAQHXFEiGECBAgAABAgQIECBAgAABAgQIECBAgAABAgQIECBAoNECAq6NFrcfAQIECBAgQIAAAQIECBAgQIAAAQIECBAgQIAAAQKNFNgWEXsXbTgnIq5tZAH2IkCAAAECBAgQIECAAAECBAgQIECAAAECBAgQIECAAIG+AgKu3goCBAgQIECAAAECBAgQIECAAAECBAgQIECAAAECBFpZQMC1lbvrbAQIECBAgAABAgQIECBAgAABAgQIECBAgAABAgQI5FZAwDW3rVM4AQIECBAgQIAAAQIECBAgQIAAAQIECBAgQIAAAQIpBARcUyAZQoAAAQIECBAgQIAAAQIECBAgQIAAAQIECBAgQIAAgUYLCLg2Wtx+BAgQIECAAAECBAgQIECAAAECBAgQIECAAAECBAg0UkDAtZHa9iJAgAABAgQIECBAgAABAgQIECBAgAABAgQIECBAgEBKAQHXlFCGESBAgAABAgQIECBAgAABAgQIECBAgAABAgQIECCQS4HvR8SREZH8brQzIuZExLW5PImiywl0RMS4iDg0IkZHxP4RsW9E7P6n/peb7+cECBAgQCBrAsl/d3k9Il6MiOci4ucR8WREbIiITVkrVj0ECBAgQIAAAQIECBAgQIAAAQIECBAYrICA62DFjCdAgAABAgQIECBAgAABAgQIECBAgAABAgQIECBAIE8CAq556tbga/3riDgxIo6NiFGDn24GAQIECBDIrcCWiLg7IlZGxA9zewqFEyBAgAABAgQIECBAgAABAgQIECDQ1gICrm3dfocnQIAAAQIECBAgQIAAAQIECBAgQIAAAQIECBAg0PICAq6t2eJPR8S5EfGR1jyeUxEgQIAAgUEJ/CAiro+Ibw9qlsEECBAgQIAAAQIECBAgQIAAAQIECBBosoCAa5MbYHsCBAgQIECAAAECBAgQIECAAAECBAgQIECAAAECBOoqIOBaV96GL/63EfFlwdaGu9uQAAECBPIhkARdk78nv5ePclVJgAABAgQIECBAgAABAgQIECBAgEC7Cwi4tvsb4PwECBAgQIAAAQIECBAgQIAAAQIECBAgQIAAAQIEWltgW0TsXXTEORFxbWsfuWVPd11EnNff6XbfffeYOHFijBs3Ljo6OuJ973tfjBw5Mvbcc8/YaSe/Gm/Zt8LBCBAg0MICnZ2d8eqrr8YLL7wQv/zlL2PTpk2xYcOGePDBB+P1118f6OQLI+L8FqZxNAIECBAgQIAAAQIECBAgQIAAAQIEWkTAb/FapJGOQYAAAQIECBAgQIAAAQIECBAgQIAAAQIECBAgQIBASQEB1/y/GB0RcXNEjC11lMmTJ8fMmTNj6tSpgqz577UTECBAgEAKgST4etddd8WyZctizZo1/c14IiJOi4hNKZY0hAABAgQIECBAgAABAgQIECBAgAABAk0REHBtCrtNCRAgQIAAAQIECBAgQIAAAQIECBAgQIAAAQIECBBokICAa4Og67TNJyJiZUTs0Xv96dOnx0UXXRRjxoyp09aWJUCAAAEC2RfYuHFjfP3rX48VK1aUKva1iDgxIv5P9k+iQgIECBAgQIAAAQIECBAgQIAAAQIE2lFAwLUdu+7MBAgQIECAAAECBAgQIECAAAECBAgQIECAAAECBNpHQMA1v73+dESs6l3+wQcfHF/72tdi0qRJ+T2ZygkQIECAQI0F1q1bF5/73Ofi6aefLrXytIj4do23tBwBAgQIECBAgAABAgQIECBAgAABAgSqFhBwrZrQAgQIECBAgAABAgQIECBAgAABAgQIECBAgAABAgQIZFjg+xFxZER0/W70sxFxbYbrVdofBZKbW+/pjXHGGWfE4sWLY6ed/Krbi0KAAAECBHoLdHZ2xuzZs+Omm24qhfNJN7l6ZwgQIECAAAECBAgQIECAAAECBAgQyJqA3/plrSPqIUCAAAECBAgQIECAAAECBAgQIECAAAECBAgQIECglgICrrXUbMxaHRHxWETsUbzdggUL4vOf/3xjKrALAQIECBDIscCVV14Zc+fO7X2C1yJifERsyvHRlE6AAAECBAgQIECAAAECBAgQIECAQIsJCLi2WEMdhwABAgQIECBAgAABAgQIECBAgAABAgQIECBAgACBHgICrvl7If5vRIwtLvv666+Pc845J38nUTEBAgQIEGiSwA033BDnnntu792fiIj/1aSSbEuAAAECBAgQIECAAAECBAgQIECAAIE+AgKuXgoCBAgQIECAAAECBAgQIECAAAECBAgQIECAAAECBFpZQMA1X929LiLOKy7Zza35aqBqCRAgQCA7Av3c5LowIs7PTpUqIUCAAAECBAgQIECAAAECBAgQIECgnQUEXNu5+85OgAABAgQIECBAgAABAgQIECBAgAABAgQIECBAoPUFtkXE3kXHnBMR17b+sXN5wr+NiIeKKz/jjDPiW9/6Vi4Po2gCBAgQIJAFgTPPPDNuuumm3qVMiIjvZaE+NRAgQIAAAQIECBAgQIAAAQIECBAg0N4CAq7t3X+nJ0CAAAECBAgQIECAAAECBAgQIECAAAECBAgQINDqAgKu+enwoxHxka5yDz744Hjqqadip538Wjs/LVQpAQIECGRNoLOzMw455JB4+umni0v7QUR8NGu1qocAAQIECBAgQIAAAQIECBAgQIAAgfYT8JvA9uu5ExMgQIAAAQIECBAgQIAAAQIECBAgQIAAAQIECBBoJwEB13x0+9MRsaq41LVr18akSZPyUb0qCRAgQIBAhgXWrVsXxxxzTO8Kp0XEtzNcttIIECBAgAABAgQIECBAgAABAgQIEGgDAQHXNmiyIxIgQIAAAQIECBAgQIAAAQIECBAgQIAAAQIECBBoYwEB13w0v8ftrdOnT4/ly5fno3JVEiBAgACBHAjMmDEjVqxYUVypW1xz0DclEiBAgAABAgQIECBAgAABAgQIEGh1AQHXVu+w8xEgQIAAAQIECBAgQIAAAQIECBAgQIAAAQIECBBobwEB1+z3/68jYkNxmU8++WSMGTMm+5WrkAABAgQI5ERg48aNceihh/audlxE/DAnR1AmAQIECBAgQIAAAQIECBAgQIAAAQItKCDg2oJNdSQCBAgQIECAAAECBAgQIECAAAECBAgQIECAAAECBLoFBFyz/zJcFxHndZU5efLkuPvuu7NftQoJECBAgEDOBI499thYs2ZNcdULI+L8nB1DuQQIECBAgAABAgQIECBAgAABAgQItJCAgGsLNdNRCBAgQIAAAQIECBAgQIAAAQIECBAgQIAAAQIECBDoIyDgmv2X4tcRMaqrzDvuuCOOP/747FetQgIECBAgkDOBO++8M0444YTiqrdExAE5O4ZyCRAgQIAAAQIECBAgQIAAAQIECBBoIQEB1xZqpqMQIECAAAECBAgQIECAAAECBAgQIECAAAECBAgQINBHQMA12y9FR0T8uKvE3XffPV599dXYaSe/ys5221RHgAABAnkU6OzsjD333DNef/314vI/GBGb8ngeNRMgQIAAAQIECBAgQIAAAQIECBAgkH8BvxXMfw+dgAABAgQIECBAgAABAgQIECBAgAABAgQIECBAgACB/gUEXLP9dvx/EbGoq8TJkyfH3Xffne2KVUeAAAECBHIscOyxx8aaNWuKT3B2RPzvHB9J6QQIECBAgAABAgQIECBAgAABAgQI5FhAwDXHzVM6AQIECBAgQIAAAQIECBAgQIAAAQIECBAgQIAAAQJlBQRcyxI1dcBNEXF6VwULFiwa1c4PAAAgAElEQVSIz3/+800tyOYECBAgQKCVBa688sqYO3du8RGXRMQZrXxmZyNAgAABAgQIECBAgAABAgQIECBAILsCAq7Z7Y3KCBAgQIAAAQIECBAgQIAAAQIECBAgQIAAAQIECBCoXkDAtXrDeq7waER8pGuDtWvXxqRJk+q5n7UJECBAgEBbC6xbty6OOeaYYoMfRMRH2xrF4QkQIECAAAECBAgQIECAAAECBAgQaJqAgGvT6G1MgAABAgQIECBAgAABAgQIECBAgAABAgQIECBAgEADBARcG4BcxRa/johRXfN/8YtfxIEHHljFcqYSIECAAAECAwls3rw5/uIv/qJ4yJaIOIAaAQIECBAgQIAAAQIECBAgQIAAAQIEmiEg4NoMdXsSIECAAAECBAgQIECAAAECBAgQIECAAAECBAgQINAoAQHXRklXts+rEbFH19RXXnklhg8fXtlKZhEgQIAAAQJlBbZv3x7vfOc7i8e9FhF7lp1oAAECBAgQIECAAAECBAgQIECAAAECBOogIOBaB1RLEiBAgAABAgQIECBAgAABAgQIECBAgAABAgQIECCQGQEB18y0omQhb0dE9++t33777dhpJ7/GznbLVEeAAAECeRbo7OyMIUOGFB+hMyJ6fCPP51M7AQIECBAgQIAAAQIECBAgQIAAAQL5EvCbwXz1S7UECBAgQIAAAQIECBAgQIAAAQIECBAgQIAAAQIECAxOQMB1cF6NHp2EarqfJHTjIUCAAAECBOorUOL/mYR/h6y+5FYnQIAAAQIECBAgQIAAAQIECBAgQKAfAf/jpFeDAAECBAgQIECAAAECBAgQIECAAAECBAgQIECAAIFWFhBwzXZ3BV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IECBAgMICAgKvXgwABAgQIECBAgAABAgQIECBAgACBrAgIuGalE+ogQIAAAQIECBAgQIAAAQIECBAgQIAAAQIECBAgQKAeAgKu9VCt3ZoCrrWztBIBAgQIEEglIOCaiskgAgQIECBAgAABAgQIECBAgAABAgQaICDg2gBkWxAgQIAAAQIECBAgQIAAAQIECBAgQIAAAQIECBAg0DQBAdem0afaWMA1FZNBBAgQIECgdgICrrWztBIBAgQIECBAgAABAgQIECBAgAABAtUJCLhW52c2AQIECBAgQIAAAQIECBAgQIAAAQIECBAgQIAAAQLZFhBwzXZ/BF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IECBAgMICAgKvXgwABAgQIECBAgAABAgQIECBAgACBrAgIuGalE+ogQIAAAQIECBAgQIAAAQIECBAgQIAAAQIECBAgQKAeAgKu9VCt3ZoCrrWztBIBAgQIEEglIOCaiskgAgQIECBAgAABAgQIECBAgAABAgQaICDg2gBkWxAgQIAAAQIECBAgQIAAAQIECBAgQIAAAQIECBAg0DQBAdem0afaWMA1FZNBBAgQIECgdgICrrWztBIBAgQIECBAgAABAgQIECBAgAABAtUJCLhW52c2AQIECBAgQIAAAQIECBAgQIAAAQIECBAgQIAAAQLZFhBwzXZ/BF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JtJPDAAw/EO97xjvjABz4Q++yzT5QI7tVMo7OzM1555ZX4wx/+0GPNIUOGxPDhw2PnnXeu2V4WIlBPAQHXeupamwABAgQIECBAgAABAgQIECBAgACBwQgIuA5Gy1gCBAgQIECAAAECBAgQIECAAAECBAgQIECAAAECBPImIOCa7Y4JuGa7P6ojkGmB7du3xznnnBPLli0r1Dlq1KhYsGBBnHjiiXWp+5FHHolTTjkltmzZ0mP9r371qzF37txcBVyTmr/0pS/1OMf69etj/PjxdbGzaLYEBFyz1Q/VECBAgAABAgQIECBAgAABAgQIEGhnAQHXdu6+sxMgQIAAAQIECBAgQIAAAQIECBAgQIAAAQIECBBofQEB12z3WMA12/1RHYFMCyRB0+nTp8eGDRsKde63335xzz33xNixY2te9wsvvBCnn3563HvvvX3Wvuqqq+KCCy6IoUOH1nzfei0o4Fov2XysK+Cajz6pkgABAgQIECBAgAABAgQIECBAgEA7CAi4tkOXnZEAAQIECBAgQIAAAQIECBAgQIAAAQIECBAgQIBA+woIuGa79wKu2e6P6ghkWuBf//Vf46ijjorkJtfkmTRpUuE213333bemdb/22mtx8cUXx6JFi0qum9wce+utt8YRRxxR033ruZiAaz11s7+2gGv2e6RCAgQIECBAgAABAgQIECBAgAABAu0iIODaLp12TgIECBAgQIAAAQIECBAgQIAAAQIECBAgQIAAAQLtKSDgmu2+C7hmuz+qI5BpgcWLF8dZZ53VXeOcOXNiwYIFscsuu9Ss7j/84Q9x9dVXx9y5cwdc8+Mf/3gsWbIkRo4cWbO967mQgGs9dbO/toBr9nukQgIECBAgQIAAAQIECBAgQIAAAQLtIiDg2i6ddk4CBAgQIECAAAECBAgQIECAAAECBAgQIECAAAEC7Skg4Jrtvgu4Zrs/qiOQWYG33nqrEDq95pprumu87bbbYsaMGTWrubOzM26//fZCiLbrlthk8cMOOyxmzZoVV111VWzZsqV7v7PPPrvwvT322KNmNdRrIQHXesnmY10B13z0SZUECBAgQIAAAQIECBAgQIAAAQIE2kFAwLUduuyMBAgQIECAAAECBAgQIECAAAECBAgQIECAAAECBNpXQMA1270XcM12f1RHILMCL774YsycOTPWrVtXqPHAAw+MO++8Mw455JCa1fzII4/EKaec0iPEOmrUqLj11lvjox/9aCxcuDA++9nP9tgvuUH2wgsvjJ133rlmdSRh3rvuuiuee+657jX32muvOPnkk2PPPfesaJ9aB1xfeOGFWLlyZbz55pvd9ey///4xderUmt6oW9FhTeojIODqpSBAgAABAgQIECBAgAABAgQIECBAICsCAq5Z6YQ6CBAgQIAAAQIECBAgQIAAAQIECBAgQIAAAQIECBCoh4CAaz1Ua7emgGvtLKta6ec//3lMmzYtNm3a1GOdWt+I2bV4Nfv9/ve/L9zSed9991V15mTymDFj4t3vfne85z3vib/6q7+KQw89ND7wgQ/U9AbOUkHC4sInTZoUy5Yti3333bfq8/S3wM033xynn356v+uvX78+xo8fX3b/5cuXF0KVxU9HR0esWrUqRo8eXXZ+LQc89dRTcfzxx8fmzZsLy3784x8vOL7rXe+qyTalwq3Dhw+PG2+8MU466aRIAoKvvfZaXHzxxbFo0aLuPXuPqUUxb7zxRsyZMycWL17cvdzRRx8dST9GjBhR0Ra1DriW+kzPnj27cMPusGHDKqrRpPoJCLjWz9bKBAgQIECAAAECBAgQIECAAAECBAgMTkDAdXBeRhMgQIAAAQIECBAgQIAAAQIECBAgQIAAAQIECBAgkC8BAdds90vANSP9qSZwWskRqtmvlgHXUrUnAcUpU6bE+eefHx/84AdjyJAhlRyxe065gGuy39q1a1MFTCspJAlhnnvuuXHLLbf0Oz2PAdckVHviiSd2n+mSSy6JxHro0KGVMPWY8+ijj8aZZ54ZyXva9fQXXH3mmWfi7//+7+Pxxx8vO7bSwgRcK5Uzrz8BAVfvBgECBAgQIECAAAECBAgQIECAAAECWREQcM1KJ9RBgAABAgQIECBAgAABAgQIECBAgAABAgQIECBAgEA9BARc+6oeEBG/rgd2BWsKuFaAVo8p1QROK6mnmv3qHXAtPs+sWbNi/vz5ccABycemsqdcwDVZNRlz6aWXFm4FrfXT+6bTUutnNeD61ltvxV133RXPPfdcn7KTEOq//Mu/dH8/uVn24IMPLsu36667FoKxI0eO7DO2s7MzkptbzzrrrB7h1mTgggUL4sILL4ydd965z7xSt73us88+ccMNNxRuRq62rwKuZdtqwCAFBFwHCWY4AQIECBAgQIAAAQIECBAgQIAAAQJ1E6j9b0bqVqqFCRAgQIAAAQIECBAgQIAAAQIECBAgQIAAAQIECBAgMGgBAde+ZMk1jkmwdH4Ggq4CroN+peszoZrAaSUVVbNfIwOuydlGjRoVX/va12Lq1KkV3eaaJuA6adKkWLZsWey7776VcA44Z/HixYXA5kBPVgOupYKd1QJ1dHREcvvr6NGjeyyVhFtXr14dF1xwQWzZsqXHz/7pn/6p8P0kHFvqSebefvvtBeft27d3D0lufb3mmmvilFNOKRmMTXsWAde0UsalFRBwTStlHAECBAgQIECAAAECBAgQIECAAAEC9RYQcK23sPUJECBAgAABAgQIECBAgAABAgQIECBAgAABAgQIEGimgIBrX/3kKsofR8ReEZGEXZsZdBVwbeano2jvagKnlRyhmv0aHXBNzpcEFZOQYxJgLHWD50AGaQKuyfpr166N8ePHV8LZ75wkbHnOOecUwrMDPe0ecP3DH/4Qt956a8yZM6dHQDUx+/KXvxwXX3xxDBs2bEDDt99+O1asWBFnn312xWv0t4GAa00/FhaLKHWrsH+HzJtBgAABAgQIECBAgAABAgQIECBAgEBTBPyPk01htykBAgQIECBAgAABAgQIECBAgAABAgQIECBAgAABAg0SEHAtDf3liJhX9KNmBV0FXBv0QSi3TTWB03Jrl/p5Nfv1F3D9yle+EpdddlnqcpJQYxIAfemll+LHP/5x3HfffXHHHXfEf//3f5dcIwmh3njjjXHSSSeVCof1u2+agGsyORl36aWXDmrtcod94okn4pOf/GRs3bp1wKHtHHBN3oEkvLxgwYI+RmnDrV0Tk3cqeUe+8IUv9Am5TpkypXCba3Ij8GAfAdfBihlfTsANruWE/JwAAQIECBAgQIAAAQIECBAgQIAAgUYJCLg2Sto+BAgQIECAAAECBAgQIECAAAECBAgQIECAAAECBAg0Q0DAtbT63hHx6z/d4lo8otFBVwHXZnwqSuxZTeC0kiNUs1+tAq6l6n7llVfi5ptvjn/8x38sGXRNwonJTZ9HHHFE6mOXCrj+2Z/9WSShxSRc2fVMnDgxli5dGvvtt1/qtcsNTAKVF1xwQblhkdWAa2dnZyQ9SYKjXc+OHTviiiuuiGuvvbb7e6tXr46PfOQjZc+ZDBgyZEjhRt7kJt5f/epXcdFFF0Uyv/hJfv7FL34xzj///Nh1111Trds1aKCQ6+jRowvv1nHHHVeoI+0j4JpWyri0AgKuaaWMI0CAAAECBAgQIECAAAECBAgQIECg3gICrvUWtj4BAgQIECBAgAABAgQIECBAgAABAgQIECBAgAABAs0UEHDtX7/3La7FIxsVdBVwbeano2jvagKnlRyhmv3qGXBNzpKEKjds2BDnnHNObNq0qc/xPv7xj8eSJUti5MiRqY5eKuB6/PHHF0Kb3/3ud7vXSEKVSdBywoQJqdYtN2jbtm1x2mmn9QhvfvrTn45nnnkmfvKTn/SYntWAa6kzvvzyy3H66afHnXfeWfjxuHHjYsWKFYO6GfXtt9+OtWvXxoUXXhjJu1j8JH1IgsGnnHJKIQRbyZOsv3LlyvjMZz5TMig9a9asmD9/fhxwwAGplhdwTcVk0CAEBFwHgWUoAQIECBAgQIAAAQIECBAgQIAAAQJ1FRBwrSuvxQkQIECAAAECBAgQIECAAAECBAgQIECAAAECBAgQaLKAgGv/DejvFtfiGfUOugq4NvkD0rV9NYHTSo5QzX71Drh2neeRRx4phBy3bNnS54jJ7aHnnXdelAiJ9RlbKuA6e/bsOPTQQyP5z+Lnsssui3nz5sXQoUMrYe0x50c/+lF86lOfiq1btxa+n9wMe/nll8d1113XJ7ibp4DrU089FUlAePPmzYVzJYZJIHXYsGGpzH73u9/FVVddFV//+tdTja9mUBKWTer67W9/22eZffbZJ+bOnRv/8A//ECNGjBhwGwHXarpgbikBAVfvBQECBAgQIECAAAECBAgQIECAAAECWREQcM1KJ9RBgAABAgQIECBAgAABAgQIECBAgAABAgQIECBAgEA9BARcB1Yd6BbX4pn1CroKuNbjra9gzWoCpxVsV7g1c9q0aX2ClrfddlvMmDFjwCUbFXBNbnK9/fbb46yzzort27f3qOmwww4r/Oy9731v2eP3F3BN1j311FN7GEycODGWLl1aCKNW8yS1J6HP5IbSricJhV500UWFQGjvm2nzFHBdtWpVnHjiid3nuvHGG/sEhUvZJbeqfu9734svfOEL8W//9m99hnR0dBSCs0nIuFbP0UcfHV/84hcjeQfuv//+kssmQdc5c+bE2WefHcn/XeoRcK1VR6zTJSDg6l0gQIAAAQIECBAgQIAAAQIECBAgQCArAgKuWemEOggQIECAAAECBAgQIECAAAECBAgQIECAAAECBAgQqIeAgOvAqmlucS1eodZBVwHXerz1FaxZTeC0gu1yEXBNzvXmm2/GpZdeGldffXWfYy5ZsiROO+20ssfvL+Ca3KaarL148eLuNZIbP1evXh0TJkwou+5AA7Zt21aoLVmr6/nGN74Rf/d3f1cyWJyXgOuOHTsKAdQrrriicKwkCHzPPffE2LFjB/T6zW9+UwiaJuHhUs+UKVMKgeD/+I//iMMPP7wq++LJScB1+fLlscsuu8SCBQvim9/8Zp+wdDI+Cbcmt8ruscceJfcWcK1ZSyz0JwEBV68CAQIECBAgQIAAAQIECBAgQIAAAQJZERBwzUon1EGAAAECBAgQIECAAAECBAgQIECAAAECBAgQIECAQD0Evh8RR0ZE1+9GPxsR19ZjoxyvmfYW1+IjPhwR8yMi+c9qHgHXavRqOFfAtX/Mn/70p3HCCSfEM88802NQEoq8+eab413veteAnegv4JoEKr/zne/EySef3GN+EuCcN29eDB06tOIOP/bYY3HMMcd0hykPPPDAuPPOO2PXXXfNdcD1xRdfjJkzZ8a6desKNpMmTYply5YVevCTn/wkXnrppcL3d9tttxgzZkzhvMnzX//1X4VbXu++++4epkmg+HOf+1xccMEFhXDpE088UbjhtVbP/vvvXwiuJvUlN8iuXbu2cKtu8nnresaPHx/JzcUHHHBAv9sKuNaqI9bpEhBw9S4QIECAAAECBAgQIECAAAECBAgQIJAVAQHXrHRCHQQIECBAgAABAgQIECBAgAABAgQIECBAgAABAgQI1ENAwLW86mBvcS1esdqgq4Br+f40ZISAa//MvW8N7RqZ9vbQgQKuzz33XJ/A6cSJEws3jSbrV/J0dnZGcjtsEpTtepJQ6A033BDPP/98rgOuSQD1k5/8ZGzdurVwtEsuuSQS37feeivmzJnTfRtu182pI0aM6DboHXIdPXp04WbeJAg8ZMiQSqgrmvO73/2usO+iRYtin332iVtvvTWOOOKIAdcScK2I2qQBBARcvR4ECBAgQIAAAQIECBAgQIAAAQIECGRFQMA1K51QBwECBAgQIECAAAECBAgQIECAAAECBAgQIECAAAEC9RAQcE2nWsktrsUrVxp0FXBN15+6jxJwHZj4gQceiKOOOqrPoBtvvLFwM+hAz0AB1yRYefHFF8fChQu7l0huFV29enVMmDChor73vuU0WWTJkiVx2mmnFW4OnTZtWmzatKnH2uvXr4/kJtFyz/Lly/vcONvR0RGrVq2KJDBa72fx4sVx1llndW+T3Mg6efLk6B0ALRVwTSYlt/CedNJJMXbs2EIIeOTIkfUuueT6SQh548aN8fTTT8eMGTPK3tYr4NqUNrX0pgKuLd1ehyNAgAABAgQIECBAgAABAgQIECCQKwEB11y1S7EECBAgQIAAAQIECBAgQIAAAQIECBAgQIAAAQIECAxSQMA1HVg1t7gW7zDYoKuAa7r+1H2UgOvAxFu2bInp06fHhg0begw8++yzC7dx7rbbbv0uMFDAddiwYfGd73wnpk6d2mN+cvvqvHnzygYfS2360EMPxZQpU2L79u2FHx900EFxxx13xPvf//5cB1x7hzyLg7VpA65JsDS5xTa5HbeRt7ZW+wEWcK1W0PzeAgKu3gkCBAgQIECAAAECBAgQIECAAAECBLIiIOCalU6ogwABAgQIECBAgAABAgQIECBAgAABAgQIECBAgACBeggIuKZXrfYW1+Kd0gZdBVzT96euIwVcB+ZNwqLnnHNOLFu2rMfA/m4KLR5ULuD67LPPFm4Vffzxx7unTZw4MZYuXVoIYg7m2bFjR8yfPz+SPbueU089Na6//vrYY489ch1w7e1UfK60AdfBWNZ67Kuvvhq33XZbvPzyy4Wl99prr8JtuHvuuWfZrQRcyxIZMEgBAddBghlOgAABAgQIECBAgAABAgQIECBAgEDdBARc60ZrYQIECBAgQIAAAQIECBAgQIAAAQIECBAgQIAAAQIEMiAg4Jq+CbW6xbV4x3JBVwHX9P2p60gB14F5k5s/k+Bo8k/xU3yLaH8rlAu4vvnmm3HxxRfHwoULu5cYPnx4rF69OiZMmDCovm/dujVmzZoVDz74YPe8JFQ5Y8aMwtf99Xn9+vUxfvz4snstX768EMocrFoP1/cAACAASURBVEHZhVMMWLNmTRx77LHdI2+88caYPXt24evBBlw3b95cuDm3kmfXXXeNE088MUaOHDmo6b///e8LfbjvvvsK89KEo7s2KBVwHdTmTRqc9Oeaa66J5KZiT7YEBFyz1Q/VECBAgAABAgQIECBAgAABAgQIEGhnAQHXdu6+sxMgQIAAAQIECBAgQIAAAQIECBAgQIAAAQIECBBofQEB18H1uJa3uBbv3F/QVcB1cP2p22gB1/K0ixcvjrPOOqvHwCSIev/998eHP/zhfhcoF3BNJiZhy6lTp/ZY47LLLot58+bF0KFDyxf3pxEPPfRQTJkyJZIbZ5OndwA3rwHX5GbaxOOKK64onCu52faee+6JsWPHFr4ebMD1sccei8MPPzy1a/HANKHmUgsLuFbEbVKdBARc6wRrWQIECBAgQIAAAQIECBAgQIAAAQIEBi0g4DpoMhMIECBAgAABAgQIECBAgAABAgQIECBAgAABAgQIEMiRgIDr4JpVj1tciyvoHXQVcB1cf+o2ur/gY9027Gfh4ttG+9u7d1Cwa9xXvvKVQgiyXk+p20uTvcrdfpom4Prss8/GSSedFI8//nh3+RMnToylS5cWwpxpnt4h0GTOeeedF1dddVUkt44mT14Drs8//3zh9tOHH07+CImYNGlSLFu2LPbdd9/C180OuG7btq1wC+9zzz1XqOdDH/pQXHrppbHbbrt1t07ANc1bbEyjBARcGyVtHwIECBAgQIAAAQIECBAgQIAAAQIEygkIuJYT8nMCBAgQIECAAAECBAgQIECAAAECBAgQIECAAAECBPIssC0iktBm17MpIl7+0xfJ70t7/5P8qJ7f7/odbT336O8Mafce8ieDeva9K+iaBJC7n87OHnnXeu5v7V4CAq7lX4k1a9bEscce22fgypUrY9q0af0ukCbg+uabbxYCkgsXLuxeJ7kddvXq1TFhwoTyxUVE7xBoMumuu+6K4447rnt+XgOuvW+mTUyTAGlXSK/ZAdfe4dXZs2fHNddcE8OGDeu2F3BN9Rob1CABAdcGQduGAAECBAgQIECAAAECBAgQIECAAIGyAgKuZYkMIECAAAECBAgQIECAAAECBAgQIECAAAECBAgQIEAgxwK9A645Pkrrly7g2rweC7iWt3/sscfi8MMP7zOw3K2zaQKuyaKlArTJjbTz5s2LoUOHli3wgQceiKOOOqp73GGHHRa33357vPe97+3+Xh4DrsnNtPPnz4/Eseu5//7742Mf+1j319UGXMvdwlt8e29HR0esWrUqRo8e3b1/vQOuicFPfvKTeOmll8q+B2kHrFixIm666aYewxctWhQHHXRQ2iV6jPvP//zPQp82b97c/f1SQd+KFjep5gICrjUntSABAgQIECBAgAABAgQIECBAgAABAhUKCLhWCGcaAQIECBAgQIAAAQIECBAgQIAAAQIECBAgQIAAAQK5EBBwzUWb/likgGvzmiXgWt6+3gHXLVu2xPTp02PDhg3dxUycODGWLl0a++2334AFvvXWWzF37tzCraFdz5w5c2LBggWxyy67dH8vjwHXrVu3xqxZs+LBBx8snGPcuHGRhDNHjRrVfa5WD7iWfzsHP6JU8Lpc0HegXUq9WwKug+9Lo2YIuDZK2j4ECBAgQIAAAQIECBAgQIAAAQIECJQTEHAtJ+TnBAgQIECAAAECBAgQIECAAAECBAgQIECAAAECBAjkWUDANZvdeyQivhwR3y8uT8C1ec0ScC1v/+ijj8YRRxzRZ2CtbnAtFVIdPnx4rF69OiZMmDBggaXCsXfffXdMnjy5x7w8Blx715wEWw888MAYMmRI99nefvvtws2hiUPy7LPPPpHctPqOd7yjx/k/8YlPxGc+85noHVYuF+xs9g2u5d/OwY+odcD1hRdeiJUrV8abb77ZXcz+++8fU6dO7RGyHnylZtRDQMC1HqrWJECAAAECBAgQIECAAAECBAgQIECgEgEB10rUzCFAgAABAgQIECBAgAABAgQIECBAgAABAgQIECBAIC8CGyPig0XFnhcRT/7p687k0tCif5JvD/R18rPeY0p9L82YWs6r5VpJ7Zsj4oA6Nbgr2PpwkWX3VgKudVJPsWx/wcdy4c0US5ccUs1+v//972PGjBlx33339Vj7K1/5Slx22WWVllR2XnHIsXjw/fffHx/72Mf6nV8qSNjfzZZr1qyJY489tsdayZnmzZsXQ4cO7XeP3vOOPPLISOp9z3ve02NOKwRcyzZqgAFd74iAa0StA67V9MXcxgsIuDbe3I4ECBAgQIAAAQIECBAgQIAAAQIECJQWEHD1ZhAgQIAAAQIECBAgQIAAAQIECBAgQIAAAQIECBAg0MoCyQ2hRxYd8G8ioitc2crnrvRsp0bEP1c6eYB5vYOtXUO7wrmFrwVc6yCfcslqAqcpt+gxrJr9shZwLXf752ACrqVuYp04cWIsXbo09ttvv5LUyY2ZF198cSxcuLD755dcckkhwNg7FCvg+scQtICrgGslf2610hwB11bqprMQIECAAAECBAgQIECAAAECBAgQyLeAgGu++6d6AgQIECBAgAABAgQIECBAgAABAgQIECBAgAABAgQGFhBwHdwb8myNb2/tL9jaVZWA6+D6U7fR1QROKymqmv2aFXAtFVQ98MAD484774xDDjmkX4bBBFx37NhRCGBeccUV3esNHz48Vq9eHRMmTCi5x7PPPhsnnXRSPP7444WfDzRewLV0wHXRokVx0EEH9dvDhx9+OObPn1/4eUdHR6xatSpGjx7dPb73O1nqht7eY44++ujCLbsjRoyo5CNU9Rw3uFZNmOsFBFxz3T7FEyBAgAABAgQIECBAgAABAgQIEGgpAQHXlmqnwxAgQIAAAQIECBAgQIAAAQIECBAgQIAAAQIECBAg0EtAwDX9K1HL21vLBVu7qhJwTd+fuo6sJnBaSWHV7NeMgOv//M//xIUXXhhJELL4GTduXKxYsSJGjRrVL8NgAq7JIg888EAcddRRPdZLQq/z5s3rcyNrMug73/lOTJ06tXv8QDe+5jHgmub9euONN2LOnDmxePHiwvBy4dHeN7im2aNrTKMDrsnZXn/99R4l7r777jFs2LDBlN1nbL0CrvWqt6rDmtxHQMDVS0GAAAECBAgQIECAAAECBAgQIECAQFYEBFyz0gl1ECBAgAABAgQIECBAgAABAgQIECBAgAABAgQIECBQDwEB1/Sqtbi9NW2wtasqAdf0/anryGoCp5UUVs1+zQi4btu2LWbOnBn33ntvj+Mef/zxsWTJkthrr736ZRhswPX555+PGTNmRHJraNfTX2i1d7AzGT9QGFbA9Y+ieQq4Jre8nnzyyT3er9tuu63wjlTz1CvgWq96qzmruX0FBFy9FQQIECBAgAABAgQIECBAgAABAgQIZEVAwDUrnVAHAQIECBAgQIAAAQIECBAgQIAAAQIECBAgQIAAAQL1EBBwTada7e2tgw22dlUl4JquP3UfVU3gtJLiqtmvGQHXp556KpIw6+bNm3sc95JLLokkKDh06NB+GQYbcN2xY0chpHrFFVd0rzl8+PBYvXp1TJgwocc+vR2TcWvXro3x48eXrEfA9Y8sAq5ReG+/9KUv9XhP1q9f3++7k/ZzLuCaVqq54wRcm+tvdwIECBAgQIAAAQIECBAgQIAAAQIE/p+AgKu3gQABAgQIECBAgAABAgQIECBAgAABAgQIECBAgACBVhYQcE3X3Upvb6002NpVlYBruv7UfVQ1gdNKiqtmv2YEXEuF9pJz33333TF58uQBCQYbcE0We+CBB+Koo47qsW6pm1l71zVp0qRYtmxZ7LvvviVrEnD9I0vvgGu5YGexc0dHR6xatSpGjx7dbdz7nZw9e3Zcc801MWzYsH7HHH300ZGsO2LEiAHfn3oFRgVcK/mTq3XmCLi2Ti+dhAABAgQIECBAgAABAgQIECBAgEDeBQRc895B9RMgQIAAAQIECBAgQIAAAQIECBAgQIAAAQIECBAgMJCAgGv596OS21urDbZ2VSXgWr4/DRlRTeC0kgKr2a/RAdfXXnstzj333Ljlllt6HLVU0LGURSUB161bt8asWbPiwQcf7F5y4sSJsXTp0thvv/0K3ytV19VXXx1z5syJEuG1whwB1z9yCri6wbWSP7daaY6Aayt101kIECBAgAABAgQIECBAgAABAgQI5FtAwDXf/VM9AQIECBAgQIAAAQIECBAgQIAAAQIECBAgQIAAAQIDCwi4ln9DBnN7a62CrV1VCbiW709DRlQTOK2kwGr2a3TA9Uc/+lF86lOfiiR0Wvycd955cdVVV8Wuu+46IEElAdcdO3bE/PnzI5nb9QwfPjzWrl0b48ePL3zrpz/9aZxwwgnxzDPPFL5Ogq/f/e5340Mf+lC/9Qi4/pFGwFXAtZI/t1ppjoBrK3XTWQgQIECAAAECBAgQIECAAAECBAjkW0DANd/9Uz0BAgQIECBAgAABAgQIECBAgAABAgQIECBAgAABAgMLCLgO7JP29tZNEfHZiHi4xi+cgGuNQStdrprAaSV7VrNfIwOub7zxRuFG1MWLF/c55l133RXHHXdc2eNXEnBNFn3ooYdiypQpsX379u49krUuvfTSwg2tN998c5x++undP0vGJt9717ve1W9NAq5/pBFwFXAt+8Ft8QECri3eYMcjQIAAAQIECBAgQIAAAQIECBAgkCMBAdccNUupBAgQIECAAAECBAgQIECAAAECBAgQIECAAAECBAgMWkDAdWCycre3bomIL0fELYOWTzdBwDWdU91HVRM4raS4avZrZMB15cqVceaZZ/YImSbnTRMm7XKpNOCa3Bg7a9asePDBB7uJJ02aFMuWLYthw4bFueeeG7fc8v8+mldffXUhjFsiuNY9v90Crsmtt9u2bYt///d/j5/97GexefPmmDZtWrz++utx+OGHd7usX7+++2bcUu/z8uXL4+STTy78qKOjI1atWhWjR4/uHtr7nZw9e3Zcc801hT51Pb3HHH300ZGsO2LEiAE/QsV7dw287bbbYsaMGZV89LrnlHovyzmk2bBe9abZ25j0AgKu6a2MJECAAAECBAgQIECAAAECBAgQIECgvgICrvX1tToBAgQIECBAgAABAgQIECBAgAABAgQIECBAgAABAs0VEHDt33+g21vrHWztqkrAtbmfj+7dqwmcVnKEavZrVMD16aefLtyQ+vjjj/c54mAChpUGXHfs2BHz58+PZH7XkwQ2165dG3vvvXeccMIJ8cwzzxR+tN9++8U999wTY8eOHbAdrRZw7ezsjFdeeSWSd2Lu3Llxxx13FM6fOCXh0t/+9rc9PLrCqS+++GKPgOuiRYvioIMO6tfu4YcfLvQieQRcB/7EC7hW8idi4+cIuDbe3I4ECBAgQIAAAQIECBAgQIAAAQIECJQWEHD1ZhAgQIAAAQIECBAgQIAAAQIECBAgQIAAAQIECBAg0MoCAq79d7fU7a2NCrZ2VSXgmpFPXzWB00qOUM1+9Q64JqHJDRs2xDnnnBObNm3qc7zkVtVvfvOb8c53vjPV0SsNuCaLP/TQQ4XbYrdv3969V3JT61577VUI33Y9xx9/fCxZsqTw/YGevAVc33777cINrL/61a/ipZdeiiR0nPT/xz/+cTz//POxcePGVD3oGjRx4sRYsWJF/OIXv+gRcB3MIgKuA2sJuA7mbWreWAHX5tnbmQABAgQIECBAgAABAgQIECBAgACBngICrt4IAgQIECBAgAABAgQIECBAgAABAgQIECBAgAABAgRaWUDAtXR3e9/e2uhga1dVAq4Z+fRVEzit5AjV7FfPgOvWrVvjuuuui+RGz+JQadcZDzvssPjnf/7nAW/77O1RTcA1uWl05syZsW7duu5l/+Zv/qZwQ+maNWu6v3fjjTfG7Nmzy7YibwHXJNyanP/ee+8te7Y0A44++uhIApg/+9nPBFy/+tX40pe+1INt/fr1MX78+DSU/Y4RcK2Kr2GTBVwbRm0jAgQIECBAgAABAgQIECBAgAABAgTKCAi4ekUIECBAgAABAgQIECBAgAABAgQIECBAgAABAgQIEGhlAQHX0t3tur21WcHWrqoEXDPy6asmcFrJEarZr1YB17feeqsQYv3Nb34Tjz/+eCFEmtyYWirYmpxx1KhRceutt8YRRxwxqCNXE3BNbpO9/PLL47LLLut3zwMPPDDuvPPOOOSQQ8rWlbeA6xtvvBFz5syJxYsXlz1b7wH77LNPJLetHnTQQfHnf/7ncfDBB8f+++8fidcPf/jDHgHXD3/4wwPeyPu73/2u+7ZYN7gO3AoB10G/qk2ZIODaFHabEiBAgAABAgQIECBAgAABAgQIECBQQkDA1WtBgAABAgQIECBAgAABAgQIECBAgAABAgQIECBAgEArCwi49u1ucnvrl//0zy1Nbr6Aa5Mb0LV9NYHTSo5QzX79BVwrqSPtnCTc+o1vfCOmTJkSJYJhAy5TTcA1Wfixxx6LY445pt/g7amnnhrXX3997LHHHmWPk7eAa3KgUn7FB03Cqe973/vi17/+dcEqebpuah0xYkRJk2Tc4Ycf3v2zcjeXFoc2BVwHfs0EXMt+DDMxQMA1E21QBAECBAgQIECAAAECBAgQIECAAAECESHg6jUgQIAAAQIECBAgQIAAAQIECBAgQIAAAQIECBAgQKCVBQRc+3b3yIh4OCNNF3DNSCOqCZxWcoRq9mt0wDUJNN5www0xbty4QYdbE5tqA64vvvhizJw5s3DDbKlnyZIlcdppp6VqQx4Drklg8tJLL433v//9MWbMmPjLv/zLwj9J6HivvfaKIUOGRO+bXhsdcH311Vfjtttui5dffrnQh+Sm2KlTp8Yuu+zS3Zfe7225Grsm1iswWuq9LBf0TfOS1aveNHsbk15AwDW9lZEECBAgQIAAAQIECBAgQIAAAQIECNRXQMC1vr5WJ0CAAAECBAgQIECAAAECBAgQIECAAAECBAgQIECguQICrs31L7e7gGs5oQb9vJrAaSUlVrNfowKuw4cPj7PPPjsuvPDCePe7313JMQtzqg24dnZ2xuWXXx6XXXZZnxoOOuig/5+9+wnVuzrzAP4k0IppVEpnkUWrhaqBEhqNdtGoXXTERphJpGorxnRRJ7Uzjf+gxSAKsxEjFURRhxhnpRVTKyUZ0SycUixalamZW7KZlkI7iyooCEmMoCV3uG8n4SYm957kPe95zzm/TzZT9Nxznufz/ZUuwnduPPfcc6PyZ8qfFguuKXtNu+CaMqOC68YUJmcKCSi4FoL2DAECBAgQIECAAAECBAgQIECAAAECiwoouC5K5AABAgQIECBAgAABAgQIECBAgAABAgQIECBAgAABAg0LKLjWHZ6CayX5jFM4PZ0Vxnlv0gXXlStXxk033RTf/e53R7+Jc9w/4xZc595/880345prrom33377mHFuueWWeOihh+LMM89MGlPB9W9Mr776alx++eVHzRb7zaXzfyvp3G/03blzZ8x9J6fyR8FVwfVUvpdJn1VwnbSw+wkQIECAAAECBAgQIECAAAECBAgQSBVQcE2Vco4AAQIECBAgQIAAAQIECBAgQIAAAQIECBAgQIAAgRYFFFzrTk3BtZJ8ximcns4K47yXq+A69xtaL7roovjc5z4Xa9asibni4qWXXhorVqyIpUuXns5aJ/yZHAXX999/P26++eb4xS9+ccwbTz/9dGzcmF4cVHD9G5+C64l/s/BiRd+U/1LMLwMfOX+q32nKO86MJ6DgOp6fnyZAgAABAgQIECBAgAABAgQIECBAIJ+Agms+SzcRIECAAAECBAgQIECAAAECBAgQIECAAAECBAgQIFCfgIJrfZnMn0jBte58TEegCYEPP/ww7rzzzti+ffto3m9+85sxV7ScKy+f6E/rBde53zC8atWqsbJ55ZVX4sUXXzzmji1btsTnP//5se7dt29fzBVa5/9RcB2LdCI/rOA6EVaXEiBAgAABAgQIECBAgAABAgQIECBwGgIKrqeB5kcIECBAgAABAgQIECBAgAABAgQIECBAgAABAgQIEGhGQMG17qgUXOvOx3QEmhBooeD6l7/8ZfTbdn/1q1+NTBcr4R6BP9FvRG0ilHlDKrjWl5iCa32ZmIgAAQIECBAgQIAAAQIECBAgQIDAUAUUXIeavL0JECBAgAABAgQIECBAgAABAgQIECBAgAABAgQIDENAwbXunBVc687HdASaEJhkwXV2djbuu+++uPfee0cWq1evjp07d8bKlSuTbebumCuqbtq06ejPXHfddfHkk0/GOeecs+A9Cq7JzA6egoCC6ylgOUqAAAECBAgQIECAAAECBAgQIECAwEQFFFwnyutyAgQIECBAgAABAgQIECBAgAABAgQIECBAgAABAgSmLKDgOuUAFnlewbXufExHoAmBHAXXtWvXxv79++Pw4cOj0unSpUtH//nNN9+MO+64I954442RxSWXXBLPPvtsnH/++Udt5n4766233hoHDx4c/fNzzz33GLeZmZl44YUX4sCBA0f/+Z133hnbtm2LT3/60wsaK7g28Qk2N6SCa3ORGZgAAQIECBAgQIAAAQIECBAgQIBAtwIKrt1GazECBAgQIECAAAECBAgQIECAAAECBAgQIECAAAECBCJCwbXuz0DBte58TEegCYEcBdevfvWrsXXr1njooYcW3PlEv3n10KFDcfvtt49+I2vqn+effz6+9a1vLXp8165d8fjjjy96rpYD7777buzdu/eYcZ5++unYuHFjLSOaIyIUXH0GBAgQIECAAAECBAgQIECAAAECBAjUIqDgWksS5iBAgAABAgQIECBAgAABAgQIECBAgAABAgQIECBAYBICCq6TUM13p4JrPks3ERisQI6C62WXXRbbt2+PH/zgBws6nqysef/998fdd9+dlMH1118/euuzn/1s0vmWDp3oN84quNaXoIJrfZmYiAABAgQIECBAgAABAgQIECBAgMBQBRRch5q8vQkQIECAAAECBAgQIECAAAECBAgQIECAAAECBAgMQ0DBte6cFVzrzsd0BJoQyFVwff311+Oqq66KAwcOfGLvs846K+65557Rb2o944wzPvHvd+7cGTfccMOiXt/73vfivvvuixUrVix6tsUDCq5tpKbg2kZOpiRAgAABAgQIECBAgAABAgQIECAwBAEF1yGkbEcCBAgQIECAAAECBAgQIECAAAECBAgQIECAAAECwxVQcK07ewXXuvMxHYEmBHIVXOeKrTMzM/HXv/71mL0/9alPxZe//OUFf+Pqe++9F/v27YuPP/549H8/+uijY+648MILY82aNfGFL3whli5d2oSrIfsVUHDtN1ubESBAgAABAgQIECBAgAABAgQIEGhNQMG1tcTMS4AAAQIECBAgQIAAAQIECBAgQIAAAQIECBAgQIDAqQgouJ6KVvmzCq7lzb1IoDuB2dnZ2L9//9Fi6lyB9JxzzlEk7S5pC+USUHDNJekeAgQIECBAgAABAgQIECBAgAABAgTGFVBwHVfQzxMgQIAAAQIECBAgQIAAAQIECBAgQIAAAQIECBAgULOAgmvN6UQouNadj+kIECBAoEMBBdcOQ7USAQIECBAgQIAAAQIECBAgQIAAgUYFFFwbDc7YBAgQIECAAAECBAgQIECAAAECBAgQIECAAAECBAgkCSi4JjFN7ZCC69ToPUyAAAECQxVQcB1q8vYmQIAAAQIECBAgQIAAAQIECBAgUJ+Agmt9mZiIAAECBAgQIECAAAECBAgQIECAAAECBAgQIECAAIF8Agqu+SwncZOC6yRU3UmAAAECBBYQUHD1eRAgQIAAAQIECBAgQIAAAQIECBAgUIuAgmstSZiDAAECBAgQIECAAAECBAgQIECAAAECBAgQIECAAIFJCCi4TkI1350Krvks3USAAAECBJIEFFyTmBwiQIAAAQIECBAgQIAAAQIECBAgQKCAgIJrAWRPECBAgAABAgQIECBAgAABAgQIECBAgAABAgQIECAwNQEF16nRJz2s4JrE5BABAgQIEMgnoOCaz9JNBAgQIECAAAECBAgQIECAAAECBAiMJ6DgOp6fnyZAgAABAgQIECBAgAABAgQIECBAgAABAgQIECBAoG4BBde681FwrTsf0xEgQIBAhwIKrh2GaiUCBAgQIECAAAECBAgQIECAAAECjQoouDYanLEJECBAgAABAgQIECBAgAABAgQIECBAgAABAgQIEEgSUHBNYpraIQXXqdF7mAABAgSGKqDgOtTk7U2AAAECBAgQIECAAAECBAgQIECgPgEF1/oyMREBAgQIECBAgAABAgQIECBAgAABAgQIECBAgAABAvkEFFzzWU7iJgXXSai6kwABAgQILCCg4OrzIECAAAECBAgQIECAAAECBAgQIECgFgEF11qSMAcBAgQIECBAgAABAgQIECBAgAABAgQIECBAgAABApMQUHCdhGq+OxVc81m6iQABAgQIJAkouCYxOUSAAAECBAgQIECAAAECBAgQIECAQAEBBdcCyJ4gQIAAAQIECBAgQIAAAQIECBAgQIAAAQIECBAgQGBqAgquU6NPeljBNYnJIQIECBAgkE9AwTWfpZsIECBAgAABAgQIECBAgAABAgQIEBhPQMF1PD8/TYAAAQIECBAgQIAAAQIECBAgQIAAAQIECBAgQIBA3QIKrnXno+Badz6mI0CAAIEOBRRcOwzVSgQIECBAgAABAgQIECBAgAABAgQaFVBwbTQ4YxMgQIAAAQIECBAgQIAAAQIECBAgQIAAAQIECBAgkCSg4JrENLVDCq5To/cwAQIECAxVQMF1qMnbmwABAgQIECBAgAABAgQIECBAgEB9Agqu9WViIgIECBAgQIAAAQIECBAgQIAA4TzNLgAAIABJREFUAQIECBAgQIAAAQIE8gkouOaznMRNCq6TUHUnAQIECBBYQEDB1edBgAABAgQIECBAgAABAgQIECBAgEAtAgqutSRhDgIECBAgQIAAAQIECBAgQIAAAQIECBAgQIAAAQIEJiGg4DoJ1Xx3Krjms3QTAQIECBBIElBwTWJyiAABAgQIECBAgAABAgQIECBAgACBAgIKrgWQPUGAAAECBAgQIECAAAECBAgQIECAAAECBAgQIECAwNQEFFynRp/0sIJrEpNDBAgQIEAgn4CCaz5LNxEgQIAAAQIECBAgQIAAAQIECBAgMJ6Agut4fn6aAAECBAgQIECAAAECBAgQIECAAAECBAgQIECAAIG6BRRc685HwbXufExHgAABAh0KKLh2GKqVCBAgQIAAAQIECBAgQIAAAQIECDQqoODaaHDGJkCAAAECBAgQIECAAAECBAgQIECAAAECBAgQIEAgSUDBNYlpaocUXKdG72ECBAgQGKqAgutQk7c3AQIECBAgQIAAAQIECBAgQIAAgfoEFFzry8REBAgQIECAAAECBAgQIECAAAECBAgQIECAAAECBAjkE1BwzWc5iZsUXCeh6k4CBAgQILCAgIKrz4MAAQIECBAgQIAAAQIECBAgQIAAgVoEFFxrScIcBAgQIECAAAECBAgQIECAAAECBAgQIECAAAECBAhMQkDBdRKq+e5UcM1n6SYCBAgQIJAkoOCaxOQQAQIECBAgQIAAAQIECBAgQIAAAQIFBBRcCyB7ggABAgQIECBAgAABAgQIECBAgAABAgQIECBAgACBqQkouE6NPulhBdckJocIECBAgEA+AQXXfJZuIkCAAAECBAgQIECAAAECBAgQIEBgPAEF1/H8/DQBAgQIECBAgAABAgQIECBAgAABAgQIECBAgAABAnULKLjWnY+Ca935mI4AAQIEOhRQcO0wVCsRIECAAAECBAgQIECAAAECBAgQaFRAwbXR4IxNgAABAgQIECBAgAABAgQIECBAgAABAgQIECBAgECSgIJrEtPUDim4To3ewwQIECAwVAEF16Emb28CBAgQIECAAAECBAgQIECAAAEC9QkouNaXiYkIECBAgAABAgQIECBAgAABAgQIECBAgAABAgQIEMgnoOCaz3ISNym4TkLVnQQIECBAYAEBBVefBwECBAgQIECAAAECBAgQIECAAAECtQgouNaShDkIECBAgAABAgQIECBAgAABAgQIECBAgAABAgQIEJiEgILrJFTz3angms/STQQIECBAIElAwTWJySECBAgQIECAAAECBAgQIECAAAECBAoIKLgWQPYEAQIECBAgQIAAAQIECBAgQIAAAQIECBAgQIAAAQJTE1BwnRp90sMKrklMDhEgQIAAgXwCCq75LN1EgAABAgQIECBAgAABAgQIECBAgMB4Agqu4/n5aQIECBAgQIAAAQIECBAgQIAAAQIECBAgQIAAAQIE6hZQcK07n8MRcfTvrQ8fPhwnKN3UvYHpCBAgQIBAQwKzs7OxdOnS+RPP/T+bOOYfNLSOUQkQIECAAAECBAgQIECAAAECBAgQaFxAwbXxAI1PgAABAgQIECBAgAABAgQIECBAgAABAgQIECBAgMCCAgqudX8gByPiM0dG3L9/f5x11ll1T2w6AgQIECDQsMCBAwfi7LPPnr/BBxGxvOGVjE6AAAECBAgQIECAAAECBAgQIECAQMMCCq4Nh2d0AgQIECBAgAABAgQIECBAgAABAgQIECBAgAABAgQWFVBwXZRoqgf+FBHnHZng97//fVxwwQVTHcjjBAgQIECgZ4E//OEPceGFF85f8c8R8cWed7YbAQIECBAgQIAAAQIECBAgQIAAAQL1Cii41puNyQgQIECAAAECBAgQIECAAAECBAgQIECAAAECBAgQGF9AwXV8w0ne8EpEXHHkgZdeeinWrVs3yffcTYAAAQIEBi2wZ8+euPrqq+cb/Doivj5oFMsTIECAAAECBAgQIECAAAECBAgQIDA1AQXXqdF7mAABAgQIECBAgAABAgQIECBAgAABAgQIECBAgACBAgIKrgWQx3hiR0T805Gf37ZtW9x1111jXOdHCRAgQIAAgYUEHnjggdi6dev8I09GxGZqBAgQIECAAAECBAgQIECAAAECBAgQmIaAgus01L1JgAABAgQIECBAgAABAgQIECBAgAABAgQIECBAgEApAQXXUtKn984/R8TjR350/fr1sWvXrtO7yU8RIECAAAECiwps2LAhdu/ePf/cv0TEvy36gw4QIECAAAECBAgQIECAAAECBAgQIEBgAgIKrhNAdSUBAgQIECBAgAABAgQIECBAgAABAgQIECBAgAABAtUIKLhWE8UJB1kdEf995N8sW7YsDh48GEuW+KvsumMzHQECBAi0KDA7OxvLly+PQ4cOzR//ooiYaXEfMxMgQIAAAQIECBAgQIAAAQIECBAg0L6AvxVsP0MbECBAgAABAgQIECBAgAABAgQIECBAgAABAgQIECBwcgEF1/q/jj9FxHlHxnzuuefiuuuuq39qExIgQIAAgcYEfv7zn8f1118/f+o/R8QXG1vDuAQIECBAgAABAgQIECBAgAABAgQIdCSg4NpRmFYhQIAAAQIECBAgQIAAAQIECBAgQIAAAQIECBAgQOATAgqu9X8UD0fEbUfGXL9+fezatav+qU1IgAABAgQaE9iwYUPs3r17/tSPRMTtja1hXAIECBAgQIAAAQIECBAgQIAAAQIEOhJQcO0oTKsQIECAAAECBAgQIECAAAECBAgQIECAAAECBAgQIPAJAQXX+j+Kr0XEa/PHfOutt+Liiy+uf3ITEiBAgACBRgT27t0ba9asOX7atRHxm0ZWMCYBAgQIECBAgAABAgQIECBAgAABAh0KKLh2GKqVCBAgQIAAAQIECBAgQIAAAQIECBAgQIAAAQIECBA4KqDg2sbH8EpEXHFk1BtvvDF++tOftjG5KQkQIECAQAMCGzdujGeeeWb+pL+OiK83MLoRCRAgQIAAAQIECBAgQIAAAQIECBDoWEDBteNwrUaAAAECBAgQIECAAAECBAgQIECAAAECBAgQIECAQCi4tvERfDsids4f9aWXXop169a1Mb0pCRAgQIBAxQJ79uyJq6+++vgJvxMRP6t4bKMRIECAAAECBAgQIECAAAECBAgQIDAAAQXXAYRsRQIECBAgQIAAAQIECBAgQIAAAQIECBAgQIAAAQIDFlBwbSf8Y36L66pVq+J3v/tdLFnir7XbidCkBAgQIFCbwOzsbHzlK1+Jffv2zR/Nb2+tLSjzECBAgAABAgQIECBAgAABAgQIEBiogL8JHGjw1iZAgAABAgQIECBAgAABAgQIECBAgAABAgQIECAwEAEF13aC/kZE/Of8cTdv3hxPPPFEOxuYlAABAgQIVCbw/e9/P3bs2HH8VH8fEb+sbFTjECBAgAABAgQIECBAgAABAgQIECAwQAEF1wGGbmUCBAgQIECAAAECBAgQIECAAAECBAgQIECAAAECAxJQcG0r7Icj4rb5I2/bti3uuuuutrYwLQECBAgQqEDggQceiK1btx4/ySMRcXsF4xmBAAECBAgQIECAAAECBAgQIECAAAECoeDqIyBAgAABAgQIECBAgAABAgQIECBAgAABAgQIECBAoGcBBdf20v2viLhk/tiPPvpo/PCHP2xvExMTIECAAIEpCTz22GOxZcuW41//bURcOqWRPEuAAAECBAgQIECAAAECBAgQIECAAIFPCCi4+igIECBAgAABAgQIECBAgAABAgQIECBAgAABAgQIEOhZQMG1vXRXR8SrEfGZ+aP7Ta7tBWliAgQIEJiOwEl+c+sHEXFZRMxMZyqvEiBAgAABAgQIECBAgAABAgQIECBA4JMCCq6+CgIECBAgQIAAAQIECBAgQIAAAQIECBAgQIAAAQIEehZQcG0z3X+IiP84fvTNmzfH9u3bY8kSf9XdZqymJkCAAIFJCszOzsYtt9wSO3bsONEz/xgRL0zyfXcTIECAAAECBAgQIECAAAECBAgQIEDgVAX8rd+pijlPgAABAgQIECBAgAABAgQIECBAgAABAgQIECBAgEBLAgquLaV17Kzfjoidx4+/atWq+MlPfhLr1q1rdzOTEyBAgACBzAJ79uyJH//4x7Fv374T3fydiPhZ5iddR4AAAQIECBAgQIAAAQIECBAgQIAAgbEFFFzHJnQBAQIECBAgQIAAAQIECBAgQIAAAQIECBAgQIAAAQIVCyi4VhxOwmhzv8n12Yj4zPFnb7zxxvjRj34UF198ccI1jhAgQIAAgT4F9u7dGw8++GA888wzJ1rwg4i4wW9u7TN7WxEgQIAAAQIECBAgQIAAAQIECBDoQUDBtYcU7UCAAAECBAgQIECAAAECBAgQIECAAAECBAgQIECAwMkEFFzb/zZWR8S/R8QlJ1pl/fr1sWnTprj22mtjyRJ/Bd5+3DYgQIAAgcUEZmdn4/nnn4+nnnoqdu/efbLjv42ImyNiZrH7/HsCBAgQIECAAAECBAgQIECAAAECBAhMS8Df7k1L3rsECBAgQIAAAQIECBAgQIAAAQIECBAgQIAAAQIECJQQUHAtoVzmjYcj4raTPbVs2bK48sorY+3atbF69er40pe+FCtWrIjly5crvpbJxysECBAgkFlgrsh68ODBeOedd+KPf/xjzMzMxGuvvRYvv/xyHDp0aKHXHomI2zOP4zoCBAgQIECAAAECBAgQIECAAAECBAhkF1BwzU7qQgIECBAgQIAAAQIECBAgQIAAAQIECBAgQIAAAQIEKhJQcK0ojAyjfCMi/jUirshwlysIECBAgEBvAr/+//+d/GVvi9mHAAECBAgQIECAAAECBAgQIECAAIE+BRRc+8zVVgQIECBAgAABAgQIECBAgAABAgQIECBAgAABAgQI/E1AwbXPL+HbEbFF0bXPcG1FgAABAqcsMFdsfTQifnbKP+kHCBAgQIAAAQIECBAgQIAAAQIECBAgMEUBBdcp4nuaAAECBAgQIECAAAECBAgQIECAAAECBAgQIECAAIGJCyi4Tpx4qg98LSJuiIgNEXHeVCfxOAECBAgQKCvw54jYFRHPRsRvyj7tNQIECBAgQIAAAQIECBAgQIAAAQIECOQRUHDN4+gWAgQIECBAgAABAgQIECBAgAABAgQIECBAgAABAgTqFFBwrTOXSUy1OiLWRsSaiFgZEedGxN9FxLKI8HfjkxB3JwECBAhMWmA2Ig5FxHsR8b8R8T8R8VZEvBYRM5N+3P0ECBAgQIAAAQIECBAgQIAAAQIECBCYtIC/xJu0sPsJECBAgAABAgQIECBAgAABAgQIECBAgAABAgQIEJimgILrNPW9TYAAAQIECBAgQIAAAQIECBAgQIAAAQIECBAgQIAAgZMIKLj6N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AgQIECgSQEF1yZjMzQBAgQIECBAgAABAgQIECBAgAABAgQIECBAgAABAr0LKLj2nrD9CBAgQIAAAQIECBAgQIAAAQIECBAgQIAAAQIECAxbQMF12PnbngABAgQIECBAgAABAgQIECBAgAABAgQIECBAgACBSgUUXCsNxlgECBAgQIAAAQIECBAgQIAAAQIECBAgQIAAAQIECGQRUHDNwugSAgQIECBAgAABAgQIECBAgAABAgQIECBAgAABAgQI5BVQcM3r6TYCBAgQIECAAAECBAgQIECAAAECBAgQIECAAAECBOoSUHCtKw/TECBAgAABAgQIECBAgAABAgQIECBAgAABAgQIECBAYCSg4OpDIECAAAECBAgQIECAAAECBAgQIECAAAECBAgQIECgZwEF157TtRsBAgQIECBAgAABAgQIECBAgAABAgQIECBAgAABAs0KKLg2G53BCRAgQIAAAQIECBAgQIAAAQIECBAgQIAAAQIECBBIEFBwTUByhAABAgQIECBAgAABAgQIECBAgAABAgQIECBAgAABAqUFFFxLi3uPAAECBAgQIECAAAECBAgQIECAAAECBAgQIECAAIGSAgquJbW9RYAAAQIECBAgQIAAAQIECBAgQIAAAQIECBAgQIAAgUQBBddEKMcIECBAgAABAgQIECBAgAABAgQIECBAgAABAgQIEGhSQMG1ydgMTYAAAQIECBAgQIAAAQIECBAgQIAAAQIECBAgQIBA7wIKrr0nbD8CBAgQIECAAAECBAgQIECAAAECBAgQIECAAAECwxZQcB12/rYnQIAAAQIECBAgQIAAAQIECBAgQIAAAQIECBAgQKBSAQXXSoMxFgECBAgQIECAAAECBAgQIECAAAECBAgQIECAAAECWQQUXLMwuoQAAQIECBAgQIAAAQIECBAgQIAAAQIECBAgQIAAAQJ5BRRc83q6jQABAgQIECBAgAABAgQIECBAgAABAgQIECBAgACBugQUXOvKwzQECBAgQIAAAQIECBAgQIAAAQIECBAgQIAAAQIECBAYCSi4+hAIECBAgAABAgQIECBAgAABAgQIECBAgAABAgQIEOhZQMG153TtRoAAAQIECBAgQIAAAQIECBAgQIAAAQIECBAgQIBAswIKrs1GZ3ACBAgQIECAAAECBAgQIECAAAECBAgQIECAAAECBBIEFFwTkBwhQIAAAQIECBAgQIAAAQIECBAgQIAAAQIECBAgQIBAaQEF19Li3iNAgAABAgQIECBAgAABAgQIECBAgAABAgQIECBAoKSAgmtJbW8RIECAAAECBAgQIECAAAECBAgQIECAAAECBAgQIEAgUUDBNRHKMQIECBAgQIAAAQIECBAgQIAAAQIECBAgQIAAAQIEmhRQcG0yNkMTIECAAAECBAgQIECAAAECBAgQIECAAAECBAgQINC7gIJr7wnbjwABAgQIECBAgAABAgQIECBAgAABAgQIECBAgMCwBRRch52/7QkQIECAAAECBAgQIECAAAECBAgQIECAAAECBAgQqFRAwbXSYIxFgAABAgQIECBAgAABAgQIECBAgAABAgQIECBAgEAWAQXXLIwuIUCAAAECBAgQIECAAAECBAgQIECAAAECBAgQIECAQF4BBde8nm4jQIAAAQIECBAgQIAAAQIECBAgQIAAAQIECBAgQKAuAQXXuvIwDQECBAgQIECAAAECBAgQIECAAAECBAgQIECAAAECBEYCCq4+BAIECBAgQIAAAQIECBAgQIAAAQIECBAgQIAAAQIEehZQcO05XbsRIECAAAECBAgQIECAAAECBAgQIECAAAECBAgQINCsgIJrs9EZnAABAgQIECBAgAABAgQIECBAgAABAgQIECBAgACBBAEF1wQkRwgQIECAAAECBAgQIECAAAECBAgQIECAAAECBAgQIFBaQMG1tLj3CBAgQIAAAQIECBAgQIAAAQIECBAgQIAAAQIECBAoKaDgWlLbWwQIECBAgAABAgQIECBAgAABAgQIECBAgAABAgQIEEgUUHBNhHKMAAECBAgQIECAAAECBAgQIECAAAECBAgQIECAAIEmBRRcm4zN0AQIECBAgAABAgQIECBAgAABAgQIECBAgAABAgQI9C6g4Np7wvYjQIAAAQIECBAgQIAAAQIECBAgQIAAAQIECBAgMGwBBddh5297AgQIECBAgAABAgQIECBAgAABAgQIECBAgAABAgQqFVBwrTQYYxEgQIAAAQIECBAgQIAAAQIECBAgQIAAAQIECBAgkEVAwTULo0sIECBAgAABAgQIECBAgAABAgQIECBAgAABAgQIECCQV0DBNa+n2wgQIECAAAECBAgQIECAAAECBAgQIECAAAECBAgQqEtAwbWuPExDgAABAgQIECBAgAABAgQIECBAgAABAgQIECBAgACBkYCCqw+BAAECBAgQIECAAAECBAgQIECAAAECBAgQIECAAIGeBRRce07XbgQIECBAgAABAgQIECBAgAABAgQIECBAgAABAgQINCug4NpsdAYnQIAAAQIECBAgQIAAAQIECBAgQIAAAQIECBAgQCBBQME1AckRAgQIECBAgAABAgQIECBAgAABAgQIECBAgAABAgQIlBZQcC0t7j0CBAgQIECAAAECBAgQIECAAAECBAgQIECAAAECBEoKKLiW1PYWAQIECBAgQIAAAQIECBAgQIAAAQIECBAgQIAAAQIEEgUUXBOhHCNAgAABAgQIECBAgAABAgQIECBAgAABAgQIECBAoEkBBdcmYzM0AQIECBAgQIAAAQIECBAgQIAAAQIECBAgQIAAAQK9Cyi49p6w/QgQIECAAAECBAgQIECAAAECBAgQIECAAAECBAgMW0DBddj5254AAQIECBAgQIAAAQIECBAgQIAAAQIECBAgQIAAgUoFFFwrDcZYBAgQIECAAAECBAgQIECAAAECBAgQIECAAAECBAhkEVBwzcLoEgIECBAgQIAAAQIECBAgQIAAAQIECBAgQIAAAQIECOQVUHDN6+k2AgQIECBAgAABAgQIECBAgAABAgQIECBAgAABAgTqElBwrSsP0xAgQIAAAQIECBAgQIAAAQIECBAgQIAAAQIECBAgQGAkoODqQyBAgAABAgQIECBAgAABAgQIECBAgAABAgQIECBAoGcBBdee07UbAQIECBAgQIAAAQIECBAgQIAAAQIECBAgQIAAAQLNCii4NhudwQkQIECAAAECBAgQIECAAAECBAgQIECAAAECBAgQSBBQcE1AcoQAAQIECBAgQIAAAQIECBAgQIAAAQIECBAgQIAAAQKlBRRcS4t7jwABAgQIECBAgAABAgQIECBAgAABAgQIECBAgACBkgIKriW1vUWAAAECBAgQIECAAAECBAgQIECAAAECBAgQIECAAIFEAQXXRCjHCBAgQIAAAQIECBAgQIAAAQIECBAgQIAAAQIECBBoUkDBtcnYDE2AAAECBAgQIECAAAECBAgQIECAAAECBAgQIECAQO8CCq69J2w/AgQIECBAgAABAgQIECBAgAABAgQIECBAgAABAsMWUHAddv62J0CAAAECBAgQIECAAAECBAgQIECAAAECBAgQIECgUgEF10qDMRYBAgQIECBAgAABAgQIECBAgAABAgQIECBAgAABAlkEFFyzMLqEAAECBAgQIECAAAECBAgQIECAAAECBAgQIECAAAECeQUUXPN6uo0AAQIECBAgQIAAAQIECBAgQIAAAQI1dxfsAAAgAElEQVQECBAgQIAAgboEFFzrysM0BAgQIECAAAECBAgQIECAAAECBAgQIECAAAECBAgQGAkouPoQCBAgQIAAAQIECBAgQIAAAQIECBAgQIAAAQIECBDoWUDBted07UaAAAECBAgQIECAAAECBAgQIECAAAECBAgQIECAQLMCCq7NRmdwAgQIECBAgAABAgQIECBAgAABAgQIECBAgAABAgQSBBRcE5AcIUCAAAECBAgQIECAAAECBAgQIECAAAECBAgQIECAQGkBBdfS4t4jQIAAAQIECBAgQIAAAQIECBAgQIAAAQIECBAgQKCkgIJrSW1vESBAgAABAgQIECBAgAABAgQIECBAgAABAgQIECBAIFFAwTURyjECBAgQIECAAAECBAgQIECAAAECBAgQIECAAAECBJoUUHBtMjZDEyBAgAABAgQIECBAgAABAgQIECBAgAABAgQIECDQu4CCa+8J248AAQIECBAgQIAAAQIECBAgQIAAAQIECBAgQIDAsAUUXIedv+0JECBAgAABAgQIECBAgAABAgQIECBAgAABAgQIEKhUQMG10mCMRYAAAQIECBAgQIAAAQIECBAgQIAAAQIECBAgQIBAFgEF1yyMLiFAgAABAgQIECBAgAABAgQIECBAgAABAgQIECBAgEBeAQXXvJ5uI0CAAAECBAgQIECAAAECBAgQIECAAAECBAgQIECgLgEF17ryMA0BAgQIECBAgAABAgQIECBAgAABAgQIECBAgAABAgRGAgquPgQCBAgQIECAAAECBAgQIECAAAECBAgQIECAAAECBHoWUHDtOV27ESBAgAABAgQIECBAgAABAgQIECBAgAABAgQIECDQrICCa7PRGZwAAQIECBAgQIAAAQIECBAgQIAAAQIECBAgQIAAgQQBBdcEJEcIECBAgAABAgQIECBAgAABAgQIECBAgAABAgQIECBQWkDBtbS49wgQIECAAAECBAgQIECAAAECBAgQIECAAAECBAgQKCmg4FpS21sECBAgQIAAAQIECBAgQIAAAQIECBAgQIAAAQIECBBIFFBwTYRyjAABAgQIECBAgAABAgQIECBAgAABAgQIECBAgACBJgUUXJuMzdAECBAgQIAAAQIECBAgQIAAAQIECBAgQIAAAQIECPQuoODae8L2I0CAAAECBAgQIECAAAECBAgQIECAAAECBAgQIDBsAQXXYedvewIECBAgQIAAAQIECBAgQIAAAQIECBAgQIAAAQIEKhVQcK00GGMRIECAAAECBAgQIECAAAECBAgQIECAAAECBAgQIJBFQME1C6NLCBAgQIAAAQIECBAgQIAAAQIECBAgQIAAAQIECBAgkFdAwTWvp9sIECBAgAABAgQIECBAgAABAgQIECBAgAABAgQIEKhLQMG1rjxMQ4AAAQIECBAgQIAAAQIECBAgQIAAAQIECBAgQIAAgZGAgqsPgQABAgQIECBAgAABAgQIECBAgAABAgQIECBAgACBngUUXHtO124ECBAgQIAAAQIECBAgQIAAAQIECBAgQIAAAQIECDQroODabHQGJ0CAAAECBAgQIECAAAECBAgQIECAAAECBAgQIEAgQUDBNQHJEQIECBAgQIAAAQIECBAgQIAAAQIECBAgQIAAAQIECJQWUHAtLe49AgQIECBAgAABAgQIECBAgAABAgQIECBAgAABAgRKCii4ltT2FgECBAgQIECAAAECBAgQIECAAAECBAgQIECAAAECBBIFFFwToRwjQIAAAQIECBAgQIAAAQIECBAgQIAAAQIECBAgQKBJAQXXJmMzNAECBAgQIECAAAECBAgQIECAAAECBAgQIECAAAECvQsouPaesP0IECBAgAABAgQIECBAgAABAgQIECBAgAABAgQIDFtAwXXY+dueAAECBAgQIECAAAECBAgQIECAAAECBAgQIECAAIFKBRRcKw3GWAQIECBAgAABAgQIECBAgAABAgQIECBAgAABAgQIZBFQcM3C6BICBAgQIECAAAECBAgQIECAAAECBAgQIECAAAECBAjkFVBwzevpNgIECBAgQIAAAQIECBAgQIAAAQIECBAgQIAAAQIE6hJQcK0rD9MQIECAAAECBAgQIECAAAECBAgQIECAAAECBAgQIEBgJKDg6kMgQIAAAQIECBAgQIAAAQIECBAgQIAAAQIECBAgQKBnAQXXntO1GwECBAgQIECAAAECBAgQIECAAAECBAgQIECAAAECzQoouDYbncEJECBAgAABAgQIECBAgAABAgQIECBAgAABAgQIEEgQUHBNQHKEAAECBAgQIECAAAECBAgQIECAAAECBAgQIECAAAECpQUUXEuLe48AAQIECBAgQIAAAQIECBAgQIAAAQIECBAgQIAAgZICCq4ltb1FgAABAgQIECBAgAABAgQIECBAgAABAgQIECBAgACBRAEF10QoxwgQIECAAAECBAgQIECAAAECBAgQIECAAAECBAgQaFJAwbXJ2AxNgAABAgQIECBAgAABAgQIECBAgAABAgQIECBAgEDvAgquvSdsPwIECBAgQIAAAQIECBAgQIAAAQIECBAgQIAAAQLDFlBwHXb+tidAgAABAgQIECBAgAABAgQIECBAgAABAgQIECBAoFIBBddKgzEWAQIECBAgQIAAAQIECBAgQIAAAQIECBAgQIAAAQJZBBRcszC6hAABAgQIECBAgAABAgQIECBAgAABAgQIECBAgAABAnkFFFzzerqNAAECBAgQIECAAAECBAgQIECAAAECBAgQIECAAIG6BBRc68rDNAQIECBAgAABAgQIECBAgAABAgQIECBAgAABAgQIEBgJKLj6E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AgQIECgSQEF1yZjMzQBAgQIECBAgAABAgQIECBAgAABAgQIECBAgAABAr0LKLj2nrD9CBAgQIAAAQIECBAgQIAAAQIECBAgQIAAAQIECAxbQMF12PnbngABAgQIECBAgAABAgQIECBAgAABAgQIECBAgACBSgUUXCsNxlgECBAgQIAAAQIECBAgQIAAAQIECBAgQIAAAQIECGQRUHDNwugSAgQIECBAgAABAgQIECBAgAABAgQIECBAgAABAgQI5BVQcM3r6TYCBAgQIECAAAECBAgQIECAAAECBAgQIECAAAECBOoSUHCtKw/TECBAgAABAgQIECBAgAABAgQIECBAgAABAgQIECBAYCSg4OpDIECAAAECBAgQIECAAAECBAgQIECAAAECBAgQIECgZwEF157TtRsBAgQIECBAgAABAgQIECBAgAABAgQIECBAgAABAs0KKLg2G53BCRAgQIAAAQIECBAgQIAAAQIECBAgQIAAAQIECBBIEFBwTUByhAABAgQIECBAgAABAgQIECBAgAABAgQIECBAgAABAqUFFFxLi3uPAAECBAgQIECAAAECBAgQIECAAAECBAgQIECAAIGSAgquJbW9RYAAAQIECBAgQIAAAQIECBAgQIAAAQIECBAgQIAAgUQBBddEKMcIECBAgAABAgQIECBAgAABAgQIECBAgAABAgQIEGhSQMG1ydgMTYAAAQIECBAgQIAAAQIECBAgQIAAAQIECBAgQIBA7wIKrr0nbD8CBAgQIECAAAECBAgQIECAAAECBAgQIECAAAECwxZQcB12/rYnQIAAAQIECBAgQIAAAQIECBAgQIAAAQIECBAgQKBSAQXXSoMxFgECBAgQIECAAAECBAgQIECAAAECBAgQIECAAAECWQQUXLMwuoQAAQIECBAgQIAAAQIECBAgQIAAAQIECBAgQIAAAQJ5BRRc83q6jQABAgQIECBAgAABAgQIECBAgAABAgQIECBAgACBugQUXOvKwzQECBAgQIAAAQIECBAgQIAAAQIECBAgQIAAAQIECBAYCSi4+hAIECBAgAABAgQIECBAgAABAgQIECBAgAABAgQIEOhZQMG153TtRoAAAQIECBAgQIAAAQIECBAgQIAAAQIECBAgQIBAswIKrs1GZ3ACBAgQIECAAAECBAgQIECAAAECBAgQIECAAAECBBIEFFwTkBwhQIAAAQIECBAgQIAAAQIECBAgQIAAAQIECBAgQIBAaQEF19Li3iNAgAABAgQIECBAgAABAgQIECBAgAABAgQIECBAoKSAgmtJbW8RIECAAAECBAgQIECAAAECBAgQIECAAAECBAgQIEAgUUDBNRHKMQIECBAgQIAAAQIECBAgQIAAAQIECBAgQIAAAQIEmhRQcG0yNkMTIECAAAECBAgQIECAAAECBAgQIECAAAECBAgQINC7gIJr7wnbjwABAgQIECBAgAABAgQIECBAgAABAgQIECBAgMCwBRRch52/7QkQIECAAAECBAgQIECAAAECBAgQIECAAAECBAgQqFRAwbXSYIxFgAABAgQIECBAgAABAgQIECBAgAABAgQIECBAgEAWAQXXLIwuIUCAAAECBAgQIECAAAECBAgQIECAAAECBAgQIECAQF4BBde8nm4jQIAAAQIECBAgQIAAAQIECBAgQIAAAQIECBAgQKAuAQXXuvIwDQECBAgQIECAAAECBAgQIECAAAECBAgQIECAAAECBEYCCq4+BAIECBAgQIAAAQIECBAgQIAAAQIECBAgQIAAAQIEehZQcO05XbsRIECAAAECBAgQIECAAAECBAgQIECAAAECBAgQINCsgIJrs9EZnAABAgQIECBAgAABAgQIECBAgAABAgQIECBAgACBBAEF1wQkRwgQIECAAAECBAgQIECAAAECBAgQIECAAAECBAgQIFBaQMG1tLj3CBAgQIAAAQIECBAgQIAAAQIECBAgQIAAAQIECBAoKaDgWlLbWwQIECBAgAABAgQIECBAgAABAgQIECBAgAABAgQIEEgUUHBNhHKMAAECBAgQIECAAAECBAgQIECAAAECBAgQIECAAIEmBRRcm4zN0AQIECBAgAABAgQIECBAgAABAgQIECBAgAABAgQI9C6g4Np7wvYjQIAAAQIECBAgQIAAAQIECBAgQIAAAQIECBAgMGwBBddh5297AgQIECBAgAABAgQIECBAgAABAgQIECBAgAABAgQqFVBwrTQYYxEgQIAAAQIECBAgQIAAAQIECBAgQIAAAQIECBAgkEVAwTULo0sIECBAgAABAgQIECBAgAABAgQIECBAgAABAgQIECCQV0DBNa+n2wgQIECAAAECBAgQIECAAAECBAgQIECAAAECBAgQqEtAwbWuPExDgAABAgQIECBAgAABAgQIECBAgAABAgQIECBAgACBkYCCqw+BAAECBAgQIECAAAECBAgQIECAAAECBAgQIECAAIGeBRRce07XbgQIECBAgAABAgQIECBAgAABAgQIECBAgAABAgQINCug4NpsdAYnQIAAAQIECBAgQIAAAQIECBAgQIAAAQIECBAgQCBBQME1AckRAgQIECBAgAABAgQIECBAgAABAgQIECBAgAABAgQIlBZQcC0t7j0CBAgQIECAAAECBAgQIECAAAECBAgQIECAAAECBEoKKLiW1PYWAQIECBAgQIAAAQIECBAgQIAAAQIECBAgQIAAAQIEEgUUXBOhHCNAgAABAgQIECBAgAABAgQIECBAgAABAgQIECBAoEkBBdcmYzM0AQIECBAgQIAAAQIECBAgQIAAAQIECBAgQIAAAQK9Cyi49p6w/QgQIECAAAECBAgQIECAAAECBAgQIECAAAECBAgMW0DBddj5254AAQIECBAgQIAAAQIECBAgQIAAAQIECBAgQIAAgUoFFFwrDcZYBAgQIECAAAECBAgQIECAAAECBAgQIECAAAECBAhkEVBwzcLoEgIECBAgQIAAAQIECBAgQIAAAQIECBAgQIAAAQIECOQVUHDN6+k2AgQIECBAgAABAgQIECBAgAABAgQIECBAgAABAgTqElBwrSsP0xAgQIAAAQIECBAgQIAAAQIECBAgQIAAAQIECBAgQGAkoODqQyBAgAABAgQIECBAgAABAgQIECBAgAABAgQIECBAoGcBBdee07UbAQIECBAgQIAAAQIECBAgQIAAAQIECBAgQIAAAQLNCii4NhudwQkQIECAAAECBAgQIECAAAECBAgQIECAAAECBAgQSBBQcE1AcoQAAQIECBAgQIAAAQIECBAgQIAAAQIECBAgQIAAAQKlBRRcS4t7jwABAgQIECBAgAABAgQIECBAgAABAgQIECBAgACBkgIKriW1vUWAAAECBAgQIECAAAECBAgQIECAAAECBAgQIECAAIFEAQXXRCjHCBAgQIAAAQIECBAgQIAAAQIECBAgQIAAAQIECBBoUkDBtcnYDE2AAAECBAgQIECAAAECBAgQIECAAAECBAgQIECAQO8CCq69J2w/AgQIECBAgAABAgQIECBAgAABAgQIECBAgAABAsMWUHAddv62J0CAAAECBAgQIECAAAECBAgQIECAAAECBAgQIECgUgEF10qDMRYBAgQIECBAgAABAgQIECBAgAABAgQIECBAgAABAlkEFFyzMLqEAAECBAgQIECAAAECBAgQIECAAAECBAgQIECAAAECeQUUXPN6uo0AAQIECBAgQIAAAQIECBAgQIAAAQIECBAgQIAAgboEFFzrysM0BAgQIECAAAECBAgQIECAAAECBAgQIECAAAECBAgQGAkouPoQCBAgQIAAAQIECBAgQIAAAQIECBAgQIAAAQIECBDoWUDBted07UaAAAECBAgQIECAAAECBAgQIECAAAECBAgQIECAQLMCCq7NRmdwAgQIECBAgAABAgQIECBAgAABAgQIECBAgAABAgQSBBRcE5AcIUCAAAECBAgQIECAAAECBAgQIECAAAECBAgQIECAQGkBBdfS4t4jQIAAAQIECBAgQIAAAQIECBAgQIAAAQIECBAgQKCkgIJrSW1vESBAgAABAgQIECBAgAABAgQIECBAgAABAgQIECBAIFFAwTURyjECBAgQIECAAAECBAgQIECAAAECBAgQIECAAAECBJoUUHBtMjZDEyBAgAABAgQIECBAgAABAgQIECBAgAABAgQIECDQu4CCa+8J248AAQIECBAgQIAAAQIECBAgQIAAAQIECBAgQIDAsAUUXIedv+0JECBAgAABAgQIECBAgAABAgQIECBAgAABAgQIEKhUQMG10mCMRYAAAQIECBAgQIAAAQIECBAgQIAAAQIECBAgQIBAFgEF1yyMLiFAgAABAgQIECBAgAABAgQIECBAgAABAgQIECBAgEBeAQXXvJ5uI0CAAAECBAgQIECAAAECBAgQIECAAAECBAgQIECgLgEF17ryMA0BAgQIECBAgAABAgQIECBAgAABAgQIECBAgAABAgRGAgquPgQCBAgQIECAAAECBAgQIECAAAECBAgQIECAAAECBHoWUHDtOV27ESBAgAABAgQIECBAgAABAgQIECBAgAABAgQIECDQrICCa7PRGZwAAQIECBAgQIAAAQIECBAgQIAAAQIECBAgQIAAgQQBBdcEJEcIECBAgAABAgQIECBAgAABAgQIECBAgAABAgQIECBQWkDBtbS49wgQIECAAAECBAgQIECAAAECBAgQIECAAAECBAgQKCmg4FpS21sECBAgQIAAAQIECBAgQIAAAQIECBAgQIAAAQIECBBIFFBwTYRyjAABAgQIECBAgAABAgQIECBAgAABAgQIECBAgACBJgUUXJuMzdAECBAgQIAAAQIECBAgQIAAAQIECBAgQIAAAQIECPQuoODae8L2I0CAAAECBAgQIECAAAECBAgQIECAAAECBAgQIDBsAQXXYedvewIECBAgQIAAAQIECBAgQIAAAQIECBAgQIAAAQIEKhVQcK00GGMRIECAAAECBAgQIECAAAECBAgQIECAAAECBAgQIJBFQME1C6NLCBAgQIAAAQIECBAgQIAAAQIECBAgQIAAAQIECBAgkFdAwTWvp9sIECBAgAABAgQIECBAgAABAgQIECBAgAABAgQIEKhLQMG1rjxMQ4AAAQIECBAgQIAAAQIECBAgQIAAAQIECBAgQIAAgZGAgqsPgQABAgQIECBAgAABAgQIECBAgAABAgQIECBAgACBngUUXHtO124ECBAgQIAAAQIECBAgQIAAAQIECBAgQIAAAQIECDQroODabHQGJ0CAAAECBAgQIECAAAECBAgQIECAAAECBAgQIEAgQUDBNQHJEQIECBAgQIAAAQIECBAgQIAAAQIECBAgQIAAAQIECJQWUHAtLe49AgQIECBAgAABAgQIECBAgAABAgQIECBAgAABAgRKCii4ltT2FgECBAgQIECAAAECBAgQIECAAAECBAgQIECAAAECBBIFFFwToRwjQIAAAQIECBAgQIAAAQIECBAgQIAAAQIECBAgQKBJAQXXJmMzNAECBAgQIECAAAECBAgQIECAAAECBAgQIECAAAECvQsouPaesP0IECBAgAABAgQIECBAgAABAgQIECBAgAABAgQIDFtAwXXY+dueAAECBAgQIECAAAECBAgQIECAAAECBAgQIECAAIFKBRRcKw3GWAQIECBAgAABAgQIECBAgAABAgQIECBAgAABAgQIZBFQcM3C6BICBAgQIECAAAECBAgQIECAAAECBAgQIECAAAECBAjkFVBwzevpNgIECBAgQIAAAQIECBAgQIAAAQIECBAgQIAAAQIE6hJQcK0rD9MQIECAAAECBAgQIECAAAECBAgQIECAAAECBAgQIEBgJKDg6kMgQIAAAQIECBAgQIAAAQIECBAgQIAAAQIECBAgQKBnAQXXntO1GwECBAgQIECAAAECBAgQIECAAAECBAgQIECAAAECzQoouDYbncEJECBAgAABAgQIECBAgAABAgQIECBAgAABAgQIEEgQUHBNQHKEAAECBAgQIECAAAECBAgQIECAAAECBAgQIECAAAECpQUUXEuLe48AAQIECBAgQIAAAQIECBAgQIAAAQIECBAgQIAAgZICCq4ltb1FgAABAgQIECBAgAABAgQIECBAgAABAgQIECBAgACBRAEF10QoxwgQIECAAAECBAgQIECAAAECBAgQIECAAAECBAgQaFJAwbXJ2AxNgAABAgQIECBAgAABAgQIECBAgAABAgQIECBAgEDvAgquvSdsPwIECBAgQIAAAQIECBAgQIAAAQIECBAgQIAAAQLDFt8A780AACAASURBVFBwHXb+tidAgAABAgQIECBAgAABAgQIECBAgAABAgQIECBAoFIBBddKgzEWAQIECBAgQIAAAQIECBAgQIAAAQIECBAgQIAAAQJZBBRcszC6hAABAgQIECBAgAABAgQIECBAgAABAgQIECBAgAABAnkFFFzzerqNAAECBAgQIECAAAECBAgQIECAAAECBAgQIECAAIG6BBRc68rDNAQIECBAgAABAgQIECBAgAABAgQIECBAgAABAgQIEBgJKLj6E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P6PvXsB12u+8wX+q+REI5gT6lqn0edwNFWidesw41IpOkhc4hqhKiFFaVDjMhpyBqGNoJhEOC3RhAqauNRRFG1NKS2pOalm2srMKVVOPU1cRh/kPP81s/fsy7uz3/tea+3Pep48nele679+/89vve/+p3m/758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RoMQIECAAAECBAgQIECAAAECBAgQIECAAAECBAgQIECguQICrs31NBoBAgQIECBAgAABAgQIECBAgAABAgQIECBAgAABAvkSEHDNVz9UQ4AAAQIECBAgQIAAAQIECBAgQIAAAQIECBAgQIAAgUxAwNWDQIAAAQIECBAgQIAAAQIECBAgQIAAAQIECBAgQIBAmQUEXMvcXXMjQIAAAQIECBAgQIAAAQIECBAgQIAAAQIECBAgQKCwAgKuhW2dwgkQIECAAAECBAgQIECAAAECBAgQIECAAAECBAgQqEJAwLUKJKcQIECAAAECBAgQIECAAAECBAgQIECAAAECBAgQIECg3QICru0Wdz8CBAgQIECAAAECBAgQIECAAAECBAgQIECAAAECBNopIODaTm33IkCAAAECBAgQIECAAAECBAgQIECAAAECBAgQIECAQJUCAq5VQjmNAAECBAgQIECAAAECBAgQIECAAAECBAgQIECAAIFCCgi4FrJtiiZAgAABAgQIECBAgAABAgQIECBAgAABAgQIECBAoOwCAq5l77D5ESBAgAABAgQIECBAgAABAgQIECBAgAABAgQIEBjcAgKug7v/Zk+AAAECBAgQIECAAAECBAgQIECAAAECBAgQIECAQE4FBFxz2hhlESBAgAABAgQIECBAgAABAgQIECBAgAABAgQIECDQFAEB16YwGoQAAQIECBAgQIAAAQIECBAgQIAAAQIECBAgQIAAAQLNFRBwba6n0QgQIECAAAECBAgQIECAAAECBAgQIECAAAECBAgQyJeAgGu++qEaAgQIECBAgAABAgQIECBAgAABAgQIECBAgAABAgQIZAICrh4EAgQIECBAgAABAgQIECBAgAABAgQIECBAgAABAgTKLCDgWubumhsBAgQIECBAgAABAgQIECBAgAABAgQIECBAgAABAoUVEHAtbOsUToAAAQIECBAgQIAAAQIECBAgQIAAAQIECBAgQIBAFQICrlUgOYUAAQIECBAgQIAAAQIECBAgQIAAAQIECBAgQIAAAQLtFhBwbbe4+xEgQIAAAQIECBAgQIAAAQIECBAgQIAAAQIECBAg0E4BAdd2arsXAQIECBAgQIAAAQIECBAgQIAAAQIECBAgQIAAAQIEqhQQcK0SymkECBAgQIAAAQIECBAgQIAAAQIECBAgQIAAAQIECBRSQMC1kG1TNAECBAgQIECAAAECBAgQIECAAAECBAgQIECAAAECZRcQcC17h82PAAECBAgQIECAAAECBAgQIECAAAECBAgQIECAwOAWEHAd3P03ewIECBAgQIAAAQIECBAgQIAAAQIECBAgQIAAAQIEciog4JrTxiiLAAECBAgQIECAAAECBAgQIECAAAECBAgQIECAAIGmCAi4NoXRIAQIECBAgAABAgQIECBAgAABAgQIECBAgAABAgQIEGiugIBrcz2NRoAAAQIECBAgQIAAAQIECBAgQIAAAQIECBAgQIBAvgQEXPPVD9UQIECAAAECBAgQIECAAAECBAgQIECAAAECBAgQIEAgExBw9SAQIECAAAECBAgQIECAAAECBAgQIECAAAECBAgQIFBmAQHXMnfX3AgQIECAAAECBAgQIECAAAECBAgQIECAAAECBAgQKKyAgGthW6dwAgQIECBAgAABAgQIECBAgAABAgQIECBAgAABAgSqEBBwrQLJKQQIECBAgAABAgQIECBAgAABAgQIECBAgAABAgQIEGi3gIBru8XdjwABAgQIECBAgAABAgQIECBAgAABAgQIECBAgACBdgoIuLZT270IECBAgAABAgQIECBAgAABAgQIECBAgAABAgQIECBQpYCAa5VQTiNAgAABAgQIECBAgAABAgQIECBAgAABAgQIECBAoJACAq6FbJuiCRAgQIAAAQIECBAgQIAAAQIECBAgQIAAAQIECBAou4CAa9k7bH4ECBAgQIAAAQIECBAgQIAAAQIECBAgQIAAAQIEBreAgOvg7r/ZEyBAgAABAgQIECBAgAABAgQIECBAgAABAgQIECCQUwEB15w2RlkECBAgQIAAAQIECBAgQIAAAQIECBAgQIAAAQIECDRFQMC1KYyFGGRMROwWEZ+KiG0i4iMR8aGIWCci/Nt4IVqoSAIECBDoIbA6It6KiNci4l8i4oWI+FlEPBERz9EiQCCs/zwEBAgQIFA2Aeu/snXUfAgQIECAAAECBPoV8I94/RI5gQABAgQIECBAgAABAgQIECBAgAABAgQIECBAgACBAgsIuBa4eVWU/pcRcVREjI+IUVWc7xQCBAgQIFAWgRURsTgibouIfyzLpMyDQBUC1n9VIDmFAAECBEopYP1XyraaFAECBAgQIECAgICrZ4AAAQIECBAgQIAAAQIECBAgQIAAAQIECBAgQIAAgTILCLiWs7tHRMRpEfHX5ZyeWREgQIAAgZoEfhgR10bEd2q6yskEiiVg/VesfqmWAAECBForYP3XWl+jEyBAgAABAgQItFFAwLWN2G5FgAABAgQIECBAgAABAgQIECBAgAABAgQIECBAgEDbBQRc207e0ht+JiIuEmxtqbHBCRAgQKC4AinokH5PPlLcKaicQC8B6z8PBQECBAgQ6FvA+s/TQYAAAQIECBAgUHgBAdfCt9AECBAgQIAAAQIECBAgQIAAAQIECBAgQIAAAQIECBBYg4CAa3kej6sj4vS+prPOOuvE2LFjY7fddosxY8bEf//v/z023XTTWHfddeMDH/BP4+V5DMyEAAECg0dg9erV8cYbb8Tvf//7+PWvfx3PPfdcPPHEE/HQQw/FW2+9tSaIayLijMEjZaYlFrD+K3FzTY0AAQIEegtY/3kqCBAgQIAAAQIEBqOAf8UbjF03ZwIECBAgQIAAAQIECBAgQIAAAQIECBAgQIAAAQKDR0DAtfi9HhMRN0XEjpWmMm7cuJg0aVIcdthhgqzF77UZECBAgEAVAin4cOedd8b8+fNjyZIlfV3xTEScGBHPVTGkUwjkTcD6L28dUQ8BAgQIDKiA9d+A8rs5AQIECBAgQIBAiwUEXFsMbHgCBAgQIECAAAECBAgQIECAAAECBAgQIECAAAECBAZUQMB1QPkbvvmBEXFbRIzoOdIxxxwTZ599dnzyk59s+CYGIECAAAECRRX4+c9/Hl//+tdjwYIFlabwZkQcFRH3FnV+6h6UAtZ/g7LtJk2AAAEC1QpY/1Ur5TwCBAgQIECAAIGiCAi4FqVT6iRAgAABAgQIECBAgAABAgQIECBAgAABAgQIECBAoB4BAdd61PJxzRERcXvPUj7xiU/E1772tdh///3zUaUqCBAgQIBADgQeeOCB+MpXvhLPP/98pWqOjIjv5KBMJRDoT8D6rz8hPydAgAABAv8hYP3nUSBAgAABAgQIECiLgIBrWTppHgQIECBAgAABAgQIECBAgAABAgQIECBAgAABAgQIVBIQcC3mc5F27rqnZ+lTpkyJuXPnxgc+4J+6i9lWVRMgQIBAKwVWr14dJ598csybN6/SbQ6yk2sr9Y3dBAHrvyYgGoIAAQIEBpeA9d/g6rfZEiBAgAABAgTKKuBf/craWfMiQIAAAQIECBAgQIAAAQIECBAgQIAAAQIECBAgQCAJCLgW7zkYExE/jogRXUufOXNm/O3f/m3xZqNiAgQIECDQZoHLL788zj333J53fTMido+I59pcjtsRqEbA+q8aJecQIECAAIE+BKz/PBoECBAgQIAAAQJFFhBwLXL31E6AAAECBAgQIECAAAECBAgQIECAAAECBAgQIECAQH8CAq79CeXv509HxI5dy7r22mvj1FNPzV+lKiJAgAABAjkVuO666+K0007rWd0zEbFTTktW1uAWsP4b3P03ewIECBBogoD1XxMQDUGAAAECBAgQIDAgAgKuA8LupgQIECBAgAABAgQIECBAgAABAgQIECBAgAABAgQItElAwLVN0E26zdURcXrXsezc2iRZwxAgQIDAoBPoYyevayLijEGHYcJ5FrD+y3N31EaAAAEChRKw/itUuxRLgAABAgQIECDwHwICrh4FAgQIECBAgAABAgQIECBAgAABAgQIECBAgAABAgTKLCDgWpzufiYiHu5a7pQpU+KGG24ozgxUSoAAAQIEciZw0kknxbx583pWtU9EPJKzUpUzOAWs/wZn382aAAECBFooYP3XQlxDEyBAgAABAgQItERAwLUlrAYlQIAAAQIECBAgQIAAAQIECBAgQIAAAQIECBAgQCAnAgKuOWlEFWU8HhF/3XHeJz7xiVi6dGl84AP+WbsKO6cQIECAAIGKAqtXr47tt98+nn/++a4//2FE7IGMQA4ErP9y0AQlECBAgEC5BKz/ytVPsyFAgAABAgQIDAYB/xI4GLpsjgQIECBAgAABAgQIECBAgAABAgQIECBAgAABAgQGr4CAazF6f0RE3N611O9973ux//77F6N6VRIgQIAAgRwLPPDAA/G5z32uZ4VHRsR3cly20sovYP1X/h6bIQECBAgMkID13wDBuy0BAgQIECBAgEBdAgKudbG5iAABAgQIECBAgAABAgQIECBAgAABAgQIECBAgACBgggIuBajUd127zrmmGPi29/+djEqVyUBAgQIECiAwMSJE2PBggVdK7WLawH6VvISrf9K3mDTI0CAAIGBFbD+G1h/dydAgAABAgQIEKheQMC1eitnEiBAgAABAgQIECBAgAABAgQIECBAgAABAgQIECBQPAEB1/z37C8j4omuZf7sZz+LT37yk/mvXIUECBAgQKAgAj//+c/jU5/6VM9qd4uIfyzIFJRZLgHrv3L102wIECBAIIcC1n85bIqSCBAgQIAAAQIEKgoIuHowCBAgQIAAAQIECBAgQIAAAQIECBAgQIAAAQIECBAos4CAa/67e3VEnN5R5rhx42Lx4sX5r1qFBAgQIECgYALjx4+PJUuWdK36mog4o2DTUG45BKz/ytFHsyBAgACBnAtY/+W8QcojQIAAAQIECBDIBARcPQgECBAgQIAAAQIECBAgQIAAAQIECBAgQIAAAQIECJRZQMA1/919MSJGdZR5xx13xIQJE/JftQoJECBAgEDBBBYtWhSHH35416pXRMSWBZuGcsshYP1Xjj6aBQECBAjkXMD6L+cNUh4BAgQIECBAgEAmIODqQSBAgAABAgQIECBAgAABAgQIECBAgAABAgQIECBAoMwCAq757u6YiHi2o8R11lkn3njjjfjAB/xTdr7bpjoCBAgQKKLA6tWrY91114233nqra/k7RMRzRZyPmgsrYP1X2NYpnAABAgSKJmD9V7SOqZcAAQIECBAgMDgF/Kvg4Oy7WRMgQIAAAQIECBAgQIAAAQIECBAgQIAAAQIECBAYLAICrvnu9Bcj4vqOEseNGxeLFy/Od8WqI0CAAAECBRYYP358LFmypOsMTomIfyjwlJRePAHrv+L1TMUECBAgUGAB678CN0/pBAgQIECAAIFBIiDgOkgabZoECBAgQIAAAQIECBAgQIAAAQIECBAgQIAAAQIEBqmAgGu+Gz8vIiZ3lDhz5sz427/923xXrDoCBAgQIFBggcsvvzzOPffcrjO4MSKmFHhKSi+egPVf8XqmYgIECBAosID1X4Gbp3QCBAgQIECAwCAREHAdJI02TQIECBAgQIAAAQIECBAgQIAAAQIECBAgQIAAAQKDVEDANd+Nfzwi/rqjxO9973ux//7757ti1REgQIAAgQILPPDAA/G5z32u6wx+GBF7FHhKSi+egPVf8XqmYgIECBAosID1X4Gbp3QCBAgQIECAwCAREHAdJI02TQIECBAgQIAAAQIECBAgQIAAAQIECBAgQIAAAQKDVEDANd+NfzEiRnWU+Ktf/Sq23nrrfFesOgIECBAgUGCB5cuXx//4H/+j6wxWRMSWBZ6S0osnYP1XvJ6pmAABAgQKLGD9V+DmKZ0AAQIECBAgMEgEBFwHSaNNkwABAgQIECBAgAABAgQIECBAgAABAgQIECBAgMAgFRBwzXfj34iIER0lrly5MtZbb718V6w6AgQIECBQYIFVq1bF+uuv33UGb0bEugWektKLJ2D9V7yeqZgAAQIECixg/Vfg5imdAAECBAgQIDBIBARcB0mjTZMAAQIECBAgQIAAAQIECBAgQIAAAQIECBAgQIDAIBUQcM1349+PiM5/t37//ffjAx/wz9j5bpnqCBAgQKDIAqtXr4611lqr6xRWR0S3/6LI81N7IQSs/wrRJkUSIECAQFkErP/K0knzIECAAAECBAiUV8C/DJa3t2ZGgAABAgQIECBAgAABAgQIECBAgAABAgQIECBAgECEgGu+n4IUquk80ocuHQQIECBAgEBrBSp8mYTPkLWW3OjdBaz/PBEECBAgQKDNAtZ/bQZ3OwIECBAgQIAAgZoE/I+TNXE5mQABAgQIECBAgAABAgQIECBAgAABAgQIECBAgACBggkIuOa7YQ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mWEpjgAAIABJREFU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ou8JOf/CQee+yxws7iIx/5SBx22GExbNiwws5B4QTyKCDgkMeuDKqarP8GVbtNlgABAvkTuO++++L555/PX2FVVvSJT3wiDjjggCrP/vfTrP9q4nIyAQIECBAgQIBAmwUEXNsM7nYECBAgQIAAAQIECBAgQIAAAQIECBAgQIAAAQIECLRVQMC1rdw130zAoWYyFxCoXuDb3/52HHvssdVfkLMzTz755Jg9e3YMHz48Z5Uph0CxBQQcit2/ElRv/VeCJppCewR+85vfxL/8y790u9lWW20VW2yxRXsKcJfSC/zqV7+Kl156qds8R48eHZtsskmp5/4//+f/jK9+9auFneOMGTPiwgsvrKl+67+auJxMgAABAgQIECDQZgEB1zaDux0BAgQIECBAgAABAgQIECBAgAABAgQIECBAgAABAm0VEHBtK3fNNxNwqJnMBQSqFxBwrd7KmQQGk4CAw2Dqdi7nav2Xy7YoKm8Cy5YtixNOOCGefPLJztJOOeWUuOKKK2LEiBF5K1c9BRV45ZVXIn2pzOLFiztnMH78+Jg7d26pQ64Crlm7ZQgK+rpVNgECBAgQIECgjAIWp2XsqjkRIECAAAECBAgQIECAAAECBAgQIECAAAECBAgQINAhIOCa72dBwCHf/VFdwQUEXAveQOUTaJGAgGuLYA1brYD1Xw+p119/PZ577rl46qmn4h//8R/j//2//xfPPvtsrFq1qvPMT37yk7H55pvHDjvsELvsskv2J+2wWOH1XG0fnJdjgcEaOkwtSa+Hn/70p/HEE0/E008/Hf/8z/8cL7zwQme3Ro0aFVtvvXWk18See+4Zu+22W4wcOTLH3cx/aYMxTC3gmj2XMgT5f3mqkAABAgQIECAwaAQsTgdNq02UAAECBAgQIECAAAECBAgQIECAAAECBAgQIECAwKAUEHDNd9sFHPLdH9UVXKBnwPXggw+OL37xizFs2LBczuzRRx+Niy++uLO2tJvU7NmzY/jw4bmsV1EEiiog4FrUzpWm7prWfynsOXHixPjf//t/NxVgvfXWy8Ki66+/fvafH//4x2P33XeP//bf/lustdZaTb1XpcFWrlwZ9957b/yv//W/4uGHH67rfrvuumsce+yxccQRR8TGG29c1xgdF/34xz+Ov/qrv2pojI6LO8K4O+20UxY+3HnnnQUQa5B9880345xzzonrr7++86oU6rz55puzQGe1R6UA33777RdpfbjhhhtWO0xbzktzTjuI1vt6OPDAA+PUU0+NvffeO9Zee+26a27Wl8NssMEGMWbMmFhnnXWy95cdd9wxPvWpT7Xt/aUegAcffDAmTJjQLVg/c+bMOOuss2Lo0KH1DJnra3q+PqZMmRLHHHNMbmtesGBBzJs3r7O+GTNmxIUXXlhTvdZ/NXE5mQABAgQIECBAoM0CAq5tBnc7AgQIECBAgAABAgQIECBAgAABAgQIECBAgAABAgTaKiDg2lbumm9WU8Ch5tFdQGCQC/T8kH7eA6NFq3eQP16mX2ABAYcCN68cpde0/mtVwLUvyu222y77MojjjjsuRowY0XTxV199NebOnZt9gcMf//jHpoyfwnTTpk2L9Ht+o402qmvMZgZcKxVwyCGHxPnnn5+F/NoRIK4LIQcXrV69OhYuXBhTp07tFjS84YYbYvLkyTXt2FuEgGsKtn7rW9+Kb3zjG912aa23FSnomr4sJYWs69nduFkB1/7eX1JoP4Xr83S8++67MWvWrDj33HM7y0pfBLBo0aLYd99981RqU2rp+fqoJzDalEKqHKQZ9Vr/VYntNAIECBAgQIAAgQEREHAdEHY3JUCAAAECBAgQIECAAAECBAgQIECAAAECBAgQIECgTQICrr2hd4iIZ9vk399tago49DeYnxMg0F2gaIHRotXreSNQVAEBh6J2rqG6C7v+a3fAtUM57eZ6zTXXZIHMZhwpPHbHHXdk4bsXXnihGUP2GiPtlHrVVVfFX/7lX9Yc7mt1wLWj2LPPPjvOO++8SKFcR2+BZcuWxdFHHx3PPfdc5w9T2DoFQGsNROY54JqCvM8880x8+ctfjvTsNfNIocxLLrkkTjrppJp3c211wLVjnttss0189atfjcMOO6zmGptp1XOsV155JQvKp910u74X3nrrrbHlllu28tZtH7sZgdF2Ft2Meq3/2tkx9yJAgAABAgQIEKhVQMC1VjHnEyBAgAABAgQIECBAgAABAgQIECBAgAABAgQIECBQJAEB197duigi9oyIiyPi0QFupoDrADfA7cstULTAaNHqLffTY3ZlFhBwKHN3+5xbYdd/AxVwTZIphJZ2ztxjjz0aemjSTq0XXnhhXH/99VWNkwJ6O+ywQwwfPjw7//3334/ly5fHihUr+r0+BUevu+66OPLII2sKubYr4JomcPjhh2eBzU022aTf+QymE9Jupmkn3nnz5nVOe9SoUdkOmjvttFPNFHkNuKawd1rznXnmmVXtYpx2Y+26M3F6HVQTEj/jjDOyoGstOzG3K+Da0cxJkybFFVdcEZtuumnN/W3VBY888kgce+yx8fLLL3feIu2+nML5Q4cObdVt2z5uMwKj7Sy6GfVa/7WzY+5FgAABAgQIECBQq4CAa61izidAgAABAgQIECBAgAABAgQIECBAgAABAgQIECBAoEgCAq69u/VfI+LFiPiL/wi4DmTQVcC1SK8mtRZOoGiB0aLVW7gHQsEE/kNAwGFQPgqFXf/1FXBN4dMU/qv3qDYkt+uuu8b8+fNj6623rutWr776apx11lnZGH0daR4pUDZu3Lj4+Mc/Huuuu27FU99+++34xS9+EUuWLIm0o2Jfgdc03s033xx77pm+06a6o50B11TRKaeckgX7agkfVjeT4p6Vds1MgcdVq1Z1TuLSSy+Nc845J4YMGVLzxPIYcE3h1lmzZsW5557b53z++q//OtvF9nOf+1xsscUWFUOV6bWQdoBNa8f0p6tZ14FrDbm2O+Caat13333j2muvrfs9puYHo58L3nnnnbjggguyPnUcm222Wdx2220Nh/2bXWsj4zUjMNrI/Wu9thn1Wv/Vqu58AgQIECBAgACBdgoIuLZT270IECBAgAABAgQIECBAgAABAgQIECBAgAABAgQIEGi3gIBrZfG0i9f0Lj9KO7kORNBVwLXdrwj3G1QCRQuMFq3eQfUwmWypBAQcStXOWiZTyPVfXwHXGTNmZLuiNnL8+c9/jl/96ldx1113xdVXX93nbpL17l6YduRM4cS+dm7deeed4ytf+UoceOCBnbu1VjuflStXxk033RR///d/X7HuWoO5fQVcf/SjH8Xuu+9ebVnxxhtvRAof/vrXv47HH388C+KmUG6lI4V+J06cWNNOs1UXUrAT//CHP8SUKVOy8HLHkdyT35ZbblnXbPIWcE3h1tmzZ0eqq1IgNb0e0o6re++9d007hf7mN7+Js88+O+6+++6KTldddVWcfvrpVT1nlQKuY8aMidtvvz3b0bnao+vr4Cc/+Un2HvPDH/6wz8vHjx8fc+fOzc2uxkuXLo2jjjoqli1b1lnzcccdl+28vP7661fLkOvzmhEYbecEm1Gv9V87O+ZeBAgQIECAAAECtQoIuNYq5nwCBAgQIECAAAECBAgQIECAAAECBAgQIECAAAECBIokIOBauVtdd/Hqeka7g64CrkV6Nam1cAI9P6SfghL7779//Jf/8l9yOZfnn38+C3J0HCeffHIWhBg+fHgu61UUgaIKCDgUtXMN113I9V8rA65dRdcUkks7oi5atCh22mmnqpvQ306VKZB33nnnxQYbbFD1mJVO/OUvfxlpl8oHH3yw14/TzrEpMLj22mv3e49mBVx73iiFfL/2ta/FxRen79LpfowdOzZuueWWSLtDDvYjhZUnT57cjaGWYGYlv7wFXB955JFsp+KXX365V7lpR9cUJF9vvfXqehTSc5Z2u01/eh61vH6bFXDtWcP7778fP/vZz7LXwb333ltxjnna1fi9997Lak3PUMeRepNC6SmMW4aj5+vjb/7mb3K9Q236woD777+/k76eL3mw/ivDk2sOBAgQIECAAIHyCgi4lre3ZkaAAAECBAgQIECAAAECBAgQIECAAAECBAgQIECAQISAa99PQc9dvLqe2a6gq4CrVymBFgpU+pB+C2/X9KEFXJtOakACmYCAw6B+EAq3/mtXwDU9Fa+88kqk3z2LFy/u9ZCkMNQFF1xQ1S6Q6eK+wnwpJJZCeFOnTq1pl8o1PbUrVqyIU089Ne67775up6Xg6He/+93YZZdd+n3oWxVwTTde0062d955Zxx66KH91lfmE1LgM+2O+dBDD3VOs9HdW9NAeQq4vvjii1m4NT1nPY/0ejjzzDOrCmKv6TlY03P2+c9/Pq699toYMWLEGh+lVgVcO26adq5N8505c2bFOvK0q/E//dM/xeGHH17aXVwrvT6K9D4j4FqkbqmVAAECBAgQIECgGgEB12qUnEOAAAECBAgQIECAAAECBAgQIECAAAECBAgQIECAQFEFBFz77lxfu3h1vaLVQVcB16K+stRdCAEB10K0SZEE2i4g4Np28jzdsHDrv3YGXFOjnn766ZgwYUKk0GjX44ADDsh2Lxw5cmS//fzDH/4QU6ZMiSVLlvQ6NwXb0s6qQ4cO7XecWk547LHH4vjjj+9V94UXXhjTp0+PIUOGrHG4VgZc041feOGFOPLII+O5557rVse0adOysN+wYcNqmW6pzr3rrrvisMMO6zanWbNmRbKp8H5d9dzzEnBNu4FeccUV2Q6tPY9m71raV5A2Bcvvvvvu2Geffdbo1+qAa7r5moK4zQg2V/2A9HNi2oU6vXd03RW3Wsdm1dDKcQRcM10ZglY+ZMYmQIAAAQIECBCoScDitCYuJxMgQIAAAQIECBAgQIAAAQIECBAgQIAAAQIECBAgUDABAdc1N2xNu3h1vbJVQVcB14K9oJRbLAEB12L1S7UE2iUg4Nou6dzep1Drv3YHXN9+++0sWDh37txuDdxuu+3iO9/5TnzsYx/rt7F9/f5Nu3R+4xvfiPXXX7/fMWo9oVIYLY2x6667xsKFC+OjH/3oGodsdcD1nXfeiXPOOSeuueaabnXUEhyu1aQI56ew42mnnRbf+ta3OssdPXp03HHHHbHttts2NIW8BFwr7QSaJrb33ntnofEPf/jDDc2z58V9vf5OP/30LGi79tpr93m/dgRc083XtFt0M8LNzQJ96qmn4uCDD460y3DHUY1js+7fynEEXDNdGYJWPmTGJkCAAAECBAgQqEnA4rQmLicTIECAAAECBAgQIECAAAECBAgQIECAAAECBAgQIFAwAQHXNTesml28uo7Q7KCrgGvBXlDKLZZAzw/ppw+of/GLX6x6l7T3338/7rzzznjttdeynega2W3urbfeykI9Kcywyy67VIR89NFH4+KLL+782cknnxyzZ8+O4cOHFwtetQRyLiDgmvMGtb68Qq3/2h1wTfwp3Dp16tRenfjRj34UaYfFNR2vv/56nHjiidlukV2PFFq87bbbYvvtt29Zh5cuXRpHHXVULFu2rNs90u/yQw89dI33bXXANd08/U4/88wzu9Wx3377RVqvbLjhhi1zyfPAlQKEzVr/5CHgmnZvTWu7VEvPo5rnsp7e9fUaHDNmTNx+++2xzTbb9DlsuwKuqYC+doseO3Zs3HLLLbHZZpvVM/2mXlPJshrHphbRosF6vj7S33WOOeaYqu+WQvs33XRTbLrppv2+v/Y36KuvvhpXX311fP7zn4+tttqq4ukLFiyIefPmdf5sxowZkXboruWw/qtFy7kECBAgQIAAAQLtFhBwbbe4+xEgQIAAAQIECBAgQIAAAQIECBAgQIAAAQIECBAg0E4BAdf+tavdxavrSM0Kugq49t8fZxCoW6Dnh/RrCUykD1pfdNFFcf3118d6662XhVKOP/74ukOujz/+eBa6eeONN7JxzjrrrNhyyy27za2ReutGciGBQSgg4DAIm957yoVZ/w1EwLWvHSCrCbg+/PDDccghh8SqVau6qacg0vTp02PIkCEtewAr7Qaawnxp59T0u3dN925HwLWS62AOuK5evTouueSSXiG1ZgU/8xBwfemll2LixImRvsSk65FeIykcOHLkyJa8HtLYkydP7jZ2ei2k3VHTrsF9He0MuA5E+Lce7EqB/xtvvDEL8hf56Pn6qCUw+pvf/CbOPvvs7IsMRo0aFf/wD/8Q+++/f1RYX1VF1PHcbbDBBtkO4unvbBtttFG3axupt2Mg67+q2uEkAgQIECBAgACBARIQcB0geLclQIAAAQIECBAgQIAAAQIECBAgQIAAAQIECBAgQKAtAgKu/TPXuotX1xEbDboKuPbfH2cQqFug3sBoCremUMCSJUs6751CrnPmzImjjz665g9vr1y5Mr70pS9lu1F1HOkD3F//+tfjuOOO6wzcvP3225F2eu040o6x66+/fs33qxvMhQQGiYCAwyBp9JqnWZj1X5ECrmlHvxQmveaaa7rpp91b77jjjth2221b/vClXWLvv//++Ju/+ZvYY489st0F11prrX7v246Aa1oHpKBt1yOFDefPn9+yoGO/Ex/AE1577bWYNGlSPPDAA51V7LrrrrFw4cL46Ec/2nBleQi4prXk+PHje83lyiuvzIJ8rTr+6Z/+Kc4999zYcccdY7fddsv+M609+wsgtjPgmuaedl2eMGFCLF++vBtFspk5c2YMGzasVURVj/vMM8/EQQcdFC+//HLnNbV8aU7VN2rzifUGRn/1q1/FscceGz/96U87K04h15tvvjn23HPPmmfxu9/9Lnsf+MEP0v909e9HCmNfddVVWWi240hfEpR+x3Qca6+9dqy77ro13c/6ryYuJxMgQIAAAQIECLRZQMC1zeBuR4AAAQIECBAgQIAAAQIECBAgQIAAAQIECBAgQIBAWwUEXKvjrmcXr64j1xt0FXCtrj/OIlCXQL0B13Szxx57LAuhrFixovPe9X54e/HixdkHt7vuZpcCLWn3pxS8cRAg0F4BAYf2euf4boVY/7U74Jp21bz44ouzP12PzTbbLO65554sKNfXkX5nHnPMMfHEE090O6UIYbBWB1zTbpVpF9vLLrusm815550XKWjWyp1t8/oabHVwcKADrn31vJrX0kD1rN0B17Q2PvXUU7OQd9djr732ilTL5ptvPlAUnff905/+lH3xzaJFizr/uxQaXrBgQbZ7aVGPegOu6XdECqFPnTq1299tUjj9m9/8ZqQvNKj2SGOlL0T48pe/3O2SKVOmxOzZs2PEiBHVDlXVedZ/VTE5iQABAgQIECBAYIAEBFwHCN5tCRAgQIAAAQIECBAgQIAAAQIECBAgQIAAAQIECBBoi4CAa3XMjezi1fUOtQZdBVyr64+zCNQl0EjAtVkf3v7DH/4Q6UPaXXeDrTcoWxeCiwgQ6CUg4OCh+A+BQqz/2h1wTbsUpt3FH3rooW4PSjWBs+9///ux77779nrAbr311pg4cWKuH7xWB1x/+9vfZrvAP/nkk50OaXf4u+++O/bZZ59c27SquLlz52Yhua7HnDlzIgWim3EMdMD19ddfz77g5L777us2nbQrZQp0fuhDH2rGNJs6RrsDrqn4FGQ888wzu80jvTYefPDB+PSnP93U+dUzWF+h/1TfZz/72XqGzMU19QZcU/HvvvtuzJo1K9sluOuRditOr+tNNtmkqjm+8MILceSRR8Zzzz3XeX49QdmqbhZRaQdjGYJq8ZxHgAABAgQIECDQcgGL05YTuwEBAgQIECBAgAABAgQIECBAgAABAgQIECBAgAABAgMoIOBaPX6ju3h1vVO1QVcB1+r740wCNQs0EnBNN3vnnXfiggsuyD7A3fWo9sPb6QPxaZfWk046qdv1M2fOjLPOOiuGDh1a85xcQIBA4wICro0blmiE3K//2hlw7ev3Vur3tGnTIv3+GjZsWJ/tT7uTnn/++d1+vvXWW2c7H26//fa5fmxaGXBNYbBkl3Zw7XocfvjhWRhs5MiRubZpRXF//vOfs3BcCjd2HCnU+L3vfS923333ptxyoAOuv/zlL+OII46IX/ziF93mU81rqSkAdQwyEAHXIgTj0xfVpPV/1+PKK6/M3heLejQScE1zTgHuFEa/4447uhGccsopccUVV/S7+2p6X5w+fXpceuml3d4DUsg9fRlAhbVaw9TWfw0TGoAAAQIECBAgQKCFAgKuLcQ1NAECBAgQIECAAAECBAgQIECAAAECBAgQIECAAAECAy4g4Fp9C5q1i1fXO/YXdBVwrb4/ziRQs0CjAdd0w1deeSX78PbixYu73T+FeL7yla/EkCFD+qyr0q5EgznMUnMDXUCgRQICDi2CLeawuV//tTPg+thjj8Xxxx8fK1as6NbNanYaffvtt7OwVwpsdj3Gjh0bCxYsiI022ijXT0irAq6rVq3KAlwp4Nr1GOy7ub/66qtxzDHHdNspeLfddsuelWTTjGOgA659PVPN3KW2GU5dxxiIgGtfQeAZM2b0CoU3e77Vjrd06dKYMGFCLF++vPOS9PeDFNAePnx4tcPk6rxGA65pMsuWLYsTTjih187U6fdACqmu6Xj88cfjqKOOirRreMeLbClmAAAgAElEQVSRvgDokksuibXXXrslVtZ/LWE1KAECBAgQIECAQJMEBFybBGkYAgQIECBAgAABAgQIECBAgAABAgQIECBAgAABAgRyKSDgWltbmrmLV9c79xV0FXCtrT/OJlCTQDMCrumGTz/9dPah9hT42WCDDSJ94H7y5Mlr/PB1pd1fx4wZEwsXLozRo0fXNA8nEyDQXAEBh+Z6lmC0XK//2hFwTeHUO++8M/7u7/6uV7g19XfKlClZkGvEiBF9truvOosSAmtWwDXtTJpCrS+++GLcf//9cdNNN1UMDLdyl8IivCYrhRonTZoU1113XaRAdTOOgQ64VgqLpnmlL00ZN25cM6bY9DEGIuD60ksvxcSJE+PRR9Nfmf/zSDuBzpo1Kz74wQ82fZ61DlgpkF2U8H5fc21GwLXjeU6v3fS+t80228Tf//3fx6GHHhprrbVWn8yVdn894IAD4sYbb4xNN9201vZUfb71X9VUTiRAgAABAgQIEBgAAQHXAUB3SwIECBAgQIAAAQIECBAgQIAAAQIECBAgQIAAAQIE2iYg4FobdSt28epaQc+gq4Brbf1xNoGaBJoVcF29enX2gesUukh/0g5jFT4g3a22Bx98MAvFpg97pyOFNQZ7mKWm5jmZQAsFBBxaiFvMoXO9/mtFwDUFWleuXJntvvfwww/HHXfcEWnX8UrHrrvuGt/85jf7/XKGSruWp/GmT5+e/env9+ZAPzp9BVybXVfanfRrX/taHHbYYWsMgDX7vnkbL+3euOeee3Yr67zzzosUuhsyZEhTyh3ogGvaxXLq1Km95vKjH/0odt9996bMsdmDDETAtQjh+LfeeivOOOOM7O8DHUf64prbb789C3UW8WhWwPXdd9/N3uPTFwJdffXV8bGPfWyNHB1/rzrppJM6z2vXjtbWf0V8UtVMgAABAgQIEBg8AgKug6fXZkqAAAECBAgQIECAAAECBAgQIECAAAECBAgQIEBgMAr0DLgORoM8zrkj6Jr603mkD3s6CBBonkBfAdd0h2nTpkUKHuT5SDvFXnjhhXkuUW0ECimQ96BdIVEVXY1AXeu/vsJf1dyw0XNScOuGG26IPfbYo9+hKu3ImS4qyu+ydgRcjzvuuLj44otjyy237Nez7CdUClJeeeWV2fqsWcdAB1wr3X+77baL73znO/2GAJtlUOs4AxFw/dOf/hSTJ0+ORYsWdSs37eg5f/78GDlyZK3TaPr57733XrYmv+yyy7qNneewcn8IfQVcB/J3Tn81d/35rbfemu38W8sh4FqLlnMJECBAgAABAgTaLSDg2m5x9yNAgAABAgQIECBAgAABAgQIECBAgAABAgQIECBAoJ0CAq7t1G7wXgKuDQK6nEAPAQFXjwQBApUEBFw9F3kS6G/9N1Bho3333Tcuv/zy2GGHHari6isgWk8IqaobNvmkdgRc99lnnzj55JPjwAMPjOHDhzd5BsUaLgUFzz///G5FN/tZyWPANe+7fg5EwDXtKF3pi2f222+/SPVsuOGGuXi4Kz2zixcvjnHjxuWivlqLEHDNxGQIan1wnE+AAAECBAgQINAyAYvTltEamAABAgQIECBAgAABAgQIECBAgAABAgQIECBAgACBHAgIuOagCdWW0F/AodpxnEeAwL8LCLh6EggQqCQg4Oq5yJNAf+u/dgdc0w6TZ511VkyYMCFGjBhRNVUrAq59Bd+qLqrLif2FJ9sRcO0oZ+edd45LL700PvOZz8Raa61Vz3QKf02l8Gmzd8MUcK39MRFw7duskk1/7yu1d6B9Vwi4ZtYyBO175NyJAAECBAgQIECgHwGLU48IAQIECBAgQIAAAQIECBAgQIAAAQIECBAgQIAAAQJlFhBwzWd3H4uIiyIi9afz6C/gkM+pqIpAfgUEXPPbG5URGEgBAdeB1B/U965r/deOgOs222wTabfEww8/PHbZZZcYNmxYzY0ScK2NbL311otzzjknCxMPtt1c+wouC7jW9gy14uyBCLi+9dZbccYZZ8SNN97YbUp528G1ks2cOXOyXZmLeAi4Zl2TISjiw6tmAgQIECBAgEBJBSxOS9pY0yJAgAABAgQIECBAgAABAgQIECBAgAABAgQIECBAgEAdAv81In4bEek/W3F0BBse/Y/BV3e9iYBrK8iNOZgFen4QfcaMGXHhhRdWTVIpgFHPTk19fYC86kKcSIBAUwUqBFw3bOoNyjvYOhGxU0TcFhFrd5nmcRExv8DTzvX6r6+Aawqljho1ao3s6ffYs88+G6tWrap43he+8IVIv6M222yzaDT4/cwzz8RBBx0UL7/8crd7pZ1KzzvvvLoejzzs4Fpr6DKt51euXJmZP//883H//ffHkiVLYsWKFRUNZs6cmYVchw4dWpdRES+q1Nett946Fi1aFNtvv33TpjTQO7hedtllcf7553ebT3qt3XPPPbHjjjs2bZ7NHGggAq59vcdNmjQprrvuukhh8Dwcjz/+eOy5557dSqn17xZ5mEdHDT1fH7X+HadS32p9v2zW37Wqda3we06GoFo85xEgQIAAAQIECLRcwOK05cRuQIAAAQIECBAgQIAAAQIECBAgQIAAAQIECBAgQIAAgcIIpF1Vp7eg2p7B1o5bCLi2ANuQBDoEBFw9CwQIVBIQcGjouUgh19/1+DKQogdcc73+6yv8VW2w6t13343nnnsuZs2aFQsXLuzV/J133jlSCPUzn/lMrLXWWnU/HC+88EIceeSR2b26HtXWWenGRQy4VppHCrxeffXV8bWvfa1X2DiF92644YY46qij6rYv2oWV+jpmzJi4/fbbIwW3m3UMdMC1Ulg0za3WEGCzPKoZJ08B17Qz6uzZs3Ozw3GlXaobeX+rph+tPEfANdOVIWjlQ2ZsAgQIECBAgACBmgQsTmvicjIBAgQIECBAgAABAgQIECBAgAABAgQIECBAgAABAgRKK9CK3bv6CrZ2IAq4lvZxMrE8CDS6c2qzdhVqtI48WKqBQJkEBFwb7ua/RsQWXUaZGhFzGx51YAbI/fqv0YBrB+v7778fd955Z3zlK1/ptZtoClmec8452U6iw4cPr6sTL730UkycODEeffTRbtefcsopWbj2gx/8YM3jliXgmiae/BcsWBDJo+eOumPHjo1bbrkl20l3MByDJeD6/e9/P/bdd99eLb3tttuyMHgej4EIuPYVjk87P6c19JAhQ3JBVaaAazP+jmMH11w8loogQIAAAQIECBAokYCAa4maaSoECBAgQIAAAQIECBAgQIAAAQIECBAgQIAAAQIECBBoQKCZu3f1F2ztKFPAtYGGuZRAfwI9g6VXXnllTJs2rb/LOn/ejA9/p8EEXKsmdyKBtggIuDbMXKaAa+7Xf80KuKaur169On7wgx/EF77whV4h1/Tziy66KAu61hNyTaHNU089NebPn9/tATvggAOy/27kyJENP3jVDNBXWO7WW2/NArh9HZXCa+ncZu62mdYVyffaa6/tVUYKHx966KHVTLHw5wyWgOvSpUtjwoQJsXz58m49q3U92s6GD0TA9Sc/+UkWBO4Z/M6bU9kDrosXL45x48ZV/bgJuFZN5UQCBAgQIECAAAECVQkIuFbF5CQCBAgQIECAAAECBAgQIECAAAECBAgQIECAAAECBAiUWqBZu3dVG2ztwBRwLfVjZXIDKfDee+/FhRdeGJdddllnGf2FW3rWK+A6kB10bwKtExBwbdi2LAHXQqz/mhlwTZ1PIdeFCxfG1KlTewXK0s9nzpyZ7eQ6dOjQmh6USr930wBjxoyJ22+/PbbZZpuaxqv35DwHXNOcnnrqqTj44IPj5Zdf7jbF9AUcyX7YsGH1Tr0w11VaX2233Xbxne98Jz72sY81bR49v2AkDbzffvtFCnFuuOGGTbtPXwP1tatxnns9EAHX9P5w1FFH9WKsNXDZ6oYuWbIkxo8f3+02M2bMyP6+UbSj0hcS1BrmF3AtWtfVS4AAAQIECBAgkHcBAde8d0h9BAgQIECAAAECBAgQIECAAAECBAgQIECAAAECBAgQaL1Ao7t31Rps7ZiRgGvre+sOg1SgUnjitttuiyOPPLJqkT/96U8xefLkWLRoUec1tYZk04V2cK2a3IkE2iIg4Nowc1kCroVY/zU74Jq6/+6778asWbPi3HPP7fUwrLfeejFnzpw4+uijo8JrZY0PT6VwXLqgnUG1vAdcK60tklE7g5cNvwM0OEClNVoastaAXX9lDHTAta95jh07NhYsWBAbbbRRf1No6Odp3XvXXXfFPvvskz1fW2yxRb/B9XYHXPsKxm+99dbZ+nv77bdvyKCZF1eyufnmm+O4445r5m3aMlbP3yvpff/BBx+MT3/601Xff8WKFXHMMcfEE0880XlNra/hZn2ZULVFW/9VK+U8AgQIECBAgACBgRAQcB0IdfckQIAAAQIECBAgQIAAAQIECBAgQIAAAQIECBAgQIBAfgQa2b2r3mBrx+wFXPPzHKikZAKvv/56TJo0Ke67777OmdX6oetKoaL04e/PfvazNWkJuNbE5WQCLRcQcGiYuAwB18Ks/1oRcE1PwKuvvhonn3xy3H333b0eiNGjR0cKx9UaLlu6dGlMmDAhli9f3m3M8847L/uyhyFDhjT88PU3QN4Drv/2b/+W7ZB7/fXXd5vKjjvumJlvtdVW/U2x8D/vK9RY6zqtP4iBDrim+ubOnZvtltz12GyzzeK73/1u7LLLLv1Noe6f//nPf84C7LNnz+4cY4MNNsh2D54+fXp85CMfqTh2uwOur732WrZef+CBB7rVk95HbrzxxviLv/iLug2afeEtt9wSxx9/fLdh6/nim2bXVc94//zP/5ztmvvMM89kl9ez03bP99p6QskCrvV0zzUECBAgQIAAAQJlFRBwLWtnzYsAAQIECBAgQIAAAQIECBAgQIAAAQIECBAgQIAAAQLVCdSze1ejwdaOygRcq+uRswjULPDSSy/FxIkT49FHH82uTWGCe+65J1KApNojhX/SzkQPPfRQ5yX1hC8EXKsVdx6B9ggIuDbsXIaAa2HWf60KuKanIAVSU8hp2bJlvR6Kww8/PAvnjRw5suoH5s0334zTTjstvvWtb3W7Ztddd42FCxfGRz/60arHqvfEvAdc07wqBS/rCZjVa5SH6yoZNDssmIeAawoQHnTQQfHyyy93Y087KE+bNq3mXZKr7V3PdXDHdfvvv3/Mnz8/PvShD1Ucqt0B14cffjgOOeSQWLVqVbd6Uu8uuOCClvlU69j1vErP02OPPRZ77LFHPcMN6DU9v4xgt912y3YVHjVqVNV1/fKXv4wjjjgifvGLX2TX1PMeJuBaNbcTCRAgQIAAAQIEBoGAgOsgaLIpEiBAgAABAgQIECBAgAABAgQIECBAgAABAgQIECBAoA+BWnfvalawtaMcAVePJoEWCfT80HWLbtO2Yffbb79IoYMNN9ywbfd0IwJlFRBwbbizRQ+4Fmr918qA6+rVq7NdEk866aSKD8VVV10Vp59+ek0hs0oBuTR4PWPV86TmPeDa1w6u9YTD6vHJyzWVnpM5c+Zkuwo368hDwPVPf/pTTJ48ORYtWtRtWmPHjo20I2j6ApZWHHfddVccdthhvYa+8MILsx1c+9pNuZ0B13feeSfOOeecuOaaa7rV2Y4dbms1r7Qjbj1fnlPrfVt1/uOPPx577rlnq4Zv+7jpfSPtVjx8+PA13tv6r+2tcUMCBAgQIECAAIEaBARca8ByKgECBAgQIECAAAECBAgQIECAAAECBAgQIECAAAECBEomUO3uXc0OtnYwCriW7IEynfwIlO2D2wKu+Xm2VFJ8AQGHhntY9IBrodZ/rQy4pidh5cqV8aUvfSkL2/U8Ro8eHbfddltsv/32VT80aafK4447rtvu5+niFOBMu7imMVt55D3g2lfgcbD9nv/+978f++67b7dH4bzzzst2t+0rfFnrc5OHgGuq+aabbspCrj2PZu9Y2zF+X6/paoKj7Qy4prV62kG65+62aUfXZFbL7tG1Phu1nl/pdbvjjjtm749bbbVVrcMN+Pnp/f74448f8DqaVYCAa7MkjUOAAAECBAgQIDCQAgKuA6nv3gQIECBAgAABAgQIECBAgAABAgQIECBAgAABAgQIEBg4gWp272pVsLVj1gKuA9d/dy65wNy5c2Pq1KmlmeVgC76UpnEmkksBAdeG21LkgGvh1n+tDrimp+Hpp5+OCRMmxIoVK3o9HFOmTMl2xhsxYkRVD86adoU95ZRT4oorrqh6rKpu2OOkvAdcn3rqqTj44IN7hfqSzaxZs+KDH/xgPdMu3DVLly7Nnrnly5d31j5p0qS47rrrYr311mvKfPIScP3tb38bRx99dDz55JPd5rX33nvH/Pnz48Mf/nBT5tsxyOLFiyNZrlq1qtu4KXj+jW98I9Zff/0+79eugOurr76a7dZ7991396rlzjvvjEMPPbSpJo0Olt4bjznmmHjiiSc6hzrggAOy/uUpiFvNPN97771IO/ledtll1ZxeiHMEXAvRJkUSIECAAAECBAj0IyDg6hEhQIAAAQIECBAgQIAAAQIECBAgQIAAAQIECBAgQIDA4BRY0+5drQ62dogLuA7OZ8+sWyzw5z//Oc4999wskFOWQ8C1LJ00jzwICLg23IUiB1wLt/5rR8A1hVKvueaa+PKXv9zr4Uhhwzlz5mQBvQqvnYoP0+9///tsx8r77ruv189nzpwZZ511VgwdOrThB7HSAHkOuL7zzjtxwQUXZEHWnseNN94YJ554YktM8jhoCjimwOBDDz3UWd5ee+0VKWC5+eabN6XkvARc0+srrUnTc9/zaHboe9myZXHCCSf0CtOm13EKY44fP36Ntu0IuKbXwZVXXhnnn39+r1rGjRsX8+bNi4033rgpz0CzBnnmmWfioIMO6hZMnzZtWqT3s2HDhjXrNm0Zp69dpNty8xbdRMC1RbCGJUCAAAECBAgQaKuAgGtbud2MAAECBAgQIECAAAECBAgQIECAAAECBAgQIECAAAECuRDoa/eudgVbOxAEXHPxOCiibAKVQhPpg/Tpg+jVHpVCsimsc/XVV8c666xT7TDZeT0DFjNmzMh2TnIQIDAwAgKuDbsXNeBayPVfOwKu6YlY046Ku+66axaO23rrrat+eB555JE49thje+1UmoJ2f/d3fxdnnHFGrL322lWPV82Jf/zjH7NdCb/+9a/3Ov3WW2+NiRMn9jnMj3/84/irv/qrXj//0Y9+FLvvvns1t1/jOSnkuHDhwmx3+Z47a44ePTruuOOO2HbbbRu+T1EGePvtt7N12dy5cztLTs/Ggw8+GJ/+9KebMo28BFzTZH73u99lu6r+4Ac/6DW3Sy+9NM4888yGXw+vvPJKtitq2sG151HN7q3pmlYHXNOzn+abgqE9j9T/RYsWxb777tuU/jdzkEouKfifvIt2/PKXv4wjjjgifvGLX3SWnp6ZFC6u9qgUkp0+fXqkP9V+EUK6V6X3gf7eq6utsdJ51n+N6LmWAAECBAgQIECg1QICrq0WNj4BAgQIECBAgAABAgQIECBAgAABAgQIECBAgAABAgTyJ9Bz9652B1s7RARc8/dsqKgEApV2WUqBic9+9rNVz+6ll17KgjCPPvpo5zX1fHA7XSzgWjW7Ewm0RUDAoWHmogZcC7n+a1fANT0VfYVS08/S7pOXXHJJ1SG8d999N9upNO2oXulIgbuLL744ttxyy4YfyLQj5L333huXX355/PSnP604Xn+hqVYGXFOI66abbsrCXymE2/NIX3qRfjZkyJCGLYo0QNrVNAU7ux7NDA3mKeCa5phChCnk2jPgnH529tlnx3nnnRcbbLBBXS1csWJFFhi+++67e10/atSoLLhaTVC7VQHX9H6Qwr1pB+O+XqOt3t25LtiIqPSlNymM+73vfa8q03rv26rrlixZ0m0n3/TFBSlYvP3221d9y6VLl8aECRNi+fLlndfcfPPNkd7XazkEXGvRci4BAgQIECBAgEDZBQRcy95h8yNAgAABAgQIECBAgAABAgQIECBAgAABAgQIECBAgEB3ga67dw1UsLWjIgFXTyeBFgik3cDSDmkdx4477hi33XZbbLXVVlXf7eGHH45DDjmkWwih1t2NOm4m4Fo1uxMJtEVAwLVh5iIGXAu7/mtnwDWF0FLQMu2w2POoZ3fFN998Mwu0pd3PKx0pzJcCsMcff3xsvPHGNT+Yr7/+eqSwVgrSdt2NsNJA7Qy4pt1aV65cGf/6r/8a999/f6R791VfCh2mnzcj6Fsz4ABfkELFn/vc57qttdKOmCn4Onz48Iary1vAtb/Q984775y9/saOHVt1kDyFu++8886YMWNGvPDCCxXNbrjhhpg8eXJVO2s2I+Da8fynIO/zzz8fjz/+eNx111191peKPuWUU+KKK66IESNGNNz3Zg/w2muvZcHkBx54oHPovfbaKwsNb7755s2+XUvHe++99yIF6tNO1x3HAQcckO3QPXLkyKrvnQL76ZnqODbbbLO45557Iv2dq5ZDwLUWLecSIECAAAECBAiUXUDAtewdNj8CBAgQIECAAAECBAgQIECAAAECBAgQIECAAAECBAh0F0i7d+0VEek//3NrxoFREnAdGHd3LbFA+jD9qaeemn1Qu+NIH0q/7rrrIoVzqjlSWOCcc86Ja665pvP0MWPGxO233x7bbLNNNUN0O0fAtWYyFxBoqYCAa8O8RQy4Fnb9186Aa3oyXnzxxTj22GMjhQ97HikIdeONN8amm25a9UOUQq4pMFspNNsxSPr9fOCBB2Y7p++yyy6x4YYbxlprrdXrHikg+H//7/+NH/7wh1lgLn0ZRaXdMLtemMb+6le/Gl/84hfXGJ7rawfXqidax4kp4Ju+gKOWHebruE1uL3n55ZezHR8feuihzhp32223WLBgQaRdRxs9KgVcGx2z0vW1rBHT6yGtMa+//vo+S9luu+3ixBNPzHbZ3GKLLWLo0KHdzn3//ffj97//ffb8z5s3L3s99HVcdNFF2f2qDQxXCri2wqzrmGmdnkLqG220UatvVdf4lYLYabfctOPssGHD6hpzoC566aWXsvfZRx/9z/8ZJO0cnF4r1e4gnb5YID2fXXcL3n///bO/e33oQx+qaWoCrjVxOZkAAQIECBAgQKDkAgKuJW+w6REgQIAAAQIECBAgQIAAAQIECBAgQIAAAQIECBAgQKCHwA4R8WxOVARcc9IIZZRH4KmnnoqDDz44Umii45gzZ06kHcGqPSqNcfrpp2c7S6299trVDtN5noBrzWQuINBSAQHXhnmLGHAt7Pqv3QHX9HSkHctT6KxSeDT9Tku7rvYM3a3pqUpfHJGCsSlo+sc//rGqB/DTn/50rL/++p3nrlixYo07QFYaNIVmL7744vjkJz/Z7+6V7Q64pnBr+vKNI488st/aqgIr4ElpN8nUn/RMdT3SjqSHHnpowzPKY8A1TSq9BtJrKIVTqzm6vhZSIPDZZ5/tN9idxj3//POzP7XsitrugGtySDVW+yU01Xg185y0G+0ll1yS7Xra9UjvkePGjWvmrdoyVvpigMMOO6zbvR588MGaQvaVxkgB5RT6rbC+WuO8BFzb0nY3IUCAAAECBAgQKIiAgGtBGqVMAgQIECBAgAABAgQIECBAgAABAgQIECBAgAABAgQIlFBAwLWETTWlgROoFJQYPXp03HHHHbHttttWVVjaWSt9QLtr6CB96D7tUrTPPvtUNUbPkwRc62JzEYGWCQi4NkxbxIBrw5Nu4gA1rf8GIuCaQkdp18drr72217TTzpopBLf77rvXRJKCYj//+c9j+vTpce+999Z0ba0n77zzztl9xo4dW/UXU7Qz4Jrsrrrqqthxxx1rDoTVapH389MupIcccki3wGYjXyrSdb55DbimGtNrLO3imgK+/e1CXGsPU3j6yiuvzHbqrCWInu7TroBreo2mXZ0/85nPVNytudY5t+r8SrsM77XXXpnT5ptv3qrbtmTc9Hec0047Lb71rW91jp/eI2+55ZbYbLPNqrpn2jl48uTJcd9993WeX+vftbreSMC1KnYnESBAgAABAgQIDBIBAddB0mjTJECAAAECBAgQIECAAAECBAgQIECAAAECBAgQIECAQA4Fago45LB+JRHIlcBvf/vbOProo+PJJ5/srOvzn/98FtCpZveqFL5ZuHBhTJ06tVvYIAUvbrrpphg5cmRd8xVwrYvNRQRaJiDg2jCtgGtjhDWt/wYi4Jqmt2zZsux36nPPPddrtocffnjMnTu3rt+LaTfXhx56KC6//PL44Q9/2Jhkj6vTjq2nnnpq7L333lUHWzuGaEfAtZH6mgqVo8Fef/31OPHEE7MvEuk4GgnMdZ1angOuqc5WhL7TM5bmvcMOadPq2o9WBlzTF8akL4s5+eST63qN1j6bxq+oFMBOu7mmAP2QIUMav0EbR3jqqafi4IMPjhTa7Thqmcu7774baafWtOtu16ORQLqAaxsfALciQIAAAQIECBDIvYCAa+5bpEACBAgQIECAAAECBAgQIECAAAECBAgQIECAAAECBAiUVqCmgENpFUyMQBMEUkhg9uzZcdZZZ3Ub7c4774xDDz20qjukMM8JJ5zQLSCbPow/f/78GD9+fFVjVDpJwLVuOhcSaImAgGvDrAKujRHWtP4bqIBr+r164403xkknnVRxtjfccEO2k1+F11NVOikslb6QIn2xRPrzxz/+sarrep606667Zr/njzjiiEi7y9ZbTzMDrmkHzTFjxsQmm2wSO+20U7ZTa/r/6/2ijLpgCnRR+hKR9Cx1PVKQbtq0aXX3M42V94Brx3zff//97LUwZ86cLOhb646uaa2avowlfUFLej2stdZadXe/WQHXbbbZJns9brXVVrHttttmdadPHmIAACAASURBVH384x+P4cOH111buy9MYfy0k/U111zTeeu00+l3v/vd2GWXXdpdTkP3a8ZcHnvssTj++ONjxYoVnbWkHi9atCh7n6vnEHCtR801BAgQIECAAAECZRUQcC1rZ82LAAECBAgQIECAAAECBAgQIECAAAECBAgQIECAAAEC+ReoKeCQ/+mokMDACVTaaW7cuHExb9682Hjjjfst7JVXXsl2lFq8eHG3c0855ZS44oorqtoBtq+bCLj2y+8EAm0VEHBtmFvAtTFC678efins+utf/zqeeeaZePbZZ7NdY1OI6oUXXug8U2i0sYcuz1f/7ne/i0mTJsUPfvCDzjLTLrzpC0Y+/OEP57n0pteWAn//5//8nyzw+tOf/jR7HaTXQ9cAeAqPpuBoChXutttusfPOOwtPN70TEZV2PE1/V0hfqFOkoG6ieeSRR+LYY4/ttntrLXOp9CVAadyZM2dmXy40dOjQujog4FoXm4sIECBAgAABAgRKKiDgWtLGmhYBAgQIECBAgAABAgQIECBAgAABAgQIECBAgAABAgQKICDgUIAmKTH/Am+++Wa2w9L111/frdhbb701Jk6c2O8EXn311ezD2SlI0fVIu01985vfjNGjR/c7xppOEHBtiM/FBJouIODaMKmAa2OE1n+N+bm6ZAJpt+C0S+aXv/zlbjNrdJfgkjGZThsF0o6nF1xwQaSdhDuOtHvrbbfdFnvssUcbK2n8VpW+xKeWuSxfvjxOO+20ePDBB7sVM378+Jg7d262U3W9h4BrvXKuI0CAAAECBAgQKKOAgGsZu2pOBAgQIECAAAECBAgQIECAAAECBAgQIECAAAECBAgQKIaAgEMx+qTKHAukUMTChQtj6tSpsWrVqs5Kq929ta9w63rrrRdz5syJo48+OiqE4WoSEXCticvJBFouIODaMLGAa2OE1n+N+bm6hAJ2cS1hUws8paeffjomTJiQ7aDbcdSy42lepp52x04h3XPPPbdbSdXOpa9w66hRo+Lmm2+OPffcs6GpCrg2xOdiAgQIECBAgACBkgkIuJasoaZDgAABAgQIECBAgAABAgQIECBAgAABAgQIECBAgACBAgkIOBSoWUrNp8Bjjz0Wxx9/fLcPoKdwatqNNe0stKYjfWh92rRpcffdd/c6bebMmdmurkOHDm144gKuDRMagEBTBQRcG+YUcG2M0PqvMT9Xl1Qg7Y550kkndfvCkiuuuCLOPPPMGDJkSElnbVp5E3jzzTezvx/Mmzevs7QU6Fy0aFHstNNOeSu3z3r6+hKgaufys5/9LE4//fT48Y9/3O0ezfwSIAHXwjxOCiVAgAABAgQIEGiDgIBrG5DdggABAgQIECBAgAABAgQIECBAgAABAgQIECBAgAABAgQqCgg4eDAINCiwbNmyOOGEE+LJJ5/sHGnKlCkxe/bsGDFiRJ+jP/vss/GFL3whfv7zn/c656KLLopzzjknhg8f3mB1/365gGtTGA1CoGkCAq4NUwq4NkZo/deYn6tLKrBy5cr40pe+FLfcckvnDEePHh0p+Lr99tuXdNamlTeBxYsXx6RJk0oRtK70RUDp7yVpR9c1fYnPAw88EFOnTu32BUKpTyncmv6Olb5cqBlfAiTgmrenXz0ECBAgQIAAAQIDKSDgOpD67k2AAAECBAgQIECAAAECBAgQIECAAAECBAgQIECAAIHBLSDgMLj7b/ZNEuj64e1qgxDvvvtu3HzzzdkOTatWreqs5Pzzz4/0Z03h2FrLFnCtVcz5BForIODasK+Aa2OE1n+N+bm6xAJLly6No446KtIXmHQcxx13XHzjG9+I9ddfv8QzN7U8CLz44otx7LHHdtu1dPz48TF37tzYZJNN8lBiTTX03MV17733jvnz58eHP/zhNY6Tgqdp9+T0pT8dRwq3XnrppVnwtRnh1jSugGtN7XQyAQIECBAgQIBAyQUEXEveYNMjQIAAAQIECBAgQIAAAQIECBAgQIAAAQIECBAgQIBAjgUEHHLcHKUVRyB9ePvGG2+Mk046KW644YaYPHlyVAiw9ZrQ+++/HwsWLIhTTjkl+1natfWss85q2s6tHTcUcC3Os6TSwSEg4NpwnwVcGyO0/mvMz9UlFugZyOuYai3ruxLzmFoLBd5555244IILYtasWZ13GTVqVPaFOHvuuWcL79zaodOX+kyfPj0LiS9atCj23Xffqm6YPK688srsi3822GCD7P+eOHFi08KtqQgB16pa4SQCBAgQIECAAIFBIiDgOkgabZoECBAgQIAAAQIECBAgQIAAAQIECBAgQIAAAQIECBDIoYCAQw6boqRiCrz55puxcOHCOProo2vafTV96Hv27Nmx8cYbN/1D2x2S6QPl9957byfsgQceGF/60peKCa1qAiUQEHBtuIkCro0RWv815ufqkgukNV360pHrr7++c6YpaPjtb387dt9995LP3vQGQqCvYPVVV10Vp59+elVfnDMQdVd7z1deeSUeeOCBmv+uk16LaRfXffbZJ/bbb7+mO/zbv/1bXHLJJfHUU091TiV98VDaNbcVh/VfK1SNSYAAAQIECBAg0CwBAddmSRqHAAECBAgQIECAAAECBAgQIECAAAECBAgQIECAAAECBGoVEHCoVcz5BAgQIECgQQEBhwYBIwRcGyO0/mvMz9WDQCAF8v4/e3cDq2dZ3w/8VyCS9QXCsg1MmNW4UhuBsxa0oR2aAHHtxFZ51XYFSSllUAsMtPUFnSJbAV1DUzpKITpeCqVU7NmSdq66oQVTI7CyGqbEaV06dZkQ6IuBhJ5/7ue/0zxPe07Pc5/ree7nvp/ncxJjwrl/1++6Pr878Qrt13vx4sWxefPmQ6fNQm9r166Nk08+uQcEHLFIgaeeeiquvPLK2L1796G2WdDyzjvvzPV/nFPknvXKL+D+l99MBQECBAgQIECAQHECAq7FWetEgAABAgQIECBAgAABAgQIECBAgAABAgQIECBAgAABAo0CAg7eCAIECBAgULCAgEMyuIBrGqH7X5qf6h4RePHFF+Oqq66KHTt2HDqx0GGPDL/AY+7Zsyeuv/56YeoCzTvVyv2vU/L6EiBAgAABAgQINCMg4NqMkmcIECBAgAABAgQIECBAgAABAgQIECBAgAABAgQIECBAoB0CAg7tULUmAQIECBA4ioCAQ/LrIeCaRuj+l+anuocE/vM//zN+8YtfNJz4j/7oj+LUU0/tIQVHbZfAwYMHY9euXfHyyy83tJgyZYovBbcLvYPruv91EF9rAgQIECBAgACBEQUEXEck8gABAgQIECBAgAABAgQIECBAgAABAgQIECBAgAABAgQItElAwKFNsJYlQIAAAQLDCQg4JL8b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QcvBAECBAgQKBgAQGHZHAB1zRC9780P9UECBAgQCC3gPtfbjIFBAgQIECAAAECBQoIuBaIrRUBAgQIECBAgAABAgQIECBAgAABAgQIECBAgAABAgQINAgIOHghCBAgQIBAwQICDsng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QcvBAECBAgQKBgAQGHZHAB1zRC9780P9UECBAgQCC3gPtfbjIFBAgQIECAAAECBQoIuBaIrRUBAgQIECBAgAABAgQIECBAgAABAgQIECBAgAABAgQINAgIOHghCBAgQIBAwQICDsng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5GxKE/tz548GAM8ZcukREgQIAAAQItEhgYGIhjjjmmfrUsbNjwD1rUqpuXEXBNm677X5qfagIECBAgkEvA/S8Xl4cJECBAgAABAgQ6ICDg2gF0LQkQIECAAAECBAgQIECAAAECBAgQIECAAAECBAgQIECgJrAvIsYNWrz22msxYcIENAQIECBAgECbBPbu3RsnnHBC/er7I2J8m9p167ICrmmTdf9L81NNgAABAgRyCbj/5eLyMAECBAgQIECAQAcEBFw7gK4lAQIECBAgQIAAAQIECBAgQIAAAQIECBAgQIAAAQIECNQEfh4REwctfvKTn8SkSZPQECBAgAABAm0SeOmll+K0006rX313RLy9Te26dVkB17TJuv+l+akmQIAAAQK5BNz/cnF5mAABAgQIECBAoAMCAq4dQNeSAAECBAgQIECAAAECBAgQIECAAAECBAgQIECAAAECBGoC342IcwcttmzZErNmzUJDgAABAgQItElg69atMXv27PrVvxcR72tTu25dVsA1bbLuf2l+qgkQIECAQC4B979cXB4mQIAAAQIECBDogICAawfQtSRAgAABAgQIECBAgAABAgQIECBAgAABAgQIECBAgACBmsC6iLh60GLFihWxbNkyNAQIECBAgECbBO64445Yvnx5/er3R8SiNrXr1mUFXNMm6/6X5qeaAAECBAjkEnD/y8XlYQIECBAgQIAAgQ4ICLh2AF1LAgQIECBAgAABAgQIECBAgAABAgQIECBAgAABAgQIEKgJ/EVErBm0mDNnTmzevBkNAQIECBAg0CaBuXPnRn9/f/3q10XE37WpXbcuK+CaNln3vzQ/1QQIECBAIJeA+18uLg8TIECAAAECBAh0QEDAtQPoWhIgQIAAAQIECBAgQIAAAQIECBAgQIAAAQIECBAgQIBATaAvIv5t0GLs2LGxb9++GDPGH2V7PwgQIECAQKsFBgYGYvz48XHgwIH6pf84Ina2uleXryfgmjZg9780P9UECBAgQKBpAfe/pqk8SIAAAQIECBAg0EEBfyrYQXytCRAgQIAAAQIECBAgQIAAAQIECBAgQIAAAQIECBAgQCB+HhETBx02btwYl1xyCRYCBAgQIECgxQJPPPFEXHrppfWr7o6It7e4TS8sJ+CaPmX3v3RDKxAgQIAAgREF3P9GJPIAAQIECBAgQIBACQQEXEswBFsgQIAAAQIECBAgQIAAAQIECBAgQIAAAQIECBAgQIBADwvcHRFLB88/Z86c2Lx5cw9zODoBAgQIEGiPwNy5c6O/v79+8VURcUN7unX1qgKu6eN1/0s3tAIBAgQIEBhRwP1vRCIPECBAgAABAgQIlEBAwLUEQ7AFAgQIECBAgAABAgQIECBAgAABAgQIECBAgAABAgQI9LDAORHxTP35n3vuuZg6dWoPkzg6AQIECBBorcDzzz8f06ZNO3zRGRHx/dZ26onVBFzTx+z+l25oBQIECBAgcFQB9z8vCAECBAgQIECAQFUEBFyrMin7JECAAAECBAgQIECAAAECBAgQIECAAAECBAgQIECAQPcKfDcizh083rx58+KRRx7p3tM6GQECBAgQKFhg/vz5sX79+vqu34uI9xW8jW5pJ+Damkm6/7XG0SoECBAgQGBIAfc/LwYBAgQIECBAgEBVBARcqzIp+yRAgAABAgQIECBAgAABAgQIECBAgAABAgQIECBAgED3ClwWERvqj7dly5aYNWtW957YyQgQIECAQEECW7dujdmzZx/e7fKIeLygLXRbGwHX1kzU/a81jlYhQIAAAQJHCLj/eSkIECBAgAABAgSqJCDgWqVp2SsBAgQIECBAgAABAgQIECBAgAABAgQIECBAgAABAgS6V6DhK16nn356vPDCCzFmjD/W7t6ROxkBAgQItFtgYGAgzjzzzNi1a1d9K19vTYMXcE3zq692/2udpZUIECBAgEBNwP3Pi0CAAAECBAgQIFA1AX8SWLWJ2S8BAgQIECBAgAABAgQIECBAgAABAgQIECBAgAABAgS6U+C8iPh2/dEWLVoU9913X3ee1qkIECBAgEABAtdcc02sW7fu8E7nR8R3CmjfrS0EXFs3Wfe/1llaiQABAgQI1ATc/7wIBAgQIECAAAECVRMQcK3axOyXAAECBAgQIECAAAECBAgQIECAAAECBAgQIECAAAEC3Stwd0QsrT/eihUrYtmyZd17YicjQIAAAQJtErjjjjti+fLlh6++KiJuaFPLXllWwLW1k3b/a62n1QgQIECghwXc/3p4+I5OgAABAgQIEKiwgIBrhYdn6wQIECBAgAABAgQIECBAgAABAgQIECBAgAABAgQIEOhCgR9GxFn151q9enVcf/31XXhURyJAgAABAu0RuOeee2LJkiWHL/5sRJzdno49taqAa+vH7f7XelMrEiBAgECPCbj/9djAHZcAAQIECBAg0EUCAq5dNExHIUCAAAECBAgQIECAAAECBAgQIECAAAECBAgQIECAQBcI9EXE0xExrv4svuTaBZN1BAIECBAoRGCYL3ftj4iZEbGzkE10dxMB19bP1/2v9aZWJECAAIEeEnD/66FhOyoBAgQIECBAoAsFBFy7cKiORIAAAQIECBAgQIAAAQIECBAgQIAAAQIECBAgQIAAgYoLXBgR/3D4GRYtWhRr166NMWP8UXfF52v7BAgQINAGgYGBgVi8eHGsW7duqNU/FBH/2Ia2vbikgGt7pu7+1x5XqxIgQIBAFwu4/3XxcB2NAAECBAgQINBDAv7Ur4eG7agECBAgQIAAAQIECBAgQIAAAQIECBAgQIAAAQIECBCokMBlEbHh8P2efvrpcdddd8WsWbMqdBRbJUCAAAEC7RXYunVrfPKTn4xdu3YN1ejyiHi8vTvoqdUFXNs3bve/9tlamQABAgS6TMD9r8sG6jgECBAgQIAAgR4WEHDt4eE7OgECBAgQIECAAAECBAgQIECAAAECBAgQIECAAAECBEoukH3J67GIGHf4PufNmxe33HJLTJ06teRHsD0CBAgQINA+geeffz6+8pWvxPr164dqsj8iPurLrS33F3BtOWnDgu5/7fW1OgECBAhUXMD9r+IDtH0CBAgQIECAAIEjBARcvRQECBAgQIAAAQIECBAgQIAAAQIECBAgQIAAAQIECBAgUGaBvoh4ICLOGmqTc+bMiQULFsTFF18cY8b4I/AyD9LeCBAgQKA1AgMDA7Fp06Z46KGHor+/f7hFn42IhRGxszVdrVInIODa/tfB/a/9xjoQIECAQIUE3P8qNCxbJUCAAAECBAgQyC3gT/dykykgQIAAAQIECBAgQIAAAQIECBAgQIAAAQIECBAgQIAAgQ4I3B0RS4frO3bs2LjgggtixowZ0dfXF+985zvjlFNOifHjxwu+dmBYWhIgQIBAukAWZNi3b1/86le/ip/+9Kexc+fOeOaZZ2Lbtm1x4MCBozVYFRE3pO/ACsMICLgW92q4/xVnrRMBAgQIlEDA/a8EQ7AFAgQIECBAgACBwgUEXAsn15AAAQIECBAgQIAAAQIECBAgQIAAAQIECBAgQIAAAQIERilwXkT8VUScO8p6ZQQIECBAoJsFvvd//zv5nW4+ZAnOJuBa7BDc/4r11o0AAQIEqiXg/letedktAQIECBAgQIDAEAICrl4LAgQIECBAgAABAgQIECBAgAABAgQIECBAgAABAgQIEKiawGURsUTQtWpjs18CBAgQaJNAFmxYHRGPt2l9yzYKCLh25o1w/+uMu64ECBAgUE4B979yzsWuCBAgQIAAAQIERiEg4DoKNCUECBAgQIAAAQIECBAgQIAAAQIECBAgQIAAAQIECBAgUAqBcyLioxExNyImlmJHNkGAAAECBIoR2B0RmyPisYj4fjEtdfk/AQHXzr4K7n+d9dedAAECBDon4P7XOXudCRAgQIAAAQIE2igg4NpGXEsTIECAAAECBAgQIECAAAECBAgQIECAAAECBAgQIECAQGECfRExIyKmRcTkiHhbRPxeRIyNCH82XtgYNCJAgACBFgoMRMSBiPjfiPhFRPw4Ip6LiGciYmcL+1gqn4CAaz6vdj7t/tdOXWsTIECAQCcE3P86oa4nAQIECBAgQIBARwX8IV5H+TUnQIAAAQIECBAgQIAAAQIECBAgQIAAAQIECBAgQIAAAQIECBAgQIAAgQoJCLhWaFi2SoAAAQIECBAgQIAAAQIECBAgUG4BAddyz8fuCBAgQIAAAQIECBAgQIAAAQIECBAgQIAAAQIECBAgQIAAAQIECBAgQKA8AgKu5ZmFnRAgQIAAAQIECBAgQIAAAQIECFRcQMC14gO0fQIECBAgQIAAAQIECBAgQIAAAQIECBAgQIAAAQIECBAgQIAAAQIECBAoTEDAtTBqjQgQIECAAAECBAgQIECAAAECBLpdQMC12yfsfAQIECBAgAABAgQIECBAgAABAgQIECBAgAABAgQIECBAgAABAgQIECDQKgEB11ZJWocAAQIECBAgQIAAAQIECBAgQKDnBQRce/4VAECAAAECBAgQIECAAAECBAgQIECAAAECBAgQIECAAAECBAgQIECAAAECTQoIuDYJ5TECBAgQIECAAAECBAgQIECAAAECIwkIuI4k5PcECBAgQIAAAQIECBAgQIAAAQIECBAgQIAAAQIECBAgQIAAAQIECBAgQOD/Cwi4ehMIECBAgAABAgQIECBAgAABAgQItEhAwLVFkJYhQIAAAQIECBAgQIAAAQIECBAgQIAAAQIECBAgQIAAAQIECBAgQIAAga4XEHDt+hE7IAECBAgQIECAAAECBAgQIECAQFECAq5FSetDgAABAgQIECBAgAABAgQIECBAgAABAgQInDrs2AAAIABJREFUECBAgAABAgQIECBAgAABAlUXEHCt+gTtnwABAgQIECBAgAABAgQIECBAoDQCAq6lGYWNECBAgAABAgQIECBAgAABAgQIECBAgAABAgQIECBAgAABAgQIECBAgEDJBQRcSz4g2yNAgAABAgQIECBAgAABAgQIEKiOgIBrdWZlpwQIECBAgAABAgQIECBAgAABAgQIECBAgAABAgQIECBAgAABAgQIECDQWQEB1876606AAAECBAgQIECAAAECBAgQINBFAgKuXTRMRyFAgAABAgQIECBAgAABAgQIECBAgAABAgQIECBAgAABAgQIECBAgACBtgoIuLaV1+IECBAgQIAAAQIECBAgQIAAAQK9JCDg2kvTdlYCBAgQIECAAAECBAgQIECAAAECBAgQIECAAAECBAgQIECAAAECBAgQSBEQcE3RU0uAAAECBAgQIECAAAECBAgQIECgTkDA1etAgAABAgQIECBAgAABAgQIECBAgAABAgQIECBAgAABAgQIECBAgAABAgSaExBwbc7JUwQIECBAgAABAgQIECBAgAABAgRGFBBwHZHIAwQIECBAgAABAgQIECBAgAABAgQIECBAgAABAgQIECBAgAABAgQIECBAoCYg4OpFIECAAAECBAgQIECAAAECBAgQINAiAQHXFkFahgABAgQIECBAgAABAgQIECBAgAABAgQIECBAgAABAgQIECBAgAABAgS6XkDAtetH7IAECBAgQIAAAQIECBAgQIAAAQJFCQi4FiWtDwECBAgQIECAAAECBAgQIECAAAECBAgQIECAAAECBAgQIECAAAECBAhUXUDAteoTtH8CBAgQIECAAAECBAgQIECAAIHSCAi4lmYUNkKAAAECBAgQIECAAAECBAgQIECAAAECBAgQIECAAAECBAgQIECAAAECJRcQcC35gGyPAAECBAgQIECAAAECBAgQIECgOgICrtWZlZ0SIECAAAECBAgQIECAAAECBAgQIECAAAECBAgQIECAAAECBAgQIECAQGcFBFw76687AQIECBAgQIAAAQIECBAgQIBAFwkIuHbRMB2FAAECBAgQIECAAAECBAgQIECAAAECBAgQIECAAAECBAgQIECAAAECBNoqIODaVl6LEyBAgAABAgQIECBAgAABAgQI9JKAgGsvTdtZCRAgQIAAAQIECBAgQIAAAQIECBAgQIAAAQIECBAgQIAAAQIECBAgQCBFQMA1RU8tAQIECBAgQIAAAQIECBAgQIAAgToBAVevAwECBAgQIECAAAECBAgQIECAAAECBAgQIECAAAECBAgQIECAAAECBAgQaE5AwLU5J08RIECAAAECBAgQIECAAAECBAgQGFFAwHVEIg8QIECAAAECBAgQIECAAAECBAgQIECAAAECBAgQIECAAAECBAgQIECAAIGagICrF4EAAQIECBAgQIAAAQIECBAgQIBAiwQEXFsEaRkCBAgQIECAAAECBAgQIECAAAECBAgQIECAAAECBAgQIECAAAECBAgQ6HoBAdeuH7EDEiBAgAABAgQIECBAgAABAgQIFCUg4FqUtD4ECBAgQIAAAQIECBAgQIAAAQIECBAgQIAAAQIECBAgQIAAAQIECBAgUHUBAdeqT9D+CRAgQIAAAQIECBAgQIAAAQIESiMg4FqaUdgIAQIECBAgQIAAAQIECBAgQIAAAQIECBAgQIAAAQIECBAgQIAAAQIECJRcQMC15AOyPQIECBAgQIAAAQIECBAgQIAAgeoICLhWZ1Z2SoAAAQIECBAgQIAAAQIECBAgQIAAAQIECBAgQIAAAQIECBAgQIAAAQKdFRBw7ay/7gQIECBAgAABAgQIECBAgAABAl0kIODaRcN0FAIECBAgQIAAAQIECBAgQIAAAQIECBAgQIAAAQIECBAgQIAAAQIECBBoq4CAa1t5LU6AAAECBAgQIECAAAECBAgQINBLAgKuvTRtZyVAgAABAgQIECBAgAABAgQIECBAgAABAgQIECBAgAABAgQIECBAgACBFAEB1xQ9tQQIECBAgAABAgQIECBAgAABAgTqBARcvQ4ECBAgQIAAAQIECBAgQIAAAQIECBAgQIAAAQIECBAgQIAAAQIECBAgQKA5AQHX5pw8RYAAAQIECBAgQIAAAQIECBAgQGBEAQHXEYk8QIAAAQIECBAgQIAAAQIECBAgQIAAAQIECBAgQIAAAQIECBAgQIAAAQIEagICrl4EAgQIECBAgAABAgQIECBAgAABAi0SEHBtEaRlCBAgQIAAAQIECBAgQIAAAQIECBAgQIAAAQIECBAgQIAAAQIECBAgQKDrBQRcu37EDkiAAAECBAgQIECAAAECBAgQIFCUgIBrUdL6ECBAgAABAgQIECBAgAABAgQIECBAgAABAgQIECBAgAABAgQIECBAgEDVBQRcqz5B+ydAgAABAgQIECBAgAABAgQIECiNgIBraUZhIwQIECBAgAABAgQIECBAgAABAgQIECBAgAABAgQIECBAgAABAgQIECBQcgEB15IPyPYIECBAgAABAgQIECBAgAABAgSqIyDgWp1Z2SkBAgQIECBAgAABAgQIECBAgAABAgQIECBAgAABAgQIECBAgAABAgQIdFZAwLWz/roTIECAAAECBAgQIECAAAECBAh0kYCAaxcN01EIECBAgAABAgQIECBAgAABAgQIECBAgAABAgQIECBAgAABAgQIECBAoK0CAq5t5bU4AQIECBAgQIAAAQIECBAgQIBALwkIuPbStJ2VAAECBAgQIECAAAECBAgQIECAAAECBAgQIECAAAECBAgQIECAAAECBFIEBFxT9NQSIECAAAECBAgQIECAAAECBAgQqBMQcPU6ECBAgAABAgQIECBAgAABAgQIECBAgAABAgQIECBAgAABAgQIECBAgACB5gQEXJtz8hQBAgQIECBAgAABAgQIECBAgACBEQUEXEck8gABAgQIECBAgAABAgQIECBAgAABAgQIECBAgAABAgQIECBAgAABAgQIEKgJCLh6EQgQIECAAAECBAgQIECAAAECBAi0SEDAtUWQliFAgAABAgQIECBAgAABAgQIECBAgAABAgQIECBAgAABAgQIECBAgACBrhcQcO36ETsgAQIECBAgQIAAAQIECBAgQIBAUQICrkVJ60OAAAECBAgQIECAAAECBAgQIECAAAECBAgQIECAAAECBAgQIECAAAECVRcQcK36BO2fAAECBAgQIECAAAECBAgQIECgNAICrqUZhY0QIECAAAECBAgQIECAAAECBAgQIECAAAECBAgQIECAAAECBAgQIECAQMkFBFxLPiDbI0CAAAECBAgQIECAAAECBAgQqI6AgGt1ZmWnBAgQIECAAAECBAgQIECAAAECBAgQIECAAAECBAgQIECAAAECBAgQINBZAQHXzvrrToAAAQIECBAgQIAAAQIECBAg0EUCAq5dNExHIUCAAAECBAgQIECAAAECBAgQIECAAAECBAgQIECAAAECBAgQIECAAIG2Cgi4tpXX4gQIECBAgAABAgQIECBAgAABAr0kIODaS9N2VgIECBAgQIAAAQIECBAgQIAAAQIECBAgQIAAAQIECBAgQIAAAQIECBBIERBwTdFTS4AAAQIECBAgQIAAAQIECBAgQKBOQMDV60CAAAECBAgQIECAAAECBAgQIECAAAECBAgQIECAAAECBAgQIECAAAECBJoTEHBtzslTBAgQIECAAAECBAgQIECAAAECBEYUEHAdkcgDBAgQIECAAAECBAgQIECAAAECBAgQIECAAAECBAgQIECAAAECBAgQIECgJiDg6kUgQIAAAQIECBAgQIAAAQIECBAg0CIBAdcWQVqGAAECBAgQIECAAAECBAgQIECAAAECBAgQIECAAAECBAgQIECAAAECBLpeQMC160fsgAQIECBAgAABAgQIECBAgAABAkUJCLgWJa0PAQIECBAgQIAAAQIECBAgQIAAAQIECBAgQIAAAQIECBAgQIAAAQIECFRdQMC16hO0fwIECBAgQIAAAQIECBAgQIAAgdIICLiWZhQ2QoAAAQIECBAgQIAAAQIECBAgQIAAAQIECBAgQIAAAQIECBAgQIAAAQIlFxBwLfmAbI8AAQIECBAgQIAAAQIECBAgQKA6AgKu1ZmVnRIgQIAAAQIECBAgQIAAAQIECBAgQIAAAQIECBAgQIAAAQIECBAgQIBAZwUEXDvrrzsBAgQIECBAgAABAgQIECBAgEAXCQi4dtEwHYUAAQIECBAgQIAAAQIECBAgQIAAAQIECBAgQIAAAQIECBAgQIAAAQIE2iog4NpWXosTIECAAAECBAgQIECAAAECBAj0koCAay9N21kJECBAgAABAgQIECBAgAABAgQIECBAgAABAgQIECBAgAABAgQIECBAIEVAwDVFTy0BAgQIECBAgAABAgQIECBAgACBOgEBV68DAQIECBAgQIAAAQIECBAgQIAAAQIECBAgQIAAAQIECBAgQIAAAQIECBBoTkDAtTknTxEgQIAAAQIECBAgQIAAAQIECBAYUUDAdUQiDxAgQIAAAQIECBAgQIAAAQIECBAgQIAAAQIECBAgQIAAAQIECBAgQIAAgZqAgKsXgQABAgQIECBAgAABAgQIECBAgECLBARcWwRpGQIECBAgQIAAAQIECBAgQIAAAQIECBAgQIAAAQIECBAgQIAAAQIECBDoegEB164fsQMSIECAAAECBAgQIECAAAECBAgUJSDgWpS0PgQIECBAgAABAgQIECBAgAABAgQIECBAgAABAgQIECBAgAABAgQIECBQdQEB16pP0P4JECBAgAABAgQIECBAgAABAgRKIyDgWppR2AgBAgQIECBAgAABAgQIECBAgAABAgQIECBAgAABAgQIECBAgAABAgQIlFxAwLXkA7I9AgQIECBAgAABAgQIECBAgACB6ggIuFZnVnZKgAABAgQIECBAgAABAgQIECBAgAABAgQIECBAgAABAgQIECBAgAABAp0VEHDtrL/uBAgQIECAAAECBAgQIECAAAECXSQg4NpFw3QUAgQIECBAgAABAgQIECBAgAABAgQIECBAgAABAgQIECBAgAABAgQIEGirgIBrW3ktToAAAQIECBAgQIAAAQIECBAg0EsCAq69NG1nJUCAAAECBAgQIECAAAECBAgQIECAAAECBAgQIECAAAECBAgQIECAAIEUAQHXFD21BAgQIECAAAECBAgQIECAAAECBOoEBFy9DgQIECBAgAABAgQIECBAgAABAgQIECBAgAABAgQIECBAgAABAgQIECBAoDkBAdfmnDxFgAABAgQIECBAgAABAgQIECBAYEQBAdcRiTxAgAABAgQIECBAgAABAgQIECBAgAABAgQIECBAgAABAgQIECBAgAABAgRqAgKuXgQCBAgQIECAAAECBAgQIECAAAECLRIQcG0RpGUIECBAgAABAgQIECBAgAABAgQIECBAgAABAgQIECBAgAABAgQIECBAoOsFBFy7fsQOSIAAAQIECBAgQIAAAQIECBAgUJSAgGtR0voQIECAAAECBAgQIECAAAECBAgQIECAAAECBAgQIECAAAECBAgQIECAQNUFBFyrPkH7J0CAAAECBAgQIECAAAECBAgQKI2AgGtpRmEjBAgQIECAAAECBAgQIECAAAECBAgQIECAAAECBAgQIECAAAECBAgQIFByAQHXkg/I9ggQIECAAAECBAgQIECAAAECBKojIOBanVnZKQECBAgQIECAAAECBAgQIECAAAECBAgQIECAAAECBAgQIECAAAECBAh0VkDAtbP+uhMgQIAAAQIECBAgQIAAAQIECHSRgIBrFw3TUQgQIECAAAECBAgQIECAAAECBAgQIECAAAECBAgQIECAAAECBAgQIECgrQICrm3ltTgBAgQIECBAgAABAgQIECBAgEAvCQi49tK0nZUAAQIECBAgQIAAAQIECBAgQIAAAQIECBAgQIAAAQIECBAgQIAAAQIEUgQEXFP01BIgQIAAAQIECBAgQIAAAQIECBCoExBw9ToQIECAAAECBAgQIECAAAECBAgQIECAAAECBAgQIECAAAECBAgQIECAAIHmBARcm3PyFAECBAgQIECAAAECBAgQIECAAIERBQRcRyTyAAECBAgQIECAAAECBAgQIECAAAECBAgQIECAAAECBAgQIECAAAECBAgQqAkIuHoRCBAgQIAAAQIECBAgQIAAAQIECLRIQMC1RZCWIUCAAAECBAgQIECAAAECBAgQIECAAAECBAgQIECAAAECBAgQIECAAIGuFxBw7foROyABAgQIECBAgAABAgQIECBAgEBRAgKuRUnrQ4AAAQIECBAgQIAAAQIECBAgQIAAAQIECBAgQIAAAQIECBAgQIAAAQJVFxBwrfoE7Z8AAQIECBAgQIAAAQIECBAgQKA0AgKupRmFjRAgQIAAAQIECBAgQIAAAQIECBAgQIAAAQIECBAgQIAAAQIECBAgQIBAyQUEXEs+INsjQIAAAQIECBAgQIAAAQIECBCojoCAa3VmZacECBAgQIAAAQIECBAgQIAAAQIECBAgQIAAAQIECBAgQIAAAQIECBAg0FkBAdfO+utOgAABAgQIECBAgAABAgQIECDQRQICrl00TEchQIAAAQIECBAgQIAAAQIECBAgQIAAAQIECBAgQIAAAQIECBAgQIAAgbYKCLi2ldfiBAgQIECAAAECBAgQIECAAAECvSQg4NpL03ZWAgQIECBAgAABAgQIECBAgAABAgQIECBAgAABAgQIECBAgAABAgQIEEgREHBN0VNLgAABAgQIECBAgAABAgQIECBAoE5AwNXrQIAAAQIECBAgQIAAAQIECBAgQIAAAQIECBAgQIAAAQIECBAgQIAAAQIEmhMQcG3OqYin+iJiRkRMi4jJEfG2iPi9iBgbEf5uZBET0IMAAQIEWi0wEBEHIuJ/I+IXEfHjiHguIp6JiJ2tbmY9AgQIECBAgAABAmUQ8C9xyjAFeyBAgAABAgQIECBAgAABAgQIECBAgAABAgQIECBAgAABAgQIECBAgACBKggIuHZ2SudExEcjYm5ETOzsVnQnQIAAAQKFCuyOiM0R8VhEfL/QzpoRIECAAAECBAgQaKOAgGsbcS1NgAABAgQIECBAgAABAgQIECBAgAABAgQIECBAgAABAgQIECBAgAABAl0lIODamXFeFhFLIuLczrTXlQABAgQIlErgexGxOiIeL9WubIYAAQIECBAgQIDAKAQEXEeBpoQAAQIECBAgQIAAAQIECBAgQIAAAQIECBAgQIAAAQIECBAgQIAAAQIEelJAwLXYsZ8XEX8l2Fosum4ECBAgUBmBLOia/e/kdyqzYxslQIAAAQIECBAgcJiAgKtXggABAgQIECBAgAABAgQIECBAgAABAgQIECBAgAABAgQIECBAgAABAgQINCcg4NqcUyueujsilg630NixY+OCCy6IGTNmRF9fX7zzne+MU045JcaPHx9jxvirka0YgDUIECBAoFiBgYGB2LdvX/zqV7+Kn/70p7Fz58545plnYtu2bXHgwIGjbWZVRNxQ7G51I0CAAAECBAgQINAaAf8WpzWOViFAgAABAgQIECBAgAABAgQIECBAgAABAgQIECBAgAABAgQIECBAgACB7hcQcG3/jPsi4oGIOGuoVnPmzIkFCxbExRdfLMja/lnoQIAAAQIlEMiCr5s2bYqHHnoo+vv7h9vRsxGxMCJ2lmDLtkCAAAECBAgQIECgaQEB16apPEiAAAECBAgQIECAAAECBAgQIECAAAECBAgQIECAAAECBAgQIECAAAECPS4g4NreF+DCiHgsIsYd3mbevHlxyy23xNSpU9u7A6sTIECAAIESCzz//PPxla98JdavXz/ULvdHxEcj4h9LfARbI0CAAAECBAgQINAgIODqhSBAgAABAgQIECBAgAABAgQIECBAgAABAgQIECBAgAABAgQIECBAgAABAs0JCLg25zSapy6LiA2HF55++ulx1113xaxZs0azphoCBAgQINCVAlu3bo1PfvKTsWvXrqHOd3lEPN6VB3coAgQIECBAgACBrhMQcO26kToQAQIECBAgQIAAAQIECBAgQIAAAQIECBAgQIAAAQIECBAgQIAAAQIECLRJQMC1PbDZl1v/4fClFy1aFGvXro0xY/xVx/awW5UAAQIEqiwwMDAQixcvjnXr1g11jA/5kmuVp2vvBAgQIECAAIHeEfBvfXpn1k5KgAABAgQIECBAgAABAgQIECBAgAABAgQIECBAgAABAgQIECBAgAABAmkCAq5pfkNV90XE0xExrv6XK1asiGXLlrW+mxUJECBAgECXCdxxxx2xfPnyw0+1PyJmRsTOLjuu4xAgQIAAAQIECHSZgIBrlw3UcQgQIECAAAECBAgQIECAAAECBAgQIECAAAECBAgQIECAAAECBAgQIECgbQICrq2n/WFEnFW/7OrVq+P6669vfScrEiBAgACBLhW45557YsmSJYef7tmIOLtLj+xYBAgQIECAAAECXSIg4Nolg3QMAgQIECBAgAABAgQIECBAgAABAgQIECBAgAABAgQIECBAgAABAgQIEGi7gIBra4nvjoil9Uv6cmtrga1GgAABAr0jMMyXXFdFxA29o+CkBAgQIECAAAECVRMQcK3axOyXAAECBAgQIECAAAECBAgQIECAAAECBAgQIECAAAECBAgQIECAAAECBDolIODaOvnzIuLb9cstWrQo7rvvvtZ1sBIBAgQIEOgxgWuuuSbWrVt3+KnPj4jv9BiF4xIgQIAAAQIECFREQMC1IoOyTQIECBAgQIAAAQIECBAgQIAAAQIECBAgQIAAAQIECBAgQIAAAQIECBDouICAa+tG8N2IOHdwudNPPz1eeOGFGDPGX2tsHbGVCBAgQKDXBAYGBuLMM8+MXbt21R/9exHxvl6zcF4CBAgQIECAAIFqCPg3QdWYk10SIECAAAECBAgQIECAAAECBAgQIECAAAECBAgQIECAAAECBAgQIECAQOcFBFxbM4PLImJD/VJbtmyJWbNmtWZ1qxAgQIAAgR4W2Lp1a8yePftwgcsj4vEeZnF0AgQIECBAgACBkgoIuJZ0MLZFgAABAgQIECBAgAABAgQIECBAgAABAgQIECBAgAABAgQIECBAgAABAqUTEHBtzUgavt46b968eOSRR1qzslUIECBAgACBmD9/fqxfv75ewldcvRcECBAgQIAAAQKlFBBwLeVYbIoAAQIECBAgQIAAAQIECBAgQIAAAQIECBAgQIAAAQIECBAgQIAAAQIESigg4Jo+lHMi4pn6ZZ577rmYOnVq+spWIECAAAECBGoCzz//fEybNu1wjRkR8X1EBAgQIECAAAECBMokIOBapmnYCwECBAgQIECAAAECBAgQIECAAAECBAgQIECAAAECBAgQIECAAAECBAiUWUDANX06d0fE0sFl5syZE5s3b05f1QoECBAgQIBAg8DcuXOjv7+//p+tiogbMBEgQIAAAQIECBAok4CAa5mmYS8ECBAgQIAAAQIECBAgQIAAAQIECBAgQIAAAQIECBAgQIAAAQIECBAgUGYBAdf06fw8IiYOLrNx48a45JJL0le1AgECBAgQINAg8MQTT8Sll15a/892R8TbMREgQIAAAQIECBAok4CAa5mmYS8ECBAgQIAAAQIECBAgQIAAAQIECBAgQIAAAQIECBAgQIAAAQIECBAgUGYBAde06fRFxL8NLjF27NjYt29fjBnjrzKmsaomQIAAAQJHCgwMDMT48ePjwIED9b/844jYyYsAAQIECBAgQIBAWQT8W6GyTMI+CBAgQIAAAQIECBAgQIAAAQIECBAgQIAAAQIECBAgQIAAAQIECBAgQKDsAgKuaRP6i4hYM7jEnDlzYvPmzWkrqiZAgAABAgSGFZg7d2709/fX//66iPg7ZAQIECBAgAABAgTKIiDgWpZJ2AcBAgQIECBAgAABAgQIECBAgAABAgQIECBAgAABAgQIECBAgAABAgQIlF1AwDVtQusi4urBJVasWBHLli1LW1E1AQIECBAgMKzAHXfcEcuXL6///f0RsQgZAQIECBAgQIAAgbIICLiWZRL2QYAAAQIECBAgQIAAAQIECBAgQIAAAQIECBAgQIAAAQIECBAgQIAAAQJlFxBwTZvQdyPi3MEltmzZErNmzUpbUTUBAgQIECAwrMDWrVtj9uzZ9b//XkS8DxkBAgQIECBAgACBsggIuJZlEvZBgAABAgQIECBAgAABAgQIECBAgAABAgQIECBAgAABAgQIECBAgAABAmUXEHBNm9DPI2Li4BI/+clPYtKkSWkrqiZAgAABAgSGFXjppZfitNNOq//97oh4OzICBAgQIECAAAECZREQcC3LJOyDAAECBAgQIECAAAECBAgQIECAAAECBAgQIECAAAECBAgQIECAAAECBMouIOCaNqF9ETFucInXXnstJkyYkLaiagIECBAgQGBYgb1798YJJ5xQ//v9ETEeGQECBAgQIECAAIGyCAi4lmUS9kGAAAECBAgQIECAAAECBAgQIECAAAECBAgQIECAAAECBAgQIECAAAECZRcQcE2b0MGIOPT3Fg8ePBhjxvhrjGmkqgkQIECAwPACAwMDccwxx9Q/MBARDf+AHwECBAgQIECAAIFOCvg3Q53U15sAAQIECBAgQIAAAQIECBAgQIAAAQIECBAgQIAAAQIECBAgQIAAAQIEqiQg4Jo2rSxUc+gnC934IUCAAAECBNorMMT/mYQMQXvJrU6AAAECBAgQIJBDwOU0B5ZHCRAgQIAAAQIECBAgQIAAAQIECBAgQIAAAQIECBAgQIAAAQIECBB+QoZaAAAgAElEQVQgQKCnBQRc08Yv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KBAgX379sXDDz8cr776aoFdW9vqoosuikmTJrV2UatVTkDAtXIjs2ECBAgQIECAQE8JCLj21LgdlgABAgQIECBAgAABAgQIECBAgAABAgQIECBAgAABAgQIECBAgAABAgQSBARcE/AiQsA1zU81AQIFCvzmN7+J+fPnxz/90z8V2LW1rbZv3x4zZ85s7aJWq5yAgGvlRmbDBAgQIECAAIGeEhBw7alxOywBAgQIECBAgAABAgQIECBAgAABAgQIECBAgAABAgQIECBAgAABAgQIJAgIuCbgCbim4akmQKBYAQHXYr11a5+AgGv7bK1MgAABAgQIECCQLiDgmm5oBQIECBAgQIAAAQIECBAgQIAAAQIECBAgQIAAAQIECBAgQIAAAQIECBDoDQEB17Q5+4Jrmp9qAqUXOHjwYPzXf/1XPP3007X/vPjii7Fz5854+eWXD+198uTJMXHixOjr64tzzjknpk2bFn/4h38YxxxzTKnOJ+BaqnHYTIKAgGsCnlICBAgQIECAAIG2Cwi4tp1YAwIECBAgQIAAAQIECBAgQIAAAQIECBAgQIAAAQIECBAgQIAAAQIECBDoEgEB17RBCrim+VW++sc//nFcfvnltcBj/c/DDz8c8+fPb8n5fvnLX8YVV1wR27Zta1hvxowZsX79+lqwst0/r7zySixcuDCefPLJhlYf//jHY/Xq1TFu3LhD//y3v/1t3HTTTbF27drkbQ0GR3/3d383zj777DjrrLNqIdKTTjopee2RFsjCoI8++mjcd9998e///u8jPX7E788444y45ppr4rLLLos/+IM/yF3fjoKhAq5r1qyJKVOmtKNd8pp79+6N22+/PXbs2HFore3bt8fMmTOT17ZAtQUEXKs9P7snQIAAAQIECHS7gIBrt0/Y+QgQIECAAAECBAgQIECAAAECBAgQIECAAAECBAgQIECAAAECBAgQIECgVQICrmmSAq5pfpWvLiLgOjAwECtXroybb775CK9NmzbFRRdd1HbHH/zgB/HhD384srBt/c9Q/VsZcB3uYBdeeGHceOON8f73vz+OO+64lp4/2/+9994bX/7ylxu+0jraJlk493Of+1wt7FofBB7teil1QwVcyxwYrdp+U2ajNp+AgGs+L08TIECAAAECBAgUKyDgWqy3bgQIECBAgAABAgQIECBAgAABAgQIECBAgAABAgQIECBAgAABAgQIECBQXQEB17TZCbim+VW+uoiAa4Y0XMB06dKlceedd8bxxx/fNss333wzvvjFL8Ztt93W0OOCCy6IBx98MN761rc2/PMiAq6DDbOga7a3qVOnxhCBt9wme/bsqX19duPGjblrRyr4wAc+UPva7aRJk0Z6tG2/r1pgtGr7bdvgLHyEgICrl4IAAQIECBAgQKDMAgKuZZ6OvREgQIAAAQIECBAgQIAAAQIECBAgQIAAAQIECBAgQIAAAQIECBAgQIBAmQQEXNOmIeCa5lf56qICrvv3748lS5bE17/+9Qazvr6+2LBhQ0yePLltltlXW6+44orYtm1bQ49bb701vvCFL8Sxxx7b8M+LDLhmjSdMmBC333577QupKUHfX//617F48eLYvHlz2yynT58eX/va12LKlClt63G0hasWGK3afjsy1B5tKuDao4N3bAIECBAgQIBARQQEXCsyKNskQIAAAQIECBAgQIAAAQIECBAgQIAAAQIECBAgQIAAAQIECBAgQIAAgY4LCLimjUDANc2v8tVFBVwzqG984xtx8cUXH2F2//33x8KFC9tm2d/fH3Pnzm1YP/tq6ze/+c1473vfe0TfogOugxv4zGc+E9l/xo0bl9siCxB/6lOfijVr1gxZe8YZZ8Sll14a5513Xpx22mlx4oknxlve8pZDz77xxhvxyiuvxM6dOyPzevTRR+Pll18ecq3Mcu3atXHyySfn3mdqQdUCo1Xbb+p81DcvIODavJUnCRAgQIAAAQIEihcQcC3eXEcCBAgQIECAAAECBAgQIECAAAECBAgQIECAAAECBAgQIECAAAECBAgQqKaAgGva3ARc0/wqX11kwPVnP/tZfOxjH4sdO3Y0uH384x+P1atXjyrYOdIAXn/99Vrwc9WqVU33HC7gmn0ddeXKlfE7v/M7I7Wt/f7gwYPx6quvRhY+3bVrVzz11FO14Oju3buHrV+xYkXcfPPNcdxxxzXVY/Ch7KutCxYsiL179zbUTZw4Mb785S/Xwq15vg6bBTMzs+y8h6+ZNfjrv/7rmuvhX7/NtelRPFy1wGjV9juKkSgZpYCA6yjhlBEgQIAAAQIECBQiIOBaCLMmBAgQIECAAAECBAgQIECAAAECBAgQIECAAAECBAgQIECAAAECBAgQINAFAgKuaUMUcE3zq3x1kQHXN998M774xS/Gbbfd1uA2adKkeOKJJ+LMM89suedw5zvaV2NbFXAd6jDZ2ps2baqFTrO9Hf4zYcKEuPfee2tB4CECcEP6ZF9ezb6A++STTzb8Pgu3/v3f/328//3vH5XrwMBAbNiwIa6//vojvuY6ZcqU2LhxY7z73e8e1dqjLRoqMLpkyZI49dRTR7tkW+uyeT/++OPx4osvHuqzffv2mDlzZlv7Wrz8AgKu5Z+RHRIgQIAAAQIEellAwLWXp+/sBAgQIECAAAECBAgQIECAAAECBAgQIECAAAECBAgQIECAAAECBAgQIJBHQMA1j9aRzwq4pvlVvrrIgGuG9fTTT8fs2bOP+Cro3/7t38ZNN93Ucs8HHnggrr766oZ1p0+fXvuS6jve8Y4h+7Uz4DrY8D/+4z/ihhtuiG9961tH7KGvr6+2vyxE2szPUKajCcoO1SsLuWZfcr3xxhuP+PVXv/rV2syaDeI2c5aRnhkq4DpSTdl+L+Batol0Zj8Crp1x15UAAQIECBAgQKA5AQHX5pw8RYAAAQIECBAgQIAAAQIECBAgQIAAAQIECBAgQIAAAQIECBAgQIAAAQIEBFzT3gEB1zS/ylcXHXAd7mujH/nIRyILo5500kktM927d2/t66MPPfRQw5q33nprfOELX4hjjz12yF5FBFyzxtlXPa+66qrYsWPHEfu4+eab4/bbb4/jjz9+RI+VK1fGX/7lXzY810rP//mf/4lFixZFf39/Q49LLrkksi/hnnjiiSPusVUPCLi2StI6nRYQcO30BPQnQIAAAQIECBA4moCAq/eDAAECBAgQIECAAAECBAgQIECAAAECBAgQIECAAAECBAgQIECAAAECBAg0JyDg2pzTcE8JuKb5Vb666IBrBjbUV1Xf+ta3xje/+c1473vf2zLTH/zgB/HhD384fvnLXx5aM/uy6ZYtW2LmzJnD9ikq4Jpt4Kmnnoorr7wydu/e3bCfZj3eeOONWL58eWQh1/qfLMCb/adVX1ddu3ZtXHvttQ09zjjjjHj88cfjXe96V8tmNtJCAq4jCfl9VQQEXKsyKfskQIAAAQIECPSmgIBrb87dqQkQIECAAAECBAgQIECAAAECBAgQIECAAAECBAgQIECAAAECBAgQIEAgv4CAa36z+goB1zS/yld3IuA6XM/bbrstPvvZz7YklDkwMFALfWZfQq3/aebLpkUGXLN9rlq1Km688cYj3qWRvjSbFQy31y996UuR1bfq59lnn40PfehDDWHhbO3t27cfNSzcqv6D6wwVcF2zZk1MmTKl6VZ79uypvRvZV2knT57cdN1QD2Yh6iykfN1118W4ceOOeCT7inD2Jd76r/QWbZZ0QMVtExBwbRuthQkQIECAAAECBFogIODaAkRLECBAgAABAgQIECBAgAABAgQIECBAgAABAgQIECBAgAABAgQIECBAgEBPCAi4po1ZwDXNr/LVnQi4vv766/GpT32qFuys/7ngggviwQcfjOzrpak/2Vdbr7jiiti2bVvDUvfff38sXLjwqMsXGXDNNjLcXqdPnx6PPvpovOMd7xh2v8Pt9aabbooVK1bEW97yllTKWn32hdl58+bFwYMH44QTToixY8fGtGnTal/Izb7kWtTPUAHXZgOj2d6zr/dmoefsvf/gBz8Y99xzT0ycOHFU26+3f8973hPLli2LCy+8MI4//vhD66Xsd1SbUlQZAQHXyozKRgkQIECAAAECPSkg4NqTY3doAgQIECBAgAABAgQIECBAgAABAgQIECBAgAABAgQIECBAgAABAgQIEBiFgIDrKNDqSgRc0/wqX92JgGuG9u1vfzuyr6lmX7gc/JkwYUI8+eSTcf755ye7DrV+M4HRrHHRAdes59q1a+Paa6894tybN2+OOXPmHNUj+/Lt5z//+YZnzj333Fi/fn2ceuqpyZZlWiAlMJqFhRcvXtzwzs2dO7dmf/LJJ+c+5re+9a245JJLGtbLAr933313vO1tb6utl4VqX3311dp/17/nrQoe5960gtIICLiWZhQ2QoAAAQIECBAgMISAgKvXggABAgQIECBAgAABAgQIECBAgAABAgQIECBAgAABAgQIECBAgAABAgQINCcg4Nqc03BPCbim+VW+ulMB1+G+WvrpT386ssDmscceO2rbN954I5YvXx4rV65sWGPp0qVx5513Nnxhc6gmnQi4vvDCC7Ww5EsvvdSwpWY8+vv7IwtqHv6TfcE1+1rpcccdN2rLshWmBFz3799f+3LwmjVrGo513XXX1d6LcePGNX3cV155pRaW3bhxY0PNQw89FPPnz48hwotNr+3B3hAQcO2NOTslAQIECBAgQKCqAgKuVZ2cfRMgQIAAAQIECBAgQIAAAQIECBAgQIAAAQIECBAgQIAAAQIECBAgQIBA0QICrmniAq5pfpWv7lTAdWBgoBZAzQKY9T8zZsyofXl04sSJo7b92c9+Fh/72Mdix44dh9bI83XYTgRcs698Xn311fHEE080nPuDH/xgZKHJk046aViPoc47+PAtt9xSC3X+/u///qg9y1SYEnDNzvHrX/+6FkzNvoxb/5M3DPzII4/En//5nzesMZqgbJls7aVYAQHXYr11I0CAAAECBAgQyCcg4JrPy9MECBAgQIAAAQIECBAgQIAAAQIECBAgQIAAAQIECBAgQIAAAQIECBAg0LsCAq5psxdwTfOrfHWnAq4Z3I9+9KO49NJL48UXX2xw3LRpU1x00UWjth0qfPiRj3wkHnjggaMGRQcbdiLg+uabb8att94af/M3f9Nw7r6+vtiwYUNMnjx5WI8sLLxq1aq48cYbh3wmCwsvXLiw9oXYbJ1jjjlm1LadLkwNuGb7/+EPf1iz2L1796HjZAHoe++9txaMHunrq3v27IkFCxbEv/zLvxyqnz59enzta1+LKVOmdJpI/4oICLhWZFC2SYAAAQIECBDoUQEB1x4dvGMTIECAAAECBAgQIECAAAECBAgQIECAAAECBAgQIECAAAECBAgQIECAQG4BAdfcZA0FAq5pfpWv7mTAdf/+/bFkyZL4+te/3uC4dOnSuPPOO+P444/P7Tvcml/96lfjpptuGjG8mDXsRMA16/vggw/GlVdeecSZt2/fHjNnzjyqxXBfJj28KAu4ZuHhD3zgAzF16tQ48cQTcxt3sqAVAdcsEPzoo4/GtddeG3v37j10nPe85z3x8MMPx2mnnTbsEbMgcvZufuYznzn0TBaOzb6yO3fu3E7S6F0xAQHXig3MdgkQIECAAAECPSYg4NpjA3dcAgQIECBAgAABAgQIECBAgAABAgQIECBAgAABAgQIECBAgAABAgQIEBi1gIDrqOlqhQKuaX6Vr+5kwDXD+8Y3vhEXX3xxg2MzXy0dDv6FF16ofZ3zpZdeOvRI9lXNjRs3xrvf/e6m5tWpgOs///M/14Knh/889thjcfnll4+49+xLuFdddVXs2LFjxGcHH8hCruecc0786Z/+aZx99tlxyimnlPoLr60IuGZnf/311+Ozn/1sZMHn7OfCCy+Mu+66K971rncd1W6or7/edtttsXz58jjuuOOadvcgAQFX7wABAgQIECBAgECZBQRcyzwdeyNAgAABAgQIECBAgAABAgQIECBAgAABAgQIECBAgAABAgQIECBAgACBMgkIuKZNQ8A1za/y1Z0OuP73f/93zJ8/P/71X/+1wfL++++PhQsX5vLNvsy5cuXKuPnmmxvq8n4RtlMB16effjr+5E/+5IgzZ18VzYya+dm9e3ftS7VPPvlkM48f8Uz2hdfzzz8//uzP/ixmzJgRJ5100qjWaVdRqwKu2f727NkTCxYsiOnTp9e+yJp9ifVoP6+99lp84hOfqH1pd/An+2rr2rX/j727AbKyPO8GfqG+dSJoJLZJTDrF1BpiY12FjlaM8TuBtoKImAiidBSwxcIYDaCGMWjGoAatDGgQnagIfhJd1IHxI8VkNNVWCRaHVJsaMo0fMxltRJiaUfedZ9/svmeXXfY5+zznnOc553dmMpnu3h/X/btuk87O+edeEZ/61KdqdWTrNqmAgGuTNtaxCBAgQIAAAQJNIiDg2iSNdAwCBAgQIECAAAECBAgQIECAAAECBAgQIECAAAECBAgQIECAAAECBAgQqLmAgGs2YgHXbH6ln93ogOuHH34YixYtiuQVzMrP9OnTY9myZTF06NDUxu+8805nKLZ3uLO9vT3Gjx+fep1GBVxfeOGFOO200+KNN97oUes111wTl112Wer6d+zYEbfeemt85zvfibfffjv1vL4GJi+bJuHaJPC63377ZVorj8m7C7j2FxDOY9+81sjyOnFeNVinGAICrsXogyoIECBAgAABAgT6FhBwdTMIECBAgAABAgQIECBAgAABAgQIECBAgAABAgQIECBAgAABAgQIECBAgEA6AQHXdE79jRJwzeZX+tmNDrgmgM8//3ycfvrpPYKdhxxySDz44INx+OGHpzZ+6qmnYuLEibF9+/buOaecckrni5sHHnhg6nUaFXDtrxdXXXVVLFy4MHX9XQOTMOg999zTGXb993//96rnV04YMWJEzJ07N2bOnFlV6DjTpn1MFnDNW9R6jRIQcG2UvH0JECBAgAABAgTSCAi4plEyhgABAgQIECBAgAABAgQIECBAgAABAgQIECBAgAABAgQIECBAgAABAgQIRAi4ZrsFAq7Z/Eo/uwgB1ySQOnv27Fi1alUPzxtuuCEuvvjiVMb9vQS7ZMmSzjX6CJP1u26zBFy7DvjBBx/EK6+8Eo8++mj88Ic/jOeeey6VaV+Djj322Pinf/qnGD16dFWmg96w10QB17wkrdNoAQHXRnfA/gQIECBAgAABArsTEHB1PwgQIECAAAECBAgQIECAAAECBAgQIECAAAECBAgQIECAAAECBAgQIECAQDoBAdd0Tv2NEnDN5lf62UUIuCaIt99+e1xwwQU9PJPXWJOfDx8+fEDn1157Lc4+++we4c3BvAKbbNSogOvPf/7zOOuss3Z5bXWwL7j2h/bOO+/Ev/7rv8bGjRtjw4YNsWnTpgF9Kwckr7km4eOkP9UEh6vapJ/BAq55KFqjCAICrkXoghoIECBAgAABAgT6ExBwdTcIECBAgAABAgQIECBAgAABAgQIECBAgAABAgQIECBAgAABAgQIECBAgEA6AQHXdE79jRJwzeZX+tlFCQ5skIUAACAASURBVLj2FVA98MAD4+GHH46jjjpqQOfkZdJJkyb1GDd9+vRYtmxZDB06dMD5lQMaFXB95pln4ktf+tIutX7/+9+PWbNmVXWGagb/9re/jS1btnSGXR977LFUgdck5HrnnXfG8ccfX81Wmcf2Dri2tbXFfffdFyNHjky9dm/nr371q7F69eo44IADUq/R+5+bwdSRejMDm1JAwLUp2+pQBAgQIECAAIGmERBwbZpWOggBAgQIECBAgAABAgQIECBAgAABAgQIECBAgAABAgQIECBAgAABAgQI1FhAwDUbsIBrNr/Szy5KwPV3v/tdLFiwIG688cYepldffXVcccUVu30pdMeOHXHRRRfFHXfc0WPu2rVr44wzzqi6R0ULuN59990xderUqs8xmAkdHR3x1ltvxRNPPNEZYH3qqaf6XebYY4+NpLaDDjpoMFsNao6A66DYTCqggIBrAZuiJAIECBAgQIAAgW4BAVeXgQABAgQIECBAgAABAgQIECBAgAABAgQIECBAgAABAgQIECBAgAABAgQIpBMQcE3n1N8oAddsfqWfXZSAawKZhCknTpwY27dv73Y95ZRT4q677orkNdf+Pi+//HJMnjw5tm7d2j3khBNO6HyV8zOf+UzVPWpUwDWp95xzztml3scffzxOPfXUqs+RdcJHH30UL774YixatCgeffTRPpe75pprYt68ebHnnntm3S7V/DxeTvWCaypqg2osIOBaY2DLEyBAgAABAgQIZBIQcM3EZzIBAgQIECBAgAABAgQIECBAgAABAgQIECBAgAABAgQIECBAgAABAgQItJCAgGu2Zgu4ZvMr/ewiBVzfeeedOP/88+Ohhx7qdt133307/++TTz65X+vk1ddvfOMbPX6/cOHCuPLKKwcVvGxUwPW73/1uXH755T3OkQR7H3nkkRg9enTD7tr7778fN9xwwy61JQWNGTMm1qxZEyNGjKhLfb3v62D2F3CtS6tsMoCAgKsrQoAAAQIECBAgUGQBAdcid0dtBAgQIECAAAECBAgQIECAAAECBAgQIECAAAECBAgQIECAAAECBAgQIFAkAQHXbN0QcM3mV/rZRQq4Jph9hVUvu+yyuPrqq/sMq/YVik1CoQ8//HAcddRRg+pPIwKu//u//xuXXHJJ3HzzzT1qHkyAc1CHHmBSEnK94oorYsmSJbuMrOcLsy+99FKceeaZ8eqrr3bW8dWvfrXzpd4DDjgg9bEFXFNTGVhDAQHXGuJamgABAgQIECBAILOAgGtmQgsQIECAAAECBAgQIECAAAECBAgQIECAAAECBAgQIECAAAECBAgQIECAQIsICLhma7SAaza/0s8uWsD15ZdfjsmTJ8fWrVu7bXcX8kzCiuPGjYvt27d3j58+fXosW7Yshg4dOqj+NCLg+vrrr8fUqVNj48aNPWqeNm1aLF++PJKXbHt//uVf/iWefvrp+NWvfhX/+Z//GUndw4cPjzvuuKPz3/P+9NWbZI/kddeLL7447+36XK93OPVv/uZvYtWqVVWdd926dTFhwoTu9QcTku39z01bW1vcd999MXLkyLo42KT8AgKu5e+hExAgQIAAAQIEmllAwLWZu+tsBAgQIECAAAECBAgQIECAAAECBAgQIECAAAECBAgQIECAAAECBAgQIJCngIBrNk0B12x+pZ9dtIBr8lLovHnzYunSpT1s165dG2eccUaPn3344YexaNGiztddKz+33XZbnH/++YPuTSMCrn0FdZMD7C48+sQTT8RXvvKVHuccPXp03HvvvfFnf/Zngz5/fxOTEPHs2bM7A6WVn6uuuioWLlyY+359LZiESL/+9a93/2rWrFmdr/5+7GMfS71/8uLrOeec0z1+dyHi/hYVcE3NbWA/AgKurgYBAgQIECBAgECRBQRci9wdtREgQIAAAQIECBAgQIAAAQIECBAgQIAAAQIECBAgQIAAAQIECBAgQIBAkQQEXLN1Q8A1m1/pZxct4JqA/vCHP4xJkyb1sJ0zZ05cd911sffee3f/vK9XT48++ui455574nOf+9yge1PvgGt/Qd3k1db169fHscce2+dZkhdck4Br5eu1ycDHH388Tj311EGfv7+J/bnUM+C6YsWKuPDCC7tLTF6OXbx4cfzBH/xB6vPeddddcd5553WPH0xIVsA1NbeB/QgIuLoaBAgQIECAAAECRRYQcC1yd9RGgAABAgQIECBAgAABAgQIECBAgAABAgQIECBAgAABAgQIECBAgAABAkUSEHDN1g0B12x+pZ9dxIDrG2+8Eeeee248+eST3b5tbW2RvN45cuTI7p/1FYRNXhK98sorY8899xx0b+odcH3ttdfi7LPPjueee65HzRMnTozbb789hg8f3udZtm3bFlOmTIlnn322x+/zMOhrw0YHXDs6Ojpf7E3+1Syfu+++O6ZOndosx3GOKgQEXKvAMpQAAQIECBAgQKDuAgKudSe3IQECBAgQIECAAAECBAgQIECAAAECBAgQIECAAAECBAgQIECAAAECBAiUVEDANVvjBFyz+ZV+dhEDrkmQ8cYbb4xLLrmkh+9tt90W559/fufP3n///Zg3b14sXbq0e0zy4ulDDz0UJ598cqa+1DPgmrzemrxMe/nll+9S85IlSyJ5obSPIFzn2P7q7CsMnAnk95N/85vfxLRp02LDhg09lrv33nvja1/7Wh5b7HaNnTt3xty5cyO5B83yEXBtlk5Wfw4B1+rNzCBAgAABAgQIEKifgIBr/aztRIAAAQIECBAgQIAAAQIECBAgQIAAAQIECBAgQIAAAQIECBAgQIAAAQLlFhBwzdY/AddsfqWfXcSAa4L6/PPPx+mnnx7Ja65dn+nTp8eyZcti6NCh0VfdA714mrZZ9Qy4PvPMM50veCavsVZ+jj766Ljnnnvic5/73G7LXr16dZxzzjm7jLnooos6g7Mf+9jH0h57wHHt7e2dAdft27d3jz3kkEPiwQcfjMMPP3zA+VkHvP76651WGzduzLpUYeYLuBamFXUvRMC17uQ2JECAAAECBAgQqEJAwLUKLEMJECBAgAABAgQIECBAgAABAgQIECBAgAABAgQIECBAgAABAgQIECBAoKUFBFyztV/ANZtf6WcXNeC6Y8eOSEKad9xxR7fxoYceGg888EB88YtfjL6CnZUvvGZpTL0Crr/+9a9j9uzZkQRHe3+uueaazhdq99xzz90eJQkAn3vuufHkk0/2GJe8Zrtw4cLOF2D32muvLBydc99888244IIL4rHHHuuxVmXoOPMmAyzwwgsvxGmnndYj9FzrPWu9voBrrYWLu76Aa3F7ozICBAgQIECAAIEIAVe3gAABAgQIECBAgAABAgQIECBAgAABAgQIECBAgAABAgQIECBAgAABAgQIpBMQcE3n1N8oAddsfqWfXdSAawLbV4g1CQSeccYZncHNFStWdPu3tbXFfffdFyNHjszck3oEXH/+85/H3Llz4/HHH9+l3hNPPDFWrVoVn/3sZwc8S0dHRyTB3pkzZ/Y59tJLL+0Myv7RH/3RgGv1NyAJ4ibeSbi48pOEaJM6J0yYMOi1q5l41113xXnnndc9ZcyYMbFmzZoYMWJE6mX6Csk+/fTT8eUvfzn1GsnA3v/c5Hn/qirE4NIKCLiWtnUKJ0CAAAECBAi0hICAa0u02SEJECBAgAABAgQIECBAgAABAgQIECBAgAABAgQIECBAgAABAgQIECBAIAcBAddsiAKu2fxKP7vIAdfXXnstzj777Hjuuee6nWfNmtX5smvymmjlz+fMmRPXXXdd7L333pl7UsuA67vvvhu33357fOc734m33357l1qTsOadd94Zxx9/fOpzJGv+4z/+YyQB0L4+Seh3/vz5MWnSpNhvv/1Sr5s4rF27trPW5J70/syYMSNuvPHGGDp0aOo1Bzvwd7/7XSxYsKBzv67PtGnTYvny5ZEEbdN+klD0hRde2D38L/7iL+L++++PL3zhC2mX6Bwn4FoVl8F9CAi4uhYECBAgQIAAAQJFFhBwLXJ31EaAAAECBAgQIECAAAECBAgQIECAAAECBAgQIECAAAECBAgQIECAAAECRRIQcM3WDQHXbH6ln13kgOuHH34YixYtiquvvrrbOXm1M3nBNXmZtOuTBBwfeuihOPnkk3PpR14B1w8++CC2b98eb775ZmzatCk2bNgQjz32WJ/B1qTw5Bzf//73O0O9fYTfdnu2rVu3xt/93d/1CP32nvCJT3wiJk+eHH/9138do0aNiv333z+GDRvWPSwJkb7zzjuxefPmePTRR2PdunWxbdu2Pvc9+uij4wc/+EEceuihuZgPtMjrr78eU6dOjY0bN3YPveaaa+Kyyy4baGr373fs2NEZjr7jjju6f3bmmWd2voD78Y9/PPU6yUAB16q4DO5DQMDVtSBAgAABAgQIECiygIBrkbujNgIECBAgQIAAAQIECBAgQIAAAQIECBAgQIAAAQIECBAgQIAAAQIECBAokoCAa7ZuCLhm8yv97P4CrrU42FVXXRULFy6saulnnnkmxo0b1xkU7e8zceLEzldRhw8fXtXa/Q3uL+Cay+L9LJKEW5PAZvK66F577TWorbZs2bLLy7aDWmiASW1tbXHLLbfEMcccU4vl+1zziSeeiK985Ss9fvf444/HqaeemrqG559/Pk4//fR44403uuck4ekrrrii6kCxgGtqdgP7ERBwdTUIECBAgAABAgSKLCDgWuTuqI0AAQIECBAgQIAAAQIECBAgQIAAAQIECBAgQIAAAQIECBAgQIAAAQIEiiQg4JqtGwKu2fxKP7voAdfkRdHzzz+/84XW/j5LliyJiy++uOqQYn/r1TvgOmLEiLj++utj0qRJsccee2S6U8mLq4nF7ryybJCETG+66ab4whe+kGWZqua+//77MW/evFi6dGn3vBNOOCFWr14dn/nMZ1Kt1dcaBx54YDz88MNx1FFHpVqjcpCAa9VkJvQSEHB1JQgQIECAAAECBIosIOBa5O6ojQABAgQIECBAgAABAgQIECBAgAABAgQIECBAgAABAgQIECBAgAABAgSKJCDgmq0bAq7Z/Eo/u+gB1wQ4eZ31ggsu6NP60EMPjQceeCC++MUv5taLegZczz333Fi0aFEcdNBBudWfhDnXrl0byYu5SX/z+HziE5+Ib33rWzFz5swYOnRoHkumXuPll1+OyZMnx9atW7vnJC8BX3nllbHnnnumWudHP/pRnHPOOT1eb50+fXosW7ZsUOcRcE3FbtBuBARcXQ8CBAgQIECAAIEiCwi4Frk7aiNAgAABAgQIECBAgAABAgQIECBAgAABAgQIECBAgAABAgQIECBAgACBIgkIuGbrhoBrNr/Szy5DwLWvgGMX/Jw5c+K6666LvffeO7de1DrgmrzYesYZZ8SMGTM6X0LtI+iWy1l27NgRjzzySOdLp48++uig1hw5cmRnqDUJh37yk58c1BpZJnV0dMSNN94Yl1xySfcy++67b+cLtSeffHKqpd96662YNWtWtLe39xifhICTPgzmI+A6GDVzKgUEXN0HAgQIECBAgACBIgsIuBa5O2ojQIAAAQIECBAgQIAAAQIECBAgQIAAAQIECBAgQIAAAQIECBAgQIAAgSIJlDHgekRE/KwgiAKuBWlEo8ooQ8A1eZF03rx5sXTp0l2YsoQU+zPPM+D6V3/1V3HAAQfEEUccEX/+538eY8aMiT/+4z+Ovfbaq64t/+1vfxtbtmyJ559/Pl566aX47//+73j11Vdj27Zt3XUkr7S2tbVF8iruqFGj4ktf+lIcfPDBda+1Eua1116Ls88+O5577rnuH0+cOLHzVd/hw4cPaPjBBx/EkiVLYsGCBT3GJi/CrlixItUafW0i4DogvQEDCAi4uiIECBAgQIAAAQJFFhBwLXJ31EaAAAECBAgQIECAAAECBAgQIECAAAECBAgQIECAAAECBAgQIECAAAECRRIoY8D12xFxfEQsioiNDcYUcG1wA2xPgEDfAkk4dfHixbFw4cIeA+6+++6YOnXqgGzJ66/33HNPXHjhhbF9+/bu8ckLunfeeWccf3zyH8OD+wi4Ds7NrP8vIODqNhAgQIAAAQIECBRZQMC1yN1RGwECBAgQIECAAAECBAgQIECAAAECBAgQIECAAAECBAgQIECAAAECBAgUSaCMAdf9I+KXEfHx3wdcGxl0FXAt0m1WCwEC3QJPP/10nHfeeT1emR0/fnysXLkyPvnJT+5WKgm3PvTQQ/GNb3yjx/xkUhKaveSSSzK9TCvg6qJmFRBwzSpoPgECBAgQIECAQC0FBFxrqWttAgQIECBAgAABAgQIECBAgAABAgQIECBAgAABAgQIECBAgAABAgQIEGgmgTIGXBP/5BXXKysakbzk2oigq4BrM/3T4CwEmkTgrbfeilmzZkV7e3uPE6V5vXV34dYJEybEihUr4lOf+lQmKQHXTHwmR4SAq2tAgAABAgQIECBQZAEB1yJ3R20ECBAgQIAAAQIECBAgQIAAAQIECBAgQIAAAQIECBAgQIAAAQIECBAgUCSBsgZcK19xrfSsd9BVwLVIt1ktBAjEjh07Yt68eXHzzTf30Jg8eXJnOHX48OH9Kn3wwQexevXqzpdb33777R7jjj766PjBD34Qhx56aGZlAdfMhC2/gIBry18BAAQIECBAgACBQgsIuBa6PYojQIAAAQIECBAgQIAAAQIECBAgQIAAAQIECBAgQIAAAQIECBAgQIAAgQIJlDXgmhD2fsW1krVeQVcB1wJdZqUQIBCRhFSXLFkSCxYs6OY48MADI3m99aSTTuqX6P3334/FixfHt7+d/Edrz08Sbl2+fHmMHj06F2IB11wYW3oRAdeWbr/DEyBAgAABAgQKLyDgWvgWKZAAAQIECBAgQIAAAQIECBAgQIAAAQIECBAgQIAAAQIECBAgQIAAAQIECiJQ5oBrf6+4VtLWOugq4FqQi6wMAgT+v0DvV1wvv/zyWLRoUey11167Zdq2bVvMnj07Hnvsse5xbW1tccstt8QxxxyTG7GAa26ULbuQgGvLtt7BCRAgQIAAAQKlEBBwLUWbFEmAAAECBAgQIECAAAECBAgQIECAAAECBAgQIECAAAECBAgQIECAAAECBRAoc8A14dvdK66VvLUKugq4FuASK4EAgV0Ffv3rX8e0adM6f7Fq1ar47Gc/m4opmZeEXNvb2+PYY4+NpUuXxqhRo1LNTTtIwDWtlHH9CQi4uhsECBAgQIAAAQJFFhBwLXJ31EaAAAECBAgQIECAAAECBAgQIECAAAECBAgQIECAAAECBAgQIECAAAECRRIoe8A1zSuuld55B10FXIt0m9VCgEAPgWeeeSY++uijOO6446qS2bp1a9xwww3xrW99K0aMGFHV3DSD/+u//isuu+yy+J//+Z/O4fvvv39897vfjT/90z9NM90YAiHg6hIQIECAAAECBAgUWUDAtcjdURsBAgQIECBAgAABAgQIECBAgAABAgQIECBAgAABAgQIECBAgAABAgQIFEmg7AHXxDLtK66V7nkFXQVci3Sb1UKAAAECLSEg4NoSbXZIAgQIECBAgEBpBQRcS9s6hRMgQIAAAQIECBAgQIAAAQIECBAgQIAAAQIECBAgQIAAAQIECBAgQIBAnQWaIeBa7SuulcRZg64CrnW+sLYjQIAAAQICru4AAQIECBAgQIBAkQUEXIvcHbURIECAAAECBAgQIECAAAECBAgQIECAAAECBAgQIECAAAECBAgQIECAQJEEmiHgmngO5hXXyj4MNugq4Fqk26wWAgQIEGgJAQHXlmizQxIgQIAAAQIESisg4Fra1imcAAECBAgQIECAAAECBAgQIECAAAECBAgQIECAAAECBAgQIECAAAECBOos0CwB1yyvuFaSVxt0FXCt84W1HQECBAgQEHB1BwgQIECAAAECBIosIOBa5O6ojQABAgQIECBAgAABAgQIECBAgAABAgQIECBAgAABAgQIECBAgAABAgSKJNA74HpuRKwqUoFV1JL1FdfKrdIGXQVcq2iQoQQIECBAIA8BAdc8FK1BgAABAgQIECBQKwEB11rJWpcAAQIECBAgQIAAAQIECBAgQIAAAQIECBAgQIAAAQIECBAgQIAAAQIEmk2gmQKueb3iWtnjgYKuAq7N9k+E8xAgQIBA4QUEXAvfIgUSIECAAAECBFpaQMC1pdvv8AQIECBAgAABAgQIECBAgAABAgQIECBAgAABAgQIECBAgAABAgQIECBQhUDvgOvCiPhOFfOLNjTPV1wrz9Zf0FXAtWg3QD0ECBAg0PQCAq5N32IHJECAAAECBAiUWkDAtdTtUzwBAgQIECBAgAABAgQIECBAgAABAgQIECBAgAABAgQIECBAgAABAgQI1FGgd8B1bUScGxE761hDnlvV4hXXyvp6B10FXPPsnrUIECBAgEAKAQHXFEiGECBAgAABAgQINExAwLVh9DYmQIAAAQIECBAgQIAAAQIECBAgQIAAAQIECBAgQIAAAQIECBAgQIAAgZIJ9A64fhgRP46IbSU7R2W5R0RE8q9afrqCrv9cuUlHR4+8ay33tzYBAgQIEGhZAQHXlm29gxMgQIAAAQIESiEg4FqKNimSAAECBAgQIECAAAECBAgQIECAAAECBAgQIECAAAECBAgQIECAAAECBAog0DvgWoCSyluCgGt5e6dyAgQIECiPgIBreXqlUgIECBAgQIBAKwoIuLZi152ZAAECBAgQIECAAAECBAgQIECAAAECBAgQIECAAAECBAgQIECAAAECBAYj8EZEfHowE83ZVUDA1a0gQIAAAQK1FxBwrb2xHQgQIECAAAECBAYvIOA6eDszCRAgQIAAAQIECBAgQIAAAQIECBAgQIAAAQIECBAgQIAAAQIECBAgQKC1BF6LiIMqjtzRBMevx/cIn46Ib0fEP1d6Cbg2we1xBAIECBAovICAa+FbpEACBAgQIECAQEsL1OMPUy0N7PAECBAgQIAAAQIECBAgQIAAAQIECBAgQIAAAQIECBAgQIAAAQIECBAg0DQCSUDzhIrTnBURPy3x6f5PRGyKiI/X6AxdwdaNv1+/RyBYwLVG6pYlQIAAAQIVAgKurgMBAgQIECBAgECRBQRci9wdtREgQIAAAQIECBAgQIAAAQIECBAgQIAAAQIECBAgQIAAAQIECBAgQIBAkQR6B1xPjIiu8GaR6kxbS/Kq6pVpB1cxrnewtWuqgGsViIYSIECAAIE8BARc81C0BgECBAgQIECAQK0EBFxrJWtdAgQIECBAgAABAgQIECBAgAABAgQIECBAgAABAgQIECBAgAABAgQIEGg2gWYKuO4fEa9FRPLveX36C7Z2rS/gmpe0dQgQIECAQEoBAdeUUIYRIECAAAECBAg0REDAtSHsNiVAgAABAgQIECBAgAABAgQIECBAgAABAgQIECBAgAABAgQIECBAgACBEgo0U8A1z9dbBwq2drVawLWEl17JBAgQIFBuAQHXcvdP9QQIECBAgACBZhcQcG32DjsfAQIECBAgQIAAAQIECBAgQIAAAQIECBAgQIAAAQIECBAgQIAAAQIECOQl0CwB17xeb00bbO3yF3DN6yZahwABAgQIpBQQcE0JZRgBAgQIECBAgEBDBARcG8JuUwIECBAgQIAAAQIECBAgQIAAAQIECBAgQIAAAQIECBAgQIAAAQIECBAooUCzBFyzvt5abbC1q9UCriW89EomQIAAgXILCLiWu3+qJ0CAAAECBAg0u4CAa7N32PkIECBAgAABAgQIECBAgAABAgQIECBAgAABAgQIECBAgAABAgQIECBAIC+BZgi4Znm9dbDB1i5/Ade8bqJ1CBAgQIBASgEB15RQhhEgQIAAAQIECDREQMC1Iew2JUCAAAECBAgQIECAAAECBAgQIECAAAECBAgQIECAAAECBAgQIECAAIESCjRDwHUwr7dmDbZ2tVrAtYSXXskECBAgUG4BAddy90/1BAgQIECAAIFmFxBwbfYOOx8BAgQIECBAgAABAgQIECBAgAABAgQIECBAgAABAgQIECBAgAABAgQI5CVQ9oBrta+35hVs7fIXcM3rJlqHAAECBAikFBBwTQllGAECBAgQIECAQEMEBFwbwm5TAgQIECBAgAABAgQIECBAgAABAgQIECBAgAABAgQIECBAgAABAgQIECihQNkDrmlfb8072NrVagHXEl56JRMgQIBAuQUEXMvdP9UTIECAAAECBJpdQMC12TvsfAQIECBAgAABAgQIECBAgAABAgQIECBAgAABAgQIECBAgAABAgQIECCQl0CZA65pXm+tVbC1y1/ANa+baB0CBAgQIJBSQMA1JZRhBAgQIECAAAECDREQcG0Iu00JECBAgAABAgQIECBAgAABAgQIECBAgAABAgQIECBAgAABAgQIECBAoIQCZQ647u711loHW7taLeBawkuvZAIECBAot4CAa7n7p3oCBAgQIECAQLMLCLg2e4edjwABAgQIECBAgAABAgQIECBAgAABAgQIECBAgAABAgQIECBAgAABAgTyEkgCridWLHZCRGzMa/EartPf6631CrZ2HU3AtYZNtjQBAgQIEOhLQMDVvSBAgAABAgQIECiygIBrkbujNgIECBAgQIAAAQIECBAgQIAAAQIECBAgQIAAAQIECBAgQIAAAQIECBAokkBZA669X2+td7C1q4cCrkW6zWohQIAAgZYQEHBtiTY7JAECBAgQIECgtAICrqVtncIJECBAgAABAgQIECBAgAABAgQIECBAgAABAgQIECBAgAABAgQIECBAoM4CScA1ebW167t3ZXjBtfL11kYFW7va9FGFXXz00UfRR+imzi21HQECBAgQaF6Bjo6O2GOPPSoP0EfVPgAAIABJREFUmPyPTfT4QfOe3skIECBAgAABAgTKICDgWoYuqZEAAQIECBAgQIAAAQIECBAgQIAAAQIECBAgQIAAAQIECBAgQIAAAQIEiiBQxoBr8nprEsRN/n1jgxHfi4ihXTW8++67se+++za4JNsTIECAAIHmFdi+fXvst99+lQfcERHDmvfETkaAAAECBAgQIFA2AQHXsnVMvQQIECBAgAABAgQIECBAgAABAgQIECBAgAABAgQIECBAgAABAgQIECDQKIGugGvX/icWIDQ6kMUREfGzgQbV6fe/jIgRXXu98sorccghh9Rpa9sQIECAAIHWE3j11Vfj85//fOXBt0XEQa0n4cQECBAgQIAAAQJFFRBwLWpn1EWAAAECBAgQIECAAAECBAgQIECAAAECBAgQIECAAAECBAgQIECAAAECRRMoY8C1SIY/jojjugpav359jB07tkj1qYUAAQIECDSVwIYNG2LcuHGVZ/pJRHy5qQ7pMAQIECBAgAABAqUWEHAtdfsUT4AAAQIECBAgQIAAAQIECBAgQIAAAQIECBAgQIAAAQIECBAgQIAAAQJ1FBBwzYa9MiIu6Fpi8eLFMX/+/Gwrmk2AAAECBAj0K3DttdfGggULKn9/W0TMQEaAAAECBAgQIECgKAICrkXphDoIECBAgAABAgQIECBAgAABAgQIECBAgAABAgQIECBAgAABAgQIECBAoOgCAq7ZOvT3EXFz1xLjx4+P9vb2bCuaTYAAAQIECPQrMGHChFi3bl3l7/8hIm5BRoAAAQIECBAgQKAoAgKuRemEOggQIECAAAECBAgQIECAAAECBAgQIECAAAECBAgQIECAAAECBAgQIECg6AICrtk61BYRP+taYp999on33nsvhgzxVcZsrGYTIECAAIFdBTo6OmLYsGGxc+fOyl8eERGbeREgQIAAAQIECBAoioC/ChWlE+ogQIAAAQIECBAgQIAAAQIECBAgQIAAAQIECBAgQIAAAQIECBAgQIAAgaILCLhm79AvI2JE1zIPPPBAnHnmmdlXtQIBAgQIECDQQ+DBBx+MyZMnV/5sW0QchIkAAQIECBAgQIBAkQQEXIvUDbUQIECAAAECBAgQIECAAAECBAgQIECAAAECBAgQIECAAAECBAgQIECAQJEFBFyzd+emiJjTtcz48eOjvb09+6pWIECAAAECBHoITJgwIdatW1f5s6URMRcTAQIECBAgQIAAgSIJCLgWqRtqIUCAAAECBAgQIECAAAECBAgQIECAAAECBAgQIECAAAECBAgQIECAAIEiCwi4Zu/OMRHxbOUyL774Yhx55JHZV7YCAQIECBAg0CmwadOmGDVqVG+NMRHxU0QECBAgQIAAAQIEiiQg4FqkbqiFAAECBAgQIECAAAECBAgQIECAAAECBAgQIECAAAECBAgQIECAAAECBIosUBlwTb5/d0JEbCxywQWt7ccRcVxXbVOmTInVq1cXtFRlESBAgACB8glMnTo11qxZU1n4TyLiy+U7iYoJECBAgAABAgSaXUDAtdk77HwECBAgQIAAAQIECBAgQIAAAQIECBAgQIAAAQIECBAgQIAAAQIECBAgkJeAgGs+kmdFxH2VS61fvz7Gjh2bz+pWIUCAAAECLSywYcOGGDduXG+Br0XE/S3M4ugECBAgQIAAAQIFFRBwLWhjlEWAAAECBAgQIECAAAECBAgQIECAAAECBAgQIECAAAECBAgQIECAAAEChRMQcM2vJT1ecT3ssMPipZdeiiFDfK0xP2IrESBAgECrCXR0dMThhx8eW7ZsqTy611tb7SI4LwECBAgQIECgRAL+ElSiZimVAAECBAgQIECAAAECBAgQIECAAAECBAgQIECAAAECBAgQIECAAAECBBoqIOCaH/9JEfFU5XIzZsyIW2+9Nb8drESAAAECBFpMYObMmbFy5crepz45In7UYhSOS4AAAQIECBAgUBIBAdeSNEqZBAgQIECAAAECBAgQIECAAAECBAgQIECAAAECBAgQIECAAAECBAgQINBwAQHXfFtwU0TMqVxy8eLFMX/+/Hx3sRoBAgQIEGgBgWuvvTYWLFjQ+6RLI2JuCxzfEQkQIECAAAECBEoqIOBa0sYpmwABAgQIECBAgAABAgQIECBAgAABAgQIECBAgAABAgQIECBAgAABAgTqLiDgmj/5v0XE6Mplly1bFrNnz85/JysSIECAAIEmFVi+fHlcdNFFvU/3QkT8ZZMe2bEIECBAgAABAgSaREDAtUka6RgECBAgQIAAAQIECBAgQIAAAQIECBAgQIAAAQIECBAgQIAAAQIECBAgUHMBAdf8idsi4pmIGFq5tJdc84e2IgECBAg0p0A/L7fuiIhjI2Jzc57aqQgQIECAAAECBJpFQMC1WTrpHAQIECBAgAABAgQIECBAgAABAgQIECBAgAABAgQIECBAgAABAgQIECBQawEB19oI/21EPNJ76RkzZsSKFStiyBBfdawNu1UJECBAoMwCHR0dMWvWrFi5cmVfxzgtIh4t8/nUToAAAQIECBAg0BoC/urTGn12SgIECBAgQIAAAQIECBAgQIAAAQIECBAgQIAAAQIECBAgQIAAAQIECBDILlAZcE1WOzEiNmZf1goRcVZE3Ndb4rDDDovrr78+xo4dC4kAAQIECBD4vcCGDRvim9/8ZmzZsqUvk69FxP2wCBAgQIAAAQIECJRBQMC1DF1SIwECBAgQIECAAAECBAgQIECAAAECBAgQIECAAAECBAgQIECAAAECBAgUQUDAtbZdSF5yvTcihvbeZsqUKXHppZfGkUceWdsKrE6AAAECBAossGnTpvje974Xa9as6avKHRHxdS+3FriBSiNAgAABAgQIENhFQMDVpSBAgAABAgQIECBAgAABAgQIECBAgAABAgQIECBAgAABAgQIECBAgAABAukEBFzTOWUZ1RYRt0fE6L4WGT9+fEybNi0mTZoUQ4b4CmQWaHMJECBAoBwCHR0dsXbt2li1alWsW7euv6JfiIjzI2JzOU6lSgIECBAgQIAAAQL/T8Bfd9wEAgQIECBAgAABAgQIECBAgAABAgQIECBAgAABAgQIECBAgAABAgQIECCQTkDANZ1THqNuiog5/S20zz77xCmnnBJjxoyJtra2OPjgg+PTn/50DBs2TPA1D31rECBAgEDdBZIg63vvvRdvvvlm/OIXv4jNmzfHs88+G08++WTs3Llzd/UsjYi5dS/YhgQIECBAgAABAgRyEBBwzQHREgQIECBAgAABAgQIECBAgAABAgQIECBAgAABAgQIECBAgAABAgQIECDQEgICrvVt80kR8e2IOK6+29qNAAECBAiUQuAnv//vyR+VolpFEiBAgAABAgQIEOhDQMDVtSBAgAABAgQIECBAgAABAgQIECBAgAABAgQIECBAgAABAgQIECBAgAABAukEBFzTOeU96qyIuEjQNW9W6xEgQIBASQWSYOuyiLi/pPUrmwABAgQIECBAgEC3gICry0CAAAECBAgQIECAAAECBAgQIECAAAECBAgQIECAAAECBAgQIECAAAECBNIJCLimc6rVqGMi4usRMSEiRtRqE+sSIECAAIECCmyLiPaIuDciflrA+pREgAABAgQIECBAYFACAq6DYjOJAAECBAgQIECAAAECBAgQIECAAAECBAgQIECAAAECBAgQIECAAAECBFpQQMC1OE1vi4gxETEqIkZGxJ9ExB9GxD4R4buRxemTSggQIEAgvUBHROyMiN9ExK8i4j8i4sWIeDYiNqdfxkgCBAgQIECAAAEC5RHwR5zy9EqlBAgQIECAAAECBAgQIECAAAECBAgQIECAAAECBAgQIECAAAECBAgQINBYAQHXxvrbnQABAgQIECBAgAABAgQIECBAoIkEBFybqJmOQoAAAQIECBAgQIAAAQIECBAgQIAAAQIECBAgQIAAAQIECBAgQIAAAQI1FRBwrSmvxQkQIECAAAECBAgQIECAAAECBFpJQMC1lbrtrAQIECBAgAABAgQIECBAgAABAgQIECBAgAABAgQIECBAgAABAgQIECCQRUDANYueuQQIECBAgAABAgQIECBAgAABAgQqBARcXQcCBAgQIECAAAECBAgQIECAAAECBAgQIECAAAECBAgQIECAAAECBAgQIJBOQMA1nZNRBAgQIECAAAECBAgQIECAAAECBAYUEHAdkMgAAgQIECBAgAABAgQIECBAgAABAgQIECBAgAABAgQIECBAgAABAgQIECDQKSDg6iIQIECAAAECBAgQIECAAAECBAgQyElAwDUnSMsQIECAAAECBAgQIECAAAECBAgQIECAAAECBAgQIECAAAECBAgQIECAQNMLCLg2fYsdkAABAgQIECBAgAABAgQIECBAoF4CAq71krYPAQIECBAgQIAAAQIECBAgQIAAAQIECBAgQIAAAQIECBAgQIAAAQIECJRdQMC17B1UPwECBAgQIECAAAECBAgQIECAQGEEBFwL0wqFECBAgAABAgQIECBAgAABAgQIECBAgAABAgQIECBAgAABAgQIECBAgEDBBQRcC94g5REgQIAAAQIECBAgQIAAAQIECJRHQMC1PL1SKQECBAgQIECAAAECBAgQIECAAAECBAgQIECAAAECBAgQIECAAAECBAg0VkDAtbH+didAgAABAgQIECBAgAABAgQIEGgiAQHXJmqmoxAgQIAAAQIECBAgQIAAAQIECBAgQIAAAQIECBAgQIAAAQIECBAgQIBATQUEXGvKa3ECBAgQIECAAAECBAgQIECAAIFWEhBwbaVuOysBAgQIECBAgAABAgQIECBAgAABAgQIECBAgAABAgQIECBAgAABAgQIZBEQcM2iZy4BAgQIECBAgAABAgQIECBAgACBCgEBV9eBAAECBAgQIECAAAECBAgQIECAAAECBAgQIECAAAECBAgQIECAAAECBAikExBwTedkFAECBAgQIECAAAECBAgQIECAAIEBBQRcByQygAABAgQIECBAgAABAgQIECBAgAABAgQIECBAgAABAgQIECBAgAABAgQIdAoIuLoIBAgQIECAAAECBAgQIECAAAECBHISEHDNCdIyBAgQIECAAAECBAgQIECAAAECBAgQIECAAAECBAgQIECAAAECBAgQIND0AgKuTd9iByRAgAABAgQIECBAgAABAgQIEKiXgIBrvaTtQ4AAAQIECBAgQIAAAQIECBAgQIAAAQIECBAgQIAAAQIECBAgQIAAAQJlFxBwLXsH1U+AAAECBAgQIECAAAECBAgQIFAYAQHXwrRCIQQIECBAgAABAgQIECBAgAABAgQIECBAgAABAgQIECBAgAABAgQIECBQcAEB14I3SHkECBAgQIAAAQIECBAgQIAAAQLlERBwLU+vVEqAAAECBAgQIECAAAECBAgQIECAAAECBAgQIECAAAECBAgQIECAAAECjRUQcG2sv90JECBAgAABAgQIECBAgAABAgSaSEDAtYma6SgECBAgQIAAAQIECBAgQIAAAQIECBAgQIAAAQIECBAgQIAAAQIECBAgUFMBAdea8lqcAAECBAgQIECAAAECBAgQIECglQQEXFup285KgAABAgQIECBAgAABAgQIECBAgAABAgQIECBAgAABAgQIECBAgAABAlkEBFyz6JlLgAABAgQIECBAgAABAgQIECBAoEJAwNV1IECAAAECBAgQIECAAAECBAgQIECAAAECBAgQIECAAAECBAgQIECAAAEC6QQEXNM5GUWAAAECBAgQIECAAAECBAgQIEBgQAEB1wGJDCBAgAABAgQIECBAgAABAgQIECBAgAABAgQIECBAgAABAgQIECBAgAABAp0CAq4uAgECBAgQIECAAAECBAgQIECAAIGcBARcc4K0DAECBAgQIECAAAECBAgQIECAAAECBAgQIECAAAECBAgQIECAAAECBAg0vYCAa9O32AEJECBAgAABAgQIECBAgAABAgTqJSDgWi9p+xAgQIAAAQIECBAgQIAAAQIECBAgQIAAAQIECBAgQIAAAQIECBAgQIBA2QUEXMveQfUTIECAAAECBAgQIECAAAECBAgURkDAtTCtUAgBAgQIECBAgAABAgQIECBAgAABAgQIECBAgAABAgQIECBAgAABAgQIFFxAwLXgDVIeAQIECBAgQIAAAQIECBAgQIBAeQQEXMvTK5USIECAAAECBAgQIECAAAECBAgQIECAAAECBAgQIECAAAECBAgQIECAQGMFBFwb6293AgQIECBAgAABAgQIECBAgACBJhIQcG2iZjoKAQIECBAgQIAAAQIECBAgQIAAAQIECBAgQIAAAQIECBAgQIAAAQIECNRUQMC1prwWJ0CAAAECBAgQIECAAAECBAgQaCUBAddW6razEiBAgAABAgQIECBAgAABAgQIECBAgAABAgQIECBAgAABAgQIECBAgEAWAQHXLHrmEiBAgAABAgQIECBAgAABAgQIEKgQEHB1HQgQIECAAAECBAgQIECAAAECBAgQIECAAAECBAgQIECAAAECBAgQIECAQDoBAdd0TkYRIECAAAECBAgQIECAAAECBAgQGFBAwHVAIgMIECBAgAABAgQIECBAgAABAgQIECBAgAABAgQIECBAgAABAgQIECBAgECngICri0CAAAECBAgQIECAAAECBAgQIEAgJwEB15wgLUOAAAECBAgQIECAAAECBAgQIECAAAECBAgQIECAAAECBAgQIECAAAECTS8g4Nr0LXZAAgQIECBAgAABAgQIECBAgACBegkIuNZL2j4ECBAgQIAAAQIECBAgQIAAAQIECBAgQIAAAQIECBAgQIAAAQIECBAgUHYBAdeyd1D9BAgQIECAAAECBAgQIECAAAEChREQcC1MKxRCgAABAgQIECBAgAABAgQIECBAgAABAgQIECBAgAABAgQIECBAgAABAgUXEHAteIOUR4AAAQIECBAgQIAAAQIECBAgUB4BAdfy9EqlBAgQIECAAAECBAgQIECAAAECBAgQIECAAAECBAgQIECAAAECBAgQINBYgcqAa/L9uxMiYmNjS7I7AQIECBAgQIAAAQIECBAgQIAAgXIKCLiWs2+qJkCAAAECBAgQIECAAAECBAgQIECAAAECBAgQIECAAAECBAgQIECAAIH6Cwi41t/cjgQIECBAgAABAgQIECBAgAABAk0qIODapI11LAIECBAgQIAAAQIECBAgQIAAAQIECBAgQIAAAQIECBAgQIAAAQIECBDIXUDANXdSCxIgQIAAAQIECBAgQIAAAQIECLSqgIBrq3beuQkQIECAAAECBAgQIECAAAECBAgQIECAAAECBAgQIECAAAECBAgQIECgWgEB12rFjCdAgAABAgQIECBAgAABAgQIECDQj4CAq6tBgAABAgQIECBAgAABAgQIECBAgAABAgQIECBAgAABAgQIECBAgAABAgTSCQi4pnMyigABAgQIECBAgAABAgQIECBAgMCAAgKuAxIZQIAAAQIECBAgQIAAAQIECBAgQIAAAQIECBAgQIAAAQIECBAgQIAAAQIEOgUEXF0EAgQIECBAgAABAgQIECBAgAABAjkJCLjmBGkZAgQIECBAgAABAgQIECBAgAABAgQIECBAgAABAgQIECBAgAABAgQIEGh6AQHXpm+xAxIgQIAAAQIECBAgQIAAAQIECNRLQMC1XtL2IUCAAAECBAgQIECAAAECBAgQIECAAAECBAgQIECAAAECBAgQIECAAIGyCwi4lr2D6idAgAABAgQIECBAgAABAgQIECiMgIBrYVqhEAIECBAgQIAAAQIECBAgQIAAAQIECBAgQIAAAQIECBAgQIAAAQIECBAouEBlwDUp9cSI2FjwmpVHgAABAgQIECBAgAABAgQIECBAoJACAq6FbIuiCBAgQIAAAQIECBAgQIAAAQIECBAgQIAAAQIECBAgQIAAAQIECBAgQKCAAgKuBWyKkggQIECAAAECBAgQIECAAAECBMopIOBazr6pmgABAgQIECBAgAABAgQIECBAgAABAgQIECBAgAABAgQIECBAgAABAgTqLyDgWn9zOxIgQIAAAQIECBAgQIAAAQIECDSpgIBrkzbWsQgQIECAAAECBAgQIECAAAECBAgQIECAAAECBAgQIECAAAECBAgQIEAgdwEB19xJLUiAAAECBAgQIECAAAECBAgQINCqAgKurdp55yZAgAABAgQIECBAgAABAgQIECBAgAABAgQIECBAgAABAgQIECBAgACBagUEXKsVM54AAQIECBAgQIAAAQIECBAgQIBAPwICrq4GAQIECBAgQIAAAQIECBAgQIAAAQIECBAgQIAAAQIECBAgQIAAAQIECBBIJyDgms7JKAIECBAgQIAAAQIECBAgQIAAAQIDCgi4DkhkAAECBAgQIECAAAECBAgQIECAAAECBAgQIECAAAECBAgQIECAAAECBAgQ6BQQcHURCBAgQIAAAQIECBAgQIAAAQIECOQkIOCaE6RlCBAgQIAAAQIECBAgQIAAAQIECBAgQIAAAQIECBAgQIAAAQIECBAgQKDpBQRcm77FDkiAAAECBAgQIECAAAECBAgQIFAvAQHXeknbhwABAgQIECBAgAABAgQIECBAgAABAgQIECBAgAABAgQIECBAgAABAgTKLlAZcE2+f3dCRGws+6HUT4AAAQIECBAgQIAAAQIECBAgQKARAgKujVC3JwECBAgQIECAAAECBAgQIECAAAECBAgQIECAAAECBAgQIECAAAECBAiUUUDAtYxdUzMBAgQIECBAgAABAgQIECBAgEAhBQRcC9kWRREgQIAAAQIECBAgQIAAAQIECBAgQIAAAQIECBAgQIAAAQIECBAgQIBAAQUEXAvYFCURIECAAAECBAgQIECAAAECBAiUU0DAtZx9UzUBAgQIECBAgAABAgQIECBAgAABAgQIECBAgAABAgQIECBAgAABAgQI1F9AwLX+5nYkQIAAAQIECBAgQIAAAQIECBBoUgEB1yZtrGMRIECAAAECBAgQIECAAAECBAgQIECAAAECBAgQIECAAAECBAgQIECAQO4CAq65k1qQAAECBAgQIECAAAECBAgQIECgVQUEXFu1885NgAABAgQIECBAgAABAgQIECBAgAABAgQIECBAgAABAgQIECBAgAABAtUKCLhWK2Y8AQIECBAgQIAAAQIECBAgQIAAgX4EBFxdDQIECBAgQIAAAQIECBAgQIAAAQIECBAgQIAAAQIECBAgQIAAAQIECBAgkE5AwDWdk1EECBAgQIAAAQIECBAgQIAAAQIEBhQQcB2QyAACBAgQIECAAAECBAgQIECAAAECBAgQIECAAAECBAgQIECAAAECBAgQINApIODqIhAgQIAAAQIECBAgQIAAAQIECBDISUDANSdIyxAgQIAAAQIECBAgQIAAAQIECBAgQIAAAQIECBAgQIAAAQIECBAgQIBA0wtUBlyTw54YERub/tQOSIAAAQIECBAgQIAAAQIECBAgQKAGAgKuNUC1JAECBAgQIECAAAECBAgQIECAAAECBAgQIECAAAECBAgQIECAAAECBAg0pYCAa1O21aEIECBAgAABAgQIECBAgAABAgQaISDg2gh1exIgQIAAAQIECBAgQIAAAQIECBAgQIAAAQIECBAgQIAAAQIECBAgQIBAGQUEXMvYNTUTIECAAAECBAgQIECAAAECBAgUUkDAtZBtURQBAgQIECBAgAABAgQIECBAgAABAgQIECBAgAABAgQIECBAgAABAgQIFFBAwLWATVESAQIECBAgQIAAAQIECBAgQIBAOQUEXMvZN1UTIECAAAECBAgQIECAAAECBAgQIECAAAECBAgQIECAAAECBAgQIECAQP0FBFzrb25HAgQIECBAgAABAgQIECBAgACBJhUQcG3SxjoWAQIECBAgQIAAAQIECBAgQIAAAQIECBAgQIAAAQIECBAgQIAAAQIECOQuIOCaO6kFCRAgQIAAAQIECBAgQIAAAQIEWlVAwLVVO+/cBAgQIECAAAECBAgQIECAAAECBAgQIECAAAECBAgQIECAAAECBAgQIFCtgIBrtWLGEyBAgAABAgQIECBAgAABAgQIEOhHQMDV1SBAgAABAgQIECBAgAABAgQIECBAgAABAgQIECBAgAABAgQIECBAgAABAukEBFzTORlFgAABAgQIECBAgAABAgQIECBAYEABAdcBiQwgQIAAAQIECBAgQIAAAQIECBAgQIAAAQIECBAgQIAAAQIECBAgQIAAAQKdAgKuLgIBAgQIECBAgAABAgQIECBAgACBnAQEXHOCtAwBAgQIECBAgAABAgQIECBAgAABAgQIECBAgAABAgQIECBAgAABAgQINL2AgGvTt9gBCRAgQIAAAQIECBAgQIAAAQIE6iUg4FovafsQIECAAAECBAgQIECAAAECBAgQIECAAAECBAgQIECAAAECBAgQIECAQNkFBFzL3kH1EyBAgAABAgQIECBAgAABAgQIFEZAwLUwrVAIAQIECBAgQIAAAQIECBAgQIAAAQIECBAgQIAAAQIECBAgQIAAAQIECBRcQMC14A1SHgECBAgQIECAAAECBAgQIECAQHkEBFzL0yuVEiBAgAABAgQIECBAgAABAgQIECBAgAABAgQIECBAgAABAgQIECBAgEBjBSoDrsn3706IiI2NLcnuBAgQIECAAAECBAgQIECAAAECBMopIOBazr6pmgABAgQIECBAgAABAgQIECBAgAABAgQIECBAgAABAgQIECBAgAABAgTqLyDgWn9zOxIgQIAAAQIECBAgQIAAAQIECDSpgIBrkzbWsQgQIECAAAECBAgQIECAAAECBAgQIECAAAECBAhasxBSAAAgAElEQVQQIECAAAECBAgQIEAgdwEB19xJLUiAAAECBAgQIECAAAECBAgQINCqAgKurdp55yZAgAABAgQIECBAgAABAgQIECBAgAABAgQIECBAgAABAgQIECBAgACBagUEXKsVM54AAQIECBAgQIAAAQIECBAgQIBAPwICrq4GAQIECBAgQIAAAQIECBAgQIAAAQIECBAgQIAAAQIECBAgQIAAAQIECBBIJ1AZcE1mnBgRG9NNNYoAAQIECBAgQIAAAQIECBAgQIAAgUoBAVf3gQABAgQIECBAgAABAgQIECBAgAABAgQIECBAgAABAgQIECBAgAABAgQIpBMQcE3nZBQBAgQIECBAgAABAgQIECBAgACBAQUEXAckMoAAAQIECBAgQIAAAQIECBAgQIAAAQIECBAgQIAAAQIECBAgQIAAAQIECHQKCLi6CAQIECBAgAABAgQIECBAgAABAgRyEhBwzQnSMgQIECBAgAABAgQIECBAgAABAgQIECBAgAABAgQIECBAgAABAgQIECDQ9AICrk3fYgckQIAAAQIECBAgQIAAAQIECBCol4CAa72k7UOAAAECBAgQIECAAAECBAgQIECAAAECBAgQIECAAAECBAgQIECAAAECZRcQcC1OB9siYkxEjIqIkRHxJxHxhxGxT0T4bmRx+qQSAgQIEEgv0BEROyPiNxHxq4j4j4h4MSKejYjN6ZcxkgABAgQIECBAgEB5BPwRpzy9UikBAgQIECBAgAABAgQIECBAgAABAgQIECBAgAABAgQIECBAgAABAgQINFZAwLWx/sdExNcjYkJEjGhsKXYnQIAAAQJ1FdgWEe0RcW9E/LSuO9uMAAECBAgQIECAQA0FBFxriGtpAgQIECBAgAABAgQIECBAgAABAgQIECBAgAABAgQIECBAgAABAgQIEGgqAQHXxrTzrIi4KCKOa8z2diVAgAABAoUS+ElELIuI+wtVlWIIECBAgAABAgQIDEJAwHUQaKYQIECAAAECBAgQIECAAAECBAgQIECAAAECBAgQIECAAAECBAgQIECAQEsKCLjWt+0nRcS3BVvri243AgQIECiNQBJ0Tf578kelqVihBAgQIECAAAECBHoJCLi6EgQIECBAgAABAgQIECBAgAABAgQIECBAgAABAgQIECBAgAABAgQIECBAIJ2AgGs6pzxG3RQRc/pbaJ999olTTjklxowZE21tbXHwwQfHpz/96Rg2bFgMGeKrkXk0wBoECBAgUF+Bjo6OeO+99+LNN9+MX/ziF7F58+Z49tln48knn4ydO3furpilETG3vtXajQABAgQIECBAgEA+Av6Kk4+jVQgQIECAAAECBAgQIECAAAECBAgQIECAAAECBAgQIECAAAECBAgQIECg+QUEXGvf47aIuD0iRve11fjx42PatGkxadIkQdba98IOBAgQIFAAgST4unbt2li1alWsW7euv4peiIjzI2JzAUpWAgECBAgQIECAAIHUAgKuqakMJECAAAECBAgQIECAAAECBAgQIECAAAECBAgQIECAAAECBAgQIECAAIEWFxBwre0F+NuIuDcihvbeZsqUKXHppZfGkUceWdsKrE6AAAECBAossGnTpvje974Xa9as6avKHRHx9Yh4tMBHUBoBAgQIECBAgACBHgICri4EAQIECBAgQIAAAQIECBAgQIAAAQIECBAgQIAAAQIECBAgQIAAAQIECBBIJyDgms5pMKPOioj7ek887LDD4vrrr4+xY8cOZk1zCBAgQIBAUwps2LAhvvnNb8aWLVv6Ot/XIuL+pjy4QxEgQIAAAQIECDSdgIBr07XUgQgQIECAAAECBAgQIECAAAECBAgQIECAAAECBAgQIECAAAECBAgQIECgRgKVAdfk+3cnRMTGGu3VSssmL7c+0vvAM2bMiBUrVsSQIb7q2EqXwVkJECBAIJ1AR0dHzJo1K1auXNnXhNO85JrO0SgCBAgQIECAAIHGCvirT2P97U6AAAECBAgQIECAAAECBAgQIECAAAECBAgQIECAAAECBAgQIECAAAEC5REQcM2/V20R8UxEDK1cevHixTF//vz8d7MiAQIECBBoMoFrr702FixY0PtUOyLi2IjY3GTHdRwCBAgQIECAAIEmExBwbbKGOg4BAgQIECBAgAABAgQIECBAgAABAgQIECBAgAABAgQIECBAgAABAgQI1ExAwDV/2n+LiNGVyy5btixmz56d/05WJECAAAECTSqwfPnyuOiii3qf7oWI+MsmPbJjESBAgAABAgQINImAgGuTNNIxCBAgQIAAAQIECBAgQIAAAQIECBAgQIAAAQIECBAgQIAAAQIECBAgQKDmAgKu+RLfFBFzKpf0cmu+wFYjQIAAgdYR6Ocl16URMbd1FJyUAAECBAgQIECgbAICrmXrmHoJECBAgAABAgQIECBAgAABAgQIECBAgAABAgQIECBAgAABAgQIECBAoFEClQHXpIYTI2Jjo4op+b4nRcRTlWeYMWNG3HrrrSU/lvIJECBAgEDjBGbOnBkrV67sXcDJEfGjxlVlZwIECBAgQIAAAQL9Cwi4uh0ECBAgQIAAAQIECBAgQIAAAQIECBAgQIAAAQIECBAgQIAAAQIECBAgQCCdgIBrOqc0o34cEcd1DTzssMPipZdeiiFDfK0xDZ4xBAgQIECgL4GOjo44/PDDY8uWLZW//klEfJkYAQIECBAgQIAAgSIK+EtQEbuiJgIECBAgQIAAAQIECBAgQIAAAQIECBAgQIAAAQIECBAgQIAAAQIECBAoooCAaz5dOSsi7qtcav369TF27Nh8VrcKAQIECBBoYYENGzbEuHHjegt8LSLub2EWRydAgAABAgQIECiogIBrQRujLAIECBAgQIAAAQIECBAgQIAAAQIECBAgQIAAAQIECBAgQIAAAQIECBAonICAaz4t6fF665QpU2L16tX5rGwVAgQIECBAIKZOnRpr1qyplPCKq3tBgAABAgQIECBQSAEB10K2RVEECBAgQIAAAQIECBAgQIAAAQIECBAgQIAAAQIECBAgQIAAAQIECBAgUEABAdfsTTkmIp6tXObFF1+MI488MvvKViBAgAABAgQ6BTZt2hSjRo3qrTEmIn6KiAABAgQIECBAgECRBARci9QNtRAgQIAAAQIECBAgQIAAAQIECBAgQIAAAQIECBAgQIAAAQIECBAgQIBAkQUEXLN356aImNO1zPjx46O9vT37qlYgQIAAAQIEeghMmDAh1q1bV/mzpRExFxMBAgQIECBAgACBIgkIuBapG2ohQIAAAQIECBAgQIAAAQIECBAgQIAAAQIECBAgQIAAAQIECBAgQIAAgSILCLhm784vI2JE1zIPPPBAnHnmmdlXtQIBAgQIECDQQ+DBBx+MyZMnV/5sW0QchIkAAQIECBAgQIBAkQQEXIvUDbUQIECAAAECBAgQIECAAAECBAgQIECAAAECBAgQIECAAAECBAgQIECAQJEFBFyzdactIn7WtcQ+++wT7733XgwZ4quM2VjNJkCAAAECuwp0dHTEsGHDYufOnZW/PCIiNvMiQIAAAQIECBAgUBQBfxUqSifUQYAAAQIECBAgQIAAAQIECBAgQIAAAQIECBAgQIAAAQIECBAgQIAAAQJFF6gMuCbfvzshIjYWvegC1ff3EXFzVz3jx4+P9vb2ApWnFAIECBAg0FwCEyZMiHXr1lUe6h8i4pbmOqXTECBAgAABAgQIlFlAwLXM3VM7AQIECBAgQIAAAQIECBAgQIAAAQIECBAgQIAAAQIECBAgQIAAAQIECNRTQMA1m/bKiLiga4nFixfH/Pnzs61oNgECBAgQINCvwLXXXhsLFiyo/P1tETEDGQECBAgQIECAAIGiCAi4FqUT6iBAgAABAgQIECBAgAABAgQIECBAgAABAgQIECBAgAABAgQIECBAgACBogsIuGbr0I8j4riuJdavXx9jx47NtqLZBAgQIECAQL8CGzZsiHHjxlX+/icR8WVkBAgQIECAAAECBIoiIOBalE6ogwABAgQIECBAgAABAgQIECBAgAABAgQIECBAgAABAgQIECBAgAABAgSKLiDgmq1Dv4yIEV1LvPLKK3HIIYdkW9FsAgQIECBAoF+BV199NT7/+c9X/n5bRByEjAABAgQIECBAgEBRBARci9IJdRAgQIAAAQIECBAgQIAAAQIECBAgQIAAAQIECBAgQIAAAQIECBAgQIBA0QUEXLN16L2IGNq1xLvvvhv77rtvthXNJkCAAAECBPoV2L59e+y3336Vv98REcOQESBAgAABAgQIECiKgIBrUTqhDgIECBAgQIAAAQIECBAgQIAAAQIECBAgQIAAAQIECBAgQIAAAQIECBAouoCAa7YOfRQR3d9b/Oijj2LIEF9jzEZqNgECBAgQ6F+go6Mj9thjj8oBHRHR4wf8CBAgQIAAAQIECDRSwF+GGqlvbwIECBAgQIAAAQIECBAgQIAAAQIECBAgQIAAAQIECBAgQIAAAQIECBAok4CAa7ZuJaGa7k8SuvEhQIAAAQIEaivQx/+YhAxBbcmtToAAAQIECBAgUIWA/+e0CixDCRAgQIAAAQIECBAgQIAAAQIECBAgQIAAAQIECBAgQIAAAQIECBAgQKClBQRcs7VfwDWbn9kECBAgQKBqAQHXqslMIECAAAECBAgQqKOAgGsdsW1FgAABAgQIECBAgAABAgQIECBAgAABAgQIECBAgAABAgQIECBAgAABAqUWqAy4Jgc5MSI2lvpE9S1ewLW+3nYjQIAAAQIh4OoSECBAgAABAgQIFFlAwLXI3VEbAQIECBAgQIAAAQIECBAgQIAAAQIECBAgQIAAAQIECBAgQIAAAQIECBRJQMA1WzcEXLP5mU2AAAECBKoWEHCtmswEAgQIECBAgACBOgoIuNYR21YECBAgQIAAAQIECBAgQIAAAQIECBAgQIAAAQIECBAgQIAAAQIECBAgUGoBAdds7RNwzeZnNgECBAgQqFpAwLVqMhMIECBAgAABAgTqKCDgWkdsWxEgQIAAAQIECBAgQIAAAQIECBAgQIAAAQIECBAgQIAAAQIECBAgQIBAqQUEXLO1T8A1m5/ZBAgQIECgagEB16rJTCBAgAABAgQIEKijgIBrHbFtRYAAAQIECBAgQIAAAQIECBAgQIAAAQIECBAgQIAAAQIECBAgQIAAAQKlFhBwzdY+AddsfmYTIECAAIGqBQRcqyYzgQABAgQIECBAoI4CAq51xLYVAQIECBAgQIAAAQIECBAgQIAAAQIECBAgQIAAAQIECBAgQIAAAQIECJRaQMA1W/sEXLP5mU2AAAECBKoWEHCtmswEAgQIECBAgACBOgoIuNYR21YECBAgQIAAAQIECBAgQIAAAQIECBAgQIAAAQIECBAgQIAAAQIECBAgUGoBAdds7RNwzeZnNgECBAgQqFpAwLVqMhMIECBAgAABAgTqKCDgWkdsWxEgQIAAAQIECBAgQIAAAQIECBAgQIAAAQIECBAgQIAAAQIECBAgQIBAqQUEXLO1T8A1m5/ZBAgQIECgagEB16rJ/m979x9kVXkffvzjj8rgStKYTBr+SDRTLcOsFSNtmGJaNWqC08iP+IMABbGAoKIppRKtg4i0ldDojmY1IDAaICJBS0AzUqotGrXVCVGMDlrbMXz/kCSa2rBih05xv3Put3u/u8v+uPeeu/eee89rZzKdwnnO8zyv5+x0JsO7jwEECBAgQIAAAQI1FBC41hDbVAQIECBAgAABAgQIECBAgAABAgQIECBAgAABAgQIECBAgAABAgQIECDQ0ALdA9fk39+dFxG7G3pHtV28wLW23mYjQIAAAQIhcPURECBAgAABAgQIZFlA4Jrl07E2AgQIECBAgAABAgQIECBAgAABAgQIECBAgAABAgQIECBAgAABAgQIEMiSgMA13WkIXNP5GU2AAAECBMoWELiWTWYAAQIECBAgQIBADQUErjXENhUBAgQIECBAgAABAgQIECBAgAABAgQIECBAgAABAgQIECBAgAABAgQINLSAwDXd8Qlc0/kZTYAAAQIEyhYQuJZNZgABAgQIECBAgEANBQSuNcQ2FQECBAgQIECAAAECBAgQIECAAAECBAgQIECAAAECBAgQIECAAAECBAg0tIDANd3xCVzT+RlNgAABAgTKFhC4lk1mAAECBAgQIECAQA0FBK41xDYVAQIECBAgQIAAAQIECBAgQIAAAQIECBAgQIAAAQIECBAgQIAAAQIECDS0gMA13fEJXNP5GU2AAAECBMoWELiWTWYAAQIECBAgQIBADQUErjXENhUBAgQIECBAgAABAgQIECBAgAABAgQIECBAgAABAgQIECBAgAABAgQINLSAwDXd8Qlc0/kZTYAAAQIEyhYQuJZNZgABAgQIECBAgEANBQSuNcQ2FQECBAgQIECAAAECBAgQIECAAAECBAgQIECAAAECBAgQIECAAAECBAg0tIDANd3xCVzT+RlNgAABAgTKFhC4lk1mAAECBAgQIECAQA0FBK41xDYVAQIECBAgQIAAAQIECBAgQIAAAQIECBAgQIAAAQIECBAgQIAAAQIECDS0gMA13fEJXNP5GU2AAAECBMoWELiWTWYAAQIECBAgQIBADQUErjXENhUBAgQIECBAgAABAgQIECBAgAABAgQIECBAgAABAgQIECBAgAABAgQINLRA98A12cj5EbG7oXdU28ULXGvrbTYCBAgQIBACVx8BAQIECBAgQIBAlgUErlk+HWsjQIAAAQIECBAgQIAAAQIECBAgQIAAAQIECBAgQIAAAQIECBAgQIAAgSwJCFzTnYb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3QPXJN/f3deROxu6B3VdvEC19p6m40AAQIECITA1UdAgAABAgQIECCQZQGBa5ZPx9oIECBAgAABAgQIECBAgAABAgQIECBAgAABAgQIECBAgAABAgQIECBAIEsCAtd0pyFwTednNAECFQj8y7/8Szz99NMVjMzGkM985jNx6aWXxgknnJCNBVlFwwkIXBvuyCyYAAECBAgQIJArAYFrro7bZgkQIECAAAECBAgQIECAAAECBAgQIECAAAECBAgQIECAAAECBAgQIEAghYDANQVeRAhc0/kZTYBABQLf+9734k/+5E8qGJmNIfPnz4+2trYYPnx4NhZkFQ0nIHBtuCOzYAIECBAgQIBArgQErrk6bpslQIAAAQIECBAgQIAAAQIECBAgQIAAAQIECBAgQIAAAQIECBAgQIAAgRQCAtcUeALXdHhGEyBQmYDAtTI3o5pHQODaPGdpJwQIECBAgACBZhQQuDbjqdoTAQIECBAgQIAAAQIECBAgQIAAAQIECBAgQIAAAQIECBAgQIAAAQIECAyFQPfANXn/+RGxeygmatJ3usG1SQ/WtghkWUDgmuXTsbZaCAhca6FsDgIECBAgQIAAgUoFBK6VyhlHgAABAgQIECBAgAABAgQIECBAgAABAgQIECBAgAABAgQIECBAgAABAnkTELimO3GBazq/XI8eLFIcM2ZMbNmyJUaNGjVkTk899VRMmTIlOjo6+pxj06ZNMWPGjEHnf+655+ILX/jCUc89++yzcc455ww4/r/+679i0aJFsWbNmkHnKeWBk08+ORK7E088Mc4666wYO3ZsnH322fHpT386jj322FJecdQz/a1x/vz50dbWFsOHD6/ovZUO6v3tTJ48Oa655po44YQTKn3lkI7bvXt3LF++vDhHvdyGdJNeXlMBgWtNuU1GgAABAgQIECBQpoDAtUwwjxMgQIAAAQIECBAgQIAAAQIECBAgQIAAAQIECBAgQIAAAQIECBAgQIBAbgUErumOXuCazi/XowcLXBOcUgPTSiCPHDlSiA5XrFjR7/BS589S4NrfZn73d3+3EIHOmjUrWlpayiLLeuCa9WC097ee9fWW9XF4uC4CAte6sJuUAAECBAgQIECgRAGBa4lQHiNAgAABAgQIECBAgAABAgQIECBAgAABAgQIECBAgAABAgQIECBAgACB3AsIXNN9AgLXdH65Hl1K4DqUIeDbb79duJ01uV2zv59mCly79vj7v//7sXLlyjj//POjj0iuTwqBa7pfVYFrOj+jjxYQuPoqCBAgQIAAAQIEsiwgcM3y6VgbAQIECBAgQIAAAQIECBAgQIAAAQIECBAgQIAAAQIECBAgQIAAAQIECGRJQOCa7jQErun8cj26lMB1zJgxsWXLlhg1alTVrf7hH/4hvvSlLw343mYMXJMNjxgxIlavXh3Tpk0rKXIVuKb7/ASu6fyMPlpA4OqrIECAAAECBAgQyLKAwDXLp2NtBAgQIECAAAECBAgQIECAAAECBAgQIECAAAECBAgQIECAAAECBAgQIJAlAYFrutMQuKbzy/XoUgLXBKjUyLQczCNHjsTSpUvjjjvuGHBYqXM/99xz8YUvfOGodz377LNxzjnnDDhHf/FoOfup5Nkkcn3kkUcGjXyTdwtcKxH+/2MErun8jD5aQODqqyBAgAABAgQIEMiygMA1y6djbQQIECBAgAABAgQIECBAgAABAgQIECBAgAABAgQIECBAgAABAgQIECCQJQGBa7rTELim88v16FID1/nz50dbW1sMHz68al779++P6dOnx/PPPz/gO+sZuFa6787Ozjh48GB0dHTEP/3TP8XatWvjRz/6UZ/7TOLbZI+nnnrqgA4C13SfnsA1nZ/RRwsIXH0VBAgQIECAAAECWRYQuGb5dKyNAAECBAgQIECAAAECBAgQIECAAAECBAgQIECAAAECBAgQIECAAAECBLIkIHBNdxoC13R+uR7dV+Ca3CqahKy//OUvizajR4+OrVu3Rmtra9W8duzYEZMmTRr0fY0YuPbe1OHDh+P++++PW265pRC99v658847Y9GiRdFHMFd8NOuBaxLqTpgwIX7jN35j0DOtxwOvvvpqISTu+qk0Xq7H2s2ZTQGBazbPxaoIECBAgAABAgT+n4DA1ZdAgAABAgQIECBAgAABAgQIECBAgAABAgQIECBAgAABAgQIECBAgAABAgRKExC4lubU31MC13R+uR7dV+B63nnnxWc/+9l44IEHetisW7cu5syZUxWvJPhcsmRJ3HPPPcX3TZ48OQ4cOBAvvPBCjzmaIXBNNvThhx8WbnJdsGDBUYYXXnhhbNiwIUaOHNmvb9YD16p8GDV8icC1hthNOpXAtUkP1rYIECBAgAABAk0iIHBtkoO0DQIECBAgQIAAAQIECBAgQIAAAQIECBAgQIAAAQIECBAgQIAAAQIECBAYcgGBazpigWs6v1yP7itw/fKXvxxJ/HfllVf2uG109uzZ0d7eHi0tLanN3nrrrZg2bVqPmPU73/lO/OAHP4i///u/7/H+Zglck00dPHgwrr/++kLM2vtn165dcdFFF/VrK3BN/dn1eIHAtbqeeXybwDWPp27PBAgQIECAAIHGERC4Ns5ZWSkBAgQIECBAgAABAgQIECBAgAABAgQIECBAgAABAgQIECBAgAABAgQI1FdA4JrOX+Cazi/Xo/sLXO++++74sz/7s9i5c2fRZ/To0bF169ZobW1NbfZ3f/d3cemllxbfM378+MJtrrfccktTB67JhnvvvQvhb/7mb+Lmm2/u11bgmvqz6/ECgWt1PfP4NoFrHk/dngkQIECAAAECjSMgcG2cs7JSAgQIECBAgAChheMAACAASURBVAABAgQIECBAgAABAgQIECBAgAABAgQIECBAgAABAgQIEKivgMA1nb/ANZ1frkf3F7gmt6auXr06li5d2sNn3bp1MWfOnFRmhw8fjiVLlhSC1q6fRYsWxY033hhXXXVV0weu//Zv/xZf+9rXYs+ePT0cBwsusx64Tp48Oa655po44YQTSvo+Pvzww3j00Ufj3XffjXnz5sXxxx9f0ri+Hvrggw/i29/+dpx//vnx+c9/vs/37N69O5YvX178u8G8K16MgbkRELjm5qhtlAABAgQIECDQkAIC14Y8NosmQIAAAQIECBAgQIAAAQIECBAgQIAAAQIECBAgQIAAAQIECBAgQIAAgToIdA9ck39/d15E7K7DOhp1SoFro55cBtbdX+Ca/Pnrr78eF198cXR0dBRXOnv27Ghvb4+WlpaKV//GG2/E1KlTY+/evcV37Nq1K84+++yYMWNG0weuv/rVr/rc52DBZdYD18HW3/2Deeedd+K2226L++67L0aMGBFtbW1x5ZVXVhy5PvPMM4Vo+P333y+8Z/HixXHqqaf2+EZ7f+vlrLfij93AphYQuDb18docAQIECBAgQKDhBQSuDX+ENkCAAAECBAgQIECAAAECBAgQIECAAAECBAgQIECAAAECBAgQIECAAAECNRIQuKaDFrim88v16IEC187Ozpg5c2bs3LmzaDR69OjYunVrtLa2VuzWe87zzjsvkj8bNmyYwLWtLYYPH96nbbMErkncOnfu3NixY0dxn0nkmtwYPG3atOgjGhzwWzt48GBcf/31sWHDhuJzJ598cnzrW9+KWbNmxXHHHVf488Qvuem16ye5MfYjH/lI2fNV/OEb2HQCAtemO1IbIkCAAAECBAg0lYDAtamO02YIECBAgAABAgQIECBAgAABAgQIECBAgAABAgQIECBAgAABAgQIECBAYAgFBK7pcAWu6fxyPXqgwDWJBJObNZPbMLv/rFu3LubMmVORW1+R5tKlS2PZsmXxn//5nwLXHASuyYfz9NNPF25a3b9/f/E7OuWUU+K73/1unHvuuWV9W9u3by+E2N1vGv7jP/7jSL7TT33qU2W9y8MEyhEQuJaj5VkCBAgQIECAAIFaCwhcay1uPgIECBAgQIAAAQIECBAgQIAAAQIECBAgQIAAAQIECBAgQIAAAQIECBBoVAGBa7qTE7im88v16IEC149//OPx4osvxuTJk+PAgQNFp9mzZ0d7e3u0tLSUbffaa6/F5ZdfHvv27SuMTW7u3LZtW1xwwQXxq1/9KheB6+uvvx5XXHFF/PSnP+3hd/PNN8eKFSuKN472xm2WG1yTfSW3A2/evDkWLFjQI0wdN25cPPDAA5HcFFzKzy9/+cuYN29ej9tgKw1lS5nPMwS6CwhcfQ8ECBAgQIAAAQJZFhC4Zvl0rI0AAQIECBAgQIAAAQIECBAgQIAAAQIECBAgQIAAAQIECBAgQIAAAQIEsiTQPXBN1nV+ROzO0gIzvhaBa8YPKMvLGyxwfe+99wq3tSYRatdPEh9u3bo1Wltby97a+vXrY+7cucVxF154YWzYsCFGjhyZm8C1L/MEZPXq1TF//vx+TZspcE02efjw4bjlllvizjvv7LHnSZMmxZo1a+K3fuu3Bvy+kkg2uaX16quv7vHcypUrC7cOH3/88WV/nwYQKEdA4FqOlmcJECBAgAABAgRqLSBwrbW4+QgQIECAAAECBAgQIECAAAECBAgQIECAAAECBAgQIECAAAECBAgQIECgUQUErulOTuCazi/XowcLXJOIsK2trRAMdv9JwsIkfC3n59ChQ7Fw4cJ48MEHi8OSG0uTyDEJxfJwg+vPf/7zQuD7wx/+sAddEvg+9thjMXbs2H5Jmy1wTTb6i1/8ohD1bt++vce+77jjjrjxxhv7vc02efiNN96IqVOnxt69e4tjk9uBkzj2Yx/7WDmfpmcJVCQgcK2IzSACBAgQIECAAIEaCQhcawRtGgIECBAgQIAAAQIECBAgQIAAAQIECBAgQIAAAQIECBAgQIAAAQIECBBoeAGBa7ojFLim88v16MEC1wTnxRdfjMmTJ8eBAweKVrNnz4729vZoaWkp2e+1116LJEDct29fYcyIESPiiSeeiHPOOafwvzd74JoEqqtWrYrbbrvtKLNSPJsxcE0gfvzjH8dll10W+/fvj5NPPjluv/32QgQ8bNiwfr+tvm5/HTNmTGzevDmSG4b9EKiFgMC1FsrmIECAAAECBAgQqFRA4FqpnHEECBAgQIAAAQIECBAgQIAAAQIECBAgQIAAAQIECBAgQIAAAQIECBAgkDcBgWu6Exe4pvPL9ehSAtf33nuvcFvrtm3bilZJRLh169ZobW0t2S+5WXPBggXF56dMmRLr168v3rbZzIHrz372s1i2bFls2LDhKK8k9N24cWNMmjRpQMtmDVyTW4KTG4Hvvffewn/Gjx9fuNF3oJ9du3YVotiOjo7CY4nh6tWrY9q0aYOOLfmD9SCBQQQErj4RAgQIECBAgACBLAsIXLN8OtZGgAABAgQIECBAgAABAgQIECBAgAABAgQIECBAgAABAgQIECBAgAABAlkSELimOw2Bazq/XI8uJXBNAsS2trZYvHhxD6skSkzC11J+khDxuuuuK4ScXT933nlnLFq0qBgkNkvgmngdPHgw/uM//iNefvnlQgj8+OOPF2PM3l4LFy4s3Ow6fPjwASkbJXBNNpGcaxI0Z/knuSl26dKlWV6itWVcQOCa8QOyPAIECBAgQIBAzgUErjn/AGyfAAECBAgQIECAAAECBAgQIECAAAECBAgQIECAAAECBAgQIECAAAECBEoWELiWTNXngwLXdH65Hl1K4JoA7dmzJy655JI4cOBA0Wv27NnR3t4eLS0tgxq+8sorhRs333zzzcKzI0eOjB/84Afx+c9/vjg2i4HroBtL+cC4ceMK0e/pp58+6JsEroMSlfWAwLUsLg/3ISBw9VkQIECAAAECBAhkWUDgmuXTsTYCBAgQIECAAAECBAgQIECAAAECBAgQIECAAAECBAgQIECAAAECBAgQyJKAwDXdaQhc0/nlenSpgeuvf/3rmDt3bjzyyCNFr9GjRxduJ21tbR3UMLkB9s///M+LzyWxa3ID7Ec/+tHin+UtcE3i1sTgjDPOGNQveUDgWhJTyQ8JXEum8mA/AgJXnwYBAgQIECBAgECWBQSuWT4dayNAgAABAgQIECBAgAABAgQIECBAgAABAgQIECBAgAABAgQIECBAgACBLAkIXNOdhsA1nV+uR5cauCZIvSPV5M+SQHPOnDkDGvYVx951112xaNGiHuPyFLjOmjUr/uqv/io+/elPl/z9CVxLpirpQYFrSUweGkBA4OrzIECAAAECBAgQyLKAwDXLp2NtBAgQIECAAAECBAgQIECAAAECBAgQIECAAAECBAgQIECAAAECBAgQIJAlAYFrutMQuKbzy/XocgLXPXv2xCWXXBIHDhwoms2ePTva29ujpaWlX8fe404//fTCTbBnnnlmjzHNHriOGDEipkyZEl//+tfjrLPOimOPPbasby/rgWu5wWhf+9m0aVPMmDGjLJcVK1bErbfeWhxT7jrKmszDBLoJCFx9DgQIECBAgAABAlkWELhm+XSsjQABAgQIECBAgAABAgQIECBAgAABAgQIECBAgAABAgQIECBAgAABAgSyJCBwTXcaAtd0frkeXU7g2tdNrKNHj46tW7dGa2trn46dnZ2Fm18XL15c/PuZM2fGvffeG0nw2f2nmQLXUaNGxSmnnBKnnXZanH322TF27NhI/mz48OEVf28C177pBK4Vf1IGphQQuKYENJwAAQIECBAgQGBIBQSuQ8rr5QQIECBAgAABAgQIECBAgAABAgQIECBAgAABAgQIECBAgAABAgQIECDQRAIC13SHKXBN55fr0eUErgnUmjVrYsGCBT3M1q1bF3PmzOnT8b333iv83bZt24p/39/zWQxc58+fXwh004Sp1frAsha4pg1L3eBarS/De+olIHCtl7x5CRAgQIAAAQIEShEQuJai5BkCBAgQIECAAAECBAgQIECAAAECBAgQIECAAAECBAgQIECAAAECBAgQIBAhcE33FQhc0/nlenS5gesrr7wSl112Wbz55ptFt9mzZ0d7e3u0tLQcZfniiy/G5MmT48CBA4W/G+jGV4HrwJ9i1gPXu+66KxYtWlTy75PAtWQqD2ZUQOCa0YOxLAIECBAgQIAAgYKAwNWHQIAAAQIECBAgQIAAAQIECBAgQIAAAQIECBAgQIAAAQIECBAgQIAAAQIEShMQuJbm1N9TAtd0frkeXW7g2tHREdddd11s3Lix6NZftNrZ2Rl//dd/HUuXLi0+O1AMK3Ad+FPMUuB65MiRwrnecccdxUVv2rQpZsyYUfLvk8C1ZCoPZlRA4JrRg7EsAgQIECBAgACBgoDA1YdAgAABAgQIECBAgAABAgQIECBAgAABAgQIECBAgAABAgQIECBAgAABAgRKExC4lubU31MC13R+uR5dbuCaYK1ZsyYWLFjQw23dunUxZ86cHn/27rvvxsyZM2Pnzp3FPx8oghS4DvwpZilw7WstDz/8cEydOrXk36df//rXMXfu3HjkkUdK+j76e/GKFSvi1ltvLf717bff3iOqLnlBHiRQpoDAtUwwjxMgQIAAAQIECNRUQOBaU26TESBAgAABAgQIECBAgAABAgQIECBAgAABAgQIECBAgAABAgQIECBAgEADCwhc0x2ewDWdX65HVxK4vvLKK3HZZZfFm2++WbTr62bW5557Li6++OJIbn1NfsaMGRNbtmyJUaNG9WkucB34U8xS4Pree+8V4uUf/vCHxUU/++yzcc4555T8+9TXee/atSsuuuiikt+RPChwLYvLw1UUELhWEdOrCBAgQIAAAQIEqi4gcK06qRcSIECAAAECBAgQIECAAAECBAgQIECAAAECBAgQIECAAAECBAgQIECAQJMKCFzTHazANZ1frkdXErgeOnQoFi5cGA8++GDRbvTo0bF169ZobW0t/NmRI0di+fLlhfiw6+eGG26IVatWxbBhw/o0F7gO/ClmKXB9++23Y8aMGbF79+7CokeOHBmPPfZYjB07tuTfp3feeSemT58eTz75ZHFMuZFsMlDgWjK5B6ssIHCtMqjXESBAgAABAgQIVFVA4FpVTi8jQIAAAQIECBAgQIAAAQIECBAgQIAAAQIECBAgQIAAAQIECBAgQIAAgSYWELimO1yBazq/XI+uJHBNwNavXx9z587tYbdp06ZC9Jj8HDhwIGbNmtUjXnz00Ufjq1/9ar/eAteBP8UsBa6vv/56XHHFFfHTn/60KX5/vvzlL0fyu/Dxj3+8KfZjE7URELjWxtksBAgQIECAAAEClQkIXCtzM4oAAQIECBAgQIAAAQIECBAgQIAAAQIECBAgQIAAAQIECBAgQIAAAQIE8icgcE135gLXdH65Hl1p4Praa6/F5ZdfHvv27Sv6zZ8/P9ra2mL48OHx1FNPxZQpU6Kjo6Pw9+PGjYvNmzfHZz/72X69Ba4Df4pZClyfeeaZOPfcc5vmd0fg2jRHWdONCFxrym0yAgQIECBAgACBMgUErmWCeZwAAQIECBAgQIAAAQIECBAgQIAAAQIECBAgQIAAAQIECBAgQIAAAQIEcisgcE139ALXdH65Hl1p4Hro0KFYuHBhPPjgg0W/MWPGxJYtW+K0006L5cuXx4oVK4p/d8MNN8SqVati2LBh/XoLXAf+FLMUuK5ZsyYWLFjQNL87AtemOcqabkTgWlNukxEgQIAAAQIECJQpIHAtE8zjBAgQIECAAAECBAgQIECAAAECBAgQIECAAAECBAgQIECAAAECBAgQIJBbAYFruqMXuKbzy/XoSgPXBG39+vUxd+7cHn6bNm2KL37xizFr1qx48skni3+3ffv2mDhx4oDWAteBP8WsBK7//d//HTfddFPhtt5m+RG4NstJ1nYfAtfaepuNAAECBAgQIECgPAGBa3leniZAgAABAgQIECBAgAABAgQIECBAgAABAgQIECBAgAABAgQIECBAgACB/AoIXNOdvcA1nV+uR6cJXF977bW4/PLLY9++fUXD5KbWL33pSzFt2rTo6Ogo/Pn48ePjoYceilNOOWVAa4HrwJ9iVgLXd955J6ZPn94jYL7rrrti0aJFJf8u9RXJJrH03XffHSeeeGLJ70keTG4KvvXWW4tjbr/99li6dGlZ7/AwgUoEBK6VqBlDgAABAgQIECBQKwGBa62kzUOAAAECBAgQIECAAAECBAgQIECAAAECBAgQIECAAAECBAgQIECAAAECjS4gcE13ggLXdH65Hp0mcO0ruBw3blwhZP3+979fdL355psLEeJxxx03oLXAdeBPMSuB6549e+KSSy6JAwcOFBe8a9euuOiii0r+XXr77bdjxowZsXv37uKYZcuWRfKfPqLBAd8rcC2Z3YNVFhC4VhnU6wgQIECAAAECBKoqIHCtKqeXESBAgAABAgQIECBAgAABAgQIECBAgAABAgQIECBAgAABAgQIECBAgEATCwhc0x2uwDWdX65HpwlcE7i+xvcGLTV+FLgO/ClmJXBds2ZNLFiwoLjYsWPHxsMPPxynnXZayb9LTz31VEyZMqV4y28ycPv27TFx4sSS39H1oMC1bDIDqiQgcK0SpNcQIECAAAECBAgMiYDAdUhYvZQAAQIECBAgQIAAAQIECBAgQIAAAQIECBAgQIAAAQIECBAgQIAAAQIEmlBA4JruUAWu6fxyPTpt4PrGG2/E1KlTY+/evX06XnjhhbFhw4YYOXLkoM4C14GJshC4dnR0xHXXXRcbN24sLnbmzJlx7733xogRIwY94+SBw4cPx5IlS+Kee+4pPj9mzJjYsmVLjBo1qqR3dH9I4Fo2mQFVEhC4VgnSawgQIECAAAECBIZEQOA6JKxeSoAAAQIECBAgQIAAAQIECBAgQIAAAQIECBAgQIAAAQIECBAgQIAAAQJNKCBwTXeoAtd0frkenTZw7S+67EJdunRpLFu2LI477rhBnQWuAxNlIXB98cUXY/LkyXHgwIHiYlevXh3z588f9Hy7HujrHTfccEOsWrUqhg0bVvJ7uh4UuJZNZkCVBASuVYL0GgIECBAgQIAAgSERELgOCauXEiBAgAABAgQIECBAgAABAgQIECBAgAABAgQIECBAgAABAgQIECBAgEATCghc0x2qwDWdX65Hpw1cE7y+3pH8eXKj57Zt2+KCCy4oyVjgOjBTvQPXI0eOxPLlyyMJSrt+Ro8eHVu3bo3W1taSzvjQoUOxaNGiWLt2bfH5cr+T3hMJXEui99AQCAhchwDVKwkQIECAAAECBKomIHCtGqUXESBAgAABAgQIECBAgAABAgQIECBAgAABAgQIECBAgAABAgQIECBAgECTCwhc0x2wwDWdX65HVyNwfeutt2LatGnxwgsv9LCcMGFCbNy4MT7xiU+UZCxwHZip3oFrX+c8e/bsaG9vj5aWlkHPuLOzMzZv3hwLFiyIjo6O4vNTpkyJ9evXx8c+9rFB39HXAwLXitgMqoKAwLUKiF5BgAABAgQIECAwZAIC1yGj9WICBAgQIECAAAECBAgQIECAAAECBAgQIECAAAECBAgQIECAAAECBAgQaDKBRgxcz4qIlzNyDgLXjBxEIy6jGoHr4cOHY8mSJXHPPff0IEjCw1tuuSX6iMD6pBK4DvwF1TNwTeLUtra2WLx4cY9FPvroo/HVr361pE9/3759cdVVV/UIoZPbW5MIetKkSSW9o6+HBK4V0xmYUkDgmhLQcAIECBAgQIAAgSEVELgOKa+XEyBAgAABAgQIECBAgAABAgQIECBAgAABAgQIECBAgAABAgQIECBAgEATCTRi4HpbRJwbEcsjYnedz0LgWucDMD2BZhdI4tTklt69e/cWtzpx4sRYu3ZtfPKTnxx0+7/4xS9i/vz5sX379h7PXnvttbFq1aqSboDtbxKB66D8HhgiAYHrEMF6LQECBAgQIECAQFUEBK5VYfQSAgQIECBAgAABAgQIECBAgAABAgQIECBAgAABAgQIECBAgAABAgQIEMiBQCMGrr8ZET+LiI/+b+Baz9BV4JqDXxJbJFAvgUOHDhVu6L3vvvt6LGHTpk0xY8aMQZf1zjvvFG5+TW5q7f4zbty4eOCBB2L06NGDvmOgBwSuqfgMTiEgcE2BZygBAgQIECBAgMCQCwhch5zYBAQIECBAgAABAgQIECBAgAABAgQIECBAgAABAgQIECBAgAABAgQIECDQJAKNGLgm9Mktrsu6nUFyk2s9QleBa5P8ItgGgawJdHZ2xubNm2PBggXR0dFRXF6pt7f2F7eOGDEiVq9eXbgVto9IsCwGgWtZXB6uooDAtYqYXkWAAAECBAgQIFB1AYFr1Um9kAABAgQIECBAgAABAgQIECBAgAABAgQIECBAgAABAgQIECBAgAABAgSaVKBRA9fut7h2P5pah64C1yb9xbAtAvUWePrpp+PKK6+M/fv3F5eSxKnJbayTJk0acHnJmEWLFsW2bduOem7lypWFW12PP/741FsUuKYm9IIKBQSuFcIZRoAAAQIECBAgUBMBgWtNmE1CgAABAgQIECBAgAABAgQIECBAgAABAgQIECBAgAABAgQIECBAgAABAk0g0KiBa0Lf+xbX7sdRq9BV4NoEvwS2QCCLAvv27YurrroqXnjhheLy5s2bF21tbdHS0tLvkl9++eX40z/903jppZeOeua2226LJUuWxPDhw6uyZYFrVRi9pAIBgWsFaIYQIECAAAECBAjUTEDgWjNqExEgQIAAAQIECBAgQIAAAQIECBAgQIAAAQIECBAgQIAAAQIECBAgQIBAgws0cuDa3y2u3Y9kqENXgWuD/wJYPoEsC3S/xXX06NHx8MMPx5lnnjngkv/nf/4nvvvd7xZucO3o6Cg++5d/+ZeR/GegOLZcC4FruWKer5aAwLVakt5DgAABAgQIECAwFAIC16FQ9U4CBAgQIECAAAECBAgQIECAAAECBAgQIECAAAECBAgQIECAAAECBAgQaEaBRg5ck/MY6BbX7uc1VKGrwLUZfyvsiUBGBDo7O2PdunVx9dVXx/333x9z586NPsK+o1b74YcfxkMPPRTXXntt4e+SW1sXL15ctZtbuyYUuGbkQ8nhMgSuOTx0WyZAgAABAgQINJCAwLWBDstSCRAgQIAAAQIECBAgQIAAAQIECBAgQIAAAQIECBAgQIAAAQIECBAgQKCuAo0euJZyi2t34GqHrgLXun6+JifQ/AKHDh2KzZs3x7Rp08q6fTW5ybWtrS0++clPxowZM+L444+vOta3v/3tePzxx4vv/cpXvhLXX3991efxQgK9BQSuvgkCBAgQIECAAIEsCwhcs3w61kaAAAECBAgQIECAAAECBAgQIECAAAECBAgQIECAAAECBAgQIECAAAECWRJo9MA1sSz1Ftfu7tUKXQWuWfqarYUAAQIEciEgcM3FMdskAQIECBAgQKBhBQSuDXt0Fk6AAAECBAgQIECAAAECBAgQIECAAAECBAgQIECAAAECBAgQIECAAAECNRZohsC13FtcuxOnDV0FrjX+YE1HgAABAgQErr4BAgQIECBAgACBLAsIXLN8OtZGgAABAgQIECBAgAABAgQIECBAgAABAgQIECBAgAABAgQIECBAgAABAlkSaIbANfGs5BbX7udQaegqcM3S12wtBAgQIJALAYFrLo7ZJgkQIECAAAECDSsgcG3Yo7NwAgQIECBAgAABAgQIECBAgAABAgQIECBAgAABAgQIECBAgAABAgQIEKixQLMErmluce1OXm7oKnCt8QdrOgIECBAgIHD1DRAgQIAAAQIECGRZQOCa5dOxNgIECBAgQIAAAQIECBAgQIAAAQIECBAgQIAAAQIECBAgQIAAAQIECBDIkkCzBK6JadpbXLufS6mhq8A1S1+ztRAgQIBALgQErrk4ZpskQIAAAQIECDSsgMC1YY/OwgkQIECAAAECBAgQIECAAAECBAgQIECAAAECBAgQIECAAAECBAgQIECgxgLNFLhW6xbX7kcwWOgqcK3xB2s6AgQIECAgcPUNECBAgAABAgQIZFlA4Jrl07E2AgQIECBAgAABAgQIECBAgAABAgQIECBAgAABAgQIECBAgAABAgQIEMiSQDMFrolrNW9x7X5O/YWuAtcsfc3WQoAAAQK5EBC45uKYbZIAAQIECBAg0LACAteGPToLJ0CAAAECBAgQIECAAAECBAgQIECAAAECBAgQIECAAAECBAgQIECAAIEaCzRb4DoUt7h2P5LeoavAtcYfrOkIECBAgIDA1TdAgAABAgQIECCQZQGBa5ZPx9oIECBAgAABAgQIECBAgAABAgQIECBAgAABAgQIECBAgAABAgQIECBAIEsCvQPXLK0ty2vpCl0Tv+JPZ2eP3jXL67c2AgQIECDQsAIC14Y9OgsnQIAAAQIECORCQOCai2O2SQIECBAgQIAAAQIECBAgQIAAAQIECBAgQIAAAQIECBAgQIAAAQIECBCogoDAtQqIXa8QuFYR06sIECBAgEA/AgJXnwYBAgQIECBAgECWBQSuWT4dayNAgAABAgQIECBAgAABAgQIECBAgAABAgQIECBAgAABAgQIECBAgACBLAkIXKt4GgLXKmJ6FQECBAgQ6EdA4OrTIECAAAECBAgQyLKAwDXLp2NtBAgQIECAAAECBAgQIECAAAECBAgQIECAAAECBAgQIECAAAECBAgQIJAlAYFrZafxdETcFhGJX/FH4FoZplEECBAgQKAcAYFrOVqeJUCAAAECBAgQqLWAwLXW4uYjQIAAAQIECBAgQIAAAQIECBAgQIAAnC2l1wAAGwJJREFUAQIECBAgQIAAAQIECBAgQIAAAQLZEPjNiHgrIpL/ORQ/XWHr7v99eWf3SQSuQ0HunQQIECBAoKeAwNUXQYAAAQIECBAgkGUBgWuWT8faCBAgQIAAAQIECBAgQIAAAQIECBAgQIAAAQIECBAgQIAAAQIECBAgQIDA0Akkt6ouG4LX9w5bu6YQuA4BtlcSIECAAIGBBASuvg8CBAgQIECAAIEsCwhcs3w61kaAAAECBAgQIECAAAECBAgQIECAAAECBAgQIECAAAECBAgQIECAAAECBIZGYChub+0vbO3agcB1aM7SWwkQIECAQL8CAlcfBwECBAgQIECAQJYFBK5ZPh1rI0CAAAECBAgQIECAAAECBAgQIECAAAECBAgQIECAAAECBAgQIECAAAECQyNQzdtbBwtbu3YgcB2as/RWAgQIECDQr4DA1cdBgAABAgQIECCQZQGBa5ZPx9oIECBAgAABAgQIECBAgAABAgQIECBAgAABAgQIECBAgAABAgQIECBAgED1Bap1e2upYWvXDgSu1T9LbyRAgAABAgMKCFx9IAQIECBAgAABAlkWELhm+XSsjQABAgQIECBAgAABAgQIECBAgAABAgQIECBAgAABAgQIECBAgAABAgQIVF8g7e2t5YatXTsQuFb/LL2RAAECBAgMKCBw9YEQIECAAAECBAhkWUDgmuXTsTYCBAgQIECAAAECBAgQIECAAAECBAgQIECAAAECBAgQIECAAAECBAgQIFBdgTS3t1YatnbtQOBa3bP0NgIECBAgMKiAwHVQIg8QIECAAAECBAjUUUDgWkd8UxMgQIAAAQIECBAgQIAAAQIECBAgQIAAAQIECBAgQIAAAQIECBAgQIAAgRoLVHJ7a9qwtWuLAtcaH7bpCBAgQICAwNU3QIAAAQIECBAgkGUBgWuWT8faCBAgQIAAAQIECBAgQIAAAQIECBAgQIAAAQIECBAgQIAAAQIECBAgQIBA9QTKvb21WmFr1w4ErtU7S28iQIAAAQIlCQhcS2LyEAECBAgQIECAQJ0EBK51gjctAQIECBAgQIAAAQIECBAgQIAAAQIECBAgQIAAAQIECBAgQIAAAQIECBCosUCpt7dWO2zt2qbAtcYHbjoCBAgQICBw9Q0QIECAAAECBAhkWUDgmuXTsTYCBAgQIECAAAECBAgQIECAAAECBAgQIECAAAECBAgQIECAAAECBAgQIFAdgVJubx2qsLVrBwLX6pyltxAgQIAAgZIFBK4lU3mQAAECBAgQIECgDgIC1zqgm5IAAQIECBAgQIAAAQIECBAgQIAAAQIECBAgQIAAAQIECBAgQIAAAQIECNRYYKDbW4c6bO3aqsC1xoduOgIECBAgIHD1DRAgQIAAAQIECGRZQOCa5dOxNgIECBAgQIAAAQIECBAgQIAAAQIECBAgQIAAAQIECBAgQIAAAQIECBAgkF6gv9tbaxW2du1A4Jr+LL2BAAECBAiUJSBwLYvLwwQIECBAgAABAjUWELjWGNx0BAgQIECAAAECBAgQIECAAAECBAgQIECAAAECBAgQIECAAAECBAgQIECgxgK9b2+tddjatV2Ba40P3nQECBAgQEDg6hsgQIAAAQIECBDIsoDANcunY20ECBAgQIAAAQIECBAgQIAAAQIECBAgQIAAAQIECBAgQIAAAQIECBAgQCCdQPfbW+sVtnbt4MOIKP67xQ8//DD6iG7S7dZoAgQIECBAoCjQ2dkZxx57bHeR5P/ZRI8/wEWAAAECBAgQIECgngIC13rqm5sAAQIECBAgQIAAAQIECBAgQIAAAQIECBAgQIAAAQIECBAgQIAAAQIECAytQHJ763kRkfzP3UM71aBvfz8iWrqeOnjwYIwYMWLQQR4gQIAAAQIEKhPo6OiIj3zkI90HH4qIkyp7m1EECBAgQIAAAQIEqi8gcK2+qTcSIECAAAECBAgQIECAAAECBAgQIECAAAECBAgQIECAAAECBAgQIECAAIGsCJwVES9nZDE/i4hTutbyr//6r3H66adnZGmWQYAAAQIEmk/gzTffjN/5nd/pvrH9EXFq8+3UjggQIECAAAECBBpVQODaqCdn3QQIECBAgAABAgQIECBAgAABAgQIECBAgAABAgQIECBAgAABAgQIECBAoLEEnomIP+xa8hNPPBETJkxorB1YLQECBAgQaCCBnTt3xsUXX9x9xT+KiD9qoC1YKgECBAgQIECAQJMLCFyb/IBtjwABAgQIECBAgAABAgQIECBAgAABAgQIECBAgAABAgQIECBAgAABAgQIZERgbUTM7VrLypUr4xvf+EZGlmYZBAgQIECg+QS++c1vxk033dR9Y+siYl7z7dSOCBAgQIAAAQIEGlVA4NqoJ2fdBAgQIECAAAECBAgQIECAAAECBAgQIECAAAECBAgQIECAAAECBAgQIECgsQSuiYj7upY8ceLE2L59e2PtwGoJECBAgEADCUyaNCl27NjRfcXXRsR3GmgLlkqAAAECBAgQINDkAgLXJj9g2yNAgAABAgQIECBAgAABAgQIECBAgAABAgQIECBAgAABAgQIECBAgAABAhkRGBMRL3et5cQTT4z3338/jjnGP2XMyPlYBgECBAg0kUBnZ2ecdNJJ8cEHH3Tf1VkRsbeJtmkrBAgQIECAAAECDS7gvxVq8AO0fAIECBAgQIAAAQIECBAgQIAAAQIECBAgQIAAAQIECBAgQIAAAQIECBAg0EACP4uIU7rWu3Xr1rjssssaaPmWSoAAAQIEGkPgkUceicsvv7z7YvdHxKmNsXqrJECAAAECBAgQyIuAwDUvJ22fBAgQIECAAAECBAgQIECAAAECBAgQIECAAAECBAgQIECAAAECBAgQIECg/gJ3R8QNXcuYOHFibN++vf6rsgICBAgQINBkApMmTYodO3Z039U9EfH1Jtum7RAgQIAAAQIECDS4gMC1wQ/Q8gkQIECAAAECBAgQIECAAAECBAgQIECAAAECBAgQIECAAAECBAgQIECAQAMJ/EFEPN99vT/5yU/ic5/7XANtwVIJECBAgEC2BV566aU4++yzey9yfET8c7ZXbnUECBAgQIAAAQJ5ExC45u3E7ZcAAQIECBAgQIAAAQIECBAgQIAAAQIECBAgQIAAAQIECBAgQIAAAQIECNRX4JmI+MOuJUyfPj2+973v1XdFZidAgAABAk0kMGPGjHjooYe67+hHEfFHTbRFWyFAgAABAgQIEGgSAYFrkxykbRAgQIAAAQIECBAgQIAAAQIECBAgQIAAAQIECBAgQIAAAQIECBAgQIAAgQYRuCIitnRf6xNPPBETJkxokOVbJgECBAgQyK7Azp074+KLL+69wKkR8f3srtrKCBAgQIAAAQIE8iogcM3ryds3AQIECBAgQIAAAQIECBAgQIAAAQIECBAgQIAAAQIECBAgQIAAAQIECBCon0CPW1zPOOOMeOWVV+KYY/yzxvodiZkJECBAoNEFOjs748wzz4xXX321+1bc3troB2v9BAgQIECAAIEmFvDfBDXx4doaAQIECBAgQIAAAQIECBAgQIAAAQIECBAgQIAAAQIECBAgQIAAAQIECBDIqMAXI+Kp7mubN29e3H///RldrmURIECAAIHsC1x99dWxdu3a3gu9ICL+Mfurt0ICBAgQIECAAIE8Cghc83jq9kyAAAECBAgQIECAAAECBAgQIECAAAECBAgQIECAAAECBAgQIECAAAECBOovcHdE3NB9GStXroxvfOMb9V+ZFRAgQIAAgQYT+OY3vxk33XRT71XfExFfb7CtWC4BAgQIECBAgECOBASuOTpsWyVAgAABAgQIECBAgAABAgQIECBAgAABAgQIECBAgAABAgQIECBAgAABAhkT+HFEjO2+pvb29rjuuusytkzLIUCAAAEC2RW49957Y+HChb0XuCcifi+7q7YyAgQIECBAgAABAhECV18BAQIECBAgQIAAAQIECBAgQIAAAQIECBAgQIAAAQIECBAgQIAAAQIECBAgUC+BMRHxXES0dF+Am1zrdRzmJUCAAIFGE+jn5tZDEXFOROxttP1YLwECBAgQIECAQL4EBK75Om+7JUCAAAECBAgQIECAAAECBAgQIECAAAECBAgQIECAAAECBAgQIECAAAECWRP4SkQ81ntR8+bNizVr1sQxx/injlk7MOshQIAAgfoLdHZ2xvz582Pt2rV9LeaSiHi8/qu0AgIECBAgQIAAAQIDC/hvfXwhBAgQIECAAAECBAgQIECAAAECBAgQIECAAAECBAgQIECAAAECBAgQIECAQL0FroiILb0XccYZZ8Tf/u3fxoQJE+q9PvMTIECAAIHMCOzcuTNuvPHGePXVV/ta09SI+H5mFmshBAgQIECAAAECBAYQELj6PAgQIECAAAECBAgQIECAAAECBAgQIECAAAECBAgQIECAAAECBAgQIECAAIEsCCQ3uT4cES29FzN9+vT4i7/4i/jc5z6XhXVaAwECBAgQqIvASy+9FN/61rfioYce6mv+QxHxNTe31uVoTEqAAAECBAgQIFChgMC1QjjDCBAgQIAAAQIECBAgQIAAAQIECBAgQIAAAQIECBAgQIAAAQIECBAgQIAAgaoLjImI9RExtq83T5w4MWbOnBmXXnppHHOMfwJZdX0vJECAAIHMCXR2dsajjz4aGzdujB07dvS3vj0RMSci9mZuAxZEgAABAgQIECBAYAAB/+2Oz4MAAQIECBAgQIAAAQIECBAgQIAAAQIECBAgQIAAAQIECBAgQIAAAQIECBDImsDdEXFDf4s68cQT48ILL4zx48fHmDFj4rd/+7fjU5/6VJx00knC16ydpPUQIECAQEkCScj6/vvvx89//vP493//99i7d288//zz8eSTT8YHH3ww0DvuiYivlzSJhwgQIECAAAECBAhkTEDgmrEDsRwCBAgQIECAAAECBAgQIECAAAECBAgQIECAAAECBAgQIECAAAECBAgQIECgIPDFiLgtIv6QBwECBAgQIHCUwI/+9/9O/iMbAgQIECBAgAABAo0qIHBt1JOzbgIECBAgQIAAAQIECBAgQIAAAQIECBAgQIAAAQIECBAgQIAAAQIECBAgkA+BKyJiodA1H4dtlwQIECAwqEAStrZHxPcHfdIDBAgQIECAAAECBDIuIHDN+AFZHgECBAgQIECAAAECBAgQIECAAAECBAgQIECAAAECBAgQIECAAAECBAgQIFAQ+IOI+FpETIqIU5gQIECAAIEcCeyPiO0R8XBE/HOO9m2rBAgQIECAAAECTS4gcG3yA7Y9AgQIECBAgAABAgQIECBAgAABAgQIECBAgAABAgQIECBAgAABAgQIECDQhAJjImJ8RJwdEaMi4jMR8YmIODEi/NvIJjxwWyJAgEAOBDoj4oOIeDci/k9EvBERP4mI5yNibw72b4sECBAgQIAAAQI5FPBf4uTw0G2ZAAECBAgQIECAAAECBAgQIECAAAECBAgQIECAAAECBAgQIECAAAECBAgQIECAAAECBAgQIECAAAECBAgQIFBPAYFrPfXNTYAAAQIECBAgQIAAAQIECBAgQIAAAQIECBAgQIAAAQIECBAgQIAAAQIECBAgQIAAAQIECBAgQIAAAQIECBDIoYDANYeHbssECBAgQIAAAQIECBAgQIAAAQIECBAgQIAAAQIECBAgQIAAAQIECBAgQIAAAQIECBAgQIAAAQIECBAgQIAAgXoKCFzrqW9uAgQIECBAgAABAgQIECBAgAABAgQIECBAgAABAgQIECBAgAABAgQIECBAgAABAgQIECBAgAABAgQIECBAgEAOBQSuOTx0WyZAgAABAgQIECBAgAABAgQIECBAgAABAgQIECBAgAABAgQIECBAgAABAgQIECBAgAABAgQIECBAgAABAgQI1FNA4FpPfXMTIECAAAECBAgQIECAAAECBAgQIECAAAECBAgQIECAAAECBAgQIECAAAECBAgQIECAAAECBAgQIECAAAECBHIoIHDN4aHbMgECBAgQIECAAAECBAgQIECAAAECBAgQIECAAAECBAgQIECAAAECBAgQIECAAAECBAgQIECAAAECBAgQIECgngIC13rqm5sAAQIECBAgQIAAAQIECBAgQIAAAQIECBAgQIAAAQIECBAgQIAAAQIECBAgQIAAAQIECBAgQIAAAQIECBAgkEMBgWs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4H/Cz39F6ZA6fml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59" name="AutoShape 11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00SvRHIMkZJISkeS4k1HxyaHmcx8SqOZzuVMMW86EZFCqDQRImL4Jo0wKHWhXuOaMcZ812+x//azn7X2Ou7T89zruv7XmJ6117rXb629973v+/7dt+qed60aGz7fRHDNB8EV78Ff/vKXDM+KoKnOQdCP9CfVE5t+JwRiEbDWXwlXQoAQIAQIAUKAELBDgPRXO9yq6CrSz6pos2mphAAhQAgQAvlAgPSzfOwDSZEYAqRfJgYtDUwIEAKEACFACIgRKJp+SQRXOsmEACFACBAChAAhUIZA0RQa2sKKR4AMXBW/xbRAQoAQIAQIgbwhQPpg3nbEWB4n/UlUffP8889n9957L2vQoEGJMG+//Tbr0aMHe+edd2r+3YScKFrZ9u3b2UUXXcSWLVtW8jP+bcaMGQwE2qTbJ598wvr27ctWrFhhLAPIvoMHDy65rnXr1gzEwebNm3sVfceOHWzQoEG8wm642RJcfcqJ8wLZwu33v/89J0SHnzG6/WTAmRJcRSRCyDllyhS2xx57WO+PaFxZNdR3332XXXjhhWzDhg018+kS6KwFjFwoOzt/+MMf+Nl3batWrWLt2rUrGQbPhjlz5rC9997bdXjh9a5kUxHZWrUvrnOGF0IEV3eCK94PqP7ctm1b6zMmShygOgfBZKQ/WcNOFxICQMBJfyUICQFCgBAgBAgBQsAcAdJfzTGrsitIP6uyDaflEgKEACFACGSPAOln2e8BSZAoAqRfJgovDU4IVCcCzzzzDNttt93YkUceyRo2bFgSh+AbkX//+99s586d7Ntvvy0ZulatWjyGZdddd/U9JY1HCDgjUDT9kgiuzltOAxAChAAhQAgQApWHQNEUmsrbAVpRBAEycNGRIAQIAUKAECAEUkaA9MGUAfc/nZP+ZFJ9U0TmFJEYTZYIx8CkSZPYNddcU3KZrAKoydi6fR955BF2wQUXlHXXqSI7b9481qtXr5JrDz74YE5Cbdmypa4IWv1kRNzf/OY3vAJhXHvzzTdZ9+7d2caNG2u66ZK4dIQTkZ87duzIHnzwQdaoUSM+xN/+9jc2bNgwNmvWrJohTffZlOAKJ1eHDh1KlnDWWWcxkAv32msvnaUJ++DMXn311SW/yQiuIiKlD2KeifCy6r/jxo1j119/vclQwr6owNu/f/+S3zp37sz3P0qUd57shwFcyaZEcO3LnnrqKa0zHHQSVax2IUmbjLdt2zbWp08ftnz58hKZQXA988wzrY+ViPyt+2wk/ckadrqQEAACTvorQUgIEAKEACFACBAC5giQ/mqOWZVdQfpZlW04LZcQIAQIAUIgewRIP8t+D0iCRBEg/TJReGlwQqD6EPjf//1fNnToUO5/RvvpT3/Kxo8fXxar4QuZlStXcv/3Bx98UDIk/JujR48uFMFV5JOVxTb4wo/GyQaBoumXRHDN5pzQrIQAIUAIEAKEQK4RKJpCk2swSTgfCJCByweKNAYhQAgQAoQAIWCAAOmDBmDls6uz/iSqqgkj94033liT9VJEhD388MPZggULWIsWLZyQEVWRxYAgvY4dO5bVqVPHafy4i7EuVEDFOsJNd21//OMf2UknnVQ2hSvpSiTzunXrWJcuXdinn35a8vPs2bPZxRdfHIuRiMznk4j7j3/8g40aNYpNnTq1Rg6QOBctWsTat2/P/00k/yWXXMKmT5/O9txzT609NiW4ioi9yOg6f/58dthhh2nNGe30zTffcKcVSK7hJnMCyWR2IQbaCC5yXOlU/1XN9a9//YsTrG+99daSrj7GjpubCK7fo+OLqIuxVI5ME0Kq6tzgd5Pxvv76azZy5Eh2zz33lAytk4ggThY4pUGcXbNmTU03Irjq7B71IQScEXDWX50loAEIAUKAECAECIEqQ4Dsf1W24ebLJf3MHDO6ghAgBAgBQoAQcEKA9DMn+Oji/CNA+mX+94gkJAQKhUDUp4dE2o8//jhr3bq193Vs2bKFDRo0iC1ZsqRs7Ntuu40nwt5ll128z5vUgERwTQrZ/I1bNP2SCK75O0MkESFACBAChAAhkDkCRVNoMgeMBEgaATJwJY0wjU8IEAKEACFACEQQIH2w8EfCWX96//33We/evdnatWtrwDjjjDMYqjLCMYAmIqGakhNlSMuqS2LuuXPnslNOOSWxTcL4l19+OUPGz3AbMWIEg3NCRa597733eFZQkDfDLUoQ9rEAVB3t169f2VDIHqrCyJQYaiOvqFoqiI9jxoxhtWrVElbqNSV5mq5DVvXx4YcfZt26dbNZJtu+fTu76KKL2LJly0qul5EDZYRY3TMWJySqD99yyy2sadOm7KijjmIHHnggO/TQQxkIeiAYh5uo2vAJJ5zA5syZwzPc2jYZHr6qw8rkIoLr98hUC8EVawWJ+oYbbig5Eq5EaiQp6NSpU8k7gAiutk8Duo4QMELAWX81mo06EwKEACFACBAChEBNArMQFEWIIaOdSw8B0s/Sw5pmIgQIAUKAECAEOALkn6WDUOEIkH5Z4RtMyyME0kbgpZdeYh06dKjx6XXs2JFXc23UqJFXUf72t7/xxN4zZ84Ujgu/OhKQt2vXzuu8SQ5GBNck0c3X2EXTL4tgnCSFJl9nnKQhBAgBQoAQqAIEiqbQVMGWVPsSSR+s9hNA6ycECAFCgBBIHQHSB1OH3PeEzvqTqvrmv//9b15JFWTFcHMhCUZBWLVqFSeKRquTnnfeeezOO+9kjRs39o0be+edd9iAAQNKiL2YBE6JhQsXsmOOOUY5J4ixQ4cO5c6TcDv//PMZKuM2aNBAOYZOBxkJWJegKJMTBN+ePXvqiKDsg71DJdnly5fX9A0cS8hgOnDgQF7RNWjHHXcce+ihhzgpU7eZElxl1UVdyNnPPvssw/5GSdFx1S9F5GTdKsEybOBcGzZsGJs1a5bW2Xv77bdZjx49+LkPN1OScVQeGR5JVDEOz00E1+/RqCaCq+is6ZJRRfcRng+//vWveSXZcNMdk/Qn3Sc39SMEhAg466+EKyFACBAChAAhQAiYIUD6qxleVdib9LMq3HRaMiFACBAChEC2CJB+li3+NHviCJB+mTjENAEhUF0IIGZk8ODBNYu+6qqr2Pjx41nt2rW9AfHtt9+y3//+92z06NGxY3bu3Jndc889rEmTJt7mTnIgIrgmiW6+xi6afkkE13ydH5KGECAECAFCgBDIBQJFU2hyARoJkSQCZOBKEl0amxAgBAgBQoAQECBA+mDhj4UX/UlEHAqqb37xxRdlFSujFV5dUQTJ9sYbb+QOg2gbMmQIr6a65557uk5Tc/3WrVsZKv899thjZWOiQiBIT7vuuqvWfJMmTWJXX311SV9UzwTpFQRdH+3VV19l3bt3Zx988EHJcLrVC2VEz4kTJzI4f3w0EKGBxTXXXFMzHHBYunQp22233VjXrl1LCMzXX389J5aB/KrbTAmuGFd0tlEdGMTO008/XXdq3k9GNMZvcQRXGbnU9KyFhQWBFGciSrTFPYQ9jT7bZYRYFwfczp072fDhw3m153Dz/XwQbRIRXL9HpZoIriISPTCQnXnVzS3CDtcQwVWFHP1OCHhBwIv+6kUSGoQQIAQIAUKAEKgSBMj+VyUbbb9M0s/ssaMrCQFCgBAgBAgBKwRIP7OCjS4qDgKkXxZnr0hSQiD3CHzzzTecdIpYhKC5JnGOLhqxDkjODRJt2P+OpN1I8o14lXCsRhIxLEltBBFck0I2f+MWTb8kgmv+zhBJRAgQAoQAIUAIZI5A0RSazAEjAZJGgAxcSSNM41cVAsgstmnTJk64eO2113jFrjfeeIN9/vnnNTi0atWKV6o7/vjj2YknnsiOOOIIVr9+/arCKYvFfvfdd+yjjz5if/zjH9n69evZ66+/zjZu3FhiDDv00ENZ8+bNeQVBVOhr3bo1a9iwYRlhJWn5w7JCXtE5gqw4RyAE4CwdffTRbP/992e1atVKWjwa3wMCpA96ADHbIbzoT9u3by8jsQbVN0EC6tSpU4khH0ZwEFIF58caDVlFVQwIIiD+fJBc8R6EA+Tuu+8ukxXvQjhDmjVrpr2Ol19+uYy8iYvh7Lj//vsZKnW6NBATQVgUyWtSRRckxP79+5eI4juzqQgLkGjRwiRgEF9RzbV9+/ZG0NgQXEHQBhF4wYIFJXOZVgeWObWCQeMIrjICN3C44447WO/evY3uJRlBW1UVFoTuiy66qIwU+5vf/IaNGjWK1alTR3s/4jLY2hIOtSdnjBHB9Xu0qonginsQ2ZAvv/zykqMCHXT27NmsXbt22kcIz1Wc+ZkzZ5ZdQwRXbRipIyHggoAX/dVFALqWECAEvkcgbDuEPgs7IuxU4SCutm3b8u8j2Kagvx9yyCHayYB84lwkW5rPddNYhIAvBMj+5wvJih2H9LOK3VpaWJERIP2nyLuXL9mLpPfnC7lkpSH9LFl8afTMESD9MvMtUAugEwsUjik79dRT2VFHHeW1YqZaSuphiwB8YbDzIc7rxRdf5PFoiE0LGvzU2M99992X2/2OPfZYduSRR3qJx7CVWXZdNJbl4IMPZgsXLmQtW7b0NtXKlSt5LEWYxBr4IE855RQ2depUduWVV5bMhwqySP6tmzhdR1iQeRED8uGHH9Z0Rxxnv3792E9+8hOdIcr6+Ca4btmyhc2dO5chBiJoBxxwALvgggvo+WC1Q/4uKpp+SQRXg72Py8ZvMAzvGgT6IhAZgckISkaQRIMGDUyHEva3CWLxMnGBBxE9qBHIhcok1JJDAErSSSedlNwEMSPrVjTJRLicTUrPlJxtSAriFE2hSQESmiJbBCrawIXKWagGBl0k2hBsfu655yaOvqiyFiaNC4b/n//5H/6RHG66Qb8yEoLNQmE023vvvVnTpk25UQUEOt+GFdFabWS1ucaXPoo9hrEFVePuvffeskpvKtlgwEKwGvSn0047zYjooBrb5XffumQa50m03s8++4zNnz+f3XXXXWzDhg3GkGBvLr30Ul4R0AfJK04A3L/ITmcrK+5PEBAuvPBCts8++2iv1ef3uPakko5xZCXXsfN0PemDedoNK1m86E+y6ptLlixhr7zySklVTlS/fPTRR1mbNm2sBI67CIZwPDuiVSlxDYh5yIzZpEkT63nfffddNnLkSIbql9GGdyAcIR06dDAaX1YZE4OgOuaMGTN4EgCbhmci1nzzzTeXXW5aJXPdunWsS5cuJVVUIR90Bl92ShEWsIWiYf6gnX/++VxPMZ3XhuCKOWXVTnv06MEzvcJxF9dwfyxbtoxdccUVUt1K9c548803Wa9evXiiiHDD2ZgwYQJ3+OgkhogjaAdVl2VVcWUVVyEPzhgIf3Xr1lUeVTiroB+A5B69V21I4soJBR1kZwHORzgZVc3G/uVKqg3LJPrusPke8LUOyKY6wyKbukt2ZJvxPv74Y/4ueP7550u2GAkF8KwNnjdx+4/n1Lhx4/ifqOl+65L+pLrL6HdCIP7VGv4V79ksm+h5lIU8QXV5ZINfvnx5iQgIMJozZ461TmmyHiQHGThwIE9GEm6XXHIJmz59undbhE/bock60VfnmS+r+A2bGfRolR5pKhP6J+3Hxj2H7yIk0HnkkUeMbYfQX3FGEPCFwKWkWx5tab5syIgfwTncY489eEAhdBnfSeN821RN9lvHP5+UfDinCHZs1KgRgx0Y+MKnYPoNarLevPcl/TXvO5S5fF7si5mvIgUBYM8aNGhQ2UxI8IZEcmk0vL9hRwq3uGRysmetyg4QjE/vPb1d1Xnv6Y3EWB71H13ZZf186v1Z+Xhla5N9Q6E/krVBd86iFU3vzwKjrOck/SzrHaD5E0aA9MuEAXYZHsQ5JEaGPRK2L5MGWwb8NNB9DjvsMO0Evm+//TaDXzbqJ+3evTt/X6ZRiOH999/nSYfXrl1bsmSRf9WnvQK6C2Idg+IGSdonQFrG+pBgGfZdUcxF3H7juwJ+fMRrwPfmk7hpcs6ifeFnx1lB4Qg03zEOInJrNFG1KHmubTLrOCxEMXNnnXUWw3fZXnvtZQWjb4KryGbu83vIapF0EUegaPolEVwNDm4aAbXnnHMOZ/Ijs7jLC8AmiMUAiorsmrRjsCJB87AonwqfqTj04tRHjJ4p+lhVSs+iKTSVgjutQ4pAxRu4ZBW+RowYwckLJlWTbM6RzMESN39eCK6i9QaGFRBVEKSiQwqIw82Xk9Zmb2wC2qPzbN68maFiFioYmRqpRDLDqIbA79NPP90ZWxtMwtekoUsG5wkV5pDlzWdVwm3btrE777yTk2jCFXRtcUEipV/96lc8iMH3cwPfwzB23nLLLV5khYH7pptu4gZQHVJuGt/jurjrBnjojpfXfqQP5nVntOXypj+JHEuomvrnP/+ZEz+DllRwO8ZHJnE8K2G7Eb3L8PzDMwXPPx0iXiAzHA4g5MmebXgHwHmFQDQbOx3eU3379hUGh9s8sxF8ggyqY8aMYU888UTZYYC8CKhHwgPd9sknn3AZV6xYUXNJEtlNdfQp2wqftgRXWQVVAKHSd0AKxdmBrhanX6neGbLqk8FmgDx77bXXsgMPPFCog8Ah+dprr3FSqYigrUuyePXVV7kDMJx9NpAB9mqcOQTVi/RqrAHOXyTtgeM72nAugRWIvEm3HTt28IDS8LMJc+L5hO8qJMaJazb2LyK4/l+uf4Zb2gRXzC2rRAwSA+Tr2bOnUOdUPVeDdemQndCX9Kek73Iav8IR8Ka/+sApTwTXPn36cF0YWd+jDVnbu3Xr5mPJsWPIbJdJze8z0N0UHJ1nvozgirnwrQS9yOb7IU7WpPzYeBciGOy3v/0tT2jm2kztPabz5dmWpvPNY7recH8kjcP3Ab7f6tWr5zIUr9KR5wTUacuHbx7YfhGj4+pLcNqYDC4m/TUD0Is1Za70szxDJwuKt03mZrpW2LiQoAzVg8Itbv68EFxla62m955qv/Os/6hkV/2etN7vO2ZAtZ7w77jHOnXqJLQdp/VsCMtTNL3fBOtK60v6WaXtKK0nggDplzk8Ej5jyvDuHTJkCLdjqnxygEKmxyaZWDu6BaJEMbL5k7ZXQEeAbVHmk7U5PqjWingHUWyBzXiwocD2CYKuz/g5G1nmzZtX4n++/vrreTyJLOmzyRyrVq3i8WxhsreMuAqC9oABA0pI0r5JrkRwNdk96htFoGj6JRFcDc5wmgG1ri8Am2AcAygqsmtSjsGKBMvjopJW+OJEJYKr/kbSM0Ufq0rpWTSFplJwz9k6jmKMrc+JTBVv4JIRTJH1CoFFCGhPsj377LM801Y4OD8uqy9kyTPBNYwVKlzAsNKsWTNrCJMOTooTzIXgCjIQqoLC+CUiK1gD8sOFwBaEoP333991KOvr09QlA0MsggQQrOfS4ER87rnnuFH3jTfecBlKeC2+J/F9A4K3j4aqWCB3LViwwMdwJWOgIiKqvYBMFdfS/B5XLVJFVlJdX5TfSR+02qmK1J9077+kgtuDnVCRXNEPgU+oMH/22WezQw45hNWuXbtsI7GeTZs28eykcVXNXcmtmBgyg7Q5evRo6YEKZEY17ubNm/NA5eD+A3kRhD28x1988UUGjKG3yRpIXHBQmQTT/+tf/+LX3HrrrSXDgix27rnnWt0IootkgX5B38MPP5y/Z1q0aGE8py3BFRNt3bqVZxPGekUN+jiyvbZt25bttttuDIRgvAeefPJJLf1K552hqhwJuXA+8M6EsxBy4BpUUUYF2WhG4WAdIPYhwQmCtFUNugmcgEOHDpUmsgAWHTt25ORfJKf45z//yQnXINbKzqWP+0gle/j3b775ht9vIAFFW1AJC/ihwcEeJYPb2L+I4JoPgqvqeYv7Ae8GEDmQEVvn/IbPkA7ZCf1JfzK5Y6lvThCoSP3VB7Z5IriCzJZlcjzoi7CtAZNwO+OMM3hyCwR8+W5JB7rHyavzzI8juEL/QbIN6G4+WxJ+bOiUqCw3YcIEL0nxwuvF+qdMmcKrdvhoRbClpWVDtkmWFN2DNG2q0bl1/PNZyYdvBNxrrrZfH2c+rTFIf00LaaN5SD8zgisfnbMOzJdVvoqrEpl3gmuws9Xw3pOd4iLoP653YJp6v4+YAd31yr6hgutVcRi68+j2K5Ler7umSu5H+lkl725mayP9MjPo8z0xdNg5c+bwRLs+EvKHVwv72owZM9gJJ5ygJEGKCKYYyzYxsgnqeEcOGzaMzZo1q+QyWWLvtOwV2BOQNV3sE4gzmDt3Lhs+fLj3/YUug8IYgwcPNopLMNmboC98v4iRQIXhaAMJFT77oCFO5IgjjlBOg4IRSMzcpEmTsr7QwVG5FWuLVjIeP348j/MTxWKIqr1i/3AfIAmvKxmYCK7KbaUOMQgUTb8kgqvBcdYN6DMYMrYrXgBjx47lGQBMq+/YBOP4kruo4yThGCwqFmnKnZbCJ1qTjgMtTSzyPBc9U/K8O8nIVjSFJhkUqn7UmxljiIT+NWPsx3JO2cBS8QRXwAqCBaoNRZtL9Rud7bINUisKwRUYIJgZgVqo6maTgT2t4CTRftkSXEFWhjEJxhWdBrJEkD0PRq6NGzdqkTbgWEZVTxAnXI0xOnJG+2ShS4IIgaqrjRs3thGZZyBEFTNUWtOpqAuMcYaDBpJT1IgmEgSGsmnTpnGjnM25D8ZUEX+sQIhcBMLM/fffz0BukrW0v8fj1qVDVvKBS9ZjkD5otQMVqz/JHEsBSmkl5QCBCe9lVFbRcbSF32+Q1eQZikBvkAlMyKKiUwPHGJIjzJw50+pQ6V6EQFxUqNSpih0dc/HixWVEP58ZTjGfjEgbyOJSAdiF4BqcCxA7lyxZogt3WT/cAyeeeCInCISb7jtDh+RqIhx0h/vuu4+hgquujgaHHYjfuL98JEdJ07kZxkb2XRXFT6Rn29i/iOCaD4Ir9tfH8xa694gRI7i+Hk5Eo0N2ggykP5k8qahvThCoWP3VFd+8EVxlwVa6zycXPD799FOGYPDly5eXDIMkKajy7iMjflS+NAPdo3PrYBpHcMV40MEefPBBtu+++7pAX3Ktbz829D0kM4P+p2rRRCGw0aD6g8quhfcq3qmnnHKKaorY34tiS0vbhnzRRRfxb0BRMJ4K8CxsqoFMOv75LOXr0aMHt6na2n5V2Oftd9Jf87YjXB7Sz3K5LWqhRMmEcRXe4fAH6dpn1DOV9xDZQlTJ5IpCcA1WW8nvPdGeF0X/sTmv4WvS1vtdYwZ016tK9ohxYH+CLmcaE6wrQ9CvSHq/6doqtT/pZ5W6s5mui/TLTOHP5+Tws8O2p+O/hr8PyfXr1q3LF4MEovCfqHz1uuQ+me0RSXdhX2vUqFFiIJomiknTXuFin4DPFwVVQNJU2e9cwI0jfLqMG742iVgxmf03zleOGEz40GW6mwxz3D9IzNy/f3+nuBMiuPo6UdU5TtH0SyK4GpzTJB6SOtOj4hL+TALUbIJxdGSp5D6+HYOVjJXPtaWp8EXl1nGg+VxrkceiZ0qRd89O9qIpNHarpKsUCPwHY2wzY6z+DwTXLImuVUFwlTk6XIL9dU45nBp9+vRha9asKemuyoRWJIIrFuYSYJ92cFJ4I2wIrjAionLV3XffLT0CqBY3cOBATmbZb7/9hEaUoDIYqk7A8CUzTsIZCDIHqgAn6aAXLSYrXRKBnQh0QpU9k4ZvSjgrb74ZPgRxA57YG+Apqz6IDHUIJAQhCSR4GQnF5dxDOhVJAOcIRtXTTz+dy1q/fv2SaomQExWqYdyGrHHnSEUczup7XLRLumQlk7ORx76kD1rtSsXqTzLHUoBSksHt0Z2Ac2DdunXsyiuvZHgP+G6ogo0KVSDH+nqv4XkKBw8qGCXhRLKxHYZxE+mDSTgNZYF+kMWlArArwRXzmzhyo2cOxFYkv8C7GZlhw83knQECN6rY4vzpJLOQnX3XSu5YB+7pJ554wvr2QpXXyZMns+OPP97bfaQrjG5yDpFd0Mb+RQTX/BBccUagM+JbFjq36fMW9/LUqVO5HwbZlIngqnvXUb+CI1Cx+qvrvuSN4Ir1yJLOxFXmcsUB14uSoaBq66OPPsratGnjY4qyMdIOdA8L4IPgivGgo0Ovc02YE8jm04/9zjvvsAEDBrC1a9cK9w8BiL1792bdu3fn30Ww90QbEuRt2bKF64w4g6+88opwLFeSa5FsaVnYkFEpd/r06ezggw82uhezsqlCSB3/vEy+tm3bGttjA2B0A3DRH9VboE8GwbtG4BasM9n/crlhpJ/lclvUQsEXAt9ONHlEklXvIdWOHTt4AmX48sJNRZ4rGsEVa6vU9170dBVJ/1HfGfE9stD7XX2nOmuOfrthTugVn332Wc3lKhK6zjyqPkXS+1VrqabfST+rpt1Oba2kX6YGdTEmUvnR8N6CrxGJoPEdDjtR9NkEfz18q8888wyvfvrUU09JbUyqCpYYCwRAVMYMtzQqnmNekBbDLS6xd9r2FNsE16JqosEag/3FHsOPi/1F7Fuwx9iPnTt3sk8++YStWLGCx3m98MILwv3FWCiKATuir7gKkW6MJH3wxftqIvsv/PSzZ8/mCQGj/kXE+CGhucpOBHspqiJj32zHkK2RCK6+dr86xymafkkEV4NzKguo1THCh6fBAwwGJgS3vfXWW7yUNV4AcZnxTbMc2ATjGEBRkV19OgYrEqCEFiVT+JKuVpfQcip2WHqmVOzWShdWNIWm+nYotRWDgTUmNBsquWZBdK0KgisyseJjGAG14Za0c0MUHKczZxIEV1MyJ4wLMAh8+eWXnFAAgxlIATIipq1hRRacZEJYSOuuVRESQTYYO3YsryRhEmAHYhNIOcjeJwoUBykThh5Uck2zuTrgo7KCkIn1bdq0iRudkA1Qdp5A2kCAgK6RDucVwfYgH4saAv5uuukmXmlYZRQLXw/DIrJz33LLLUJZbc895njsZtK0qAAAIABJREFUsccYsmJH9xz7jflAbjXJLAxHNZ5xMBKLzhEy3uE56Lv6i+hb76yzzuJVIPfaa680j2yh5iJ90Hq7KlJ/klV8B0pJB7fLdgLvPDjMkHDAhQwYjA/SPqqWduvWzejZpntSYA987rnneKC7LPhbd6ygH97reHYi0YBLtW7R/iaxr7JAvxNOOIG/d8MVy02w8EFwxXzYI9hpf/vb30odsWG54PBD5ls4XPHfIp3RRl/ctm0bT1SCalcmlVR9nmF8m4CsACxMzuvJJ5/Mhg8fzh3fJvqMyX7r9N24cSN3SMeRdEW6gI39iwiu+SK44nzA+f7666/zqoI6RG3oy3A2417ee++9+TuFCK46dxr1qSAEKlJ/zWp/XOxlKpmzSI4ns1cmnZBPpt+Z+uRVmNr+rqrginHxfgHRBEQMH82XHxuyg3wjShYUvBNHjhzJv/N0G84J9Plrr71WaJtCEgn4fZs1a6Y7JO9XNFuar/v/q6++4kk7YJ986aWXOLldFkgInFRJ40Sg590/79vmG8YAcTrQFfG9hRgdUfN9/xod/JQ7k/0vZcD1pyP9TB+r3PTMKjD/5ZdfZl27dmXw4wVNhwzg+qyl914yR69o+o8rCjK9P68xAzrrhd8CyTLguwha586d2UknncT9D+GmSjiuM5+sT5H0fpd1VuK1pJ9V4q7mYk2kX+ZiG7IXAuRW+PEQWydqSPYP38qBBx6oHQsF/+rSpUu5j0Xks4f/FzayY445RgqASKdF5ySTbMv81nFzuurQAQBh28+qVau43WzDhg1CfBC3BrKxbmwa1gUbqmiPQURFbIGJjQ77C383YhxE9kSdZIEuJz+JYghRmRG/BlzA1Yo2XXJrcB30eZB+gVc0Lg6FLhAvZxMTQQRXl1NE1xZNvySCq8GZ9UVwFU2JsVGpAEHCohe8S1CywRKruqsvx2BVg2ix+Lw70CyWRJcQAhWBQNEUmooAPZ+LCGdxC0uYNtG1KgiuAFhW1QofvjA++G4y/VYnSM3FcenLWSXCQ0X2syFiFoXgGuf0xPcEjJQgV+K/bRqc86j0O3To0JJqRsFYyGJ3//33MxCk02q+jIcyed99912GoL6nn366rEtc1r5oZ2CHgCmQYETEzksvvZQTj5s0aWINXZysNudeZsy1GSu8KGAxb948fo6i5GEdcr0NQERwtUGNiQzkRbAh2S3W71UVqz/JHEswxINo36BBA79Iao6Gdz8ITNCX4oJ+ZcOBiAdi06mnnpoKIQ/6F+RFllHofjYNJEK8UxDIjEqDPppof5MIsBFlwnV1TvoiuAY4wlEH+yySpzz//PNc7wmIpqhgBacXyJEgFu+zzz418PsiuAYDBhXbkR33xRdf5DIgEDtokAUJMkAQbt++Pa+mbpLAROfcAAuQRSED/oCLSAbcP6j6u//++zuRrXVk0u0DogWcwiBbYA/DcmMMkcPVhthIBNf8EVzD9/JHH33Eli1bxs8vzkDge4FOC30epKMuXbqU3Muic6CbHIXsabp3KPXLGQIVq79mgbOLvUwlryzpDCo3IkisZcuWqiGMf5cROZOuGlsJBFeAjQRzCELbd999jbGPXuDDj41ge1QhQDKVaINuhIoa0C11A+aiY0BnveKKK4R2QwQ5wvalmyitiLa0pO5/6OSvvfYarwgsS95hWtEj7/75pG2+OLuqAFwk9sN3e1a2DueHhuYApL9qApV+N9LP0sfcy4xvv/02TwyKqonhBlIb3uW+k3vifYn3K2xr4aZTNdb1WUvvPS9HpmSQIuo/rigULWZAZ73r1q3jtqYw6RzPADwbkFANttag6dyrOnNG+xRJ77dZX6VfQ/pZpe9wZusj/TIz6PMzMWLKQOCL6o6QED6TCRMm8IT8tkmV8Y5DkgdRfJXqG1uUIAJywf8IvbNp06begYQ+3KlTp5IYLlWiGFcdWrYIrB/4w/YTbab6gqjQCcY0tR1F5YgjR7v6+uM2N6goi/MbNNjJb731VobCFEFbtGgRQwyFTsMZx17Dr/6Xv/yFJ+3D9eGG31GkAjGDuvbM4Po4kit8++CKIem6yb1GBFednaU+MgSKpl8WITgxN4SGJAmuwYGKC0qGYwlB0WkGjFfTre7DMVhNePlaa94daL7WSeMQAkVDoGgKTdHwLZi80SxuYfHTIrrmRh9Meu+2b9/OqyUiADfcunfvzhA4Vr9+fa8iyBytSLyCD+m45uK4TNJZBZlVRExkSQWeumTCohBcYSTEWYkSKGF0AZmkf//+XkgPIFeAnLhkyZKyI6IySno9wIzx7HDIeBttNtXSZLJ9+OGHDKRvEFyiTTeg880332S9evUqC2rAeKbZ3uIwBGEUJGZRoKJptQyZMRcEMmT1sw12DO5RVHK98sory5aTBJmKCK52dx7pg3a4/XAV6U9O8NldjPc/HCsgauI9EJASw4nkQAiEAwwZYhG4jQqoWQWrQl48txHw8uqrr/IqmVu2bOEVesINTg44FWEXxDsPskOHMXF46CAqchyaOsx05qE+hAAhQAjkHQHRNwa+IUFQUr0zSH/K++6SfDEIkP7q6Xi42Mt0RBB9q+O6iRMncuKi74ZENoMGDSoZ1iThl608lUJwxfqRrR/Baa6JSFz92Pj+kNlisKewcR1xxBG2W1Zz3cqVK7kNMkgQE/ygChCMTlxEW1rS939cNQngZ1LRI+/++TRsvsGZizuzqEADm2olN9Jfc727pJ/lenvEwsniCmGHRAIum0o9cTCAQIcqW8uXLy/ppuNncX3W0nvP/wEtov7jikLRYgZU65VVcp47dy5Dos1oZVeMpxOXoZo3/HvR9H6TtVVLX9LPqmWnM1kn6ZeZwJ6fSR977DEekxiNKYOOet999/FEbS5xQFgpEr0MGDCArV27tmzhqvgqWWwe5D733HO9AilLJKhK7O2qQ8ctAr76UaNGsZkzZ5Z109UXZN8jSJqNJF6NGzd2wnHz5s2sX79+ZZVc07AXhwXfsWMHt1kj6SOazfdWXOIzH3GWGB86IIqRRIs/QGZ8x8FmrFtNlwiuTke36i8umn5JBFeDI5sGwVX1gjfNbmqwvKrv6uoYrHoALQHIuwPNcll0GSFQeASKptAUHvB8L0CWxS0sddJE16ohuMqcHv/5n//JHn30UdamTRuvpwXGC1T/CjddIoOL4zJpZ1WwHllwCn5HFq8RI0ZoGeeKQHD9+OOPuSEySsKE0cUHITF68OKMknfddRc3JLkaPnUOe5LGw/D8MvIwMEd1i7iquKgsCIPVAw88ULYkZEfEN55rkGN4YJC7UPEZRt5oMwmqFFXYUxlzdfYs6PPZZ5+xyy67jC1evLjksiQI/URwNdmZH/uSPmiH2w9Xkf7kBB9dnBUCUcemaRB6VnLTvIQAIUAI+ETgmWee4ZVdww36NfTjunXrxk5F+pPPnaCxUkaA9FdPgLvYy3RE+OKLL9jAgQPLMsr7/F4P5ECwGxKcgTQXbklm5A/mqSSCK3RqBFtF3y06+x3u4+rHllXjRRDj7NmzWbt27UxFEvaPC6hHArnp06ezPffcM3auotrSkr7/AVpcsKNJcru8++fTsvkC07gzO27cOIaKa5XcSH/N9e6Sfpbr7ZELJ6uYpBuUbrJs0fcrimYsWLCAtWjRInYo12ctvfdMdkrdt6j6j3pl8T2KFjOgWq+IdB6+J0UJhHR1ZNXcwe9F0vt111Rt/Ug/q7YdT3W9pF+mCne+JpPF5yQRUyYj0qriEd9//32ebD9KjkVs32233WZcRTNuBz755BPWt29ftmIFQl5/bCoSrqsOrToVsvc4Ehsivqx27dqxQyDhXJ8+fdiaNWtK+vn8FkmTiCxbLBLDILYMVYPRdH14wXjbtm3jZ+p3v/udakucf8c9Bt8i7sFoa9iwIS9icemll7K99tordi4iuDpvRVUPUDT9kgiuBsc1LYIrRJIF4ydFbjCAoWK7ujoGKxaYhBeWdwdawsun4QmB3CJQNIUmt0BWjmBxWdzCq0yK6Fo1BFeAKauqqpNt1+TIyQLioBPdeOONSnKii+MyLWcVglMeeughTuKNZqAzyR6Wd4JrXBAO9hPGEJ8EyuCcyb5ZTIKpTM6sqG/SxsNgTtn90rp1a55xrXnz5tKlyIy3IHciSF4V1GeDkYyAjKBFBFWi+l9c++abb/i5gXzhNmbMGIY/X+RlEcn+yCOPZPPnz2eHHXaYzdKF1xDB1Q5K0gftcAtdRfqTM4Q0QNoIiN53STgN014XzUcIEAKViwCc/SNHjuSVVVGlGwG8+++/P69AZ1vpWpToRZfcQPpT5Z61KlkZ6a8eNtrFXqY7vSgoOgn/8csvv8y6du3KEKQdNATkpFHRsKgEV1QwgB0oaodEBQwQhffdd1/dbS7r5+LHllWlwCRJJKqTBU3qntMi2tKAZRr3P+aJS26n60PIu38+LZtvcKPJAkiRxHHKlClsjz32sL53834h6a953yFG+lnut6hcQFlVVd82tn/84x+8whMqtIebbnC367OW3nt+D2dR9R9XFIoWM6Bar4h0Hk6WLIoDOfjgg7nvtmXLlqrhlb8XTe9XLqhKO5B+VqUbn96ySb9MD+tczSSyJ0JAkyT5uguScW1wfRzRUvYeM4nv05VRlJTmv/7rv9i8efPYoYceKh3GVYdWySfT8Tt37sxti/CFxbV169axLl26lNhzfcdgycjBvuPJ4taJferVq1dNFxT+wHeQqqGq6nPPPcfP/SuvvFLWHWcAxFkkePTVzjrrLHbTTTcx2HZRXEPUQHQFiXnIkCEM/y1qRHD1tSPVOU7R9EsiuBqc0zQJrnFB6mlkxjWApWK6ujgGKwaEDBaSdwdaBpDQlIRALhAomkKTC9AqWwidLG5hBHwTXauK4CrTOTt27MiNFY0aNfJy2kRBarpBRhDAxXGZlrMKcsL4A8IugnuiTZV5Leifd4KrzFnuI3gu7rB9++23PEOcyLBjUiHX5UAnbTwMy3brrbdyI1e0rV69moHUK2qoqjBs2DA2a9askp+RrRfEWB/OStG8+J7EuYXTNNpQMXbs2LGx2Q1lz6Hf/OY3Xg15IuMq5I3D1Oa8EMHVBjUmIjIXwYZkt9hkriL9KRlcadSEEYgGU+lWfUhYLBqeECAECAEhAiIywgknnMDmzJnDkNzFtMkIOXg2nnvuucrhyJ6mhIg65BsB0l897I+LvUx3ehkRSzdpnc48sCuA8A8bQrglUSlWJE9RCa4IUlq8eDGvUmpjj4nbGxc/tiyhYpL7KatepzqnRbWlYe/SuP+DM/Lqq6/ygDtU5gg3VTWUoG/e/fNp2nyBiaxiNYIQsa+qKho6z9W89iH9Na87UyMX6We536JyAaFHwQcT9Z3pBMybLFdW4Uq3OpPrs5beeya7Fd+3yPqPKwpFixmIW6+MkDJx4kROWECT+V91k5So8C6S3q9aSzX/TvpZNe9+Kmsn/TIVmPM1iSymLAniaLByUUwiflMlY4GO2qlTp7LkcX/4wx94xVUfTfbO1klI46pD68gvSsKqa58Qyef7O0RWMEG1tzpr1+kDIjS+tRDDh4ZY18cff5yhQEVc++ijjzjR9IEHHhB2g50U2P/1r39lJ510ko4oWn2CvUP1XcRYTps2rex8YyCQW1FVVlYkgwiuWnBTJwkCRdMvixCcmBtCQ5oEV5yvLJSKar6zXRyD1Yyb69rz7kBzXR9dTwgUFYGiKTRFxblgcutmcQsvyxfRNTf6YFp7JgoAQoWERYsWsfbt2zuLIct6dskll/AALJ2Kki6OyzSdVQDL1ZmTd4KrLGBMl8DrcqBkDnTdYCqXuXFtGsbDQEabcyAz2qaRtEhWdVaHqCT79oUDFgY3GN58NATh9enThyFLXr169Xg1hKOPPppXiEEWQV+NCK52SJI+aIdb5CrSn7zASIOkiQDeH3BALViwoGbaNN5baa6R5iIECIHKQQDPLCR1WbJkScmidAN6wxchCBnfUJdffnnJWCZBHqQ/Vc7ZquKVkP7quPku9jLdqWVBWD5tMTIfdRq2JuBQVIIrEnbts88+/N20du3aki2FbRfJC8877zzdrS7p5+LHvvPOO9ngwYPL5rV5X+oKLzpDwACkTASL1a9fXzhUUW1pWEwa938AWlx1Lp19zbt/Pk2bLzCV2UJ1A0h174s89iP9NY+7UiYT6WeF2KZSIWXvM5+6lKgKl4k+6Pqspfeev4NZZP3HFYWixQzErVeUiEhUnVXk1ze5d+NkKJLe73p2Kvl60s8qeXdzszbSL3OzFekIIqowjpl9JVgQrUKWwOOcc87hBL9mzZoJFy+LczKJZ1ShKooh1I3JdNWhVbLJ7Eu69gmRfLoEUB3Zgj6w7U2ZMoVB16lVqxZr3rw5a9OmDbvwwgtZ3bp1TYYy7rt9+3Zue122bBm/NigYg+q2GzZsYF9++SX/99133521atWqpvjD1q1beQwEEtqGG/b+uuuuY1dffTWPl0WhBlHxC2NBf7jggAMO4MRVyIfYuKVLl/KkktAdg4aiGiBxy+4L9COCq+0O0HVAoGj6JRFcDc5t2gRXiCb78FRlDBd9NNtkYcDDFFkLli9fzqvovPvuu+yll16qQQ2l2JEJHZkPTj31VHbssccqS6CLII865USy7ty5kz311FPsySefZG+88QZ7/fXX+VCYv0WLFqxdu3YMys8hhxzCdt11V4Od/b6ri2NQNBkULZQwRwZV/C+CtwOZg/54eUL+448/nld9QjC37stdZKy02eOo7LKszEkps3l2oIkMaaKqVchIAoMjzibuk/Xr19dk2Gjbti3f17PPPpudfPLJPHDfV8MzCQ5yZITGfYn74vPPP+fDY14ojMgqgiCs8LkSPR9U1bhsnil5xw844UMK9+eKFSv4/+LjJch23LBhQ4Z7Clh26NChDEdf+5jXcYqm0OQVxwqTyzSLW3j5rkTXqiO4yoLIfJELZOPrBL8EG+viuEzbWRXN3hWsQdeIY0NsTOv+l32jmARhu8gqC6bSNf65zI1r0zAexp15/CarNirL0m1SKdkVH9E3A8bUCaIQfR9Bn0U1rP32289VtFSvJ4KrHdykD9rhFrmK9CcvMNIgaSMAOwMCz1HFBs2HvSntNdB8hAAhUB0IyL71OnfuzO644w5tvRW6O5zhV1xxRVklNDiyf/3rX2v5HEh/qo5zV+GrJP3VcYNd7GUmUz/77LPc/xPoa7jWpy1GNH5atiaspcgEV/h7586dyxMmhPcH69IJVpKdA1s/9o4dO9igQYPYwoULS4Z2qXiuc1bxjh43bhzbtGkT949ivoMOOig2aVrRbWlp3f8B/m+++Sb/btu4cWPJlugkqMuzfz5tmy/mI4JryREqQgyZzmOokvqQflbA3ZQF9PsKzJeNbxLX5epfo/een4NZdP3HFYWixQzErVfkkxXd85988gmvQIc4tXAzidMQyVEkvd/13FT69WRfrPQdzsX6SL/MxTakI4Ss2qZuvJyLlLNmzeIx9YFd6Oc//7kWP0L0TtVJ5K8rq2h82Fnx7yAhxjVXHVpHRlQY7d+/f0lX+LyQOE8lnyjOHwPNnDmTJ78TvGN0RMpVHxBQu3TpwosIol1//fWc/4OzDpsYeFdoIlJwlOQKDhS+oVA1GETdtNq2bdv4vNgX8BRmz57NOVBxjQiuae1OZc5TNP2yCMbJ3BAasiC4yhwTwQN5l112Ed5JNmS08EDI/gtS629/+1v2wgsvaN+tcJ7iRY9MBi1bttR+GcYRXCELPuJBwAtnLJAJBWXoV7/6FTv99NONXji2jsGwHCAEr1mzhk2dOpUHxEQdlyogQXaFw/Oyyy5je++9d2x3WbUsnWD1uIFFhBefymF07jw70FQETZxNZFZDqXtk/lA1KCJQEq+88krl/saNBWM1lH9kstG5J1D9Cs+Mbt268WwkeSG4ZoUfsIWCOHnyZB7oFpCCVftncn+qxirC70VTaIqAaYXIaJPFLbx0W6JrbvTBtPZRRhpEQhE4DJs2beokyuLFi8uqBZgGqbk4LtN2VgEsWUY6vAuQoSuu5ZngKjNOqb4XnA5Q5OIsMwunYTwMlmt6DqJZ44JxkEluxowZPPA06Sb7ZtAJohA9JyAvKrgim5xNUqGk1ysbnwiudsiTPmiHm+Aq0p+8QUkDpYUAvtdvvPFG7lgJGoLTR40axWS2yLRko3kIAUKAEIgiICJhoQ+ScY4dO5addtppsborvk9hU0ffqD0f38n3338/g31cp5H+pIMS9SkAAqS/OmySi73MZFpZ8jof9iBZ4NuIESN4tnn4mZJuRSe4ivTpADPYVPDOMcXR1o/tQoJMep+j4xfdlpbW/R/gBr1l6NChPMAx3HR8CHn2z2Mtadp8MR/8xn369OHxMeEGAjH0RFnF4bTvkSTmI/01CVQTGZP0s0RgTXZQUeC8qJqjjRTRoG6MYZpc1fVZS+89m50rv6bo+o8rCkWLGZCtV1ZtDpW4QGYNN1kciI7vNg7vIun9ruem0q8n/azSdzg36yP9MjdbkawgssQKef7eFVVYBUo68X0qNGUJIXQTxbjq0Cr5ZElddW2+svWZ+rpUcmb5e7RwYFAwMMrxklW9feedd1jv3r15YT/YaJs0aZLJcpDoBkXz3nrrLa4vqmIwiOCayTZVzKRF0y+J4Gpw9LIguMpeNqpsDC4EVxjwR48eze677z4DdEq7Ilh7+PDhfBydwG0ZwRUkT1QqQ5YC03bppZcavXxsHYOBXKh0e9NNNzFkz3BtyAoB8h1esLKMGTJFxtXgIQoIch0zDo88O9DiCK64T+CEjjoNdfYelU9uv/12XrnXtKGK8siRI3nVVtM2ZMgQnqkEsvfs2ZNXfA1a2hVcs8Lv22+/ZQsWLOBVF3TIwSKMs8raYrrfrv2LptC4rpeu10bAJYtbeBJTomvVEVwBlow0GHyYa+9apCMCrEBOQEKOcDOtDuviuMzCWYUK3QhSQTKScMP7EYaq3XffXQqpKbHRdm9srpOREF3PiYksMuer6pvFZA5Z36SNh8G8MCxBf8BfuMUFI4gCDHDtxIkTeda4NJrsGxaGOlQTad68uVQMGTkWF1x77bX8OaJKypPGGnXmIIKrDkrlfUgftMNNcBXpT96gpIHSRCBw7gS2A6rimib6NBchQAiYIACdF7rp9OnThZfBlnfuueeyo446qiZZ1D//+U+GwL/Vq1cz2MNFiSrh10DABBzdulmtSX8y2Tnqm2MESH912BwXe5nJtLBTTJo0ifupws1HVU6RPcBndViddRad4Io1bt68mfXr148T9cINWMK3eN555+lAUdPH1o89b9481qtXr7K5RMH2RgIl0LnotrS07v8w9HgOIPF49IzBj9y2bVvpLuXZPw+h07L5BgDJEqboBpAmcDukNiTpr6lB7ToR6WeuCGZwvczH4uojkumBpnFdrs9aeu/5OVRF139cUShazIBsvaK4jrjk4qL+piT1qCxF0vtdz02lX0/6WaXvcG7WR/plbrYiWUFeeukl1qFDhzIfCOxMSHas6/tIVsrS0WVxjT5IuaJ3sEkBMFcdWoWjq11W9q2AeeHrnzBhAmvfvr1R8TiVzGn+Ho2BC8cv6BJcgRGI39C90qza6ooTEVxdEazu64umXxLB1eC8ZkFwlZEYVUFltgTXaPltA3iEXUEYQDbfPffcM3YoEcEV2exAsrUhtwaTIage1ZFQeVHVbB2DGBcGJ2RIXbt2rWoa7d8hs6rsuMjZgpfu448/zrNLmDZZVmZU0EX1zyRanh1oMoIrquyi0huII7YN+7tw4UJ2zDHHaA+xatUqXuHXlpiJiXr06MFwX6KKbFYE16zwQ+VbVJzBn2tDAAKIYCCnFKl6mcm6i6bQmKyN+joj4JrFLSyALtG1KgmueG4NGzaMV+0ON9dqCSI90cZh4uK4zMJZJctoL8vYFcY8zwRXVJK/4YYbSs6IrwzQuk8L2TcLqsjPnz+fHXbYYbpDGfdL2ngYCCQj8cZVRJA5EhFgduaZZxqv1faCaPa6YJyVK1eyU045RTosjHogwkNvFDXoswMHDmQwIoM0kGfDHxFc7U4P6YN2uEmuIv3JK5w0WBoI4D0AHQiVx4MGnQPJHir1OzgNXGkOQoAQSAYB336Nhg0bsmnTpnFCkImeS/pTMvtLo2aCAOmvlrC72MtMp5RVM3D16YnWcP755zP4bRs0aGAqplX/SiC4YuHwI0KfjiZSOPHEExkIps2aNdPGx8aPLUvY5uJL1hbYomPRbWlp3v8BvM888wwPVI02FYE5z/55rCUtmy/m2rlzJ0/cLkpinmYSSYtbxsslpL96gTGtQUg/SwtpT/PIqjS66lUyf5WpDuj6rKX3np+DUnT9xxWFosUMiNYru9fjEmXICt6YJiQP5Cma3u96bir9etLPKn2Hc7U+0i9ztR3JCINv3f79+5cNnvfvXRk34tFHH2Vt2rSxAgvvS1TsxPs23EziMF116DjBUbxp/PjxZfIh5h9xX7p2WVnSvWDuc845h1122WUM8W716tWzwjKri6IE4HCSH12Ca1ayY96vvvqK24ShC6LVr1+fJ0j8yU9+ohSLCK5KiKhDDAJF0y+J4GpwnLMguEI8mYKB7OJwgImaDcFV9nLE+AjoAFm0VatW7IgjjmC77bYbnxZZDNavX89QOUpGurvrrrvYoEGDYjN9RJ1yCMpHQPwjjzxSsryTTz6ZB1EjEBsvVuwJynM/9NBDbNGiRcJM68iAi5d748aNY3fbxjGIAT/++GPunHz++efLxgcJDnsEuUFKDoi+MG4AL2QDWbFiBUNFMVFTKSZffPEFxwNrDzdUIQPxzjS7iij7h49sz3HA59mBJjKkIQvu3//+9zLiNe4RYAXluXbt2vws4h4FcUDWLr74Yh4opaMkonLKgAEDpCRqZFWB4on7BqXqN20ACba9AAAgAElEQVTaxOdesmQJ+/zzz0tEwH28ZcsW9umnn9b8e1oVXLPCDyQxZByaMmWKcDuCZ1y7du3YQQcdVPN8e/3113nFV9k9ig8KZEivxODeoik0Bq9z6uqOgK8sbmFJVETXqiS4AiAEjkGPCre4bJ862ysa08aZ6uK4zMJZJXPsqBLHANO8Elxl3ydnnHEGmzNnTqrVNWUYJU3mTNJ4GNxPIoJP8Bt0bugD0P+iTfR9kQbpNyqHDCNUo0LSlrimSxQAwRUJcRBQB10TRrg8NSK42u0G6YN2uEmuIv3JK5w0WFoI4FsaVRGD5HM2ybrSkpXmIQQIAUIANlAEJrgkzASKxx57LJs8eTI7/vjjje3rpD/ROawgBEh/tdxMF3uZ6ZRJJMeTjWnrdzRdU9C/UgiuqDgB3xTwizb4lhBUV6dOHS2YbPzYMtthXMI2LWES6lR0W1qa93+wBe+++y678MIL2YYNG0p2ReX3zbN/HgtJw+aLeRAfg/tz9OjRZacaNnbE6YAQXsmN9NdC7S7pZ4Xaru+FTSIwXzSmje/Y9VlL7z0/B7Lo+o8rCkWLGRCtF/Fkffr0YWvWrKn5GfGiiOVELJ+s+YwDKZre73puKv160s8qfYdztT7SL3O1HckII9I10i6aYLMyxLYjvn758uUll7vYKGVjmiSKcdWhZViAb4DCTYg/CzedQmnRMRHjBk7N4MGDhZyaoD/0FegqHTt2ZCgOst9+++U+Dh5cJXCCghaOezMluG7cuLGMo6R7VmHPRYLcJk2a6F7C+0V1X52iLMEEMn3PSIAMOiMucdKkSaxu3boZzE5TBggUTb8kgqvB2c2K4CrLvDl37lzWs2dP4QpsCK6vvvoqr74TJnLhBXbdddexkSNHxpLw4KADCeymm24qI4LpGP9FSlT0JX3LLbfw6pMiRx9eyCCiIfsVguijDePDMRFHQrNxDMLpMWbMGGFFSFSphNPygAMOiD1lOFdQkLC+KElYZfCQlZO3IalASJEB0jY7mO6tlWcHmsyQFl4bAp5wj4BcKnoBQymeOHEi+93vflcGiWp/gwtAZMZLHvdYtGFeVE8BkUBEaMb8IHUisCuaITo8lsrRafNMyQt+cdXH8AFw7bXXcvKwrNI0nm+4R4GR6B598MEHS5Rm3bOf935FU2jyjmcFyuczi1sYHhnRtWoJrqLkEwBMlYFdduZkVUzvuecenjTDpLk4LrNwVmFtokqWeB9Df2zbtq10+XkluMpwBCka7/899tjDZEud+sp0utmzZ3OjY1ItKeNhWN5169axoUOHliUaidPl8kQ+FulxWB++Y/CnSoqjSrQi2lvopiAEwBh3zDHHcKOeSeUr3+eFCK52iJI+aIdbzFWkP3mHlAZMA4Hoe8AkWVca8tEchAAhQAiEEfjuu+94QCHssdGkkCqkkIwGZCP4SGR2QtUYpD+pEKLfC4YA6a8WG+ZiL7OYjgfhXHDBBSWX6iRzk8315ptv8ucgAnyCdvjhh3P/VIsWLWxEtLqmUgiuWLysagLsSib+JRs/tgxH7DHswXlKUFYJtrS073+cLyQj79u3L0+oHW5DhgzhxM3dd99deA/m2T8PgdOw+cb58CED7k9gq7KdWj3kcnQR6a852gw9UUg/08MpN71kRQvwXkc8mekzBsUUEMN16623lqzRJq7L9VlL7z33Y1YJ+o8rCkWLGRCtV/RNphO3KfPf2sRtFEnvdz0z1XA96WfVsMu5WiPpl7naDr/CyHSNpIte+ViFjBsBMia+1xs1amQ8jYiLo8NvCU/kqkMHY33zzTc8nh92wyeffJIXQIkWYYLtEATO3r17G383xCX0kgEXFPkC6RVF3X7+85/nipQY/RZCQrLHH3+ctW7dmi/JlOAq20udg2VrfyeCqw661CcJBIqmXxLB1eAUZEVwtXEw2JDRwJBHdcVw0yGGBv2hUCBTHALdwpUh8buqnH0cwRUvgttvv50HSKuarMKQToUJG8fg22+/zUm3CPYLN+AIwqpJxoHXXnuNlxqPjqUybIpkgGKzdOlSaYVfEY6irMw246j2KPq7i5JgOlfQX1e5UBE0L7vsMp5dee+9944VBcoiCKYgikcbSNnYY1RdFTXcVzBegTAdbTfccAPDnyrgCoFdIMQPHz68rJprMGYWBNc08MP6ROR9/DuqK4PopBuUgQ8IkFtQFTfcTjvtNP7RtO+++9oeyVxeVzSFJpcgVrZQSWRxCyMWJbpWLcFV5qi85JJL2PTp05XvgOgxRPX4rl27luhqNll9Ma6L4zIrZ5UtUVV2XZK3uU6WLlFGWMikCmBKQm7bagGusvgyHorkiEtygf74DoAu0aBBg7LLd+zYwasvL1y4sOS3zp07c71BdI0rFrLrt23bxjMHRzMbmmRJw1lDtVpTkkAgEyq8wgh69tlnMxjL01w/ZCCCq93pIn3QDreYq0h/8g4pDZgWAitXrmT9+/fnjjXYiu666y6elZQaIUAIEAJ5RQA2VfgKQPZ44YUXuM39jTfeKLGNIslRs2bNGKrY4e+ggw5yzk5N+lNeTwTJZYkA6a8WwLnYyyymk5LbbIKiZYFjI0aMYLfddpt2pVGbdUSvUfnnfMwhGkM3qaAsGH316tVC3yz85BdddFFZIlr4qTAn3keqZuPHlpEfTWxCKrl8/V4JtrS0739gb0sGz7N/HuvybfPF823nzp1cF1y/fj23ccLfi/8varCv47mn8sH7Ov9ZjkP6a5boW81N+pkVbNleJEq+axpIH6xAlBgZgd2PPvooa9OmjdFCXZ+19N6Lh1snLq0S9B+jQyfoXLSYgegSRLGW6KNTXQ5+6FGjRrGpU6eWDKtDjo3KUSS93/XMVMP1pJ9Vwy7nao2kX+ZqO/wKIyuCoROP5lcSu9FEifh0i0pFZ5S9d3Xe2eGx0rKngPMyYcIEntjQtpgAeAvQ2cFnkdk/4nYGWMN2ifPSoUMHdsghhzj70OxOwvdXRfWdKNk5a4IrkhtBt/vwww+5vPg+Q1KjcPI5Iri6nAC61gWBoumXRHA12O2sCK6oGNSlS5cy0ijKkYMcJ2qmBFfR2mzK0MuUAFV1IBnB1aa8uiwTLrKvg4woqgALDG0cgyJSsC3ZDQQWVOKEHOGmcjLKzqVphj6RMmhjNDG4pXjXtBS+sFw6hkT0j3Ogm1YsgdMMBNMHHnigBCIVyQFkccwVJSSYOtbguHvooYfY4MGDhZVc0ya4poWf7JkEMtf999/PkHncpL333nsMpDKc23CbPHkyQ5CHaYZNk7nT7ltJa0kbO5rPKwIB0fX58Kh4plVTQwIRvJPDlbhtKifIgtRAWhs/fjyrXbu2EawujsusnFWLFy8WVt1GIoiePXtK159XgqssmE71XjfaaM3OrlVCNacp6+bqgA8PiAx5cCZv2rSJrVq1igcYbtiwQSgavlNwLmDMEzXb4DJbHOKu81XpF05aEJqQyMfG+BmW8ZxzzuEVEEB4rVevXhLLLhmTCK52EJM+aIdbDq4i/SkHm0AiEAKEACFACFQnAqQ/Vee+06qdEago/dXFXmaDpMy3aJMcT1ZhTJXE2EZu1TWVRnCFrwoBTQiaizaV/zrob+PHzspep9rfSrWlpX3/A0dbYkye/fNYVxbyBecSSQ2nTZvGGjdubHOUC3cN6a+F27K0BK4o/Swt0GTzyIoWgGyPxKAmTVQp0rYyu6t/jd578TunE5dWib5Ek/OMvkWLGYiuTxRraRLHIaokZ0PcKZLeb3pGqrE/6WfVuOtVsWbSLzPYZl+xQhmIzqeUJZIw5UZgLFmimHAFUJ11pmGvQGw9uCQ6CfFUMiNW9PXXX2fg8DzxxBOq7rG/I04ORdyQBBvVXW2Jt7ZCRONno8Xjsia4Ru83EfeHCK62u0/XuSJABFdXBMuvz03FrqwIrjaB66YEV5Eic+SRR7L58+ezww47zGhX8fH9i1/8gqFKD8bAh/uBBx7I/1tWpVJGcDWpIBsWUmTUUxmPTB2DsuwmNlmRA9lFpAsdY6Rovcg6D4Ni06ZNlfsnI7ygvD1eskm2NBS+qPyqsxD0lyn4thkQRQbe1q1b8+qqzZs3F8IsO8sgq5qSM2XPMEysIsKYPlPiDJFp4idzFrhUmxFl2rbNsJnkveU6NhnMXBGk65NEoNoIrrLgMtP3tChpgo2DJNhbF8dlVs4qmd6hqs5ABFf1He2jSqh6lvIeWeiSkAIZ/JHlTvZ9kyen9Ndff81GjhzJ8J0SbrZZGbE26KLQp2QEYN29hAEUsl1++eWJVkQggqvujpT2I33QDre8XlVt+lNe94HkIgQIAUKAEKhsBEh/quz9pdWli0BR9VcXe5ktwi+//DLr2rVrSaJkmyTGoiR7Wfk+Ko3gir2VJWiGffbBBx8UJuULnwlTPzautYkxsD2HrtdVgi0ti/tf5vtV2f2ysKnq+udxlrKQD/Nee+21PMF8w4YNXY90Ya4n/bUwW5ULQYuqn2UNniwpO543eL/L/ExRuWUB/rYxakUkuFbae68S9B/X+6toMQPh9cpiLU2SDcmKXpgSd4qk97uemWq4nvSzathlWmOAAOmXyZ6FPOkatit15UYE8957771s0KBBJWKYvLODC9OwVyAJDngbKBxQt25dW+hKrvvuu+/Y2rVrGWJNkWgnXGTFZgIUarnppptYq1atUikKJUry+PTTT7MzzzyzRnxXguvq1aulRS4wSdjuJ7JxJU1wBQaI0fvyyy9ttkx4zZw5c9jdd99d8tvMmTONuSnBAB9//DEnZ2/cuLFmTFWRP2+LoYFiESCCq/8DQgTX//f/eEWpN954owTdOEKaKRlNRtZE0DJe6kl/OImcciYZraLHTmYAiCMvmDoGYYREZgsQ6JDdY/369Tyz2J133slatmxpdSeIlB+VAwoTRUuvB5PrZlUWEWdc8DdZfBoKX1QeXQeaTMG/6KKL2IwZMxicziZNlLktThaZodvUkBWWURTogN/TJLimhR/WJaqy7FqZePv27QxrWLZsWQ20LgQxkzOUZt+kn/tproXmqjwEqtHABf0CVbjDTScJRri/KEjN5ZnoErBTNGdVXgmuL730EuvQoUOZ4Un1Xk/iqZCVYTQLXXLcuHGc3FqnTh0plKj6jqx169atK+mTheHG1uGvOifffvst+/Of/8yz/MGoDGOobUMl3MmTJzMkf0lCByGCq93OJLEXdpLQVT4QqEb9yQduNAYhQAgQAoQAIWCCAOlPJmhRX0IgHoGi6q8u9jLbMyHz8U6cOJFdddVVWsPKKsGi4ijGSPv5VokEV2yEKIEq/h12Efiw4yozmPqxMW6RAt0rwZaWxf1va/fLwqaq65/H2U1bPvhJYO894YQTUq9AovWQTrBT2s/3BJdCQ6eAQFH1sxSgUU4hqtKIZw4CipEIVKeJkrsfd9xxPCEpik6YNiK4miJm1l/nvVcJ+o8ZKuW9ixYzEF6BLDb14YcfZt26ddOCRkaSNb23i6T3awFT5Z1IP6vyA1Blyyf9MtkNzyqOy+eqXLkRkEWWKMbknR2sKU17xbHHHssQn3b66ad7tVWAL7JmzRo2b948tmTJEvb5559bbRli5q+77jpuT9lzzz2txtC9KKp3ib6lKp3gqouVST+RvVlF9I0bX6STZhEnaYJBtfQlgqv/na56guu7777LLrzwwrLqOD4JrnBcgjR36623luwgDGm33HIL69GjR2wAt+u2ix6SI0aM4JWR4gLHZfNC8R07dixfU7jBCTt+/HhWu3btskttHIOu645eb0twlTmedTEUEV50r3XFIE2FL5BVx5CIvjIF3yQoIIyPKfH8gw8+YH369OHKZNCgFC5dujQ2U0jcnsgCHVREGFPZ84Cfj6AOEZay5yU+JpBls1IaGcwqZScLv46VjLGbGWPPh1dSjQYukdPSpCK2LGmCaRXY8D64BOxk5axatWoVa9euXdmNUdQKrkRwTTfY6dBDD2Vjxozh30a77rpr7AO2Gp3SMIK+8sorbMWKFTwRCJIBmTR8e0LPRkCZbz2ECK4mO/FjX9/7YCcFXWWBAOlPFqDRJYQAIUAIEAKEgA8ESH/ygSKNUYUIVJT+6mIvc9l7URUCk8R2SOTbu3fvkuRVNlVgXdYQvrZSCa6w0d54440MxOFou+aaa7hvW+YXt/FjFynQvRJsaVnc/19//TUbOXIkQ/W+cFMl0M6zfx7rSEM++AnOPvtshkSiIJfXqlXL1yOsUOOQ/lqo7UpT2IrSz9IETjaXKxFORoIzrQIblq+IBNdKe+9Vgv7jen8VLWYgvF5RrKUpcR3jIVlyly5dGJ4T4WZSnblIer/rmamG60k/q4Zdrso1kn6ZwbZXAsHVlRsB2EVFoU499VRekbNp06ZGO5OGvSIsEPgCo0aNYrAb+qrmGh4fhQ02bdrE47yg2+DPlPCKYlGwde69995GWJp0juo6iC+D7Tpsy0GVWlQOBe8CrWHDhgxckd12261kKlTGHT58eJntSUXszLqCqwleun19E1y3bNnC5s6dy2ADD9oBBxzALrjgAiFvS1dO6ueOABFc3TGMjlD1BFfZCzGOkGBDRlu8eDE777zzhDt45JFH8kBuOEPw375flKKH5OzZs9nFF19sfaJE6+ncuTN78MEHWYMGDcrGtXEMWgsXunDHjh3srbfe4kHgCxYs4Nl0w03lgAr6ipQwnYxeMgVQt/qrKway860imrjOq3O9TMG3xUY0XhzZVkRasVWsw+sFkf2GG24ogSBNgmta+IkIwlj0008/zc4880ydIyDtI3JSo9r1lClT2B577OE0dl4uLppCkxfcqkiO/2CMvc8Yw/8m0QLD1oofBs+NPpjEYnXGlBFUdasoiILUXKu1uwTsZOWsklViVb0bZNepjBs6e+vSJ0/OKpksLs51HWzSMB7i++eKK65gffv2ZfXq1dMRS5ooJYvMZLL7DUbGGTNmMBhEk2jh7xxk/dMhvMIIie9AERHdRUYiuNqhR/qgHW4xV5H+5B1SGpAQIAQIAUKAEMgXAqQ/5Ws/BNJ8EbFlobTl5NxLnZ2ApL9aYO9iL7OYruYSke3PJDneI488wgNNwu2SSy5h06dPTzwDv2jdeQ/Ak9nBdGyFmzdvZv369eNBVOEG+wx82DJfvY0fW0aaiEsI7XIOXa7N057b2tKyuP9tZc2zfx7nSCZf27ZtlfbZbdu2xdoh7777bk7oT7q6iMv9kOa1pL+mibaXuUg/8wJj+oPICKq6hQeQYHTgwIFs0aJFNcJDd8D/b9++vdWCikhwrbT3XiXoP1aHL3RR0WIGAtFlsRsoxIJkybvssos2NLKqciYJi4qk92sDU8UdST+r4s3PZumkX2aDeyqzQodEXBDidcINiZ6QSKF+/fqpyOE6iS03AvPK9HCbd3acvULHJhjGAXLt3LmToYgT+CNPPvkkA+clIGdGMUNhN5BcVcUYXLEG4fWvf/0re+GFF9jjjz+uTXgdMmQIL2iXlK1FZou1WW/AlYh+D6n2kAiuNmjTNXlBoGj65f/JC3AxcuSG0BAtXx3InHSQso2DwYbgCmUGawHJMq7BSHbiiSdysusZZ5zBDjnkEGdmve8sAJBflOGqdevWPDtA8+bNy5Zo4xjUvX/w0ociAuXj448/ZqjChgBv/EUJrdExdQmuIoMmxlIRRUUkQOzrAw88wOD8TrrZnO+kZQrGlxnSVIqMTD5TgqvIEeqDiCAif6dJcE0LP1mWu5kzZzKQulzaO++8w6CUh5vuveoyb5rXFk2hSRMbmosjgKqqYxLAIkpsDabIjT6YwJq1hxQ9vzt27MgDnxo1ahQ7jqiKg67TVDawS8BO3pxVqncTEVzVxzQrsq1Pgiu+c4466ii21157sWOPPZYdffTRrGXLlqxJkybGGfyL4JRO+js2fGpgnN26dSt75plnOIEVWf9kDd+a+IZB5QRfjQiudkiSPmiHW8xVpD95h5QGJAQIAUKAECAE8oUA6U/52g+BNERwNdsi0l/N8OK9XexlFtPVXPLNN9+w0aNHs0mTJpUMg+9hVAyNqwAjC6h++OGHWbdu3VzEsr42T3YV0SJcCK4YD4lg4e+D7zjc4mwiNn7svOMYXnueZLWVJYv731bWPPvncS5cSVd4riE4dMKECeyVV14pu42RZP3Xv/61V/uj9QMv4wtJf814A8ynJ/3MHLPcXCGKX4lLiB8WXFQp0oT8JgLB9VlL7z33o2X7HnefuXyErGQpWsxAgJzoewB+5qVLl/KYWtMmup9MSOxZ7Z/pOqm/HgKkn+nhRL28IUD6pTco8zeQjPNStDhnJNdH8aGFCxeWgKziRqAzKqTDBrB8+fKaa02SAkZ31VWHjjslILyiwBJsGVGbIfSCu+66i/Xq1SvVgwab8/r16znvBgkSZQRcCDV58mSGWNQkKpETwTWZbU+Cu5WMpDSqKwJF0y+J4Gqw41kRXG0qTdkQXAEFXr7I+qYiXYZhQxlvZITr2rUrO/3001njxo2NX1DRh6SuES9u+0QYoPrS/Pnz2WGHHVZ2qY1jUDR/8EJHyfYXX3yRgQhngmd0TBNlUkReUWVYFmVl1nF4G9w6sV3z7EATGYBQ1h6KMsgOps2U4CqqtApSJar17b777qbT1/QXYZ4WwTVN/HwSXnTAjiPQ61yftz5FU2jyhl+Fy5NE9jYZsTWAkgiuEqOLjmNDFqSmqlqqOscujsusnFUifU/n3ZRXgiuy0ffp06fEEId9S5O4GJwT2XsXZEYYC5NqSRoPXWT++uuv2ciRI3nWw3Az0e1d5g9fKzP0IYMw/pIwLsbJ/t1337HXXnuNB5E98cQTwq7jxo1jo0aNMspwHDcnEVztThPpg3a4Sa4i/ckrnDQYIUAIEAKEACGQTwRIf8rnvoSkIoKr/haR/qqPVUlPF3uZ5ZQ1l4mIDzoJbZGUt0ePHtyfGbRTTz2Vk3WbNm3qKpbV9XkP0HYluKLiE4jH8PdFG6oxjB07ltWpU6fkJxs/NoLhhg4dyhMkhlvnzp35vzVo0MBqf5K4qBJsaVnc/7KzeP311zOcGVn1sDz753G+fNl8cQ/AzohKJ9F26KGH8uBL2GvTto8mcQ/Zjkn6qy1ymVxH+lkmsPubVOavhR8JcXqy9q9//Yv7U/BcD7c77riD+wNtm+uzlt57tsj/eF0l6D+uKBQtZiBYryg+0xUL0fW6CcuLpPcngVOljUn6WaXtaK7XQ/plrrfHXTjokahUijj0cCtinLMNNwJrFtlLXYpMuerQql1FPNWcOXN48aUoyVXHzqsa3+V3EHCxD7fccgv7/PPPy4bywfuRyZcGwVVVOAucIHyXoYnWGtVrRbGb0T5ZxBCGMSaCq8sdUaxri6ZfEsHV4HxlRXAVkdyQQQLlv6FoiJotwRVjIdgYH8h4Edu04447jvXr149deOGFbJ999tEaIi2CK4SRVeiycQyGFweCwd13382zZMRlqdACJNTJ5AUm2vc40oboTLtkJzFdG/rn2YFmSkhVrd90PNczKZNHlBkyLYKrixJrit+8efNSzVjjsjbV2cni96IpNFlgVMVz+szepiK2BjATwZUxhgqIqMKAIKdwgzEKJDVZsIroue/D6OHiuMzCWfX3v/+dYweDRLidcMIJ3Dj005/+VHpb55XgKnN8ZhGkJnvvuhKpVc/apI2Hqvllv+N+hWErMG4F/bIwFL/00kusQ4cOZcZP1+AHW2yC6xDMOXHiRHbDDTeUDaVzX5rMTwRXE7R+7Ev6oB1ukqtIf/IKJw1GCBAChAAhQAjkEwHSn/K5LyGpiOCqv0Wkv+pjVdLTxV5mOWXNZV988QUnRyxatKjm33SS48HeePXVV5dMr7I3usqqur7SCa5Y/+bNm7k/PeqPx56BfHreeeeVwGTjM5QFMvq2u6j2U+f3SrClZXH/y+x+sLldddVVUujz7J+H0D5tvnE2SPgEbr/9dtaxY8eqJbmS/qrzhMpNH9LPcrMV9oKIChCoihYg/gzJbtesWVMz8eGHH84WLFjAWrRoYS2M67OW3nvW0NdcWAn6jysKRYsZwHplVeRcsRBdr3uvF0nvTwKnShuT9LNK29Fcr4f0y1xvjx/h7rzzTjZ48OCSwVT8Ez8z+x3l/fffZ71792Zr167V1olRrGz06NE81jLcVAlm4iR31aF1UAGvAwUBpk+fXtb94YcfZt26ddMZJrE+b731Fq+oG96LYDKVPSoxoRhjUT6MinvjUkArbYIr1oYY0XDbY489WN26dZ0gTYrgmpS8Tout8ouLpl8SwdXgwGZBcLUNxHchuAISZI4DURPlzm3Jmqjsiqyw1113HYMzLq5FH5KqF4vOtplmz7VxDEKOb7/9lhsOEbxuW6kVpGAoHciEjOwg4WaCBRw0UGymTp1aMoZMaRBlZXbJTqKzL9E+eXagmRIqVes3Hc/2TKrkEN0blUhwlZGRVPjY/k4EV1vk6LqCIeAre5susTWAhwiuPyAhIqvGVVSQkWJRHQABLi6ZyV0cl1k4qxDkBz1nyZIlJbdd9+7deZXN+vXrS2/HvBJcZY7PtN9JMjl0quO6PgPTMB7ayvjAAw+w/v37l1yO76KlS5eyE0880XZY4+tEcmCQpMnHOoLGVSzxKR8RXHV2o7xP0QxcdqtM5SrSn1KBmSYhBAgBQoAQIASyR4D0p+z3QCEBEVz1toj0Vz2chL1c7GUO09ZcKiKrxlVyFJFi006EK1p3NRBcse7HHnuM2yujFRlgN/rDH/7AmjVrVgOPrc+wSIGMRbelZXH/y5IO4myde+650sdKnv3zENq3zRexL4ihiCa/xFwguc6ePZu1a9fOx2O4cGOQ/lqYLSP9rDBbFS+oiKyq8qWJSLG6VR3jpHF91tJ7z8+hLLr+44pC0WIGsN6XX36Zde3alX366aeuy9e6Xjeuo0h6v9bCq7gT6WdVvPnpLqxRDh8AACAASURBVJ30y3Txzmy2Z555hifEjzaV3SAzgSUTy8iqcYn9RaRYcDUeeughduCBB1ot0VWH1p1Upm8g1nP8+PGsdu3aukMl0u/VV19liLeM8ovS5p+EF1fJBFfRtxdsx3379nXa36QIrknJ67TYKr+4aPolEVwNDmwWBNdPPvmEP4BQ2jrcVC8BV4JrMBeUArwo58+fzxYvXmxFdkWGWXxEN27cWIp29CEZR9TQ3TIRBggoR6B027Zty4axcQyC3ApDArJ86DY4SUA6gHOyTZs27Mgjj2QgA+PhIVJ+TAiukEGkkJ5//vm8NHyDBg1KxBQZN1yyk+hiEO6XZweaKSFVtX7T8WzOpEoG/P7mm29y5XLjxo013YngqoNcfJ+0yUTuEsePUDSFJmk8aPwaBFyzt5kSW4OJieD6AxIIxBg2bBibNWtWybGUGZ62b9/Og6SWLVtW018306fq3Ls4LrNwVonef1hjXJBfgEFeCa6QDzp6tKID/t0nOVB1FmSZapH5HhUnGjVqpBrC+ve0jIc2AooI6RgnzcqpMiNvnN6Cyg8rV65kH374IXvvvfd4ljt8R+C5E/2esMEleo0o6Q76+MzsRwRXu50ifdAON8FVpD95g5IGIgQIAUKAECAE8o0A6U/53h/GGBFc9baI9Fc9nIS9XOxlDtPWXCr6xo6r1gm7SqdOnUoIlqoqYj7kVI1RLQTXuMRf11xzDRs7diyrU6cOh8vWZyjaY4wHQt/FF1+s2gqn32GbvvLKK9kBBxzAgylbtWoVm2SwqLa0AKS0739ZpS4VUQry5tk/Hyff6tWrrRMHbt26lf33f/83J5ZHGwJc77//fgbfSbU10l8Ls+OknxVmq+IFxbMbxRPwXg83mT9EFKeIuLdFixax9u3bO6Hi6l+j954T/DUXF13/cUWhaDEDsnvYFYe468844wwGIjQSEcW1Iun9SeJVCWOTflYJu1iINZB+WYhtchdSVihszJgxDH8uhTFU0kGXveGGGxjils4++2zO2wi4EqprRb8/++yzDFyIcKK4uKIWIn31l7/8JV/3LrvsYiOC94RcMiFkcXgyPslXX33Fk+Vt27aNvfbaa7zaJ8in+Pbo2bOn1VrjLpLpRHF2aO9CRAYkgqs5wkRwNcesqFcUTb8kgqvBScuC4Cr7+FQF+/oiuIbhAZlz06ZN7LnnnuOB9JAtmlFWBueQIUPYbbfdxvbcc09hl+hD0gdRzBQDU8cgKlUhk8fgwYOFOMCoCBIrFIrWrVuzQw45hNWrVy+2JLgPgisyhMEhuXz58hqsRdmWRQqQa3YSg9uppmueHWimhFTV+k3HE51J3EsgVe++++6q6aS/izCvRILrqlWryrLtmhLGrUGugAuLptBUAORFWIJL9jZbYmuACxFcQyfEJFOvyLjjK0jNxXGZhbNKRlLVyUqXZ4KrzBipQ9z19eBxIQ+7yuDqgHedP+56EcEc/VXJinzKZJMwSZQwB98zc+fOZc2bN/cpHh8L35RDhw7lZOhwU+mnJoIQwdUErR/7kj5oh1vkKtKfvMBIgxAChAAhQAgQAsVAgPSn3O8TEVzVW0T6qxqj2B4u9jLHqfnlIEyiSuHUqVNLhnv44YdZt27dSv5NFoiUdiJc0bqrheCKtW/evJn169eP+93DDX5m2EqCxHamfuxgLJltyEflN9WZFRE24ItGAsfevXuXBRMW1ZYW4JD2/S/DKy64M5A1z/55yJiUzRfjIrl8tMII5kR8xbRp03g8RzU10l8LsduknxVim/SFFFVjkhUtECUv0SW7qSRyfdbSe0+FsN7vRdd/9FYp71W0mAGZbj1gwAB26KGHusLB3nrrLU5OiTbR91y0T5H0fmegKnwA0s8qfIPzsTzSL/OxD6lIIYvHkemfPoXCt3efPn3YmjVraobF+xLJp8C7qFu3rtF0X3zxBRs4cCBP9hI0ETcCv4kKiPhIFOOqQ+su+O9//ztD8ruZM2eWXCKL3ZLt87hx43jhjySaKLbMB/fHVlZXgqsqqVr4+0e0zqhei3M+adKkknMe7aPLZ0iqIioRXG1PW/GuK5p+SQRXgzOWNsFV5ljES3bp0qWx2SlNyZ0GMNR0RVYNEF5BIkNVMBAoZIRXlWIQfUjqZBZVySxSJOIqw5o6BuMcjigDD8fgXnvtpRKz5HcfhDwQb/FShHITbtHMIyKjaRrOzCggeXagmRJSVZttOh4ysPXv379kWB+ECFGlNxWBwOaZYrpe3/iJzlaS5AyV/EX7vWgKTdHwLai8NtnbXImtAVREcA0dmvfff58HAK1du7bmX0VJKmQZ3HUcIDpn1MVxmbazSlb5VtewkmeCqyxwMa3EJTLdE2cojSqyaRkPde6JaB8ZNjIDq80cqmtEhHhcE1dFFhVcUVUj+m2X1H7KvrNV+qlq7eHfieBqgtaPfUkftMMtchXpT15gpEEIAUKAECAECIFiIED6U+73iQiu6i0i/VWNUWwPF3uZ49Q1l+smxxMFQKdlT1KttZoIrsACCfjg/4vaYpBIGQHuzZo1s67gCn/+6NGjue843NLY6zvvvJMHLEYb1gSSYaXY0oJ1pH3/i5JbQhbYwW688cbYKix59s9jDUnZfGGvBYn/8ssvFz6GJk+ezGM8kqxgo3r+pf076a9pI241H+lnVrDl9yKTwHzRuxQJ8RGT5vqscn3W0nvPzxkrqi/Rz+oZK1rMgOhbCxXgFyxYwFq0aOEMi4jUjkFFBInoZEXS+52BqvABSD+r8A3Ox/JIv8zHPqQmBWxCV199dcl8acQtiQiQunYLETgyvUmkH4sKNfgg9brq0CabLopzksU5ygixPvgGMplFWOjGYZrgoNuXCK66SP3Yjwiu5pgV9Yqi6ZdEcDU4aWkTXEXkBYir85K1IaMZQCHsCuLAihUreEnzV155pawPDGzjx49ntWvXLvtN9JDUqaYVJ7MpOdCU4HrvvfeyQYMGlYkwa9Ys7oSsVauWMaQiA6BuhobwZCLyajiLn0jRU5GQjRejeUGeHWhZEzRFhOc4krYm5NyJHf1gUREIbJ4pWeMnklknQYAujpXer2gKTaXvRw7WZ5q9zRexNVg6EVxDh0CWBCUaGCTSJX1l9YU4Lo7LtJ1VIt0Ia9BN7pFngivWISMxphGQI0v64vOsxT0D0zQe2jyLZWcPyWjGjh3L6tSpYzOs1jUIkoDDE07VcFM5WkVZFHF9NGGOlhAanYjgqgFSRl1IH3QGnvQnZwhpAEKAECAECAFCoFgIkP6U+/16njF2akjKqxhjk3MvdXoCkv7qAWsXe5mH6fkQn376Ka9EuHz58pohRcFFIntSUt/+pmurNoIrEtiBkIiAvGgLbEi33XYb+9WvflXys8q3F3QWJb7Fb0lW6xWRdzCnyi5VRFtagHOa978s6aFugGqe/fPAM0mb786dO9nw4cMZYkmi7ac//SlbuHAhO+aYY0wfW4XtT/pr7reO9LPcb5GdgKJ4s2iCAtG7VPUeNZHG9VlL7z0TtOP7Fln/cUWhSDEDsoTaOuRTXZxkPlPde79Ier8uJtXYj/Szatz1VNdM+mWqcOdjsnXr1rEuXbpwm2G4JWkHlNktXHkKomQQHTt2ZA8++CBr1KgRX56MCOvDDuaqQ+ueCBlhNY5AKuIF6OoQunKF+xHBdR5DReKgUQXXH09HUhVnbc4pXfM9AkXTL4nganBy0yS4grgAR9UNN9xQJqFONjYbMpoBFLFdt27dygOpQVANt86dO3MlokGDBmXXi8ilOtlFZYLIslLFjWlCcJUpDzrkY5nMUKpADsZfuNkQXEVGlbBiKDKEpkVCiK4/zw60rAma7733HuvVqxfDB0bQXAmatgQCm2dK1vjt2LGDk9DhiAw3nWdo3EMu+AACWaRJkybs6KOPZgcddBD72c9+xlq1apUoUcXXc1pnnKIpNDproj5OCOhmb/NNbA2EJoJrZPtEjq5LLrmETZ8+ne255568d9JBai6OyzSdVbJ3HzDSrWabd4LrZ599xi677DIGp1W4JZ0ZDd8sEydOZKNGjbL6ZnF6Kv1wcVrGQ1tZZecPwWZz585lp5xyiu3QyuswPqoRRKt/qIjdMpmTOk/bt2/nCYKWLVtWsibI37NnT+U6dTpQBVcdlMr7kD5oh1voKtKfnCGkAQgBQoAQIAQIgWIhQPpT7veLCK7xW0T6q4cj7GIv8zA9H0IniEsUZOYaYOZLfoxTbQRXrFmWRA77Av86Kk/YElxFpGfMee6557K7776b7bPPPj63j4/19NNPs+7du3uzS+XZlhaAl+b9jyTJ8CFHg1N1YxXy7J8HnknbfHE/Ab933nmn7OwjQcC0adNYvXr1vN8XeRyQ9Nc87kqJTKSf5X6L7ATUSVKs4wu2m/37q1yftfTec0G/9Noi+hJ9rb5IMQOy6qq68Qa6mMkSW+vEuhVJ79fFoxr7kX5Wjbue6ppJv0wV7nxMJkvSkFQMEFYt++7WtVvIkNOxaSaZKMZVh9Y9EbLY9zg+CWTr1KlTmS1u3LhxPK5vl1120Z1eq5/oeyCOJ6Q1qEMnquBqDh5VcDXHrKhXFE2/JIKrwUlLk+CKF03fvn0ZqueE23HHHcceeughduCBB8ZKbkJGg6Pz888/Z3/605/Yhg0bGD7I8b9XXHEF6927twFCP3Y1rUQqeki6EC5FxkCVY9aE4AoFCEHYS5YsKcFnzJgxDH+CB4ESR1kmWxuCKyYT7UGQcWX9+vVlGVl0DCHKRVh0yLMDLWuCpuzDwoX8LTO4qbI8mzxTgmOQNX54tqEyGs59uLk8WzCOzCCoIotY3B6ZXlI0hSZTsCp/cp3sbUkRWwN0ieAaOWcqY4xIb9XN3q57pF0cl2k6q2QkPxOjWd4JrjLdD/8+ZMgQnjgnID7r7q9Ov5UrV7L+/fuXfbOceOKJDBWFmzVrpjOMU5+0jIcuQsoCzs477zx25513ssaNG7sML7wWwVkDBgxga9euLfldtwqB7MwPGzaMn6e6det6kxmJkfBtFSbiHnzwwTxJScuWLb3MQwRXOxhJH7TD7YerSH9ygo8uJgQIAUKAECAEiokA6U+53zciuMq3iPRXT8fXxV7mSQQ+jIoQIfL5mNjKfMoqGqsaCa7AQWQjwb/D1gYS6qJFi0rgUvn2gs4y0jN+v+uuu3iyWBvftuwcwHaNZNhIFBtu8NXD3tOhQ4fYI1REWxoWlNb9v23bNo5v9DxABl2CRZ7981hH0jZf3BNTp05lV155pfAsglSOWB2f90XSz03b8Ul/tUUuletIP0sF5mwmUQXmy2JddJ/zOqtyfdbSe08HZf0+RdV/9Fco7lmUmAGZPq0bx2uC0yeffML1kBUrVpRcphPrVjS93wSXaupL+lk17XbqayX9MnXI8zOhLIECirChKNeuu+7qTVjoujfeeCMDJyHafNihVAU/RERPX7Hdrjq0Lsgi2y6uRQwgcN19993LhpIVF0CcGHR32Bd9NZnt7/rrr2eIz/JNptWRW0ZwhT0S8qLg2Lvvvss2btzIiy18/fXX7KSTTqoZevXq1bEYhb9/RORwquD64y5RBVedE5tun6Lpl0RwNTgfaRFcP/74YzZ06NCyCqgQVTeTggkZTWYYc3mhP/PMM2XOqTiipijgGOtFYDw+2k2arJKU6kPfhOCahIFF5rS0JbiKSL4dO3bkWX7xd/XVV9fA6juA3GS/8uxAy5qgCRzvvfde7lgON1sDWVxlaJUT3OSZEsiaB/yeffZZhqCMaOUy2w8lPC/vueceXg0t2nw6E0zuoaT6Fk2hSQoHGpcjEJe9LWlia7AFRHAVHEbROwLPqIEDBzLRczta4dX1fLs4LpPQpUTreeutt/h7NEryM9Uzi0BwlRmPsNbx48eza665xqtBUkagxHy271mbM5mW8dBGtuCaOONtEgTkrVu38iA3fF9Em65xWpbQA4Y/JA+56qqrvJynLVu28Hs0mjjI9/OKCK52J5j0QTvcfriK9Ccn+OhiQoAQIAQIAUKgmAiQ/pT7fSOCq3yLSH/1dHxd7GWeRODDiBKoHn744Zxw2KJFCyERL7Ar+pTDdqxqJbjG2ZBEWKp8e+FrRH5j/I4gt9mzZ7N27drZblfJdd9++y0PtBs9enTZeD169ODJ3ho0aBA7VxFtaVhQGvc/sJk4cSKDjS/aTCry5tk/j3WlYfONs6fDF3///fczPDcrvZH+musdJv0s19vjLpwoliUoWhAUXVi2bFnNRKqYN1OJXJ+19N4zRTy+f1H1H1cUihIzICOMuMTWyrBDbB+IRvBtRptOXFqR9H7X81Op15N+Vqk7m4t1kX6Zi23IRghZAS7EAN1xxx28GJqPJE+Ir0YRt8GDB5fFbPsqliCKZwp05SZNmpQVRVIVRzPZEVcdWmeuOL1QZb8VxZJiTmCP3w499FAdEWL7YI/xLYBCBuHmE2cTISHPzp07GfRK2CODhHuQB8UbPvvss5LhAnIq9LswwXXmzJmxdiAkH4GOhkYE1/gdIoKryQlOp2/R9EsiuBqcizQIrsgOMHLkSPb000+XSXbaaadxYuK+++6rlNqUjCYipNpmbZB9aMdljpARXG2cB7JKUqpAexOCq6z8OwLJJ02aZFzRKI4gYEtwxT7A+HnrrbfWnBdUbsOLAw4ZnKWg+Q4gVx7QUIc8O9DyQNAE4R2K4PPPI/bmx2ZDhpDdGxhV5QQ3faZgzDzgJ3NO2jrsZfeqb2eCyT2UVN+iKTRJ4UDjMln2trSIrcEWEMFVcBhFz+ZAF0G2sn79+pVcZZM4JO4ecHFcJu2sgvFizZo1PGnMG2+8UbaMiy++mE2bNo3Vq1dP6zYvAsEVC5G962G0QaIcGBB9ZN374IMPOLZRUiJk0A1U0wJeo1MaxkMNMZRd4vR9BKThz0eV3c8//5wb7O6+++4ymUyMxXFJPTDwtddey0aNGsX23ntv5dplHaDngigrquaBbxVUuPXViOBqhyTpg3a4MUb6kzVydCEhQAgQAoQAIVBwBEh/yv0GfvGDrhYIehVjbHLupU5eQLL/ecTYxV7mUQw+lCyQpFu3bvx7HETDoImCcnzLYzJetRJcgdHmzZu5XRc2L1VT+fbC18fZeuCPR4DcEUccoZoy9ve4IEbd6q3BBEWzpcnuOZ/3FpL5wsaLZIbRZopvnv3zWFtaNl/Mg2TrsHdH27Bhw9htt91mHPfhdBNlcDHprxmArjcl6Wd6OBW6l4gwFxQtgA+4U6dOJaQA+DlQCcsH8cDHszZpvbea3ntF1n9cb8KixAzIiisg2TCSjPhuospzmEMnvrNoer9v7CphPNLPKmEXc7kG0i9zuS3pCgVeSvfu3cuIp4ilvu+++xg4Kq66ZlyMuorDoYuGqKgb7CJLly7lBE7E24cTxQQ6dqNGjXSnkPZL2l4RZ1sLJy+UCSjjG6A/bFQTJkxg7du3Z7Vq1bLC4rvvvmNz585lw4cPZ4hPC7ek4gUxJ3gAf/nLX9iXX37JUOwEOuT69esZKt+//vrrRmtBrP+cOXPYn//85xKCq8kgRHCNR4sIrianKZ2+RdMvieBqcC6SJLgiewCyI9xyyy1lD32IaErGMiWjySr0dO7cmc2YMYPPr9tkCkpcFikZwRVzmsjw4osvsiuuuKKMyKBDDjYhuIrIo5AVBFKQR04//XRduHjJcxmpGYOccMIJ/GVqsgfB5CIDCypPoopZmOyhk+FLe0GGHfPsQMsDQTPO8HTzzTdzYgGyjKia7N4IrlM5wU2fKRg3D/hBDtmHGZRMPN9wj+l8mMWReVSZcVT7k8ffi6bQ5BHDCpEpmr0tbWJrACMRXAUHChm78B6YOnVqza94tj3wwANcrwz/u23177hz7OK4TNJZBb12ypQpDJm1ohW8sR6bBCpFIbhCR0UGf5wLUQPxEURKGPZsmoo4DGMaDFktW7a0Gd7qmqSNh1ZCSS4CNtDFRecSBlYETCGboG2L+64wDXKDDPhGhVESzxRRg2H4F7/4Bbvgggu0yeIYB9/V+P7Aty90zGi77LLLeNIgH4TfYGwiuNqdKtIH7XBjjJH+ZA0dXUgIEAKEQDYIRB2+NonlspGcZs0bAqQ/5W1HyuQhgqt4i0h/9Xh0XexlHsXgQ4kq9yA5HkhbgwYN4r7CoCVRechlPdVMcAVuCJSHrUhkQwrjqvLtRfcgrmIl7MqovAoft47PLDo2Krfi/F999dXCWAcbsmDRbGlJ3f/AFomQQWp65ZVXhLcWSK/XXHONdnLDPPvnscC0bL7AFtghaXi0wZ7qOwmfy3MxqWtJf00KWedxST9zhjD/A8DnBl8Int9Bw7MHyWXxvA//O2LRHn30UdamTRtvC3N91tJ7z9tWlAxUNP3HFYUixAyIYjKw7lNPPZXrv02bNnWFodx48cUXbODAgWzRokUlv+k+C4qm93sHsOADkn5W8A3Mr/ikX+Z3b1KTLK4yKPgJSKp14YUXatsWwoJDt33qqafYlVdeKYwDOv/883myPZck+uH5Xn75Zda1a1eGGMGgIS7ozDPPZJgr/O+wdyHZn429K7o5rjp03GYjlgrxnmPGjBHa1mC7wG+77LJL7JmRxcsHF6EoyHXXXcd+/vOfaxNdsb+wNaOCqSiGzIY7o3vwodfATioqwqE7RrhfUHQOMXbhCq4mYxHBNR4tIrianKZ0+hZNvySCq8G58EVwhaEcDqktW7bwzAHIFIEHbzSbQdiAZVoC3pSMFkeiw4N47NixDFkL6tSpI0UMyg+q79x0001lWS6RrQpVhPbZZx/h9XEEV1wAGRDwDaeaqOrU3/72N4bsHiKCsK7zwYTgCpmwZ7179y5zLuqS5lSk5gAol8yueLGLDB7hTUiC8GJwW0kdVL6rzJnIFPTNC0EzzvCEMwjF9bDDDhMq4HH3RhgTlRPc9JmCsfOCH565UOzxARZteD6gAhmIFFCyRQ3XP/fcc5ws5KMKoM1ZzOKaoik0WWBUBXOGs7dlRWwNYCaCq+TAiZJZ/O53v2Oo4IoKpkHTNXKYnGsXx6UvZ9U333zDdbGPPvqIB+VBrwYmsuAv06QxAR5FIbhCXrz7EewEkq+oHXvssVy3RwIYk2qu27Zt40FuMuJww4YNeeKInj17ejEK6p7FJI2HujLo9oNOgWAFfHeIzigIo/iWAmFUJ4FJMK9K34O+g2cADLYme47x46plBPNj75GJ7+yzz2ZHH300+4//+A/2k5/8pAYW3KfQZ6FHPfHEE2zx4sXCqgi4wIaAroM/EVx1UCrvQ/qgFW6kP1nBRhcRAtkiALsobLTI9HrppZdmKwzN7gUBmz0NBxBCfzK1x3sRnAYpPAKkP+V+C4ngWr5FpL96PrYu9jLPojAkQkPQEb6Jg4aEn6jgCr9I0PDeQ+A0svfnpVU7wTUu4DC8Ryrfnmg/42w9OAsgQSPh2QEHHKB9HFB1Fn44WZI0nUTUosmKZkvzcf9Dj0UMAWyHqEixatUqbusXJYkLMLNJzkIE1x9PXFx1E9uzq33z5KAj6a852ATSz3K5CWkJ9fbbb3P/Ct7PQUOiWlQTWrhwYc2/6VRtNJXZ1b9G7z1TxPX6F03/0VuVvFcRYgZEiYOwoiTiL8JIwaeM5DHRpjtvkfR+13NUadeTflZpO5qL9ZD9LxfbkA8htm7dym0/SK4maiA/oniCLB5ddI0qniyJYgmIk0IytVmzZtWIhOq0hxxySEmcuE7VU5OdcdWhw3MFNiDEPD755JO8uNqGDRuE4px44on892bNminFhT6J+D7sY1w7+eSTuZ0Y//uzn/2MF8sIYsoC2VAhdcWKFbyIAeIxZc008ZpyEaEOMu6WzhiIZwMHB+egefPm7IgjjuA2z4MPPpihaFiY4Nq2bdvY4g4450G1WCK4xqNPBFed05lun6Lpl0RwNTgfLg9Jg2lKuuKFAVLW4MGDjYKRbchocSQ6CAVCAIKWW7duzQ466KAaOTdt2sTWrVvHX7CocBhtOkQCFcE1GPPII4/kL1QE5qOiD2QGeQPEWtHcuE73xWlKcI3DC/t2zjnncEPkUUcdVfPS++yzz3jFVmQqgcxRUnOLFi34PodJdFjz/PnzucJo2kQZ/6Jj6Bo+TOfW7S9T+HSvd+0HZR1GIRGJIC8ETaxRRS5A4EGHDh1Yq1at2G677cagWK5evVp6X0ZxUznBbZ4pecIPyiUyXCLTrqjhngWGINEjMw2y3OAehxILEobMcZwUCcP1XPu4vmgKjY810xhlCCB726k/VCFbkTE+RHCVbMD27dt5lioQO2VNN5On6R67OC5lzipTGUz6QydFdVNkajPNyiYjuJrM79JX9Z6Ojq0iuaI/DFRIlNGpUye23377Cb81vvrqK/anP/2JzZkzh79DZQl5siK3Yh0+jYcue6R7rcoxjXGg//fr149/e8H4Wrt27bLh8W2K7zAEoCKDn+xbyIXcGkyKYLpoZRfd9Zr0gwHw9ttvZ8cff7zJZVp9ieCqBVNZJ9IHrXAj/ckKNrqIEMgOgbDTFdlqRZV7spOOZrZBwHZPo9Xrk3C426yHrikWAqQ/5X6/iOBavkWkv3o+ti72Ms+i8OFgN4HtJ64SKGxlsC00aNAgCRGsxszCdhgWVJV8WOQzw/XwyyHgzEcDaRT2IeyhrJnaDINxVq5cyfr37x9rT8K5GDBgAPc71q9fv0wE2KYQdKeyG8KPhqR4iC+waUWypWVhQ4ZvAEGLphVQ8uyfD55doioaPu+x8HmMq5oMuyKCQk0TB9qc9yyuIf01C9SVc5J+poSocjroxiEioByxcj6bq3+N3nv6uxEXlyYapUj6jz4K4p5Z6P2mMQP4VoKfNNzSSBIkIsBDBpNCJkXS+13PUiVdT/pZJe1mbtZC+mVutiIfgqhi0SEl+A8oGgQ7F2LCos8mJLpHUhZVzBLeu4gD6tixo3GsngotHX10xIgRRA0vkQAAIABJREFUvLhaXHE31Tzh37OwpwB/JOlFdVrdhuR5iJFE8pykG+bAHzg9STUVxwjkVPCaYE8NbKlBpda99tpLKFZ0L1U2p/B5I4Jr/E4TwTWpO8F+3KLpl0RwNdhrXcOSwZCxXfFinzBhAq/gU6tWLaNhbchomADXoeJnnLPMRBDdbPeilw+IqSCXyTKF6MgBcjCyWekoJ6YEV8wPYm/fvn1js6bqyIk+qBCBik2ouobKWOEGg8Mpp5yiO1RJP5nBA53SMLiohM5C4QvLVBSCK2RWGZ5UWOP3kSNHcvImlNdwUznBbZ4peSK4Yq0qkqsOfuE+MBrec889PKtLJbaiKTSVuAc5WNNRjLH1OZADIhDBVbIROskskgpScwnYS9tZBcMCAqlQpcKU3ArodYxiSd4rqve0aG58uyC4CYa6uCDG4NpwJrLvvvuObdy4URrkFp4PVUcnT57MYBiywdYVN1cHvOv8NtfDMY0zhe8UGWk4PC4CCcNBaiCzxlVtCK6FkRM6H75XXAOwMCcqwMI4nURDohZUHbZJ6qMjDxFcdVAq70P6oBVupD9ZwUYXEQLpI4D3MZLPoapZ8F610bnSl5xmlCHgY09RIavX/2fvToAlqarEcR8RQUBBZFDQn6KhsqjQghs7KAygIIg2siMzrLI3jqwDCMrqsCNDQzOiLLKKzRAKSAuioCC7MKDOBMMo4oYECBgoyz9uzrz+v6Xeq6x6WVV5s76MIJzpzrz33O/k6z6dVSfvNtvE448/XkyTXl44e/bsWjX8uAPqLaB+qnd+IkKD68QUqV8rvm2n87ys4lCK4dKLPNPnvlP9ez49P0r/5h/Ec53J1tzvZ4fj46hDg2uKaaqmu/T73dav6ZlyemHi5z73uVLP/9J3FtLOBiPfVyj7bKqql5nl8iyt38+QU9Nl+gJh+ry/06POn8+ntfT7me9UuyanF4imXVLSS5KbeKhfa5lV9Vkt09K7oNJO3el7gZMdnTSzdRLldP+s9fdeee1OG1zTyLnUP+UVWp/Z77q/0+8MPPXUU0Vz6+gdldNKNtxww/jGN74RqU7o1THV95TTd9XSv/PaHbnV/e3WMyy/rz4blkz3dZ3qy75y5zFZ6n3Ye++94/bbb28b8MgumGnjpXSM3slyqos7falE20DGnTDZLuujT6v6RTH9fp4ynQ0nOq0nO/VPz6OOPfbY2H333Uv16HQ6/ujz0789Dj/88EibyKXv0KVNrNJ/6R5LL+ZLzyzH1079bnBNm4ik50epfkxH2ik2/Ttv9KYW42vfdjGOGPSqYbTVd+naNfqWyWOv4i0zt3NaC+RWX2pw7eBO7meDa9rmPX3Bqsx24q2W0E0z2sg4VX15uZMvu7f6QzL9Qb/++usXH6qmL5x1cqS5v/zlLxdvsCvbHNxNg2uKKTXhpg8AR++62mmsRx55ZPEXWWrETbuJpi+7jz7SF9OTQzfHVPdtrxpeOomz3wXf+NhyanBNsd99992R3irTaRN6KiYPOuigYhfT1ESd7rnRR7sPwbv5M6VuDa5pvenn4Zxzzin+fCjTUDLZvZz+jE5jvOUtb+nkds/q3NwKmqxwBduNgAbXKdSmeplFuqzsBxydJmY6X9jr14dV6e+/vfbaq/j7r9O32I/26PeHtONz0e7v6clylxpVv/vd7xbrL9MQ2ek9MN1/s3Q6X6vzp/sBfBUxdDNG+kAxPTA+4IADOq7rysyX3qaY/j2ZHuxV9QXV9EWv9PA33Y9V3U/pYWx6yU964Nnvt/mVfVBYxrup56gHs8+s+in7FFpALwUuu+yyopGxk2cjvYzH2NMXqCKnrb7Yfu655xZfZKuqppr+So1QZwH1U52zU8SmwbXeKWpE/Tqd52W9Sk+rHYdG5ko7lqfPYNOXg+p09OvZ4WRrrkuD61RNdyn2bp8Zjqz73nvvjYMPPjhuuOGGytOfPoNOn3mnL5pVceTwLK1fz5A/+MEPRnrJd2q4LPs9iPE5qPPn8ynWQTzzTS98TDvitvpyb7qf04tvpvMZQxU/B70YQ/3aC9VGjdmI+qzuGUkv2Uqft914440tQz3iiCPiqKOOKl5kX+Ux3T9r/b1XPhvdNLim0XOof8ortD6zX3V/t98ZuOOOO+KTn/zk/Jfhjawifcc0NVn0+nnhZA3wnX7fM6e6f7r3VBOuV581IYvWMIWA+rJGt8evfvWr4rnQN7/5zcqjSju/nnHGGbHaaqtVPvbIgC+++GLxvaj093KroxcvpOjn85RkmDaceP/73z+tmiPtapr+PZFezlHV0YvvpE03tkE3uJaJX4Pr9mWYnNMDgdzqSw2uHdwEvW5wTR/wpIbMtK172rlmOv8I7qYZbTRF+sDs2muvLXbR+eEPf9iBUhQfVKVdItObohZffPFS107W4Jp2G+qkIS19QTo1gqaHQ51+wNBtg2taYCr0UgGQ3thVZoesdM3KK69cNMamNY52+t73vhdpB6PRR6cPJsajT/bAYzqNs6USW+KkfhZ8rcLJrcE1reHZZ5+N9OW6sk2a4z/o7OZe7+bPlDo2uI7cA6loT8X/hRde2FGj6zrrrFM0B0/nQ+MSPxa1OCW3gqYWaILopYAHXFPopr8X9tlnn7jgggsmnNWrt/qmiabzhb1ef1iVXnayww47FB8IpzdiTffo14e0k8U53S+rpbfnpS/gpC+VTecFDyPx1envw+l+AD/de2O616ef3/Sze+aZZ1bSNJr+jXHooYcW/65ML8/pxZFi/vd///fiz4D0b8ZujvQzmppa08/pG97whm6G6OgaO7h2xDX/ZPVgd241ukr9VKNkCKV+Aq3qu+nWXPVb5XBFVFVO77///qL5+aGHHioAU4NL+nA/NQA5CLQTUD+1Exr472twHXgKpgygEfXrdJ6X9So9U70cL71Q9aSTTurZM4Ru19TrZ4ft4qpLg2uKM32elZ6ftHrxbRX1a6efObazG3mZ2Z577hmLLLJIu9M7/v06P0vr5TPk1JSxwQYbFN+B+MhHPjLtn9k6fz6fbopBPPNNTUQph6nJtdWRPldOf2ZO5zs8Hd/wfbhA/doH5LynaER9VvcUTPXF/LQ75Le//e340Ic+VPkypvtnrb/3yqek2wbXkRnqXP+UV2h9Zq/r/ul8Z2Cyn81e/lyOV0qb1Gy33XZx2223jfmtbmLIre6f7r2V8/Xqs5yzJ/YSAurLEkj9PKXqF92PvFQibcaUnhH1+pg3b16k/opWfRsnn3xy0U9S5b/j+/E8JTWPpt11q3j+M+Kfnnk8/PDDxXOPtPlcqjE6PVJuN9lkk9h3331jjTXWiAUXXLDTIXp6vgbXznnt4Nq5Wa5X5FZfanDt4E6rssF19dVXj6WWWire9773Fdtkr7nmmvH//t//q+wP/G6a0VpRpF2fUvNm+ks5/Ze+2JN2Kh39xfi0K1Bqal1vvfVi3XXXjVVWWaXjdUzV4DoS19NPPx3f+c534uqrry7enDnyF2yyTG/5+PjHPx7py/Zlm2rHr7ebpr/xY/z+97+P73//+3H99dcXxcBPfvKT+aeMdkoNrMsvv3xLp1Zv50uFQWqeHd/4Wvb2/c1vflM00t58883zL6nLW5n7UfBN5ZRjg+voh5g//elPizcrp23h0xvXRgr19HORCtxNN900UnPT6GKyzM/beLNu/kypc4PreMP0s3HnnXfGf/7nf45pLkmO6YUDa6+9dqQ3+qQdW7t9G3LZn9e6nJdbQVMXN3H0TMADrja0k73MopdfUpvOF/aq+rAq1Uipnk51daoH05fPPvCBD8QyyyxT6Z/XvfyQtsxPTRVfVkvzpFr18ssvL16U8bOf/azM1PPPSdbpoWBqShxfW3Q0UMUnT/cD+IrD6Xq49G+d1Cyadprv9AVDadL0gDPtVrz++uv35MuDky3sqaeeigceeCDSG4xTM8ivf/3rSLsdjH4Ymh5ap5/N9O+P9HOa6qp3vOMdHf+bsWvciOKNjeklJaMPO7i2F1UPtjeq+Rnqp5onSHiDFaiqGXKwqzD7aIGqcpq+vJYafQ477LD5w6cXCqVf60WThiw2S0D9VPt8anCtd4oaUb9O53lZr9KTvqiWvlSWdk0Yf1x11VXFS7LqdlT17LDbddWpwTWtYe7cuUXT3fgv61X1zDDNkczTSz26eW6Yrk8vXUvPDbfddtviWW2vjzo+S6vqGXJqxEjfvXjnO99Z7K6cnsWm75NUWYvW+fP5dO8M6plvuq/SFzVb7WqSnm1eeumlxXdhmnSoX5uUzZ6spRH1WU9kKh50sl0ip7sZwlRhTvfPWn/vlb8JptvgOjJTHeuf8gqtz6yq7u/FdwYm2125lz+X45WmaoDvdnfn3Or+6d5jOV6vPssxa2LuQEB92QFWP09NL0JIz5+6/c5Seo6RNkX77Gc/W8lGFGXX/uSTTxbzpr6S0Uc3L4MoM2eVz1NGvkv1xje+sfiuY9qpNT2TXHLJJcuE0vU5L7zwQvHdrvQCjf/4j/8o+g5SfTC63yUNPtLzkjbYSvGl/+11bF0vKqLYTC81NKcNQNLR7jth43OZejDSrrmTHaP//dPu2fFkY9jB1Q6u07nHp3NtbvWlBtfpZNu1lQl003BX2eRDMFCrN3r1suFlCEizXeJkjfrpA7mtt94623UJvHqB3Aqa6gWMWDMBD7hqlhDh5C0w/iU2v/jFLyY0JaaXPKRG4fTWtfQAJzUSL7bYYnkvPIPo01vzfve73xUNo+nhWXq5UKrl08tGRo70EPFNb3pT8QAxvSip7g8RM2AX4iQC6sHsbw31U/YptIBeClTVDNnLGI3dmUCVOR3/orfpvnyws5U4O2cB9VPts6fBtd4pUr/WOz+iGxKB9Nzwt7/9bfFS2PR8Kn3JLb1I+Z577pkvMNJAkF5gll5kNoiXmY0E41nakNyYltkzAfVrz2ibMrD6rCmZtI5GCah/GpXOgS0mt7p/YFADmFh9NgB0U/ZTQH3ZT+0u5kp1RtoA7a677iqeDaUNmNJzovHNj+k7ZW9729uK7yyl/9KLzxZaaKEuZnQJgWoEhq3BdYcddoj3vve908K75ZZbio0HRx/ppc9pw8bpHGmjjLRT8Ogj/f9poz7HYARyqy81uA7mPjHrOAENrr29JVrt6lbXtzL3VsLo6e3Oe++9d1x44YVjMNq9fYTc8AnkVtAMX4aGbsUecA1dyi2YAAECBAYtoB4cdAamPb/6adqEBmiyQJXNkE12ymltVea01e4IO+20U5x55pmx+OKL58Qi1j4LqJ/6DN75dBpcOzfr5xXq135qm4sAAQIECESE+tVt0EZAfeYWIUCAAAECfRZQn/UZ3HT9FlBf9lvcfASGRCCHBtf0EsHU5HnzzTcXWWm3y+xI6lp9Bp5bWjW4DjZjudWXGlwHe7+Y/f8ENLj27lZ49tlnI71R4YILLpg/yYYbbhjf+MY3Ytlll+3dxEauRODYY4+NefPmFTt0rbDCCrH88svHu9/97lhqqaW6Gr/Vbr7vf//7I+3g+s53vrOrMV3UTIHcCppmZsGqRgl4wOV2IECAAAECfRZQD/YZvPrp1E/VmxqxQQJVNkM2iCXrpVSd0/Rm6pkzZ0Z6lpaOtFNZemHcFltskbWT4HsroH7qrW8Fo2twrQCxh0OoX3uIa2gCBAgQINBKQP3qvmgjoD5zixAgQIAAgT4LqM/6DG66fguoL/stbj4CQyLQywbXtLNx6uU44ogjCs0ZM2bEZZddVvR0lD3SGOmz7B133HH+Jelz6Dlz5sQSSywx5TAaXMsqO28ygdzqSw2u7uVaCGhw7V0a7rjjjvjkJz8Zjz/++PxJTj755Jg1a1arN3L2LhAjdyXQ6mfjlFNOKfLXzdGq0ClbJHUzn2vyFcitoMlXWuQlBTzgKgnlNAIECBAgUJWAerAqyYGNo34aGL2JcxCouhkyhzU3Pcaqc9rqpYFbbbVVzJ49O5Zccsmmc1pflwLqpy7h+neZBtf+WXczk/q1GzXXECBAgACBaQioX6eBNxyXqs+GI89WSYAAAQI1ElCf1SgZQumFgPqyF6rGJEAgqmhwXXPNNePpp5+Ol156qWg6XWCBBYr/O/XhHHDAAXH77bcX0q02FUu7s+67777xzDPPFJuNvfWtbx2Tlfvuuy+uvfba+POf/zz/11MfyAknnBALLbTQlBnU4OoGn65AbvWlBtfpZtz1lQhocK2EccIgL7zwQhx11FFx3HHHzf+9lVZaKa644op4z3ve05tJjVqpQHrLxzbbbDNmzC233DLOP//8jr9M99hjjxVv/7jpppvGjKfhudKUNWaw3AqaxsBbyGQCHnC5NwgQIECAQJ8F1IN9Bq9+OvVT9aZGbJBA1c2QDaLJdim9yOm3vvWt+PSnPz3fJO3ievXVV8cGG2yQrZPAeyugfuqtbwWjpwfj648aJ71F8rQKxjVENQLq12ocjUKAAAECBEoLqF9LUw3rieqzYc28dRMgQIDAwATUZwOjN3F/BNSX/XE2C4GhE6iiwfWDH/xgHHLIIXHqqadO6ddqU7Hnnnsu9t9//2JH1rLHVVddFZ/61Kfanj537tw4++yz255XlxP+8Ic/xD333DMmnIsuuii23377uoQ4dHHkVl9qcB26W7SeC9bgWn1e0nbm3/zmN2PPPfcc88aH/fbbL0466aRYeOGFq5/UiJUL3H///ZGKoV/+8pdjxr7ggguKZtX0hpAyx5/+9Kei8DrvvPPGnJ4ani+99NJYZZVVygzjnCESyK2gGaLUDOtSPeAa1sxbNwECBAgMTEA9ODD6qiZWP1UlOQTjpDeP/upXv4obb7wxfvSjH8XDDz8cP/nJT+avfNVVV40VVlgh0ltLU2Pf8ssvHwsuuGDHMuM/WBoZoNsPNCYbL61hrbXWGhNft2823XjjjSNdu9RSS40Zb/yzzBkzZkR6SVlyGjnSG16vv/76+M53vhPprawjH+Qst9xyxYvn1ltvvdhss8269pwqAemld7/4xS9i3rx5cdttt8XPf/7zMR8krb766rHiiivG2muvHRtuuGG85S1vKf2MafS8adytt966WN/I0cqi7M3SarzJclB1TlvF+Oijj8Z2221XGI4cnq2WzeZwnqd+qn3eNbjWO0Xq13rnR3QECBAg0EAB9WsDk1rtktRn1XoajQABAgQItBVQn7UlckLeAurLvPMnegK1FaiiwTV9v2D27NlF381Ux2TfbTj++OPjsMMOK2W01VZbFXMtueSSpc7P6aRWn+F3+32QnNZd51hzqy81uNb5bhqi2DS4dp/sX//618XFyyyzTPHlwvQFtvTlq3POOaf4y2/0dubLLrtsfPvb344PfehD3U/oyr4KPPvss7HPPvtEamgdfaQdI/baa6/ijR8pr5Md6Uuq6Ut46WfshhtumHBa2t7+85//fFdfTO0rhMn6LpBbQdN3IBP2W8ADrn6Lm48AAQIEhl5APZj9LaB+yj6FvV/A888/XzS1nnjiifHDH/6w9IQrr7xy8SwhvZBrscUWK33dsDS4Jtf0xtVjjjmmaCxtd6yzzjpx5JFHxkc/+tGumkxHj5+eI1155ZVx8sknx89+9rN2U8///RTDwQcfXDS7dvJSvKY3uP71r3+d8Kbe9LK4K664omhSdhAYL6B+qv09ocG13ilSv9Y7P6IjQIAAgQYKqF8bmNRql6Q+q9bTaAQIECBAoK2A+qwtkRPyFlBf5p0/0ROorUBVDa7pJeAbbbTRmN6bkUWnvo1//ud/Lvo2Wn2enl6Gvc0227Q1+sd//Mc49thji76fJh4aXOuX1dzqSw2u9buHhjIiDa7dp/173/te8ZdpmSO9GeLoo4/WzFgGq0bn3HrrrcXW7KlxefyRCqa0e0racSPtwvqqV72qOOU3v/lN3HvvvXHNNddM+mXKLbbYomiCfuMb31ij1QqlLgK5FTR1cRNHzwQ84OoZrYEJECBAgEBrAfVg9neG+in7FPZ2AemZwRFHHBHXXntt1xN98IMfjNNOOy3WWGONaPFnxoRxh6HBdemlly5czz777I5dp/Nh1ssvvxw33XRT0Yz505/+tOO5Ry5IO8p+5StfKXZ3LXM0vcE1GXzrW9+KT3/602M4TjnllJg1a1YZIucMmYD6qfYJ1+Ba7xSpX+udH9ERIECAQAMF1K8NTGq1S1KfVetpNAIECBAg0FZAfdaWyAl5C6gv886f6AnUVqCqBte0qdx9991XbDY3+ki9Ge9+97un3HH1j3/8YzzwwAPxt7/9rfjf9CLl0cfyyy8fq622WrzlLW+Z9kuva5sIgdVSILf6UoNrLW+j4QtKg2v3OZ/qbRGjR01bp6ctvt/2trd1P5krByKQvqT4zW9+s9j2fvSOvNMJJm1vf+qpp8ab3/zm6Qzj2gYL5FbQNDgVlva/Ah5wuRMIECBAgECfBdSDfQavfjr1U/WmjRgxPWO4+uqr48ADD2z5Iq1OF/n6178+UrNfejHXggsuOOXlTW9wPf/88+Pf/u3fumpuHYHbdNNN46tf/Wost9xypVORPmA755xzIr3YrornRiussELRuLzxxhu3bVwehgbXhx9+OD7zmc+M2RE37V48Z86cWGKJJUrnyYnDIaB+qn2en4yI142KMnWqn1b7qIcnQPXr8OTaSgkQIECgJgLq15okor5hqM/qmxuRESBAgEBDBdRnDU2sZY0IqC/dCwQI9EQgfQfi6aefnt+YusACCxSf46b/dRAYdoHc6ksNrsN+x9Zk/Rpcu09Eqy+SjR8tfTHt3HPPjXXXXbf7iVw5UIFUfF1//fVxwAEHTLoja5kA046v++67b7GjR/q/HQQmE8itoJHJxgt4wNX4FFsgAQIECNRNQD1Yt4x0HI/6qWOy5l+Qni1cdtllsffee8ef/vSnlgv+8Ic/HJtsskmk3VkXW2yx4g2j99xzT9xwww0xb968ltek5wupwXLbbbedsiFykA2uae7nnntufvxpV87dd999zHpSg2hq/B19TPbh1/hnme9617ti5ZVXLnb7HH2ss846scsuuxTP5BZffPFIcaQ3tqYXmaVG41YNqVtssUXMnj073vjGN7a9KVNza3qBWYpnsubWDTbYIDbaaKNYddVVI71d9tlnny12eb3uuuvi9ttvbzlHarD9+te/Huutt96UMQyywbXqnE620Keeeip23XXXuPLKK+efkvKd/v9VVlmlbY6cMFwC6qfa51uDa71TpH6td35ER4AAAQINFFC/NjCp1S5JfVatp9EIECBAgEBbAfVZWyIn5C2gvsw7f6InQIAAgQwFcqsvNbhmeJM1MWQNrt1n9Q9/+ENst912ceONN7YcJO3cesYZZxTbmjvyF3jiiSfiggsuiDPPPLOjnVbSl03T7hJf+MIXYsUVV2y7A0f+UlYwXYHcCprprtf1tRfwgKv2KRIgAQIECDRNQD2YfUbVT9mnsPoF3HnnncWzgUcffXTC4JtttlkcddRRxfOjVm8yTc2xjzzySBx99NHxjW98Y8L1ZRoiB9ngOj7giy++OHbYYYcxv3zMMcfEEUccUQq+1bPM0Rcmjy9/+cux1VZbxcILLzxhzOSZGocPPfTQonl4/JHGTy8na7cr7ty5c2PHHXds2dy60047FTl9+9vf3vI50EsvvRR33313kdNrr712Qgyp2flrX/tarLTSSpOaDLLBteqcTrbIF198sbgvjj/++DGnpAbgZOwgMFpA/VT7+0GDa71TpH6td35ER4AAAQINFFC/NjCp1S5JfVatp9EIECBAgEBbAfVZWyIn5C2gvsw7f6InQIAAgQwFcqsvNbhmeJM1MWQNrt1n9fnnn49rrrmm2DUg7bqQvqSYvkSXvoS28847x/rrrx+LLLJI9xO4spYCf/3rX+Pee++Nm2++OX784x8XeU9fjBw50j2QdpNIO66keyD975JLLlnLtQiqngK5FTT1VBRVhQIecFWIaSgCBAgQIFBGQD1YRqnW56ifap2e/gf39NNPx7777tuyOfWLX/xiHHTQQaWeH6XnUOeee24cfvjhE5oqN91005gzZ04ss8wyLRc4LA2uM2bMiH/913+NNdZYo22if/e738Uee+wRqVF19JGe66RnfR/4wAcmHeOxxx4rmltvuummMeekl5ylXV0/+9nPtm2QTRemnV+PO+64OOGEEybMtdtuuxVjpd18Wx3D0OCa1t2qIXrWrFmF2UILLdQ2z04YHgH1U+1zrcG13ilSv9Y7P6IjQIAAgQYKqF8bmNRql6Q+q9bTaAQIECBAoK2A+qwtkRPyFlBf5p0/0RMgQIBAhgK51ZcaXDO8yYRMgAABAgR6LZBbQdNrD+MPXMADroGnQAAECBAgMGwC6sHsM65+yj6F1S5gsp0+U4Pe5z//+VKNkCMRvfDCC3HyyScXO4yOP1Lz66677tpyx9BhaHAts5PteLP//u//LnaTvfXWW8f8VsrLscceO+kOsGeccUYccMABY65Jza3nnHNObLvtti1zMNld9eyzzxZNzmefffaE8VKj7UYbbdTy0mFpcP3JT35SGKRm4JFjk002iQsvvDD+7u/+rtofVqNlLaB+qn36NLjWO0Xq13rnR3QECBAg0EAB9WsDk1rtktRn1XoajQABAgQItBVQn7UlckLeAurLvPMnegIECBDIUCC3+lKDa4Y3mZAJECBAgECvBXIraHrtYfyBC3jANfAUCIAAAQIEhk1APZh9xtVP2aewugWk5sV99tknLrjggjGDtttxdaoIJtsRdsMNNyx2iV122WUnXD4MDa5f+tKXisbfBRdcsKMEfutb34pPf/rTY65JO8FedtllscIKK0wY6/HHH4+ddtopbrzxxjG/127H1amCmmxH2J133jnOOuuslru4DkuDa6t1rrzyynH55ZfHiiuu2FGundxsAfVT7fOrwbXeKVK/1js/oiNAgACBBgqoXxuY1GomwCCNAAAgAElEQVSXpD6r1tNoBAgQIECgrYD6rC2RE/IWUF/mnT/REyBAgECGArnVlxpcM7zJhEyAAAECBHotkFtB02sP4w9cwAOugadAAAQIECAwbALqwewzrn7KPoXVLeDBBx+MrbbaKh566KExg1511VXxqU99quuJ5s2bF1tuueWYXS3TDqJXX311bLDBBhPGbXqD60orrRRXXHFFvOc97+nYdLKG1Ysuuii23377CeO1sk9Nxd/+9rfjQx/6UMfzj1xw/vnnFzvwjj6mWtewNLg+8cQTRR6uv/76MTY/+MEPYt111+3a24XNE1A/1T6nGlzrnSL1a73zIzoCBAgQaKCA+rWBSa12Seqzaj2NRoAAAQIE2gqoz9oSOSFvAfVl3vkTPQECBAhkKJBbfanBNcObTMgECBAgQKDXArkVNL32MP7ABTzgGngKBECAAAECwyagHsw+4+qn7FNY3QLSLqDbbLPNmAHXXHPNuOSSS2K55ZbreqInn3wydtlll6KhdfRx3HHHxaGHHjph3KY3uO63335x0kknxcILL9yx6csvvxzHHntsHHHEEWOunTVrVpxwwgmx0EILjfn1448/Pg477LAxvzZz5syYM2dOLLHEEh3PP3LBI488Ettuu23cfvvtY8a49NJLY+utt54w7rA0uD733HOx//77F76jj8kakLtOgAuzF1A/1T6FGlzrnSL1a73zIzoCBAgQaKCA+rWBSa12Seqzaj2NRoAAAQIE2gqoz9oSOSFvAfVl3vkTPQECBAhkKJBbfanBNcObTMgECBAgQKDXArkVNL32MP7ABTzgGngKBECAAAECwyagHsw+4+qn7FNY3QK+9KUvxZFHHjlmwD322CNOPfXUWGSRRbqeKDVlHn300cV/o4/Jxm56g+vXv/712Gmnnbr2vOaaa2KLLbYYc/2mm24aF154YSy55JLzf30yx5Tnww8/PFr8+V06pskaOY855pgJzbdp0GFpcJ3MfLJm7tLgTmycgPqp9inV4FrvFKlf650f0REgQIBAAwXUrw1MarVLUp9V62k0AgQIECDQVkB91pbICXkLqC/zzp/oCRAgQCBDgdzqSw2uGd5kQiZAgAABAr0WyK2g6bWH8Qcu4AHXwFMgAAIECBAYNgH1YPYZVz9ln8JqFtDrxryLL744dthhhzHBbrzxxpF+famllhrz601vcP3Rj34Ua621VteJu+uuu+ITn/hEPP744/PHeP/73x9p99R3vvOd83/tiSeeiO233z6uv/76MXNNtstqpwF10hA9LA2uybCVy2SNv52aO785Auqn2udSg2u9U6R+rXd+REeAAAECDRRQvzYwqdUuSX1WrafRCBAgQIBAWwH1WVsiJ+QtoL7MO3+iJ0CAAIEMBXKrLzW4ZniTCZkAAQIECPRaILeCptcexh+4gAdcA0+BAAgQIEBg2ATUg9lnXP2UfQqrWcBTTz0Vu+66a1x55ZVjBrzooouKJsnpHrfeemusvfbaY4ZZc80145JLLonllltuzK83ucF1xowZcdlll8UKK6zQNWmrZtGVV145Lr/88lhxxRXnj/voo4/GdtttF7fddtuYuabbYDsyWKum5ZkzZ8acOXNiiSWWGDPnsDe47rXXXnHyySfHq1/96q7z7sJmCaifap9PDa71TpH6td75ER0BAgQINFBA/drApFa7JPVZtZ5GI0CAAAECbQXUZ22JnJC3gPoy7/yJngABAgQyFMitvtTgmuFNJmQCBAgQINBrgdwKml57GH/gAh5wDTwFAiBAgACBYRNQD2afcfVT9imsZgG93u2zVYPrZM2eGlynzmmrZtF0xfjG1Vbnvfa1r40bbrghVl999WnfOJ3syjvsDa577LFHnHrqqbHIIotM290AzRBQP9U+jxpc650i9Wu98yM6AgQIEGiggPq1gUmtdknqs2o9jUaAAAECBNoKqM/aEjkhbwH1Zd75Ez0BAgQIZCiQW32pwTXDm0zIBAgQIECg1wK5FTS99jD+wAU84Bp4CgRAgAABAsMmoB7MPuPqp+xTWM0CJmtwrWq3Tw2u/5unjTfeOFJj6FJLLdV14qbT4FrFDrIjgWtwbZ3CL33pS3HkkUeO+U0Nrl3f7o29UP1U+9TeFBHrj4pyVkScVvuohydA9evw5NpKCRAgQKAmAurXmiSivmGoz+qbG5ERIECAQEMF1GcNTaxljQioL90LBAgQIECgzwK51ZcaXPt8g5iOAAECBAjkIJBbQZODqRinJeAB17T4XEyAAAECBDoXUA92blazK9RPNUvIoMKxg2tr+VZNnMccc0wcccQRpVI1vtlx/fXXLxpc3/SmN5W6vtVJZXdmLXtet4FocG0tp8G12ztquK5TP9U+3xpc650i9Wu98yM6AgQIEGiggPq1gUmtdknqs2o9jUaAAAECBNoKqM/aEjkhbwH1Zd75Ez0BAgQIZCiQW32pwTXDm0zIBAgQIECg1wK5FTS99jD+wAU84Bp4CgRAgAABAsMmoB7MPuPqp+xTWM0Cnnrqqdh1113jyiuvHDPgRRddFNtvv/20J7nllltivfXWGzPOhhtuGJdcckksvfTSY379L3/5S8yaNStmz55dSSzPPfdc7L///jFnzpwx45XZnbbqBtcqdlBt1bjaatxHH300tttuu7jttts6XneZhH/jG9+Iz372s2NOTffQ6aefHosuuuiYXy8bc5l50zkPP/xwfOYzn4mf/exn8y8puzvudHPaLsZWDa7pfj7hhBNioYUWane53x8SAfVT7ROtwbXeKVK/1js/oiNAgACBBgqoXxuY1GqXpD6r1tNoBAgQIECgrYD6rC2RE/IWUF/mnT/REyBAgECGArnVlxpcM7zJhEyAAAECBHotkFtB02sP4w9cwAOugadAAAQIECAwbALqwewzrn7KPoXVLGCyptLjjjsuDj300GlP0qoZctNNN40LL7wwllxyyTHjV93gOtnutINocH3Xu95VNBGvssoqXZveeuutsfbaa4+5vtXOsL3clffll1+Oo48+uvhv9LHXXnvFySefHK9+9avH/HrVDa6tDOrc4NrJrr9d3xguzEpA/VT7dGlwrXeK1K/1zo/oCBAgQKCBAurXBia12iWpz6r1NBoBAgQIEGgroD5rS+SEvAXUl3nnT/QECBAgkKFAbvWlBtcMbzIhEyBAgACBXgvkVtD02sP4AxfwgGvgKRAAAQIECAybgHow+4yrn7JPYXULaLXz5B577BGnnnpqLLLIIl1P9OKLL8YRRxwRxx9//JgxJhu76gbX3/zmN8UutDfffPOY+QfR4JoCmDt3bmy++eZde7ZqFt5xxx3jq1/9arz2ta+dP+5kjinPhx9+eLT487t0TH/+859j7733LhqURx+TNXJW3eD6ve99LzbaaKMxc9ehwXUy81NOOaXYldhBYERA/VT7e+HJiHjdqCjTD/BptY96eAJUvw5Prq2UAAECBGoioH6tSSLqG4b6rL65ERkBAgQINFRAfdbQxFrWiID60r1AgAABAgT6LJBbfanBtc83iOkIECBAgEAOArkVNDmYinFaAh5wTYvPxQQIECBAoHMB9WDnZjW7Qv1Us4QMMpzLLrssttlmmzEhrLnmmnHJJZfEcsst13Vof/zjHyM1YF533XVjxphsd9jJmgS//vWvx0477dRxHHfddVd84hOfiMcff3zMtYNqcJ1Og+lf//rXOOSQQ4qm49HHZGOmpuLDDjtszLkzZ86MOXPmxBJLLNGx5cgFrRpW0+9deumlsfXWW08Yt9X5K6+8clx++eWx4oordhxHWv+BBx445ro6NLhO1vh70UUXFU3WDgIjAuqn2t8LGlzrnSL1a73zIzoCBAgQaKCA+rWBSa12Seqzaj2NRoAAAQIE2gqoz9oSOSFvAfVl3vkTPQECBAhkKJBbfanBNcObTMgECBAgQKDXArkVNL32MP7ABTzgGngKBECAAAECwyagHsw+4+qn7FNY3QIefPDB2GqrreKhhx4aM+h0m/PmzZsXW265ZaTmv9HHDTfcEH//938/YQGTNXFOtjtoO4Hzzz8/dt111wmnDarBdcMNN4y0C+uyyy7bLvQJv//II4/EtttuG7fffvv830u7tl599dWxwQYbTDi/lX2aNzWirrvuuh3PP3JBK9N3vetdceWVV8Yqq6wyYdxHH300tttuu7jtttvG/F6ZHIwf7Nlnn4199tknLrjggjG/VYcG1yeeeKJoZL3++uunvc6uk+PCLATUT7VPkwbXeqdI/Vrv/IiOAAECBBoooH5tYFKrXZL6rFpPoxEgQIAAgbYC6rO2RE7IW0B9mXf+RE+AAAECGQrkVl9qcM3wJhMyAQIECBDotUBuBU2vPYw/cAEPuAaeAgEQIECAwLAJqAezz7j6KfsUVreAyRoHN91002LHz2WWWabjyZ5++unYd999i4bO0Ue7Js+0I+mRRx455pq0C+xXv/rVSA2dZY8nn3wydtlll6IBdPxRprny4osvjh122GHMpZ002rZaRxqsm6bhF198MU455ZQ46KCDSlumXWvTrrc33njjmGt22223YhfYxRZbrCzl/PMee+yxYkfem266acy1O++8c5x11lktx5ys8fOcc86JPfbYo6MY7rjjjvjkJz85YUfeOjS4ttqpdsaMGZF2R15hhRU6WqeTmy2gfqp9fjW41jtF6td650d0BAgQINBAAfVrA5Na7ZLUZ9V6Go0AAQIECLQVUJ+1JXJC3gLqy7zzJ3oCBAgQyFAgt/pSg2uGN5mQCRAgQIBArwVyK2h67WH8gQt4wDXwFAiAAAECBIZNQD2YfcbVT9mnsNoFzJ07t2heHL/bamrqTI2VCy+8cOkJX3jhhTj55JPjkEMOmXBN+vVZs2ZFiz9DinNTQ+xnP/vZMdd1uvPoVPOngQfZ4PrhD384vva1r8VKK61U2vMHP/hBYZJ2Qx19nHvuucUOta0sX3755TjjjDPigAMOmDBP2gE15XqBBRYoHUNqgk73wdlnnz3hmquuuio+9alPtRzrueeei/33379olB59bL755nHeeefFG97whlIx/O53vysaYtN9Ov6oQ4PrLbfcEuutt96Y0FKD+IUXXhhLLrlkqTU6aTgE1E+1z7MG13qnSP1a7/yIjgABAgQaKKB+bWBSq12S+qxaT6MRIECAAIG2AuqztkROyFtAfZl3/kRPgAABAhkK5FZfanDN8CYTMgECBAgQ6LVAbgVNrz2MP3ABD7gGngIBECBAgMCwCagHs8+4+in7FFa7gMl2XE2zfPGLXyyaGxdZZJG2kz7//PORGi8PP/zwCc2ya621VrGD6dve9rZJx7nrrrviE5/4xIRdOrfYYotiF9c3v/nNU8Yw1fwjF3bb4JqaSU8//fRYdNFF2zpMtoNrujA1Pqa1LLfccm3H+fGPfxyf+9zn4r777htz7kc+8pGieXIqj8l2XE074aZdXFPT7IILLtg2htT0fNxxx8UJJ5ww4dytttoqZs+ePWUTZ5rrwAMPnHBtGjP9ervm6d/+9rfF/ZfW2+qYToNrJzmdCioZ7LnnnmNOOfTQQyPdB6985SvbGjtheATUT7XPtQbXeqdI/Vrv/IiOAAECBBoooH5tYFKrXZL6rFpPoxEgQIAAgbYC6rO2RE7IW0B9mXf+RE+AAAECGQrkVl9qcM3wJhMyAQIECBDotUBuBU2vPYw/cAEPuAaeAgEQIECAwLAJqAezz7j6KfsUVr+AO++8M2bOnDlhp9A002abbRZHHXVUrLbaai13/kw7hj7yyCNx9NFHF7uwjj9SU2VqfN1mm22mDPzJJ5+MXXbZJa6++uoJ533wgx8sGi0/+tGPTogh7dqamkFPOumkuPbaa+dfm3Z/ffzxx8eMVabB9ZprronUVDv6SGOdc845hUW73U+nanBNY86YMaOINa2lVZNp2jE1eX35y1+OP/3pT2PiSJap2XN8fK1gJ9uZN5270047FTl9+9vf3nIX2JdeeinuvvvuIqejTUfmSQ26F198caTG5amOO+64Iz75yU9OyMNIDGn8Vk3Pqek67Q574oknxs9//vNiirT21Gj9+9//fv6UZRtcp5vTydb417/+tditODXyjj5SM/f2229f/Q+qEbMWUD/VPn0aXOudIvVrvfMjOgIECBBooID6tYFJrXZJ6rNqPY1GgAABAgTaCqjP2hI5IW8B9WXe+RM9AQIECGQokFt9qcE1w5tMyAQIECBAoNcCuRU0vfYw/sAFPOAaeAoEQIAAAQLDJqAezD7j6qfsU1j9AlKT6mWXXRZ77733hKbKkdk+/OEPxyabbBKp2XSxxRaLv/3tb3HPPffEDTfcEPPmzWsZVGpKPOKII2LWrFmldgydqikzTbDCCivEBhtsEG9961uL+R566KG4+eabJzTmpgbQ1GD4mc98ZkxcZRpcJ9tJNg206qqrxtJLL12MmWJIjapLLrnkmDnaNbiOnLzyyivHpz71qfmeqcH3tttuiyuuuKJlo3G6Lu2k+vnPf76UZWr8TY2XKZ60E2urI1lutNFGxbpe9apXRWqu/elPfxrXXXdd3H777S2vef3rX1/sQrv11lu3bI4dfVHaVTft6HvyySdPetOut956sfbaaxcNrKlhNBnceuutE2JOa3/mmWeKxt+Ro2yD63RzOlnwf/zjH2PHHXcsvEaOlVZaqcjhe97znup/UI2YtYD6qfbp0+Ba7xSpX+udH9ERIECAQAMF1K8NTGq1S1KfVetpNAIECBAg0FZAfdaWyAl5C6gv886f6AkQIEAgQ4Hc6ksNrhneZEImQIAAAQK9FsitoOm1h/EHLuAB18BTIAACBAgQGDYB9WD2GVc/ZZ/C3iwgNbmm3VMPPPDASRssO5k5NSymXVf33HPPUg2ZaezUYHnQQQfF2Wef3clUY85Njbhf+9rXikbd1Dg5+ijT4Jp2fU07nN54441TxpB2Yk1NwanpdvTRqsE1NWemXWZTA2+3R7JMuVl44YVLD5GaXNPOs4cddtikTa6lB4uItHPrKaecEltuuWXb5taRcVMT8j/8wz9M2jBbZv699tqraCZOcx955JHzLynb4DrdnE4WY6vG2Z133jnOOuusogncQWC0gPqp9veDBtd6p0j9Wu/8iI4AAQIEGiigfm1gUqtdkvqsWk+jESBAgACBtgLqs7ZETshbQH2Zd/5ET4AAAQIZCuRWX2pwzfAmEzIBAgQIEOi1QG4FTa89jD9wAQ+4Bp4CARAgQIDAsAmoB7PPuPop+xT2dgH33ntvsevqtdde2/VEaZfX0047LdZYY43SjZAjk6XdRlMzZ2oK7fRIu5GefvrpseKKKxa7gHbT4Joafb/5zW8WjbmT7Xw6ElerhtlWDa4XXXRRrL/++sVOtml3z06O1ECbdi1Nu70usMACnVxanJvWc9NNN8UhhxxS7M7a7bHZZpvFV77ylcK20+Phhx+O/fffv9jtt9MjxZ0adFPD9Hjbsg2u083pZDHPnj27uE9GH3PmzIlddtml02U6fwgE1E+1T7IG13qnSP1a7/yIjgABAgQaKKB+bWBSq12S+qxaT6MRIECAAIG2AuqztkROyFtAfZl3/kRPgAABAhkK5FZf5tDg+lJEzI/zpZde6vgLUxneR0ImQIAAAQIDE0hfCh33hdr0cKHzb9gObAUmbqCAerCBSbUkAgQIEKivgHqwvrnpIDL1UwdYw3rq888/XzS4nnjiiR01Ra6zzjqx7777RmqGXGSRRbrmS895v//978cxxxwTP/zhD9uO8/rXvz7++Z//OXbffff5O2d22+CaJks7n5533nnFmGkn2MmO1Li6/fbbj/ntyRpc03l/+ctfih1VU8PqVOOmAdOaUkPsHnvsEUsvvXRbg3YnpN1xL7jggjjzzDPj5z//ebvT5/9+yuUBBxwQ6623XumdeFsNnuY/99xziwbkRx99tO38qUk6NTp/9KMfnf8cotsG1+nmdLL17LPPPoXpyJF2D07N0W9/+9vbrs8JwyWgfsoi3xpc650m9Wu98yM6AgQIEGiYgPq1YQntzXLUZ71xNSoBAgQIEGgpoD5zYwyBgPpyCJJsiQQIECBQH4Ec68scGlyfiYjFRtL89NNPF29ydxAgQIAAAQK9EUi71yy++OKjB382Il7Tm9mMSqCUgHqwFJOTCBAgQIBANQLqwWocBzyK+mnACchp+tRo+stf/jJuvvnm4r/UGHnPPffMX8Kqq64aaYfRtDvpJptsEm95y1u62mV0MpM0f5rz+uuvL3Yhve++++Y3R6a5Z8yYETNnzozUWDvu36pd7+A6Opb/+Z//iUsvvbRotk27n45vSk0NuGm329HHVA2uo59jf+c734mrr746br/99vlrWn311WO11VaLj3/84y3XVMW9k5p377///rjlllviBz/4QTz00ENjGl5TDGmX1rQ7asrrG9/4xkpfKpmafNOa026uaQfctGNw+rslPdd/3/veVzTSbr755pHyu+CCC05pW3YH1+nmtJX7gw8+GFtttVXhN3Kke+Goo46KV77ylVWkyhgNElA/ZZFMDa71TpP6td75ER0BAgQINExA/dqwhPZmOeqz3rgalQABAgQItBRQn7kxhkBAfTkESbZEAgQIEKiPQI71ZQ4Nrv8dEcuNpPkXv/hFvOtd76pP1kVCgAABAgQaJpC+2Lz88suPXlXaduVtDVum5eQloB7MK1+iJUCAAIHMBdSDmSfwf8NXPzUijRZRV4EyDa51jV1c5QVmz54de+655/wLll122fj2t78dH/rQh8oP4syhEVA/ZZFqDa71TpP6td75ER0BAgQINExA/dqwhPZmOeqz3rgalQABAgQItBRQn7kxhkBAfTkESbZEAgQIEKiPQI71ZQ4NrrdExDojaf7ud79b7BTgIECAAAECBHojcN1118XHPvax0YP/MCLW7c1sRiVQSkA9WIrJSQQIECBAoBoB9WA1jgMeRf004ASYvtkCGlybnd+0uieffDJ22WWXYgfekWPnnXeOs846KxZbbLHmA1hhxwLqp47JBnGBBtdBqJefU/1a3sqZBAgQIEBg2gLq12kTDsMA6rNhyLI1EiBAgEBtBNRntUmFQHonoL7sna2RCRAgQIDABIEc68scGlzPi4hdR7RPOOGEOPjgg91+BAgQIECAQI8ETjzxxDjkkENGjz4nInbr0XSGJVBGQD1YRsk5BAgQIECgIgH1YEWQgx1G/TRYf7M3XECDa8MTHBHz5s2LLbfcMv785z8Xi33ta19bNLtusMEGzV+8FXYloH7qiq3fF2lw7bd4Z/OpXzvzcjYBAgQIEJiWgPp1WnzDcrH6bFgybZ0ECBAgUAsB9Vkt0iCI3gqoL3vra3QCBAgQIDBGIMf6MocG189FxNkj0ptvvnnMnTvXrUeAAAECBAj0SGCLLbaIa665ZvToe0XEv/ZoOsMSKCOgHiyj5BwCBAgQIFCRgHqwIsjBDqN+Gqy/2RsuoMG12Ql+/vnn46CDDoozzjhj/kJ32mmnOPPMM2PxxRdv9uKtrmsB9VPXdP28UINrP7U7n0v92rmZKwgQIECAQNcC6teu6YbpQvXZMGXbWgkQIEBg4ALqs4GnQAC9F1Bf9t7YDAQIECBAYL5AjvVlDg2uMyLi3hHlRRddNJ555pl4xStyCN1PBwECBAgQyEvg5Zdfjte85jXx3HPPjQ78fRFxX14rEW3DBNSDDUuo5RAgQIBAfQXUg/XNTYeRqZ86BHM6gU4ENLh2opXfuffff39ss8028dBDDxXB2701vxz2O2L1U7/Fu55Pg2vXdH25UP3aF2aTECBAgACBCPWru6CkgPqsJJTTCBAgQIDAdAXUZ9MVdH0mAurLTBIlTAIECBDIXyDX+jKXLtH/jojlRm6TK664ImbOnJn/XWMFBAgQIECgZgJXXnllbLXVVqOjejQi3lazMIUznALqweHMu1UTIECAQJ8F1IN9Bu/tdOqn3voafYgFNLg2N/kvvvhiHH300ZFyPHLss88+cdJJJ8UiiyzS3IVb2bQE1E/T4uvnxRpc+6nd3Vzq1+7cXEWAAAECBDoSUL92xDXsJ6vPhv0OsH4CBAgQ6IuA+qwvzCaph4D6sh55EAUBAgQINFwg1/oylwbX0yNiv5F7aPPNN4+5c+c2/JayPAIECBAg0H+BFtvRnxER+/c/EjMSmCCgHnRTECBAgACBPgioB/uA3L8p1E/9szbTkAlocG1uwh988MHixV8ju7eutNJKcemll8Yqq6zS3EVb2bQF1E/TJuzXABpc+yXd/Tzq1+7tXEmAAAECBEoLqF9LUzkxQn3mLiBAgAABAn0QUJ/1AdkUdRFQX9YlE+IgQIAAgUYL5Fpf5tLgukZE3Db6Drr77rtj1VVXbfRNZXEECBAgQKCfAvfcc0+sttpq46dcMyJ+3M84zEVgEgH1oFuDAAECBAj0WEA92GPg/g+vfuq/uRmHRECDazMT/cILL8RRRx0Vxx133PwFnnbaabHffvvFK16Ry0cpzcxNnVelfqpzdibEpsG1/ulSv9Y/RyIkQIAAgcwF1K+ZJ7D/4avP+m9uRgIECBAYMgH12ZAl3HLVl+4BAgQIECDQY4Gc68ucvpVxS0SsM5LL7bbbLi6++OIep9bwBAgQIEBgeAS23377uOSSS0Yv+IcRse7wCFhpBgLqwQySJEQCBAgQyFdAPZhv7qaIXP3UyLRa1KAFNLgOOgO9mf/OO++MmTNnxqOPPlpMsOWWW8bs2bNj6aWX7s2ERm2EgPopqzRqcM0jXerXPPIkSgIECBDIVED9mmniBhu2+myw/mYnQIAAgYYLqM8anmDLayWgvnRfECBAgACBHgrkXF/m1OD6mYi4bHQev/vd78Ymm2zSw9QamgABAgQIDIfAddddFx/72MfGL3briLh8OASsMhMB9WAmiRImAQIECOQnoLkpE60AACAASURBVB7ML2clI1Y/lYRyGoFOBDS4dqKVx7l/+ctfYtasWUVDazqWW2654gWba621Vh4LEOVABNRPA2GfzqQaXKej179r1a/9szYTAQIECAyZgPp1yBJe3XLVZ9VZGokAAQIECIwRUJ+5IYZUQH05pIm3bAIECBDovUDu9WVODa4pm2Pe2vHe97437r///njFK3JbRu9vTDMQIECAAIGyAi+//HKsssoq8cADD4y+xO6tZQGd128B9WC/xc1HgAABAo0XUA82PsXqp8an2AL7LaDBtd/ivZ9v7ty5seOOO8af//znYrJzzz03dt11V5899J4+2xnUT1mmToNrPmlTv+aTK5ESIECAQCYC6tdMElXfMNVn9c2NyAgQIEAgUwH1WaaJE3ZVAurLqiSNQ4AAAQIE/k+gCfVlbp2hH42IeaPvwN122634somDAAECBAgQ6E5g9913j/POO2/8xRtExPe7G9FVBHoqoB7sKa/BCRAgQGAYBdSDjc+6+qnxKbbAfgtocO23eG/ne+yxx4rm1ptuuqmYaK+99oqTTjopFltssd5ObPSsBdRPWaZPg2s+aVO/5pMrkRIgQIBAJgLq10wSVd8w1Wf1zY3ICBAgQCBTAfVZpokTdlUC6suqJI1DgAABAgT+T6AJ9WVuDa6J/vSI2G/0XXjCCSfEwQcf7MYkQIAAAQIEOhQ48cQT45BDDhl/1RkRsX+HQzmdQD8F1IP91DYXAQIECDRaQD3Y6PSOXpz6aWhSbaEECBAg0GsB9VOvhXs2vgbXntH2ZGD1a09YDUqAAAECwyigfh3GrPdkzeqznrAalAABAgSGUUB9NoxZt+YWAupLtwUBAgQIEKhIoCn1ZY4NrimFd0bE+0fn8qyzzoq99967ovQahgABAgQINF/gq1/9auyzzz7jF3pXRHyg+au3wgYIqAcbkERLIECAAIHBCqgHB+s/gNnVTwNANyUBAgQINEtA/ZR1PjW45pc+9Wt+ORMxAQIECNRMQP1as4TkH476LP8cWgEBAgQIDFhAfTbgBJi+bgLqy7plRDwECBAgkJ1Ak+rLXBtcZ0TErRGx2Oi7x06u2f0sCZgAAQIEBiQwyZs6no2ItSLivgGFZVoCnQioBzvRci4BAgQIEBgnoB4cyltC/TSUabdoAgQIEKhKQP1UleTAxtHgOjD6ridWv3ZN50ICBAgQIBChfnUX9EBAfdYDVEMSIECAwPAIqM+GJ9dWWlpAfVmayokECBAgQGCiQNPqy1wbXFNmNouIfx+fot122y1mz54dr3hFzkvzo0eAAAECBHoj8PLLL8cee+wR5513XqsJPhER1/ZmZqMS6ImAerAnrAYlQIAAgSYLqAebnN1Sa1M/lWJyEgECBAgQ+P8F1E+NuRs0uOaZSvVrnnkTNQECBAgMUED9OkD84ZhafTYcebZKAgQIEKhQQH1WIaahmiigvmxiVq2JAAECBHoq0NT6Mvcu0M9ExGXjM//e9743vvKVr8Qmm2zS05vC4AQIECBAICeB6667Lr7whS/EAw880CrsrSPi8pzWI1YC/yegHnQrECBAgACBkgLqwZJQzT9N/dT8HFshAQIECFQkoH6qCLIew2hwrUceuolC/dqNmmsIECBAYCgF1K9DmfZBLFp9Ngh1cxIgQIBAlgLqsyzTJuj+C6gv+29uRgIECBDIVKDJ9WXuDa7plkpv7rg0IhYbf39tt9128U//9E+x6qqrZnrrCZsAAQIECExf4J577ol/+Zd/iUsuuaTVYM9GxDZ2bp2+sxEGKqAeHCi/yQkQIECg7gLqwbpnaCDxqZ8Gwm5SAgQIEMhFQP2US6Y6ilODa0dctTtZ/Vq7lAiIAAECBOokoH6tUzaGJhb12dCk2kIJECBAoBsB9Vk3aq4ZcgH15ZDfAJZPgAABAlMLDEN92YQG15TFGRFxfkS8v1VKN99889hxxx3j05/+dLziFU1Zsh9fAgQIECAwuUDaev6qq66KCy+8MK655prJTrwrInaJiPtYEmiAgHqwAUm0BAIECBCoTkA9WJ1lg0dSPzU4uZZGgAABAp0LqJ86N8vsCg2umSWsRbjq1/xzaAUECBAgUKGA+rVCTEN1K6A+61bOdQQIECDQSAH1WSPTalH9FVBf9tfbbAQIECBQc4Fhqy+b1u15ekTsN9k9tuiii8aGG24Ya665ZsyYMSPe8Y53xDLLLBOvec1rNL7W/AdTeAQIECDQWiAVLs8880z89re/jf/6r/+K++67L2677ba48cYb47nnnpuK7YyI2J8rgQYKqAcbmFRLIkCAAIHJBdSD7o4KBNRPFSAaggABAgTyEVA/5ZOriiPV4Fox6ACHU78OEN/UBAgQINB/AfVr/83N2LGA+qxjMhcQIECAQM4C6rOcsyf2TATUl5kkSpgECBAgUI2A+vJ/HZvW4JrW9NGI+GJErFPNrWIUAgQIECDQKIEf/t/fk99v1KoshsBYAfWgO4IAAQIECEwuoB50d7QSUD+5LwgQIECAgPqp6feABtdmZVj92qx8Wg0BAgQIVCvg+V+1nkYrJ6A+K+fkLAIECBAYTgH12XDm3aqnJ6C+nJ6fqwkQIECg2QKNrC+b2OA6cht+JiL20eja7J9KqyNAgACB0gKpkDkrIi4vfYUTCeQvoB7MP4dWQIAAAQLVCagHq7Ns8kjqpyZn19oIECBAoFMB9VOnYvU+X4NrvfPTbXTq127lXEeAAAECTRRQvzYxq/mtSX2WX85ETIAAAQK9E1Cf9c7WyMMjoL4cnlxbKQECBAi0F2h0fdnkBteR1K4REdtExBYRsVz7fDuDAAECBAg0RuDRiJgbEZdGxI8bsyoLIdC5gHqwczNXECBAgEAzBNSDzcjjIFahfhqEujkJECBAoA4C6qc6ZKE3MWhw7Y1rXUZVv9YlE+IgQIAAgX4LqF/7LW6+sgLqs7JSziNAgACBpgmoz5qWUeupi4D6si6ZEAcBAgQI9FtgaOrLYWhwHX3zzIiINSNitYhYISLeGhF/FxGLRsSwWfT7h8p8BAgQINAbgZcj4rmI+GNE/E9E/Dwi7o6I2yLivt5MaVQCWQuoB7NOn+AJECBAoIWAetBt0WsB9VOvhY1PgAABAv0WUD/1W7we82lwrUce+hGF+rUfyuYgQIAAgX4KqF/7qW2uXgioz3qhakwCBAgQGKSA+myQ+uYmEKG+dBcQIECAQNME1JeaOpt2T1sPAQIECBAgQIAAAQIECBAgQIAAAQIECBAgQIAAAQLjBDS4uiUIECBAgAABAgQIECBAgAABAgQIECBAgAABAgQIECBQQwG7ltYwKUIiQIAAAQIECBAgQIAAAQIECBAgQIAAAQIECBAgQKAyAQ2ulVEaiAABAgQIECBAgAABAgQIECBAgAABAgQIECBAgAABAtUJaHCtztJIBAgQIECAAAECBAgQIECAAAECBAgQIECAAAECBAjUT0CDa/1yIiICBAgQIECAAAECBAgQIECAAAECBAgQIECAAAECBAiEBlc3AQECBAgQIECAAAECBAgQIECAAAECBAgQIECAAAECTRbQ4Nrk7FobAQIECBAgQIAAAQIECBAgQIAAAQIECBAgQIAAAQLZCmhwzTZ1AidAgAABAgQIECBAgAABAgQIECBAgAABAgQIECBAoISABtcSSE4hQIAAAQIECBAgQIAAAQIECBAgQIAAAQIECBAgQIBAvwU0uPZb3HwECBAgQIAAAQIECBAgQIAAAQIECBAgQIAAAQIECPRTQINrP7XNRYAAAQIECBAgQIAAAQIECBAgQIAAAQIECBAgQIAAgZICGlxLQjmNAAECBAgQIECAAAECBAgQIECAAAECBAgQIECAAIEsBTS4Zpk2QRMgQIAAAQIECBAgQIAAAQIECBAgQIAAAQIECBAg0HQBDa5Nz7D1ESBAgAABAgQIECBAgAABAgQIECBAgAABAgQIEBhuAQ2uw51/qydAgAABAgQIECBAgAABAgQIECBAgAABAgQIECBAoKYCGlxrmhhhESBAgAABAgQIECBAgAABAgQIECBAgAABAgQIECBQicBNEbH+qJFmRcRplYxsEAIECBAgQIAAAQIECBAgQIAAAQIECBAgQIAAAQIECBDoWkCDa9d0LiRAgAABAgQIECBAgAABAgQIECBAgAABAgQIECBAIAMBDa4ZJEmIBAgQIECAAAECBAgQIECAAAECBAgQIECAAAECBAgMn4AG1+HLuRUTIECAAAECBAgQIECAAAECBAgQIECAAAECBAgQGCYBDa7DlG1rJUCAAAECBAgQIECAAAECBAgQIECAAAECBAgQIEAgGwENrtmkSqAECBAgQIAAAQIECBAgQIAAAQIECBAgQIAAAQIECHQhoMG1CzSXECBAgAABAgQIECBAgAABAgQIECBAgAABAgQIECBAoNcCGlx7LWx8AgQIECBAgAABAgQIECBAgAABAgQIECBAgAABAgQGKfBkRLxuVACzIuK0QQZkbgIECBAgQIAAAQIECBAgQIAAAQIECBAgQIAAAQIECBCI0ODqL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4KaIWH8UwayIOG24SayeAAECBAgQIECAAAECBAgQIECAAAECBAgQIECAAAECgxfQ4Dr4HIiAAAECBAgQIECAAAECBAgQIECAAAECBAgQIECAAIHeCWhw7Z2tkQkQIECAAAECBAgQIECAAAECBAgQIECAAAECBAgQINC1gAbXrulcSIAAAQIECBAgQIAAAQIECBAgQIAAAQIECBAgQIBABgIaXDNIkhAJECBAgAABAgQIECBAgAABAgQIECBAgAABAgQIEBg+AQ2uw5dzKyZAgAABAgQIECBAgAABAgQIECBAgAABAgQIECAwTAIaXIcp29ZKgAABAgQIECBAgAABAgQIECBAgAABAgQIECBAgEA2Ahpcs0mVQAkQIECAAAECBAgQIECAAAECBAgQIECAAAECBAgQ6ELgyYh43ajrZkXEaV2M4xICBAgQIECAAAECBAgQIECAAAECBAgQIECAAAECBAgQqFBAg2uFmIYiQIAAAQIECBAgQIAAAQIECBAgQIAAAQIECBAgQKB2Ahpca5cSAREgQIAAAQIECBAgQIAAAQIECBAgQIAAAQIECBAgQCBCg6u7gA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boqI9UdFPisiTstyJYImQIAAAQIECBAgQIAAAQIECBAgQIAAAQIECBAgQIBAgwQ0uDYomZZCgAABAgQIECBAgAABAgQIECBAgAABAgQIECBAgMAEAQ2ubgoCBAgQIECAAAECBAgQIECAAAECBAgQIECAAAECBAjUUECDaw2TIiQCBAgQIECAAAECBAgQIECAAAECBAgQIECAAAECBCoT0OBaGaWBCBAgQIAAAQIECBAgQIAAAQIECBAgQIAAAQIECBAgUJ2ABtfqLI1EgAABAgQIECBAgAABAgQIECBAgAABAgQIECBAgED9BDS41i8nIiJAgAABAgQIECBAgAABAgQIECBAgAABAgQIECBAgEBocHUTECBAgAABAgQIECBAgAABAgQIECBAgAABAgQIECDQZIEnI+J1oxY4KyJOa/KCrY0AAQIECBAgQIAAAQIECBAgQIAAAQIECBAgQIAAAQI5CGhwzSFLYiRAgAABAgQIECBAgAABAgQIECBAgAABAgQIECBAoFsBDa7dyrmOAAECBAgQIECAAAECBAgQIECAAAECBAgQIECAAAECPRTQ4NpDXEMTIECAAAECBAgQIECAAAECBAgQIECAAAECBAgQIDBwAQ2uA0+BAAgQIECAAAECBAgQIECAAAECBAgQIECAAAECBAgQIDBRQIOru4I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gQIEGi6gAbXpmfY+ggQIECAAAECBAgQIECAAAECBAgQIECAAAECBAgMt4AG1+HOv9UTIECAAAECBAgQIECAAAECBAgQIECAAAECBAgQIFBTAQ2uNU2MsAgQIECAAAECBAgQIECAAAECBAgQIECAAAECBAgQqERAg2sljAYhQIAAAQIECBAgQIAAAQIECBAgQIAAAQIECBAgQIBAtQIaXKv1NBoBAgQIECBAgAABAgQIECBAgAABAgQIECBAgAABAvUS0OBar3yIhgABAgQIECBAgAABAgQIECBAgAABAgQIECBAgAABAoWABlc3AgECBAgQIECAAAECBAgQIECAAAECBAgQIECAAAECTRbQ4Nrk7FobAQIECBAgQIAAAQIECBAgQIAAAQIECBAgQIAAAQLZCmhwzTZ1AidAgAABAgQIECBAgAABAgQIECBAgAABAgQIECBAoISABtcSSE4hQIAAAQIECBAgQIAAAQIECBAgQIAAAQIECBAgQIBAvwU0uPZb3HwECBAgQIAAAQIECBAgQIAAAQIECBAgQIAAAQIECPRT4KaIWH/UhLMi4rR+BmAuAgQIECBAgAABAgQIECBAgAABAgQIECBAgAABAgQIEJgooMHVXUG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4EnI+J1oyKfFRGnZbkSQRMgQIAAAQIECBAgQIAAAQIECBAgQIAAAQIECBAgQKBBAhpcG5RMSyFAgAABAgQIECBAgAABAgQIECBAgAABAgQIECBAYIKABlc3BQECBAgQIECAAAECBAgQIECAAAECBAgQIECAAAECBGoooMG1hkkREgECBAgQIECAAAECBAgQIECAAAECBAgQIECAAAEClQlocK2M0kAECBAgQIAAAQIECBAgQIAAAQIECBAgQIAAAQIECBCoTkCDa3WWRiJAgAABAgQIECBAgAABAgQIECBAgAABAgQIECBAoH4CGlzrlxMRESBAgAABAgQIECBAgAABAgQIECBAgAABAgQIECBAIDS4ugk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CAAIGmC2hwbXqGrY8AAQIECBAgQIAAAQIECBAgQIAAAQIECBAgQIDAcAtocB3u/Fs9AQIECBAgQIAAAQIECBAgQIAAAQIECBAgQIAAAQI1FdDgWtPECIsAAQIECBAgQIAAAQIECBAgQIAAAQIECBAgQIAAgUoENLhWwmgQAgQIECBAgAABAgQIECBAgAABAgQIECBAgAABAgQIVCugwbVaT6MRIECAAAECBAgQIECAAAECBAgQIECAAAECBAgQIFAvAQ2u9cqHaAgQIECAAAECBAgQIECAAAECBAgQIECAAAECBAgQIFAIaHB1IxAgQIAAAQIECBAgQIAAAQIECBAgQIAAAQIECBAg0GQBDa5Nzq61ESBAgAABAgQIECBAgAABAgQIECBAgAABAgQIECCQrYAG12xTJ3ACBAgQIECAAAECBAgQIECAAAECBAgQIECAAAECBEoIaHAtgeQUAgQIECBAgAABAgQIECBAgAABAgQIECBAgAABAgQI9FtAg2u/xc1HgAABAgQIECBAgAABAgQIECBAgAABAgQIECBAgEA/BTS49lPbXAQIECBAgAABAgQIECBAgAABAgQIECBAgAABAgQIECgpoMG1JJTTCBAgQIAAAQIECBAgQIAAAQIECBAgQIAAAQIECBDIUkCDa5ZpEzQBAgQIECBAgAABAgQIECBAgAABAgQIECBAgAABAk0X0ODa9AxbHwECBAgQIECAAAECBAgQIECAAAECBAgQIECAAIHhFtDgOtz5t3oCBAgQIECAAAECBAgQIECAAAECBAgQIECAAAECBGoqquuhKwAAIABJREFUoMG1pokRFgECBAgQIECAAAECBAgQIECAAAECBAgQIECAAAEClQhocK2E0SAECBAgQIAAAQIECBAgQIAAAQIECBAgQIAAAQIECBCoVkCDa7WeRiNAgAABAgQIECBAgAABAgQIECBAgAABAgQIECBAoF4CGlzrlQ/RECBAgAABAgQIECBAgAABAgQIECBAgAABAgQIECBAoBDQ4OpGIECAAAECBAgQIECAAAECBAgQIECAAAECBAgQIECgyQIaXJucXWsjQIAAAQIECBAgQIAAAQIECBAgQIAAAQIECBAgQCBbAQ2u2aZO4AQIECBAgAABAgQIECBAgAABAgQIECBAgAABAgQIlBDQ4FoCySkECBAgQIAAAQIECBAgQIAAAQIECBAgQIAAAQIECBDot4AG136Lm48AAQIECBAgQIAAAQIECBAgQIAAAQIECBAgQIAAgX4KaHDtp7a5CBAgQIAAAQIECBAgQIAAAQIECBAgQIAAAQIECBAgUFJAg2tJKKcRIECAAAECBAgQIECAAAECBAgQIECAAAECBAgQIJClgAbXLNMmaAIECBAgQIAAAQIECBAgQIAAAQIECBAgQIAAAQIEmi6gwbXpGbY+AgQIECBAgAABAgQIECBAgAABAgQIECBAgAABAsMtoMF1uPNv9QQIECBAgAABAgQIECBAgAABAgQIECBAgAABAgQI1FRAg2tNEyMsAgQIECBAgAABAgQIECBAgAABAgQIECBAgAABAgQqEdDgWgmjQQgQIECAAAECBAgQIECAAAECBAgQIECAAAECBAgQIFCtgAbXaj2NRoAAAQIECBAgQIAAAQIECBAgQIAAAQIECBAgQIBAvQQ0uNYrH6IhQIAAAQIECBAgQIAAAQIECBAgQIAAAQIECBAgQIBAIaDB1Y1AgAABAgQIECBAgAABAgQIECBAgAABAgQIECBAgECTBTS4Njm71kaAAAECBAgQIECAAAECBAgQIECAAAECBAgQIECAQLYCGlyzTZ3ACRAgQIAAAQIECBAgQIAAAQIECBAgQIAAAQIECBAoIaDBtQSSUwgQIECAAAECBAgQIECAAAECBAgQIECAAAECBAgQINBvAQ2u/RY3HwECBAgQIECAAAECBAgQIECAAAECBAgQIECAAAEC/RTQ4NpPbXMRIECAAAECBAgQIECAAAECBAgQIECAAAECBAgQIECgpIAG15JQTiNAgAABAgQIECBAgAABAgQIECBAgAABAgQIECBAIEsBDa5Zpk3QBAgQIECAAAECBAgQIECAAAECBAgQIECAAAECBAg0XUCDa9MzbH0ECBAgQIAAAQIECBAgQIAAAQIECBAgQIAAAQIEhltAg+tw59/qCRAgQIAAAQIECBAgQIAAAQIECBAgQIAAAQIECBCoqYAG15omRlgECBAgQIAAAQIECBAgQIAAAQIECBAgQIAAAQIECFQioMG1EkaDECBAgAABAgQIECBAgAABAgQIECBAgAABAgQIECBAoFoBDa7VehqNAAECBAgQIECAAAECBAgQIECAAAECBAgQIECAAIF6CWhwrVc+REOAAAECBAgQIECAAAECBAgQIECAAAECBAgQIECAAIFCQIOrG4E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v8fe3cDbWVZ5o//EkhCJAKcNTprRnQlMYRKxqQllq1gBPOVt0EEfAkMMjTRQhSRYcxEJ8Uh4ieJk4ioxJsvlZhSZGphY4rhkFEZNqmjGMkRWzrC+a9n1zn/sw/nZe999j7n2Xt/nrVaI+fcz31f9+d6WrLWrG8XAQIEKl1AwLXSO+x+BAgQIECAAAECBAgQIECAAAECBAgQIECAAAECBKpbQMC1uvvv9gQIECBAgAABAgQIECBAgAABAgQIECBAgAABAgQIpFRAwDWljVEWAQIECBAgQIAAAQIECBAgQIAAAQIECBAgQIAAAQJFERBwLQqjTQgQIECAAAECBAgQIECAAAECBAgQIECAAAECBAgQIFBcAQHX4nrajQABAgQIECBAgAABAgQIECBAgAABAgQIECBAgACBdAkIuKarH6ohQIAAAQIECBAgQIAAAQIECBAgQIAAAQIECBAgQIBARkDA1YdAgAABAgQIECBAgAABAgQIECBAgAABAgQIECBAgEAlCwi4VnJ33Y0AAQIECBAgQIAAAQIECBAgQIAAAQIECBAgQIAAgbIVEHAt29YpnAABAgQIECBAgAABAgQIECBAgAABAgQIECBAgACBHAQEXHNAsoQAAQIECBAgQIAAAQIECBAgQIAAAQIECBAgQIAAAQLtLSDg2t7iziNAgAABAgQIECBAgAABAgQIECBAgAABAgQIECBAoD0FBFzbU9tZBAgQIECAAAECBAgQIECAAAECBAgQIECAAAECBAgQyFFAwDVHKMsIECBAgAABAgQIECBAgAABAgQIECBAgAABAgQIEChLAQHXsmybogkQIECAAAECBAgQIECAAAECBAgQIECAAAECBAgQqHQBAddK77D7ESBAgAABAgQIECBAgAABAgQIECBAgAABAgQIEKhuAQHX6u6/2xMgQIAAAQIECBAgQIAAAQIECBAgQIAAAQIECBAgkFIBAdeUNkZZBAgQIECAAAECBAgQIECAAAECBAgQIECAAAECBAgURUDAtSiMNiFAgAABAgQIECBAgAABAgQIECBAgAABAgQIECBAgEBxBQRci+tpNwIECBAgQIAAAQIECBAgQIAAAQIECBAgQIAAAQIE0iUg4JqufqiGAAECBAgQIECAAAECBAgQIECAAAECBAgQIECAAAECGQEBVx8CAQIECBAgQIAAAQIECBAgQIAAAQIECBAgQIAAAQKVLCDgWsnddTcCBAgQIECAAAECBAgQIECAAAECBAgQIECAAAECBMpWQMC1bFuncAIECBAgQIAAAQIECBAgQIAAAQIECBAgQIAAAQIEchAQcM0ByRICBAgQIECAAAECBAgQIECAAAECBAgQIECAAAECBAi0t4CAa3uLO48AAQIECBAgQIAAAQIECBAgQIAAAQIECBAgQIAAgfYUEHBtT21nESBAgAABAgQIECBAgAABAgQIECBAgAABAgQIECBAIEcBAdccoSwjQIAAAQIECBAgQIAAAQIECBAgQIAAAQIECBAgQKAsBQRcy7JtiiZAgAABAgQIECBAgAABAgQIECBAgAABAgQIECBAoNIFBFwrvcPuR4AAAQIECBAgQIAAAQIECBAgQIAAAQIECBAgQKC6BQRcq7v/bk+AAAECBAgQIECAAAECBAgQIECAAAECBAgQIECAQEoFBFxT2hhlESBAgAABAgQIECBAgAABAgQIECBAgAABAgQIECBQFAEB16Iw2oQAAQIECBAgQIAAAQIECBAgQIAAAQIECBAgQIAAAQLFFRBwLa6n3QgQIECAAAECBAgQIECAAAECBAgQIECAAAECBAgQSJeAgGu6+qEaAgQIECBAgAABAgQIECBAgAABAgQIECBAgAABAgQIZAQEXH0IBAgQIECAAAECBAgQIECAAAECBAgQIECAAAECBAhUsoCAayV3190IECBAgAABAgQIECBAgAABAgQIECBAgAABAgQIEChbAQHXsm2dwgkQIECAAAECBAgQIECAAAECBAgQIECAAAECBAgQyEFAwDUHJEsIECBAgAABAgQIECBAgAABAgQIECBAgAABAgQIECDQ3gICru0t7jwCBAgQIECAAAECBAgQIECAAAECBAgQIECAAAECBNpTQMC1PbWdRYAAAQIECBAgQIAAAQIECBAgQIAAAQIECBAgQIAAgRwFBFxzhLKMAAECBAgQIECAAAECBAgQIECAAAECBAgQIECAAIGyFBBwLcu2KZoAAQIECBAgQIAAAQIECBAgQIAAAQJZAoMi4viI+EhE9I+IQyPioIg4ICJkY3wsBAgQIFCOArUR8VZE7IiIFyPi+Yj4eUQ8ERGby/FChdTsX+KFqHmHAAECBAgQIECAAAECBAgQIECAAAECBAgQIECAAIFyERBwLZdOqZMAAQIECBAgQIAAAQIECBAgQIAAAQLZAh+PiLMi4oyI6AuHAAECBAhUkcD2iLgvIu6JiJ9U8r0FXCu5u+5GgAABAgQIECBAgAABAgQIECBAgAABAgQIECBAgICAq2+AAAECBAgQIECAAAECBAgQIECAAAEC5SXwLxExPSI+UV5lq5YAAQIECJRE4McRsSgivl2S3Tt4UwHXDm6A4wkQIECAAAECBAgQIECAAAECBAgQIECAAAECBAgQKKmAgGtJeW1OgAABAgQIECBAgAABAgQIECBAgACBogl8OiL+VbC1aJ42IkCAAIHKEkiCrsm/J39QSdcScK2kbroLAQIECBAgQIAAAQIECBAgQIAAAQIECBAgQIAAAQKNBX4YEZ9q8MMZEXEzJgIECBAgQIAAAQIECBAgQIAAAQIECBBIlcB/RMTFzVV0wAEHxLBhw+L444+PQYMGxQc+8IE4+OCD48ADD4z99hONSVUnFUOAAAECOQnU1tbGm2++Ga+88kr85je/ic2bN8cTTzwRjzzySLz11lst7bEwIr6Y0yFlsMi/xcugSUokQIAAAQIECBAgQIAAAQIECBAgQIAAAQIECBAgQKBgAQHXgum8SIAAAQIECBAgQIAAAQIECBAgQIAAgZILDIqI2yJicFMnnX766TFp0qQYPXq0IGvJW+EAAgQIEEiDQBJ8XbNmTSxfvjzuv//+5kp6KiImR8TmNNTclhoEXNui510CBAgQIECAAAECBAgQIECAAAECBAgQIECAAAECBNIuIOCa9g6pjwABAgQIECBAgAABAgQIECBAgACBahU4NSLuiYjujQHOPvvs+NKXvhTHHHNMtdq4NwECBAgQiKeffjq+9rWvxV133dWUxu6IOCsivlPOVAKu5dw9tRMgQIAAAQIECBAgQIAAAQIECBAgQIAAAQIECBAg0JqAgGtrQn5PgAABAgQIECBAgAABAgQIECBAgACB9hf4l4hY2fjYI488Mv793/89RowY0f4VOZEAAQIECKRUYP369fHlL385tmzZ0lSF4yLi2yktvdWyBFxbJbKAAAECBAgQIECAAAECBAgQIECAAAECBAgQIECAAIEyFtgZEe9vUP+MiLi5jO+jdAIECBAgQIAAAQIECBAgQIAAAQIECJS7QDK59YHGl7jgggtiyZIlsd9+oi7l3mD1EyBAgEDxBWpra2Pq1Klx6623NrX5aeU6ydW/9Yv/rdiRAAECBAgQIECAAAECBAgQIECAAAECBAgQIECAAIH0CAi4pqcXKiFAgAABAgQIECBAgAABAgQIECBAgMCgiHg8Iro3pJg/f35cfvnldAgQIECAAIFWBK6//vqYNWtW41W7I2JIRGwuN0AB13LrmHoJECBAgAABAgQIECBAgAABAgQIECBAgAABAgQIEMhHQMA1Hy1rCRAgQIAAAQIECBAgQIAAAQIECBAgUFqB/4qIwQ2PWLRoUXzhC18o7al2J0CAAAECFSTwjW98I6ZPn974Rk9FxD+V2zUFXMutY+olQIAAAQIECBAgQIAAAQIECBAgQIAAAQIECBAgQCAfAQHXfLSsJUCAAAECBAgQIECAAAECBAgQIECAQOkE/iMiLm64vcmtpcO2MwECBAhUtkAzk1wXRsQXy+nmAq7l1C21EiBAgAABAgQIECBAgAABAgQIECBAgAABAgQIECCQr4CAa75i1hMgQIAAAQIECBAgQIAAAQIECBAgQKD4Ap+OiA0Nt73gggvim9/8ZvFPsiMBAgQIEKgSgc997nNx6623Nr7t0Ij4QbkQCLiWS6fUSYAAAQIECBAgQIAAAQIECBAgQIAAAQIECBAgQIBAIQICroWoeYcAAQIECBAgQIAAAQIECBAgQIAAAQLFFXg0Ij5Rt+WRRx4Zzz77bOy3n1hLcZntRoAAAQLVJFBbWxtHH310bNmypeG1fxwRnywXB38TKJdOqZMAAQIECBAgQIAAAQIECBAgQIAAAQIECBAgQIAAgUIEBFwLUfMOAQIECBAgQIAAAQIECBAgQIAAAQIEiifwLxGxsuF2Dz74YIwYMaJ4J9iJAAECBAhUqcD69evj5JNPbnz7cRHx7XIgEXAthy6pkQABAgQIECBAgAABAgQIECBAgAABAgQIECBAgACBQgUEXAuV8x4BAgQIECBAgAABAgQIECBAgAABAgSKI5A1vfXss8+OFStWFGdnuxAgQIAAAQIxYcKEuOuuuxpKlM0UVwFXHzABAgQIECBAgAABAgQIECBAgAABAgQIECBAgAABApUsIOBayd11NwIECBAgQIAAAQIECBAgQIAAAQIE0i7w8Yh4omGRP//5z+OYY45Je93qI0CAAAECZSPw9NNPx0c+8pHG9R4fET9J+yUEXNPeIfURIECAAAECBAgQIECAAAECBAgQIECAAAECBAgQINAWAQHXtuh5lwABAgQIECBAgAABAgQIECBAgAABAm0T+I+IuLhui9NPPz3uu+++tu3obQIECBAgQGAfgTPOOCPuv//+hj9fGBFfTDuVgGvaO6Q+AgQIECBAgAABAgQIECBAgAABAgQIECBAgAABAgTaIiDg2hY97xIgQIAAAQIECBAgQIAAAQIECBAgQKBtAr+LiL51W6xatSrGjBnTth29TYAAAQIECOwjsHr16hg7dmzDn2+PiMPSTiXgmvYOqY8AAQIECBAgQIAAAQIECBAgQIAAAQIECBAgQIAAgbYICLi2Rc+7BAgQIECAAAECBAgQIECAAAECBAgQKFxgUEQ8U/f6AQccEG+++Wbst58oS+Gk3iRAgAABAk0L1NbWxoEHHhhvvfVWwwUfjojNaTbzt4I0d0dtBAgQIECAAAECBAgQIECAAAECBAgQIECAAAECBAi0VUDAta2C3idAgAABAgQIECBAgAABAgQIECBAgEBhAp+PiMV1r55++ulx3333FbaTtwgQIECAAIFWBc4444y4//77G667MCL+X6svduACAdcOxHc0AQIECBAgQIAAAQIECBAgQIAAAQIECBAgQIAAAQIlFxBwLTmxAwgQIECAAAECBAgQIECAAAECBAgQINCkwK0RMaXuN/Pnz4/LL78cFQECBAgQIFAigeuvvz5mzZrVcPelEXFBiY4ryrYCrkVhtAkBAgQIECBAgAABAgQIECBAgAABAgQIECBAgAABAikVEHBNaWOURYAAAQIECBAgQIAAAQIECBAgQIBAxQs8GhGfqLvlgw8+GCNGjKj4S7sgAQIECBDoKIH169fHySef3PD4H0fEJzuqnlzOFXDNRckaAgQIECBAgAABAgQIECBAgAABAgQIECBAgAABAgTKVUDAtVw7p24CBAgQIECAAAECBAgQIECAAAECBMpd4HcR0bfuEr/61a+iX79+5X4n9RMgQIAAgdQKbNu2LT74wQ82rG97RByW2oIjQsA1zd1RGwECBAgQIECAAAECBAgQIECAAAECBAgQIECAAAECbRX4YUR8qsH/b/SSiLi5rZt6nwABAgQIECBAgAABAgQIECBAgAABAgRaFXgzIrrXrdq1a1f06NGj1ZcsIECAAAECBAoTqKmpife9730NX94dEQcWtlv7vCXg2j7OTiFAgAABAgQIECBAgAABAgQIECBAgAABAgQIECBAoGMEBFw7xt2pBAgQIECAAAECBAgQIECAAAECBAgQ2NtwMNvevXtjv/3EWHwWBAgQIECgVAK1tbXRqVOnhtvXRkTWD0p1dqH7+ptBoXLeI0CAAAECBAgQIECAAAECBAgQIECAAAECBAgQIECgHAQEXMuhS2okQIAAAQIECBAgQIAAAQIECBAgQKASBZJQTf2ThG48BAgQIECAQGkFmvgfk0h1hjTVxZW2VXYnQIAAAQIECBAgQIAAAQIECBAgQIAAAQIECBAgQKAKBARcq6DJrkiAAAECBAgQIECAAAECBAgQIECAQCoFBFxT2RZFESBAgEAlCwi4VnJ33Y0AAQIECBAgQIAAAQIECBAgQIAAAQIECBAgQIAAgXIT2BkR729Q9IyIuLncLqFeAgQIECBAgAABAgQIECBAgAABAgQIlKGAgGsZNk3JBAgQIFDeAgKu5d0/1RMgQIAAAQIECBAgQIAAAQIECBAgQIAAAQIECBAgUFkCAq6V1U+3IUCAAAECBAgQIECAAAECBAgQIECgfAQEXMunVyolQIAAgQoREHCtkEa6BgECBAgQIECAAAECBAgQIECAAAECBAgQIECAAAECFSEg4FoRbXQJAgQIECBAgAABAgQIECBAgAABAgTKUEDAtQybpmQCBAgQKG8BAdfy7p/qCRAgQIAAAQIECBAgQIAAAQIECBAgQIAAAQIECBCoLAEB18rqp9sQIECAAAECBAgQIECAAAECBAgQIFA+AgKu5dMrlRIgQIBAhQgIuFZII12DAAECBAgQIECAAAECBAgQIECAAAECBAgQIECAAIGKEBBwrYg2ugQBAgQIECBAgAABAgQIECBAgAABAmUoIOBahk1TMgECBAiUt4CAa3n3T/UECBAgQIAAAQIECBAgQIAAAQIECBAgQIAAAQIECFSWgIBrZfXTbQgQIECAAAECBAgQIECAAAECBAgQKB8BAdfy6ZVKCRAgQKBCBARcK6SRrkGAAAECBAgQIECAAAECBAgQIECAAAECBAgQIECAQEUICLhWRBtdggABAgQIECBAgAABAgQIECBAgACBMhQQcC3DpimZAAECBMpbQMC1vPunegIECBAgQIAAAQIECBAgQIAAAQIECBAgQIAAAQIEKktAwLWy+uk2BAgQIECAAAECBAgQIECAAAECBAiUj4CAa/n0SqUECBAgUCECAq4V0kjXIECAAAECBAgQIECAAAECBAgQIECAAAECBAgQIECgIgQEXCuijS5BgAABAgQIECBAgAABAgQIECBAgEAZCgi4lmHTlEyAAAEC5S0g4Fre/VM9AQIECBAgQIAAAQIECBAgQIAAAQIECBAgQIAAAQKVJSDgWln9dBsCBAgQIECAAAECBAgQIECAAAECBMpHQMC1fHqlUgIECBCoEAEB1wpppGsQIECAAAECBAgQIECAAAECBAgQIECAAAECBAgQIFARAgKuFdFGlyBAgAABAgQIECBAgAABAgQIECBAoAwFBFzLsGlKJkCAAIHyFhBwLe/+qZ4AAQIECBAgQIAAAQIECBAgQIAAAQIECBAgQIAAgcoSEHCtrH66DQECBAgQIECAAAECBAgQIECAAAEC5SMg4Fo+vVIpAQIECFSIgIBrhTTSNQgQIECAAAECBAgQIECAAAECBAgQIECAAAECBAgQqAiBH0bEpyJiv7/e5pKIuLkibuYSBAgQIECAAAECBAgQIECAAAECBAgQSLeAgGu6+6M6AgQIEKhAAQHXCmyqKxEgQIAAAQIECBAgQIAAAQIECBAgQIAAAQIECBAgULYCAq5l2zqFEyBAgAABAgQIECBAgAABAgQIECBQ5gICrmXeQOUTIECAQPkJCLiWX89UTIAAAQIECBAgQIAAAQIECBAgQIAAAQIECBAgQIBA5QoIuFZub92MAAECBAgQIECAAAECBAgQIECAAIF0Cwi4prs/qiNAgACBChQQcK3AproSAQIECBAgQIAAAQIECBAgQIAAAQIECBAgQIAAAQJlKyDgWratUzgBAgQIECBAgAABAgQIECBAgAABAmUuIOBa5g1UPgECBAiUn4CAa/n1TMUECBAgQIAAAQIECBAgQIAAAQIECBAgQIAAAQIECFSuwM6IeH+D682IiJsr97puRoAAAQIECBAgQIAAAQIECBAgQIAAgdQICLimphUKIUCAAIFqERBwrZZOuycBAgQIECBAgAABAgQIECBAgAABAgQIECBAgAABAuUgIOBaDl1SIwECBAgQIECAAAECBAgQIECAAAEClSgg4FqJXXUnAgQIEEi1gIBrqtujOAIECBAgQIAAAQIECBAgQIAAAQIECBAgQIAAAQIEqkxAwLXKGu66BAgQIECAAAECBAgQIECAAAECBAikRkDANTWtUAgBAgQIVIuAgGu1dNo9CRAgQIAAAQIECBAgQIAAAQIECBAgQIAAAQIECBAoBwEB13LokhoJECBAgAABAgQIECBAgAABAgQIEKhEAQHXSuyqOxEgQIBAqgUEXFPdHsURIECAAAECBAgQIECAAAECBAgQIECAAAECBAgQIFBlAgKuVdZw1yVAgAABAgQIECBAgAABAgQIECBAIDUCAq6paYVCCBAgQKBaBARcq6XT7kmAAAECBAgQIECAAAECBAgQIECAAAECBAgQIECAQDkICLiWQ5fUSIAAAQIECBAgQIAAAQIECBAgQIBAJQoIuFZiV92JAAECBFItIOCa6vYojgABAgQIECBAgAABAgQIECBAgAABAgQIECBAgACBKhMQcK2yhrsuAQIECBAgQIAAAQIECBAgQIAAAQKpERBwTU0rFEKAAAEC1SIg4FotnXZPAgQIECBAgAABAgQIECBAgAABAgQIECBAgAABAgTKQUCWw5fJAAAgAElEQVTAtRy6pEYCBAgQIECAAAECBAgQIECAAAECBCpRQMC1ErvqTgQIECCQagEB11S3R3EECBAgQIAAAQIECBAgQIAAAQIECBAgQIAAAQIECFSZgIBrlTXcdQkQIECAAAECBAgQIECAAAECBAgQSI2AgGtqWqEQAgQIEKgWAQHXaum0exIgQIAAAQIECBAgQIAAAQIECBAgQIAAAQIECBAgUA4CAq7l0CU1EiBAgAABAgQIECBAgAABAgQIECBQiQICrpXYVXciQIAAgVQLCLimuj2KI0CAAAECBAgQIECAAAECBAgQIECAAAECBAgQIECgygQEXKus4a5LgAABAgQIECBAgAABAgQIECBAgEBqBARcU9MKhRDoOIGHH3443vOe98RRRx0VvXv3jibCd0Urrra2Nnbt2hXvvvtu1p6dOnWKHj16RJcuXYp2lo0IpFVAwDWtnVEXAQIECBAgQIAAAQIECBAgQIAAAQIECBAgQIAAAQLVKCDgWo1dd2cCBAgQIECAAAECBAgQIECAAAECBNIgIOCahi6ogUAHCtTU1MQXvvCFWL58eaaKvn37xvz58+Oss84qSVU/+tGP4txzz43t27dn7X/NNdfErFmzyirgmtR89dVXZ93jscceiyFDhpTEzqaVIyDgWjm9dBMCBAgQIECAAAECBAgQIECAAAECBAgQIECAAAECBMpfQMC1/HvoBgQIECBAgAABAgQIECBAgAABAgQIlKeAgGt59k3VBIomkARNzz777HjiiScyex5yyCHxwAMPxODBg4t2Rt1Gr7zySkyZMiW++93v7rP3DTfcEJdeeml07ty56OeWakMB11LJVv6+Aq6V32M3JECAAAECBAgQIECAAAECBAgQIECAAAECBAgQIECgfAQEXMunVyolQIAAAQIECBAgQIAAAQIECBAgQKCyBARcK6ufbkMgb4Gf/vSncdJJJ0UyyTV5RowYkZnmetBBB+W9V0sv7N69O2bOnBmLFy9uclkyOXbZsmVx4oknFvXcUm4m4FpK3creW8C1svvrdgQIECBAgAABAgQIECBAgAABAgQIECBAgAABAgQIlJeAgGt59Uu1BAgQIECAAAECBAgQIECAAAECBAhUjoCAa+X00k0IFCSwZMmSmDZtWv27M2bMiPnz58f+++9f0H5NvfTuu+/GjTfeGLNmzWpxz1NOOSWWLl0aBx98cNHOLuVGAq6l1K3svQVcK7u/bkeAAAECBAgQIECAAAECBAgQIECAAAECBAgQIECAQHkJCLiWV79US4AAAQIECBAgQIAAAQIECBAgQIBA5QgIuFZOL92EQN4C77zzTiZ0umDBgvp377zzzpgwYULeezX3Qm1tbdx9992ZEG3dlNhk7XHHHRfnnHNO3HDDDbF9+/b61y+88MLMz7p37160Gkq1kYBrqWQrf18B18rvsRsSIECAAAECBAgQIECAAAECBAgQIECAAAECBAgQIFA+AgKu5dMrlRIgQIAAAQIECBAgQIAAAQIECBAgUFkCAq6V1c+KuU0y8fM3v/lNPPXUU/H444/Hr3/960wI8vnnn6+/Y+/evWPQoEHRt2/f+OhHP5oJTB511FFFnTxaMaDNXGTHjh0xadKkWL9+fWZFv379YvXq1XH00UcX7eo/+tGP4txzz80KsSY9W7ZsWXzyk5+MhQsXxiWXXJJ1XjJB9rLLLosuXboUrY4kzLtmzZp48cUX6/fs2bNnTJw4MQ488MCCzil2wPWVV16Je+65J95+++36eg499NAYPXq077qgDqX3JQHX9PZGZQQIECBAgAABAgQIECBAgAABAgQIECBAgAABAgQIVJ+AgGv19dyNCRAgQIAAAQIECBAgQIAAAQIECBBIh4CAazr6kFcVt912W0yZMmWfd2666aaYMWNGXnsVunjt2rWZ0F3Dp0ePHrFu3boYOnRoQdvu3bs3/vu//zv+8z//M5L9G071zHXDJPR6xhlnxOTJkzOB12IGJFurYefOnZlzE4PGz9KlSzO/S9vz7LPPxpgxY2Lbtm2Z0k455ZRYvnx59OrVqyilNhVuTb6TW265JcaPHx9JyG/37t0xc+bMWLx4cf2ZjdcUo5g///nPmf9+LFmypH674cOHx4oVK6JPnz4FHVHsgGsS4B43blxs3ry5vp6pU6dmJux269atoBq9lE4BAdd09kVVBAgQIECAAAECBAgQIECAAAECBAgQIECAAAECBAhUp4CAa3X23a0JECBAgAABAgQIECBAgAABAgQIEOh4AQHXju9B3hW88MILmXDgpk2bst4dOXJkJOHXYoUTmyssmS6ZBBKTyZsNn0LPT4KtSRDy+uuvj4ceeihvj+ZeSMKLl19+eZx44onRqVOnou3b3EbJpNmTTz45ampq9llSqE2pi165cmWcddZZ9cdcccUVkYQ2O3fu3OajH3300fjc5z6XNXW3ueDq1q1b4/zzz8/6posdchVwbXNLbVBEAQHXImLaigABAgQIECBAgAABAgQIECBAgAABAgQIECBAgAABAm0UEHBtI6DXCRAgQIAAAQIECBAgQIAAAQIECBAgUKCAgGuBcB35WnMB00MOOSTuvffeOPbYY0ta3nPPPRdjx46NJJTY8ClkSunvf//7uOqqq+KOO+4oSc1JSPKiiy6KWbNmRfLPpXr27NkT8+bNy4RDm3raOt22LXW/8847sWbNmnjxxRf32SYJoX7ve9+r//nEiRPjyCOPbPW4rl27ZoKxBx988D5ra2trM4HladOmZYVbk4Xz58+Pyy67rMnJuk1Ne00m8n7jG9/ITDVtIhDYap0NFwi45sVlcYkFBFxLDGx7AgQIECBAgAABAgQIECBAgAABAgQIECBAgAABAgQI5CEg4JoHlqUECBAgQIAAAQIECBAgQIAAAQIECBAoooCAaxEx23OrDRs2RDIVtPG00CRgOXv27DaHAVu6SzIldsqUKVlLBgwYEKtWrYqBAwfmxJCEIJNprZdccsk+IcjmNujfv3/07du3/te7du2Kn/70pzmdlwRyv/71r8ff/u3f5rQ+30XNTdVtuM/FF18cN9xwQyTh0PZ8mgp2tvX8QYMGRTL9NelJwyfp67p16+LSSy+N7du3Z/3uq1/9aubnzd0/effuu+/OBGMbftdJOHjBggVx7rnnNhmMzfUuAq65SlnXHgICru2h7AwCBAgQIECAAAECBAgQIECAAAECBAgQIECAAAECBAjkJiDgmpuTVQQIECBAgAABAgQIECBAgAABAgQIECi2gIBrsUXbab+dO3fG5MmTM2HChs+wYcMy01CTaa6leN54441MuHX16tVZ2+cT3mwpBNlw01NPPTXGjx8fn/zkJzOTQrt06bLPlfbu3RuvvPJKbNy4MROO/M53vtPstS+88MJMwLR79+5Fp1m7dm2MHj26ft8klNmtW7d49dVX63+Wbwi4WEW2V8D13XffjWXLlsWMGTP2CV7/67/+a8ycOTNj0tKT9POuu+6KpFeNw9u57tHc/gKuxfqi7FMMAQHXYijagwABAgQIECBAgAABAgQIECBAgAABAgQIECBAgAABAsUREHAtjqNdCBAgQIAAAQIECBAgQIAAAQIECBAgkK+AgGu+YilZn4REk6mWl112WVZFSbAyCb0OHTq0JJU++eSTceaZZ8bLL79cv3++Z/7oRz/KTONsPOEz2TDZK/ldEpI8/PDD85pEm4Qjf/7zn8e8efOaDbomAddkimjnzp2L5rN79+6YPn163H777fV7nnLKKXHCCSfEFVdckXXOjTfemLlbE+G2otXTeKP2CLgmYdRkQuv8+fP3uUe+wdQkKHvLLbfElVdeuU/INZlanHz3DSf55gon4JqrlHXtISDg2h7KziBAgAABAgQIECBAgAABAgQIECBAgAABAgQIECBAgEBuAgKuuTlZRYAAAQIECBAgQIAAAQIECBAgQIAAgWILCLgWW7Qd93vuuedi7NixsXXr1qxTk1DlNddcU9QQZ3JAEqq99tprY86cOVnn5TM1Nqn1/PPPj02bNu0jNWjQoEgCoJ/+9KfbFAB9++2345vf/GbMnj17n4BkEoxMps/+0z/9U9E69dRTT8Vpp52WFfpNepD0Zty4cbFt27b6s/KxKlaBSd927doVSXC07tmzZ09cd911cfPNN9f/LAlGf+ITn8jp2E6dOmXCyMlU3d/+9rfxpS99aZ9pwsnvr7rqqvjiF78YXbt2zWnfukUthVz79+8fX/nKV2LUqFGR1JHrI+Caq5R17SEg4Noeys4gQIAAAQIECBAgQIAAAQIECBAgQIAAAQIECBAgQIBAbgICrrk5WUWAAAECBAgQIECAAAECBAgQIECAAIFiCwi4Flu0HfdrbjLn8ccfH3fddVdBUy5bKj+Z2nrOOefEI488krUs16mkyaTTZHrprbfeus8xJ510UixatCj69etXFMEkILls2bLMecl00YbPxRdfHMkk13xDl00V1twk3XvuuSdOPfXUfSa7JnusWbMmE87syOeNN96IKVOmZMK+yVPIN5NMzH3wwQczU4Sff/75rOsk4dZk0moyjTcJwRbyJPsnjhdddFH88Y9/3GeL5FtMpvUedthhOW0v4JoTk0XtJCDg2k7QjiFAgAABAgQIECBAgAABAgQIECBAgAABAgQIECBAgEAOAgKuOSBZQoAAAQIECBAgQIAAAQIECBAgQIAAgRIICLiWALU9t1y7dm2MHj16nyNLEaJ8+OGHIwmiNnwGDBgQq1atioEDB7Z67RUrVsTEiRP3WXfcccfFt771rUj2KuaTBGpnzpwZixcvLrjm1uppKvTb0OS2227LBEkbPuedd14mzNu9e/fWti/Z75999tkYM2ZM/XTZqVOnZgKp3bp1y+nM1157LRMS/trXvpbT+rYsSsKySV2vvvrqPtv07t07Zs2aFZ/97GejT58+LR4j4NqWLni32AICrsUWtR8BAgQIECBAgAABAgQIECBAgAABAgQIECBAgAABAgQKFxBwLdzOmwQIECBAgAABAgQIECBAgAABAgQIEGiLgIBrW/RS8G5zU1WLOaU0uebbb7+dCYsuXLgw69a5BiOTcOIFF1wQ999/f9b7SXgxmSLaODhbLNokyHnWWWfF1q1bs7bMdepsa3U0FfqdNGlSfOMb34jkbs8991yMHTs26/xkSm1y56OPPrq17Uv2+5UrV2Zc6p5bbrklkl629iRTVX/wgx/ElVdeGT/72c/2WT5o0KBMcHbOnDmtbZXz74cPHx5XXXVVXHPNNfH973+/yfeSoGsyrffCCy+M5J+begRccya3sB0EBFzbAdkRBAgQIECAAAECBAgQIECAAAECBAgQIECAAAECBAgQyFFAwDVHKMsIECBAgAABAgQIECBAgAABAgQIECBQZAEB1yKDtvd2tbW1ce211+4TKEyChkmIsX///kUp6YUXXojx48fHpk2bsvbLdVJsc5Nmk6DkvHnzokuXLkWps/Em7777bsydOze++tWvZv1q5MiRkUxX7dWrV8HnNhf6vemmmzJhy+RpKlSZ/LxYAdtCit+zZ0/me7nuuusyrx9yyCHxwAMPxODBg1vc7ve//30maHrHHXc0uS4xTabA/s///E+ccMIJhZTW5DtJwDWZ/rv//vvH/Pnz4+tf/3rU1NTsszYJtyZTZZubjCvgWrSW2KgIAgKuRUC0BQECBAgQIECAAAECBAgQIECAAAECBAgQIECAAAECBIokIOBaJEjbECBAgAABAgQIECBAgAABAgQIECBAIE8BAdc8wdK4/Mknn4wzzzwzkmmuDZ+lS5fG5MmTi1JyEgadMmVK1l7Dhg3LhB2TgGRLz+7du2P69Olx++23Zy0bMGBArFq1KgYOHFiUGpvbZMOGDZGEL+tCkclk1c985jOZsORhhx1W8NnPP/98jBs3LjZv3ly/R1PTWZsK9+ZqV3BxLby4Y8eOSKbMrl+/PrNqxIgRsXz58kzY9xe/+EX86U9/yvz8ve99bxxzzDHRtWvXzJ//93//NzPl9b777svaPfH88pe/HJdeemkmXPrUU09lJrwW6zn00EMzwdWkvmSC7IMPPhiXXXZZJP51z5AhQ+LOO+9ssZ8CrsXqiH2KISDgWgxFexAgQIAAAQIECBAgQIAAAQIECBAgQIAAAQIECBAgQKA4AgKuxXG0CwECBAgQIECAAAECBAgQIECAAAECBPIVEHDNVyyF65sLkJ533nmxaNGiZida5nqV5vbPdQppcwHcZIpoMl21c+fOuZZS0Lok0JkEIo844ohIpoEeddRR0a1bt4L2avhSU6HfpsxfeumlmDBhQmzcuDHrzFyn37a50EYbJAHU0047rT4QfcUVV8Q111wT77zzTmby7JIlSzJv1E1O7dOnT/0OjUOuyYTg5Ds4+eSTo1OnTsUutdn9Xnvttcy5ixcvjt69e8eyZcvixBNPbPF8Add2a4+DchAQcM0ByRICBAgQIECAAAECBAgQIECAAAECBAgQIECAAAECBAi0k4CAaztBO4YAAQIECBAgQIAAAQIECBAgQIAAAQKNBARcK+STaCps2dQ00UKu2zgQmeyRTG29995749hjj211ywULFmSmezZ8kqmfySTOZPJmOT47d+7MTMddt25dVvnJFNEkzNrw2bNnT8ybNy8TIm34FCuAnK9fEmCdNm1a/WvJRNbTTz89GgdAmwq4Ji9t3bo1xo8fH4MHD45rr702Dj744HxLKMr62traePrpp2PLli0Z89aC0gKuRWG3SZEEBFyLBGkbAgQIECBAgAABAgQIECBAgAABAgQIECBAgAABAgQIFEFAwLUIiLYgQIAAAQIECBAgQIAAAQIECBAgQIBAAQICrgWgpfGVF154IRM63LRpU1Z5N910U2YqZ6FPEiJMAqrJBNSGT67hzJqamvjCF74Qy5cvz3p/xIgRmZ8ddNBBhZbWoe81NZX2uOOOi7vvvjsOP/zwfWpran0+IeFiXbZxyHPQoEGxcuXKSCax5hpwTb6JZCptUn97Tm1tq4GAa1sFvV9MAQHXYmraiwABAgQIECBAgAABAgQIECBAgAABAgQIECBAgAABAm0TEHBtm5+3CRAgQIAAAQIECBAgQIAAAQIECBAgUKiAgGuhcil7r7kpoSNHjoxkumuvXr0KqnjHjh0xadKkWL9+fdb7a9asiVGjRrW6569//es466yzIpkC2/C54oorMhNNW5u62eoBHbCgOeuW7vTGG2/ElClTYvXq1VkVz5kzJ+bOndtuDo2D0A2DyrkGXDuAvP7IN998M5IpuYln8vTs2TMmTpwYBx54YKtlCbi2SmRBOwoIuLYjtqMIECBAgAABAgQIECBAgAABAgQIECBAgAABAgQIECDQioCAq0+EAAECBAgQIECAAAECBAgQIECAAAECHSMg4Nox7iU5dcOGDZEEWpOpqXVPW6eENrVnS5NKG1/s8ccfjxNOOGGf+y5btizOOeeckjiUetPt27fH2WefHU888UT9UT169Ih169bF0KFDmz0+CRonIdeGTz6WxbjX/fffH2eccUb9VrfccktMnTo18+d8A67btm2LtWvXFlRW165dM8Hngw8+OK/3X3/99ZgwYUI89NBDmfeGDx8eK1asiD59+rS6T1MB11ZfSsGCpD/JFOVu3bqloBolFEtAwLVYkvYhQIAAAQIECBAgQIAAAQIECBAgQIAAAQIECBAgQIBA2wUEXNtuaAcCBAgQIECAAAECBAgQIECAAAECBAgUIiDgWohaSt/ZuXNnTJ48ORO0bPgkk1Jnz54dTQSqWrxJMqk0mTB63XXXZa3LZ+poEj5MJmw2fh577LEYMmRISiVbLisJdY4ePTprUS6Tcp9//vkYN25cbN68OevdpUuXZvpW6qdxP5Pw8wMPPBCDBw/OHJ1vwLW58HIu9xg0aFCsXLky+vfvn8vy+jUCrnlxWZxiAQHXFDdHaQQIECBAgAABAgQIECBAgAABAgQIECBAgAABAgQIVJ2AgGvVtdyFCRAgQIAAAQIECBAgQIAAAQIECBBIiYCAa0oaUawylixZEtOmTcvabtiwYXHHHXdEEmjM53nhhRdi/PjxsWnTpvrX8p0Im4Rrr7766qxjjzrqqPj2t78d//iP/5hPOalYu3v37pg+fXrcfvvtWfXceOONMWPGjBZDxG+//XbMnDkzFi5cmPVuLuHYYlz+pZdeykw/3bhxY2a7ESNGxPLly+Oggw7K/LmjA65JQDvxefHFFzP1HHvssZlg9nvf+9766wu4FuNLsEcaBARc09AFNRAgQIAAAQIECBAgQIAAAQIECBAgQIAAAQIECBAgQOAvAgKuvgQCBAgQIECAAAECBAgQIECAAAECBAh0jICAa8e4l+zU5557LsaOHRtbt26tP6NHjx6Zqa5Dhw7N69ymJpWOGTMmkomjPXv2bHWv2tramDdvXuY/DZ9Cp3e2emA7LHj22WcjMdi2bVv9aQMGDIhVq1bFwIEDW63g4YcfjpNOOilrXaH9afWwRgs2bNgQSZi2pqYm85vGk307OuDaOLw6derUWLBgQXTr1q3+JgKu+Xbd+rQKCLimtTPqIkCAAAECBAgQIECAAAECBAgQIECAAAECBAgQIECgGgUEXKux6+5MgAABAgQIECBAgAABAgQIECBAgEAaBARc09CFItbQ3JTQK664IhNo7Ny5c06nNTepNAm3Tp48Oac9Ggcm614aPnx4rFixIvr06ZPTPmlZlAR2k8DlZZddllXSeeedF4sWLYru3bu3WurLL78c55xzTjzyyCNZa+fMmRNz587NuT+tHtRowZ49ezJB4+QbqHu+//3vxz//8z/X/7mtAdfHHnsshgwZ0mxpSc8nTpyY+X1TIedSB1wTg1/84hfxpz/9KV++Ztffddddceutt2b9fvHixZGEngt5/vCHP2T61DBA3VTQt5C9vZMuAQHXdPVDNQQIECBAgAABAgQIECBAgAABAgQIECBAgAABAgQIVLeAgGt199/tCRAgQIAAAQIECBAgQIAAAQIECBDoOAEB146zL9nJTU0JPf744yMJ4/Xt2zenc5uaBHvcccfF3XffHYcffnhOe5Qq4Pr444/HCSeckFMNLS3KN2jbXDh1zZo1MWrUqJzqaS4km69tToc1WNS49qa+h0oPuOZrlsv6JDB89dVXZy1tLejb0r7PP/98jBs3LjZv3ly/TMA1l06U3xoB1/LrmYoJECBAgAABAgQIECBAgAABAgQIECBAgAABAgQIEKhcAQHXyu2tmxEgQIAAAQIECBAgQIAAAQIECBAgkG4BAdd096eg6toaxGwuhJnvFNhKC7hu2LAhRo4cGTU1NfV9yTc4nLz41FNPxWmnnRZJnxo++UzHzffDaBycTILO/fr1i06dOtVvtXfv3szk0O3bt2d+1rt378yk1fe85z1Zx5166qlx0UUXReOgcWvBzo6e4JqvWS7rix1wfeWVV+Kee+6JZBJz3XPooYfG6NGjY//998+lJGvKREDAtUwapUwCBAgQIECAAAECBAgQIECAAAECBAgQIECAAAECBKpCQMC1KtrskgQIECBAgAABAgQIECBAgAABAgQIpFBAwDWFTWlrSc0FVC+++OK44YYbomvXri0esXPnzpg8eXKsW7eufl2PHj0yfx46dGjO5b3zzjsxa9asWLBgQdY7gwcPzoT4jjjiiJz3ariwIya4JoHDmTNnxsKFC7NqnjNnTsydOzc6d+6c8112794d06dPj9tvvz3rnSQ8e9ttt0WvXr1y3ivXhU1NBs313cbr/u3f/i2Sewu4RhQ74FpoT7xXfgICruXXMxUTIECAAAECBAgQIECAAAECBAgQIECAAAECBAgQIFC5AgKuldtbNyNAgAABAgQIECBAgAABAgQIECBAIN0CAq7p7k/B1TU1JTSZxrly5cro379/i/s2Nam00PBlUwHAXOtorsiOCLg2FRBNQr8PPvhgDBkyJO8+NZxmWvdyISHiXA8WcM1VKr91Aq75eVn9/wsIuPoaCBAgQIAAAQIECBAgQIAAAQIECBAgQIAAAQIECBAgkB4BAdf09EIlBAgQIECAAAECBAgQIECAAAECBAhUl4CAa4X2u7kpoUuXLs1MZ23u2bNnT8ybNy8zmbLhc8stt8TUqVPz1lqyZElMmzYt670kyPn9738/Pvaxj+W9X/JCRwRck8mqU6ZMKajefF7KdcpuPnsma9sj4Lp48eIYMGBAs6Vt3Lgx820lT1Mh59dffz0mTJgQDz30UGZN8r0l03+7detWv2fjNcOHD48kLNynT598SYqyXsC1KIxVuYmAa1W23aUJECBAgAABAgQIECBAgAABAgQIECBAgAABAgQIEEipgIBrShujLAIECBAgQIAAAQIECBAgQIAAAQIEKl5AwLWCW7x27doYPXp01g3PO++8WLRoUXTv3r3Jm2/fvj3OPvvseOKJJ+p/n4QWV61aFQMHDsxb6+GHH46TTjppn/fuueeeGDduXN77FfpCU0HEXMORb7zxRibcunr16kKPz/m9tljnfEgzC//85z/HjBkzIgklJ09rPm0JGrd3wDW521tvvZV18wMOOCArPFuIX6kCrqWqt5A7eqc0AgKupXG1KwECBAgQIECAAAECBAgQIECAAAECBAgQIECAAAECBAoREHAtRM07BAgQIECAAAECBAgQIECAAAECBAgQaLuAgGvbDVO7Q1Nh1X79+mWCmkcffXSTdTcVim3LVNFnn302xowZE9u2bcs6LwkGzp49O5oIeZXEsy0B1yeffDLOPPPMePnll0tSW+NNb7zxxkzQtL1s6s6v5IBrMuV14sSJWdR33nlnZmJsW55SBVxLVW9b7urd4goIuBbX024ECBAgQIAAAQIECBAgQIAAAQIECBAgQIAAAQIECBBoi4CAa1v0vNI3nl0AACAASURBVEuAAAECBAgQIECAAAECBAgQIECAAIHCBQRcC7dL/Zt79uyJefPmRRLCa/jcdNNNmQBl46dxwDH5fY8ePWLdunUxdOjQgu67Y8eOmDRpUqxfvz7r/ST0unTp0ujZs2dB++b7UqEB1+YM8z0/n/XDhg2LO+64Iw455JB8XmvzWgHX/AkFXPM388ZfBARcfQkECBAgQIAAAQIECBAgQIAAAQIECBAgQIAAAQIECBBIj4CAa3p6oRICBAgQIECAAAECBAgQIECAAAECBKpLQMC1wvvd1PTRkSNHxm233Ra9evXKuv1zzz0XY8eOja1bt9b/vK1hyyQgOmfOnLjuuuuyzmptkmyx21JowPWll17KTPncuHFjVknnn39+9O/fv81lbtmyJZJJoo2fNWvWxKhRo9q8fz4btDXg+thjj8WQIUOaPbLhVNJBgwbFypUrswxff/31jPVDDz2U2WPq1KmxYMGC6NatW/2ejdcMHz48kn379OnT4lVLNRFVwDWfL8zahgICrr4HAgQIECBAgAABAgQIECBAgAABAgQIECBAgAABAgQIpEdAwDU9vVAJAQIECBAgQIAAAQIECBAgQIAAAQLVJSDgWuH93rlzZ0yePDkzhbXuSSaD3nvvvXHsscdm3X7JkiUxbdq0rJ/deOONmWmvTYSxcpbbsGFDJKHampqaou+daxGFBlzXrl0bo0ePzjpmwIABsWrVqhg4cGCuxze7rqlQcbK4qXBnmw9rZQMB1/yFBVzzN/PGXwQEXH0JBAgQIECAAAECBAgQIECAAAECBAgQIECAAAECBAgQSI+AgGt6eqESAgQIECBAgAABAgQIECBAgAABAgSqS0DAtQr6nUxrnTJlStZNk2De7Nmz60NWTQVhixXk3LFjR0yaNCnWr1+fVUMy7TOZXnrYYYeVvAuFBFx3794d06dPj9tvvz2rvmKGTxuHSusOKpZ9PrACrvlo/WWtgGv+Zt74i4CAqy+BAAECBAgQIECAAAECBAgQIECAAAECBAgQIECAAAEC6REQcE1PL1RCgAABAgQIECBAgAABAgQIECBAgEB1CQi4VkG/X3jhhRg/fnxs2rSp/rbDhg2LO+64I5Jprsnz5JNPxplnnhkvv/xy/ZrzzjsvFi1aFN27d2+zUlMh22TTJCA4a9as6NKlS5vPaGmDQgKuzU1XXbNmTYwaNapo9TY1JTbZvBjTc/MpUsA1H62/rBVwzd/MG38REHD1JRAgQIAAAQIECBAgQIAAAQIECBAgQIAAAQIECBAgQCA9AgKu6emFSggQIECAAAECBAgQIECAAAECBAgQqC4BAdcq6Pfbb78dM2fOjIULF9bftkePHrFu3boYOnRo1NbWxrXXXhtz5szJ0ihmkPMPf/hDZorrD3/4w6wz+vbtG8uWLYsTTzyxpJ3IN+CamCxYsCAuu+yyrLqOO+64uPvuu+Pwww8vWr0vvfRSTJgwITZu3Ji1Z+MQctEObGaj5gKuybeSTPj99a9/Hb/85S9j27ZtMW7cuHjrrbfihBNOqN/tsccei2Qqb3PPihUrYuLEiZlfDxo0KFauXBn9+/evX/76669nHB566KHMz5qalNt4zfDhwyPZt0+fPi3yNDy7bmEyPTg5ry2PgGtb9Kr7XQHX6u6/2xMgQIAAAQIECBAgQIAAAQIECBAgQIAAAQIECBAgkC4BAdd09UM1BAgQIECAAAECBAgQIECAAAECBAhUj4CAa5X0esOGDTFy5Mioqampv3ESaJ07d24mvJiET9evX1//u2KHK5PAaBIyTM5p/CSh0W9961sxYMCAknUj34Drjh079jFJirv44ovjhhtuiK5duxat1j179sS8efMy00AbP8UMGTdXcNKbXbt2RRIeTabprlq1KrM0CbZ269YtXn311axX68KpiVHDgOvixYtb7GES4E3umTwCri1/PqUK5Bbto7VRmwUEXNtMaAMCBAgQIECAAAECBAgQIECAAAECBAgQIECAAAECBAgUTUDAtWiUNiJAgAABAgQIECBAgAABAgQIECBAgEBeAgKueXGV7+KmApsjRoyI5cuXx/PPPx8nn3xyVvg1CVvOnj07mghhFYywe/fumDFjRtx666377JFM/lyyZEkMHDiw4P2bejEJb/7gBz/ITGLdvHlz1pKWpn82FQhOXr7vvvvi9NNPL2qNyWaPP/74Pj1Ifn7eeefFokWLonv37gWfuXfv3kyI+be//W386U9/ii1btmTCrM8880wk02OffvrpvPZOws933XVX/OpXv8oKuOaziYBry1oCrvl8TeW5VsC1PPumagIECBAgQIAAAQIECBAgQIAAAQIECBAgQIAAAQIEKlNAwLUy++pWBAgQIECAAAECBAgQIECAAAECBAikX0DANf09KkqFSdBzwYIFmaBn3ZNM6Pzud78bP/vZz7J+fsghh8S9994bxx57bFHObrjJ1q1b4/zzz49Nmzbts3f//v3j6quvjtGjRxdlQurvfve7uPHGG2PZsmVZ4d26g5sLuL799tsxc+bMWLhwYVaNn/rUpzJTaP/u7/6u6C5JAHXy5Mmxbt26rL2L0Yu6Cb1Jr4vx1Ln98pe/FHC95prMN9vweeyxxyIJbLflEXBti155vCvgWh59UiUBAgQIECBAgAABAgQIECBAgAABAgQIECBAgAABAtUhIOBaHX12SwIECBAgQIAAAQIECBAgQIAAAQIE0icg4Jq+npSsoueeey7Gjh0bSci07rnyyiszkzhXr15d/7NiTA1t6RKPPvpofO5zn8tMjm3qOfXUUzMB049//OPRpUuXvDzefffdzP2SMG9yp5qammbfby7g+sILL8T48eP3CeHOmTMn5s6dG507d86rplwXJzVfeuml+yxv67l//vOfM5Nzkwm5+T69e/eOZNrqgAED4ogjjogjjzwyDj300OjXr1/85Cc/yQq4fuxjH4v3ve99zR7x2muv1U+LNcG15U4IuOb7pZbfegHX8uuZigkQIECAAAECBAgQIECAAAECBAgQIECAAAECBAgQqFwBAdfK7a2bESBAgAABAgQIECBAgAABAgQIECCQbgEB13T3p6jV5Rp0XLNmTYwaNaqoZzfeLAlHfv7zn4/Nmzc3e85RRx0VEydOjM985jPxgQ98ILp169bk2jfeeCO2bNkS69evj1WrVjUbnG348kknnRTXXXddHHPMMdE4aHbbbbfFlClTss5Kpt0m01WHDh1aMpemAsjJYccdd1zcfffdcfjhhxd89jVNTBptuFkSTk2Mk6m3jz/+eOZXzQWA695L1p1wwgn127Q2ubRhaFPAteVWCrgW/KmXzYsCrmXTKoUSIECAAAECBAgQIECAAAECBAgQIECAAAECBAgQIFAFAgKuVdBkVyRAgAABAgQIECBAgAABAgQIECBAIJUCAq6pbEvpilq7dm2MHj262QOKEabMtfpf/vKX8eUvfzm+853v5PRK3759M5NDO3XqlFmfBHafeeaZFqe0Nt44mUh61VVXZSbIdu/efZ9zk7BsEm5tONE2WTRs2LC444474pBDDsmp1kIWtRRAXrp0aUyePLmQbTPvJIHJ2bNnx8CBAzOh3g996EOZ/ySmPXv2zJg2Pr+9A65vvvlm3HnnnZH0IHmSSbHJt7r//vvX3/v111+PCRMmxEMPPZT5WWs11r1YqsBoU8Hh1oK+uTSxVPXmcrY17SMg4No+zk4hQIAAAQIECBAgQIAAAQIECBAgQIAAAQIECBAgQIBALgICrrkoWUOAAAECBAgQIECAAAECBAgQIECAAIHiCwi4Ft801Tu+/PLLcc4558QjjzzSZJ1z5syJuXPnRufOndvlHrt3745vfvOb8ZWvfCX++Mc/luzMZALr1KlT46KLLsoEJ5t7nnzyyTjzzDMjcWr4JEHGJCDaRCitqDU3F0AeOXJkJJNle/XqVdTzGm7W0QHXXC4m4DohFyZrykBAwLUMmqREAgQIECBAgAABAgQIECBAgAABAgQIECBAgAABAgSqRkDAtWpa7aIECBAgQIAAAQIECBAgQIAAAQIECKRMQMA1ZQ0pdTl79uyJefPmRRLYbPwk00nvvffeOPbYY0tdxj77v/jii7F48eK49dZbixp0TSaUJpNPzz333BaDrUlBzdm0p8v27dvj7LPPjieeeCLLqD1qEHDN/7M3wTV/M2/8RUDA1ZdAgAABAgQIECBAgAABAgQIECBAgAABAgQIECBAgACB9AgIuKanFyohQIAAAQIECBAgQIAAAQIECBAgQKC6BARcq6vfmds2N6W0PaaEtsb96quvZkK2d955Z/z4xz9ubXmTv+/du3eccsopMXHixPjEJz4R3bp1y2mf5qbbtqdLSwHkUk/XFXDN6TPJWiTgmr+ZN/4iIODqSyBAgAABAgQIECBAgAABAgQIECBAgAABAgQIECBAgEB6BARc09MLlRAgQIAAAQIECBAgQIAAAQIECBAgUF0CAq7V1e+yuu3OnTtj8+bN8dRTT8V//dd/xR/+8Id45plnoqampv4exxxzTPzN3/xNDBo0KD784Q/H4MGD4wMf+EB06dKlrO6ahmKrLeCaBKCPPPLINtE/+uij8b3vfS9rj+nTp8ff//3ft2nfLVu2ZELeDZ/kzxMmTGjTvl5Oj4CAa3p6oRICBAgQIECAAAECBAgQIECAAAECBAgQIECAAAECBAgIuPoGCBAgQIAAAQIECBAgQIAAAQIECBAg0DECAq4d4+5UAqkTKIeA60svvZQJeW7cuDHjN3z48FixYkX06dOnRc9kTRJoLedHwLWcu7dv7QKuldVPtyFAgAABAgQIECBAgAABAgQIECBAgAABAgQIECBAoLwFBFzLu3+qJ0CAAAECBAgQIECAAAECBAgQIECgfAUEXMu3dyonUFSBUgZca2tr49prr405c+Zkak4m7q5cuTL69++f8x2SPZKg6qRJk+rfGTNmTCxdujR69uzZ4j4CrjkzW9hOAgKu7QTtGAIECBAgQIAAAQIECBAgQIAAAQIECBAgQIAAAQIECOQgIOCaA5IlBAgQIECAAAECBAgQIECAAAECBAgQKIGAgGsJUG1JoBwFihFwPf7442PXrl2xd+/eTOi0U6dOmX9+8skn45JLLolNmzZlaAYPHhz33HNPHHHEEfVUyXTWiy66KN58883Mzw899NAsxs2bN8d3vvOdqKmpqf/5jBkzYv78+bH//vu3SC7gWo5fZGXXLOBa2f11OwIECBAgQIAAAQIECBAgQIAAAQIECBAgQIAAAQIEyktAwLW8+qVaAgQIECBAgAABAgQIECBAgAABAgQqR0DAtXJ66SYE2iRQjIDrRz/60Zg1a1YsWLCgxVqamrz61ltvxRe/+MXMRNZcnzVr1sSoUaNaXX7ffffF4sWLW12XlgWvvfZaPP3001nl3HnnnTFhwoS0lKiONgoIuLYR0OsECBAgQIAAAQIECBAgQIAAAQIECBAgQIAAAQIECBAoooCAaxExbUWAAAECBAgQIECAAAECBAgQIECAAIE8BARc88CylEAlCxQj4DpkyJBYsmRJTJs2rUWq5sKa1113XVx55ZU5MY8dOzZzVq9evXJaX06Lmpo4K+BaTh1svVYB19aNrCBAgAABAgQIECBAgAABAgQIECBAgAABAgQIECBAgEB7CQi4tpe0cwgQIECAAAECBAgQIECAAAECBAgQIJAtIODqiyBAICNQrIDrT3/60zjppJOipqZmH9kePXrEVVddlZnU2rVr131+v3LlyjjrrLNa7chnP/vZuPbaa+Pggw9udW05LhBwLceu5VezgGt+XlYTIECAAAECBAgQIECAAAECBAgQIECAAAECBAgQIECglAICrqXUtTcBAgQIECBAgAABAgQIECBAgAABAgSaFxBw9XUQIJARKFbANQm2bt68Od59990s2fe85z3xoQ99qMWJqzt27IgtW7bE//3f/2X+7zvvvJO1xwc/+MH4yEc+Ev/wD/8QnTp10jkCZSsg4Fq2rVM4AQIECBAgQIAAAQIECBAgQIAAAQIECBAgQIAAAQIVKCDgWoFNdSUCBAgQIECAAAECBAgQIECAAAECBMpCQMC1LNqkSAKlF6itrY1du3bVB1OTAGnPnj0FSUtP74QqFBBwrcKmuzIBAgQIECBAgAABAgQIECBAgAABAgQIECBAgAABAqkVEHBNbWsURoAAAQIECBAgQIAAAQIECBAgQIBAhQsIuFZ4g12PAAECBNInIOCavp6oiAABAgQIECBAgAABAgQIECBAgAABAgQIECBAgACB6hUQcK3e3rs5AQIECBAgQIAAAQIECBAgQIAAAQIdKyDg2rH+TidAgACBKhQQcK3CprsyAQIECBAgQIAAAQIECBAgQIAAAQIECBAgQIAAAQKpFRBwTW1rFEaAAAECBAgQIECAAAECBAgQIECAQIULCLhWeINdjwABAgTSJyDgmr6eqIgAAQIECBAgQIAAAQIECBAgQIAAAQIECBAgQIAAgeoV+GFEfKrB9WdExM3Vy+HmBAgQIECAAAECBAgQIECAAAECBAgQaDcBAdd2o3YQAQIECBD4i4CAqy+BAAECBAgQIECAAAECBAgQIECAAAECBAgQIECAAAEC6REQcE1PL1RCgAABAgQIECBAgAABAgQIECBAgEB1CQi4Vle/3ZYAAQIEUiAg4JqCJiiBAAECBAgQIECAAAECBAgQIECAAAECBAgQIECAAAECfxUQcPUpECBAgAABAgQIECBAgAABAgQIECBAoGMEBFw7xt2pBAgQIFDFAgKuVdx8VydAgAABAgQIECBAgAABAgQIECBAgAABAgQIECBAIHUCAq6pa4mCCBAgQIAAAQIECBAgQIAAAQIECBCoEgEB1ypptGsSIECAQHoEBFzT0wuVECBAgAABAgQIECBAgAABAgQIECBAgAABAgQIECBAYGdEvL8Bw4yIuBkLAQIECBAgQIAAAQIECBAgQIAAAQIECJRcQMC15MQOIECAAAEC2QICrr4IAgQIECBAgAABAgQIECBAgAABAgQIECBAgAABAgQIpEdAwDU9vVAJAQIECBAgQIAAAQIECBAgQIAAAQLVJSDgWl39dlsCBAgQSIGAgGsKmqAEAgQIECBAgAABAgQIECBAgAABAgQIECBAgAABAgQI/FVAwNWnQIAAAQIECBAgQIAAAQIECBAgQIAAgY4REHDtGHenEiBAgEAVCwi4VnHzXZ0AAQIECBAgQIAAAQIECBAgQIAAAQIECBAgQIAAgdQJCLimriUKIkCAAAECBAgQIECAAAECBAgQIECgSgQEXKuk0a5JgAABAukREHBNTy9UQoAAAQIECBAgQIAAAQIECBAgQIAAAQIECBAgQIAAAQFX3wABAgQIECBAgAABAgQIECBAgAABAgQ6RkDAtWPcnUqAAAECVSwg4FrFzXd1AgQIECBAgAABAgQIECBAgAABAgQIECBAgAABAgRSJyDgmrqWKIgAAQIECBAgQIAAAQIECBAgQIAAgSoREHCtkka7JgECBAikR0DANT29UAkBAgQIECBAgAABAgQIECBAgAABAgQIECBAgAABAgQEXH0DBAgQIECAAAECBAgQIECAAAECBAgQ6BgBAdeOcXcqAQIECFSxgIBrFTff1QkQIECAAAECBAgQIECAAAECBAgQIECAAAECBAgQSJ2AgGvqWqIgAgQIECBAgAABAgQIECBAgAABAgSqREDAtUoa7ZoECBAgkB4BAdf09EIlBAgQIECAAAECBAgQIECAAAECBAgQIECAAAECBAgQEHD1DRAgQIAAAQIECBAgQIAAAQIECBAgQKBjBARcO8bdqQQIECBQxQICrlXcfFcnQIAAAQIECBAgQIAAAQIECBAgQIAAAQIECBAgQCB1AgKuqWuJgggQIECAAAECBAgQIECAAAECBAgQqBIBAdcqabRrEiBAgEB6BARc09MLlRAgQIAAAQIECBAgQIAAAQIECBAgQIAAAQIECBAgQEDA1TdAgAABAgQIECBAgAABAgQIECBAgACBjhEQcO0Yd6cSIECAQBULCLhWcfNdnQABAgQIECBAgAABAgQIECBAgAABAgQIECBAgACB1AkIuKauJQoiQIAAAQIECBAgQIAAAQIECBAgQKBKBARcq6TRrkmAAAEC6REQcE1PL1RCgAABAgQIECBAgAABAgQIECBAgAABAgQIECBAgACBH0bEpxowzIiIm7EQIECAAAECBAgQIECAAAECBAgQIECAQMkFBFxLTuwAAgQIECCQLSDg6osgQIAAAQIECBAgQIAAAQIECBAgQIAAAQIECBAgQIBAegQEXNPTC5UQIECAAAECBAgQIECAAAECBAgQIFBdAgKu1dVvtyVAgACBFAgIuKagCUogQIAAAQIECBAgQIAAAQIECBAgQIAAAQIECBAgQIDAXwUEXH0KBAgQIECAAAECBAgQIECAAAECBAgQ6BgBAdeOcXcqAQIECFSxgIBrFTff1QkQIECAAAECBAgQIECAAAECBAgQIECAAAECBAgQSJ2AgGvqWqIgAgQIECBAgAABAgQIECBAgAABAgSqREDAtUoa7ZoECBAgkB4BAdf09EIlBAgQIECAAAECBAgQIECAAAECBAgQIECAAAECBAgQ2BkR72/AMCMibsZCgAABAgQIECBAgAABAgQIECBAgAABAiUXEHAtObEDCBAgQIBAtoCAqy+CAAECBAgQIECAAAECBAgQIECAAAECBAgQIECAAAEC6REQcE1PL1RCgAABAgQIECBAgAABAgQIECBAgEB1CQi4Vle/3ZYAAQIEUiAg4JqCJiiBAAECBAgQIECAAAECBAgQIECAAAECBAgQIECAAAECfxUQcPUpECBAgAABAgQIECBAgAABAgQIECBAoGME9kbEfnVH7927N5oI3XRMZU4lQIAAAQIVKFBbWxudOnVqeLPkf2wi6wdpu3b9XxTSVph6CBAgQIAAAQIECBAgQIAAAQIECBAgQIAAAQIECBAgUAQBAdciINqCAAECBAgQIECAAAECBAgQIECAAAECBQi8GRHd697btWtX9OjRo4BtvEKAAAECBAjkIlBTUxPve9/7Gi7dHREH5vJuR60RcO0oeecSIECAAAECBAgQIECAAAECBAgQIECAAAECBAgQINAeAgKu7aHsDAIECBAgQIAAAQIECBAgQIAAAQIECOwr8LuI6Fv341/96lfRr18/TgQIECBAgECJBLZt2xYf/OAHG+6+PSIOK9FxRdlWwLUojDYhQIAAAQIECBAgQIAAAQIECBAgQIAAAQIECBAgQCClAgKuKW2MsggQIECAAAECBAgQIECAAAECBAgQqHiBRyPiE3W3fPDBB2PEiBEVf2kXJECAAAECHSWwfv36OPnkkxse/+OI+GRH1ZPLuQKuuShZQ4AAAQIECBAgQIAAAQIECBAgQIAAAQIECBAgQIBAuQoIuJZr59RNgAABAgQIECBAgAABAgQIECBAgEC5C9waEVPqLjF//vy4/PLLy/1O6idAgAABAqkVuP7662PWrFkN61saERektuCIEHBNc3fURoAAAQIECBAgQIAAAQIECBAgQIAAAQIECBAgQIBAWwUEXNsq6H0CBAgQIECAAAECBAgQIECAAAECBAgUJvD5iFhc9+rpp58e9913X2E7eYsAAQIECBBoVeCMM86I+++/v+G6CyPi/7X6YgcuEHDtQHxHEyBAgAABAgQIECBAgAABAgQIECBAgAABAgQIECBQcgEB15ITO4AAAQIECBAgQIAAAQIECBAgQIAAAQJNCgyKiGfqfnPAAQfEm2++GfvtJ8rieyFAgAABAsUWqK2tjQMPPDDeeuuthlt/OCI2F/usYu7nbwXF1LQXAQIECBAgQIAAAQIECBAgQIAAAQIECBAgQIAAAQJpExBwTVtH1EOAAAECBAgQIECAAAECBAgQIECAQDUJ/C4i+tZdeNWqVTFmzJhqur+7EiBAgACBdhFYvXp1jB079v9j7+6jrazLvIFfQqWopIkzC/tDbDUOyzXmSXkmG7B0BlKcCkI0FBSd8QUfNRU1w8yImka0TCTlkcQ1CoKQGoFPA76lFtLYPEaYLSumDJsRp2ww8WV0hedZ9659Zp/DPmffZ7/e996fey1Xc875vVy/z3UfmNX22690r60RcVBTNq9hEwHXGvBMJUCAAAECBAgQIECAAAECBAgQIECAAAECBAgQIEAg8wICrplvkQIJECBAgAABAgQIECBAgAABAgQIEGhjgRsi4sLi+SZNmhRr1qxp4+M6GgECBAgQaI3A5MmTY+3ataWbL4yIi1pTTfpdBVzTWxlJgAABAgQIECBAgAABAgQIECBAgAABAgQIECBAgED+BARc89czFRMgQIAAAQIECBAgQIAAAQIECBAg0D4CfxURG0uP84Mf/CAOP/zw9jmhkxAgQIAAgRYLbNq0KY444oi+VYyNiO+1uLSK2wu4ViQygAABAgQIECBAgAABAgQIECBAgAABAgQIECBAgACBHAs8HBHHRETxs9GLI2JBjs+jdAIECBAgQIAAAQIECBAgQIAAAQIECORN4DsR8YFi0dOnT4/ly5fn7QzqJUCAAAECmRWYMWNGrFixorS+70bEBzNbcElhAq556JIaCRAgQIAAAQIECBAgQIAAAQIECBAgQIAAAQIECBCoVkDAtVo58wgQIECAAAECBAgQIECAAAECBAgQIFAfgY9HxKrSpdatWxcTJ06sz+pWIUCAAAECHSywfv36OP744/sKTIuIr+eBRcA1D11SIwECBAgQIECAAAECBAgQIECAAAECBAgQIECAAAEC1QoIuFYrZx4BAgQIECBAgAABAgQIECBAgAABAgTqJ9DrFtdDDz00nnzyydhtN7GW+hFbiQABAgQ6TaC7uzsOrvdxQAAAIABJREFUO+yweOqpp0qPnpvbW5Oi/X8CnfbWOi8BAgQIECBAgAABAgQIECBAgAABAgQIECBAgACBzhIQcO2sfjstAQIECBAgQIAAAQIECBAgQIAAAQLZFPibiHiotLSzzz47vva1r2WzWlURIECAAIEcCJxzzjlxyy239K10fER8OwflF0oUcM1Lp9RJgAABAgQIECBAgAABAgQIECBAgAABAgQIECBAgEA1AtsjYt+SibMjYkE1C5lDgAABAgQIECBAgAABAgQIECBAgAABAjUJ3BARF/ZZYU5EXJN8rzu5hs5DgAABAgQIpBK45pprYs6c5K/RXs/CiLgo1QIZGSTgmpFGKIMAAQIECBAgQIAAAQIECBAgQIAAAQIECBAgQIAAgYYICLg2hNWiBAgQIECAAAECBAgQIECAAAECBAgQqErg/0XEmD4zL4iImwRcq/I0iQABAgQ6UOCmm26KCy5I/vrs9TwREf8rbxwCrnnrmHoJECBAgAABAgQIECBAgAABAgQIECBAgAABAgQIEBiMgIDrYLSMJUCAAAECBAgQIECAAAECBAgQIECAQGMFuiLisYjYq882c7q7u+c3dmurEyBAgACB/Av0c3PrKxExLiI25+2EAq5565h6CRAgQIAAAQIECBAgQIAAAQIECBAgQIAAAQIECBAYjICA62C0jCVAgAABAgQIECBAgAABAgQIECBAgEDjBT4SEff23ebss8+OxYsXx267ibo0vgV2IECAAIG8CXR3d8esWbPilltuKVf6RyPi/+btTEm9/tbPY9fUTIAAAQIECBAgQIAAAQIECBAgQIAAAQIECBAgQIBAWgEB17RSxhEgQIAAAQIECBAgQIAAAQIECBAgQKB5Ah+PiFV9tzv00EPjS1/6UkycOLF5ldiJAAECBAhkXGD9+vXxyU9+Mp566qlylU6LiK9n/Aj9lifgmtfOqZsAAQIECBAgQIAAAQIECBAgQIAAAQIECBAgQIAAgTQCAq5plIwhQIAAAQIECBAgQIAAAQIECBAgQIBA8wWSm1xXRsRefbeePn16XHbZZXH44Yc3vyo7EiBAgACBjAhs2rQpvvzlL8eKFSvKVfRKRJyc15tbiwcScM3Iy6YMAgQIECBAgAABAgQIECBAgAABAgQIECBAgAABAgQaIiDg2hBWixIgQIAAAQIECBAgQIAAAQIECBAgQKAuAl0RcWtEjCm32qRJk+K0006LqVOnxm67icDURdwiBAgQIJBpge7u7rjnnnti2bJlsXbt2v5qfSIizoyIzZk+TIri/O2eAskQAgQIECBAgAABAgQIECBAgAABAgQIECBAgAABAgRyKyDgmtvWKZwAAQIECBAgQIAAAQIECBAgQIAAgQ4SuCEiLuzvvHvuuWdMmDAhxo4dG11dXfHud787Ro4cGXvvvbfgawe9JI5KgACBdhJIgqwvv/xyPP/88/Hzn/88Nm/eHBs3bowHH3wwXn311YGOujAiLmoXCwHXdumkcxAgQIAAAQIECBAgQIAAAQIECBAgQIAAAQIECBAgUE5AwNV7QYAAAQIECBAgQIAAAQIECBAgQIAAgXwI/E1EfC4iPpCPclVJgAABAgSaKvDdP/49+e2m7trgzQRcGwxseQIECBAgQIAAAQIECBAgQIAAAQIECBAgQIAAAQIEWiog4NpSfpsTIECAAAECBAgQIECAAAECBAgQIEBg0AIfj4gLBF0H7WYCAQIECLSnQBJsvTEivt6OxxNwbceuOhMBAgQIECBAgAABAgQIECBAgAABAgQIECBAgAABAkUBAVfvAgECBAgQIECAAAECBAgQIECAAAECBPIp8FcRcXJETI6IUfk8gqoJECBAgEBVAlsjYk1ErIyI71W1Qk4mCbjmpFHKJECAAAECBAgQIECAAAECBAgQIECAAAECBAgQIECgKgEB16rYTCJAgAABAgQIECBAgAABAgQIECBAgECmBLoiYmxEHBERoyPiwIjYPyL2jAjZmEy1SjEECBAgkFKgOyJejYgXIuLZiPhpRPwgIjZGxOaUa+R+mL/Ec99CByBAgAABAgQIECBAgAABAgQIECBAgAABAgQIECBAYACBhyPimJJ/weniiFhAjAABAgQIECBAgAABAgQIECBAgAABAgQIECBAgAABAgRaKyDg2lp/uxMgQIAAAQIECBAgQIAAAQIECBAgQIAAAQIECBAg0FgBAdfG+lqdAAECBAgQIECAAAECBAgQIECAAAECBAgQIECAAAECVQkIuFbFZhIBAgQIECBAgAABAgQIECBAgAABAgQIECBAgAABAjkREHDNSaOUSYAAAQIECBAgQIAAAQIECBAgQIAAAQIECBAgQIBAZwkIuHZWv52WAAECBAgQIECAAAECBAgQIECAAAECBAgQIECAQKcJCLh2WsedlwABAgQIECBAgAABAgQIECBAgAABAgQIECBAgACBXAgIuOaiTYokQIAAAQIECBAgQIAAAQIECBAgQIAAAQIECBAgQKBKge0RsW/J3NkRsaDKtUwjQIAAAQIECBAgQIAAAQIECBAgQIAAAQIECBAgQIAAgToJCLjWCdIyBAgQIECAAAECBAgQIECAAAECBAgQIECAAAECBAhkUkDANZNtURQBAgQIECBAgAABAgQIECBAgAABAgQIECBAgAABAp0uIODa6W+A8xMgQIAAAQIECBAgQIAAAQIECBAgQIAAAQIECBBobwEB1/bur9MRIECAAAECBAgQIECAAAECBAgQIECAAAECBAgQIJBTAQHXnDZO2QQIECBAgAABAgQIECBAgAABAgQIECBAgAABAgQIpBIQcE3FZBABAgQIECBAgAABAgQIECBAgAABAgQIECBAgAABAgSaKyDg2lxvuxEgQIAAAQIECBAgQIAAAQIECBAgQIAAAQIECBAg0FwBAdfmetuNAAECBAgQIECAAAECBAgQIECAAAECBAgQIECAAAECqQQEXFMxGUSAAAECBAgQIECAAAECBAgQIECAAAECBAgQIECAQE4FBFxz2jhlEyBAgAABAgQIECBAgAABAgQIECBAgAABAgQIECDQ3gICru3dX6cjQIAAAQIECBAgQIAAAQIECBAgQIAAAQIECBAg0OkCAq6d/gY4PwECBAgQIECAAAECBAgQIECAAAECBAgQIECAAAECmRQQcM1kWxRFgAABAgQIECBAgAABAgQIECBAgAABAgQIECBAgECdBARc6wRpGQIECBAgQIAAAQIECBAgQIAAAQIECBAgQIAAAQIECNRTQMC1nprWIkCAAAECBAgQIECAAAECBAgQIECAAAECBAgQIEAgawICrlnriHoIECBAgAABAgQIECBAgAABAgQIECBAgAABAgQIECAQEQKuXgMCBAgQIECAAAECBAgQIECAAAECBAgQIECAAAECBNpZQMC1nbvrbAQIECBAgAABAgQIECBAgAABAgQIECBAgAABAgQI5FZAwDW3rVM4AQIECBAgQIAAAQIECBAgQIAAAQIECBAgQIAAAQIpBARcUyAZQoAAAQIECBAgQIAAAQIECBAgQIAAAQIECBAgQIAAgWYLCLg2W9x+BAgQIECAAAECBAgQIECAAAECBAgQIECAAAECBAg0U0DAtZna9iJAgAABAgQIECBAgAABAgQIECBAgAABAgQIECBAgEBKAQHXlFCGESBAgAABAgQIECBAgAABAgQIECBAgAABAgQIECCQSwEB11y2TdEECBAgQIAAAQIECBAgQIAAAQIECBAgQIAAAQIECLS7gIBru3fY+QgQIECAAAECBAgQIECAAAECBAgQIECAAAECBAh0toCAa2f33+kJECBAgAABAgQIECBAgAABAgQIECBAgAABAgQIEMiogIBrRhujLAIECBAgQIAAAQIECBAgQIAAAQIECBAgQIAAAQIE6iIg4FoXRosQIECAAAECBAgQIECAAAECBAgQIECAAAECBAgQIECgvgICrvX1tBoBAgQIECBAgAABAgQIECBAgAABAgQIECBAgAABAtkSEHDNVj9UQ4AAAQIECBAgQIAAAQIECBAgQIAAAQIECBAgQIAAgYKAgKsXgQABAgQIECBAgAABAgQIECBAgAABAgQIECBAgACBdhYQcG3n7jobAQIECBAgQIAAAQIECBAgQIAAAQIECBAgQIAAAQK5FRBwzW3rFE6AAAECBAgQIECAAAECBAgQIECAAAECBAgQIECAQAoBAdcUSIYQIECAAAECBAgQIECAAAECBAgQIECAAAECBAgQIECg2QICrs0Wtx8BAgQIECBAgAABAgQIECBAgAABAgQIECBAgAABAs0UEHBtpra9CBAgQIAAAQIECBAgQIAAAQIECBAgQIAAAQIECBAgkFJAwDUllGEECBAgQIAAAQIECBAgQIAAAQIECBAgQIAAAQIECORSQMA1l21TNAECBAgQIECAAAECBAgQIECAAAECBAgQIECAAAEC7S4g4NruHXY+AgQIECBAgAABAgQIECBAgAABAgQIECBAgAABAp0tIODa2f13egIECBAgQIAAAQIECBAgQIAAAQIECBAgQIAAAQIEMiog4JrRxiiLAAECBAgQIECAAAECBAgQIECAAAECBAgQIECAAIG6CAi41oXRIgQIECBAgAABAgQIECBAgAABAgQIECBAgAABAgQIEKivgIBrfT2tRoAAAQIECBAgQIAAAQIECBAgQIAAAQIECBAgQIBAtgQEXLPVD9UQIECAAAECBAgQIECAAAECBAgQIECAAAECBAgQIECgICDg6kUgQIAAAQIECBAgQIAAAQIECBAgQIAAAQIECBAgQKCdBQRc27m7zkaAAAECBAgQIECAAAECBAgQIECAAAECBAgQIECAQG4FBFxz2zqFEyBAgAABAgQIECBAgAABAgQIECBAgAABAgQIECCQQkDANQWSIQQIECBAgAABAgQIECBAgAABAgQIECBAgAABAgQIEGi2gIBrs8XtR4AAAQIECBAgQIAAAQIECBAgQIAAAQIECBAgQIBAMwUEXJupbS8CBAgQIECAAAECBAgQIECAAAECBAgQIECAAAECBAikFBBwTQllGAECBAgQIECAAAECBAgQIECAAAECBAgQIECAAAECuRQQcM1l2xRNgAABAgQIECBAgAABAgQIECBAgAABAgQIECBAgEC7Cwi4tnuHnY8AAQIECBAgQIAAAQIECBAgQIAAAQIECBAgQIBAZwsIuHZ2/52eAAECBAgQIECAAAECBAgQIECAAAECBAgQIECAAIGMCgi4ZrQxyiJAgAABAgQIECBAgAABAgQIECBAgAABAgQIECBAoC4CD0fEMRFR/Gz04ohYUJeVLUKAAAECBAgQIECAAAECBAgQIECAAAECBAgQIECAAAECVQsIuFZNZyIBAgQIECBAgAABAgQIECBAgAABAgQIECBAgAABAjkQEHDNQZOUSIAAAQIECBAgQIAAAQIECBAgQIAAAQIECBAgQIBA5wkIuHZez52YAAECBAgQIECAAAECBAgQIECAAAECBAgQIECAQCcJCLh2UredlQABAgQIECBAgAABAgQIECBAgAABAgQIECBAgACB3AgIuOamVQolQIAAAQIECBAgQIAAAQIECBAgQIAAAQIECBAgQKAKAQHXKtBMIUCAAAECBAgQIECAAAECBAgQIECAAAECBAgQIECAQKMFBFwbLWx9AgQIECBAgAABAgQIECBAgAABAgQIECBAgAABAgRaKbA9IvYtKWB2RCxoZUH2JkCAAAECBAgQIECAAAECBAgQIECAAAECBAgQIECAAIEIAVdvAQECBAgQIECAAAECBAgQIECAAAECBAgQIECAAAEC7Swg4NrO3XU2AgQIECBAgAABAgQIECBAgAABAgQIECBAgAABAgRyKyDgmtvWKZwAAQIECBAgQIAAAQIECBAgQIAAAQIECBAgQIAAgRQCAq4pkAwhQIAAAQIECBAgQIAAAQIECBAgQIAAAQIECBAgQIBAswUEXJstbj8CBAgQIECAAAECBAgQIECAAAECBAgQIECAAAECBJopIODaTG17ESBAgAABAgQIECBAgAABAgQIECBAgAABAgQIECBAIKWAgGtKKMMIECBAgAABAgQIECBAgAABAgQIECBAgAABAgQIEMilgIBrLtumaAIECBAgQIAAAQIECBAgQIAAAQIECBAgQIAAAQIE2l1AwLXdO+x8BAgQIECAAAECBAgQIECAAAECBAgQIECAAAECBDpbQMC1s/vv9AQIECBAgAABAgQIECBAgAABAgQIECBAgAABAgQIZFRAwDWjjVEWAQIECBAgQIAAAQIECBAgQIAAAQIECBAgQIAAAQJ1ERBwrQujRQgQIECAAAECBAgQIECAAAECBAgQIECAAAECBAgQIFBfAQHX+npajQABAgQIECBAgAABAgQIECBAgAABAgQIECBAgACBbAkIuGarH6ohQIAAAQIECBAgQIAAAQIECBAgQIAAAQIECBAgQIBAQUDA1YtAgAABAgQIECBAgAABAgQIECBAgAABAgQIECBAgEA7Cwi4tnN3nY0AAQIECBAgQIAAAQIECBAgQIAAAQIECBAgQIAAgdwKCLjmtnUKJ0CAAAECBAgQIECAAAECBAgQIECAAAECBAgQIEAghYCAawokQwgQIECAAAECBAgQIECAAAECBAgQIECAAAECBAgQINBsAQHXZovbjwABAgQIECBAgAABAgQIECBAgAABAgQIECBAgACBZgoIuDZT214ECBAgQIAAAQIECBAgQIAAAQIECBAgQIAAAQIECBBIKSDgmhLKMAIECBAgQIAAAQIECBAgQIAAAQIECBAgQIAAAQIEcikg4JrLtimaAAECBAgQIECAAAECBAgQIECAAAECBAgQIECAAIF2FxBwbfcOOx8BAgQIECBAgAABAgQIECBAgAABAgQIECBAgACBzhZ4OCKOiYjiZ6MXR8SCziZxegIECBAgQIAAAQIECBAgQIAAAQIECBAgQIAAAQIECLReQMC19T1QAQECBAgQIECAAAECBAgQIECAAAECBAgQIECAAAECjRMQcG2crZUJECBAgAABAgQIECBAgAABAgQIECBAgAABAgQIECBQtYCAa9V0JhIgQIAAAQIECBAgQIAAAQIECBAgQIAAAQIECBAgkAMBAdccNEmJBAgQIECAAAECBAgQIECAAAECBAgQIECAAAECBAh0noCAa+f13IkJECBAgAABAgQIECBAgAABAgQIECBAgAABAgQIdJKAgGsnddtZCRAgQIAAAQIECBAgQIAAAQIECBAgQIAAAQIECBDIjYCAa25apVACBAgQIECAAAECBAgQIECAAAECBAgQIECAAAECBKoQ2B4R+5bMmx0RC6pYxxQCBAgQIECAAAECBAgQIECAAAECBAgQIECAAAECBAgQqKOAgGsdMS1FgAABAgQIECBAgAABAgQIECBAgAABAgQIECBAgEDmBARcM9cSBREgQIAAAQIECBAgQIAAAQIECBAgQIAAAQIECBAgQCBCwNVbQIAAAQIECBAgQIAAAQIECBAgQIAAAQIECBAgQIBAOwsIuLZzd52NAAECBAgQIECAAAECBAgQIECAAAECBAgQIECAAIHcCgi45rZ1CidAgAABAgQIECBAgAABAgQIECBAgAABAgQIECBAIIWAgGsKJEMIECBAgAABAgQIECBAgAABAgQIECBAgAABAgQIECDQbAEB12aL248AAQIECBAgQIAAAQIECBAgQIAAAQIECBAgQIAAgWYKCLg2U7u1e3VFxNiIOCIiRkfEgRGxf0TsGRE+G29tb+xOgAABAtUJdEfEqxHxQkQ8GxE/jYgfRMTGiNhc3ZJmESBAgAABAgQIECBAgAABAgQIECBAIDsCPsTLTi9UQoAAAQIECBAgQIAAAQIECBAgQIAAAQIECBAgQIBA/QUEXOtvmqUV/yoiTo6IyRExKkuFqYUAAQIECDRYYGtErImIlRHxvQbvZXkCBAgQIECAAAECBAgQIECAAAECBAg0REDAtSGsFiVAgAABAgQIECBAgAABAgQIECBAgAABAgQIECBAICMCAq4ZaUSdy/h4RFwQER+o87qWI0CAAAECeRT4bkTcGBFfz2PxaiZAgAABAgQIECBAgAABAgQIECBAoHMFBFw7t/dOToAAAQIECBAgQIAAAQIECBAgQIAAAQIECBAgQKATBARc26vLfxMRnxNsba+mOg0BAgQI1E0gCbomf09+u24rWogAAQIECBAgQIAAAQIECBAgQIAAAQINFBBwbSCupQkQIECAAAECBAgQIECAAAECBAgQIECAAAECBAgQaLmAgGvLW1C3Am6IiAv7W23PPfeMCRMmxNixY6Orqyve/e53x8iRI2PvvfeO3Xbz0XjdumAhAgQIEGiaQHd3d7z88svx/PPPx89//vPYvHlzbNy4MR588MF49dVXB6pjYURc1LRCbUSAAAECBAgQIECAAAECBAgQIECAAIEqBXyKVyWcaQQIECBAgAABAgQIECBAgAABAgQIECBAgAABAgQI5EJAwDUXbRqwyK6IuDUixpQbNWnSpDjttNNi6tSpgqz577UTECBAgEAKgST4es8998SyZcti7dq1/c14IiLOjIjNKZY0hAABAgQIECBAgAABAgQIECBAgAABAi0REHBtCbtNCRAgQIAAAQIECBAgQIAAAQIECBAgQIAAAQIECBBokoCAa5OgG7TNRyJiZUTs1Xf96dOnx2WXXRaHH354g7a2LAECBAgQyL7Apk2b4stf/nKsWLGiXLGvRMTJEfF/s38SFRIgQIAAAQIECBAgQIAAAQIECBAg0IkCAq6d2HVnJkCAAAECBAgQIECAAAECBAgQIECAAAECBAgQINA5AgKu+e31xyNiVd/yDz300PjSl74UEydOzO/JVE6AAAECBOossH79+vjkJz8ZTz31VLmVp0XE1+u8peUIECBAgAABAgQIECBAgAABAgQIECBQs4CAa82EFiBAgAABAgQIECBAgAABAgQIECBAgAABAgQIECBAIMMCD0fEMRFR/Gz04ohYkOF6lfYHgeTm1nv7Ypx99tmxePHi2G03H3V7UQgQIECAQF+B7u7umDVrVtxyyy3lcD7qJlfvDAECBAgQIECAAAECBAgQIECAAAECWRPwqV/WOqIeAgQIECBAgAABAgQIECBAgAABAgQIECBAgAABAgTqKSDgWk/N5qzVFRGPRcRepdvNnz8/PvWpTzWnArsQIECAAIEcC1xzzTUxZ86cvid4JSLGRcTmHB9N6QQIECBAgAABAgQIECBAgAABAgQItJmAgGubNdRxCBAgQIAAAQIECBAgQIAAAQIECBAgQIAAAQIECBDoJSDgmr8X4v9FxJjSsm+88cY4//zz83cSFRMgQIAAgRYJ3HTTTXHBBRf03f2JiPhfLSrJtgQIECBAgAABAgQIECBAgAABAgQIENhFQMDVS0GAAAECBAgQIECAAAECBAgQIECAAAECBAgQIECAQDsLCLjmq7s3RMSFpSW7uTVfDVQtAQIECGRHoJ+bXBdGxEXZqVIlBAgQIECAAAECBAgQIECAAAECBAh0soCAayd339kJECBAgAABAgQIECBAgAABAgQIECBAgAABAgQItL/A9ojYt+SYsyNiQfsfO5cn/JuIeKi08rPPPju+9rWv5fIwiiZAgAABAlkQOOecc+KWW27pW8r4iPh2FupTAwECBAgQIECAAAECBAgQIECAAAECnS0g4NrZ/Xd6AgQIECBAgAABAgQIECBAgAABAgQIECBAgAABAu0uIOCanw5/JyI+UCz30EMPjSeffDJ2283H2vlpoUoJECBAIGsC3d3dcdhhh8VTTz1VWtp3I+KDWatVPQQIECBAgAABAgQIECBAgAABAgQIdJ6ATwI7r+dOTIAAAQIECBAgQIAAAQIECBAgQIAAAQIECBAgQKCTBARc89Htj0fEqtJS161bFxMnTsxH9aokQIAAAQIZFli/fn0cf/zxfSucFhFfz3DZSiNAgAABAgQIECBAgAABAgQIECBAoAMEBFw7oMmOSIAAAQIECBAgQIAAAQIECBAgQIAAAQIECBAgQKCDBQRc89H8Xre3Tp8+PZYvX56PylVJgAABAgRyIDBjxoxYsWJFaaVucc1B35RIgAABAgQIECBAgAABAgQIECBAoN0FBFzbvcPOR4AAAQIECBAgQIAAAQIECBAgQIAAAQIECBAgQKCzBQRcs9//v4qIjaVl/uAHP4jDDz88+5WrkAABAgQI5ERg06ZNccQRR/StdmxEfC8nR1AmAQIECBAgQIAAAQIECBAgQIAAAQJtKCDg2oZNdSQCBAgQIECAAAECBAgQIECAAAECBAgQIECAAAECBHoEBFyz/zLcEBEXFsucNGlSrFmzJvtVq5AAAQIECORMYPLkybF27drSqhdGxEU5O4ZyCRAgQIAAAQIECBAgQIAAAQIECBBoIwEB1zZqpqMQIECAAAECBAgQIECAAAECBAgQIECAAAECBAgQILCLgIBr9l+KX0bEqGKZd911V5x44onZr1qFBAgQIEAgZwJ33313nHTSSaVVb42Ig3J2DOUSIECAAAECBAgQIECAAAECBAgQINBGAgKubdRMRyFAgAABAgQIECBAgAABAgQIECBAgAABAgQIECBAYBcBAddsvxRdEfHDYol77rlnvPzyy7Hbbj7KznbbVEeAAAECeRTo7u6OvffeO1599dXS8t8bEZvzeB41EyBAgAABAgQIECBAgAABAgQIECCQfwGfCua/h05AgAABAgQIECBAgAABAgQIECBAgAABAgQIECBAgED/AgKu2X47/ndELCqWOGnSpFizZk22K1YdAQIECBDIscDkyZNj7dq1pSc4LyL+T46PpHQCBAggfPVUAAAgAElEQVQQIECAAAECBAgQIECAAAECBHIsIOCa4+YpnQABAgQIECBAgAABAgQIECBAgAABAgQIECBAgACBigICrhWJWjrglog4q1jB/Pnz41Of+lRLC7I5AQIECBBoZ4Frrrkm5syZU3rEJRFxdjuf2dkIECBAgAABAgQIECBAgAABAgQIEMiugIBrdnujMgIECBAgQIAAAQIECBAgQIAAAQIECBAgQIAAAQIEahcQcK3dsJErfCciPlDcYN26dTFx4sRG7mdtAgQIECDQ0QLr16+P448/vtTguxHxwY5GcXgCBAgQIECAAAECBAgQIECAAAECBFomIODaMnobEyBAgAABAgQIECBAgAABAgQIECBAgAABAgQIECDQBAEB1yYg17DFLyNiVHH+z372szj44INrWM5UAgQIECBAYCCBLVu2xJ//+Z+XDtkaEQdRI0CAAAECBAgQIECAAAECBAgQIECAQCsEBFxboW5PAgQIECBAgAABAgQIECBAgAABAgQIECBAgAABAgSaJSDg2izp6vZ5OSL2Kk596aWXYvjw4dWtZBYBAgQIECBQUWDHjh3x9re/vXTcKxGxd8WJBhAgQIAAAQIECBAgQIAAAQIECBAgQKABAgKuDUC1JAECBAgQIECAAAECBAgQIECAAAECBAgQIECAAAECmREQcM1MK8oW8mZE9Hxu/eabb8Zuu/kYO9stUx0BAgQI5Fmgu7s7hgwZUnqE7ojo9Y08n0/tBAgQIECAAAECBAgQIECAAAECBAjkS8Ang/nql2oJECBAgAABAgQIECBAgAABAgQIECBAgAABAgQIEBicgIDr4LyaPToJ1fQ8SejGQ4AAAQIECDRWoMz/mIR/h6yx5FYnQIAAAQIECBAgQIAAAQIECBAgQKAfAf/lpFeDAAECBAgQIECAAAECBAgQIECAAAECBAgQIECAAIF2FhBwzXZ3BVyz3R/VESBAgEAbCgi4tmFTHYkAAQIECBAgQIAAAQIECBAgQIBATgUEXHPaOGUTIECAAAECBAgQIECAAAECBAgQIECAAAECBAgQIJBKQMA1FVPLBgm4tozexgQIECDQqQICrp3aeecmQIAAAQIECBAgQIAAAQIECBAgkD0BAdfs9URFBAgQIECAAAECBAgQIECAAAECBAgQIECAAAECBAjUT0DAtX6WjVhJwLURqtYkQIAAAQIDCAi4ej0IECBAgAABAgQIECBAgAABAgQIEMiKgIBrVjqhDgIECBAgQIAAAQIECBAgQIAAAQIECBAgQIAAAQIEGiEg4NoI1fqtKeBaP0srESBAgACBVAICrqmYDCJAgAABAgQIECBAgAABAgQIECBAoAkCAq5NQLYFAQIECBAgQIAAAQIECBAgQIAAAQIECBAgQIAAAQItExBwbRl9qo0FXFMxGUSAAAECBOonIOBaP0srESBAgAABAgQIECBAgAABAgQIECBQm4CAa21+ZhMgQIAAAQIECBAgQIAAAQIECBAgQIAAAQIECBAgkG2BhyPimIgofjZ6cUQsyHbJHVWdgGtHtdthCRAgQCALAgKuWeiCGggQIECAAAECBAgQIECAAAECBAgQSAQEXL0HBAgQIECAAAECBAgQIECAAAECBAgQIECAAAECBAi0s4CAa7a7K+Ca7f6ojgABAgTaUEDAtQ2b6kgECBAgQIAAAQIECBAgQIAAAQIEciog4JrTximbAAECBAgQIECAAAECBAgQIECAAAECBAgQIECAAIFUAgKuqZhaNkjAtWX0NiZAgACBThUQcO3Uzjs3AQIECBAgQIAAAQIECBAgQIAAgewJCLhmrycqIkCAAAECBAgQIECAAAECBAgQIECAAAECBAgQIECgfgICrvWzbMRKAq6NULUmAQIECBAYQEDA1etBgAABAgQIECBAgAABAgQIECBAgEBWBARcs9IJdRAgQIAAAQIECBAgQIAAAQIECBAgQIAAAQIECBAg0AiB7RGxb8nCsyNiQSM2smZVAgKuVbGZRIAAAQIEqhcQcK3ezkwCBAgQIECAAAECBAgQIECAAAECBOorIOBaX0+rESBAgAABAgQIECBAgAABAgQIECBAgAABAgQIECCQLQEB12z1o281Aq7Z7o/qCBAgQKANBQRc27CpjkSAAAECBAgQIECAAAECBAgQIEAgpwICrjltnLIJECBAgAABAgQIECBAgAABAgQIECBAgAABAgQIEEglIOCaiqllgwRcW0ZvYwIECBDoVAEB107tvHMTIECAAAECBAgQIECAAAECBAgQyJ6AgGv2eqIiAgQIECBAgAABAgQIECBAgAABAgQIECBAgAABAgTqJyDgWj/LRqwk4NoIVWsSIECAAIEBBARcvR4ECBAgQIAAAQIECBAgQIAAAQIECGRFQMA1K51QBwECBAgQIECAAAECBAgQIECAAAECBAgQIECAAAECjRAQcG2Eav3WFHCtn6WVCBAgQIBAKgEB11RMBhEgQIAAAQIECBAgQIAAAQIECBAg0AQBAdcmINuCAAECBAgQIECAAAECBAgQIECAAAECBAgQIECAAIGWCQi4tow+1cYCrqmYDCJAgAABAvUTEHCtn6WVCBAgQIAAAQIECBAgQIAAAQIECBCoTUDAtTY/swkQIECAAAECBAgQIECAAAECBAgQIECAAAECBAgQyLaAgGu2+yPgmu3+qI4AAQIE2lBAwLUNm+pIBAgQIECAAAECBAgQIECAAAECBHIqIOCa08YpmwABAgQIECBAgAABAgQIECBAgAABAgQIECBAgACBVAICrqmYWjZIwLVl9DYmQIAAgU4VEHDt1M47NwECBAgQIECAAAECBAgQIECAAIHsCQi4Zq8nKiJAgAABAgQIECBAgAABAgQIECBAgAABAgQIECBAoH4CAq71s2zESgKujVC1JgECBAgQGEBAwNXrQYAAAQIECBAgQIAAAQIECBAgQIBAVgQEXLPSCXUQIECAAAECBAgQIECAAAECBAgQIECAAAECBAgQINAIAQHXRqjWb00B1/pZWokAAQIECKQSEHBNxWQQAQIECBAgQIAAAQIECBAgQIAAAQJNEBBwbQKyLQgQIECAAAECBAgQIECAAAECBAgQIECAAAECBAgQaJmAgGvL6FNtLOCaiskgAgQIECBQPwEB1/pZWokAAQIECBAgQIAAAQIECBAgQIAAgdoEBFxr8zObAAECBAgQIECAAAECBAgQIECAAAECBAgQIECAAIFsCwi4Zrs/Aq7Z7o/qCBAgQKANBQRc27CpjkSAAAECBAgQIECAAAECBAgQIEAgpwICrjltnLIJECBAgAABAgQIECBAgAABAgQIECBAgAABAgQIEEgl8HBEHBMRxc9GL46IBalmGtQMAQHXZijbgwABAgQIlAgIuHodCBAgQIAAAQIECBAgQIAAAQIECBDIioCAa1Y6oQ4CBAgQIECAAAECBAgQIECAAAECBAgQIECAAAECBBohIODaCNX6rSngWj9LKxEgQIAAgVQCAq6pmAwiQIAAAQIECBAgQIAAAQIECBAgQKAJAgKuTUC2BQECBAgQIECAAAECBAgQIECAAAECBAgQIECAAAECLRMQcG0ZfaqNBVxTMRlEgAABAgTqJyDgWj9LKxEgQIAAAQIECBAgQIAAAQIECBAgUJuAgGttfmYTIECAAAECBAgQIECAAAECBAgQIECAAAECBAgQIJBtAQHXbPdHwDXb/VEdAQIECLShgIBrGzbVkQgQIECAAAECBAgQIECAAAECBAjkVEDANaeNUzYBAgQIECBAgAABAgQIECBAgAABAgQIECBAgAABAqkEtkfEviUjZ0fEglQzDWqGgIBrM5TtQYAAAQIESgQEXL0OBAgQIECAAAECBAgQIECAAAECBAhkRUDANSudUAcBAgQIECBAgAABAgQIECBAgAABAgQIECBAgAABAo0QEHBthGr91hRwrZ+llQgQIECAQCoBAddUTAYRIECAAAECBAgQIECAAAECBAgQINAEAQHXJiDbggABAgQIECBAgAABAgQIECBAgAABAgQIECBAgACBlgkIuLaMPtXGAq6pmAwiQKA/gQceeCDe+ta3xnve857Yb7/9okxwr2543d3d8dJLL8Xvf//7XmsOGTIkhg8fHm95y1vqtpeFCDRSQMC1kbrWJkCAAAECBAgQIECAAAECBAgQIEBgMAICroPRMpYAAQIECBAgQIAAAQIECBAgQIAAAQIECBAgQIAAgbwJCLhmu2MCrtnuj+oIZFpgx44dcf7558eyZcsKdY4aNSrmz58fJ598ckPqfvTRR+P000+PrVu39lr/C1/4QsyZMydXAdek5s9+9rO9zrFhw4YYN25cQ+wsmi0BAdds9UM1BAgQIECAAAECBAgQIECAAAECBDpZQMC1k7vv7AQIECBAgAABAgQIECBAgAABAgQIECBAgAABAgTaX0DANds9FnDNdn9URyDTAknQdPr06bFx48ZCnQcccEDce++9MWbMmLrX/fzzz8dZZ50V3/rWt3ZZ+9prr41LLrkkhg4dWvd9G7WggGujZPOxroBrPvqkSgIECBAgQIAAAQIECBAgQIAAAQKdICDg2glddkYCBAgQIECAAAECBAgQIECAAAECBAgQIECAAAECnSsg4Jrt3gu4Zrs/qiOQaYF/+Zd/iWOPPTaSm1yTZ+LEiYXbXPfff/+61v3KK6/E5ZdfHosWLSq7bnJz7O233x5HH310Xfdt5GICro3Uzf7aAq7Z75EKCRAgQIAAAQIECBAgQIAAAQIECHSKgIBrp3TaOQkQIECAAAECBAgQIECAAAECBAgQIECAAAECBAh0poCAa7b7LuCa7f6ojkCmBRYvXhznnntuT42zZ8+O+fPnx9ve9ra61f373/8+rrvuupgzZ86Aa374wx+OJUuWxMiRI+u2dyMXEnBtpG721xZwzX6PVEiAAAECBAgQIECAAAECBAgQIECgUwQEXDul085JgAABAgQIECBAgAABAgQIECBAgAABAgQIECBAoDMFBFyz3XcB12z3R3UEMivwxhtvFEKn119/fU+Nd9xxR8yYMaNuNXd3d8edd95ZCNEWb4lNFj/yyCNj5syZce2118bWrVt79jvvvPMK39trr73qVkOjFhJwbZRsPtYVcM1Hn1RJgAABAgQIECBAgAABAgQIECBAoBMEBFw7ocvOSIAAAQIECBAgQIAAAQIECBAgQIAAAQIECBAgQKBzBQRcs917Adds90d1BDIr8MILL8Rpp50W69evL9R48MEHx9133x2HHXZY3Wp+9NFH4/TTT+8VYh01alTcfvvt8cEPfjAWLlwYF198ca/9khtkL7300njLW95StzqSMO8999wTzz77bM+a++yzT5x66qmx9957V7VPvQOuzz//fKxcuTJef/31nnoOPPDAmDp1al1v1K3qsCbtIiDg6qUgQIAAAQIECBAgQIAAAQIECBAgQCArAgKuWemEOggQIECAAAECBAgQIECAAAECBAgQIECAAAECBAgQaISAgGsjVOu3poBr/SxrWumnP/1pTJs2LTZv3txrnXrfiFlcvJb9fvvb3xZu6bzvvvtqOnMy+fDDD48/+ZM/iXe+853xl3/5l3HEEUfEe97znrrewFkuSFha+MSJE2PZsmWx//7713ye/ha49dZb46yzzup3/Q0bNsS4ceMq7r98+fJCqLL06erqilWrVsXo0aMrzq/ngCeffDJOPPHE2LJlS2HZD3/4wwXHd7zjHXXZply4dfjw4XHzzTfHKaecEklA8JVXXonLL788Fi1a1LNn3zH1KOa1116L2bNnx+LFi3uWO+644yLpx4gRI6raot4B13K/07NmzSrcsDts2LCqajSpcQICro2ztTIBAgQIECBAgAABAgQIECBAgAABAoMTEHAdnJfRBAgQIECAAAECBAgQIECAAAECBAgQIECAAAECBAjkS0DANdv9EnDNSH9qCZxWc4Ra9qtnwLVc7UlAccqUKXHRRRfFe9/73hgyZEg1R+yZUyngmuy3bt26VAHTagpJQpgXXHBB3Hbbbf1Oz2PANQnVnnzyyT1nuuKKKyKxHjp0aDVMveZ85zvfiXPOOSeS97T49Bdcffrpp+Pv/u7v4vHHH684ttrCBFyrlTOvPwEBV+8GAQIECBAgQIAAAQIECBAgQIAAAQJZERBwzUon1EGAAAECBAgQIECAAAECBAgQIECAAAECBAgQIECAQCMEBFx3VT0oIn7ZCOwq1hRwrQKtEVNqCZxWU08t+zU64Fp6npkzZ8a8efPioIOSX5vqnkoB12TVZMyVV15ZuBW03k/fm07LrZ/VgOsbb7wR99xzTzz77LO7lJ2EUP/5n/+55/vJzbKHHnpoRb7dd9+9EIwdOXLkLmO7u7sjubn13HPP7RVuTQbOnz8/Lr300njLW96yy7xyt73ut99+cdNNNxVuRq61rwKuFdtqwCAFBFwHCWY4AQIECBAgQIAAAQIECBAgQIAAAQINE6j/JyMNK9XCBAgQIECAAAECBAgQIECAAAECBAgQIECAAAECBAgQGLTAwxFxTEQUPxu9OCIWDHqV9pqQXOOYBEvnZSDoKuCakXerlsBpNUeoZb9mBlyTs40aNSq+9KUvxdSpU6u6zTVNwHXixImxbNmy2H///avhHHDO4sWLC4HNgZ6sBlzLBTtrBerq6ork9tfRo0f3WioJt65evTouueSS2Lp1a6+f/eM//mPh+0k4ttyTzL3zzjsLzjt27OgZktz6ev3118fpp59eNhib9iwCrmmljEsrIOCaVso4AgQIECBAgAABAgQIECBAgAABAgQaLSDg2mhh6xMgQIAAAQIECBAgQIAAAQIECBAgQIAAAQIECBAg0EoBAddd9ZOrKH8YEftERBJ2bWXQVcC1lb8dJXvXEjit5gi17NfsgGtyviSomIQckwBjuRs8BzJIE3BN1l+3bl2MGzeuGs5+5yRhy/PPP78Qnh3o6fSA6+9///u4/fbbY/bs2b0CqonZ5z73ubj88stj2LBhAxq++eabsWLFijjvvPOqXqO/DQRc6/prYbHkf/Vj19ui/Ttk3gwCBAgQIECAAAECBAgQIECAAAECBFoi4L+cbAm7TQkQIECAAAECBAgQIECAAAECBAgQIECAAAECBAgQaJKAgGt56M9FxNySH7Uq6Crg2qRfhErb1BI4rbR2uZ/Xsl9/AdfPf/7zcdVVV6UuJwk1JgHQF198MX74wx/GfffdF3fddVf813/9V9k1khDqzTffHKecckq5cFi/+6YJuCaTk3FXXnnloNaudNgnnngiPvrRj8a2bdsGHNrJAdfkHUjCy/Pnz9/FKG24tTgxeaeSd+TTn/70LiHXKVOmFG5zTW4EHuwj4DpYMeMrCQi4VhLycwIECBAgQIAAAQIECBAgQIAAAQIEmiUg4NosafsQIECAAAECBAgQIECAAAECBAgQIECAAAECBAgQINAKAQHX8ur7RsQv/3iLa+mIZgddBVxb8VtRZs9aAqfVHKGW/eoVcC1X90svvRS33npr/MM//EPZoGsSTkxu+jz66KNTH7tcwPVP//RPIwktJuHK4jNhwoRYunRpHHDAAanXrjQwCVRecskllYZFVgOu3d3dkfQkCY4Wn507d8bVV18dCxYs6Pne6tWr4wMf+EDFcyYDhgwZUriRN7mJ9xe/+EVcdtllkcwvfZKff+Yzn4mLLroodt9991TrFgcNFHIdPXp04d064YQTCnWkfQRc00oZl1ZAwDWtlHEECBAgQIAAAQIECBAgQIAAAQIECDRaQMC10cLWJ0CAAAECBAgQIECAAAECBAgQIECAAAECBAgQIECglQLbIyIJcxaf2RHxP6moVlbW+r373uJaWlGzgq4Crq1/DwoV1BI4reYItezXyIBrcpYkVLlx48Y4//zzY/Pmzbsc78Mf/nAsWbIkRo4cmero5QKuJ554YiG0+c1vfrNnjSRUmQQtx48fn2rdSoO2b98eZ555Zq/w5sc//vF4+umn40c/+lGv6VkNuJY74+9+97s466yz4u677y78eOzYsbFixYpB3Yz65ptvxrp16+LSSy8tvPulT9KHJBh8+umnF0Kw1TzJ+itXroxPfOITZYPSM2fOjHnz5sVBBx2UankB11RMBg1CQMB1EFiGEiBAgAABAgQIECBAgAABAgQIECDQUAEB14byWpwAAQIECBAgQIAAAQIECBAgQIAAAQIECBAgQIAAgRYLCLj234D+bnEtndHooKuAa4t/QYrb1xI4reYItezX6IBr8TyPPvpoIeS4devWXY6Y3B564YUXRpmQ2C5jywVcZ82aFUcccUQk/1n6XHXVVTF37twYOnRoNay95nz/+9+Pj33sY7Ft27bC95ObYb/4xS/GDTfcsEtwN08B1yeffDKSgPCWLVsK50oMk0DqsGHDUpn95je/iWuvvTa+/OUvpxpfy6AkLJvU9etf/3qXZfbbb7+YM2dO/P3f/32MGDFiwG0EXGvpgrnlBARcvRcECBAgQIAAAQIECBAgQIAAAQIECGRFQMA1K51QBwECBAgQIECAAAECBAgQIECAAAECBAgQIECAAAECjRAQcB1YdaBbXEtnNiroKuDaiLe+ijVrCZxWsV1NN8Y2K+Ca3OR65513xrnnnhs7duzodcwjjzyy8LN3vetdFY/fX8A1WfeMM87oFTadMGFCLF26tBBGreVJak9Cn8kNpcUnCYVedtllhUBo35tp8xRwXbVqVZx88sk957r55pt3CQqXs0tuVf32t78dn/70p+Nf//VfdxnS1dVVCM4mIeN6Pccdd1x85jOfieQduP/++8sumwRdZ8+eHeedd14k/3e5R8C1Xh2xTlFAwNW7QIAAAQIECBAgQIAAAQIECBAgQIBAVgQEXLPSCXUQIECAAAECBAgQIECAAAECBAgQIECAAAECBAgQINAIAQHXgVXT3OJaukK9g64Cro1466tYU8C1PNrrr78eV155ZVx33XW7DFiyZEmceeaZFbX7C7gmt6kmay9evLhnjeTGz9WrV8f48eMrrjvQgO3btxdqS9YqPl/5ylfib//2b2PatGm5Dbju3LmzEEC9+uqrC8dKgsD33ntvjBkzZkCvX/3qV4WgaRIeLvdMmTKlEAj+93//9zjqqKNqsi+dnARcly9fHm9729ti/vz58dWvfnWXsHQyPgm3JrfK7rXXXmX3FnCtW0ss9EcBAVevAgECBAgQIECAAAECBAgQIECAAAECWREQcM1KJ9RBgAABAgQIECBAgAABAgQIECBAgAABAgQIECBAgEAjBB6OiGMiovjZ6MURsaARG+V4zbS3uJYe8ZGImBcRyX/W8gi41qJXx7kCrv1j/vjHP46TTjopnn766V6DklDkrbfeGu94xzsG7ER/AdckUPmNb3wjTj311F7zkwDn3LlzY+jQoVV3+LHHHovjjz++J0x58MEHx9133x277757rgOuL7zwQpx22mmxfv36gs3EiRNj2bJlhR786Ec/ihdffLHw/T322CMOP/zwwnmT5z//8z8Lt7yuWbOml2kSKP7kJz8Zl1xySSFc+sQTTxRueK3Xc+CBBxaCq0l9yQ2y69atK9yqm/y+FZ9x48bFHXfcEQcddFC/2wq41qsj1ikKCLh6FwgQIECAAAECBAgQIECAAAECBAgQyIqAgGtWOqEOAgQIECBAgAABAgQIECBAgAABAgQIECBAgAABAgQaISDgWll1sLe4lq5Ya9BVwLVyf5oyQsC1f+a+t4YWR6a9PXSggOuzzz67S+B0woQJhZtGk/Wrebq7uyO5HTYJyhafJBR60003xXPPPZfrgGsSQP3oRz8a27ZtKxztiiuuiMT3jTfeiNmzZ/fchlu8OXXEiBE9Bn1DrqNHjy7czJsEgYcMGVINdVVzfvOb3xT2XbRoUey3335x++23x9FHHz3gWgKuVVGbNICAgKvXgwABAgQIECBAgAABAgQIECBAgACBrAgIuGalE+ogQIAAAQIECBAgQIAAAQIECBAgQIAAAQIECBAgQKARAgKu6VSrucW1dOVqg64Crun60/BRAq4DEz/wwANx7LHH7jLo5ptvLtwMOtAzUMA1CVZefvnlsXDhwp4lkltFV69eHePHj6+q731vOU0WWbJkSZx55pmFm0OnTZsWmzdv7rX2hg0bIrlJtNKzfPnyXW6c7erqilWrVkUSGG30s3jx4jj33HN7tkluZJ00aVL0DYCWC7gmk5JbeE855ZQYM2ZMIQQ8cuTIRpdcdv0khLxp06Z46qmnYsaMGRVv6xVwbUmb2npTAde2bq/DESBAgAABAgQIECBAgAABAgQIEMiVgIBrrtqlWAIECBAgQIAAAQIECBAgQIAAAQIECBAgQIAAAQIEBikg4JoOrJZbXEt3GGzQVcA1XX8aPkrAdWDirVu3xvTp02Pjxo29Bp533nmF2zj32GOPfhcYKOA6bNiw+MY3vhFTp07tNT+5fXXu3LkVg4/lNn3ooYdiypQpsWPHjsKPDznkkLjrrrviL/7iL3IdcO0b8iwN1qYNuCbB0uQW2+R23Gbe2lrrL7CAa62C5vcVEHD1ThAgQIAAAQIECBAgQIAAAQIECBAgkBUBAdesdEIdBAgQIECAAAECBAgQIECAAAECBAgQIECAAAECBAg0QkDANb1qrbe4lu6UNugq4Jq+Pw0dKeA6MG8SFj3//PNj2bJlvQb2d1No6aBKAddnnnmmcKvo448/3jNtwoQJsXTp0kIQczDPzp07Y968eZHsWXzOOOOMuPHGG2OvvfbKdcC1r1PpudIGXAdjWe+xL7/8ctxxxx3xu9/9rrD0PvvsU7gNd++99664lYBrRSIDBikg4DpIMMMJECBAgAABAgQIECBAgAABAgQIEGiYgIBrw2gtTIAAAQIECBAgQIAAAQIECBAgQDpEgmMAACAASURBVIAAAQIECBAgQIBABgQEXNM3oV63uJbuWCnoKuCavj8NHSngOjBvcvNnEhxN/il9Sm8R7W+FSgHX119/PS6//PJYuHBhzxLDhw+P1atXx/jx4wfV923btsXMmTPjwQcf7JmXhCpnzJhR+Lq/Pm/YsCHGjRtXca/ly5cXQpmDNai4cIoBa9eujcmTJ/eMvPnmm2PWrFmFrwcbcN2yZUvh5txqnt133z1OPvnkGDly5KCm//a3vy304b777ivMSxOOLm5QLuA6qM1bNDjpz/XXXx/JTcWebAkIuGarH6ohQIAAAQIECBAgQIAAAQIECBAg0MkCAq6d3H1nJ0CAAAECBAgQIECAAAECBAgQIECAAAECBAgQIND+AgKug+txPW9xLd25v6CrgOvg+tOw0QKulWkXL14c5557bq+BSRD1/vvvj/e///39LlAp4JpMTMKWU6dO7bXGVVddFXPnzo2hQ4dWLu6PIx566KGYMmVKJDfOJk/fAG5eA67JzbSJx9VXX104V3Kz7b333htjxowpfD3YgOtjjz0WRx11VGrX0oFpQs3lFhZwrYrbpAYJCLg2CNayBAgQIECAAAECBAgQIECAAAECBAgMWkDAddBkJhAgQIAAAQIECBAgQIAAAQIECBAgQIAAAQIECBAgkCMBAdfBNasRt7iWVtA36CrgOrj+NGx0f8HHhm3Yz8Klt432t3ffoGBx3Oc///lCCLJRT7nbS5O9Kt1+mibg+swzz8Qpp5wSjz/+eE/5EyZMiKVLlxbCnGmeviHQZM6FF14Y1157bSS3jiZPXgOuzz33XOH200ceSf4IiZg4cWIsW7Ys9t9//8LXrQ64bt++vXAL77PPPluo533ve19ceeWVsccee/S0TsA1zVtsTLMEBFybJW0fAgQIECBAgAABAgQIECBAgAABAgQqCQi4VhLycwIECBAgQIAAAQIECBAgQIAAAQIECBAgQIAAAQIE8iywPSKS0Gbx2RwRv/vjF8nnpX3/SX7UyO8XP6Nt5B79nSHt3kP+aNDIvheDrkkAuefp7u6Vd23k/tbuIyDgWvmVWLt2bUyePHmXgStXroxp06b1u0CagOvrr79eCEguXLiwZ53kdtjVq1fH+PHjKxcXEX1DoMmke+65J0444YSe+XkNuPa9mTYxTQKkxZBeqwOufcOrs2bNiuuvvz6GDRvWYy/gmuo1NqhJAgKuTYK2DQECBAgQIECAAAECBAgQIECAAAECFQUEXCsSGUCAAAECBAgQIECAAAECBAgQIECAAAECBAgQIECAQI4F+gZcc3yU9i9dwLV1PRZwrWz/2GOPxVFHHbXLwEq3zqYJuCaLlgvQJjfSzp07N4YOHVqxwAceeCCOPfbYnnFHHnlk3HnnnfGud72r53t5DLgmN9POmzcvEsfic//998eHPvShnq9rDbhWuoW39Pberq6uWLVqVYwePbpn/0YHXBODH/3oR/Hiiy9WfA/SDlixYkXccsstvYYvWrQoDjnkkLRL9Br3H//xH4U+bdmypef75YK+VS1uUt0FBFzrTmpBAgQIECBAgAABAgQIECBAgAABAgSqFBBwrRLONAIECBAgQIAAAQIECBAgQIAAAQIECBAgQIAAAQIEciEg4JqLNv2hSAHX1jVLwLWyfaMDrlu3bo3p06fHxo0be4qZMGFCLF26NA444IABC3zjjTdizpw5hVtDi8/s2bNj/vz58ba3va3ne3kMuG7bti1mzpwZDz74YOEcY8eOjSScOWrUqJ5ztXvAtfLbOfgR5YLXlYK+A+1S7t0ScB18X5o1Q8C1WdL2IUCAAAECBAgQIECAAAECBAgQIECgkoCAayUhPydAgAABAgQIECBAgAABAgQIECBAgAABAgQIECBAIM8CAq7Z7N6jEfG5iHi4tDwB19Y1S8C1sv13vvOdOProo3cZWK8bXMuFVIcPHx6rV6+O8ePHD1hguXDsmjVrYtKkSb3m5THg2rfmJNh68MEHx5AhQ3rO9uabbxZuDk0ckme//faL5KbVt771rb3O/5GPfCQ+8YlPRN+wcqVgZ6tvcK38dg5+RL0Drs8//3ysXLkyXn/99Z5iDjzwwJg6dWqvkPXgKzWjEQICro1QtSYBAgQIECBAgAABAgQIECBAgAABAtUICLhWo2YOAQIECBAgQIAAAQIECBAgQIAAAQIECBAgQIAAAQJ5EdgUEe8tKfbCiPjBH7/uTi4NLfkn+fZAXyc/6zum3PfSjKnnvHquldS+JSIOalCDi8HWR0ose7YScG2Qeopl+ws+Vgpvpli67JBa9vvtb38bM2bMiPvuu6/X2p///OfjqquuqrakivNKQ46lg++///740Ic+1O/8ckHC/m62XLt2bUyePLnXWsmZ5s6dG0OHDu13j77zjjnmmEjqfec739lrTjsEXCs2aoABxXdEwDWi3gHXWvpibvMFBFybb25HAgQIECBAgAABAgQIECBAgAABAgTKCwi4ejMIECBAgAABAgQIECBAgAABAgQIECBAgAABAgQIEGhngeSG0GNKDvjXEVEMV7bzuas92xkR8U/VTh5gXt9ga3FoMZxb+FrAtQHyKZesJXCacotew2rZL2sB10q3fw4m4FruJtYJEybE0qVL44ADDihLndyYefnll8fChQt7fn7FFVcUAox9Q7ECrn8IQQu4CrhW8+dWO80RcG2nbjoLAQIECBAgQIAAAQIECBAgQIAAgXwLCLjmu3+qJ0CAAAECBAgQIECAAAECBAgQIECAAAECBAgQIEBgYAEB18G9Ic/U+fbW/oKtxaoEXAfXn4aNriVwWk1RtezXqoBruaDqwQcfHHfffXccdthh/TIMJuC6c+fOQgDz6quv7llv+PDhsXr16hg/fnzZPZ555pk45ZRT4vHHHy/8fKDxAq7lA66LFi2KQw45pN8ePvLIIzFv3rzCz7u6umLVqlUxevTonvF938lyN/T2HXPccccVbtkdMWJENb9CNc9xg2vNhLleQMA11+1TPAECBAgQIECAAAECBAgQIECAAIG2EhBwbat2OgwBAgQIECBAgAABAgQIECBAgAABAgQIECBAgAABAn0EBFzTvxL1vL21UrC1WJWAa/r+NHRkLYHTagqrZb9WBFz/+7//Oy699NJIgpClz9ixY2PFihUxatSofhkGE3BNFnnggQfi2GOP7bVeEnqdO3fuLjeyJoO+8Y1vxNSpU3vGD3Tjax4Drmner9deey1mz54dixcvLgyvFB7te4Nrmj2KY5odcE3O9uqrr/Yqcc8994xhw4YNpuxdxjYq4Nqoems6rMm7CAi4eikIECBAgAABAgQIECBAgAABAgQIEMiKgIBrVjqhDgIECBAgQIAAAQIECBAgQIAAAQIECBAgQIAAAQIEGiEg4JpetR63t6YNtharEnBN35+GjqwlcFpNYbXs14qA6/bt2+O0006Lb33rW72Oe+KJJ8aSJUtin3326ZdhsAHX5557LmbMmBHJraHFp7/Qat9gZzJ+oDCsgOsfRPMUcE1ueT311FN7vV933HFH4R2p5WlUwLVR9dZyVnN3FRBw9VYQIECAAAECBAgQIECAAAECBAgQIJAVAQHXrHRCHQQIECBAgAABAgQIECBAgAABAgQIECBAgAABAgQINEJAwDWdaq23tw422FqsSsA1XX8aPqqWwGk1xdWyXysCrk8++WQkYdYtW7b0Ou4VV1wRSVBw6NCh/TIMNuC6c+fOQkj16quv7llz+PDhsXr16hg/fnyvffo6JuPWrVsX48aNK1uPgOsfWARco/Defvazn+31nmzYsKHfdyft77mAa1qp1o4TcG2tv90JECBAgAABAgQIECBAgAABAgQIEPgfAQFXbwMBAgQIECBAgAABAgQIECBAgAABAgQIECBAgAABAu0sIOCarrvV3t5abbC1WJWAa7r+NHxULYHTaoqrZb9WBFzLhfaSc69ZsyYmTZo0IMFgA67JYg888EAce+yxvdYtdzNr37omTpwYy5Yti/33379sTQKuf2DpG3CtFOwsde7q6opVq1bF6NGje4z7vpOzZs2K66+/PoYNG9bvmOOOOy6SdUeMGDHg+9OowKiAazV/crXPHAHX9umlkxAgQIAAAQIECBAgQIAAAQIECBDIu4CAa947qH4CBAgQIECAAAECBAgQIECAAAECBAgQIECAAAECBAYSEHCt/H5Uc3trrcHWYlUCrpX705QRtQROqymwlv2aHXB95ZVX4oILLojbbrut11HLBR3LWVQTcN22bVvMnDkzHnzwwZ4lJ0yYEEuXLo0DDjig8L1ydV133XUxe/bsKBNeK8wRcP0Dp4CrG1yr+XOrneYIuLZTN52FAAECBAgQIECAAAECBAgQIECAQL4FBFzz3T/VEyBAgAABAgQIECBAgAABAgQIECBAgAABAgQIECAwsICAa+U3ZDC3t9Yr2FqsSsC1cn+aMqKWwGk1BdayX7MDrt///vfjYx/7WCSh09LnwgsvjGuvvTZ23333AQmqCbju3Lkz5s2bF8nc4jN8+PBYt25djBs3rvCtH//4x3HSSSfF008/Xfg6Cb5+85vfjPe973391iPg+gcaAVcB12r+3GqnOQKu7dRNZyFAgAABAgQIECBAgAABAgQIECCQbwEB13z3T/UECBAgQIAAAQIECBAgQIAAAQIECBAgQIAAAQIECAwsIOA6sE/a21s3R8TFEfFInV84Adc6g1a7XC2B02r2rGW/ZgZcX3vttcKNqIsXL97lmPfcc0+ccMIJFY9fTcA1WfShhx6KKVOmxI4dO3r2SNa68sorCze03nrrrXHWWWf1/CwZm3zvHe94R781Cbj+gUbAVcC14i9umw8QcG3zBjseAQIECBAgQIAAAQIECBAgQIAAgRwJCLjmqFlKJUCAAAECBAgQIECAAAECBAgQIECAAAECBAgQIEBg0AICrgOTVbq9dWtEfC4ibhu0fLoJAq7pnBo+qpbAaTXF1bJfMwOuK1eujHPOOadXyDQ5b5owadGl2oBrcmPszJkz48EHH+whnjhxYixbtiyGDRsWF1xwQdx22//8al533XWFMG6Z4FrP/E4LuCa33m7fvj3+7d/+LX7yk5/Eli1bYtq0afHqq6/GUUcd1eOyYcOGnptxy73Py5cvj1NPPbXwo66urli1alWMHj26Z2jfd3LWrFlx/fXXF/pUfPqOOe644yJZd8SIEQP+CpXuXRx4xx13xIwZM6r51euZU+69rOSQZsNG1Ztmb2PSCwi4prcykgABAgQIECBAgAABAgQIECBAgACBxgoIuDbW1+oECBAgQIAAAQIECBAgQIAAAQIECBAgQIAAAQIECLRWQMC1f/+Bbm9tdLC1WJWAa2t/P3p2ryVwWs0RatmvWQHXp556qnBD6uOPP77LEQcTMKw24Lpz586YN29eJPOLTxLYXLduXey7775x0kknxdNPP1340QEHHBD33ntvjBkzZsB2tFvAtbu7O1566aVI3ok5c+bEXXfdVTh/4pSES3/961/38iiGU1944YVeAddFixbFIYcc0q/dI488UuhF8gi4DvwbL+BazZ+IzZ8j4Np8czsSIECAAAECBAgQIECAAAECBAgQIFBeQMDVm0GAAAECBAgQIECAAAECBAgQIECAAAECBAgQIECAQDsLCLj2391yt7c2K9harErANSO/fbUETqs5Qi37NTrgmoQmN27cGOeff35s3rx5l+Mlt6p+9atfjbe//e2pjl5twDVZ/KGHHircFrtjx46evZKbWvfZZ59C+Lb4nHjiibFkyZLC9wd68hZwffPNNws3sP7iF7+IF198MZLQcdL/H/7wh/Hcc8/Fpk2bUvWgOGjChAmxYsWK+NnPftYr4DqYRQRcB9YScB3M29S6sQKurbO3MwECBAgQIECAAAECBAgQIECAAAECvQUEXL0RBAgQIECAAAECBAgQIECAAAECBAgQIECAAAECBAi0s4CAa/nu9r29tdnB1mJVAq4Z+e2rJXBazRFq2a+RAddt27bFDTfcEMmNnqWh0uIZjzzyyPinf/qnAW/77OtRS8A1uWn0tNNOi/Xr1/cs+9d//deFG0rXrl3b872bb745Zs2aVbEVeQu4JuHW5Pzf+ta3Kp4tzYDjjjsukgDmT37yEwHXL3whPvvZz/Zi27BhQ4wbNy4NZb9jBFxr4mvaZAHXplHbiAABAgQIECBAgAABAgQIECBAgACBCgICrl4RAgQIECBAgAABAgQIECBAgAABAgQIECBAgAABAgTaWUDAtXx3i7e3tirYWqxKwDUjv321BE6rOUIt+9Ur4PrGG28UQqy/+tWv4vHHHy+ESJMbU8sFW5Mzjho1Km6//fY4+uijB3XkWgKuyW2yX/ziF+Oqq67qd8+DDz447r777jjssMMq1pW3gOtrr70Ws2fPjsWLF1c8W98B++23XyS3rR5yyCHxZ3/2Z3HooYfGgQceGInX9773vV4B1/e///0D3sj7m9/8pue2WDe4DtwKAddBv6otmSDg2hJ2mxIgQIAAAQIECBAgQIAAAQIECBAgUEZAwNVrQYAAAQIECBAgQIAAAQIECBAgQIAAAQIECBAgQIBAOwsIuO7a3eT21s/98Z/bWtx8AdcWN6C4fS2B02qOUMt+/QVcq6kj7Zwk3PqVr3wlpkyZEmWCYQMuU0vANVn4sccei+OPP77f4O0ZZ5wRN954Y+y1114Vj5O3gGtyoHJ+pQdNwqnvfve745e//GXBKnmKN7WOGDGirEky7qijjur5WaWbS0tDmwKuA79mAq4Vfw0zMUDANRNtUAQBAgQIECBAgAABAgQIECBAgAABAhEh4Oo1IECAAAECBAgQIECAAAECBAgQIECAAAECBAgQIECgnQUEXHft7jER8UhGmi7gmpFG1BI4reYItezX7IBrEmi86aab4v+zd0chel5lAsefDFgxJgZxhVxoFdQGazBNWi9M1QtXNIXdRGyrpTFemI11a7QWlQa1sDfBFIWi1C4x2StjaaxFEovNhStSadWyNhvJzSqC7oUKBsRkjKCSWeZzEybJZOYk3/nOd855fwFxad8573N+z7vsRfjvbN68+arj1nmbcQPXU6dOxY4dO0a/YXaxPwcPHoydO3cmraHFwHU+mPzc5z4Xb3rTm2Ljxo1x4403jv4zHx2vWbMmZmZm4tLf9Fo6cJ2dnY1Dhw7FH//4x9Ee5n9T7O233x7XXXfdhb1c+t0uN+P5H5xUMLrYd7lc6JvykU1q3pR3eyZdQOCabuVJAgQIECBAgAABAgQIECBAgAABAgQmKyBwnayv0wkQIECAAAECBAgQIECAAAECBAgQIECAAAECBAgQmK6AwHW6/su9XeC6nFChfz9OcHotI47zvlKB6+rVq+Pee++NT33qU/HKV77yWq45+plxA9e5ubnYu3dvPPjgg5fN8MY3vjGeeOKJUfyZ8qfFwDXlXtMOXFNmFLhuT2HyTCEBgWshaK8hQIAAAQIECBAgQIAAAQIECBAgQGBZAYHrskQeIECAAAECBAgQIECAAAECBAgQIECAAAECBAgQIECgYQGBa93LE7hWsp9xgtNrucI475t04Lpu3br44Ac/GB/60IdGv4lz3D/jBq7z73/++efjve99b/z2t7+9aJx77rknHn744XjJS16SNKbA9e9Mzz77bLztbW+7YLbcby5d+FtJ53+j7+HDh2P+O7maPwJXgevVfC+TflbgOmlh5xMgQIAAAQIECBAgQIAAAQIECBAgkCogcE2V8hwBAgQIECBAgAABAgQIECBAgAABAgQIECBAgAABAi0KCFzr3prAtZL9jBOcXssVxnlfrsB1/je03nTTTfGKV7wiNm3aFPPh4i233BJr166NmZmZa7nWoj+TI3D9wx/+EDt37oxvf/vbF73j0KFDsX17ejgocP07n8B18d8svFzom/K/FAtj4PPPX+13mvIez4wnIHAdz89PEyBAgAABAgQIECBAgAABAgQIECCQT0Dgms/SSQQIECBAgAABAgQIECBAgAABAgQIECBAgAABAgQI1CcgcK1vJwsnErjWvR/TEWhC4M9//nPcf//9sX///tG873nPe2I+tJyPlxf703rgOv8bhtevXz/Wbp555pn47ne/e9EZu3fvjle96lVjnXvy5MmYD1oX/hG4jkU6kR8WuE6E1aEECBAgQIAAAQIECBAgQIAAAQIECFyDgMD1GtD8CAECBAgQIECAAAECBAgQIECAAAECBAgQIECAAAECzQgIXOtelcC17v2YjkATAi0Err/5zW9Gv233Bz/4wch0uQj3PPxivxG1iaUsGFLgWt/GBK717cREBAgQIECAAAECBAgQIECAAAECBIYqIHAd6ubdmwABAgQIECBAgAABAgQIECBAgAABAgQIECBAgMAwBASude9Z4Fr3fkxHoAmBSQauc3NzsXfv3njwwQdHFhs2bIjDhw/HunXrkm3mz5gPVXfs2HHhZ+644444ePBgrFmzZslzBK7JzB68CgGB61VgeZQAAQIECBAgQIAAAQIECBAgQIAAgYkKCFwnyutwAgQIECBAgAABAgQIECBAgAABAgQIECBAgAABAgSmLCBwnfIClnm9wLXu/ZiOQBMCOQLXzZs3x+nTp+PcuXOj6HRmZmb0Pz///PPxyU9+Mn7yk5+MLG6++eZ4/PHH4/Wvf/0Fm/nfzvrxj388ZmdnR//8+uuvv8jtxIkT8dRTT8WZM2cu/PP7778/9u3bF9ddd92SxgLXJj7B5oYUuDa3MgMTIECAAAECBAgQIECAAAECBAgQ6FZA4Nrtal2MAAECBAgQIECAAAECBAgQIECAAAECBAgQIECAAIGIELjW/RkIXOvej+kINCGQI3B9y1veEnv27ImHH354yTsv9ptXz549G/fdd9/oN7Km/nnyySfjfe9737KPHzlyJB599NFln6vlgd///vdx/Pjxi8Y5dOhQbN++vZYRzRERAlefAQECBAgQIECAAAECBAgQIECAAAECtQgIXGvZhDkIECBAgAABAgQIECBAgAABAgQIECBAgAABAgQIEJiEgMB1Eqr5zhS45rN0EoHBCuQIXG+99dbYv39/fPSjH13S8Uqx5he+8IX47Gc/m7SDO++8c/Sul7/85UnPt/TQYr9xVuBa3wYFrvXtxEQECBAgQIAAAQIECBAgQIAAAQIEhiogcB3q5t2bAAECBAgQIECAAAECBAgQIECAAAECBAgQIECAwDAEBK5171ngWvd+TEegCYFcgeuPf/zjePe73x1nzpy57N6rV6+Oz3/+86Pf1PriF7/4sn9/+PDhuOuuu5b1+vCHPxx79+6NtWvXLvtsiw8IXNvYmsC1jT2ZkgABAgQIECBAgAABAgQIECBAgMAQBASuQ9iyOxIgQIAAAQIECBAgQIAAAQIECBAgQIAAAQIECBAYroDAte7dC1zr3o/pCDQhkCtwnQ9bT5w4EX/7298uuveLXvSiuPHGG5f8jaunTp2KkydPxl//+tfRf//lL3+56IwbbrghNm3aFK9+9atjZmamCVdD9isgcO13t25GgAABAgQIECBAgAABAgQIECBAoDUBgWtrGzMvAQIECBAgQIAAAQIECBAgQIAAAQIECBAgQIAAAQJXIyBwvRqt8s8KXMubeyOB7gTm5ubi9OnTF8LU+YB0zZo1QtLuNu1CuQQErrkknUOAAAECBAgQIECAAAECBAgQIECAwLgCAtdxBf08AQIECBAgQIAAAQIECBAgQIAAAQIECBAgQIAAAQI1Cwhca95OhM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G0z0jwAAIABJREFU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2ci4gLf2997ty5WCS6qfsGpiNAgAABAg0JzM3NxczMzMKJ5/+fTVz0Dxq6jlEJECBAgAABAgQIECBAgAABAgQIEGhcQODa+AKNT4AAAQIECBAgQIAAAQIECBAgQIAAAQIECBAgQIDAkgIC17o/kNmIeOn5EU+fPh2rV6+ue2LTESBAgACBhgXOnDkTL3vZyxbe4E8RsarhKxmdAAECBAgQIECAAAECBAgQIECAAIGGBQSuDS/P6AQIECBAgAABAgQIECBAgAABAgQIECBAgAABAgQILCsgcF2WaKoP/CoiXnN+gp///Ofxhje8YaoDeTkBAgQIEOhZ4Be/+EXccMMNC6/464h4bc93djcCBAgQIECAAAECBAgQIECAAAECBOoVELjWuxuTESBAgAABAgQIECBAgAABAgQIECBAgAABAgQIECAwvoDAdXzDSZ7wTES8/fwLnn766diyZcsk3+dsAgQIECAwaIFjx47FbbfdttDghxHxjkGjuDwBAgQIECBAgAABAgQIECBAgAABAlMTELhOjd6LCRAgQIAAAQIECBAgQIAAAQIECBAgQIAAAQIECBAoICBwLYA8xisORMS/nP/5ffv2xQMPPDDGcX6UAAECBAgQWErgoYceij179ix85GBE7KJGgAABAgQIECBAgAABAgQIECBAgACBaQgIXKeh7p0ECBAgQIAAAQIECBAgQIAAAQIECBAgQIAAAQIECJQSELiWkr629/xrRDx6/ke3bt0aR44cubaT/BQBAgQIECCwrMC2bdvi6NGjC5+7NyL+fdkf9AABAgQIECBAgAABAgQIECBAgAABAgQmICBwnQCqIwkQIECAAAECBAgQIECAAAECBAgQIECAAAECBAgQqEZA4FrNKhYdZENE/Pf5f7Ny5cqYnZ2NFSv8VXbdazMdAQIECLQoMDc3F6tWrYqzZ88uHP+miDjR4n3MTIAAAQIECBAgQIAAAQIECBAgQIBA+wL+VrD9HboBAQIECBAgQIAAAQIECBAgQIAAAQIECBAgQIAAAQJXFhC41v91/CoiXnN+zCeeeCLuuOOO+qc2IQECBAgQaEzgW9/6Vtx5550Lp/51RLy2sWsYlwABAgQIECBAgAABAgQIECBAgACBjgQErh0t01UIECBAgAABAgQIECBAgAABAgQIECBAgAABAgQIELhMQOBa/0fx5Yj4xPkxt27dGkeOHKl/ahMSIECAAIHGBLZt2xZHjx5dOPVXIuK+xq5hXAIECBAgQIAAAQIECBAgQIAAAQIEOhIQuHa0TFchQIAAAQIECBAgQIAAAQIECBAgQIAAAQIECBAgQOAyAYFr/R/FWyPiuYVjvvDCC7Fx48b6JzchAQIECBBoROD48eOxadOmS6fdHBE/auQKxiRAgAABAgQIECBAgAABAgQIECBAoEMBgWuHS3UlAgQIECBAgAABAgQIECBAgAABAgQIECBAgAABAgQuCAhc2/gYnomIt58f9e67745vfOMbbUxuSgIECBAg0IDA9u3b47HHHls46Q8j4h0NjG5EAgQIECBAgAABAgQIECBAgAABAgQ6FhC4drxcVyNAgAABAgQIECBAgAABAgQIECBAgAABAgQIECBAIASubXwE74+IwwtHffrpp2PLli1tTG9KAgQIECBQscCxY8fitttuu3TCD0TENyse22gECBAgQIAAAQIECBAgQIAAAQIECAxAQOA6gCW7IgECBAgQIECAAAECBAgQIECAAAECBAgQIECAAIEBCwhc21n+Rb/Fdf369fGzn/0sVqzw19rtrNCkBAgQIFCbwNzcXLz5zW+OkydPLhzNb2+tbVHmIUCAAAECBAgQIECAAAECBAgQIDBQAX8TONDFuzYBAgQIECBAgAABAgQIECBAgAABAgQIECBAgACBgQgIXNtZ9Dsj4j8Xjrtr16742te+1s4NTEqAAAECBCoT+MhHPhIHDhy4dKp/jIjvVzaqcQgQIECAAAECBAgQIECAAAECBAgQGKCAwHWAS3dlAgQIECBAgAABAgQIECBAgAABAgQIECBAgAABAgMSELi2tewvR8QnFo68b9++eOCBB9q6hWkJECBAgEAFAg899FDs2bPn0km+EhH3VTCeEQgQIECAAAECBAgQIECAAAECBAgQIBACVx8BAQIECBAgQIAAAQIECBAgQIAAAQIECBAgQIAAAQI9Cwhc29vuf0XEzQvHfuSRR+JjH/tYezcxMQECBAgQmJLAV7/61di9e/elb/9pRNwypZG8lgABAgQIECBAgAABAgQIECBAgAABApcJCFx9FAQIECBAgAABAgQIECBAgAABAgQIECBAgAABAgQI9CwgcG1vuxsi4tmIeOnC0f0m1/YWaWICBAgQmI7AFX5z658i4taIODGdqbyVAAECBAgQIECAAAECBAgQIECAAAEClwsIXH0VBAgQIECAAAECBAgQIECAAAECBAgQIECAAAECBAj0LCBwbXO7/xQR37l09F27dsX+/ftjxQp/1d3mWk1NgAABApMUmJubi3vuuScOHDiw2Gv+OSKemuT7nU2AAAECBAgQIECAAAECBAgQIECAAIGrFfC3flcr5nkCBAgQIECAAAECBAgQIECAAAECBAgQIECAAAECBFoSELi2tK2LZ31/RBy+dPz169fHF7/4xdiyZUu7NzM5AQIECBDILHDs2LH4zGc+EydPnlzs5A9ExDczv9JxBAgQIECAAAECBAgQIECAAAECBAgQGFtA4Do2oQMIECBAgAABAgQIECBAgAABAgQIECBAgAABAgQIEKhYQOBa8XISRpv/Ta6PR8RLL3327rvvjk9/+tOxcePGhGM8QoAAAQIE+hQ4fvx4fOlLX4rHHntssQv+KSLu8ptb+9y9WxEgQIAAAQIECBAgQIAAAQIECBDoQUDg2sMW3YEAAQIECBAgQIAAAQIECBAgQIAAAQIECBAgQIAAgSsJCFzb/zY2RMR/RMTNi11l69atsWPHjrj99ttjxQp/Bd7+ut2AAAECBJYTmJubiyeffDK+/vWvx9GjR6/0+E8jYmdEnFjuPP+eAAECBAgQIECAAAECBAgQIECAAAEC0xLwt3vTkvdeAgQIECBAgAABAgQIECBAgAABAgQIECBAgAABAgRKCAhcSyiXeceXI+ITV3rVypUr413velds3rw5NmzYEK973eti7dq1sWrVKuFrmf14CwECBAhkFpgPWWdnZ+N3v/td/PKXv4wTJ07Ec889F9/73vfi7NmzS73tKxFxX+ZxHEeAAAECBAgQIECAAAECBAgQIECAAIHsAgLX7KQOJECAAAECBAgQIECAAAECBAgQIECAAAECBAgQIECgIgGBa0XLyDDKOyPi3yLi7RnOcgQBAgQIEOhN4If//38nv9/bxdyHAAECBAgQIECAAAECBAgQIECAAIE+BQSufe7VrQgQIECAAAECBAgQIECAAAECBAgQIECAAAECBAgQ+LuAwLXPL+H9EbFb6Nrnct2KAAECBK5aYD5sfSQivnnVP+kHCBAgQIAAAQIECBAgQIAAAQIECBAgMEUBgesU8b2aAAECBAgQIECAAAECBAgQIECAAAECBAgQIECAAIGJCwhcJ0481Re8NSLuiohtEfGaqU7i5QQIECBAoKzAryPiSEQ8HhE/KvtqbyNAgAABAgQIECBAgAABAgQIECBAgEAeAYFrHkenECBAgAABAgQIECBAgAABAgQIECBAgAABAgQIECBQp4DAtc69TGKqDRGxOSI2RcS6iLg+Iv4hIlZGhL8bn4S4MwkQIEBg0gJzEXE2Ik5FxP9GxP9ExAsR8VxEnJj0y51PgAABAgQIECBAgAABAgQIECBAgACBSQv4S7xJCzufAAECBAgQIECAAAECBAgQIECAAAECBAgQIECAAIFpCghcp6nv3QQIECBAgAABAgQIECBAgAABAgQIECBAgAABAgQIELiCgMDVp0G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AaKasQAAAgAElEQVS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C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AZiGegAACAASURBV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/o+9ewHXa77zBf6r5EQjmBOqLnUafQ5HUyVatw4zLpWig8QlrhGqElKUBjUuoyFnENoIikkkTktMQgVNXOooiramlJbUnFQzbWXmlCqnniYuRx/kPP81s/fZl3dnv/e91tqf9Tx5OtO91n/9/p/fet/9T/N+3z+BMgsIuJa5u+ZGgAABAgQIECBAgAABAgQIECBAgAABAgQIECBAgEBhBQRcC9s6hRMgQIAAAQIECBAgQIAAAQIECBAgQIAAAQIECBAgUIWAgGsVSE4hQIAAAQIECBAgQIAAAQIECBAgQIAAAQIECBAgQIBAuwUEXNst7n4ECBAgQIAAAQIECBAgQIAAAQIECBAgQIAAAQIECLRTQMC1ndruRYAAAQIECBAgQIAAAQIECBAgQIAAAQIECBAgQIAAgSoFBFyrhHIaAQIECBAgQIAAAQIECBAgQIAAAQIECBAgQIAAAQKFFBBwLWTbFE2AAAECBAgQIECAAAECBAgQIECAAAECBAgQIECAQNkFBFzL3mHzI0CAAAECBAgQIECAAAECBAgQIECAAAECBAgQIDC4BQRcB3f/zZ4AAQIECBAgQIAAAQIECBAgQIAAAQIECBAgQIAAgZwKCLjmtDHKIkCAAAECBAgQIECAAAECBAgQIECAAAECBAgQIECgKQICrk1hNAgBAgQIECBAgAABAgQIECBAgAABAgQIECBAgAABAgSaKyDg2lxPoxEgQIAAAQIECBAgQIAAAQIECBAgQIAAAQIECBAgkC8BAdd89UM1BAgQIECAAAECBAgQIECAAAECBAgQIECAAAECBAgQyAQEXD0IBAgQIECAAAECBAgQIECAAAECBAgQIECAAAECBAiUWUDAtczdNTcCBAgQIECAAAECBAgQIECAAAECBAgQIECAAAECBAorIOBa2NYpnAABAgQIECBAgAABAgQIECBAgAABAgQIECBAgACBKgQEXKtAcgoBAgQIECBAgAABAgQIECBAgAABAgQIECBAgAABAgTaLSDg2m5x9yNAgAABAgQIECBAgAABAgQIECBAgAABAgQIECBAoJ0CAq7t1HYvAgQIECBAgAABAgQIECBAgAABAgQIECBAgAABAgQIVCkg4FollNMIECBAgAABAgQIECBAgAABAgQIECBAgAABAgQIECikgIBrIdumaAIECBAgQIAAAQIECBAgQIAAAQIECBAgQIAAAQIEyi4g4Fr2DpsfAQIECBAgQIAAAQIECBAgQIAAAQIECBAgQIAAgcEtIOA6uPtv9gQIECBAgAABAgQIECBAgAABAgQIECBAgAABAgQI5FRAwDWnjVEWAQIECBAgQIAAAQIECBAgQIAAAQIECBAgQIAAAQJNERBwbQqjQQgQIECAAAECBAgQIECAAAECBAgQIECAAAECBAgQINBcAQHX5noajQABAgQIECBAgAABAgQIECBAgAABAgQIECBAgACBfAkIuOarH6ohQIAAAQIECBAgQIAAAQIECBAgQIAAAQIECBAgQIBAJiDg6kEgQIAAAQIECBAgQIAAAQIECBAgQIAAAQIECBAgQKDMAgKuZe6uuREgQIAAAQIECBAgQIAAAQIECBAgQIAAAQIECBAgUFgBAdfCtk7hBAgQIECAAAECBAgQIECAAAECBAgQIECAAAECBAhUISDgWgWSUwgQIECAAAECBAgQIECAAAECBAgQIECAAAECBAgQINBuAQHXdou7HwECBAgQIECAAAECBAgQIECAAAECBAgQIECAAAEC7RQQcG2ntnsRIECAAAECBAgQIECAAAECBAgQIECAAAECBAgQIECgSgEB1yqhnEaAAAECBAgQIECAAAECBAgQIECAAAECBAgQIECAQCEFBFwL2TZFEyBAgAABAgQIECBAgAABAgQIECBAgAABAgQIECBQdgEB17J32PwIECBAgAABAgQIECBAgAABAgQIECBAgAABAgQIDG4BAdfB3X+zJ0CAAAECBAgQIECAAAECBAgQIECAAAECBAgQIEAgpwICrjltjLIIECBAgAABAgQIECBAgAABAgQIECBAgAABAgQIEGiKgIBrUxgNQoAAAQIECBAgQIAAAQIECBAgQIAAAQIECBAgQIAAgeYKCLg219NoBAgQIECAAAECBAgQIECAAAECBAgQIECAAAECBAjkS0DANV/9UA0BAgQIECBAgAABAgQIECBAgAABAgQIECBAgAABAgQyAQFXDwIBAgQIECBAgAABAgQIECBAgAABAgQIECBAgAABAmUWEHAtc3fNjQABAgQIECBAgAABAgQIECBAgAABAgQIECBAgACBwgoIuBa2dQonQIAAAQIECBAgQIAAAQIECBAgQIAAAQIECBAgQKAKAQHXKpCcQoAAAQIECBAgQIAAAQIECBAgQIAAAQIECBAgQIAAgXYLCLi2W9z9CBAgQIAAAQIECBAgQIAAAQIECBAgQIAAAQIECBBop4CAazu13YsAAQIECBAgQIAAAQIECBAgQIAAAQIECBAgQIAAAQJVCgi4VgnlNAIECBAgQIAAAQIECBAgQIAAAQIECBAgQIA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xkIMMiYido+IT0fEthHx0Yj4UESsFxH+bbwQLVQkAQIECPQQWBMRb0XEaxHxrxHxQkT8LCKeiIjnaBEgENZ/HgICBAgQKJuA9V/ZOmo+BAgQIECAAAEC/Qr4R7x+iZxAgAABAgQIECBAgAABAgQIECBAgAABAgQIECBAgECBBQRcC9y8Kkr/y4g4OiLGR8SoKs53CgECBAgQKIvAyohYEhG3RcQ/lWVS5kGgCgHrvyqQnEKAAAECpRSw/itlW02KAAECBAgQIEBAwNUzQIAAAQIECBAgQIAAAQIECBAgQIAAAQIECBAgQIBAmQUEXMvZ3SMj4vSI+OtyTs+sCBAgQIBATQI/jIjrIuI7NV3lZALFErD+K1a/VEuAAAECrRWw/mutr9EJECBAgAABAgTaKCDg2kZstyJAgAABAgQIECBAgAABAgQIECBAgAABAgQIECBAoO0CAq5tJ2/pDT8bERcLtrbU2OAECBAgUFyBFHRIvycfKe4UVE6gl4D1n4eCAAECBAj0LWD95+kgQIAAAQIECBAovICAa+FbaAIECBAgQIAAAQIECBAgQIAAAQIECBAgQIAAAQIECKxFQMC1PI/HNRFxRl/TWW+99WLs2LGx++67x5gxY+K//tf/Gptttlmsv/768YEP+Kfx8jwGZkKAAIHBI7BmzZp444034ve//338+te/jueeey6eeOKJeOihh+Ktt95aG8S1EXHm4JEy0xILWP+VuLmmRoAAAQK9Baz/PBUECBAgQIAAAQKDUcC/4g3GrpszAQIECBAgQIAAAQIECBAgQIAAAQIECBAgQIAAgcEjIOBa/F6PiYibImKnSlMZN25cTJo0KQ4//HBB1uL32gwIECBAoAqBFHy48847Y8GCBbF06dK+rngmIk6KiOeqGNIpBPImYP2Xt46ohwABAgQGVMD6b0D53ZwAAQIECBAgQKDFAgKuLQY2PAECBAgQIECAAAECBAgQIECAAAECBAgQIECAAAECAyog4Dqg/A3f/KCIuC0iRvQc6dhjj41zzjknPvWpTzV8EwMQIECAAIGiCvz85z+Pb3zjG7Fw4cJKU3gzIo6OiHuLOj91D0oB679B2XaTJkCAAIFqBaz/qpVyHgECBAgQIECAQFEEBFyL0il1EiBAgAABAgQIECBAgAABAgQIECBAgAABAgQIECBQj4CAaz1q+bjmyIi4vWcpn/zkJ+PrX/96HHDAAfmoUhUECBAgQCAHAg888EB89atfjeeff75SNUdFxHdyUKYSCPQnYP3Xn5CfEyBAgACB/xCw/vMoECBAgAABAgQIlEVAwLUsnTQPAgQIECBAgAABAgQIECBAgAABAgQIECBAgAABAgQqCQi4FvO5SDt33dOz9ClTpsTcuXPjAx/wT93FbKuqCRAgQKCVAmvWrIlTTjkl5s2bV+k2B9vJtZX6xm6CgPVfExANQYAAAQKDS8D6b3D122wJECBAgAABAmUV8K9+Ze2seREgQIAAAQIECBAgQIAAAQIECBAgQIAAAQIECBAgkAQEXIv3HIyJiB9HxIiupc+cOTP+9m//tnizUTEBAgQIEGizwBVXXBHnnXdez7u+GRF7RMRzbS7H7QhUI2D9V42ScwgQIECAQB8C1n8eDQIECBAgQIAAgSILCLgWuXtqJ0CAAAECBAgQIECAAAECBAgQIECAAAECBAgQIECgPwEB1/6E8vfzpyNip65lXXfddXHaaaflr1IVESBAgACBnApcf/31cfrpp/es7pmI2DmnJStrcAtY/w3u/ps9AQIECDRBwPqvCYiGIECAAAECBAgQGBABAdcBYXdTAgQIECBAgAABAgQIECBAgAABAgQIECBAgAABAgTaJCDg2iboJt3mmog4o+tYdm5tkqxhCBAgQGDQCfSxk9e1EXHmoMMw4TwLWP/luTtqI0CAAIFCCVj/FapdiiVAgAABAgQIEPgPAQFXjwIBAgQIECBAgAABAgQIECBAgAABAgQIECBAgAABAmUWEHAtTnc/GxEPdy13ypQpceONNxZnBiolQIAAAQI5Ezj55JNj3rx5PavaNyIeyVmpyhmcAtZ/g7PvZk2AAAECLRSw/mshrqEJECBAgAABAgRaIiDg2hJWgxIgQIAAAQIECBAgQIAAAQIECBAgQIAAAQIECBAgkBMBAdecNKKKMh6PiL/uOO+Tn/xkLFu2LD7wAf+sXYWdUwgQIECAQEWBNWvWxA477BDPP/9815//MCL2REYgBwLWfzloghIIECBAoFwC1n/l6qfZECBAgAABAgQGg4B/CRwMXTZHAgQIECBAgAABAgQIECBAgAABAgQIECBAgAABAoNXQMC1GL0/MiJu71rq9773vTjggAOKUb0qCRAgQIBAjgUeeOCB+PznP9+zwqMi4js5Lltp5Rew/it/j82QAAECBAZIwPpvgODdlgABAgQIECBAoC4BAde62FxEgAABAgQIECBAgAABAgQIECBAgAABAgQIECBAgEBBBARci9Gobrt3HXvssfGP//iPxahclQQIECBAoAACEydOjIULF3at1C6uBehbyUu0/it5g02PAAECBAZWwPpvYP3dnQABAgQIECBAoHoBAdfqrZxJgAABAgQIECBAgAABAgQIECBAgAABAgQIECBAgEDxBARc89+zv4yIJ7qW+bOf/Sw+9alP5b9yFRIgQIAAgYII/PznP49Pf/rTPavdPSL+qSBTUGa5BKz/ytVPsyFAgACBHApY/+WwKUoiQIAAAQIECBCoKCDg6sEgQIAAAQIECBAgQIAAAQIECBAgQIAAAQIECBAgQKDMAgKu+e/uNRFxRkeZ48aNiyVLluS/ahUSIECAAIGCCYwfPz6WLl3ateprI+LMgk1DueUQsP4rRx/NggABAgRyLmD9l/MGKY8AAQIECBAgQCATEHD1IBAgQIAAAQIECBAgQIAAAQIECBAgQIAAAQIECBAgUGYBAdf8d/fFiBjVUeYdd9wREyZMyH/VKiRAgAABAgUTWLx4cRxxxBFdq14ZEVsVbBrKLYeA9V85+mgWBAgQIJBzAeu/nDdIeQQIECBAgAABApmAgKsHgQABAgQIECBAgAABAgQIECBAgAABAgQIECBAgACBMgsIuOa7u2Mi4tmOEtdbb71444034gMf8E/Z+W6b6ggQIECgiAJr1qyJ9ddfP956662u5e8YEc8VcT5qLqyA9V9hW6dwAgQIECiagPVf0TqmXgIECBAgQIDA4BTwr4KDs+9mTYAAAQIECBAgQIAAAQIECBAgQIAAAQIECBAgQGCwCAi45rvTX4qIGzpKHDduXCxZsiTfFauOAAECBAgUWGD8+PGxdOnSrjM4NSL+ocBTUnrxBKz/itczFRMgQIBAgQWs/wrcPKUTIECAAAECBAaJgIDrIGm0aRIgQIAAAQIECBAgQIAAAQIECBAgQIAAAQIECBAYpAICrvlu/LyImNxR4syZM+Nv//Zv812x6ggQIECAQIEFrrjiijjvvPO6zmB+REwp8JSUXjwB67/i9UzFBAgQIFBgAeu/AjdP6QQIECBAgACBQSIg4DpIGm2aBAgQIECAAAECBAgQIECAAAECBAgQIECAAAECBAapgIBrvhv/eET8dUeJ3/ve9+KAAw7Id8WqI0CAAAECBRZ44IEH4vOf/3zXGfwwIvYs8JSUXjwB67/i9UzFBAgQIFBgAeu/AjdP6QQIECBAgACBQSIg4DpIGm2aBAgQIECAAAECBAgQIECAAAECBAgQIECAAAECBAapgIBrvhv/YkSM6ijxV7/6VWyzzTb5rlh1BAgQIECgwAIrVqyI//bf/lvXGayMiK0KPCWlF0/A+q94PVMxAQIECBRYwPqvwM1TOgECBAgQIEBgkAgIuA6SRpsmAQIECBAgQIAAAQIECBAgQIAAAQIECBAgQIAAgUEqIOCa78a/EREjOkpctWpVbLDBBvmuWHUECBAgQKDAAqtXr44NN9yw6wzejIj1CzwlpRdPwPqveD1TMQECBAgUWMD6r8DNUzoBAgQIECBAYJAICLgOkkabJgECBAgQIECAAAECBAgQIECAAAECBAgQIECAAIFBKiDgmu/Gvx8Rnf9u/f7778cHPuCfsfPdMtURIECAQJEF1qxZE+uss07XKayJiG7/RZHnp/ZCCFj/FaJNiiRAgACBsghY/5Wlk+ZBgAABAgQIECivgH8ZLG9vzYwAAQIECBAgQIAAAQIECBAgQIAAAQIECBAgQIAAgQgB13w/BSlU03mkD106CBAgQIAAgdYKVPgyCZ8hay250bsLWP95IggQIECAQJsFrP/aDO52BAgQIECAAAECNQn4Hydr4nIyAQIECBAgQIAAAQIECBAgQIAAAQIECBAgQIAAAQIFExBwzXfD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HLW6JwAAIABJREFU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FVzgJz/5STz22GOFncVHP/rROPzww2PYsGGFnYPCCeRRQMAhj10ZVDVZ/w2qdpssAQIE8idw3333xfPPP5+/wqqs6JOf/GQceOCBVZ7976dZ/9XE5WQCBAgQIECAAIE2Cwi4thnc7QgQIECAAAECBAgQIECAAAECBAgQIECAAAECBAgQaKuAgGtbuWu+mYBDzWQuIFC9wD/+4z/GcccdV/0FOTvzlFNOidmzZ8fw4cNzVplyCBRbQMCh2P0rQfXWfyVooim0R+A3v/lN/Ou//mu3m2299dax5ZZbtqcAdym9wK9+9at46aWXus1z9OjRsemmm5Z67v/9v//3+NrXvlbYOc6YMSMuuuiimuq3/quJy8kECBAgQIAAAQJtFhBwbTO42xEgQIAAAQIECBAgQIAAAQIECBAgQIAAAQIECBAg0FYBAde2ctd8MwGHmslcQKB6AQHX6q2cSWAwCQg4DKZu53Ku1n+5bIui8iawfPnyOPHEE+PJJ5/sLO3UU0+NK6+8MkaMGJG3ctVTUIFXXnkl0pfKLFmypHMG48ePj7lz55Y65CrgmrVbhqCgr1tlEyBAgAABAgTKKGBxWsaumhMBAgQIECBAgAABAgQIECBAgAABAgQIECBAgAABAh0CAq75fhYEHPLdH9UVXEDAteANVD6BFgkIuLYI1rDVClj/9ZB6/fXX47nnnounnnoq/umf/in+z//5P/Hss8/G6tWrO8/81Kc+FVtssUXsuOOOseuuu2Z/0g6LFV7P1fbBeTkWGKyhw9SS9Hr46U9/Gk888UQ8/fTT8S//8i/xwgsvdHZr1KhRsc0220R6Tey1116x++67x8iRI3PczfyXNhjD1AKu2XMpQ5D/l6cKCRAgQIAAAQKDRsDidNC02kQJECBAgAABAgQIECBAgAABAgQIECBAgAABAgQIDEoBAdd8t13AId/9UV3BBXoGXA855JD40pe+FMOGDcvlzB599NG45JJLOmtLu0nNnj07hg8fnst6FUWgqAICrkXtXGnqrmn9l8KeEydOjP/5P/9nUwE22GCDLCy64YYbZv/5iU98IvbYY4/4L//lv8Q666zT1HtVGmzVqlVx7733xv/4H/8jHn744brut9tuu8Vxxx0XRx55ZHz4wx+ua4yOi3784x/HX/3VXzU0RsfFHWHcnXfeOQsf7rLLLgKINci++eabce6558YNN9zQeVUKdd58881ZoLPao1KAb//994+0Ptx4442rHaYt56U5px1E6309HHTQQXHaaafFPvvsE+uuu27dNTfry2E22mijGDNmTKy33nrZ+8tOO+0Un/70p9v2/lIPwIMPPhgTJkzoFqyfOXNmnH322TF06NB6hsz1NT1fH1OmTIljjz02tzUvXLgw5s2b11nfjBkz4qKLLqqpXuu/mricTIAAAQIECBAg0GYBAdc2g7sdAQIECBAgQIAAAQIECBAgQIAAAQIECBAgQIAAAQJtFRBwbSt3zTerKeBQ8+guIDDIBXp+SD/vgdGi1TvIHy/TL7CAgEOBm1eO0mta/7Uq4NoX5fbbb599GcTxxx8fI0aMaLr4q6++GnPnzs2+wOGPf/xjU8ZPYbpp06ZF+j2/ySab1DVmMwOulQo49NBD44ILLshCfu0IENeFkIOL1qxZE4sWLYqpU6d2CxreeOONMXny5Jp27C1CwDUFW7/97W/HN7/5zW67tNbbihR0TV+WkkLW9exu3KyAa3/vLym0n8L1eTrefffdmDVrVpx33nmdZaUvAli8eHHst99+eSq1KbX0fH3UExhtSiFVDtKMeq3/qsR2GgECBAgQIECAwIAICLgOCLubEiBAgAABAgQIECBAgAABAgQIECBAgAABAgQIECDQJgEB197QO0bEs23y7+82NQUc+hvMzwkQ6C5QtMBo0er1vBEoqoCAQ1E711DdhV3/tTvg2qGcdnO99tprs0BmM44UHrvjjjuy8N0LL7zQjCF7jZF2Sr366qvjL//yL2sO97U64NpR7DnnnBPnn39+pFCuo7fA8uXL45hjjonnnnuu84cpbJ0CoLUGIvMccE1B3meeeSa+8pWvRHr2mnmkUOall14aJ598cs27ubY64Noxz2233Ta+9rWvxeGHH15zjc206jnWK6+8kgXl0266Xd8Lb7311thqq61aeeu2j92MwGg7i25GvdZ/7eyYexEgQIAAAQIECNQqIOBaq5jzCRAgQIAAAQIECBAgQIAAAQIECBAgQIAAAQIECBAokoCAa+9uXRwRe0XEJRHx6AA3U8B1gBvg9uUWKFpgtGj1lvvpMbsyCwg4lLm7fc6tsOu/gQq4JskUQks7Z+65554NPTRpp9aLLroobrjhhqrGSQG9HXfcMYYPH56d//7778eKFSti5cqV/V6fgqPXX399HHXUUTWFXNsVcE0TOOKII7LA5qabbtrvfAbTCWk307QT77x58zqnPWrUqGwHzZ133rlmirwGXFPYO635zjrrrKp2MU67sXbdmTi9DqoJiZ955plZ0LWWnZjbFXDtaOakSZPiyiuvjM0226zm/rbqgkceeSSOO+64ePnllztvkXZfTuH8oUOHtuq2bR+3GYHRdhbdjHqt/9rZMfciQIAAAQIECBCoVUDAtVYx5xMgQIAAAQIECBAgQIAAAQIECBAgQIAAAQIECBAgUCQBAdfe3frPEfFiRPzFfwRcBzLoKuBapFeTWgsnULTAaNHqLdwDoWAC/yEg4DAoH4XCrv/6Crim8GkK/9V7VBuS22233WLBggWxzTbb1HWrV199Nc4+++xsjL6ONI8UKBs3blx84hOfiPXXX7/iqW+//Xb84he/iKVLl0baUbGvwGsa7+abb4699krfaVPd0c6Aa6ro1FNPzYJ9tYQPq5tJcc9Ku2amwOPq1as7J3HZZZfFueeeG0OGDKl5YnkMuKZw66xZs+K8887rcz5//dd/ne1i+/nPfz623HLLiqHK9FpIO8CmtWP609Ws68C1hlzbHXBNte63335x3XXX1f0eU/OD0c8F77zzTlx44YVZnzqOzTffPG677baGw/7NrrWR8ZoRGG3k/rVe24x6rf9qVXc+AQIECBAgQIBAOwUEXNup7V4ECBAgQIAAAQIECBAgQIAAAQIECBAgQIAAAQIECLRbQMC1snjaxWt6lx+lnVwHIugq4NruV4T7DSqBogVGi1bvoHqYTLZUAgIOpWpnLZMp5Pqvr4DrjBkzsl1RGzn+/Oc/x69+9au466674pprrulzN8l6dy9MO3KmcGJfO7fusssu8dWvfjUOOuigzt1aq53PqlWr4qabboq///u/r1h3rcHcvgKuP/rRj2KPPfaotqx44403IoUPf/3rX8fjjz+eBXFTKLfSkUK/EydOrGmn2aoLKdiJf/jDH2LKlClZeLnjSO7Jb6uttqprNnkLuKZw6+zZsyPVVSmQml4PacfVffbZp6adQn/zm9/EOeecE3fffXdFp6uvvjrOOOOMqp6zSgHXMWPGxO23357t6Fzt0fV18JOf/CR7j/nhD3/Y5+Xjx4+PuXPn5mZX42XLlsXRRx8dy5cv76z5+OOPz3Ze3nDDDatlyPV5zQiMtnOCzajX+q+dHXMvAgQIECBAgACBWgUEXGsVcz4BAgQIECBAgAABAgQIECBAgAABAgQIECBAgAABAkUSEHCt3K2uu3h1PaPdQVcB1yK9mtRaOIGeH9JPQYkDDjgg/tN/+k+5nMvzzz+fBTk6jlNOOSULQgwfPjyX9SqKQFEFBByK2rmG6y7k+q+VAdeuomsLyaUdURcvXhw777xz1U3ob6fKFMg7//zzY6ONNqp6zEon/vKXv4y0S+WDDz7Y68dp59gUGFx33XX7vUezAq49b5RCvl//+tfjkkvSd+l0P8aOHRu33HJLpN0hB/uRwsqTJ0/uxlBLMLOSX94Cro888ki2U/HLL7/cq9y0o2sKkm+wwQZ1PQrpOUu73aY/PY9aXr/NCrj2rOH999+Pn/3sZ9nr4N577604xzztavzee+9ltaZnqONIvUmh9BTGLcPR8/XxN3/zN7neoTZ9YcD999/fSV/PlzxY/5XhyTUHAgQIECBAgEB5BQRcy9tbMyNAgAABAgQIECBAgAABAgQIECBAgAABAgQIECBAIELAte+noOcuXl3PbFfQVcDVq5RACwUqfUi/hbdr+tACrk0nNSCBTEDAYVA/CIVb/7Ur4JqeildeeSXS754lS5b0ekhSGOrCCy+sahfIdHFfYb4UEkshvKlTp9a0S+XantqVK1fGaaedFvfdd1+301Jw9Lvf/W7suuuu/T70rQq4phuvbSfbO++8Mw477LB+6yvzCSnwmXbHfOihhzqn2ejurWmgPAVcX3zxxSzcmp6znkd6PZx11llVBbHX9hys7Tn7whe+ENddd12MGDFirY9SqwKuHTdNO9em+c6cObNiHXna1fif//mf44gjjijtLq6VXh9Fep8RcC1St9RKgAABAgQIECBQjYCAazVKziFAgAABAgQIECBAgAABAgQIECBAgAABAgQIECBAoKgCAq59d66vXby6XtHqoKuAa1FfWeouhICAayHapEgCbRcQcG07eZ5uWLj1XzsDrqlRTz/9dEyYMCFSaLTrceCBB2a7F44cObLffv7hD3+IKVOmxNKlS3udm4JtaWfVoUOH9jtOLSc89thjccIJJ/Sq+6KLLorp06fHkCFD1jpcKwOu6cYvvPBCHHXUUfHcc891q2PatGlZ2G/YsGG1TLdU5951111x+OGHd5vTrFmzItlUeL+ueu55Cbim3UCvvPLKbIfWnkezdy3tK0ibguV333137Lvvvmv1a3XANd18bUHcZgSbq35A+jkx7UKd3ju67opbrWOzamjlOAKuma4MQSsfMmMTIECAAAECBAjUJGBxWhOXkwkQIECAAAECBAgQIECAAAECBAgQIECAAAECBAgQKJiAgOvaG7a2Xby6XtmqoKuAa8FeUMotloCAa7H6pVoC7RIQcG2XdG7vU6j1X7sDrm+//XYWLJw7d263Bm6//fbxne98Jz7+8Y/329i+fv+mXTq/+c1vxoYbbtjvGLWeUCmMlsbYbbfdYtGiRfGxj31srUO2OuD6zjvvxLnnnhvXXntttzpqCQ7XalKE81PY8fTTT49vf/vbneWOHj067rjjjthuu+0amkJeAq6VdgJNE9tnn32y0PhHPvKRhubZ8+K+Xn9nnHFGFrRdd911+7xfOwKu6eZr2y26GeHmZoE+9dRTccghh0TaZbjjqMaxWfdv5TgCrpmuDEErHzJjEyBAgAABAgQI1CRgcVoTl5MJECBAgAABAgQIECBAgAABAgQIECBAgAABAgQIECiYgIDr2htWzS5eXUdodtBVwLVgLyjlFkug54f00wfUv/SlL1W9S9r7778fd955Z7z22mvZTnSN7Db31ltvZaGeFGbYddddK0I++uijcckll3T+7JRTTonZs2fH8OHDiwWvWgI5FxBwzXmDWl9eodZ/7Q64Jv4Ubp06dWqvTvzoRz+KtMPi2o7XX389TjrppGy3yK5HCi3edtttscMOO7Ssw8uWLYujjz46li9f3u0e6Xf5YYcdttb7tjrgmm6efqefddZZ3erYf//9I61XNt5445a55HngSgHCZq1/8hBwTbu3prVdqqXnUc1zWU/v+noNjhkzJm6//fbYdttt+xy2XQHXVEBfu0WPHTs2brnllth8883rmX5Tr6lkWY1jU4to0WA9Xx/p7zrHHnts1XdLof2bbropNttss37fX/sb9NVXX41rrrkmvvCFL8TWW29d8fSFCxfGvHnzOn82Y8aMSDt013JY/9Wi5VwCBAgQIECAAIF2Cwi4tlvc/QgQIECAAAECBAgQIECAAAECBAgQIECAAAECBAgQaKeAgGv/2tXu4tV1pGYFXQVc+++PMwjULdDzQ/q1BCbSB60vvvjiuOGGG2KDDTbIQiknnHBC3SHXxx9/PAvdvPHGG9k4Z599dmy11Vbd5tZIvXUjuZDAIBQQcBiETe895cKs/wYi4NrXDpDVBFwffvjhOPTQQ2P16tXd1FMQafr06TFkyJCWPYCVdgNNYb60c2r63bu2e7cj4FrJdTAHXNesWROXXnppr5Bas4KfeQi4vvTSSzFx4sRIX2LS9UivkRQOHDlyZEteD2nsyZMndxs7vRbS7qhp1+C+jnYGXAci/FsPdqXA//z587Mgf5GPnq+PWgKjv/nNb+Kcc87Jvshg1KhR8Q//8A9xwAEHRIX1VVVEHc/dRhttlO0gnv7Otskmm3S7tpF6Oway/quqHU4iQIAAAQIECBAYIAEB1wGCd1sCBAgQIECAAAECBAgQIECAAAECBAgQIECAAAECBNoiIODaP3Otu3h1HbHRoKuAa//9cQaBugXqDYymcGsKBSxdurTz3inkOmfOnDjmmGNq/vD2qlWr4stf/nK2G1XHkT7A/Y1vfCOOP/74zsDN22+/HWmn144j7Ri74YYb1ny/usFcSGCQCAg4DJJGr32ahVn/FSngmnb0S2HSa6+9tpt+2r31jjvuiO22267lD1/aJfb++++Pv/mbv4k999wz211wnXXW6fe+7Qi4pnVACtp2PVLYcMGCBS0LOvY78QE84bXXXotJkybFAw880FnFbrvtFosWLYqPfexjDVeWh4BrWkuOHz++11yuuuqqLMjXquOf//mf47zzzouddtopdt999+w/09qzvwBiOwOuae5p1+UJEybEihUrulEkm5kzZ8awYcNaRVT1uM8880wcfPDB8fLLL3deU8uX5lR9ozafWG9g9Fe/+lUcd9xx8dOf/rSz4hRyvfnmm2OvvfaqeRa/+93vsveBH/wg/U9X/36kMPbVV1+dhWY7jvQlQel3TMex7rrrxvrrr1/T/az/auJyMgECBAgQIECAQJsFBFzbDO52BAgQIECAAAECBAgQIECAAAECBAgQIECAAAECBAi0VUDAtTruenbx6jpyvUFXAdfq+uMsAnUJ1BtwTTd77LHHshDKypUrO+9d74e3lyxZkn1wu+tudinQknZ/SsEbBwEC7RUQcGivd47vVoj1X7sDrmlXzUsuuST70/XYfPPN45577smCcn0d6XfmscceG0888US3U4oQBmt1wDXtVpl2sb388su72Zx//vmRgmat3Nk2r6/BVgcHBzrg2lfPq3ktDVTP2h1wTWvj0047LQt5dz323nvvSLVsscUWA0XRed8//elP2RffLF68uPO/S6HhhQsXZruXFvWoN+CafkekEPrUqVO7/d0mhdO/9a1vRfpCg2qPNFb6QoSvfOUr3S6ZMmVKzJ49O0aMGFHtUFWdZ/1XFZOTCBAgQIAAAQIEBkhAwHWA4N2WAAECBAgQIECAAAECBAgQIECAAAECBAgQIECAAIG2CAi4VsfcyC5eXe9Qa9BVwLW6/jiLQF0CjQRcm/Xh7T/84Q+RPqTddTfYeoOydSG4iACBXgICDh6K/xAoxPqv3QHXtEth2l38oYce6vagVBM4+/73vx/77bdfrwfs1ltvjYkTJ+b6wWt1wPW3v/1ttgv8k08+2emQdoe/++67Y9999821TauKmzt3bhaS63rMmTMnUiC6GcdAB1xff/317AtO7rvvvm7TSbtSpkDnhz70oWZMs6ljtDvgmopPQcazzjqr2zzSa+PBBx+Mz3zmM02dXz2D9RX6T/V97nOfq2fIXFxTb8A1Ff/uu+/GrFmzsl2Cux5pt+L0ut50002rmuMLL7wQRx11VDz33HOd59cTlK3qZhGVdjCWIagWz3kECBAgQIAAAQItF7A4bTmxGxAgQIAAAQIECBAgQIAAAQIECBAgQIAAAQIECBAgMIACAq7V4ze6i1fXO1UbdBVwrb4/ziRQs0AjAdd0s3feeScuvPDC7APcXY9qP7ydPhCfdmk9+eSTu10/c+bMOPvss2Po0KE1z8kFBAg0LiDg2rhhiUbI/fqvnQHXvn5vpX5PmzYt0u+vYcOG9dn+tDvpBRdc0O3n22yzTbbz4Q477JDrx6aVAdcUBkt2aQfXrscRRxyRhcFGjhyZa5tWFPfnP/85C8elcGPHkUKN3/ve92KPPfZoyi0HOuD6y1/+Mo488sj4xS9+0W0+1byWmgJQxyADEXAtQjA+fVFNWv93Pa666qrsfbGoRyMB1zTnFOBOYfQ77rijG8Gpp54aV155Zb+7r6b3xenTp8dll13W7T0ghdzTlwFUWKs1TG391zChAQgQIECAAAECBFooIODaQlxDEyBAgAABAgQIECBAgAABAgQIECBAgAABAgQIECAw4AICrtW3oFm7eHW9Y39BVwHX6vvjTAI1CzQacE03fOWVV7IPby9ZsqTb/VOI56tf/WoMGTKkz7oq7Uo0mMMsNTfQBQRaJCDg0CLYYg6b+/VfOwOujz32WJxwwgmxcuXKbt2sZqfRt99+Owt7pcBm12Ps2LGxcOHC2GSTTXL9hLT0ghyJAAAgAElEQVQq4Lp69eoswJUCrl2Pwb6b+6uvvhrHHntst52Cd9999+xZSTbNOAY64NrXM9XMXWqb4dR1jIEIuPYVBJ4xY0avUHiz51vteMuWLYsJEybEihUrOi9Jfz9IAe3hw4dXO0yuzms04Joms3z58jjxxBN77Uydfg+kkOrajscffzyOPvroSLuGdxzpC4AuvfTSWHfddVtiZf3XElaDEiBAgAABAgQINElAwLVJkIYhQIAAAQIECBAgQIAAAQIECBAgQIAAAQIECBAgQCCXAgKutbWlmbt4db1zX0FXAdfa+uNsAjUJNCPgmm749NNPZx9qT4GfjTbaKNIH7idPnrzWD19X2v11zJgxsWjRohg9enRN83AyAQLNFRBwaK5nCUbL9fqvHQHXFE6988474+/+7u96hVtTf6dMmZIFuUaMGNFnu/uqsyghsGYFXNPOpCnU+uKLL8b9998fN910U8XAcCt3KSzCa7JSqHHSpElx/fXXRwpUN+MY6IBrpbBomlf60pRx48Y1Y4pNH2MgAq4vvfRSTJw4MR59NP2V+f8faSfQWbNmxQc/+MGmz7PWASsFsosS3u9rrs0IuHY8z+m1m973tt122/j7v//7OOyww2Kdddbpk7nS7q8HHnhgzJ8/PzbbbLNa21P1+dZ/VVM5kQABAgQIECBAYAAEBFwHAN0tCRAgQIAAAQIECBAgQIAAAQIECBAgQIAAAQIECBBom4CAa23UrdjFq2sFPYOuAq619cfZBGoSaFbAdc2aNdkHrlPoIv1JO4xV+IB0t9oefPDBLBSbPuydjhTWGOxhlpqa52QCLRQQcGghbjGHzvX6rxUB1xRoXbVqVbb73sMPPxx33HFHpF3HKx277bZbfOtb3+r3yxkq7Vqexps+fXr2p7/fmwP96PQVcG12XWl30q9//etx+OGHrzUA1uz75m28tHvjXnvt1a2s888/P1LobsiQIU0pd6ADrmkXy6lTp/aay49+9KPYY489mjLHZg8yEAHXIoTj33rrrTjzzDOzvw90HOmLa26//fYs1FnEo1kB13fffTd7j09fCHTNNdfExz/+8bVydPy96uSTT+48r107Wlv/FfFJVTMBAgQIECBAYPAICLgOnl6bKQECBAgQIECAAAECBAgQIECAAAECBAgQIECAAIHBKNAz4DoYDfI4546ga+pP55E+7OkgQKB5An0FXNMdpk2bFil4kOcj7RR70UUX5blEtREopEDeg3aFRFV0NQJ1rf/6Cn9Vc8NGz0nBrRtvvDH23HPPfoeqtCNnuqgov8vaEXA9/vjj45JLLomtttqqX8+yn1ApSHnVVVdl67NmHQMdcK10/+233z6+853v9BsCbJZBreMMRMD1T3/6U0yePDkWL17crdy0o+eCBQti5MiRtU6j6ee/99572Zr88ssv7zZ2nsPK/SH0FXAdyN85/dXc9ee33nprtvNvLYeAay1aziVAgAABAgQIEGi3gIBru8XdjwABAgQIECBAgAABAgQIECBAgAABAgQIECBAgACBdgoIuLZTu8F7Cbg2COhyAj0EBFw9EgQIVBIQcPVc5Emgv/XfQIWN9ttvv7jiiitixx13rIqrr4BoPSGkqm7Y5JPaEXDdd99945RTTomDDjoohg8f3uQZFGu4FBS84IILuhXd7GcljwHXvO/6ORAB17SjdKUvntl///0j1bPxxhvn4uGu9MwuWbIkxo0bl4v6ai1CwDUTkyGo9cFxPgECBAgQIECAQMsELE5bRmtgAgQIECBAgAABAgQIECBAgAABAgQIECBAgAABAgRyICDgmoMmVFtCfwGHasdxHgEC/y4g4OpJIECgkoCAq+ciTwL9rf/aHXBNO0yeffbZMWHChBgxYkTVVK0IuPYVfKu6qC4n9heebEfAtaOcXXbZJS677LL47Gc/G+uss0490yn8NZXCp83eDVPAtfbHRMC1b7NKNv29r9TegfZdIeCaWcsQtO+RcycCBAgQIECAAIF+BCxOPSIECBAgQIAAAQIECBAgQIAAAQIECBAgQIAAAQIECJRZQMA1n919LCIujojUn86jv4BDPqeiKgL5FRBwzW9vVEZgIAUEXAdSf1Dfu671XzsCrttuu22k3RKPOOKI2HXXXWPYsGE1N0rAtTayDTbYIM4999wsTDzYdnPtK7gs4FrbM9SKswci4PrWW2/FmWeeGfPnz+82pbzt4FrJZs6cOdmuzEU8BFyzrskQFPHhVTMBAgQIECBAoKQCFqclbaxpESBAgAABAgQIECBAgAABAgQIECBAgAABAgQIECBAoA6B/xwRv42I9J+tODqCDY/+x+Brut5EwLUV5MYczAI9P4g+Y8aMuOiii6omqRTAqGenpr4+QF51IU4kQKCpAhUCrhs39QblHWy9iNg5Im6LiHW7TPP4iFhQ4Gnnev3XV8A1hVJHjRq1Vvb0e+zZZ5+N1atXVzzvi1/8YqTfUZtvvnk0Gvx+5pln4uCDD46XX365273STqXnn39+XY9HHnZwrTV0mdbzq1atysyff/75uP/++2Pp0qWxcuXKigYzZ87MQq5Dhw6ty6iIF1Xq6zbbbBOLFy+OHXbYoWlTGugdXC+//PK44IILus0nvdbuueee2GmnnZo2z2YONBAB177e4yZNmhTXX399pDB4Ho7HH3889tprr26l1Pp3izzMo6OGnq+PWv+OU6lvtb5fNuvvWtW6Vvg9J0NQLZ7zCBAgQIAAAQIEWi5gcdpyYjcgQIAAAQIECBAgQIAAAQIECBAgQIAAAQIECBAgQIBAYQTSrqrTW1Btz2Brxy0EXFuAbUgCHQICrp4FAgQqCQg4NPRcpJDr73p8GUjRA665Xv/1Ff6qNlj17rvvxnPPPRezZs2KRYsW9Wr+LrvsEimE+tnPfjbWWWeduh+OF154IY466qjsXl2PauusdOMiBlwrzSMFXq+55pr4+te/3itsnMJ7N954Yxx99NF12xftwkp9HTNmTNx+++2RgtvNOgY64FopLJrmVmsIsFke1YyTp4Br2hl19uzZudnhuNIu1Y28v1XTj1aeI+Ca6coQtPIhMzYBAgQIECBAgEBNAhanNXE5mQABAgQIECBAgAABAgQIECBAgAABAgQIECBAgAABAqUVaMXuXX0FWzsQBVxL+ziZWB4EGt05tVm7CjVaRx4s1UCgTAICrg13898iYssuo0yNiLkNjzowA+R+/ddowLWD9f33348777wzvvrVr/baTTSFLM8999xsJ9Hhw4fX1YmXXnopJk6cGI8++mi360899dQsXPvBD36w5nHLEnBNE0/+CxcujOTRc0fdsWPHxi233JLtpDsYjsEScP3+978f++23X6+W3nbbbVkYPI/HQARc+wrHp52f0xp6yJAhuaAqU8C1GX/HsYNrLh5LRRAgQIAAAQIECJRIQMC1RM00FQIECBAgQIAAAQIECBAgQIAAAQIECBAgQIAAAQIECDQg0Mzdu/oLtnaUKeDaQMNcSqA/gZ7B0quuuiqmTZvW32WdP2/Gh7/TYAKuVZM7kUBbBARcG2YuU8A19+u/ZgVcU9fXrFkTP/jBD+KLX/xir5Br+vnFF1+cBV3rCbmm0OZpp50WCxYs6PaAHXjggdl/N3LkyIYfvGoG6Cssd+utt2YB3L6OSuG1dG4zd9tM64rke9111/UqI4WPDzvssGqmWPhzBkvAddmyZTFhwoRYsWJFt57Vuh5tZ8MHIuD6k5/8JAsC9wx+582p7AHXJUuWxLhx46p+3ARcq6ZyIgECBAgQIECAAIGqBARcq2JyEgECBAgQIECAAAECBAgQIECAAAECBAgQIECAAAECBEot0Kzdu6oNtnZgCriW+rEyuYEUeO+99+Kiiy6Kyy+/vLOM/sItPesVcB3IDro3gdYJCLg2bFuWgGsh1n/NDLimzqeQ66JFi2Lq1Km9AmXp5zNnzsx2ch06dGhND0ql37tpgDFjxsTtt98e2267bU3j1XtyngOuaU5PPfVUHHLIIfHyyy93m2L6Ao5kP2zYsHqnXpjrKq2vtt9++/jOd74TH//4x5s2j55fMJIG3n///SOFODfeeOOm3aevgfra1TjPvR6IgGt6fzj66KN7MdYauGx1Q5cuXRrjx4/vdpsZM2Zkf98o2lHpCwlqDfMLuBat6+olQIAAAQIECBDIu4CAa947pD4CBAgQIECAAAECBAgQIECAAAECBAgQIECAAAECBAi0XqDR3btqDbZ2zEjAtfW9dYdBKlApPHHbbbfFUUcdVbXIn/70p5g8eXIsXry485paQ7LpQju4Vk3uRAJtERBwbZi5LAHXQqz/mh1wTd1/9913Y9asWXHeeef1ehg22GCDmDNnThxzzDFR4bWy1oenUjguXdDOoFreA66V1hbJqJ3By4bfARocoNIaLQ1Za8CuvzIGOuDa1zzHjh0bCxcujE022aS/KTT087Tuveuuu2LffffNnq8tt9yy3+B6uwOufQXjt9lmm2z9vcMOOzRk0MyLK9ncfPPNcfzxxzfzNm0Zq+fvlfS+/+CDD8ZnPvOZqu+/cuXKOPbYY+OJJ57ovKbW13Czvkyo2qKt/6qVch4BAgQIECBAgMBACAi4DoS6exIgQIAAAQIECBAgQIAAAQIECBAgQIAAAQIECBAgQCA/Ao3s3lVvsLVj9gKu+XkOVFIygddffz0mTZoU9913X+fMav3QdaVQUfrw9+c+97matARca+JyMoGWCwg4NExchoBrYdZ/rQi4pifg1VdfjVNOOSXuvvvuXg/E6NGjI4Xjag2XLVu2LCZMmBArVqzoNub555+ffdnDkCFDGn74+hsg7wHX//t//2+2Q+4NN9zQbSo77bRTZr711lv3N8XC/7yvUGOt67T+IAY64Jrqmzt3brZbctdj8803j+9+97ux66679jeFun/+5z//OQuwz549u3OMjTbaKNs9ePr06fHRj3604tjtDri+9tpr2Xr9gQce6FZPeh+ZP39+/MVf/EXdBs2+8JZbbokTTjih27D1fPFNs+uqZ7x/+Zd/yXbNfeaZZ7LL69lpu+d7bT2hZAHXerrnGgIECBAgQIAAgbIKCLiWtbPmRYAAAQIECBAgQIAAAQIECBAgQIAAAQIECBAgQIAAgeoE6tm9q9Fga0dlAq7V9chZBGoWeOmll2LixInx6KOPZtemMME999wTKUBS7ZHCP2lnooceeqjzknrCFwKu1Yo7j0B7BARcG3YuQ8C1MOu/VgVc01OQAqkp5LR8+fJeD8URRxyRhfNGjhxZ9QPz5ptvxumnnx7f/va3u12z2267xaJFi+JjH/tY1WPVe2LeA65pXpWCl/UEzOo1ysN1lQyaHRbMQ8A1BQgPPvjgePnll7uxpx2Up02bVvMuydX2ruc6uOO6Aw44IBYsWBAf+tCHKg7V7oDrww8/HIceemisXr26Wz2pdxdeeGHLfKp17Hpepefpscceiz333LOe4Qb0mp5fRrD77rtnuwqPGjWq6rp++ctfxpFHHhm/+MUvsmvqeQ8TcK2a24kECBAgQIAAAQKDQEDAdRA02RQJECBAgAABAgQIECBAgAABAgQIECBAgAABAgQIECDQh0Ctu3c1K9jaUY6Aq0eTQIsEen7oukW3aduw+++/f6TQwcYbb9y2e7oRgbIKCLg23NmiB1wLtf5rZcB1zZo12S6JJ598csWH4uqrr44zzjijppBZpYBcGryesep5UvMecO1rB9d6wmH1+OTlmkrPyZw5c7JdhZt15CHg+qc//SkmT54cixcv7jatsWPHRtoRNH0BSyuOu+66Kw4//PBeQ1900UXZDq597abczoDrO++8E+eee25ce+213epsxw63tZpX2hG3ni/PqfW+rTr/8ccfj7322qtVw7d93PS+kXYrHj58+Frvbf3X9ta4IQECBAgQIECAQA0CAq41YDmVAAECBAgQIECAAAECBAgQIECAAAECBAgQIECAAAECJROodveuZgdbOxgFXEv2QJlOfgTK9sFtAdf8PFsqKb6AgEPDPSx6wLVQ679WBlzTk7Bq1ar48pe/nIXteh6jR4+O2267LXbYYYeqH5q0U+Xxxx/fbffzdHEKcKZdXNOYrTzyHnDtK/A42H7Pf//734/99tuv26Nw/vnnZ7vb9hW+rPW5yUPANdV80003ZSHXnkezd6ztGL+v13Q1wdF2BlzTWj3tIN1zd9u0o2syq2X36FqfjVrPr/S63WmnnbL3x6233rrW4Qb8/PR+f8IJJwx4Hc0qQMC1WZLGIUCAAAECBAgQGEgBAdeB1HdvAgQIECBAgAABAgQIECBAgAABAgQIECBAgAABAgQIDJxANbt3tSrY2jFrAdeB6787l1xg7ty5MXXq1NLMcrAFX0rTOBPJpYCAa8NtKXLAtXDrv1YHXNPT8PTTT8eECRNi5cqVvR6OKVOmZDvjjRgxoqoHZ227wp566qlx5ZVXVj1WVTfscVLeA65PPfVUHHLIIb1Cfclm1qxZ8cEPfrCeaRfummXLlmXP3IoVKzprnzRpUlx//fWxwQYbNGU+eQm4/va3v41jjjkmnnzyyW7z2meffWLBggXxkY98pCnz7RhkyZIlkSxXr17dbdwUPP/mN78ZG264YZ/3a1fA9dVXX81267377rt71XLnnXfGYYcd1lSTRgdL743HHntsPPHEE51DHXjggVn/8hTErWae7733XqSdfC+//PJqTi/EOQKuhWiTIgkQIECAAAECBPoREHD1iBAgQIAAAQIECBAgQIAAAQIECBAgQIAAAQIECBAgQGBwCqxt965WB1s7xAVcB+ezZ9YtFvjzn/8c5513XhbIKcsh4FqWTppHHgQEXBvuQpEDroVb/7Uj4JpCqddee2185Stf6fVwpLDhnDlzsoBehddOxYfp97//fbZj5X333dfr5zNnzoyzzz47hg4d2vCDWGmAPAdc33nnnbjwwguzIGvPY/78+XHSSSe1xCSPg6aAYwoMPvTQQ53l7b333pEClltssUVTSs5LwDW9vtKaND33PY9mh76XL18eJ554Yq8wbXodpzDm+PHj12rbjoBreh1cddVVccEFF/SqZdy4cTFv3rz48Ic/3JRnoFmDPPPMM3HwwQd3C6ZPmzYt0vvZsGHDmnWbtozT1y7Sbbl5i24i4NoiWMMSIECAAAECBAi0VUDAta3cbkaAAAECBAgQIECAAAECBAgQIECAAAECBAgQIECAAIFcCPS1e1e7gq0dCAKuuXgcFFE2gUqhifRB+vRB9GqPSiHZFNa55pprYr311qt2mOy8ngGLGTNmZDsnOQgQGBgBAdeG3YsacC3k+q8dAdf0RKxtR8XddtstC8dts802VT88jzzySBx33HG9dipNQbu/+7u/izPPPDPWXXfdqser5sQ//vGP2a6E3/jGN3qdfuutt8bEiRP7HObHP/5x/NVf/VWvn//oRz+KPfbYo5rbr/WcFHJctGhRtrt8z501R48eHXfccUdst912Dd+nKAO8/fbb2bps7ty5nSWnZ+PBBx+Mz3zmM02ZRl4Crmkyv/vd77JdVX/wgx/0mttll10WZ511VsOvh1deeSXbFTXt4NrzqGb31nRNqwOu6dlP803B0J5H6v/ixYtjv/32a0r/mzlIJZcU/E/eRTt++ctfxpFHHhm/+MUvOktPz0wKF1d7VArJTp8+PdKfar8IId2r0vtAf+/V1dZY6Tzrv0b0XEuAAAECBAgQINBqAQHXVgsbnwABAgQIECBAgAABAgQIECBAgAABAgQIECBAgAABAvkT6Ll7V7uDrR0iAq75ezZUVAKBSrsspcDE5z73uapn99JLL2VBmEcffbTzmno+uJ0uFnCtmt2JBNoiIODQMHNRA66FXP+1K+Canoq+QqnpZ2n3yUsvvbTqEN67776b7VSadlSvdKTA3SWXXBJbbbVVww9k2hHy3nvvjSuuuCJ++tOfVhyvv9BUKwOuKcR10003ZeGvFMLteaQvvUg/GzJkSMMWRRog7Wqagp1dj2aGBvMUcE1zTCHCFHLtGXBOPzvnnHPi/PPPj4022qiuFq5cuTILDN999929rh81alQWXK0mqN2qgGt6P0jh3rSDcV+v0Vbv7lwXbERU+tKbFMb93ve+V5Vpvfdt1XVLly7ttpNv+uKCFCzeYYcdqr7lsmXLYsKECbFixYrOa26++eZI7+u1HAKutWg5lwABAgQIECBAoOwCAq5l77D5ESBAgAABAgQIECBAgAABAgQIECBAgAABAgQIECBAoLtA1927BirY2lGRgKunk0ALBNJuYGmHtI5jp512ittuuy223nrrqu/28MMPx6GHHtothFDr7kYdNxNwrZrdiQTaIiDg2jBzEQOuhV3/tTPgmkJoKWiZdljsedSzu+Kbb76ZBdrS7ueVjhTmSwHYE044IT784Q/X/GC+/vrrkcJaKUjbdTfCSgO1M+CadmtdtWpV/Nu//Vvcf//9ke7dV30pdJh+3oygb82AA3xBChV//vOf77bWSjtipuDr8OHDG64ubwHX/kLfu+yyS/b6Gzt2bNVB8hTuvvPOO2PGjBnxwgsvVDS78cYbY/LkyVXtrNmMgGvH85+CvM8//3w8/vjjcdddd/VZXyr61FNPjSuvvDJGjBjRcN+bPcBrr72WBZMfeOCBzqH33nvvLDS8xRZbNPt2LR3vvffeixSoTztddxwHHnhgtkP3yJEjq753CuynZ6rj2HzzzeOee+6J9HeuWg4B11q0nEuAAAECBAgQIFB2AQHXsnfY/AgQIECAAAECBAgQIECAAAECBAgQIECAAAECBAgQINBdIO3etXdEpP/8/1szDoySgOvAuLtriQXSh+lPO+207IPaHUf6UPr1118fKZxTzZHCAueee25ce+21naePGTMmbr/99th2222rGaLbOQKuNZO5gEBLBQRcG+YtYsC1sOu/dgZc05Px4osvxnHHHRcpfNjzSEGo+fPnx2abbVb1Q5RCrikwWyk02zFI+v180EEHZTun77rrrrHxxhvHOuus0+seKSD4v//3/44f/vCHWWAufRlFpd0wu16Yxv7a174WX/rSl9YanutrB9eqJ1rHiSngm76Ao5Yd5uu4TW4vefnll7MdHx966KHOGnffffdYuHBhpF1HGz0qBVwbHbPS9bWsEdPrIa0xb7jhhj5L2X777eOkk07KdtnccsstY+jQod3Off/99+P3v/999vzPmzcvez30dVx88cXZ/aoNDFcKuLbCrOuYaZ2eQuqbbLJJq29V1/iVgthpt9y04+ywYcPqGnOgLnrppZey99lHH/3//zNI2jk4vVaq3UE6fbFAej677hZ8wAEHZH/3+tCHPlTT1ARca+JyMgECBAgQIECAQMkFBFxL3mDTI0CAAAECBAgQIECAAAECBAgQIECAAAECBAgQIECAQA+BHSPi2ZyoCLjmpBHKKI/AU089FYccckik0ETHMWfOnEg7glV7VBrjjDPOyHaWWnfddasdpvM8AdeayVxAoKUCAq4N8xYx4FrY9V+7A67p6Ug7lqfQWaXwaPqdlnZd7Rm6W9tTlb44IgVjU9D0j3/8Y1UP4Gc+85nYcMMNO89duXLlWneArDRoCs1ecskl8alPfarf3SvbHXBN4db05RtHHXVUv7VVBVbAk9Jukqk/6ZnqeqQdSQ877LCGZ5THgGuaVHoNpNdQCqdWc3R9LaRA4LPPPttvsDuNe8EFF2R/atkVtd0B1+SQaqz2S2iq8WrmOWk32ksvvTTb9bTrkd4jx40b18xbtWWs9MUAhx9+eLd7PfjggzWF7CuNkQLKKfRbYX211nkJuLal7W5CgAABAgQIECBQEAEB14I0SpkECBAgQIAAAQIECBAgQIAAAQIECBAgQIAAAQIECBAooYCAawmbakoDJ1ApKDF69Oi44447YrvttquqsLSzVvqAdtfQQfrQfdqlaN99961qjJ4nCbjWxeYiAi0TEHBtmLaIAdeGJ93EAWpa/w1EwDWFjtKuj9ddd12vaaedNVMIbo899qiJJAXFfv7zn8f06dPj3nvvrenaWk/eZZddsvuMHTu26i+maGfANdldffXVsdNOO9UcCKvVIu/np11IDz300G6BzUa+VKTrfPMacE01ptdY2sU1BXz724W41h6m8PRVV12V7dRZSxA93addAdf0Gk27On/2s5+tuFtzrXNu1fmVdhnee++9M6ctttiiVbdtybjp7zinn356fPvb3+4cP71H3nLLLbH55ptXdc+0c/DkyZPjvvvu6zy/1r9rdb2RgGtV7E4iQIAAAQIECBAYJAICroOk0aZJgAABAgQIECBAgAABAgQIECBAgAABAgQIECBAgACBHArUFHDIYf1KIpArgd/+9rdxzDHHxJNPPtlZ1xe+8IUsoFPN7lUpfLNo0aKYOnVqt7BBCl7cdNNNMXLkyLrmK+BaF5uLCLRMQMC1YVoB18YIa1r/DUTANU1v+fLl2e/U5557rtdsjzjiiJg7d25dvxfTbq4PPfRQXHHFFfHDH/6wMckeV6cdW0877bTYZ599qg62dgzRjoBrI/U1FSpHg73++utx0kknZV8k0nE0EpjrOrU8B1xTna0IfadnLM17xx3TptW1H60MuKYvjElfFnPKKafU9RqtfTaNX1EpgJ12c00B+iFDhjR+gzaO8NRTT8UhhxwSKbTbcdQyl3fffTfSTq1p192uRyOBdAHXNj4AbkWAAAECBAgQIJB7AQHX3LdIgQQIECBAgAABAgQIECBAgAABAgQIECBAgAABAgQIECitQE0Bh9IqmBiBJgikkMDs2bPj7LPP7jbanXfeGYcddlhVd0hhnhNPPLFbQDZ9GH/BggUxfvz4qsaodJKAa910LiTQEgEB14ZZBVwbI6xp/TdQAdf0e3X+/Plx8sknV5ztjTfemO3kV+H1VJVOCkulL6RIXyyR/lKyDJUAACAASURBVPzxj3+s6rqeJ+22227Z7/kjjzwy0u6y9dbTzIBr2kFzzJgxsemmm8bOO++c7dSa/v96vyijLpgCXZS+RCQ9S12PFKSbNm1a3f1MY+U94Nox3/fffz97LcyZMycL+ta6o2taq6YvY0lf0JJeD+uss07d3W9WwHXbbbfNXo9bb711bLfddlldn/jEJ2L48OF119buC1MYP+1kfe2113beOu10+t3vfjd23XXXdpfT0P2aMZfHHnssTjjhhFi5cmVnLanHixcvzt7n6jkEXOtRcw0BAgQIECBAgEBZBQRcy9pZ8yJAgAABAgQIECBAgAABAgQIECBAgAABAgQIECBAgED+BWoKOOR/OiokMHAClXaaGzduXMybNy8+/OEP91vYK6+8ku0otWTJkm7nnnrqqXHllVdWtQNsXzcRcO2X3wkE2iog4Nowt4BrY4TWfz38Utj117/+dTzzzDPx7LPPZrvGphDVCy+80Hmm0GhjD12er/7d734XkyZNih/84AedZaZdeNMXjHzkIx/Jc+lNry0F/v7X//pfWeD1pz/9afY6SK+HrgHwFB5NwdEUKtx9991jl112EZ5ueiciKu14mv6ukL5Qp0hB3UTzyCOPxHHHHddt99Za5lLpS4DSuDNnzsy+XGjo0KF1dUDAtS42FxEgQIAAAQIECJRUQMC1pI01LQIECBAgQIAAAQIECBAgQIAAAQIECBAgQIAAAQIECBRAQMChAE1SYv4F3nzzzWyHpRtuuKFbsbfeemtMnDix3wm8+uqr2YezU5Ci65F2m/rWt74Vo0eP7neMtZ0g4NoQn4sJNF1AwLVhUgHXxgit/xrzc3XJBNJuwWmXzK985SvdZtboLsElYzKdNgqkHU8vvPDCSDsJdxxp99bbbrst9txzzzZW0vitKn2JTy1zWbFiRZx++unx4IMPditm/PjxMXfu3Gyn6noPAdd65VxHgAABAgQIECBQRgEB1zJ21ZwIECBAgAABAgQIECBAgAABAgQIECBAgAABAgQIECBQDAEBh2L0SZU5FkihiEWLFsXUqVNj9erVnZVWu3trX+HWDTbYIObMmRPHHHNMVAjD1SQi4FoTl5MJtFxAwLVhYgHXxgit/xrzc3UJBeziWsKmFnhKTz/9dEyYMCHbQbfjqGXH07xMPe2OnUK65513XreSqp1LX+HWUaNGxc033xx77bVXQ1MVcG2Iz8UECBAgQIAAAQIlExBwLVlDTYcAAQIECBAgQIAAAQIECBAgQIAAAQIECBAgQIAAAQIFEhBwKFCzlJpPgcceeyxOOOGEbh9AT+HUtBtr2llobUf60Pq0adPi7rvv7nXazJkzs11dhw4d2vDEBVwbJjQAgaYKCLg2zCng2hih9V9jfq4uqUDaHfPkk0/u9oUlV155ZZx11lkxZMiQks7atPIm8Oabb2Z/P5g3b15naSnQuXjx4th5553zVm6f9fT1JUDVzuVnP/tZnHHGGfHjH/+42z2a+SVAAq6FeZwUSoAAAQIECBAg0AYBAdc2ILsFAQIECBAgQIAAAQIECBAgQIAAAQIECBAgQIAAAQIECFQUEHDwYBBoUGD58uVx4oknxpNPPtk50pQpU2L27NkxYsSIPkd/9tln44tf/GL8/Oc/73XOxRdfHOeee24MHz68wer+/XIB16YwGoRA0wQEXBumFHBtjND6rzE/V5dUYNWqVfHlL385brnlls4Zjh49OlLwdYcddijprE0rbwJLliyJSZMmlSJoXemLgNLfS9KOrmv7Ep8HHnggpk6d2u0LhFKfUrg1/R0rfblQM74ESMA1b0+/eggQIECAAAECBAZSQMB1IPXdmwABAgQIECBAgAABAgQIECBAgAABAgQIECBAgAABAoNbQMBhcPff7Jsk0PXD29UGId599924+eabsx2aVq9e3VnJBRdcEOnP2sKxtZYt4FqrmPMJtFZAwLVhXwHXxgit/xrzc3WJBZYtWxZHH310pC8w6TiOP/74+OY3vxkbbrhhiWduankQePHFF+O4447rtmvp+PHjY+7cubHpppvmocSaaui5i+s+++wTCxYsiI985CNrHScFT9PuyelLfzqOFG697LLLsuBrM8KtaVwB15ra6WQCBAgQIECAAIGSCwi4lrzBpkeAAAECBAgQIECAAAECBAgQIECAAAECBAgQIECAAIEcCwg45Lg5SiuOQPrw9vz58+Pkk0+OG2+8MSZPnhwVAmy9JvT+++/HwoUL49RTT81+lnZtPfvss5u2c2vHDQVci/MsqXRwCAi4NtxnAdfGCK3/GvNzdYkFegbyOqZay/quxDym1kKBd955Jy688MKYNWtW511GjRqVfSHOXnvt1cI7t3bo9KU+06dPz0Liixcvjv3226+qGyaPq666Kvvin4022ij7vydOnNi0cGsqQsC1qlY4iQABAgQIECBAYJAICLgOkkabJgECBAgQIECAAAECBAgQIECAAAECBAgQIECAwP9j725g9Szr+4H/CkSyvkBYNsGEWY0rrBHoWlBCGzQRom3EVnmVdoCklDLoCgy0nY45h2wFdR1N6Sgv0fHSAqViO5N2rrqgBVMisLIuTInTuhBl2SDYlw0Sev65n/9O8zztOZxzn+t5rue+n+dzErOkvX/X77o+v3vxkvbLTYAAgQoKCDhUcCi2VE+Bffv2xfr16+PSSy8t9fXV4i99r1y5Mt75zne2/S9tD0oWf6H829/+9kHY8847L/7oj/6ontB2TaAHBARck4co4JpG6P6X5qe6xwWKO13xLx1Zs2bNwZMWQcOHH344Zs2a1eOnd7xuCAwXrP6bv/mbWLp06aj+xTnd2Pdoe77yyiuxdevW0v9bp/j/xeIrruecc0587GMfa7vD//7v/8Ztt90WzzzzzMGjFP/ioeKruZ34cf/rhKo1CRAgQIAAAQIE2iUg4NouSesQIECAAAECBAgQIECAAAECBAgQIECAAAECBAgQIECAQFkBAYeyYp4nQIAAAQKJAgIOiYARAq5phO5/aX6q+0CgCOQtXrw4Nm3adPC0Reht7dq1cfzxx/eBgCPmFHjyySfjiiuuiN27dx9sWwQt77jjjlL/4pyce9arvID7X3kzFQQIECBAgAABAvkEBFzzWetEgAABAgQIECBAgAABAgQIECBAgAABAgQIECBAgAABAq0CAg7eCAIECBAgkFlAwCEZXMA1jdD9L81PdZ8IvPjii3HllVfGjh07Dp5Y6LBPhp/xmC+//HJcd911wtQZzbvVyv2vW/L6EiBAgAABAgQIjEZAwHU0Sp4hQIAAAQIECBAgQIAAAQIECBAgQIAAAQIECBAgQIAAgU4ICDh0QtWaBAgQIEDgbQQEHJJfDwHXNEL3vzQ/1X0k8O///u/xi1/8ouXEv/u7vxsnnnhiHyk4aqcEDhw4ELt27YpXX321pcXUqVN9KbhT6F1c1/2vi/haEyBAgAABAgQIjCgg4DoikQcIECBAgAABAgQIECBAgAABAgQIECBAgAABAgQIECBAoEMCAg4dgrUsAQIECBAYTkDAIfndEH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HIuLgn1sfOHAghvhLl8gIECBAgACBNgkMDAzEEUcc0bxaETZs+YU2terlZQRc06br/pfmp5oAAQIECJQScP8rxeVhAgQIECBAgACBLggIuHYBXUsCBAgQIECAAAECBAgQIECAAAECBAgQIECAAAECBAgQaAjsjYgJgxa//vWvY9KkSWgIECBAgACBDgns2bMnjjnmmObV90XExA6169VlBVzTJuv+l+anmgABAgQIlBJw/yvF5WECBAgQIECAAIEuCAi4dgFdSwIECBAgQIAAAQIECBAgQIAAAQIECBAgQIAAAQIECBBoCPw8IiYPWvzkJz+JKVOmoCFAgAABAgQ6JPDSSy/FSSed1Lz67oh4T4fa9eqyAq5pk3X/S/NTTYAAAQIESgm4/5Xi8jABAgQIECBAgEAXBARcu4CuJQECBAgQIECAAAECBAgQIECAAAECBAgQIECAAAECBAg0BL4fEWcPWmzZsiVmz56NhgABAgQIEOiQwNatW2POnDnNq/8gIj7UoXa9uqyAa9pk3f/S/FQTIECAAIFSAu5/pbg8TIAAAQIECBAg0AUBAdcuoGtJgAABAgQIECBAgAABAgQIECBAgAABAgQIECBAgAABAg2BeyPiqkGLFStWxLJly9AQIECAAAECHRK4/fbbY/ny5c2r3xcRizrUrleXFXBNm6z7X5qfagIECBAgUErA/a8Ul4cJECBAgAABAgS6ICDg2gV0LQkQIECAAAECBAgQIECAAAECBAgQIECAAAECBAgQIECgIfCHEbFm0GLu3LmxadMmNAQIECBAgECHBObNmxebN29uXv3aiPjbDrXr1WUFXNMm6/6X5qeaAAECBAiUEnD/K8XlYQIECBAgQIAAgS4ICLh2AV1LAgQIECBAgAABAgQIECBAgAABAgQIECBAgAABAgQIEGgITIuIfx60GD9+fOzduzfGjfNH2d4PAgQIECDQboGBgYGYOHFi7N+/v3np34+Ine3u1ePrCbimDdj9L81PNQECBAgQGLWA+9+oqTxIgAABAgQIECDQRQF/KthFfK0JECBAgAABAgQIECBAgAABAgQIECBAgAABAgQIECBAIH4eEZMHHTZs2BAXXnghFgIECBAgQKDNAo8//nhcdNFFzavujoj3tLlNPywn4Jo+Zfe/dEMrECBAgACBEQXc/0Yk8gABAgQIECBAgEAFBARcKzAEWyBAgAABAgQIECBAgAABAgQIECBAgAABAgQIECBAgEAfC9wZEUsHzz937tzYtGlTH3M4OgECBAgQ6IzAvHnzYvPmzc2Lr4qI6zvTradXFXBNH6/7X7qhFQgQIECAwIgC7n8jEnmAAAECBAgQIECgAgICrhUYgi0QIECAAAECBAgQIECAAAECBAgQIECAAAECBAgQIECgjwXOioinm8//3HPPxfTp0/uYxNEJECBAgEB7BZ5//vmYMWPGoYvOjIgftrdTX6wm4Jo+Zve/dEMrECBAgACBtxVw//OCECBAgAABAgQI1EVAwLUuk7JPAgQIECBAgAABAgQIECBAgAABAgQIECBAgAABAgQI9K7A9yPi7MHjzZ8/Px5++OHePa2TESBAgACBzAILFiyIdevWNXf9QUR8KPM2eqWdgGt7Jun+1x5HqxAgQIAAgSEF3P+8GAQIECBAgAABAnUREHCty6TskwABAgQIECBAgAABAgQIECBAgAABAgQIECBAgAABAr0rcHFEPNp8vC1btsTs2bN798RORoAAAQIEMgls3bo15syZc2i3SyLisUxb6LU2Aq7tmaj7X3scrUKAAAECBA4TcP/zUhAgQIAAAQIECNRJQMC1TtOyVwIECBAgQIAAAQIECBAgQIAAAQIECBAgQIAAAQIECPSuQMtXvE455ZR44YUXYtw4f6zduyN3MgIECBDotMDAwECcdtppsWvXruZWvt6aBi/gmubXXO3+1z5LKxEgQIAAgYaA+58XgQABAgQIECBAoG4C/iSwbhOzXwIECBAgQIAAAQIECBAgQIAAAQIECBAgQIAAAQIECPSmwEci4rvNR1u0aFHcc889vXlapyJAgAABAhkErr766rj33nsP7XRORHwvQ/tebSHg2r7Juv+1z9JKBAgQIECgIeD+50UgQIAAAQIECBCom4CAa90mZr8ECBAgQIAAAQIECBAgQIAAAQIECBAgQIAAAQIECBDoXYE7I2Jp8/FWrFgRy5Yt690TOxkBAgQIEOiQwO233x7Lly8/dPVVEXF9h1r2y7ICru2dtPtfez2tRoAAAQJ9LOD+18fDd3QCBAgQIECAQI0FBFxrPDxbJ0CAAAECBAgQIECAAAECBAgQIECAAAECBAgQIECAQA8K/CgiTm8+1+rVq+O6667rwaM6EgECBAgQ6IzAXXfdFUuWLDl08Wcj4ozOdOyrVQVc2z9u97/2m1qRAAECBPpMwP2vzwbuuAQIECBAgACBHhIQcO2hYToKAQIECBAgQIAAAQIECBAgQIAAAQIECBAgQIAAAQIEekBgWkQ8FRETms/iS649MFlHIECAAIEsAsN8uWtfRMyKiJ1ZNtHbTQRc2z9f97/2m1qRAAECBPpIwP2vj4btqAQIECBAgACBHhQQcO3BoToSAQIECBAgQIAAAQIECBAgQIAAAQIECBAgQIAAAQIEai5wXkT8/aFnWLRoUaxduzbGjfNH3TWfr+0TIECAQAcEBgYGYvHixXHvvfcOtfonIuLbHWjbj0sKuHZm6u5/nXG1KgECBAj0sID7Xw8P19EIECBAgAABAn0k4E/9+mjYjkqAAAECBAgQIECAAAECBAgQIECAAAECBAgQIECAAIEaCVwcEY8eut9TTjklvvKVr8Ts2bNrdBRbJUCAAAECnRXYunVrfPazn41du3YN1eiSiHisszvoq9UFXDs3bve/ztlamQABAgR6TMD9r8cG6jgECBAgQIAAgT4WEHDt4+E7OgECBAgQIECAAAECBAgQIECAAAECBAgQIECAAAECBCouUHzJ65GImHDoPufPnx8333xzTJ8+veJHsD0CBAgQINA5geeffz6++tWvxrp164Zqsi8iPu3LrW33F3BtO2nLgu5/nfW1OgECBAjUXMD9r+YDtH0CBAgQIECAAIHDBARcvRQECBAgQIAAAQIECBAgQIAAAQIECBAgQIAAAQIECBAgUGWBaRFxf0ScPtQm586dG5dddllccMEFMW6cPwKv8iDtjQABAgTaIzAwMBAbN26MBx98MDZv3jzcos9GxMKI2NmerlZpEhBw7fzr4P7XeWMdCBAgQKBGAu5/NRqWrRIgQIAAAQIECJQW8Kd7pckUECBAgAABAgQIECBAgAABAgQIECBAgAABAgQIECBAgEAXBO6MiKXD9R0/fnyce+65MXPmzJg2bVq8733vixNOOCEmTpwo+NqFYWlJgAABAukCRZBh79698atf/Sp++tOfxs6dO+Ppp5+Obdu2xf79+9+uwaqIuD59B1YYRkDANd+r4f6Xz1onAgQIEKiAgPtfBYZgCwQIECBAgAABAtkFBFyzk2tIgAABAgQIECBAgAABAgQIECBAgAABAgQIECBAgAABAmMU+EhE/HlEnD3GemUECBAgQKCXBX7wf/89+b1ePmQFzibgmncI7n95vXUjQIAAgXoJuP/Va152S4AAAQIECBAgMISAgKvXggABAgQIECBAgAABAgQIECBAgAABAgQIECBAgAABAgTqJnBxRCwRdK3b2OyXAAECBDokUAQbVkfEYx1a37KtAgKu3Xkj3P+6464rAQIECFRTwP2vmnOxKwIECBAgQIAAgTEICLiOAU0JAQIECBAgQIAAAQIECBAgQIAAAQIECBAgQIAAAQIECFRC4KyI+HREzIuIyZXYkU0QIECAAIE8ArsjYlNEPBIRP8zTUpf/ExBw7e6r4P7XXX/dCRAgQKB7Au5/3bPXmQABAgQIECBAoIMCAq4dxLU0AQIECBAgQIAAAQIECBAgQIAAAQIECBAgQIAAAQIECGQTmBYRMyNiRkScHBHvjojfiojxEeHPxrONQSMCBAgQaKPAQETsj4j/iohfRMSPI+K5iHg6Ina2sY+lygkIuJbz6uTT7n+d1LU2AQIECHRDwP2vG+p6EiBAgAABAgQIdFXAH+J1lV9zAgQIECBAgAABAgQIECBAgAABAgQIECBAgAABAgQIECBAgAABAgQIEKiRgIBrjYZlqwQIECBAgAABAgQIECBAgAABAtUWEHCt9nzsjgABAgQIECBAgAABAgQIECBAgAABAgQIECBAgAABAgQIECBAgAABAgSqIyDgWp1Z2AkBAgQIECBAgAABAgQIECBAgEDNBQRcaz5A2ydAgAABAgQIECBAgAABAgQIECBAgAABAgQIECBAgAABAgQIECBAgACBbAICrtmoNSJAgAABAgQIECBAgAABAgQIEOh1AQHXXp+w8xEgQIAAAQIECBAgQIAAAQIECBAgQIAAAQIECBAgQIAAAQIECBAgQIBAuwQEXNslaR0CBAgQIECAAAECBAgQIECAAIG+FxBw7ftXAAABAgQIECBAgAABAgQIECBAgAABAgQIECBAgAABAgQIECBAgAABAgQIjFJAwHWUUB4jQIAAAQIECBAgQIAAAQIECBAgMJKAgOtIQn6fAAECBAgQIECAAAECBAgQIECAAAECBAgQIECAAAECBAgQIECAAAECBAj8fwEB+UL39wAAIABJREFUV28CAQIECBAgQIAAAQIECBAgQIAAgTYJCLi2CdIyBAgQIECAAAECBAgQIECAAAECBAgQIECAAAECBAgQIECAAAECBAgQINDzAgKuPT9iByRAgAABAgQIECBAgAABAgQIEMglIOCaS1ofAgQIECBAgAABAgQIECBAgAABAgQIECBAgAABAgQIECBAgAABAgQIEKi7gIBr3Sdo/wQIECBAgAABAgQIECBAgAABApUREHCtzChshAABAgQIECBAgAABAgQIECBAgAABAgQIECBAgAABAgQIECBAgAABAgQqLiDgWvEB2R4BAgQIECBAgAABAgQIECBAgEB9BARc6zMrOyVAgAABAgQIECBAgAABAgQIECBAgAABAgQIECBAgAABAgQIECBAgACB7goIuHbXX3cCBAgQIECAAAECBAgQIECAAIEeEhBw7aFhOgoBAgQIECBAgAABAgQIECBAgAABAgQIECBAgAABAgQIECBAgAABAgQIdFRAwLWjvBYnQIAAAQIECBAgQIAAAQIECBDoJwEB136atrMSIECAAAECBAgQIECAAAECBAgQIECAAAECBAgQIECAAAECBAgQIECAQIqAgGuKnloCBAgQIECAAAECBAgQIECAAAECTQICrl4HAgQIECBAgAABAgQIECBAgAABAgQIECBAgAABAgQIECBAgAABAgQIECAwOgEB19E5eYoAAQIECBAgQIAAAQIECBAgQIDAiAICriMSeYAAAQIECBAgQIAAAQIECBAgQIAAAQIECBAgQIAAAQIECBAgQIAAAQIECDQEBFy9CAQIECBAgAABAgQIECBAgAABAgTaJCDg2iZIyxAgQIAAAQIECBAgQIAAAQIECBAgQIAAAQIECBAgQIAAAQIECBAgQIBAzwsIuPb8iB2QAAECBAgQIECAAAECBAgQIEAgl4CAay5pfQgQIECAAAECBAgQIECAAAECBAgQIECAAAECBAgQIECAAAECBAgQIECg7gICrnWfoP0TIECAAAECBAgQIECAAAECBAhURkDAtTKjsBECBAgQIECAAAECBAgQIECAAAECBAgQIECAAAECBAgQIECAAAECBAgQqLiAgGvFB2R7BAgQIECAAAECBAgQIECAAAEC9REQcK3PrOyUAAECBAgQIECAAAECBAgQIECAAAECBAgQIECAAAECBAgQIECAAAECBLorIODaXX/dCRAgQIAAAQIECBAgQIAAAQIEekhAwLWHhukoBAgQIECAAAECBAgQIECAAAECBAgQIECAAAECBAgQIECAAAECBAgQINBRAQHXjvJanAABAgQIECBAgAABAgQIECBAoJ8EBFz7adrOSoAAAQIECBAgQIAAAQIECBAgQIAAAQIECBAgQIAAAQIECBAgQIAAAQIpAgKuKXpqCRAgQIAAAQIECBAgQIAAAQIECDQJCLh6HQgQIECAAAECBAgQIECAAAECBAgQIECAAAECBAgQIECAAAECBAgQIECAwOgEBFxH5+QpAgQIECBAgAABAgQIECBAgAABAiMKCLiOSOQBAgQIECBAgAABAgQIECBAgAABAgQIECBAgAABAgQIECBAgAABAgQIECDQEBBw9SIQIECAAAECBAgQIECAAAECBAgQaJOAgGubIC1DgAABAgQIECBAgAABAgQIECBAgAABAgQIECBAgAABAgQIECBAgAABAj0vIODa8yN2QAIECBAgQIAAAQIECBAgQIAAgVwCAq65pPUhQIAAAQIECBAgQIAAAQIECBAgQIAAAQIECBAgQIAAAQIECBAgQIAAgboLCLjWfYL2T4AAAQIECBAgQIAAAQIECBAgUBkBAdfKjMJGCBAgQIAAAQIECBAgQIAAAQIECBAgQIAAAQIECBAgQIAAAQIECBAgQKDiAgKuFR+Q7REgQIAAAQIECBAgQIAAAQIECNRHQMC1PrOyUwIECBAgQIAAAQIECBAgQIAAAQIECBAgQIAAAQIECBAgQIAAAQIECBDoroCAa3f9dSdAgAABAgQIECBAgAABAgQIEOghAQHXHhqmoxAgQIAAAQIECBAgQIAAAQIECBAgQIAAAQIECBAgQIAAAQIECBAgQIBARwUEXDvKa3ECBAgQIECAAAECBAgQIECAAIF+EhBw7adpOysBAgQIECBAgAABAgQIECBAgAABAgQIECBAgAABAgQIECBAgAABAgQIpAgIuKboqSVAgAABAgQIECBAgAABAgQIECDQJCDg6nUgQIAAAQIECBAgQIAAAQIECBAgQIAAAQIECBAgQIAAAQIECBAgQIAAAQKjExBwHZ2TpwgQIECAAAECBAgQIECAAAECBAiMKCDgOiKRBwgQIECAAAECBAgQIECAAAECBAgQIECAAAECBAgQIECAAAECBAgQIECAQENAwNWLQIAAAQIECBAgQIAAAQIECBAgQKBNAgKubYK0DAECBAgQIECAAAECBAgQIECAAAECBAgQIECAAAECBAgQIECAAAECBAj0vICAa8+P2AEJECBAgAABAgQIECBAgAABAgRyCQi45pLWhwABAgQIECBAgAABAgQIECBAgAABAgQIECBAgAABAgQIECBAgAABAgTqLiDgWvcJ2j8BAgQIECBAgAABAgQIECBAgEBlBARcKzMKGyFAgAABAgQIECBAgAABAgQIECBAgAABAgQIECBAgAABAgQIECBAgACBigsIuFZ8QLZHgAABAgQIECBAgAABAgQIECBQHwEB1/rMyk4JECBAgAABAgQIECBAgAABAgQIECBAgAABAgQIECBAgAABAgQIECBAoLsCAq7d9dedAAECBAgQIECAAAECBAgQIECghwQEXHtomI5CgAABAgQIECBAgAABAgQIECBAgAABAgQIECBAgAABAgQIECBAgAABAh0VEHDtKK/FCRAgQIAAAQIECBAgQIAAAQIE+klAwLWfpu2sBAgQIECAAAECBAgQIECAAAECBAgQIECAAAECBAgQIECAAAECBAgQIJAiIOCaoqeWAAECBAgQIECAAAECBAgQIECAQJOAgKvXgQABAgQIECBAgAABAgQIECBAgAABAgQIECBAgAABAgQIECBAgAABAgQIjE5AwHV0Tp4iQIAAAQIECBAgQIAAAQIECBAgMKKAgOuIRB4gQIAAAQIECBAgQIAAAQIECBAgQIAAAQIECBAgQIAAAQIECBAgQIAAAQINAQFXLwIBAgQIECBAgAABAgQIECBAgACBNgkIuLYJ0jIECBAgQIAAAQIECBAgQIAAAQIECBAgQIAAAQIECBAgQIAAAQIECBAg0PMCAq49P2IHJECAAAECBAgQIECAAAECBAgQyCUg4JpLWh8CBAgQIECAAAECBAgQIECAAAECBAgQIECAAAECBAgQIECAAAECBAgQqLuAgGvdJ2j/BAgQIECAAAECBAgQIECAAAEClREQcK3MKGyEAAECBAgQIECAAAECBAgQIECAAAECBAgQIECAAAECBAgQIECAAAECBCouIOBa8QHZHgECBAgQIECAAAECBAgQIECAQH0EBFzrMys7JUCAAAECBAgQIECAAAECBAgQIECAAAECBAgQIECAAAECBAgQIECAAIHuCgi4dtdfdwIECBAgQIAAAQIECBAgQIAAgR4SEHDtoWE6CgECBAgQIECAAAECBAgQIECAAAECBAgQIECAAAECBAgQIECAAAECBAh0VEDAtaO8FidAgAABAgQIECBAgAABAgQIEOgnAQHXfpq2sxIgQIAAAQIECBAgQIAAAQIECBAgQIAAAQIECBAgQIAAAQIECBAgQIBAioCAa4qeWgIECBAgQIAAAQIECBAgQIAAAQJNAgKuXgcCBAgQIECAAAECBAgQIECAAAECBAgQIECAAAECBAgQIECAAAECBAgQIDA6AQHX0Tl5igABAgQIECBAgAABAgQIECBAgMCIAgKuIxJ5gAABAgQIECBAgAABAgQIECBAgAABAgQIECBAgAABAgQIECBAgAABAgQINAQEXL0IBAgQIECAAAECBAgQIECAAAECBNokIODaJkjLECBAgAABAgQIECBAgAABAgQIECBAgAABAgQIECBAgAABAgQIECBAgEDPCwi49vyIHZAAAQIECBAgQIAAAQIECBAgQCCXgIBrLml9CBAgQIAAAQIECBAgQIAAAQIECBAgQIAAAQIECBAgQIAAAQIECBAgQKDuAgKudZ+g/RMgQIAAAQIECBAgQIAAAQIECFRGQMC1MqOwEQIECBAgQIAAAQIECBAgQIAAAQIECBAgQIAAAQIECBAgQIAAAQIECBCouICAa8UHZHsECBAgQIAAAQIECBAgQIAAAQL1ERBwrc+s7JQAAQIECBAgQIAAAQIECBAgQIAAAQIECBAgQIAAAQIECBAgQIAAAQIEuisg4Npdf90JECBAgAABAgQIECBAgAABAgR6SEDAtYeG6SgECBAgQIAAAQIECBAgQIAAAQIECBAgQIAAAQIECBAgQIAAAQIECBAg0FEBAdeO8lqcAAECBAgQIECAAAECBAgQIECgnwQEXPtp2s5KgAABAgQIECBAgAABAgQIECBAgAABAgQIECBAgAABAgQIECBAgAABAikCAq4pemoJECBAgAABAgQIECBAgAABAgQINAkIuHodCBAgQIAAAQIECBAgQIAAAQIECBAgQIAAAQIECBAgQIAAAQIECBAgQIDA6AQEXEfn5CkCBAgQIECAAAECBAgQIECAAAECIwoIuI5I5AECBAgQIECAAAECBAgQIECAAAECBAgQIECAAAECBAgQIECAAAECBAgQINAQEHD1IhAgQIAAAQIECBAgQIAAAQIECBBok4CAa5sgLUOAAAECBAgQIECAAAECBAgQIECAAAECBAgQIECAAAECBAgQIECAAAECPS8g4NrzI3ZAAgQIECBAgAABAgQIECBAgACBXAICrrmk9SFAgAABAgQIECBAgAABAgQIECBAgAABAgQIECBAgAABAgQIECBAgACBugsIuNZ9gvZPgAABAgQIECBAgAABAgQIECBQGQEB18qMwkYIECBAgAABAgQIECBAgAABAgQIECBAgAABAgQIECBAgAABAgQIECBAoOICAq4VH5DtESBAgAABAgQIECBAgAABAgQI1EdAwLU+s7JTAgQIECBAgAABAgQIECBAgAABAgQIECBAgAABAgQIECBAgAABAgQIEOiugIBrd/11J0CAAAECBAgQIECAAAECBAgQ6CEBAdceGqajECBAgAABAgQIECBAgAABAgQIECBAgAABAgQIECBAgAABAgQIECBAgEBHBQRcO8prcQIECBAgQIAAAQIECBAgQIAAgX4SEHDtp2k7KwECBAgQIECAAAECBAgQIECAAAECBAgQIECAAAECBAgQIECAAAECBAikCAi4puipJUCAAAECBAgQIECAAAECBAgQINAkIODqdSBAgAABAgQIECBAgAABAgQIECBAgAABAgQIECBAgAABAgQIECBAgAABAqMTEHAdnZOnCBAgQIAAAQIECBAgQIAAAQIECIwoIOA6IpEHCBAgQIAAAQIECBAgQIAAAQIECBAgQIAAAQIECBAgQIAAAQIECBAgQIBAQ0DA1YtAgAABAgQIECBAgAABAgQIECBAoE0CAq5tgrQMAQIECBAgQIAAAQIECBAgQIAAAQIECBAgQIAAAQIECBAgQIAAAQIECPS8gIBrz4/YAQkQIECAAAECBAgQIECAAAECBHIJCLjmktaHAAECBAgQIECAAAECBAgQIECAAAECBAgQIECAAAECBAgQIECAAAECBOouIOBa9wnaPwECBAgQIECAAAECBAgQIECAQGUEBFwrMwobIUCAAAECBAgQIECAAAECBAgQIECAAAECBAgQIECAAAECBAgQIECAAIGKCwi4VnxAtkeAAAECBAgQIECAAAECBAgQIFAfAQHX+szKTgkQIECAAAECBAgQIECAAAECBAgQIECAAAECBAgQIECAAAECBAgQIECguwICrt31150AAQIECBAgQIAAAQIECBAgQKCHBARce2iYjkKAAAECBAgQIECAAAECBAgQIECAAAECBAgQIECAAAECBAgQIECAAAECHRUQcO0or8UJECBAgAABAgQIECBAgAABAgT6SUDAtZ+m7awECBAgQIAAAQIECBAgQIAAAQIECBAgQIAAAQIECBAgQIAAAQIECBAgkCIg4Jqip5YAAQIECBAgQIAAAQIECBAgQIBAk4CAq9eBAAECBAgQIECAAAECBAgQIECAAAECBAgQIECAAAECBAgQIECAAAECBAiMTkDAdXROniJAgAABAgQIECBAgAABAgQIECAwooCA64hEHiBAgAABAgQIECBAgAABAgQIECBAgAABAgQIECBAgAABAgQIECBAgAABAg0BAVcvAgECBAgQIECAAAECBAgQIECAAIE2CQi4tgnSMgQIECBAgAABAgQIECBAgAABAgQIECBAgAABAgQIECBAgAABAgQIECDQ8wICrj0/YgckQIAAAQIECBAgQIAAAQIECBDIJSDgmktaHwIECBAgQIAAAQIECBAgQIAAAQIECBAgQIAAAQIECBAgQIAAAQIECBCou4CAa90naP8ECBAgQIAAAQIECBAgQIAAAQKVERBwrcwobIQAAQIECBAgQIAAAQIECBAgQIAAAQIECBAgQIAAAQIECBAgQIAAAQIEKi4g4FrxAdkeAQIECBAgQIAAAQIECBAgQIBAfQQEXOszKzslQIAAAQIECBAgQIAAAQIECBAgQIAAAQIECBAgQIAAAQIECBAgQIAAge4KCLh21193AgQIECBAgAABAgQIECBAgACBHhIQcO2hYToKAQIECBAgQIAAAQIECBAgQIAAAQIECBAgQIAAAQIECBAgQIAAAQIECHRUQMC1o7wWJ0CAAAECBAgQIECAAAECBAgQ6CcBAdd+mrazEiBAgAABAgQIECBAgAABAgQIECBAgAABAgQIECBAgAABAgQIECBAgECKgIBrip5aAgQIECBAgAABAgQIECBAgAABAk0CAq5eBwIECBAgQIAAAQIECBAgQIAAAQIECBAgQIAAAQIECBAgQIAAAQIECBAgMDoBAdfROeV4alpEzIyIGRFxckS8OyJ+KyLGR4S/G5ljAnoQIECAQLsFBiJif0T8V0T8IiJ+HBHPRcTTEbGz3c2sR4AAAQIECBAgQKAKAv4hThWmYA8ECBAgQIAAAQIECBAgQIAAAQIECBAgQIAAAQIECBAgQIAAAQIECBAgUAcBAdfuTumsiPh0RMyLiMnd3YruBAgQIEAgq8DuiNgUEY9ExA+zdtaMAAECBAgQIECAQAcFBFw7iGtpAgQIECBAgAABAgQIECBAgAABAgQIECBAgAABAgQIECBAgAABAgQIEOgpAQHX7ozz4ohYEhFnd6e9rgQIECBAoFICP4iI1RHxWKV2ZTMECBAgQIAAAQIExiAg4DoGNCUECBAgQIAAAQIECBAgQIAAAQIECBAgQIAAAQIECBAgQIAAAQIECBAg0JcCAq55x/6RiPhzwda86LoRIECAQG0EiqBr8d+T36vNjm2UAAECBAgQIECAwCECAq5eCQIECBAgQIAAAQIECBAgQIAAAQIECBAgQIAAAQIECBAgQIAAAQIECBAgMDoBAdfRObXjqTsjYulwC40fPz7OPffcmDlzZkybNi3e9773xQknnBATJ06MceP81ch2DMAaBAgQIJBXYGBgIPbu3Ru/+tWv4qc//Wns3Lkznn766di2bVvs37//7TazKiKuz7tb3QgQIECAAAECBAi0R8A/xWmPo1UIECBAgAABAgQIECBAgAABAgQIECBAgAABAgQIECBAgAABAgQIECBAoPcFBFw7P+NpEXF/RJw+VKu5c+fGZZddFhdccIEga+dnoQMBAgQIVECgCL5u3LgxHnzwwdi8efNwO3o2IhZGxM4KbNkWCBAgQIAAAQIECIxaQMB11FQeJECAAAECBAgQIECAAAECBAgQIECAAAECBAgQIECAAAECBAgQIECAAIE+FxBw7ewLcF5EPBIREw5tM3/+/Lj55ptj+vTpnd2B1QkQIECAQIUFnn/++fjqV78a69atG2qX+yLi0xHx7QofwdYIECBAgAABAgQItAgIuHohCBAgQIAAAQIECBAgQIAAAQIECBAgQIAAAQIECBAgQIAAAQIECBAgQIDA6AQEXEfnNJanLo6IRw8tPOWUU+IrX/lKzJ49eyxrqiFAgAABAj0psHXr1vjsZz8bu3btGup8l0TEYz15cIciQIAAAQIECBDoOQEB154bqQMRIECAAAECBAgQIECAAAECBAgQIECAAAECBAgQIECAAAECBAgQIECAQIcEBFw7A1t8ufXvD1160aJFsXbt2hg3zl917Ay7VQkQIECgzgIDAwOxePHiuPfee4c6xid8ybXO07V3AgQIECBAgED/CPinPv0zayclQIAAAQIECBAgQIAAAQIECBAgQIAAAQIECBAgQIAAAQIECBAgQIAAgTQBAdc0v6Gqp0XEUxExofk3V6xYEcuWLWt/NysSIECAAIEeE7j99ttj+fLlh55qX0TMioidPXZcxyFAgAABAgQIEOgxAQHXHhuo4xAgQIAAAQIECBAgQIAAAQIECBAgQIAAAQIECBAgQIAAAQIECBAgQIBAxwQEXNtP+6OIOL152dWrV8d1113X/k5WJECAAAECPSpw1113xZIlSw493bMRcUaPHtmxCBAgQIAAAQIEekRAwLVHBukYBAgQIECAAAECBAgQIECAAAECBAgQIECAAAECBAgQIECAAAECBAgQINBxAQHX9hLfGRFLm5f05db2AluNAAECBPpHYJgvua6KiOv7R8FJCRAgQIAAAQIE6iYg4Fq3idkvAQIECBAgQIAAAQIECBAgQIAAAQIECBAgQIAAAQIECBAgQIAAAQIECHRLQMC1ffIfiYjvNi+3aNGiuOeee9rXwUoECBAgQKDPBK6++uq49957Dz31ORHxvT6jcFwCBAgQIECAAIGaCAi41mRQtkmAAAECBAgQIECAAAECBAgQIECAAAECBAgQIECAAAECBAgQIECAAAECXRcQcG3fCL4fEWcPLnfKKafECy+8EOPG+WuN7SO2EgECBAj0m8DAwECcdtppsWvXruaj/yAiPtRvFs5LgAABAgQIECBQDwH/JKgec7JLAgQIECBAgAABAgQIECBAgAABAgQIECBAgAABAgQIECBAgAABAgQIEOi+gIBre2ZwcUQ82rzUli1bYvbs2e1Z3SoECBAgQKCPBbZu3Rpz5sw5VOCSiHisj1kcnQABAgQIECBAoKICAq4VHYxtESBAgAABAgQIECBAgAABAgQIECBAgAABAgQIECBAgAABAgQIECBAgEDlBARc2zOSlq+3zp8/Px5++OH2rGwVAgQIECBAIBYsWBDr1q1rlvAVV+8FAQIECBAgQIBAJQUEXCs5FpsiQIAAAQIECBAgQIAAAQIECBAgQIAAAQIECBAgQIAAAQIECBAgQIAAgQoKCLimD+WsiHi6eZnnnnsupk+fnr6yFQgQIECAAIGGwPPPPx8zZsw4VGNmRPwQEQECBAgQIECAAIEqCQi4Vmka9kKAAAECBAgQIECAAAECBAgQIECAAAECBAgQIECAAAECBAgQIECAAAECVRYQcE2fzp0RsXRwmblz58amTZvSV7UCAQIECBAg0CIwb9682Lx5c/OvrYqI6zERIECAAAECBAgQqJKAgGuVpmEvBAgQIECAAAECBAgQIECAAAECBAgQIECAAAECBAgQIECAAAECBAgQIFBlAQHX9On8PCImDy6zYcOGuPDCC9NXtQIBAgQIECDQIvD444/HRRdd1PxruyPiPZgIECBAgAABAgQIVElAwLVK07AXAgQIECBAgAABAgQIECBAgAABAgQIECBAgAABAgQIECBAgAABAgQIEKiygIBr2nSmRcQ/Dy4xfvz42Lt3b4wb568yprGqJkCAAAEChwsMDAzExIkTY//+/c2/+fsRsZMXAQIECBAgQIAAgaoI+KdCVZmEfRAgQIAAAQIECBAgQIAAAQIECBAgQIAAAQIECBAgQIAAAQIECBAgQIBA1QUEXNMm9IcRsWZwiblz58amTZvSVlRNgAABAgQIDCswb9682Lx5c/PvXxsRf4uMAAECBAgQIECAQFUEBFyrMgn7IECAAAECBAgQIECAAAECBAgQIECAAAECBAgQIECAAAECBAgQIECAAIGqCwi4pk3o3oi4anCJFStWxLJly9JWVE2AAAECBAgMK3D77bfH8uXLm3//vohYhIwAAQIECBAgQIBAVQQEXKsyCfsgQIAAAQIECBAgQIAAAQIECBAgQIAAAQIECBAgQIAAAQIECBAgQIAAgaoLCLimTej7EXH24BJbtmyJ2bNnp62omgABAgQIEBhWYOvWrTFnzpzm3/9BRHwIGQECBAgQIECAAIGqCAi4VmUS9kGAAAECBAgQIECAAAECBAgQIECAAAECBAgQIECAAAECBAgQIECAAAECVRcQcE2b0M8jYvLgEj/5yU9iypQpaSuqJkCAAAECBIYVeOmll+Kkk05q/v3dEfEeZAQIECBAgAABAgSqIiDgWpVJ2AcBAgQIECBAgAABAgQIECBAgAABAgQIECBAgAABAgQIECBAgAABAgQIVF1AwDVtQnsjYsLgEr/+9a9j0qRJaSuqJkCAAAECBIYV2LNnTxxzzDHNv78vIiYiI0CAAAECBAgQIFAVAQHXqkzCPggQIECAAAECBAgQIECAAAECBAgQIECAAAECBAgQIECAAAECBAgQIECg6gICrmkTOhARB//e4oEDB2LcOH+NMY1UNQECBAgQGF5gYGAgjjjiiOYHBiKi5Rf4ESBAgAABAgQIEOimgH/dM3kQAAAgAElEQVQy1E19vQkQIECAAAECBAgQIECAAAECBAgQIECAAAECBAgQIECAAAECBAgQIECgTgICrmnTKkI1B3+K0I0fAgQIECBAoLMCQ/zLJGQIOktudQIECBAgQIAAgRICLqclsDxKgAABAgQIECBAgAABAgQIECBAgAABAgQIECBAgAABAgQIECBAgAABAn0tIOCaNn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BAgACB0gICrqXJFBAgQIAAAQIECGQUEHDNiK0VAQIECBAgQIAAAQIECBAgQIAAAQIECBAgQIAAAQIECBAgQIAAAQIECNRaQMA1bXwCrml+qgkQIECAQGkBAdfSZAoIECBAgAABAgQyCgi4ZsTWigABAgQIECBAgAABAgQIECBAgAABAgQIECBAgAABAgQIECBAgAABAgRqLSDgmjY+Adc0P9UECBAgQKC0gIBraTIFBAgQIECAAAECGQUEXDNia0WAAAECBAgQIECAAAECBAgQIECAAAECBAgQIECAAAECBAgQIECAAAECtRYQcE0bn4Brmp9qAgQIECBQWkDAtTSZAgIECBAgQIAAgYwCAq4ZsbUiQIAAAQIECBAgQIAAAQIECBAgQIAAAQIECBAgQIAAAQIECBAgQIAAgVoLCLimjU/ANc1PNQECBAgQKC0g4FqaTAEBAgQIECBAgEBGAQHXjNhaESBAgAABAgQIECBAgAABAgQIECBAgAABAgQIECBAgAABAgQIECBAgECtBQRc08Yn4Jrmp5oAAQIECJQWEHAtTaaAAAECBAgQIEAgo4CAa0ZsrQgQIECAAAECBAgQIECAAAECBAgQIECAAAECBAgQIECAAAECBAgQIECg1gICrmnjE3BN81NNgAABAgRKCwi4liZTQIAAAQIECBAgkFFAwDUjtlYECBAgQIAAAQIECBAgQIAAAQIECBAgQIAAAQIECBAgQIAAAQIECBAgUGsBAde08Qm4pvmpJkCAAAECpQUEXEuTKSBAgAABAgQIEMgoIOCaEVsrAgQIECBAgAABAgQIECBAgAABAgQIECBAgAABAgQIECBAgAABAgQIEKi1gIBr2vgEXNP8VBMgQIAAgdICAq6lyRQQIECAAAECBAhkFBBwzYitFQECBAgQIECAAAECBAgQIECAAAECBAgQIECAAAECBAgQIECAAAECBAjUWkDANW18Aq5pfqoJECBAgEBpAQHX0mQKCBAgQIAAAQIEMgoIuGbE1ooAAQIECBAgQIAAAQIECBAgQIAAAQIECBAgQIAAAQIECBAgQIAAAQIEai0g4Jo2PgHXND/VBAgQIECgtICAa2kyBQQIECBAgAABAhkFBFwzYmtFgAABAgQIECBAgAABAgQIECBAgAABAgQIECBAgAABAgQIECBAgAABArUWEHBNG5+Aa5qfagIECBAgUFpAwLU0mQICBAgQIECAAIGMAgKuGbG1IkCAAAECBAgQIECAAAECBAgQIECAAAECBAgQIECAAAECBAgQIECAAIFaCwi4po1PwDXNTzUBAgQIECgtIOBamkwBAQIECBAgQIBARgEB14zYWhEgQIAAAQIECBAgQIAAAQIECBAgQIAAAQIECBAgQIAAAQIECBAgQIBArQUEXNPGJ+Ca5qeaAAECBAiUFhBwLU2mgAABAgQIECBAIKOAgGtGbK0IECBAgAABAgQIECBAgAABAgQIECBAgAABAgQIECBAgAABAgQIECBAoNYCAq5p4xNwTfNTTYAAAQIESgsIuJYmU0CAAAECBAgQIJBRQMA1I7ZWBAgQIECAAAECBAgQIECAAAECBAgQIECAAAECBAgQIECAAAECBAgQIFBrAQHXtPEJuKb5qSZAgAABAqUFBFxLkykgQIAAAQIECBDIKCDgmhFbKwIECBAgQIAAAQIECBAgQIAAAQIECBAgQIAAAQIECBAgQIAAAQIECBCotYCAa9r4BFzT/FQTIECAAIHSAgKupckUECBAgAABAgQIZBQQcM2IrRUBAgQIECBAgAABAgQIECBAgAABAgQIECBAgAABAgQIECBAgAABAgQI1FpAwDVtfAKuaX6qCRAgQIBAaQEB19JkCggQIECAAAECBDIKCLhmxNaKAAECBAgQIECAAAECBAgQIECAAAECBAgQIECAAAECBAgQIECAAAECBGotIOCaNj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CQUWDv3r3x0EMPxeuvv56xa3tbnX/++TFlypT2Lmq12gkIuNZuZDZMgAABAgQIEOgrAQHXvhq3wxIgQIAAAQIECBAgQIAAAQIECBAgQIAAAQIECBAgQIAAAQIECBAgQIBAgoCAawJeRAi4pvmpJkAgo8B///d/x4IFC+If/uEfMnZtb6vt27fHrFmz2ruo1WonIOBau5HZMAECBAgQIECgrwQEXPtq3A5LgAABAgQIECBAgAABAgQIECBAgAABAgQIECBAgAABAgQIECBAgAABAgkCAq4JeAKuaXiqCRDIKyDgmtdbt84JCLh2ztbKBAgQIECAAAEC6QICrumGViBAgAABAgQIECBAgAABAgQIECBAgAABAgQIECBAgAABAgQIECBAgACB/hAQcE2bsy+4pvmpJlB5gQMHDsR//Md/xFNPPdX4z4svvhg7d+6MV1999eDeTz755Jg8eXJMmzYtzjrrrJgxY0b8zu/8ThxxxBGVOp+Aa6XGYTMJAgKuCXhKCRAgQIAAAQIEOi4g4NpxYg0IECBAgAABAgQIECBAgAABAgQIECBAgAABAgQIECBAgAABAgQIECBAoEcEBFzTBingmuZX++of//jHcckllzQCj80/Dz30UCxYsKAt5/vlL38Zl19+eWzbtq1lvZkzZ8a6desawcpO/7z22muxcOHCeOKJJ1pafeYzn4nVq1fHhAkTDv76//zP/8SNN94Ya9euTd7WYHD0N3/zN+OMM86I008/vREiPe6445LXHmmBIgy6fv36uOeee+Jf/uVfRnr8sN8/9dRT4+qrr46LL7443vnOd5au70TBUAHXNWvWxNSpUzvRLnnNPXv2xG233RY7duw4uNb27dtj1qxZyWtboN4CAq71np/dEyBAgAABAgR6XUDAtdcn7HwECBAgQIAAAQIECBAgQIAAAQIECBAgQIAAAQIECBAgQIAAAQIECBAg0C4BAdc0SQHXNL/aV+cIuA4MDMTKlSvjpptuOsxr48aNcf7553fc8ZlnnolPfvKTUYRtm3+G6t/OgOtwBzvvvPPihhtuiA9/+MNx1FFHtfX8xf7vvvvu+PKXv9zyldaxNinCuX/6p3/aCLs2B4HHul5K3VAB1yoHRuu235TZqC0nIOBazsvTBAgQIECAAAECeQUEXPN660aAAAECBAgQIECAAAECBAgQIECAAAECBAgQIECAAAECBAgQIECAAAEC9RUQcE2bnYBrml/tq3MEXAuk4QKmS5cujTvuuCOOPvrojlm+9dZb8aUvfSluvfXWlh7nnntuPPDAA/Gud72r5ddzBFwHGxZB12Jv06dPjyECb6VNXn755cbXZzds2FC6dqSCj370o42v3U6ZMmWkRzv2+3ULjNZtvx0bnIUPExBw9VIQIECAAAECBAhUWUDAtcrTsTcCBAgQIECAAAECBAgQIECAAAECBAgQIECAAAECBAgQIECAAAECBAgQqJKAgGvaNARc0/xqX50r4Lpv375YsmRJfOMb32gxmzZtWjz66KNx8sknd8yy+Grr5ZdfHtu2bWvpccstt8QXv/jFOPLII1t+PWfAtWg8adKkuO222xpfSE0J+r7yyiuxePHi2LRpU8cszzzzzPj6178eU6dO7ViPt1u4boHRuu23K0Pt06YCrn06eMcmQIAAAQIECNREQMC1JoOyTQIECBAgQIAAAQIECBAgQIAAAQIECBAgQIAAAQIECBAgQIAAAQIECBDouoCAa9oIBFzT/GpfnSvgWkB985vfjAsuuOAws/vuuy8WLlzYMcvNmzfHvHnzWtYvvtr6rW99Kz74wQ8e1jd3wHVwA5///Oej+M+ECRNKWxQB4s997nOxZs2aIWtPPfXUuOiii+IjH/lInHTSSXHsscfGO97xjoPPvvnmm/Haa6/Fzp07o/Bav359vPrqq0OuVViuXbs2jj/++NL7TC2oW2C0bvtNnY/60QsIuI7eypMECBAgQIAAAQL5BQRc85vrSIAAAQIECBAgQIAAAQIECBAgQIAAAQIECBAgQIAAAQIECBAgQIAAAQL1FBBwTZubgGuaX+2rcwZcf/azn8Wll14aO3bsaHH7zGc+E6tXrx5TsHOkAbzxxhuN4OeqVatG3XO4gGvxddSVK1fGb/zGb4zUtvH7Bw4ciNdffz2K8OmuXbviySefbARHd+/ePWz9ihUr4qabboqjjjpqVD0GHyq+2nrZZZfFnj17WuomT54cX/7ylxvh1jJfhy2CmYVZcd5D1ywa/OVf/mXD9dCv35ba9BgerltgtG77HcNIlIxRQMB1jHDKCBAgQIAAAQIEsggIuGZh1oQAAQIECBAgQIAAAQIECBAgQIAAAQIECBAgQIAAAQIECBAgQIAAAQIEekBAwDVtiAKuaX61r84ZcH3rrbfiS1/6Utx6660tblOmTInHH388TjvttLZ7Dne+t/tqbLsCrkMdplh748aNjdBpsbdDfyZNmhR33313Iwg8RABuSJ/iy6vFF3CfeOKJlt8vwq1/93d/Fx/+8IfH5DowMBCPPvpoXHfddYd9zXXq1KmxYcOGeP/73z+mtcdaNFRgdMmSJXHiiSeOdcmO1hXzfuyxx+LFF1882Gf79u0xa9asjva1ePUFBFyrPyM7JECAAAECBAj0s4CAaz9P39kJECBAgAABAgQIECBAgAABAgQIECBAgAABAgQIECBAgAABAgQIECBAoIyAgGsZrcOfFXBN86t9dc6Aa4H11FNPxZw5cw77Kuhf//Vfx4033th2z/vvvz+uuuqqlnXPPPPMxpdU3/ve9w7Zr5MB18GG//Zv/xbXX399fOc73zlsD9OmTWvsrwiRjuZnKNOxBGWH6lWEXIsvud5www2H/fbXvva1xsxGG8QdzVlGemaogOtINVX7fQHXqk2kO/sRcO2Ou64ECBAgQIAAAQKjExBwHZ2TpwgQIECAAAECBAgQIECAAAECBAgQIECAAAECBAgQIECAAAECBAgQIECAgIBr2jsg4JrmV/vq3AHX4b42+qlPfSqKMOpxxx3XNtM9e/Y0vj764IMPtqx5yy23xBe/+MU48sgjh+yVI+BaNC6+6nnllVfGjh07DtvHTTfdFLfddlscffTRI3qsXLky/viP/7jluXZ6/ud//mcsWrQoNm/e3NLjwgsvjOJLuMcee+yIe2zXAwKu7ZK0TrcFBFy7PQH9CRAgQIAAAQIE3k5AwNX7QYAAAQIECBAgQIAAAQIECBAgQIAAAQIECBAgQIAAAQIECBAgQIAAAQIERicg4Do6p+GeEnBN86t9de6AawE21FdV3/Wud8W3vvWt+OAHP9g202eeeSY++clPxi9/+cuDaxZfNt2yZUvMmjVr2D65Aq7FBp588sm44oorYvfu3S37Ga3Hm2++GcuXL48i5Nr8UwR4i/+06+uqa9eujWuuuaalx6mnnhqPPfZY/N7v/V7bZjbSQgKuIwn5/boICLjWZVL2SYAAAQIECBDoTwEB1/6cu1MTIECAAAECBAgQIECAAAECBAgQIECAAAECBAgQIECAAAECBAgQIECAQHkBAdfyZs0VAq5pfrWv7kbAdbiet956a3zhC19oSyhzYGCgEfosvoTa/DOaL5vmDLgW+1y1alXccMMNh71LI31ptigYbq9/8Rd/EUV9u36effbZ+MQnPtESFi7W3r59+9uGhdvVf3CdoQKua9asialTp4661csvv9x4N4qv0p588smjrhvqwSJEXYSUr7322pgwYcJhjxRfES6+xNv8ld7cZkkHVNwxAQHXjtFamAABAgQIECBAoA0CAq5tQLQEAQIECBAgQIAAAQIECBAgQIAAAQIECBAgQIAAAQIECBAgQIAAAQIECPSFgIBr2pgFXNP8al/djYDrG2+8EZ/73Ocawc7mn3PPPTceeOCBKL5emvpTfLX18ssvj23btrUsdd9998XChQvfdvmcAddiI8Pt9cwzz4z169fHe9/73mH3O9xeb7zxxlixYkW84x3vSKVs1BdfmJ0/f34cOHAgjjnmmBg/fnzMmDGj8YXc4kuuuX6GCriONjBa7L34em8Rei7e+49//ONx1113xeTJk8e0/Wb7D3zgA7Fs2bI477zz4uijjz64Xsp+x7QpRbUREHCtzahslAABAgQIECDQlwICrn05docmQIAAAQIECBAgQIAAAQIECBAgQIAAAQIECBAgQIAAAQIECBAgQIAAgTEICLiOAa2pRMA1za/21d0IuBZo3/3ud6P4mmrxhcvBn0mTJsUTTzwR55xzTrLrUOuPJjBaNM4dcC16rl27Nq655prDzr1p06aYO3fu23oUX779sz/7s5Znzj777Fi3bl2ceOKJyZZVWiAlMFqEhRcvXtzyzs2bN69hf/zxx5c+5ne+85248MILW9YrAr933nlnvPvd726sV4RqX3/99cb/bX7P2xU8Lr1pBZUREHCtzChshAABAgQIECBAYAgBAVevBQECBAgQIECAAAECBAgQIECAAAECBAgQIECAAAECBAgQIECAAAECBAgQGJ2AgOvonIZ7SsA1za/21d0KuA731dI/+ZM/iSKweeSRR47Z9s0334zly5fHypUrW9ZYunRp3HHHHS1f2ByqSTcCri+88EIjLPnSSy+1bGk0Hps3b44iqHnoT/EF1+JrpUcdddSYLatWmBJw3bdvX+PLwWvWrGk51rXXXtt4LyZMmDDq47722muNsOyGDRtaah588MFYsGBBDBFeHPXaHuwPAQHX/pizUxIgQIAAAQIE6iog4FrXydk3AQIECBAgQIAAAQIECBAgQIAAAQIECBAgQIAAAQIECBAgQIAAAQIECOQWEHBNExdwTfOrfXW3Aq4DAwONAGoRwGz+mTlzZuPLo5MnTx6z7c9+9rO49NJLY8eOHQfXKPN12G4EXIuvfF511VXx+OOPt5z74x//eBShyeOOO25Yj6HOO/jwzTff3Ah1/vZv//aYPatUmBJwLc7xyiuvNIKpxZdxm3/KhoEffvjh+IM/+IOWNcYSlK2Srb3kFRBwzeutGwECBAgQIECAQDkBAddyXp4mQIAAAQIECBAgQIAAAQIECBAgQIAAAQIECBAgQIAAAQIECBAgQIAAgf4VEHBNm72Aa5pf7au7FXAt4P71X/81LrroonjxxRdbHDdu3Bjnn3/+mG2HCh9+6lOfivvvv/9tg6KDDbsRcH3rrbfilltuib/6q79qOfe0adPi0UcfjZNPPnlYjyIsvGrVqrjhhhuGfKYICy9cuLDxhdhinSOOOGLMtt0uTA24Fvv/0Y9+1LDYvXv3weMUAei77767EYwe6eurL7/8clx22WXxT//0TwfrzzzzzPj6178eU6dO7TaR/jUREHCtyaBskwABAgQIECDQpwICrn06eMcmQIAAAQIECBAgQIAAAQIECBAgQIAAAQIECBAgQIAAAQIECBAgQIAAgdICAq6lyVoKBFzT/Gpf3c2A6759+2LJkiXxjW98o8Vx6dKlcccdd8TRRx9d2ne4Nb/2ta/FjTfeOGJ4sWjYjYBr0feBBx6IK6644rAzb9++PWbNmvW2FsN9mfTQoiLgWoSHP/rRj8b06dPj2GOPLW3czYJ2BFyLQPD69evjmmuuiT179hw8zgc+8IF46KGH4qSTThr2iEUQuXg3P//5zx98pgjHFl/ZnTdvXjdp9K6ZgIBrzQZmuwQIECBAgACBPhMQcO2zgTsuAQIECBAgQIAAAQIECBAgQIAAAQIECBAgQIAAAQIECBAgQIAAAQIECIxZQMB1zHSNQgHXNL/aV3cz4FrgffOb34wLLrigxXE0Xy0dDv6FF15ofJ3zpZdeOvhI8VXNDRs2xPvf//5RzatbAdd//Md/bARPD/155JFH4pJLLhlx78WXcK+88srYsWPHiM8OPlCEXM8666z42Mc+FmeccUaccMIJlf7CazsCrsXZ33jjjfjCF74QRfC5+DnvvP/H3t3Aalne9wP/ofxnKmilbm1tl2HnLLo6j8IiE7Xaoi10E0TEVhBlQcANq7FYQC2xaGNRi0wCWkRTFcFXiqAG4kuHbbDTTSkOY6frLM18SxpdRchs1PPP/aTn7DmHczjPc+7n5b7v5/MkxvSc6+V3fX4X2pycr9ffxQ033BBHHHHEXu16ev31mmuuifnz58fAgQMrdjeQgICrO0CAAAECBAgQIJBlAQHXLHdHbQQIECBAgAABAgQIECBAgAABAgQIECBAgAABAgQIECBAgAABAgQIECCQJQEB13TdEHBN55f72c0OuL7++usxZcqU2Lx5cxfL2267LaZPn16Vb/Iy55IlS2LOnDld5lX7ImyzAq5btmyJE088cY8zJ6+KJkaVfHbs2FF6qXbdunWVDN9jTPLC6+jRo+NrX/tajBo1KoYMGdKvdeo1qVYB16S+1157LaZOnRojR44svciavMS6t8+7774b3/zmN0sv7XZ8kldbV6xYEZ/61KfqdWTrFlRAwLWgjXUsAgQIECBAgEBBBARcC9JIxyBAgAABAgQIECBAgAABAgQIECBAgAABAgQIECBAgAABAgQIECBAgACBugsIuKYjFnBN55f72c0OuH744YexcOHCSF7BLP9MmzYtli1bFoMGDarY+J133imFYruHO9evXx/jxo2reJ1mBVyfe+65OP300+ONN97oUuu1114bl19+ecX179q1K2699db43ve+F2+//XbF83oamLxsmoRrk8DrgQcemGqtWkzeW8C1t4BwLfat1RppXieuVQ3WyYaAgGs2+qAKAgQIECBAgACBngUEXN0MAgQIECBAgAABAgQIECBAgAABAgQIECBAgAABAgQIECBAgAABAgQIECBQmYCAa2VOvY0ScE3nl/vZzQ64JoDPPvtsnHHGGV2CnYcffng8+OCDcfTRR1ds/OSTT8aECRNi586dnXNOPfXU0oubhxxySMXrNCvg2lsvrr766liwYEHF9XcMTMKg99xzTyns+u///u9Vzy+fMHTo0Ljkkkti5syZVYWOU23aw2QB11qLWq9ZAgKuzZK3LwECBAgQIECAQCUCAq6VKBlDgAABAgQIECBAgAABAgQIECBAgAABAgQIECBAgAABAgQIECBAgAABAgQiBFzT3QIB13R+uZ+dhYBrEkidPXt2rFq1qovnjTfeGJdeemlFxr29BLt48eLSGj2EyXpdtygB144DfvDBB/Hyyy/HI488Ej/+8Y/jmWeeqci0p0EnnHBC/NM//VOMGDGiKtN+b9htooBrrSSt02wBAddmd8D+BAgQIECAAAECexMQcHU/CBAgQIAAAQIECBAgQIAAAQIECBAgQIAAAQIECBAgQIAAAQIECBAgQIBAZQICrpU59TZKwDWdX+5nZyHgmiDefvvtccEFF3TxTF5jTb4+ZMiQPp1fffXVOOecc7qEN/vzCmyyUbMCrr/85S/j7LPP3uO11f6+4Nob2u3KjOYAACAASURBVDvvvBP/+q//Gps3b45NmzbF1q1b+/QtH5C85pqEj5P+VBMcrmqTXgYLuNZC0RpZEBBwzUIX1ECAAAECBAgQINCbgICru0GAAAECBAgQIECAAAECBAgQIECAAAECBAgQIECAAAECBAgQIECAAAECBCoTEHCtzKm3UQKu6fxyPzsrAdeeAqqHHHJIPPTQQ3Hcccf16Zy8TDpx4sQu46ZNmxbLli2LQYMG9Tm/fECzAq5btmyJE088cY9af/jDH8asWbOqOkM1g3/3u9/F9u3bS2HXRx99tKLAaxJyvfPOO+Pkk0+uZqvUY7sHXNva2uK+++6LYcOGVbx2d+evfvWrsXr16jj44IMrXqP7n5v+1FHxZgYWUkDAtZBtdSgCBAgQIECAQGEEBFwL00oHIUCAAAECBAgQIECAAAECBAgQIECAAAECBAgQIECAAAECBAgQIECAAIE6Cwi4pgMWcE3nl/vZWQm4/v73v4/58+fHkiVLuphec801ceWVV+71pdBdu3bFRRddFHfccUeXuWvXro0zzzyz6h5lLeB69913x5QpU6o+R38mtLe3x1tvvRWPP/54KcD65JNP9rrMCSecEElthx56aH+26tccAdd+sZmUQQEB1ww2RUkECBAgQIAAAQKdAgKuLgMBAgQIECBAgAABAgQIECBAgAABAgQIECBAgAABAgQIECBAgAABAgQIEKhMQMC1MqfeRgm4pvPL/eysBFwTyCRMOWHChNi5c2en66mnnhp33XVXJK+59vZ58cUXY9KkSfHSSy91DjnllFNKr3J+5jOfqbpHzQq4JvWee+65e9T72GOPxWmnnVb1OdJO+Oijj+L555+PhQsXxiOPPNLjctdee23MnTs39t1337TbVTS/Fi+nesG1ImqD6iwg4FpnYMsTIECAAAECBAikEhBwTcVnMgECBAgQIECAAAECBAgQIECAAAECBAgQIECAAAECBAgQIECAAAECBAi0kICAa7pmC7im88v97CwFXN95552YPn16rFu3rtP1gAMOKP3v0aNH92qdvPr6rW99q8v3FyxYEFdddVW/gpfNCrh+//vfjyuuuKLLOZJg78MPPxwjRoxo2l17//3348Ybb9yjtqSgUaNGxZo1a2Lo0KENqa/7fe3P/gKuDWmVTfoQEHB1RQgQIECAAAECBLIsIOCa5e6ojQABAgQIECBAgAABAgQIECBAgAABAgQIECBAgAABAgQIECBAgAABAgSyJCDgmq4bAq7p/HI/O0sB1wSzp7Dq5ZdfHtdcc02PYdWeQrFJKPShhx6K4447rl/9aUbA9X//939jzpw5cfPNN3epuT8Bzn4duo9JScj1yiuvjMWLF+8xspEvzL7wwgtx1llnxSuvvFKq46tf/Wrppd6DDz644mMLuFZMZWAdBQRc64hraQIECBAgQIAAgdQCAq6pCS1AgAABAgQIECBAgAABAgQIECBAgAABAgQIECBAgAABAgQIECBAgAABAi0iIOCartECrun8cj87awHXF198MSZNmhQvvfRSp+3eQp5JWHHs2LGxc+fOzvHTpk2LZcuWxaBBg/rVn2YEXF9//fWYMmVKbN68uUvNU6dOjeXLl0fykm33z7/8y7/EU089Fb/5zW/iP//zPyOpe8iQIXHHHXeU/l7rT0+9SfZIXne99NJLa71dj+t1D6f+7d/+baxataqq827YsCHGjx/fuX5/QrLd/9y0tbXFfffdF8OGDWuIg03yLyDgmv8eOgEBAgQIECBAoMgCAq5F7q6zESBAgAABAgQIECBAgAABAgQIECBAgAABAgQIECBAgAABAgQIECBAgEAtBQRc02kKuKbzy/3srAVck5dC586dG0uXLu1iu3bt2jjzzDO7fO3DDz+MhQsXll53Lf/cdtttMX369H73phkB156CuskB9hYeffzxx+MrX/lKl3OOGDEi7r333viLv/iLfp+/t4lJiHj27NmlQGn55+qrr44FCxbUfL+eFkxCpN/4xjc6vzVr1qzSq78f+9jHKt4/efH13HPP7Ry/txBxb4sKuFbMbWAvAgKurgYBAgQIECBAgECWBQRcs9wdtREgQIAAAQIECBAgQIAAAQIECBAgQIAAAQIECBAgQIAAAQIECBAgQIBAlgQEXNN1Q8A1nV/uZ2ct4JqA/vjHP46JEyd2sb344ovj+uuvj/3226/z6z29ejpy5Mi455574nOf+1y/e9PogGtvQd3k1daNGzfGCSec0ONZkhdck4Br+eu1ycDHHnssTjvttH6fv7eJvbk0MuC6YsWKuPDCCztLTF6OXbRoUfzRH/1Rxee966674vzzz+8c35+QrIBrxdwG9iIg4OpqECBAgAABAgQIZFlAwDXL3VEbAQIECBAgQIAAAQIECBAgQIAAAQIECBAgQIAAAQIECBAgQIAAAQIECGRJQMA1XTcEXNP55X52FgOub7zxRpx33nnxxBNPdPq2tbVF8nrnsGHDOr/WUxA2eUn0qquuin333bffvWl0wPXVV1+Nc845J5555pkuNU+YMCFuv/32GDJkSI9n2bFjR0yePDmefvrpLt+vhUFPGzY74Nre3l56sTf5qyifu+++O6ZMmVKU4zhHFQICrlVgGUqAAAECBAgQINBwAQHXhpPbkAABAgQIECBAgAABAgQIECBAgAABAgQIECBAgAABAgQIECBAgAABAgRyKiDgmq5xAq7p/HI/O4sB1yTIuGTJkpgzZ04X39tuuy2mT59e+tr7778fc+fOjaVLl3aOSV48XbduXYwePTpVXxoZcE1eb01epr3iiiv2qHnx4sWRvFDaQxCuNLa3OnsKA6cC+cPk3/72tzF16tTYtGlTl+Xuvffe+PrXv16LLfa6xu7du+OSSy6J5B4U5SPgWpROVn8OAdfqzcwgQIAAAQIECBBonICAa+Os7USAAAECBAgQIECAAAECBAgQIECAAAECBAgQIECAAAECBAgQIECAAAEC+RYQcE3XPwHXdH65n53FgGuC+uyzz8YZZ5wRyWuuHZ9p06bFsmXLYtCgQdFT3X29eFppsxoZcN2yZUvpBc/kNdbyz8iRI+Oee+6Jz33uc3ste/Xq1XHuuefuMeaiiy4qBWc/9rGPVXrsPsetX7++FHDduXNn59jDDz88HnzwwTj66KP7nJ92wOuvv16y2rx5c9qlMjNfwDUzrWh4IQKuDSe3IQECBAgQIECAQBUCAq5VYBlKgAABAgQIECBAgAABAgQIECBAgAABAgQIECBAgAABAgQIECBAgAABAi0tIOCarv0Crun8cj87qwHXXbt2RRLSvOOOOzqNjzzyyHjggQfiC1/4QvQU7Cx/4TVNYxoVcH3ttddi9uzZkQRHu3+uvfba0gu1++67716PkgSAzzvvvHjiiSe6jEtes12wYEHpBdiBAwem4SjNffPNN+OCCy6IRx99tMta5aHj1Jv0scBzzz0Xp59+epfQc733rPf6Aq71Fs7u+gKu2e2NyggQIECAAAECBCIEXN0CAgQIECBAgAABAgQIECBAgAABAgQIECBAgAABAgQIECBAgAABAgQIECBQmYCAa2VOvY0ScE3nl/vZWQ24JrA9hViTQOCZZ55ZCm6uWLGi07+trS3uu+++GDZsWOqeNCLg+stf/jIuueSSeOyxx/ao90tf+lKsWrUqPvvZz/Z5lvb29kiCvTNnzuxx7GWXXVYKyv7Jn/xJn2v1NiAJ4ibeSbi4/JOEaJM6x48f3++1q5l41113xfnnn985ZdSoUbFmzZoYOnRoxcv0FJJ96qmn4otf/GLFayQDu/+5qeX9q6oQg3MrIOCa29YpnAABAgQIECDQEgICri3RZockQIAAAQIECBAgQIAAAQIECBAgQIAAAQIECBAgQIAAAQIECBAgQIAAgRoICLimQxRwTeeX+9lZDri++uqrcc4558QzzzzT6Txr1qzSy67Ja6LlX7/44ovj+uuvj/322y91T+oZcH333Xfj9ttvj+9973vx9ttv71FrEta888474+STT674HMma3/zmNyMJgPb0SUK/8+bNi4kTJ8aBBx5Y8bqJw9q1a0u1Jvek+2fGjBmxZMmSGDRoUMVr9nfg73//+5g/f35pv47P1KlTY/ny5ZEEbSv9JKHoCy+8sHP4X/3VX8X9998fRxxxRKVLlMYJuFbFZXAPAgKurgUBAgQIECBAgECWBQRcs9wdtREgQIAAAQIECBAgQIAAAQIECBAgQIAAAQIECBAgQIAAAQIECBAgQIBAlgQEXNN1Q8A1nV/uZ2c54Prhhx/GwoUL45prrul0Tl7tTF5wTV4m7fgkAcd169bF6NGja9KPWgVcP/jgg9i5c2e8+eabsXXr1ti0aVM8+uijPQZbk8KTc/zwhz8shXp7CL/t9WwvvfRS/P3f/32X0G/3CZ/4xCdi0qRJ8bWvfS2GDx8eBx10UAwePLhzWBIifeedd2Lbtm3xyCOPxIYNG2LHjh097jty5Mj40Y9+FEceeWRNzPta5PXXX48pU6bE5s2bO4dee+21cfnll/c1tfP7u3btKoWj77jjjs6vnXXWWaUXcD/+8Y9XvE4yUMC1Ki6DexAQcHUtCBAgQIAAAQIEsiwg4Jrl7qiNAAECBAgQIECAAAECBAgQIECAAAECBAgQIECAAAECBAgQIECAAAECBLIkIOCarhsCrun8cj+7t4BrPQ529dVXx4IFC6paesuWLTF27NhSULS3z4QJE0qvog4ZMqSqtXsb3FvAtSaL97JIEm5NApvJ66IDBw7s11bbt2/f42Xbfi3Ux6S2tra45ZZb4vjjj6/H8j2u+fjjj8dXvvKVLt977LHH4rTTTqu4hmeffTbOOOOMeOONNzrnJOHpK6+8supAsYBrxewG9iIg4OpqECBAgAABAgQIZFlAwDXL3VEbAQIECBAgQIAAAQIECBAgQIAAAQIECBAgQIAAAQIECBAgQIAAAQIECGRJQMA1XTcEXNP55X521gOuyYui06dPL73Q2ttn8eLFcemll1YdUuxtvUYHXIcOHRo33HBDTJw4MfbZZ59Udyp5cTWx2JtXmg2SkOlNN90URxxxRJplqpr7/vvvx9y5c2Pp0qWd80455ZRYvXp1fOYzn6lorZ7WOOSQQ+Khhx6K4447rqI1ygcJuFZNZkI3AQFXV4IAAQIECBAgQCDLAgKuWe6O2ggQIECAAAECBAgQIECAAAECBAgQIECAAAECBAgQIECAAAECBAgQIEAgSwICrum6IeCazi/3s7MecE2Ak9dZL7jggh6tjzzyyHjggQfiC1/4Qs160ciA63nnnRcLFy6MQw89tGb1J2HOtWvXRvJibtLfWnw+8YlPxHe+852YOXNmDBo0qBZLVrzGiy++GJMmTYqXXnqpc07yEvBVV10V++67b0Xr/OQnP4lzzz23y+ut06ZNi2XLlvXrPAKuFbEbtBcBAVfXgwABAgQIECBAIMsCAq5Z7o7aCBAgQIAAAQIECBAgQIAAAQIECBAgQIAAAQIECBAgQIAAAQIECBAgQCBLAgKu6boh4JrOL/ez8xBw7Sng2AF/8cUXx/XXXx/77bdfzXpR74Br8mLrmWeeGTNmzCi9hNpD0K0mZ9m1a1c8/PDDpZdOH3nkkX6tOWzYsFKoNQmHfvKTn+zXGmkmtbe3x5IlS2LOnDmdyxxwwAGlF2pHjx5d0dJvvfVWzJo1K9avX99lfBICTvrQn4+Aa3/UzCkXEHB1HwgQIECAAAECBLIsIOCa5e6ojQABAgQIECBAgAABAgQIECBAgAABAgQIECBAgAABAgQIECBAgAABAgSyJJDHgOsxEfGLjCAKuGakEc0qIw8B1+RF0rlz58bSpUv3YEoTUuzNvJYB17/5m7+Jgw8+OI455pj4y7/8yxg1alT86Z/+aQwcOLChLf/d734X27dvj2effTZeeOGF+O///u945ZVXYseOHZ11JK+0trW1RfIq7vDhw+PEE0+Mww47rOG1lsO8+uqrcc4558QzzzzT+eUJEyaUXvUdMmRIn4YffPBBLF68OObPn99lbPIi7IoVKypao6dNBFz7pDegDwEBV1eEAAECBAgQIEAgywICrlnujtoIECBAgAABAgQIECBAgAABAgQIECBAgAABAgQIECBAgAABAgQIECBAIEsCeQy4fjciTo6IhRGxucmYAq5NboDtCRDoWSAJpy5atCgWLFjQZcDdd98dU6ZM6ZMtef31nnvuiQsvvDB27tzZOT55QffOO++Mk09O/jHcv4+Aa//czPo/AQFXt4EAAQIECBAgQCDLAgKuWe6O2ggQIECAAAECBAgQIECAAAECBAgQIECAAAECBAgQIECAAAECBAgQIEAgSwJ5DLgeFBG/joiP/yHg2sygq4Brlm6zWggQ6BR46qmn4vzzz+/yyuy4ceNi5cqV8clPfnKvUkm4dd26dfGtb32ry/xkUhKanTNnTqqXaQVcXdS0AgKuaQXNJ0CAAAECBAgQqKeAgGs9da1NgAABAgQIECBAgAABAgQIECBAgAABAgQIECBAgAABAgQIECBAgAABAkUSyGPANfFPXnG9qqwRyUuuzQi6CrgW6U+DsxAoiMBbb70Vs2bNivXr13c5USWvt+4t3Dp+/PhYsWJFfOpTn0olJeCais/kiBBwdQ0IECBAgAABAgSyLCDgmuXuqI0AAQIECBAgQIAAAQIECBAgQIAAAQIECBAgQIAAAQIECBAgQIAAAQIEsiSQ14Br+Suu5Z6NDroKuGbpNquFAIHYtWtXzJ07N26++eYuGpMmTSqFU4cMGdKr0gcffBCrV68uvdz69ttvdxk3cuTI+NGPfhRHHnlkamUB19SELb+AgGvLXwEABAgQIECAAIFMCwi4Zro9iiNAgAABAgQIECBAgAABAgQIECBAgAABAgQIECBAgAABAgQIECBAgACBDAnkNeCaEHZ/xbWctVFBVwHXDF1mpRAgEJGEVBcvXhzz58/v5DjkkEMieb31y1/+cq9E77//fixatCi++93kH61dP0m4dfny5TFixIiaEAu41oSxpRcRcG3p9js8AQIECBAgQCDzAgKumW+RAgkQIECAAAECBAgQIECAAAECBAgQIECAAAECBAgQIECAAAECBAgQIEAgIwJ5Drj29oprOW29g64Crhm5yMogQOD/BLq/4nrFFVfEwoULY+DAgXtl2rFjR8yePTseffTRznFtbW1xyy23xPHHH18zYgHXmlG27EICri3begcnQIAAAQIECORCQMA1F21SJAECBAgQIECAAAECBAgQIECAAAECBAgQIECAAAECBAgQIECAAAECBAhkQCDPAdeEb2+vuJbz1ivoKuCagUusBAIE9hR47bXXYurUqaVvrFq1Kj772c9WxJTMS0Ku69evjxNOOCGWLl0aw4cPr2hupYMEXCuVMq43AQFXd4MAAQIECBAgQCDLAgKuWe6O2ggQIECAAAECBAgQIECAAAECBAgQIECAAAECBAgQIECAAAECBAgQIEAgSwJ5D7hW8opruXetg64Crlm6zWohQKCLwJYtW+Kjjz6Kk046qSqZl156KW688cb4zne+E0OHDq1qbiWD/+u//isuv/zy+J//+Z/S8IMOOii+//3vx5//+Z9XMt0YAiHg6hIQIECAAAECBAhkWUDANcvdURsBAgQIECBAgAABAgQIECBAgAABAgQIECBAgAABAgQIECBAgAABAgQIZEkg7wHXxLLSV1zL3WsVdBVwzdJtVgsBAgQItISAgGtLtNkhCRAgQIAAAQK5FRBwzW3rFE6AAAECBAgQIECAAAECBAgQIECAAAECBAgQIECAAAECBAgQIECAAAECDRYoQsC12ldcy4nTBl0FXBt8YW1HgAABAgQEXN0BAgQIECBAgACBLAsIuGa5O2ojQIAAAQIECBAgQIAAAQIECBAgQIAAAQIECBAgQIAAAQIECBAgQIAAgSwJFCHgmnj25xXX8j70N+gq4Jql26wWAgQIEGgJAQHXlmizQxIgQIAAAQIEcisg4Jrb1imcAAECBAgQIECAAAECBAgQIECAAAECBAgQIECAAAECBAgQIECAAAECBBosUJSAa5pXXMvJqw26Crg2+MLajgABAgQICLi6AwQIECBAgAABAlkWEHDNcnfURoAAAQIECBAgQIAAAQIECBAgQIAAAQIECBAgQIAAAQIECBAgQIAAAQJZEugecD0vIlZlqcAqakn7imv5VpUGXQVcq2iQoQQIECBAoBYCAq61ULQGAQIECBAgQIBAvQQEXOsla10CBAgQIECAAAECBAgQIECAAAECBAgQIECAAAECBAgQIECAAAECBAgQKJpAkQKutXrFtbzHfQVdBVyL9ifCeQgQIEAg8wICrplvkQIJECBAgAABAi0tIODa0u13eAIECBAgQIAAAQIECBAgQIAAAQIECBAgQIAAAQIECBAgQIAAAQIECBCoQqB7wHVBRHyvivlZG1rLV1zLz9Zb0FXANWs3QD0ECBAgUHgBAdfCt9gBCRAgQIAAAQK5FhBwzXX7FE+AAAECBAgQIECAAAECBAgQIECAAAECBAgQIECAAAECBAgQIECAAAECDRToHnBdGxHnRcTuBtZQy63q8YpreX3dg64CrrXsnrUIECBAgEAFAgKuFSAZQoAAAQIECBAg0DQBAdem0duYAAECBAgQIECAAAECBAgQIECAAAECBAgQIECAAAECBAgQIECAAAECBHIm0D3g+mFE/DQiduTsHOXlHhMRyV/1/HQEXf+5fJP29i5513rub20CBAgQINCyAgKuLdt6BydAgAABAgQI5EJAwDUXbVIkAQIECBAgQIAAAQIECBAgQIAAAQIECBAgQIAAAQIECBAgQIAAAQIECGRAoHvANQMl5bcEAdf89k7lBAgQIJAfAQHX/PRKpQQIECBAgACBVhQQcG3FrjszAQIECBAgQIAAAQIECBAgQIAAAQIECBAgQIAAAQIECBAgQIAAAQIECPRH4I2I+HR/Jpqzp4CAq1tBgAABAgTqLyDgWn9jOxAgQIAAAQIECPRfQMC1/3ZmEiBAgAABAgQIECBAgAABAgQIECBAgAABAgQIECBAgAABAgQIECBAgEBrCbwaEYeWHbm9AMdvxO8RPhUR342Ify73EnAtwO1xBAIECBDIvICAa+ZbpEACBAgQIECAQEsLNOIHUy0N7PAECBAgQIAAAQIECBAgQIAAAQIECBAgQIAAAQIECBAgQIAAAQIECBAgUBiBJKB5Stlpzo6In+f4dP8vIrZGxMfrdIaOYOvmP6zfJRAs4FondcsSIECAAIEyAQFX14EAAQIECBAgQCDLAgKuWe6O2ggQIECAAAECBAgQIECAAAECBAgQIECAAAECBAgQIECAAAECBAgQIEAgSwLdA65fioiO8GaW6qy0luRV1asqHVzFuO7B1o6pAq5VIBpKgAABAgRqISDgWgtFaxAgQIAAAQIECNRLQMC1XrLWJUCAAAECBAgQIECAAAECBAgQIECAAAECBAgQIECAAAECBAgQIECAAIGiCRQp4HpQRLwaEcnfa/XpLdjasb6Aa62krUOAAAECBCoUEHCtEMowAgQIECBAgACBpggIuDaF3aYECBAgQIAAAQIECBAgQIAAAQIECBAgQIAAAQIECBAgQIAAAQIECBAgkEOBIgVca/l6a1/B1o5WC7jm8NIrmQABAgTyLSDgmu/+qZ4AAQIECBAgUHQBAdeid9j5CBAgQIAAAQIECBAgQIAAAQIECBAgQIAAAQIECBAgQIAAAQIECBAgQKBWAkUJuNbq9dZKg60d/gKutbqJ1iFAgAABAhUKCLhWCGUYAQIECBAgQIBAUwQEXJvCblMCBAgQIECAAAECBAgQIECAAAECBAgQIECAAAECBAgQIECAAAECBAgQyKFAUQKuaV9vrTbY2tFqAdccXnolEyBAgEC+BQRc890/1RMgQIAAAQIEii4g4Fr0DjsfAQIECBAgQIAAAQIECBAgQIAAAQIECBAgQIAAAQIECBAgQIAAAQIECNRKoAgB1zSvt/Y32NrhL+Baq5toHQIECBAgUKGAgGuFUIYRIECAAAECBAg0RUDAtSnsNiVAgAABAgQIECBAgAABAgQIECBAgAABAgQIECBAgAABAgQIECBAgACBHAoUIeDan9db0wZbO1ot4JrDS69kAgQIEMi3gIBrvvunegIECBAgQIBA0QUEXIveYecjQIAAAQIECBAgQIAAAQIECBAgQIAAAQIECBAgQIAAAQIECBAgQIAAgVoJ5D3gWu3rrbUKtnb4C7jW6iZahwABAgQIVCgg4FohlGEECBAgQIAAAQJNERBwbQq7TQkQIECAAAECBAgQIECAAAECBAgQIECAAAECBAgQIECAAAECBAgQIEAghwJ5D7hW+nprrYOtHa0WcM3hpVcyAQIECORbQMA13/1TPQECBAgQIECg6AICrkXvsPMRIECAAAECBAgQIECAAAECBAgQIECAAAECBAgQIECAAAECBAgQIECAQK0E8hxwreT11noFWzv8BVxrdROtQ4AAAQIEKhQQcK0QyjACBAgQIECAAIGmCAi4NoXdpgQIECBAgAABAgQIECBAgAABAgQIECBAgAABAgQIECBAgAABAgQIECCQQ4E8B1z39nprvYOtHa0WcM3hpVcyAQIECORbQMA13/1TPQECBAgQIECg6AICrkXvsPMRIECAAAECBAgQIECAAAECBAgQIECAAAECBAgQIECAAAECBAgQIECAQK0E8hpw7e311kYFWzv8BVxrdROtQ4AAAQIEKhQQcK0QyjACBAgQIECAAIGmCAi4NoXdpgQIECBAgAABAgQIECBAgAABAgQIECBAgAABAgQIECBAgAABAgQIECCQQ4G8Bly7v97a6GBrR6sFXHN46ZVMgAABAvkWEHDNd/9UT4AAshXFtwAAIABJREFUAQIECBAouoCAa9E77HwECBAgQIAAAQIECBAgQIAAAQIECBAgQIAAAQIECBAgQIAAAQIECBAgUCuBPAZcy19vbVawtcP/o4jo/L3Fjz76KHoI3dSqV9YhQIAAAQItL9De3h777LNPuUPyH5vo8oWWRwJAgAABAgQIECDQVAEB16by25wAAQIECBAgQIAAAQIECBAgQIAAAQIECBAgQIAAAQIECBAgQIAAAQIEciSQx4Br8nrrKRGR/H1zk63fi4hBHTW8++67ccABBzS5JNsTIECAAIHiCuzcuTMOPPDA8gPuiojBxT2xkxEgQIAAAQIECORNQMA1bx1TLwECBAgQIECAAAECBAgQIECAAAECBAgQIECAAAECBAgQIECAAAECBAg0SyCPAddjIuIXzQLrtu+vI2Jox9defvnlOPzwwzNSmjIIECBAgEDxBF555ZX4/Oc/X36wHRFxaPFO6kQECBAgQIAAAQJ5FRBwzWvn1E2AAAECBAgQIECAAAECBAgQIECAAAECBAgQIECAAAECBAgQIECAAAECjRbIY8C10UZ72++nEXFSx4CNGzfGmDFjslSfWggQIECAQKEENm3aFGPHji0/088i4ouFOqTDECBAgAABAgQI5FpAwDXX7VM8AQIECBAgQIAAAQIECBAgQIAAAQIECBAgQIAAAQIECBAgQIAAAQIECDRQQMA1HfbKiLigY4lFixbFvHnz0q1oNgECBAgQINCrwHXXXRfz588v//5tETEDGQECBAgQIECAAIGsCAi4ZqUT6iBAgAABAgQIECBAgAABAgQIECBAgAABAgQIECBAgAABAgQIECBAgACBrAsIuKbr0D9ExM0dS4wbNy7Wr1+fbkWzCRAgQIAAgV4Fxo8fHxs2bCj//j9GxC3ICBAgQIAAAQIECGRFQMA1K51QBwECBAgQIECAAAECBAgQIECAAAECBAgQIECAAAECBAgQIECAAAECBAhkXUDANV2H2iLiFx1L7L///vHee+/FgAF+lTEdq9kECBAgQGBPgfb29hg8eHDs3r27/JvHRMQ2XgQIECBAgAABAgSyIuCnQlnphDoIECBAgAABAgQIECBAgAABAgQIECBAgAABAgQIECBAgAABAgQIECBAIOsCAq7pO/TriBjascwDDzwQZ511VvpVrUCAAAECBAh0EXjwwQdj0qRJ5V/bERGHYiJAgAABAgQIECCQJQEB1yx1Qy0ECBAgQIAAAQIECBAgQIAAAQIECBAgQIAAAQIECBAgQIAAAQIECBAgkGUBAdf03bkpIi7uWGbcuHGxfv369KtagQABAgQIEOgiMH78+NiwYUP515ZGxCWYCBAgQIAAAQIECGRJQMA1S91QCwECBAgQIECAAAECBAgQIECAAAECBAgQIECAAAECBAgQIECAAAECBAhkWUDANX13jo+Ip8uXef755+PYY49Nv7IVCBAgQIAAgZLA1q1bY/jw4d01RkXEzxERIECAAAECBAgQyJKAgGuWuqEWAgQIECBAgAABAgQIECBAgAABAgQIECBAgAABAgQIECBAgAABAgQIEMiygIBrbbrz04g4qWOpyZMnx+rVq2uzslUIECBAgACBmDJlSqxZs6Zc4mcR8UU0BAgQIECAAAECBLImIOCatY6ohwABAgQIECBAgAABAgQIECBAgAABAgQIECBAgAABAgQIECBAgAABAgSyKiDgWpvOnB0R95UvtXHjxhgzZkxtVrcKAQIECBBoYYFNmzbF2LFjuwt8PSLub2EWRydAgAABAgQIEMiogIBrRhujLAIECBAgQIAAAQIECBAgQIAAAQIECBAgQIAAAQIECBAgQIAAAQIECBDInICAa+1a0uUV16OOOipeeOGFGDDArzXWjthKBAgQINBqAu3t7XH00UfH9u3by4/u9dZWuwjOS4AAAQIECBDIkYCfBOWoWUolQIAAAQIECBAgQIAAAQIECBAgQIAAAQIECBAgQIAAAQIECBAgQIAAgaYKCLjWjv/LEfFk+XIzZsyIW2+9tXY7WIkAAQIECLSYwMyZM2PlypXdTz06In7SYhSOS4AAAQIECBAgkBMBAdecNEqZBAgQIECAAAECBAgQIECAAAECBAgQIECAAAECBAgQIECAAAECBAgQINB0AQHX2rbgpoi4uHzJRYsWxbx582q7i9UIECBAgEALCFx33XUxf/787iddGhGXtMDxHZEAAQIECBAgQCCnAgKuOW2csgkQIECAAAECBAgQIECAAAECBAgQIECAAAECBAgQIECAAAECBAgQIECg4QICrrUn/7eIGFG+7LJly2L27Nm138mKBAgQIECgoALLly+Piy66qPvpnouIvy7okR2LAAECBAgQIECgIAICrgVppGMQIECAAAECBAgQIECAAAECBAgQIECAAAECBAgQIECAAAECBAgQIECAQN0FBFxrT9wWEVsiYlD50l5yrT20FQkQIECgmAK9vNy6KyJOiIhtxTy1UxEgQIAAAQIECBRFQMC1KJ10DgIECBAgQIAAAQIECBAgQIAAAQIECBAgQIAAAQIECBAgQIAAAQIECBCot4CAa32E/y4iHu6+9IwZM2LFihUxYIBfdawPu1UJECBAIM8C7e3tMWvWrFi5cmVPxzg9Ih7J8/nUToAAAQIECBAg0BoCfurTGn12SgIECBAgQIAAAQIECBAgQIAAAQIECBAgQIAAAQIECBAgQIAAAQIECBBILyDgmt6wtxXOjoj7un/zqKOOihtuuCHGjBlTv52tTIAAAQIEciawadOm+Pa3vx3bt2/vqfKvR8T9OTuScgkQIECAAAECBFpUQMC1RRvv2AQIECBAgAABAgQIECBAgAABAgQIECBAgAABAgQIECBAgAABAgQIECBQtYCAa9VkVU1IXnK9NyIGdZ81efLkuOyyy+LYY4+takGDCRAgQIBAkQS2bt0aP/jBD2LNmjU9HWtXRHzDy61F6rizECBAgAABAgSKLyDgWvweOyEBAgQIECBAgAABAgQIECBAgAABAgQIECBAgAABAgQIECBAgAABAgQI1EZAwLU2jntbpS0ibo+IET0NGjduXEydOjUmTpwYAwb4Fcj6t8MOBAgQINBsgfb29li7dm2sWrUqNmzY0Fs5z0XE9IjY1ux67U+AAAECBAgQIECgGgE/3alGy1gCBAgQIECAAAECBAgQIECAAAECBAgQIECAAAECBAgQIECAAAECBAgQaGUBAdfGdf+miLi4t+3233//OPXUU2PUqFHR1tYWhx12WHz605+OwYMHC742rkd2IkCAAIEaCiRB1vfeey/efPPN+NWvfhXbtm2Lp59+Op544onYvXv33nZaGhGX1LAUSxEgQIAAAQIECBBomICAa8OobUSAAAECBAgQIECAAAECBAgQIECAAAECBAgQIECAAAECBAgQIECAAAECORcQcG1sA78cEd+NiJMau63dCBAgQIBALgR+9od/T/4kF9UqkgABAgQIECBAgEAPAgKurgUBAgQIECBAgAABAgQIECBAgAABAgQIECBAgAABAgQIECBAgAABAgQIEKhMQMC1Mqdajzo7Ii4SdK01q/UIECBAIKcCSbB1WUTcn9P6lU2AAAECBAgQIECgU0DA1WUgQIAAAQIECBAgQIAAAQIECBAgQIAAAQIECBAgQIAAAQIECBAgQIAAAQKVCQi4VuZUr1HHR8Q3ImJ8RAyt1ybWJUCAAAECGRTYERHrI+LeiPh5ButTEgECBAgQIECAAIF+CQi49ovNJAIECBAgQIAAAQIECBAgQIAAAQIECBAgQIAAAQIECBAgQIAAAQIECBBoQQEB1+w0vS0iRkXE8IgYFhF/FhF/HBH7R4TfjcxOn1RCgAABApULtEfE7oj4bUT8JiL+IyKej4inI2Jb5csYSYAAAQIECBAgQCA/An6Ik59eqZQAAQIECBAgQIAAAQIECBAgQIAAAQIECBAgQIAAAQIECBAgQIAAAQIEmisg4Npcf7sTIECAAAECBAgQIECAAAECBAgUSEDAtUDNdBQCBAgQIECAAAECBAgQIECAAAECBAgQIECAAAECBAgQIECAAAECBAgQqKuAgGtdeS1OgAABAgQIECBAgAABAgQIECDQSgICrq3UbWclQIAAAQIECBAgQIAAAQIECBAgQIAAAQIECBAgQIAAAQIECBAgQIAAgTQCAq5p9MwlQIAAAQIECBAgQIAAAQIECBAgUCYg4Oo6ECBAgAABAgQIECBAgAABAgQIECBAgAABAgQIECBAgAABAgQIECBAgACBygQEXCtzMooAAQIECBAgQIAAAQIECBAgQIBAnwICrn0SGUCAAAECBAgQIECAAAECBAgQIECAAAECBAgQIECAAAECBAgQIECAAAECBEoCAq4uAgECBAgQIECAAAECBAgQIECAAIEaCQi41gjSMgQIECBAgAABAgQIECBAgAABAgQIECBAgAABAgQIECBAgAABAgQIECBQeAEB18K32AEJECBAgAABAgQIECBAgAABAgQaJSDg2ihp+xAgQIAAAQIECBAgQIAAAQIECBAgQIAAAQIECBAgQIAAAQIECBAgQIBA3gUEXPPeQfUTIECAAAECBAgQIECAAAECBAhkRkDANTOtUAgBAgQIECBAgAABAgQIECBAgAABAgQIECBAgAABAgQIECBAgAABAgQIZFxAwDXjDVIeAQIECBAgQIAAAQIECBAgQIBAfgQEXPPTK5USIECAAAECBAgQIECAAAECBAgQIECAAAECBAgQIECAAAECBAgQIECAQHMFBFyb6293AgQIECBAgAABAgQIECBAgACBAgkIuBaomY5CgAABAgQIECBAgAABAgQIECBAgAABAgQIECBAgAABAgQIECBAgAABAnUVEHCtK6/FCRAgQIAAAQIECBAgQIAAAQIEWklAwLWVuu2sBAgQIECAAAECBAgQIECAAAECBAgQIECAAAECBAgQIECAAAECBAgQIJBGQMA1jZ65BAgQIECAAAECBAgQIECAAAECBMoEBFxdBwIECBAgQIAAAQIECBAgQIAAAQIECBAgQIAAAQIECBAgQIAAAQIECBAgUJmAgGtlTkYRIECAAAECBAgQIECAAAECBAgQ6FNAwLVPIgMIECBAgAABAgQIECBAgAABAgQIECBAgAABAgQIECBAgAABAgQIECBAgEBJQMDVRSBAgAABAgQIECBAgAABAgQIECBQIwEB1xpBWoYAAQIECBAgQIAAAQIECBAgQIAAAQIECBAgQIAAAQIECBAgQIAAAQIECi8g4Fr4FjsgAQIECBAgQIAAAQIECBAgQIBAowQEXBslbR8CBAgQIECAAAECBAgQIECAAAECBAgQIECAAAECBAgQIECAAAECBAgQyLuAgGveO6h+AgQIECBAgAABAgQIECBAgACBzAgIuGamFQohQIAAAQIECBAgQIAAAQIECBAgQIAAAQIECBAgQIAAAQIECBAgQIAAgYwLCLhmvEHKI0CAAAECBAgQIECAAAECBAgQyI+AgGt+eqVSAgQIECBAgAABAgQIECBAgAABAgQIECBAgAABAgQIECBAgAABAgQIEGiugIBrc/3tToAAAQIECBAgQIAAAQIECBAgUCABAdcCNdNRCBAgQIAAAQIECBAgQIAAAQIECBAgQIAAAQIECBAgQIAAAQIECBAgQKCuAgKudeW1OAECBAgQIECAAAECBAgQIECAQCsJCLi2UredlQABAgQIECBAgAABAgQIECBAgAABAgQIECBAgAABAgQIECBAgAABAgTSCAi4ptEzlwABAgQIECBAgAABAgQIECBAgECZgICr60CAAAECBAgQIECAAAECBAgQIECAAAECBAgQIECAAAECBAgQIECAAAECBCoTEHCtzMkoAgQIECBAgAABAgQIECBAgAABAn0KCLj2SWQAAQIECBAgQIAAAQIECBAgQIAAAQIECBAgQIAAAQIECBAgQIAAAQIECBAoCQi4uggECBAgQIAAAQIECBAgQIAAAQIEaiQg4FojSMsQIECAAAECBAgQIECAAAECBAgQIECAAAECBAgQIECAAAECBAgQIECAQOEFBFwL32IHJECAAAECBAgQIECAAAECBAgQaJSAgGujpO1DgAABAgQIECBAgAABAgQIECBAgAABAgQIECBAgAABAgQIECBAgAABAnkXEHDNewfVT4AAAQIECBAgQIAAAQIECBAgkBkBAdfMtEIhBAgQIECAAAECBAgQIECAAAECBAgQIECAAAECBAgQIECAAAECBAgQIJBxAQHXjDdIeQQIECBAgAABAgQIECBAgAABAvkREHDNT69USoAAAQIECBAgQIAAAQIECBAgQIAAAQIECBAgQIAAAQIECBAgQIAAAQLNFRBwba6/3QkQIECAAAECBAgQIECAAAECBAokIOBaoGY6CgECBAgQIECAAAECBAgQIECAAAECBAgQIECAAAECBAgQIECAAAECBAjUVUDAta68FidAgAABAgQIECBAgAABAgQIEGglAQHXVuq2sxIgQIAAAQIECBAgQIAAAQIECBAgQIAAAQIECBAgQIAAAQIECBAgQIBAGgEB1zR65hIgQIAAAQIECBAgQIAAAQIECBAoExBwdR0IECBAgAABAgQIECBAgAABAgQIECBAgAABAgQIECBAgAABAgQIECBAgEBlAgKulTkZRYAAAQIECBAgQIAAAQIECBAgQKBPAQHXPokMIECAAAECBAgQIECAAAECBAgQIECAAAECBAgQIECAAAECBAgQIECAAAECJQEBVxeBAAECBAgQIECAAAECBAgQIECAQI0EBFxrBGkZAgQIECBAgAABAgQIECBAgAABAgQIECBAgAABAgQIECBAgAABAgQIECi8gIBr4VvsgAQIECBAgAABAgQIECBAgAABAo0SEHBtlLR9CBAgQIAAAQIECBAgQIAAAQIECBAgQIAAAQIECBAgQIAAAQIECBAgQCDvAgKuee+g+gkQIECAAAECBAgQIECAAAECBDIjIOCamVYohAABAgQIECBAgAABAgQIECBAgAABAgQIECBAgAABAgQIECBAgAABAgQyLiDgmvEGKY8AAQIECBAgQIAAAQIECBAgQCA/AgKu+emVSgkQIECAAAECBAgQIECAAAECBAgQIECAAAECBAgQIECAAAECBAgQIECguQICrs31tzsBAgQIECBAgAABAgQIECBAgECBBARcC9RMRyFAgAABAgQIECBAgAABAgQIECBAgAABAgQIECBAgAABAgQIECBAgACBugoIuNaV1+IECBAgQIAAAQIECBAgQIAAAQKtJCDg2krddlYCBAgQIECAAAECBAgQIECAAAECBAgQIECAAAECBAgQIECAAAECBAgQSCMg4JpGz1wCBAgQIECAAAECBAgQIECAAAECZQICrq4DAQIECBAgQIAAAQIECBAgQIAAAQIECBAgQIAAAQIECBAgQIAAAQIECBCoTEDAtTInowgQIECAAAECBAgQIECAAAECBAj0KSDg2ieRAQQIECBAgAABAgQIECBAgAABAgQIECBAgAABAgQIECBAgAABAgQIECBAoCQg4OoiECBAgAABAgQIECBAgAABAgQIEKiRgIBrjSAtQ4AAAQIECBAgQIAAAQIECBAgQIAAAQIECBAgQIAAAQIECBAgQIAAAQKFFxBwLXyLHZAAAQIECBAgQIAAAQIECBAgQKBRAgKujZK2DwECBAgQIECAAAECBAgQIECAAAECBAgQIECAAAECBAgQIECAAAECBAjkXUDANe8dVD8BAgQIECBAgAABAgQIECBAgEBmBARcM9MKhRAgQIAAAQIECBAgQIAAAQIECBAgQIAAAQIECBAgQIAAAQIECBAgQIBAxgUEXDPeIOURIECAAAECBAgQIECAAAECBAjkR0DANT+9UikBAgQIECBAgAABAgQIECBAgAABAgQIECBAgAABAgQIECBAgAABAgQINFdAwLW5/nYnQIAAAQIECBAgQIAAAQIECBAokICAa4Ga6SgECBAgQIAAAQIECBAgQIAAAQIECBAgQIAAAQIECBAgQIAAAQIECBAgUFcBAde68lqcAAECBAgQIECAAAECBAgQIECglQQEXFup285KgAABAgQIECBAgAABAgQIECBAgAABAgQIECBAgAABAgQIECBAgAABAmkEBFzT6JlLgAABAgQIECBAgAABAgQIECBAoExAwNV1IECAAAECBAgQIECAAAECBAgQIECAAAECBAgQIECAAAECBAgQIECAAAEClQkIuFbmZBQBAgQIECBAgAABAgQIECBAgACBPgUEXPskMoAAAQIECBAgQIAAAQIECBAgQIAAAQIECBAgQIAAAQIECBAgQIAAAQIECJQEBFxdBAIECBAgQIAAAQIECBAgQIAAAQI1EhBwrRGkZQgQIECAAAECBAgQIECAAAECBAgQIECAAAECBAgQIECAAAECBAgQIECg8AICroVvsQMSIECAAAECBAgQIECAAAECBAg0SkDAtVHS9iFAgAABAgQIECBAgAABAgQIECBAgAABAgQIECBAgAABAgQIECBAgACBvAsIuOa9g+onQIAAAQIECBAgQIAAAQIECBDIjICAa2ZaoRACBAgQIECAAAECBAgQIECAAAECBAgQIECAAAECBAgQIECAAAECBAgQyLiAgGvGG6Q8AgQIECBAgAABAgQIECBAgACB/AgIuOanVyolQIAAAQIECBAgQIAAAQIECBAgQIAAAQIECBAgQIAAAQIECBAgQIAAgeYKCLg219/uBAgQIECAAAECBAgQIECAAAECBRIQcC1QMx2FAAECBAgQIECAAAECBAgQIECAAAECBAgQIECAAAECBAgQIECAAAECBOoqIOBaV16LEyBAgAABAgQIECBAgAABAgQItJKAgGsrddtZCRAgQIAAAQIECBAgQIAAAQIECBAgQIAAAQIECBAgQIAAAQIECBAgQCCNgIBrGj1zCRAgQIAAAQIECBAgQIAAAQIECJQJCLi6DgQIECBAgAABAgQIECBAgAABAgQIECBAgAABAgQIECBAgAABAgQIECBAoDIBAdfKnIwiQIAAAQIECBAgQIAAAQIECBAg0KeAgGufRAYQIECAAAECBAgQIECAAAECBAgQIECAAAECBAgQIECAAAECBAgQIECAAIGSgICri0CAAAECBAgQIECAAAECBAgQIECgRgICrjWCtAwBAgQIECBAgAABAgQIECBAgAABAgQIECBAgAABAgQIECBAgAABAgQIFF5AwLXwLXZAAgQIECBAgAABAgQIECBAgACBRgkIuDZK2j4ECBAgQIAAAQIECBAgQIAAAQIECBAgQIAAAQIECBAgQIAAAQIECBAgkHcBAde8d1D9BAgQIECAAAECBAgQIECAAAECmREQcM1MKxRCgAABAgQIECBAgAABAgQIECBAgAABAgQIECBAgAABAgQIECBAgAABAhkXEHDNeIOUR4AAAQIECBAgQIAAAQIECBAgkB8BAdf89EqlBAgQIECAAAECBAgQIECAAAECBAgQIECAAAECBAgQIECAAAECBAgQINBcAQHX5vrbnQABAgQIECBAgAABAgQIECBAoEACAq4FaqajECBAgAABAgQIECBAgAABAgQIECBAgAABAgQIECBAgAABAgQIECBAgEBdBQRc68prcQIECBAgQIAAAQIECBAgQIAAgVYSEHBtpW47KwECBAgQIECAAAECBAgQIECAAAECBAgQIECAAAECBAgQIECAAAECBAikERBwTaNnLgECBAgQIECAAAECBAgQIECAAIEyAQFX14EAAQIECBAgQIAAAQIECBAgQIAAAQIECBAgQIAAAQIECBAgQIAAAQIECFQmIOBamZNRBAgQIECAAAECBAgQIECAAAECBPoUEHDtk8gAAgQIECBAgAABAgQIECBAgAABAgQIECBAgAABAgQIECBAgAABAgQIECBQEhBwdREIECBAgAABAgQIECBAgAABAgQI1EhAwLVGkJYhQIAAAQIECBAgQIAAAQIECBAgQIAAAQIECBAgQIAAAQIECBAgQIAAgcILCLgWvsUOSIAAAQIECBAgQIAAAQIECBAg0CgBAddGSduHAAECBAgQIECAAAECBAgQIECAAAECBAgQIECAAAECBAgQIECAAAECBPIuIOCa9w6qnwABAgQIECBAgAABAgQIECBAIDMCAq6ZaYVCCBAgQIAAAQIECBAgQIAAAQIECBAgQIAAAQIECBAgQIAAAQIECBAgQCDjAgKuGW+Q8ggQIECAAAECBAgQIECAAAECBPIjIOCan16plAABAgQIECBAgAABAgQIECBAgAABAgQIECBAgAABAgQIECBAgAABAgSaKyDg2lx/uxMgQIAAAQIECBAgQIAAAQIECBRIQMC1QM10FAIECBAgQIAAAQIECBAgQIAAAQIECBAgQIAAAQIECBAgQIAAAQIECBCoq4CAa115LU6AAAECBAgQIECAAAECBAgQINBKAgKurdRtZyVAgAABAgQIECBAgAABAgQIECBAgAABAgQIECBAgAABAgQIECBAgACBNAICrmn0zCVAgAABAgQIECBAgAABAgQIECBQJiDg6joQIECAAAECBAgQIECAAAECBAgQIECAAAECBAgQIECAAAECBAgQIECAAIHKBARcK3MyigABAgQIECBAgAABAgQIECBAgECfAgKufRIZQIAAAQIECBAgQIAAAQIECBAgQIAAAQIECBAgQIAAAQIECBAgQIAAAQIESgICri4CAQIECBAgQIAAAQIECBAgQIAAgRoJCLjWCNIyBAgQIECAAAECBAgQIECAAAECBAgQIECAAAECBAgQIECAAAECBAgQIFB4AQHXwrfYAQkQIECAAAECBAgQIECAAAERtMkJAAAgAElEQVQCBBolIODaKGn7ECBAgAABAgQIECBAgAABAgQIECBAgAABAgQIECBAgAABAgQIECBAgEDeBQRc895B9RMgQIAAAQIECBAgQIAAAQIECGRGQMA1M61QCAECBAgQIECAAAECBAgQIECAAAECBAgQIECAAAECBAgQIECAAAECBAhkXEDANeMNUh4BAgQIECBAgAABAgQIECBAgEB+BARc89MrlRIgQIAAAQIECBAgQIAAAQIECBAgQIAAAQIECBAgQIAAAQIECBAgQIBAcwUEXJvrb3cCBAgQIECAAAECBAgQIECAAIECCQi4FqiZjkKAAAECBAgQIECAAAECBAgQIECAAAECBAgQIECAAAECBAgQIECAAAECdRUQcK0rr8UJECBAgAABAgQIECBAgAABAgRaSUDAtZW67awECBAgQIAAAQIECBAgQIAAAQIECBAgQIAAAQIECBAgQIAAAQIECBAgkEZAwDWNnrkECBAgQIAAAQIECBAgQIAAAQIEygQEXF0HAgQIECBAgAABAgQIECBAgAABAgQIECBAgAABAgQIECBAgAABAgQIECBQmYCAa2VORhEgQIAAAQIECBAgQIAAAQIECBDoU0DAtU8iAwgQIECAAAECBAgQIECAAAECBAgQIECAAAECBAgQIECAAAECBAgQIECAQElAwDU7F6EtIkZFxPCIGBYRfxYRfxwR+0eE343MTp9UQoAAAQKVC7RHxO6I+G1E/CYi/iMino+IpyNiW+XLGEmAAAECBAgQIEAgPwJ+iJOfXqmUAAECBAgQIECAAAECBAgQIECAAAECBAgQIECAAAECBAgQIECAAAECBJorIODaXP/jI+IbETE+IoY2txS7EyBAgACBhgrsiIj1EXFvRPy8oTvbjAABAgQIECBAgEAdBQRc64hraQIECBAgQIAAAQIECBAgQIAAAQIECBAgQIAAAQIECBAgQIAAAQIECBAolICAa3PaeXZEXBQRJzVne7sSIECAAIFMCfwsIpZFxP2ZqkoxBAgQIECAAAECBPohIODaDzRTCBAgQIAAAQIECBAgQIAAAQIECBAgQIAAAQIECBAgQIAAAQIECBAgQKAlBQRcG9v2L0fEdwVbG4tuNwIECBDIjUASdE3+PfmT3FSsUAIECBAgQIAAAQLdBARcXQkCBAgQIECAAAECBAgQIECAAAECBAgQIECAAAECBAgQIECAAAECBAgQIFCZgIBrZU61GHVTRFzc20L7779/nHrqqTFq1Khoa2uLww47LD796U/H4MGDY8AAvxpZiwZYgwABAgQaK9De3h7vvfdevPnmm/GrX/0qtm3bFk8//XQ88cQTsXv37r0VszQiLmlstXYjQIAAAQIECBAgUBsBP8WpjaNVCBAgQIAAAQIECBAgQIAAAQIECBAgQIAAAQIECBAgQIAAAQIECBAgQKD4AgKu9e9xW0TcHhEjetpq3LhxMXXq1Jg4caIga/17YQcCBAgQyIBAEnxdu3ZtrFq1KjZs2NBbRc9FxPSI2JaBkpVAgAABAgQIECBAoGIBAdeKqQwkQIAAAQIECBAgQIAAAQIECBAgQIAAAQIECBAgQIAAAQIECBAgQIAAgRYXEHCt7wX4u4i4NyIGdd9m8uTJcdlll8Wxxx5b3wqsToAAAQIEMiywdevW+MEPfhBr1qzpqcpdEfGNiHgkw0dQGgECBAgQIECAAIEuAgKuLgQBAgQIECBAgAABAgQIECBAgAABAgQIECBAgAABAgQIECBAgAABAgQIEKhMQMC1Mqf+jDo7Iu7rPvGoo46KG264IcaMGdOfNc0hQIAAAQKFFNi0aVN8+9vfju3bt/d0vq9HxP2FPLhDESBAgAABAgQIFE5AwLVwLXUgAgQIECBAgAABAgQIECBAgAABAgQIECBAgAABAgQIECBAgAABAgQIEKiTgIBrfWCTl1sf7r70jBkzYsWKFTFggF91rA+7VQkQIEAgzwLt7e0xa9asWLlyZU/HON1LrnnurtoJECBAgAABAq0j4Kc+rdNrJyVAgAABAgQIECBAgAABAgQIECBAgAABAgQIECBAgAABAgQIECBAgACBdAICrun8eprdFhFbImJQ+TcXLVoU8+bNq/1uViRAgAABAgUTuO6662L+/PndT7UrIk6IiG0FO67jECBAgAABAgQIFExAwLVgDXUcAgQIECBAgAABAgQIECBAgAABAgQIECBAgAABAgQIECBAgAABAgQIEKibgIBr7Wn/LSJGlC+7bNmymD17du13siIBAgQIECiowPLly+Oiiy7qfrrnIuKvC3pkxyJAgAABAgQIECiIgIBrQRrpGAQIECBAgAABAgQIECBAgAABAgQIECBAgAABAgQIECBAgAABAgQIECBQdwEB19oS3xQRF5cv6eXW2gJbjQABAgRaR6CXl1yXRsQlraPgpAQIECBAgAABAnkTEHDNW8fUS4AAAQIECBAgQIAAAQIECBAgQIAAAQIECBAgQIAAAQIECBAgQIAAAQLNEhBwrZ38lyPiyfLlZsyYEbfeemvtdrASAQIECBBoMYGZM2fGypUru596dET8pMUoHJcAAQIECBAgQCAnAgKuOWmUMgkQIECAAAECBAgQIECAAAECBAgQIECAAAECBAgQIECAAAECBAgQIECg6QICrrVrwU8j4qSO5Y466qh44YUXYsAAv9ZYO2IrESBAgECrCbS3t8fRRx8d27dvLz/6zyLii61m4bwECBAgQIAAAQL5EPCToHz0SZUECBAgQIAAAQIECBAgQIAAAQIECBAgQIAAAQIECBAgQIAAAQIECBAg0HwBAdfa9ODsiLivfKmNGzfGmDFjarO6VQgQIECAQAsLbNq0KcaOHdtd4OsRcX8Lszg6AQIECBAgQIBARgUEXDPaGGURIECAAAECBAgQIECAAAECBAgQIECAAAECBAgQIECAAAECBAgQIECAQOYEBFxr05Iur7dOnjw5Vq9eXZuVrUKAAAECBAjElClTYs2aNeUSXnF1LwgQIECAAAECBDIpIOCaybYoigABAgQIECBAgAABAgQIECBAgAABAgQIECBAgAABAgQIECBAgAABAgQyKCDgmr4px0fE0+XLPP/883HsscemX9kKBAgQIECAQElg69atMXz48O4aoyLi54gIECBAgAABAgQIZElAwDVL3VALAQIECBAgQIAAAQIECBAgQIAAAQIECBAgQIAAAQIECBAgQIAAAQIECGRZQMA1fXduioiLO5YZN25crF+/Pv2qViBAgAABAgS6CIwfPz42bNhQ/rWlEXEJJgIECBAgQIAAAQJZEhBwzVI31EKAAAECBAgQIECAAAECBAgQIECAAAECBAgQIECAAAECBAgQIECAAAECWRYQcE3fnV9HxNCOZR544IE466yz0q9qBQIECBAgQKCLwIMPPhiTJk0q/9qOiDgUEwECBAgQIECAAIEsCQi4ZqkbaiFAgAABAgQIECBAgAABAgQIECBAgAABAgQIECBAgAABAgQIECBAgACBLAsIuKbrTltE/KJjif333z/ee++9GDDArzKmYzWbAAECBAjsKdDe3h6DBw+O3bt3l3/zmIjYxosAAQIECBAgQIBAVgT8VCgrnVAHAQIECBAgQIAAAQIECBAgQIAAAQIECBAgQIAAAQIECBAgQIAAAQIECGRdQMA1XYf+ISJu7lhi3LhxsX79+nQrmk2AAAECBAj0KjB+/PjYsGFD+ff/MSJuQUaAAAECBAgQIEAgKwICrlnphDoIECBAgAABAgQIECBAgAABAgQIECBAgAABAgQIECBAgAABAgQIECBAIOsCAq7pOrQyIi7oWGLRokUxb968dCuaTYAAAQIECPQqcN1118X8+fPLv39bRMxARoAAAQIECBAgQCArAgKuWemEOggQIECAAAECBAgQIECAAAECBAgQIECAAAECBAgQIECAAAECBAgQIEAg6wICruk69NOIOKljiY0bN8aYMWPSrWg2AQIECBAg0KvApk2bYuzYseXf/1lEfBEZAQIECBAgQIAAgawICLhmpRPqIECAAAECBAgQIECAAAECBAgQIECAAAECBAgQIECAAAECBAgQIECAAIGsCwi4puvQryNiaMcSL7/8chx++OHpVjSbAAECBAgQ6FXglVdeic9//vPl398REYciI0CAAAECBAgQIJAVAQHXrHRCHQQIECBAgAABAgQIECBAgAABAgQIECBAgAABAgQIECBAgAABAgQIECCQdQEB13Qdei8iBnUs8e6778YBBxyQbkWzCRAgQIAAgV4Fdu7cGQceeGD593dFxGBkBAgQIECAAAECBLIiIOCalU6ogwABAgQIECBAgAABAgQIECBAgAABAgQIECBAgAABAgQIECBAgAABAgSyLiDgmq5DH0VE5+8tfvTRRzFggF9jTEdqNgECBAgQ6F2gvb099tlnn/IB7RHR5Qv8CBAgQIAAAQIECDRTwE+GmqlvbwIECBAgQIAAAQIECBAgQIAAAQIECBAgQIAAAQIECBAgQIAAAQIECBDIk4CAa7puJaGazk8SuvEhQIAAAQIE6ivQw39MQoagvuRWJ0CAAAECBAgQqELA/zmtAstQAgQIECBAgAABAgQIECBAgAABAgQIECBAgAABAgQIECBAgAABAgQIEGhpAQHXdO0X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gQIECAAAECBAjkWkDANV37BFzT+ZlNgAABAgSqFhBwrZrMBAIECBAgQIAAgQYKCLg2ENtWBAgQIECAAAECBAgQIECAAAECBAgQIECAAAECBAgQIECAAAECBAgQIJBrAQHXdO0T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j8//buP8iq8j78+McflcGVpDGZNPyRaKYaZgcjRtowxbSaqAlOIz/iDwIUxAKCiqaUSrQOItJWQqM7mtWAwGiAiAQtAc1IqbZo1FYnRDE6aG3H8P1Dkmhqw4odOsX9zrnf7v3uLvvj3nvu3nvuPa+dyWQK5znP87yes5MZx3cf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qEDgX/7lX+Kpp56qYGQ2hnzqU5+KSy65JE444YRsLMgqGk5A4NpwR2bBBAgQIECAAIFcCQhcc3XcNkuAAAECBAgQIECAAAECBAgQIECAAAECBAgQIECAAAECBAgQIECAAAECKQQErinwIkLgms7PaAIEKhD4/ve/H3/yJ39SwchsDJk/f360tbXF8OHDs7Egq2g4AYFrwx2ZBRMgQIAAAQIEciUgcM3VcdssAQIECBAgQIAAAQIECBAgQIAAAQIECBAgQIAAAQIECBAgQIAAAQIECKQQELimwBO4psMzmgCBygQErpW5GdU8AgLX5jlLOyFAgAABAgQINKOAwLUZT9WeCBAgQIAAAQIECBAgQIAAAQIECBAgQIAAAQIECBAgQIAAAQIECBAgQGAoBASu6VTd4JrOz2gCBCoQELhWgGZIUwkIXJvqOG2GAAECBAgQINB0AgLXpjtSGyJAgAABAgQIECBAgAABAgQIECBAgAABAgQIECBAgAABAgQIECBAgACBIRIQuKaDFbim88v16MEixTFjxsSWLVti1KhRQ+b05JNPxpQpU6Kjo6PPOTZt2hQzZswYdP5nn302vvCFLxz13DPPPBPnnHPOgOP/67/+KxYtWhRr1qwZdJ5SHjj55JMjsTvxxBPjrLPOirFjx8bZZ58dn/zkJ+PYY48t5RVHPdPfGufPnx9tbW0xfPjwit5b6aDe387kyZPj6quvjhNOOKHSVw7puN27d8fy5cuLc9TLbUg36eU1FRC41pTbZAQIECBAgAABAmUKCFzLBPM4AQIECBAgQIAAAQIECBAgQIAAAQIECBAgQIAAAQIECBAgQIAAAQIECORWQOCa7ugFrun8cj16sMA1wSk1MK0E8siRI4XocMWKFf0OL3X+LAWu/W3ms5/9bCECnTVrVrS0tJRFlvXANevBaO9vPevrLevj8HBdBASudWE3KQECBAgQIECAQIkCAtcSoTxGgAABAgQIECBAgAABAgQIECBAgAABAgQIECBAgAABAgQIECBAgAABArkXELim+wQErun8cj26lMB1KEPAt956q3A7a3K7Zn8/zRS4du3x93//92PlypXxxS9+MfqI5PqkELim+1UVuKbzM/poAYGrr4IAAQIECBAgQCDLAgLXLJ+OtREgQIAAAQIECBAgQIAAAQIECBAgQIAAAQIECBAgQIAAAQIECBAgQIBAlgQErulOQ+Cazi/Xo0sJXMeMGRNbtmyJUaNGVd3qH/7hH+LLX/7ygO9txsA12fCIESNi9erVMW3atJIiV4Frus9P4JrOz+ijBQSuvgoCBAgQIECAAIEsCwhcs3w61kaAAAECBAgQIECAAAECBAgQIECAAAECBAgQIECAAAECBAgQIECAAAECWRIQuKY7DYFrOr9cjy4lcE2ASo1My8E8cuRILF26NG6//fYBh5U697PPPhtf+MIXjnrXM888E+ecc86Ac/QXj5azn0qeTSLXhx9+eNDIN3m3wLUS4f8/RuCazs/oowUErr4KAgQIECBAgACBLAsIXLN8OtZGgAABAgQIECBAgAABAgQIECBAgAABAgQIECBAgAABAgQIECBAgAABAlkSELimOw2Bazq/XI8uNXCdP39+tLW1xfDhw6vmtX///pg+fXo899xzA76znoFrpfvu7OyMgwcPRkdHR/zTP/1TrF27Nn784x/3uc8kvk32eOqppw7oIHBN9+kJXNP5GX20gMDVV0GAAAECBAgQIJBlAYFrlk/H2ggQIECAAAECBAgQIECAAAECBAgQIECAAAECBAgQIECAAAECBAgQIEAgSwIC13SnIXBN55fr0X0FrsmtoknI+qtf/apo09raGlu3bo3Ro0dXzWvHjh0xadKkQd/XiIFr700dPnw47rvvvrj55psL0WvvnzvuuCMWLVoUfQRzxUezHrgmoe6ECRPit37rtwY903o88MorrxRC4q6fSuPleqzdnNkUELhm81ysigABAgQIECBA4P8JCFx9CQQIECBAgAABAgQIECBAgAABAgQIECBAgAABAgQIECBAgAABAgQIECBAoDQBgWtpTv09JXBN55fr0X0Fruedd158+tOfjvvvv7+Hzbp162LOnDlV8UqCzyVLlsTdd99dfN/kyZPjwIED8fzzz/eYoxkC12RDH3zwQeEm1wULFhxleMEFF8SGDRti5MiR/fpmPXCtyodRw5cIXGuI3aRTCVyb9GBtiwABAgQIECDQJAIC1yY5SNsgQIAAAQIECBAgQIAAAQIECBAgQIAAAQIECBAgQIAAAQIECBAgQIAAgSEXELimIxa4pvPL9ei+AtevfOUrkcR/V1xxRY/bRmfPnh3t7e3R0tKS2uzNN9+MadOm9YhZv/vd78YPf/jD+Pu///se72+WwDXZ1MGDB+O6664rxKy9f3bt2hUXXnhhv7YC19SfXY8XCFyr65nHtwlc83jq9kyAAAECBAgQaBwBgWvjnJWVEiBAgAABAgQIECBAgAABAgQIECBAgAABAgQIECBAgAABAgQIECBAgEB9BQSu6fwFrun8cj26v8D1rrvuij/7sz+LnTt3Fn1aW1tj69atMXr06NRmf/d3fxeXXHJJ8T3jx48v3OZ68803N3Xgmmy49967EP7mb/4mbrrppn5tBa6pP7seLxC4Vtczj28TuObx1O2ZAAECBAgQINA4AgLXxjkrKyVAgAABAgQIECBAgAABAgQIECBAgAABAgQIECBAgAABAgQIECBAgACB+goIXHCGOY4AACAASURBVNP5C1zT+eV6dH+Ba3Jr6urVq2Pp0qU9fNatWxdz5sxJZXb48OFYsmRJIWjt+lm0aFHccMMNceWVVzZ94Ppv//Zv8fWvfz327NnTw3Gw4DLrgevkyZPj6quvjhNOOKGk7+ODDz6IRx55JN55552YN29eHH/88SWN6+uh999/P77zne/EF7/4xfj85z/f53t2794dy5cvL/7dYN4VL8bA3AgIXHNz1DZKgAABAgQIEGhIAYFrQx6bRRMgQIAAAQIECBAgQIAAAQIECBAgQIAAAQIECBAgQIAAAQIECBAgQIBAHQQErunQBa7p/HI9ur/ANfnz1157LS666KLo6OgoGs2ePTva29ujpaWlYrfXX389pk6dGnv37i2+Y9euXXH22WfHjBkzmj5w/fWvf93nPgcLLrMeuA62/u4fzNtvvx233npr3HvvvTFixIhoa2uLK664ouLI9emnny5Ew++9917hPYsXL45TTz21xzfa+1svZ70Vf+wGNrWAwLWpj9fmCBAgQIAAAQINLyBwbfgjtAECBAgQIECAAAECBAgQIECAAAECBAgQIECAAAECBAgQIECAAAECBAgQqJGAwDUdtMA1nV+uRw8UuHZ2dsbMmTNj586dRaPW1tbYunVrjB49umK33nOed955kfzZsGHDBK5tbTF8+PA+bZslcE3i1rlz58aOHTuK+0wi1+TG4GnTpkUf0eCA39rBgwfjuuuuiw0bNhSfO/nkk+Pb3/52zJo1K4477rjCnyd+yU2vXT/JjbEf+tCHyp6v4g/fwKYTELg23ZHaEAECBAgQIECgqQQErk11nDZDgAABAgQIECBAgAABAgQIECBAgAABAgQIECBAgAABAgQIECBAgAABAkMoIHBNhytwTeeX69EDBa5JJJjcrJnchtn9Z926dTFnzpyK3PqKNJcuXRrLli2L//zP/xS45iBwTT6cp556qnDT6v79+4vf0SmnnBLf+9734txzzy3r29q+fXshxO5+0/Af//EfR/KdfuITnyjrXR4mUI6AwLUcLc8SIECAAAECBAjUWkDgWmtx8xEgQIAAAQIECBAgQIAAAQIECBAgQIAAAQIECBAgQIAAAQIECBAgQIBAowoIXNOdnMA1nV+uRw8UuH70ox+NF154ISZPnhwHDhwoOs2ePTva29ujpaWlbLtXX301Lrvssti3b19hbHJz57Zt2+L888+PX//617kIXF977bW4/PLL42c/+1kPv5tuuilWrFhRvHG0N26z3OCa7Cu5HXjz5s2xYMGCHmHquHHj4v7774/kpuBSfn71q1/FvHnzetwGW2koW8p8niHQXUDg6nsgQIAAAQIECBDIsoDANcunY20ECBAgQIAAAQIECBAgQIAAAQIECBAgQIAAAQIECBAgQIAAAQIECBAgkCUBgWu60xC4pvPL9ejBAtd33323cFtrEqF2/STx4datW2P06NFl261fvz7mzp1bHHfBBRfEhg0bYuTIkbkJXPsyT0BWr14d8+fP79e0mQLXZJOHDx+Om2++Oe64444ee540aVKsWbMmfud3fmfA7yuJZJNbWq+66qoez61cubJw6/Dxxx9f9vdpAIFyBASu5Wh5lgABAgQIECBAoNYCAtdai5uPAAECBAgQIECAAAECBAgQIECAAAECBAgQIECAAAECBAgQIECAAAECBBpVQOCa7uQErun8cj16sMA1iQjb2toKwWD3nyQsTMLXcn4OHToUCxcujAceeKA4LLmxNIkck1AsDze4/uIXvygEvj/60Y960CWB76OPPhpjx47tl7TZAtdko7/85S8LUe/27dt77Pv222+PG264od/bbJOHX3/99Zg6dWrs3bu3ODa5HTiJYz/ykY+U82l6lkBFAgLXitgMIkCAAAECBAgQqJGAwLVG0KYhQIAAAQIECBAgQIAAAQIECBAgQIAAAQIECBAgQIAAAQIECBAgQIAAgYYXELimO0KBazq/XI8eLHBNcF544YWYPHlyHDhwoGg1e/bsaG9vj5aWlpL9Xn311UgCxH379hXGjBgxIh5//PE455xzCv93sweuSaC6atWquPXWW48yK8WzGQPXBOInP/lJXHrppbF///44+eST47bbbitEwMOGDev32+rr9tcxY8bE5s2bI7lh2A+BWggIXGuhbA4CBAgQIECAAIFKBQSulcoZR4AAAQIECBAgQIAAAQIECBAgQIAAAQIECBAgQIAAAQIECBAgQIAAAQJ5ExC4pjtxgWs6v1yPLiVwfffddwu3tW7btq1olUSEW7dujdGjR5fsl9ysuWDBguLzU6ZMifXr1xdv22zmwPXnP/95LFu2LDZs2HCUVxL6bty4MSZNmjSgZbMGrsktwcmNwPfcc0/hP+PHjy/c6DvQz65duwpRbEdHR+GxxHD16tUxbdq0QceW/MF6kMAgAgJXnwgBAgQIECBAgECWBQSuWT4dayNAgAABAgQIECBAgAABAgQIECBAgAABAgQIECBAgAABAgQIECBAgACBLAkIXNOdhsA1nV+uR5cSuCYBYltbWyxevLiHVRIlJuFrKT9JiHjttdcWQs6unzvuuCMWLVpUDBKbJXBNvA4ePBj/8R//ES+99FIhBH7ssceKMWZvr4ULFxZudh0+fPiAlI0SuCabSM41CZqz/JPcFLt06dIsL9HaMi4gcM34AVkeAQIECBAgQCDnAgLXnH8Atk+AAAECBAgQIECAAAECBAgQIECAAAECBAgQIECAAAECBAgQIECAAAECJQsIXEum6vNBgWs6v1yPLiVwTYD27NkTF198cRw4cKDoNXv27Ghvb4+WlpZBDV9++eXCjZtvvPFG4dmRI0fGD3/4w/j85z9fHJvFwHXQjaV8YNy4cYXo9/TTTx/0TQLXQYnKekDgWhaXh/sQELj6LAgQIECAAAECBLIsIHDN8ulYGwECBAgQIECAAAECBAgQIECAAAECBAgQIECAAAECBAgQIECAAAECBAhkSUDgmu40BK7p/HI9utTA9Te/+U3MnTs3Hn744aJXa2tr4XbS0aNHD2qY3AD753/+58Xnktg1uQH2wx/+cPHP8ha4JnFrYnDGGWcM6pc8IHAtiankhwSuJVN5sB8BgatPgwABAgQIECBAIMsCAtcsn461ESBAgAABAgQIECBAgAABAgQIECBAgAABAgQIECBAgAABAgQIECBAgECWBASu6U5D4JrOL9ejSw1cE6TekWryZ0mgOWfOnAEN+4pj77zzzli0aFGPcXkKXGfNmhV/9Vd/FZ/85CdL/v4EriVTlfSgwLUkJg8NICBw9XkQIECAAAECBAhkWUDgmuXTsTYCBAgQIECAAAECBAgQIECAAAECBAgQIECAAAECBAgQIECAAAECBAgQyJKAwDXdaQhc0/nlenQ5geuePXvi4osvjgMHDhTNZs+eHe3t7dHS0tKvY+9xp59+euEm2DPPPLPHmGYPXEeMGBFTpkyJb3zjG3HWWWfFscceW9a3l/XAtdxgtK/9bNq0KWbMmFGWy4oVK+KWW24pjil3HWVN5mEC3QQErj4HAgQIECBAgACBLAsIXLN8OtZGgAABAgQIECBAgAABAgQIECBAgAABAgQIECBAgAABAgQIECBAgAABAlkSELimOw2Bazq/XI8uJ3Dt6ybW1tbW2Lp1a4wePbpPx87OzsLNr4sXLy7+/cyZM+Oee+6JJPjs/tNMgeuoUaPilFNOidNOOy3OPvvsGDt2bCR/Nnz48Iq/N4Fr33QC14o/KQNTCghcUwIaToAAAQIECBAgMKQCAtch5fVyAgQIECBAgAABAgQIECBAgAABAgQIECBAgAABAgQIECBAgAABAgQIEGgiAYFrusMUuKbzy/XocgLXBGrNmjWxYMGCHmbr1q2LOXPm9On47rvvFv5u27Ztxb/v7/ksBq7z588vBLppwtRqfWBZC1zThqVucK3Wl+E99RIQuNZL3rwECBAgQIAAAQKlCAhcS1HyDAECBAgQIECAAAECBAgQIECAAAECBAgQIECAAAECBAgQIECAAAECBAgQiBC4pvsKBK7p/HI9utzA9eWXX45LL7003njjjaLb7Nmzo729PVpaWo6yfOGFF2Ly5Mlx4MCBwt8NdOOrwHXgTzHrgeudd94ZixYtKvn3SeBaMpUHMyogcM3owVgWAQIECBAgQIBAQUDg6kMgQIAAAQIECBAgQIAAAQIECBAgQIAAAQIECBAgQIAAAQIECBAgQIAAAQKlCQhcS3Pq7ymBazq/XI8uN3Dt6OiIa6+9NjZu3Fh06y9a7ezsjL/+67+OpUuXFp8dKIYVuA78KWYpcD1y5EjhXG+//fbiojdt2hQzZswo+fdJ4FoylQczKiBwzejBWBYBAgQIECBAgEBBQODqQyBAgAABAgQIECBAgAABAgQIECBAgAABAgQIECBAgAABAgQIECBAgAABAqUJCFxLc+rvKYFrOr9cjy43cE2w1qxZEwsWLOjhtm7dupgzZ06PP3vnnXdi5syZsXPnzuKfDxRBClwH/hSzFLj2tZaHHnoopk6dWvLv029+85uYO3duPPzwwyV9H/29eMWKFXHLLbcU//q2227rEVWXvCAPEihTQOBaJpjHCRAgQIAAAQIEaiogcK0pt8kIECBAgAABAgQIECBAgAABAgQIECBAgAABAgQIECBAgAABAgQIECBAoIEFBK7pDk/gms4v16MrCVxffvnluPTSS+ONN94o2vV1M+uzzz4bF110USS3viY/Y8aMiS1btsSoUaP6NBe4DvwpZilwfffddwvx8o9+9KPiop955pk455xzSv596uu8d+3aFRdeeGHJ70geFLiWxeXhKgoIXKuI6VUECBAgQIAAAQJVFxC4Vp3UCwkQIECAAAECBAgQIECAAAECBAgQIECAAAECBAgQIECAAAECBAgQIECgSQUErukOVuCazi/XoysJXA8dOhQLFy6MBx54oGjX2toaW7dujdGjRxf+7MiRI7F8+fJCfNj1c/3118eqVati2LBhfZoLXAf+FLMUuL711lsxY8aM2L17d2HRI0eOjEcffTTGjh1b8u/T22+/HdOnT48nnniiOKbcSDYZKHAtmdyDVRYQuFYZ1OsIECBAgAABAgSqKiBwrSqnlxEgQIAAAQIECBAgQIAAAQIECBAgQIAAAQIECBAgQIAAAQIECBAgQIBAEwsIXNMdrsA1nV+uR1cSuCZg69evj7lz5/aw27RpUyF6TH4OHDgQs2bN6hEvPvLII/G1r32tX2+B68CfYpYC19deey0uv/zy+NnPftYUvz9f+cpXIvld+OhHP9oU+7GJ2ggIXGvjbBYCBAgQIECAAIHKBASulbkZRYAAAQIECBAgQIAAAQIECBAgQIAAAQIECBAgQIAAAQIECBAgQIAAAQL5ExC4pjtzgWs6v1yPrjRwffXVV+Oyyy6Lffv2Ff3mz58fbW1tMXz48HjyySdjypQp0dHRUfj7cePGxebNm+PTn/50v94C14E/xSwFrk8//XSce+65TfO7I3BtmqOs6UYErjXlNhkBAgQIECBAgECZAgLXMsE8ToAAAQIECBAgQIAAAQIECBAgQIAAAQIECBAgQIAAAQIECBAgQIAAAQK5FRC4pjt6gWs6v1yPrjRwPXToUCxcuDAeeOCBot+YMWNiy5Ytcdppp8Xy5ctjxYoVxb+7/vrrY9WqVTFs2LB+vQWuA3+KWQpc16xZEwsWLGia3x2Ba9McZU03InCtKbfJCBAgQIAAAQIEyhQQuJYJ5nECBAgQIECAAAECBAgQIECAAAECBAgQIECAAAECBAgQIECAAAECBAgQyK2AwDXd0Qtc0/nlenSlgWuCtn79+pg7d24Pv02bNsWXvvSlmDVrVjzxxBPFv9u+fXtMnDhxQGuB68CfYlYC1//+7/+OG2+8sXBbb7P8CFyb5SRruw+Ba229zUaAAAECBAgQIFCegMC1PC9PEyBAgAABAgQIECBAgAABAgQIECBAgAABAgQIECBAgAABAgQIECBAgEB+BQSu6c5e4JrOL9ej0wSur776alx22WWxb9++omFyU+uXv/zlmDZtWnR0dBT+fPz48fHggw/GKaecMqC1wHXgTzErgevbb78d06dP7xEw33nnnbFo0aKSf5f6imSTWPquu+6KE088seT3JA8mNwXfcsstxTG33XZbLF26tKx3eJhAJQIC10rUjCFAgAABAgQIEKiVgMC1VtLmIUCAAAECBAgQIECAAAECBAgQIECAAAECBAgQIECAAAECBAgQIECAAIFGFxC4pjtBgWs6v1yPThO49hVcjhs3rhCy/uAHPyi63nTTTYUI8bjjjhvQWuA68KeYlcB1z549cfHFF8eBAweKC961a1dceOGFJf8uvfXWWzFjxozYvXt3ccyyZcsi+U8f0eCA7xW4lszuwSoLCFyrDOp1BAgQIECAAAECVRUQuFaV08sIECBAgAABAgQIECBAgAABAgQIECBAgAABAgQIECBAgAABAgQIECBAoIkFBK7pDlfgms4v16PTBK4JXF/je4OWGj8KXAf+FLMSuK5ZsyYWLFhQXOzYsWPjoYceitNOO63k36Unn3wypkyZUrzlNxm4ffv2mDhxYsnv6HpQ4Fo2mQFVEhC4VgnSawgQIECAAAECBIZEQOA6JKxeSoAAAQIECBAgQIAAAQIECBAgQIAAAQIECBAgQIAAAQIECBAgQIAAAQJNKCBwTXeoAtd0frkenTZwff3112Pq1Kmxd+/ePh0vuOCC2LBhQ4wcOXJQZ4HrwERZCFw7Ojri2muvjY0bNxYXO3PmzLjnnntixIgRg55x8sDhw4djyZIlcffddxefHzNmTGzZsiVGjRpV0ju6PyRwLZvMgCoJCFyrBOk1BAgQIECAAAECQyIgcB0SVi8lQIAAAQIECBAgQIAAAQIECBAgQIAAAQIECBAgQIAAAQIECBAgQIAAgSYUELimO1SBazq/XI9OG7j2F112oS5dujSWLVsWxx133KDOAteBibIQuL7wwgsxefLkOHDgQHGxq1evjvnz5w96vl0P9PWO66+/PlatWhXDhg0r+T1dDwpcyyYzoEoCAtcqQXoNAQIECBAgQIDAkAgIXIeE1UsJECBAgAABAgQIECBAgAABAgQIECBAgAABAgQIECBAgAABAgQIECBAoAkFBK7pDlXgms4v16PTBq4JXl/vSP48udFz27Ztcf7555dkLHAdmKnegeuRI0di+fLlkQSlXT+tra2xdevWGD16dElnfOjQoVi0aFGsXbu2+Hy530nviQSuJdF7aAgEBK5DgOqVBAgQIECAAAECVRMQuFaN0osIECBAgAABAgQIECBAgAABAgQIECBAgAABAgQIECBAgAABAgQIECBAoMkFBK7pDljgms4v16OrEbi++eabMW3atHj++ed7WE6YMCE2btwYH/vYx0oyFrgOzFTvwLWvc549e3a0t7dHS0vLoGfc2dkZmzdvjgULFkRHR0fx+SlTpsT69evjIx/5yKDv6OsBgWtFbAZVQUDgWgVEryBAgAABAgQIEBgyAYHrkNF6MQECBAgQIECAAAECBAgQIECAAAECBAgQIECAAAECBAgQIECAAAECBAg0mUAjBq5nRcRLGTkHgWtGDqIRl1GNwPXw4cOxZMmSuPvuu3sQJOHhzTffHH1EYH1SCVwH/oLqGbgmcWpbW1ssXry4xyIfeeSR+NrXvlbSp79v37648sore4TQye2tSQQ9adKkkt7R10MC14rpDEwpIHBNCWg4AQIECBAgQIDAkAoIXIeU18sJECBAgAABAgQIECBAgAABAgQIECBAgAABAgQIECBAgAABAgQIECBAoIkEGjFwvTUizo2I5RGxu85nIXCt8wGYnkCzCyRxanJL7969e4tbnThxYqxduzY+/vGPD7r9X/7ylzF//vzYvn17j2evueaaWLVqVUk3wPY3icB1UH4PDJGAwHWIYL2WAAECBAgQIECgKgIC16owegkBAgQIECBAgAABAgQIECBAgAABAgQIECBAgAABAgQIECBAgAABAgQI5ECgEQPX346In0fEh/83cK1n6CpwzcEviS0SqJfAoUOHCjf03nvvvT2WsGnTppgxY8agy3r77bcLN78mN7V2/xk3blzcf//90draOug7BnpA4JqKz+AUAgLXFHiGEiBAgAABAgQIDLmAwHXIiU1AgAABAgQIECBAgAABAgQIECBAgAABAgQIECBAgAABAgQIECBAgAABAk0i0IiBa0Kf3OK6rNsZJDe51iN0Fbg2yS+CbRDImkBnZ2ds3rw5FixYEB0dHcXllXp7a39x64gRI2L16tWFW2H7iATLYhC4lsXl4SoKCFyriOlVBAgQIECAAAECVRcQuFad1AsJECBAgAABAgQIECBAgAABAgQIECBAgAABAgQIECBAgAABAgQIECBAoEkFGjVw7X6La/ejqXXoKnBt0l8M2yJQb4Gnnnoqrrjiiti/f39xKUmcmtzGOmnSpAGXl4xZtGhRbNu27ajnVq5cWbjV9fjjj0+9RYFrakIvqFBA4FohnGEECBAgQIAAAQI1ERC41oTZJAQIECBAgAABAgQIECBAgAABAgQIECBAgAABAgQIECBAgAABAgQIECDQBAKNGrgm9L1vce1+HLUKXQWuTfBLYAsEsiiwb9++uPLKK+P5558vLm/evHnR1tYWLS0t/S75pZdeij/90z+NF1988ahnbr311liyZEkMHz68KlsWuFaF0UsqEBC4VoBmCAECBAgQIECAQM0EBK41ozYRAQIECBAgQIAAAQIECBAgQIAAAQIECBAgQIAAAQIECBAgQIAAAQIECDS4QCMHrv3d4tr9SIY6dBW4NvgvgOUTyLJA91tcW1tb46GHHoozzzxzwCX/z//8T3zve98r3ODa0dFRfPYv//IvI/nPQHFsuRYC13LFPF8tAYFrtSS9hwABAgQIECBAYCgEBK5DoeqdBAgQIECAAAECBAgQIECAAAECBAgQIECAAAECBAgQIECAAAECBAgQINCMAo0cuCbnMdAtrt3Pa6hCV4FrM/5W2BOBjAh0dnbGunXr4qqrror77rsv5s6dG32EfUet9oMPPogHH3wwrrnmmsLfJbe2Ll68uGo3t3ZNKHDNyIeSw2UIXHN46LZMgAABAgQIEGggAYFrAx2WpRIgQIAAAQIECBAgQIAAAQIECBAgQIAAAQIECBAgQIAAAQIECBAgQIBAXQUaPXAt5RbX7sDVDl0FrnX9fE1OoPkFDh06FJs3b45p06aVdftqcpNrW1tbfPzjH48ZM2bE8ccfX3Ws73znO/HYY48V3/vVr341rrvuuqrP44UEegsIXH0TBAgQIECAAAECWRYQuGb5dKyNAAECBAgQIECAAAECBAgQIECAAAECBAgQIECAAAECBAgQIECAAAECBLIk0OiBa2JZ6i2u3d2rFboKXLP0NVsLAQIECORCQOCai2O2SQIECBAgQIBAwwoIXBv26CycAAECBAgQIECAAAECBAgQIECAAAECBAgQIECAAAECBAgQIECAAAECBGos0AyBa7m3uHYnThu6Clxr/MGajgABAgQICFx9AwQIECBAgAABAlkWELhm+XSsjQABAgQIECBAgAABAgQIECBAgAABAgQIECBAgAABAgQIECBAgAABAgSyJNAMgWviWcktrt3PodLQVeCapa/ZWggQIEAgFwIC11wcs00SIECAAAECBBpWQODasEdn4QQIECBAgAABAgQIECBAgAABAgQIECBAgAABAgQIECBAgAABAgQIECBQY4FmCVzT3OLanbzc0FXgWuMP1nQECBAgQEDg6hsgQIAAAQIECBDIsoDANcunY20ECBAgQIAAAQIECBAgQIAAAQIECBAgQIAAAQIECBAgQIAAAQIECBAgkCWBZglcE9O0t7h2P5dSQ1eBa5a+ZmshQIAAgVwICFxzccw2SYAAAQIECBBoWAGBa8MenYUTIECAAAECBAgQIECAAAECBAgQIECAAAECBAgQIECAAAECBAgQIECAQI0FmilwrdYtrt2PYLDQVeBa4w/WdAQIECBAQODqGyBAgAABAgQIEMiygMA1y6djbQQIECBAgAABAgQIECBAgAABAgQIECBAgAABAgQIECBAgAABAgQIECCQJYFmClwT12re4tr9nPoLXQWuWfqarYUAAQIEciEgcM3FMdskAQIECBAgQKBhBQSuDXt0Fk6AAAECBAgQIECAAAECBAgQIECAAAECBAgQIECAAAECBAgQIECAAAECNRZotsB1KG5x7X4kvUNXgWuNP1jTESBAgAABgatvgAABAgQIECBAIMsCAtcsn461ESBAgAABAgQIECBAgAABAgQIECBAgAABAgQIECBAgAABAgQIECBAgECWBHoHrllaW5bX0hW6Jn7Fn87OHr1rltdvbQQIECBAoGEFBK4Ne3QWToAAAQIECBDIhYDANRfHbJMECBAgQIAAAQIECBAgQIAAAQIECBAgQIAAAQIECBAgQIAAAQIECBAgUAUBgWsVELteIXCtIqZXESBAgACBfgQErj4NAgQIECBAgACBLAsIXLN8OtZGgAABAgQIECBAgAABAgQIECBAgAABAgQIECBAgAABAgQIECBAgAABAlkSELhW8TQErlXE9CoCBAgQINCPgMDVp0GAAAECBAgQIJBlAYFrlk/H2ggQIECAAAECBAgQIECAAAECBAgQIECAAAECBAgQIECAAAECBAgQIEAgSwIC18pO46mIuDUiEr/ij8C1MkyjCBAgQIBAOQIC13K0PEuAAAECBAgQIFBrAYFrrcXNR4AAAQIECBAgQIAAAQIECBAgQIAAAQIECBAgQIAAAQIECBAgQIAAAQIEsiHw2xHxZkQk/z0UP11h6+7/fXln90kErkNB7p0ECBAgQKCngMDVF0GAD3qN4wAAGsNJREFUAAECBAgQIJBlAYFrlk/H2ggQIECAAAECBAgQIECAAAECBAgQIECAAAECBAgQIECAAAECBAgQIECAwNAJJLeqLhuC1/cOW7umELgOAbZXEiBAgACBgQQErr4PAgQIECBAgACBLAsIXLN8OtZGgAABAgQIECBAgAABAgQIECBAgAABAgQIECBAgAABAgQIECBAgAABAgSGRmAobm/tL2zt2oHAdWjO0lsJECBAgEC/AgJXHwcBAgQIECBAgECWBQSuWT4dayNAgAABAgQIECBAgAABAgQIECBAgAABAgQIECBAgAABAgQIECBAgAABAkMjUM3bWwcLW7t2IHAdmrP0VgIECBAg0K+AwNXHQYAAAQIECBAgkGUBgWuWT8faCBAgQIAAAQIECBAgQIAAAQIECBAgQIAAAQIECBAgQIAAAQIECBAgQIBA9QWqdXtrqWFr1w4ErtU/S28kQIAAAQIDCghcfSAECBAgQIAAAQJZFhC4Zvl0rI0AAQIECBAgQIAAAQIECBAgQIAAAQIECBAgQIAAAQIECBAgQIAAAQIECFRfIO3treWGrV07ELhW/yy9kQABAgQIDCggcPWBECBAgAABAgQIZFlA4Jrl07E2AgQIECBAgAABAgQIECBAgAABAgQIECBAgAABAgQIECBAgAABAgQIECBQXYE0t7dWGrZ27UDgWt2z9DYCBAgQIDCogMB1UCIPECBAgAABAgQI1FFA4FpHfFMTIECAAAECBAgQIECAAAECBAgQIECAAAECBAgQIECAAAECBAgQIECAAIEaC1Rye2vasLVriwLXGh+26QgQIECAgMDVN0CAAAECBAgQIJBlAYFrlk/H2ggQIECAAAECBAgQIECAAAECBAgQIECAAAECBAgQIECAAAECBAgQIECAQPUEyr29tVpha9cOBK7VO0tvIkCAAAECJQkIXEti8hABAgQIECBAgECdBASudYI3LQECBAgQIECAAAECBAgQIECAAAECBAgQIECAAAECBAgQIECAAAECBAgQqLFAqbe3Vjts7dqmwLXGB246AgQIECAgcPUNECBAgAABAgQIZFlA4Jrl07E2AgQIECBAgAABAgQIECBAgAABAgQIECBAgAABAgQIECBAgAABAgQIECBQHYFSbm8dqrC1awcC1+qcpbcQIECAAIGSBQSuJVN5kAABAgQIECBAoA4CAtc6oJuSAAECBAgQIECAAAECBAgQIECAAAECBAgQIECAAAECBAgQIECAAAECBAjUWGCg21uHOmzt2qrAtcaHbjoCBAgQICBw9Q0QIECAAAECBAhkWUDgmuXTsTYCBAgQIECAAAECBAgQIECAAAECBAgQIECAAAECBAgQIECAAAECBAgQIJBeoL/bW2sVtnbtQOCa/iy9gQABAgQIlCUgcC2Ly8MECBAgQIAAAQI1FhC41hjcdAQIECBAgAABAgQIECBAgAABAgQIECBAgAABAgQIECBAgAABAgQIECBAoMYCvW9vrXXY2rVdgWuND950BAgQIEBA4OobIECAAAECBAgQyLKAwDXLp2NtBAgQIECAAAECBAgQIECAAAECBAgQIECAAAECBAgQIECAAAECBAgQIEAgnUD321vrFbZ27eCDiCj+e4sffPBB9BHdpNut0QQIECBAgEBRoLOzM4499tjuIsn/s4kef4CLAAECBAgQIECAQD0FBK711Dc3AQIECBAgQIAAAQIECBAgQIAAAQIECBAgQIAAAQIECBAgQIAAAQIECBAYWoHk9tbzIiL5791DO9Wgb38vIlq6njp48GCMGDFi0EEeIECAAAECBCoT6OjoiA996EPdBx+KiJMqe5tRBAgQIECAAAECBKovIHCtvqk3EiBAgAABAgQIECBAgAABAgQIECBAgAABAgQIECBAgAABAgQIECBAgACBrAicFREvZWQxP4+IU7rW8q//+q9x+umnZ2RplkGAAAECBJpP4I033ojPfOYz3Te2PyJObb6d2hEBAgQIECBAgECjCghcG/XkrJsAAQIECBAgQIAAAQIECBAgQIAAAQIECBAgQIAAAQIECBAgQIAAAQIECDSWwNMR8YddS3788cdjwoQJjbUDqyVAgAABAg0ksHPnzrjooou6r/jHEfFHDbQFSyVAgAABAgQIEGhyAYFrkx+w7REgQIAAAQIECBAgQIAAAQIECBAgQIAAAQIECBAgQIAAAQIECBAgQIAAgYwIrI2IuV1rWblyZXzzm9/MyNIsgwABAgQINJ/At771rbjxxhu7b2xdRMxrvp3aEQECBAgQIECAQKMKCFwb9eSsmwABAgQIECBAgAABAgQIECBAgAABAgQIECBAgAABAgQIECBAgAABAgQINJbA1RFxb9eSJ06cGNu3b2+sHVgtAQIECBBoIIFJkybFjh07uq/4moj4bgNtwVIJECBAgAABAgSaXEDg2uQHbHsECBAgQIAAAQIECBAgQIAAAQIECBAgQIAAAQIECBAgQIAAAQIECBAgQCAjAmMi4qWutZx44onx3nvvxTHH+FcZM3I+lkGAAAECTSTQ2dkZJ510Urz//vvdd3VWROxtom3aCgECBAgQIECAQIML+KdCDX6Alk+AAAECBAgQIECAAAECBAgQIECAAAECBAgQIECAAAECBAgQIECAAAECBBpI4OcRcUrXerdu3RqXXnppAy3fUgkQIECAQGMIPPzww3HZZZd1X+z+iDi1MVZvlQQIECBAgAABAnkRELjm5aTtkwABAgQIECBAgAABAgQIECBAgAABAgQIECBAgAABAgQIECBAgAABAgQI1F/groi4vmsZEydOjO3bt9d/VVZAgAABAgSaTGDSpEmxY8eO7ru6OyK+0WTbtB0CBAgQIECAAIEGFxC4NvgBWj4BAgQIECBAgAABAgQIECBAgAABAgQIECBAgAABAgQIECBAgAABAgQIEGgggT+IiOe6r/enP/1pfO5zn2ugLVgqAQIECBDItsCLL74YZ599du9Fjo+If872yq2OAAECBAgQIEAgbwIC17yduP0SIECAAAECBAgQIECAAAECBAgQIECAAAECBAgQIECAAAECBAgQIECAAIH6CjwdEX/YtYTp06fH97///fquyOwECBAgQKCJBGbMmBEPPvhg9x39OCL+qIm2aCsECBAgQIAAAQJNIiBwbZKDtA0CBAgQIECAAAECBAgQIECAAAECBAgQIECAAAECBAgQIECAAAECBAgQINAgApdHxJbua3388cdjwoQJDbJ8yyRAgAABAtkV2LlzZ1x00UW9Fzg1In6Q3VVbGQECBAgQIECAQF4FBK55PXn7JkCAAAECBAgQIECAAAECBAgQIECAAAECBAgQIECAAAECBAgQIECAAAEC9RPocYvrGWecES+//HIcc4x/rbF+R2JmAgQIEGh0gc7OzjjzzDPjlVde6b4Vt7c2+sFaPwECBAgQIECgiQX8k6AmPlxbI0CAAAECBAgQIECAAAECBAgQIECAAAECBAgQIECAAAECBAgQIECAAAECGRX4UkQ82X1t8+bNi/vuuy+jy7UsAgQIECCQfYGrrroq1q5d23uh50fEP2Z/9VZIgAABAgQIECCQRwGBax5P3Z4JECBAgAABAgQIECBAgAABAgQIECBAgAABAgQIECBAgAABAgQIECBAgED9Be6KiOu7L2PlypXxzW9+s/4rswICBAgQINBgAt/61rfixhtv7L3quyPiGw22FcslQIAAAQIECBDIkYDANUeHbasECBAgQIAAAQIECBAgQIAAAQIECBAgQIAAAQIECBAgQIAAAQIECBAgQCBjAj+JiLHd19Te3h7XXnttxpZpOQQIECBAILsC99xzTyxcuLD3AvdExO9ld9VWRoAAAQIECBAgQCBC4OorIECAAAECBAgQIECAAAECBAgQIECAAAECBAgQIECAAAECBAgQIECAAAECBOolMCYino2Ilu4LcJNrvY7DvAQIECDQaAL93Nx6KCLOiYi9jbYf6yVAgAABAgQIEMiXgMA1X+dttwQIECBAgAABAgQIECBAgAABAgQIECBAgAABAgQIECBAgAABAgQIECBAIGsCX42IR3svat68ebFmzZo45hj/qmPWDsx6CBAgQKD+Ap2dnTF//vxYu3ZtX4u5OCIeq/8qrYAAAQIECBAgQIDAwAL+qY8vhAABAgQIECBAgAABAgQIECBAgAABAgQIECBAgAABAgQIECBAgAABAgQIEKi3wOURsaX3Is4444z427/925gwYUK912d+AgQIECCQGYGdO3fGDTfcEK+88kpfa5oaET/IzGIthAABAgQIECBAgMAAAgJXnwcBAgQIECBAgAABAgQIECBAgAABAgQIECBAgAABAgQIECBAgAABAgQIECCQBYHkJteHIqKl92KmT58ef/EXfxGf+9znsrBOayBAgAABAnURePHFF+Pb3/52PPjgg33Nfygivu7m1rocjUkJECBAgAABAgQqFBC4VghnGAECBAgQIECAAAECBAgQIECAAAECBAgQIECAAAECBAgQIECAAAECBAgQIFB1gTERsT4ixvb15okTJ8bMmTPjkksuiWOO8a9AVl3fCwkQIEAgcwKdnZ3xyCOPxMaNG2PHjh39rW9PRMyJiL2Z24AFESBAgAABAgQIEBhAwD/d8XkQIECAAAECBAgQIECAAAECBAgQIECAAAECBAgQIECAAAECBAgQIECAAAECWRO4KyKu729RJ554YlxwwQUxfvz4GDNmTPzu7/5ufOITn4iTTjpJ+Jq1k7QeAgQIEChJIAlZ33vvvfjFL34R//7v/x579+6N5557Lp544ol4//33B3rH3RHxjZIm8RABAgQIECBAgACBjAkIXDN2IJZDgAABAgQIECBAgAABAgQIECBAgAABAgQIECBAgAABAgQIECBAgAABAgQIFAS+FBG3RsQf8iBAgAABAgSOEvjx//7v5D+yIUCAAAECBAgQINCoAgLXRj056yZAgAABAgQIECBAgAABAgQIECBAgAABAgQIECBAgAABAgQIECBAgAABAvkQuDwiFgpd83HYdkmAAAECgwokYWt7RPxg0Cc9QIAAAQIECBAgQCDjAgLXjB+Q5REgQIAAAQIECBAgQIAAAQIECBAgQIAAAQIECBAgQIAAAQIECBAgQIAAAQIFgT+IiK9HxKSIOIUJAQIECBDIkcD+iNgeEQ9FxD/naN+2SoAAAQIECBAg0OQCAtcmP2DbI0CAAAECBAgQIECAAAECBAgQIECAAAECBAgQIECAAAECBAgQIECAAAECTSgwJiLGR8TZETEqIj4VER+LiBMjwr8b2YQHbksECBDIgUBnRLwfEe9ExP+JiNcj4qcR8VxE7M3B/m2RAAECBAgQIEAghwL+IU4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wGBaw4P3ZYJECBAgAABAgQIECBAgAABAgQIECBAgAABAgQIECBAgAABAgQIECBAgAABAgQIECBAgAABAgQIECBAgAABAvUUELjWU9/cBAgQIECAAAECBAgQIECAAAECBAgQIECAAAECBAgQIECAAAECBAgQIECAAAECBAgQIECAAAECBAgQIECAAIEcCghcc3jotkyAAAECBAgQIECAAAECBAgQIECAAAECBAgQIECAAAECBAgQIECAAAECBAgQIECAAAECBAgQIECAAAECBAgQqKeAwLWe+uYmQIAAAQIECBAgQIAAAQIECBAgQIAAAQIECBAgQIAAAQIECBAgQIAAAQIECBAgQIAAAQIECBAgQIAAAQIECORQQOCaw0O3ZQIECBAgQIAAAQIECBAgQIAAAQIECBAgQIAAAQIECBAgQIAAAQIECBAgQIAAAQIECBAgQIAAAQIECBAgQIBAPQUErvXUNzcBAgQIECBAgAABAgQIECBAgAABAgQIECBAgAABAgQIECBAgAABAgQIECBAgAABAgQIECBAgAABAgQIECBAIIcCAtccHrotEyBAgAABAgQIECBAgAABAgQIECBAgAABAgQIECBAgAABAgQIECBAgAABAgQIECBAgAABAgQIECBAgAABAgTqKSBwrae+uQkQIECAAAECBAgQIECAAAECBAgQIECAAAECBAgQIECAAAECBAgQIECAAAECBAgQIECAAAECBAgQIECAAAECORT4vxtVB6bUQfRw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61" name="AutoShape 13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00SvRHIMkZJISkeS4k1HxyaHmcx8SqOZzuVMMW86EZFCqDQRImL4Jo0wKHWhXuOaMcZ812+x//azn7X2Ou7T89zruv7XmJ6117rXb629973v+/7dt+qed60aGz7fRHDNB8EV78Ff/vKXDM+KoKnOQdCP9CfVE5t+JwRiEbDWXwlXQoAQIAQIAUKAELBDgPRXO9yq6CrSz6pos2mphAAhQAgQAvlAgPSzfOwDSZEYAqRfJgYtDUwIEAKEACFACIgRKJp+SQRXOsmEACFACBAChAAhUIZA0RQa2sKKR4AMXBW/xbRAQoAQIAQIgbwhQPpg3nbEWB4n/UlUffP8889n9957L2vQoEGJMG+//Tbr0aMHe+edd2r+3YScKFrZ9u3b2UUXXcSWLVtW8jP+bcaMGQwE2qTbJ598wvr27ctWrFhhLAPIvoMHDy65rnXr1gzEwebNm3sVfceOHWzQoEG8wm642RJcfcqJ8wLZwu33v/89J0SHnzG6/WTAmRJcRSRCyDllyhS2xx57WO+PaFxZNdR3332XXXjhhWzDhg018+kS6KwFjFwoOzt/+MMf+Nl3batWrWLt2rUrGQbPhjlz5rC9997bdXjh9a5kUxHZWrUvrnOGF0IEV3eCK94PqP7ctm1b6zMmShygOgfBZKQ/WcNOFxICQMBJfyUICQFCgBAgBAgBQsAcAdJfzTGrsitIP6uyDaflEgKEACFACGSPAOln2e8BSZAoAqRfJgovDU4IVCcCzzzzDNttt93YkUceyRo2bFgSh+AbkX//+99s586d7Ntvvy0ZulatWjyGZdddd/U9JY1HCDgjUDT9kgiuzltOAxAChAAhQAgQApWHQNEUmsrbAVpRBAEycNGRIAQIAUKAECAEUkaA9MGUAfc/nZP+ZFJ9U0TmFJEYTZYIx8CkSZPYNddcU3KZrAKoydi6fR955BF2wQUXlHXXqSI7b9481qtXr5JrDz74YE5Cbdmypa4IWv1kRNzf/OY3vAJhXHvzzTdZ9+7d2caNG2u66ZK4dIQTkZ87duzIHnzwQdaoUSM+xN/+9jc2bNgwNmvWrJohTffZlOAKJ1eHDh1KlnDWWWcxkAv32msvnaUJ++DMXn311SW/yQiuIiKlD2KeifCy6r/jxo1j119/vclQwr6owNu/f/+S3zp37sz3P0qUd57shwFcyaZEcO3LnnrqKa0zHHQSVax2IUmbjLdt2zbWp08ftnz58hKZQXA988wzrY+ViPyt+2wk/ckadrqQEAACTvorQUgIEAKEACFACBAC5giQ/mqOWZVdQfpZlW04LZcQIAQIAUIgewRIP8t+D0iCRBEg/TJReGlwQqD6EPjf//1fNnToUO5/RvvpT3/Kxo8fXxar4QuZlStXcv/3Bx98UDIk/JujR48uFMFV5JOVxTb4wo/GyQaBoumXRHDN5pzQrIQAIUAIEAKEQK4RKJpCk2swSTgfCJCByweKNAYhQAgQAoQAIWCAAOmDBmDls6uz/iSqqgkj94033liT9VJEhD388MPZggULWIsWLZyQEVWRxYAgvY4dO5bVqVPHafy4i7EuVEDFOsJNd21//OMf2UknnVQ2hSvpSiTzunXrWJcuXdinn35a8vPs2bPZxRdfHIuRiMznk4j7j3/8g40aNYpNnTq1Rg6QOBctWsTat2/P/00k/yWXXMKmT5/O9txzT609NiW4ioi9yOg6f/58dthhh2nNGe30zTffcKcVSK7hJnMCyWR2IQbaCC5yXOlU/1XN9a9//YsTrG+99daSrj7GjpubCK7fo+OLqIuxVI5ME0Kq6tzgd5Pxvv76azZy5Eh2zz33lAytk4ggThY4pUGcXbNmTU03Irjq7B71IQScEXDWX50loAEIAUKAECAECIEqQ4Dsf1W24ebLJf3MHDO6ghAgBAgBQoAQcEKA9DMn+Oji/CNA+mX+94gkJAQKhUDUp4dE2o8//jhr3bq193Vs2bKFDRo0iC1ZsqRs7Ntuu40nwt5ll128z5vUgERwTQrZ/I1bNP2SCK75O0MkESFACBAChAAhkDkCRVNoMgeMBEgaATJwJY0wjU8IEAKEACFACEQQIH2w8EfCWX96//33We/evdnatWtrwDjjjDMYqjLCMYAmIqGakhNlSMuqS2LuuXPnslNOOSWxTcL4l19+OUPGz3AbMWIEg3NCRa597733eFZQkDfDLUoQ9rEAVB3t169f2VDIHqrCyJQYaiOvqFoqiI9jxoxhtWrVElbqNSV5mq5DVvXx4YcfZt26dbNZJtu+fTu76KKL2LJly0qul5EDZYRY3TMWJySqD99yyy2sadOm7KijjmIHHnggO/TQQxkIeiAYh5uo2vAJJ5zA5syZwzPc2jYZHr6qw8rkIoLr98hUC8EVawWJ+oYbbig5Eq5EaiQp6NSpU8k7gAiutk8Duo4QMELAWX81mo06EwKEACFACBAChEBNArMQFEWIIaOdSw8B0s/Sw5pmIgQIAUKAECAEOALkn6WDUOEIkH5Z4RtMyyME0kbgpZdeYh06dKjx6XXs2JFXc23UqJFXUf72t7/xxN4zZ84Ujgu/OhKQt2vXzuu8SQ5GBNck0c3X2EXTL4tgnCSFJl9nnKQhBAgBQoAQqAIEiqbQVMGWVPsSSR+s9hNA6ycECAFCgBBIHQHSB1OH3PeEzvqTqvrmv//9b15JFWTFcHMhCUZBWLVqFSeKRquTnnfeeezOO+9kjRs39o0be+edd9iAAQNKiL2YBE6JhQsXsmOOOUY5J4ixQ4cO5c6TcDv//PMZKuM2aNBAOYZOBxkJWJegKJMTBN+ePXvqiKDsg71DJdnly5fX9A0cS8hgOnDgQF7RNWjHHXcce+ihhzgpU7eZElxl1UVdyNnPPvssw/5GSdFx1S9F5GTdKsEybOBcGzZsGJs1a5bW2Xv77bdZjx49+LkPN1OScVQeGR5JVDEOz00E1+/RqCaCq+is6ZJRRfcRng+//vWveSXZcNMdk/Qn3Sc39SMEhAg466+EKyFACBAChAAhQAiYIUD6qxleVdib9LMq3HRaMiFACBAChEC2CJB+li3+NHviCJB+mTjENAEhUF0IIGZk8ODBNYu+6qqr2Pjx41nt2rW9AfHtt9+y3//+92z06NGxY3bu3Jndc889rEmTJt7mTnIgIrgmiW6+xi6afkkE13ydH5KGECAECAFCgBDIBQJFU2hyARoJkSQCZOBKEl0amxAgBAgBQoAQECBA+mDhj4UX/UlEHAqqb37xxRdlFSujFV5dUQTJ9sYbb+QOg2gbMmQIr6a65557uk5Tc/3WrVsZKv899thjZWOiQiBIT7vuuqvWfJMmTWJXX311SV9UzwTpFQRdH+3VV19l3bt3Zx988EHJcLrVC2VEz4kTJzI4f3w0EKGBxTXXXFMzHHBYunQp22233VjXrl1LCMzXX389J5aB/KrbTAmuGFd0tlEdGMTO008/XXdq3k9GNMZvcQRXGbnU9KyFhQWBFGciSrTFPYQ9jT7bZYRYFwfczp072fDhw3m153Dz/XwQbRIRXL9HpZoIriISPTCQnXnVzS3CDtcQwVWFHP1OCHhBwIv+6kUSGoQQIAQIAUKAEKgSBMj+VyUbbb9M0s/ssaMrCQFCgBAgBAgBKwRIP7OCjS4qDgKkXxZnr0hSQiD3CHzzzTecdIpYhKC5JnGOLhqxDkjODRJt2P+OpN1I8o14lXCsRhIxLEltBBFck0I2f+MWTb8kgmv+zhBJRAgQAoQAIUAIZI5A0RSazAEjAZJGgAxcSSNM41cVAsgstmnTJk64eO2113jFrjfeeIN9/vnnNTi0atWKV6o7/vjj2YknnsiOOOIIVr9+/arCKYvFfvfdd+yjjz5if/zjH9n69evZ66+/zjZu3FhiDDv00ENZ8+bNeQVBVOhr3bo1a9iwYRlhJWn5w7JCXtE5gqw4RyAE4CwdffTRbP/992e1atVKWjwa3wMCpA96ADHbIbzoT9u3by8jsQbVN0EC6tSpU4khH0ZwEFIF58caDVlFVQwIIiD+fJBc8R6EA+Tuu+8ukxXvQjhDmjVrpr2Ol19+uYy8iYvh7Lj//vsZKnW6NBATQVgUyWtSRRckxP79+5eI4juzqQgLkGjRwiRgEF9RzbV9+/ZG0NgQXEHQBhF4wYIFJXOZVgeWObWCQeMIrjICN3C44447WO/evY3uJRlBW1UVFoTuiy66qIwU+5vf/IaNGjWK1alTR3s/4jLY2hIOtSdnjBHB9Xu0qonginsQ2ZAvv/zykqMCHXT27NmsXbt22kcIz1Wc+ZkzZ5ZdQwRXbRipIyHggoAX/dVFALqWECAEvkcgbDuEPgs7IuxU4SCutm3b8u8j2Kagvx9yyCHayYB84lwkW5rPddNYhIAvBMj+5wvJih2H9LOK3VpaWJERIP2nyLuXL9mLpPfnC7lkpSH9LFl8afTMESD9MvMtUAugEwsUjik79dRT2VFHHeW1YqZaSuphiwB8YbDzIc7rxRdf5PFoiE0LGvzU2M99992X2/2OPfZYduSRR3qJx7CVWXZdNJbl4IMPZgsXLmQtW7b0NtXKlSt5LEWYxBr4IE855RQ2depUduWVV5bMhwqySP6tmzhdR1iQeRED8uGHH9Z0Rxxnv3792E9+8hOdIcr6+Ca4btmyhc2dO5chBiJoBxxwALvgggvo+WC1Q/4uKpp+SQRXg72Py8ZvMAzvGgT6IhAZgckISkaQRIMGDUyHEva3CWLxMnGBBxE9qBHIhcok1JJDAErSSSedlNwEMSPrVjTJRLicTUrPlJxtSAriFE2hSQESmiJbBCrawIXKWagGBl0k2hBsfu655yaOvqiyFiaNC4b/n//5H/6RHG66Qb8yEoLNQmE023vvvVnTpk25UQUEOt+GFdFabWS1ucaXPoo9hrEFVePuvffeskpvKtlgwEKwGvSn0047zYjooBrb5XffumQa50m03s8++4zNnz+f3XXXXWzDhg3GkGBvLr30Ul4R0AfJK04A3L/ITmcrK+5PEBAuvPBCts8++2iv1ef3uPakko5xZCXXsfN0PemDedoNK1m86E+y6ptLlixhr7zySklVTlS/fPTRR1mbNm2sBI67CIZwPDuiVSlxDYh5yIzZpEkT63nfffddNnLkSIbql9GGdyAcIR06dDAaX1YZE4OgOuaMGTN4EgCbhmci1nzzzTeXXW5aJXPdunWsS5cuJVVUIR90Bl92ShEWsIWiYf6gnX/++VxPMZ3XhuCKOWXVTnv06MEzvcJxF9dwfyxbtoxdccUVUt1K9c548803Wa9evXiiiHDD2ZgwYQJ3+OgkhogjaAdVl2VVcWUVVyEPzhgIf3Xr1lUeVTiroB+A5B69V21I4soJBR1kZwHORzgZVc3G/uVKqg3LJPrusPke8LUOyKY6wyKbukt2ZJvxPv74Y/4ueP7550u2GAkF8KwNnjdx+4/n1Lhx4/ifqOl+65L+pLrL6HdCIP7VGv4V79ksm+h5lIU8QXV5ZINfvnx5iQgIMJozZ461TmmyHiQHGThwIE9GEm6XXHIJmz59undbhE/bock60VfnmS+r+A2bGfRolR5pKhP6J+3Hxj2H7yIk0HnkkUeMbYfQX3FGEPCFwKWkWx5tab5syIgfwTncY489eEAhdBnfSeN821RN9lvHP5+UfDinCHZs1KgRgx0Y+MKnYPoNarLevPcl/TXvO5S5fF7si5mvIgUBYM8aNGhQ2UxI8IZEcmk0vL9hRwq3uGRysmetyg4QjE/vPb1d1Xnv6Y3EWB71H13ZZf186v1Z+Xhla5N9Q6E/krVBd86iFU3vzwKjrOck/SzrHaD5E0aA9MuEAXYZHsQ5JEaGPRK2L5MGWwb8NNB9DjvsMO0Evm+//TaDXzbqJ+3evTt/X6ZRiOH999/nSYfXrl1bsmSRf9WnvQK6C2Idg+IGSdonQFrG+pBgGfZdUcxF3H7juwJ+fMRrwPfmk7hpcs6ifeFnx1lB4Qg03zEOInJrNFG1KHmubTLrOCxEMXNnnXUWw3fZXnvtZQWjb4KryGbu83vIapF0EUegaPolEVwNDm4aAbXnnHMOZ/Ijs7jLC8AmiMUAiorsmrRjsCJB87AonwqfqTj04tRHjJ4p+lhVSs+iKTSVgjutQ4pAxRu4ZBW+RowYwckLJlWTbM6RzMESN39eCK6i9QaGFRBVEKSiQwqIw82Xk9Zmb2wC2qPzbN68maFiFioYmRqpRDLDqIbA79NPP90ZWxtMwtekoUsG5wkV5pDlzWdVwm3btrE777yTk2jCFXRtcUEipV/96lc8iMH3cwPfwzB23nLLLV5khYH7pptu4gZQHVJuGt/jurjrBnjojpfXfqQP5nVntOXypj+JHEuomvrnP/+ZEz+DllRwO8ZHJnE8K2G7Eb3L8PzDMwXPPx0iXiAzHA4g5MmebXgHwHmFQDQbOx3eU3379hUGh9s8sxF8ggyqY8aMYU888UTZYYC8CKhHwgPd9sknn3AZV6xYUXNJEtlNdfQp2wqftgRXWQVVAKHSd0AKxdmBrhanX6neGbLqk8FmgDx77bXXsgMPPFCog8Ah+dprr3FSqYigrUuyePXVV7kDMJx9NpAB9mqcOQTVi/RqrAHOXyTtgeM72nAugRWIvEm3HTt28IDS8LMJc+L5hO8qJMaJazb2LyK4/l+uf4Zb2gRXzC2rRAwSA+Tr2bOnUOdUPVeDdemQndCX9Kek73Iav8IR8Ka/+sApTwTXPn36cF0YWd+jDVnbu3Xr5mPJsWPIbJdJze8z0N0UHJ1nvozgirnwrQS9yOb7IU7WpPzYeBciGOy3v/0tT2jm2kztPabz5dmWpvPNY7recH8kjcP3Ab7f6tWr5zIUr9KR5wTUacuHbx7YfhGj4+pLcNqYDC4m/TUD0Is1Za70szxDJwuKt03mZrpW2LiQoAzVg8Itbv68EFxla62m955qv/Os/6hkV/2etN7vO2ZAtZ7w77jHOnXqJLQdp/VsCMtTNL3fBOtK60v6WaXtKK0nggDplzk8Ej5jyvDuHTJkCLdjqnxygEKmxyaZWDu6BaJEMbL5k7ZXQEeAbVHmk7U5PqjWingHUWyBzXiwocD2CYKuz/g5G1nmzZtX4n++/vrreTyJLOmzyRyrVq3i8WxhsreMuAqC9oABA0pI0r5JrkRwNdk96htFoGj6JRFcDc5wmgG1ri8Am2AcAygqsmtSjsGKBMvjopJW+OJEJYKr/kbSM0Ufq0rpWTSFplJwz9k6jmKMrc+JTBVv4JIRTJH1CoFFCGhPsj377LM801Y4OD8uqy9kyTPBNYwVKlzAsNKsWTNrCJMOTooTzIXgCjIQqoLC+CUiK1gD8sOFwBaEoP333991KOvr09QlA0MsggQQrOfS4ER87rnnuFH3jTfecBlKeC2+J/F9A4K3j4aqWCB3LViwwMdwJWOgIiKqvYBMFdfS/B5XLVJFVlJdX5TfSR+02qmK1J9077+kgtuDnVCRXNEPgU+oMH/22WezQw45hNWuXbtsI7GeTZs28eykcVXNXcmtmBgyg7Q5evRo6YEKZEY17ubNm/NA5eD+A3kRhD28x1988UUGjKG3yRpIXHBQmQTT/+tf/+LX3HrrrSXDgix27rnnWt0IootkgX5B38MPP5y/Z1q0aGE8py3BFRNt3bqVZxPGekUN+jiyvbZt25bttttuDIRgvAeefPJJLf1K552hqhwJuXA+8M6EsxBy4BpUUUYF2WhG4WAdIPYhwQmCtFUNugmcgEOHDpUmsgAWHTt25ORfJKf45z//yQnXINbKzqWP+0gle/j3b775ht9vIAFFW1AJC/ihwcEeJYPb2L+I4JoPgqvqeYv7Ae8GEDmQEVvn/IbPkA7ZCf1JfzK5Y6lvThCoSP3VB7Z5IriCzJZlcjzoi7CtAZNwO+OMM3hyCwR8+W5JB7rHyavzzI8juEL/QbIN6G4+WxJ+bOiUqCw3YcIEL0nxwuvF+qdMmcKrdvhoRbClpWVDtkmWFN2DNG2q0bl1/PNZyYdvBNxrrrZfH2c+rTFIf00LaaN5SD8zgisfnbMOzJdVvoqrEpl3gmuws9Xw3pOd4iLoP653YJp6v4+YAd31yr6hgutVcRi68+j2K5Ler7umSu5H+lkl725mayP9MjPo8z0xdNg5c+bwRLs+EvKHVwv72owZM9gJJ5ygJEGKCKYYyzYxsgnqeEcOGzaMzZo1q+QyWWLvtOwV2BOQNV3sE4gzmDt3Lhs+fLj3/YUug8IYgwcPNopLMNmboC98v4iRQIXhaAMJFT77oCFO5IgjjlBOg4IRSMzcpEmTsr7QwVG5FWuLVjIeP348j/MTxWKIqr1i/3AfIAmvKxmYCK7KbaUOMQgUTb8kgqvBcdYN6DMYMrYrXgBjx47lGQBMq+/YBOP4kruo4yThGCwqFmnKnZbCJ1qTjgMtTSzyPBc9U/K8O8nIVjSFJhkUqn7UmxljiIT+NWPsx3JO2cBS8QRXwAqCBaoNRZtL9Rud7bINUisKwRUYIJgZgVqo6maTgT2t4CTRftkSXEFWhjEJxhWdBrJEkD0PRq6NGzdqkTbgWEZVTxAnXI0xOnJG+2ShS4IIgaqrjRs3thGZZyBEFTNUWtOpqAuMcYaDBpJT1IgmEgSGsmnTpnGjnM25D8ZUEX+sQIhcBMLM/fffz0BukrW0v8fj1qVDVvKBS9ZjkD5otQMVqz/JHEsBSmkl5QCBCe9lVFbRcbSF32+Q1eQZikBvkAlMyKKiUwPHGJIjzJw50+pQ6V6EQFxUqNSpih0dc/HixWVEP58ZTjGfjEgbyOJSAdiF4BqcCxA7lyxZogt3WT/cAyeeeCInCISb7jtDh+RqIhx0h/vuu4+hgquujgaHHYjfuL98JEdJ07kZxkb2XRXFT6Rn29i/iOCaD4Ir9tfH8xa694gRI7i+Hk5Eo0N2ggykP5k8qahvThCoWP3VFd+8EVxlwVa6zycXPD799FOGYPDly5eXDIMkKajy7iMjflS+NAPdo3PrYBpHcMV40MEefPBBtu+++7pAX3Ktbz829D0kM4P+p2rRRCGw0aD6g8quhfcq3qmnnHKKaorY34tiS0vbhnzRRRfxb0BRMJ4K8CxsqoFMOv75LOXr0aMHt6na2n5V2Oftd9Jf87YjXB7Sz3K5LWqhRMmEcRXe4fAH6dpn1DOV9xDZQlTJ5IpCcA1WW8nvPdGeF0X/sTmv4WvS1vtdYwZ016tK9ohxYH+CLmcaE6wrQ9CvSHq/6doqtT/pZ5W6s5mui/TLTOHP5+Tws8O2p+O/hr8PyfXr1q3LF4MEovCfqHz1uuQ+me0RSXdhX2vUqFFiIJomiknTXuFin4DPFwVVQNJU2e9cwI0jfLqMG742iVgxmf03zleOGEz40GW6mwxz3D9IzNy/f3+nuBMiuPo6UdU5TtH0SyK4GpzTJB6SOtOj4hL+TALUbIJxdGSp5D6+HYOVjJXPtaWp8EXl1nGg+VxrkceiZ0qRd89O9qIpNHarpKsUCPwHY2wzY6z+DwTXLImuVUFwlTk6XIL9dU45nBp9+vRha9asKemuyoRWJIIrFuYSYJ92cFJ4I2wIrjAionLV3XffLT0CqBY3cOBATmbZb7/9hEaUoDIYqk7A8CUzTsIZCDIHqgAn6aAXLSYrXRKBnQh0QpU9k4ZvSjgrb74ZPgRxA57YG+Apqz6IDHUIJAQhCSR4GQnF5dxDOhVJAOcIRtXTTz+dy1q/fv2SaomQExWqYdyGrHHnSEUczup7XLRLumQlk7ORx76kD1rtSsXqTzLHUoBSksHt0Z2Ac2DdunXsyiuvZHgP+G6ogo0KVSDH+nqv4XkKBw8qGCXhRLKxHYZxE+mDSTgNZYF+kMWlArArwRXzmzhyo2cOxFYkv8C7GZlhw83knQECN6rY4vzpJLOQnX3XSu5YB+7pJ554wvr2QpXXyZMns+OPP97bfaQrjG5yDpFd0Mb+RQTX/BBccUagM+JbFjq36fMW9/LUqVO5HwbZlIngqnvXUb+CI1Cx+qvrvuSN4Ir1yJLOxFXmcsUB14uSoaBq66OPPsratGnjY4qyMdIOdA8L4IPgivGgo0Ovc02YE8jm04/9zjvvsAEDBrC1a9cK9w8BiL1792bdu3fn30Ww90QbEuRt2bKF64w4g6+88opwLFeSa5FsaVnYkFEpd/r06ezggw82uhezsqlCSB3/vEy+tm3bGttjA2B0A3DRH9VboE8GwbtG4BasM9n/crlhpJ/lclvUQsEXAt9ONHlEklXvIdWOHTt4AmX48sJNRZ4rGsEVa6vU9170dBVJ/1HfGfE9stD7XX2nOmuOfrthTugVn332Wc3lKhK6zjyqPkXS+1VrqabfST+rpt1Oba2kX6YGdTEmUvnR8N6CrxGJoPEdDjtR9NkEfz18q8888wyvfvrUU09JbUyqCpYYCwRAVMYMtzQqnmNekBbDLS6xd9r2FNsE16JqosEag/3FHsOPi/1F7Fuwx9iPnTt3sk8++YStWLGCx3m98MILwv3FWCiKATuir7gKkW6MJH3wxftqIvsv/PSzZ8/mCQGj/kXE+CGhucpOBHspqiJj32zHkK2RCK6+dr86xymafkkEV4NzKguo1THCh6fBAwwGJgS3vfXWW7yUNV4AcZnxTbMc2ATjGEBRkV19OgYrEqCEFiVT+JKuVpfQcip2WHqmVOzWShdWNIWm+nYotRWDgTUmNBsquWZBdK0KgisyseJjGAG14Za0c0MUHKczZxIEV1MyJ4wLMAh8+eWXnFAAgxlIATIipq1hRRacZEJYSOuuVRESQTYYO3YsryRhEmAHYhNIOcjeJwoUBykThh5Uck2zuTrgo7KCkIn1bdq0iRudkA1Qdp5A2kCAgK6RDucVwfYgH4saAv5uuukmXmlYZRQLXw/DIrJz33LLLUJZbc895njsZtK0qAAAIABJREFUsccYsmJH9xz7jflAbjXJLAxHNZ5xMBKLzhEy3uE56Lv6i+hb76yzzuJVIPfaa680j2yh5iJ90Hq7KlJ/klV8B0pJB7fLdgLvPDjMkHDAhQwYjA/SPqqWduvWzejZpntSYA987rnneKC7LPhbd6ygH97reHYi0YBLtW7R/iaxr7JAvxNOOIG/d8MVy02w8EFwxXzYI9hpf/vb30odsWG54PBD5ls4XPHfIp3RRl/ctm0bT1SCalcmlVR9nmF8m4CsACxMzuvJJ5/Mhg8fzh3fJvqMyX7r9N24cSN3SMeRdEW6gI39iwiu+SK44nzA+f7666/zqoI6RG3oy3A2417ee++9+TuFCK46dxr1qSAEKlJ/zWp/XOxlKpmzSI4ns1cmnZBPpt+Z+uRVmNr+rqrginHxfgHRBEQMH82XHxuyg3wjShYUvBNHjhzJv/N0G84J9Plrr71WaJtCEgn4fZs1a6Y7JO9XNFuar/v/q6++4kk7YJ986aWXOLldFkgInFRJ40Sg590/79vmG8YAcTrQFfG9hRgdUfN9/xod/JQ7k/0vZcD1pyP9TB+r3PTMKjD/5ZdfZl27dmXw4wVNhwzg+qyl914yR69o+o8rCjK9P68xAzrrhd8CyTLguwha586d2UknncT9D+GmSjiuM5+sT5H0fpd1VuK1pJ9V4q7mYk2kX+ZiG7IXAuRW+PEQWydqSPYP38qBBx6oHQsF/+rSpUu5j0Xks4f/FzayY445RgqASKdF5ySTbMv81nFzuurQAQBh28+qVau43WzDhg1CfBC3BrKxbmwa1gUbqmiPQURFbIGJjQ77C383YhxE9kSdZIEuJz+JYghRmRG/BlzA1Yo2XXJrcB30eZB+gVc0Lg6FLhAvZxMTQQRXl1NE1xZNvySCq8GZ9UVwFU2JsVGpAEHCohe8S1CywRKruqsvx2BVg2ix+Lw70CyWRJcQAhWBQNEUmooAPZ+LCGdxC0uYNtG1KgiuAFhW1QofvjA++G4y/VYnSM3FcenLWSXCQ0X2syFiFoXgGuf0xPcEjJQgV+K/bRqc86j0O3To0JJqRsFYyGJ3//33MxCk02q+jIcyed99912GoL6nn366rEtc1r5oZ2CHgCmQYETEzksvvZQTj5s0aWINXZysNudeZsy1GSu8KGAxb948fo6i5GEdcr0NQERwtUGNiQzkRbAh2S3W71UVqz/JHEswxINo36BBA79Iao6Gdz8ITNCX4oJ+ZcOBiAdi06mnnpoKIQ/6F+RFllHofjYNJEK8UxDIjEqDPppof5MIsBFlwnV1TvoiuAY4wlEH+yySpzz//PNc7wmIpqhgBacXyJEgFu+zzz418PsiuAYDBhXbkR33xRdf5DIgEDtokAUJMkAQbt++Pa+mbpLAROfcAAuQRSED/oCLSAbcP6j6u//++zuRrXVk0u0DogWcwiBbYA/DcmMMkcPVhthIBNf8EVzD9/JHH33Eli1bxs8vzkDge4FOC30epKMuXbqU3Muic6CbHIXsabp3KPXLGQIVq79mgbOLvUwlryzpDCo3IkisZcuWqiGMf5cROZOuGlsJBFeAjQRzCELbd999jbGPXuDDj41ge1QhQDKVaINuhIoa0C11A+aiY0BnveKKK4R2QwQ5wvalmyitiLa0pO5/6OSvvfYarwgsS95hWtEj7/75pG2+OLuqAFwk9sN3e1a2DueHhuYApL9qApV+N9LP0sfcy4xvv/02TwyKqonhBlIb3uW+k3vifYn3K2xr4aZTNdb1WUvvPS9HpmSQIuo/rigULWZAZ73r1q3jtqYw6RzPADwbkFANttag6dyrOnNG+xRJ77dZX6VfQ/pZpe9wZusj/TIz6PMzMWLKQOCL6o6QED6TCRMm8IT8tkmV8Y5DkgdRfJXqG1uUIAJywf8IvbNp06begYQ+3KlTp5IYLlWiGFcdWrYIrB/4w/YTbab6gqjQCcY0tR1F5YgjR7v6+uM2N6goi/MbNNjJb731VobCFEFbtGgRQwyFTsMZx17Dr/6Xv/yFJ+3D9eGG31GkAjGDuvbM4Po4kit8++CKIem6yb1GBFednaU+MgSKpl8WITgxN4SGJAmuwYGKC0qGYwlB0WkGjFfTre7DMVhNePlaa94daL7WSeMQAkVDoGgKTdHwLZi80SxuYfHTIrrmRh9Meu+2b9/OqyUiADfcunfvzhA4Vr9+fa8iyBytSLyCD+m45uK4TNJZBZlVRExkSQWeumTCohBcYSTEWYkSKGF0AZmkf//+XkgPIFeAnLhkyZKyI6IySno9wIzx7HDIeBttNtXSZLJ9+OGHDKRvEFyiTTeg880332S9evUqC2rAeKbZ3uIwBGEUJGZRoKJptQyZMRcEMmT1sw12DO5RVHK98sory5aTBJmKCK52dx7pg3a4/XAV6U9O8NldjPc/HCsgauI9EJASw4nkQAiEAwwZYhG4jQqoWQWrQl48txHw8uqrr/IqmVu2bOEVesINTg44FWEXxDsPskOHMXF46CAqchyaOsx05qE+hAAhQAjkHQHRNwa+IUFQUr0zSH/K++6SfDEIkP7q6Xi42Mt0RBB9q+O6iRMncuKi74ZENoMGDSoZ1iThl608lUJwxfqRrR/Baa6JSFz92Pj+kNlisKewcR1xxBG2W1Zz3cqVK7kNMkgQE/ygChCMTlxEW1rS939cNQngZ1LRI+/++TRsvsGZizuzqEADm2olN9Jfc727pJ/lenvEwsniCmGHRAIum0o9cTCAQIcqW8uXLy/ppuNncX3W0nvP/wEtov7jikLRYgZU65VVcp47dy5Dos1oZVeMpxOXoZo3/HvR9H6TtVVLX9LPqmWnM1kn6ZeZwJ6fSR977DEekxiNKYOOet999/FEbS5xQFgpEr0MGDCArV27tmzhqvgqWWwe5D733HO9AilLJKhK7O2qQ8ctAr76UaNGsZkzZ5Z109UXZN8jSJqNJF6NGzd2wnHz5s2sX79+ZZVc07AXhwXfsWMHt1kj6SOazfdWXOIzH3GWGB86IIqRRIs/QGZ8x8FmrFtNlwiuTke36i8umn5JBFeDI5sGwVX1gjfNbmqwvKrv6uoYrHoALQHIuwPNcll0GSFQeASKptAUHvB8L0CWxS0sddJE16ohuMqcHv/5n//JHn30UdamTRuvpwXGC1T/CjddIoOL4zJpZ1WwHllwCn5HFq8RI0ZoGeeKQHD9+OOPuSEySsKE0cUHITF68OKMknfddRc3JLkaPnUOe5LGw/D8MvIwMEd1i7iquKgsCIPVAw88ULYkZEfEN55rkGN4YJC7UPEZRt5oMwmqFFXYUxlzdfYs6PPZZ5+xyy67jC1evLjksiQI/URwNdmZH/uSPmiH2w9Xkf7kBB9dnBUCUcemaRB6VnLTvIQAIUAI+ETgmWee4ZVdww36NfTjunXrxk5F+pPPnaCxUkaA9FdPgLvYy3RE+OKLL9jAgQPLMsr7/F4P5ECwGxKcgTQXbklm5A/mqSSCK3RqBFtF3y06+x3u4+rHllXjRRDj7NmzWbt27UxFEvaPC6hHArnp06ezPffcM3auotrSkr7/AVpcsKNJcru8++fTsvkC07gzO27cOIaKa5XcSH/N9e6Sfpbr7ZELJ6uYpBuUbrJs0fcrimYsWLCAtWjRInYo12ctvfdMdkrdt6j6j3pl8T2KFjOgWq+IdB6+J0UJhHR1ZNXcwe9F0vt111Rt/Ug/q7YdT3W9pF+mCne+JpPF5yQRUyYj0qriEd9//32ebD9KjkVs32233WZcRTNuBz755BPWt29ftmIFQl5/bCoSrqsOrToVsvc4Ehsivqx27dqxQyDhXJ8+fdiaNWtK+vn8FkmTiCxbLBLDILYMVYPRdH14wXjbtm3jZ+p3v/udakucf8c9Bt8i7sFoa9iwIS9icemll7K99tordi4iuDpvRVUPUDT9kgiuBsc1LYIrRJIF4ydFbjCAoWK7ujoGKxaYhBeWdwdawsun4QmB3CJQNIUmt0BWjmBxWdzCq0yK6Fo1BFeAKauqqpNt1+TIyQLioBPdeOONSnKii+MyLWcVglMeeughTuKNZqAzyR6Wd4JrXBAO9hPGEJ8EyuCcyb5ZTIKpTM6sqG/SxsNgTtn90rp1a55xrXnz5tKlyIy3IHciSF4V1GeDkYyAjKBFBFWi+l9c++abb/i5gXzhNmbMGIY/X+RlEcn+yCOPZPPnz2eHHXaYzdKF1xDB1Q5K0gftcAtdRfqTM4Q0QNoIiN53STgN014XzUcIEAKViwCc/SNHjuSVVVGlGwG8+++/P69AZ1vpWpToRZfcQPpT5Z61KlkZ6a8eNtrFXqY7vSgoOgn/8csvv8y6du3KEKQdNATkpFHRsKgEV1QwgB0oaodEBQwQhffdd1/dbS7r5+LHllWlwCRJJKqTBU3qntMi2tKAZRr3P+aJS26n60PIu38+LZtvcKPJAkiRxHHKlClsjz32sL53834h6a953yFG+lnut6hcQFlVVd82tn/84x+8whMqtIebbnC367OW3nt+D2dR9R9XFIoWM6Bar4h0Hk6WLIoDOfjgg7nvtmXLlqrhlb8XTe9XLqhKO5B+VqUbn96ySb9MD+tczSSyJ0JAkyT5uguScW1wfRzRUvYeM4nv05VRlJTmv/7rv9i8efPYoYceKh3GVYdWySfT8Tt37sxti/CFxbV169axLl26lNhzfcdgycjBvuPJ4taJferVq1dNFxT+wHeQqqGq6nPPPcfP/SuvvFLWHWcAxFkkePTVzjrrLHbTTTcx2HZRXEPUQHQFiXnIkCEM/y1qRHD1tSPVOU7R9EsiuBqc0zQJrnFB6mlkxjWApWK6ujgGKwaEDBaSdwdaBpDQlIRALhAomkKTC9AqWwidLG5hBHwTXauK4CrTOTt27MiNFY0aNfJy2kRBarpBRhDAxXGZlrMKcsL4A8IugnuiTZV5Leifd4KrzFnuI3gu7rB9++23PEOcyLBjUiHX5UAnbTwMy3brrbdyI1e0rV69moHUK2qoqjBs2DA2a9askp+RrRfEWB/OStG8+J7EuYXTNNpQMXbs2LGx2Q1lz6Hf/OY3Xg15IuMq5I3D1Oa8EMHVBjUmIjIXwYZkt9hkriL9KRlcadSEEYgGU+lWfUhYLBqeECAECAEhAiIywgknnMDmzJnDkNzFtMkIOXg2nnvuucrhyJ6mhIg65BsB0l897I+LvUx3ehkRSzdpnc48sCuA8A8bQrglUSlWJE9RCa4IUlq8eDGvUmpjj4nbGxc/tiyhYpL7KatepzqnRbWlYe/SuP+DM/Lqq6/ygDtU5gg3VTWUoG/e/fNp2nyBiaxiNYIQsa+qKho6z9W89iH9Na87UyMX6We536JyAaFHwQcT9Z3pBMybLFdW4Uq3OpPrs5beeya7Fd+3yPqPKwpFixmIW6+MkDJx4kROWECT+V91k5So8C6S3q9aSzX/TvpZNe9+Kmsn/TIVmPM1iSymLAniaLByUUwiflMlY4GO2qlTp7LkcX/4wx94xVUfTfbO1klI46pD68gvSsKqa58Qyef7O0RWMEG1tzpr1+kDIjS+tRDDh4ZY18cff5yhQEVc++ijjzjR9IEHHhB2g50U2P/1r39lJ510ko4oWn2CvUP1XcRYTps2rex8YyCQW1FVVlYkgwiuWnBTJwkCRdMvixCcmBtCQ5oEV5yvLJSKar6zXRyD1Yyb69rz7kBzXR9dTwgUFYGiKTRFxblgcutmcQsvyxfRNTf6YFp7JgoAQoWERYsWsfbt2zuLIct6dskll/AALJ2Kki6OyzSdVQDL1ZmTd4KrLGBMl8DrcqBkDnTdYCqXuXFtGsbDQEabcyAz2qaRtEhWdVaHqCT79oUDFgY3GN58NATh9enThyFLXr169Xg1hKOPPppXiEEWQV+NCK52SJI+aIdb5CrSn7zASIOkiQDeH3BALViwoGbaNN5baa6R5iIECIHKQQDPLCR1WbJkScmidAN6wxchCBnfUJdffnnJWCZBHqQ/Vc7ZquKVkP7quPku9jLdqWVBWD5tMTIfdRq2JuBQVIIrEnbts88+/N20du3aki2FbRfJC8877zzdrS7p5+LHvvPOO9ngwYPL5rV5X+oKLzpDwACkTASL1a9fXzhUUW1pWEwa938AWlx1Lp19zbt/Pk2bLzCV2UJ1A0h174s89iP9NY+7UiYT6WeF2KZSIWXvM5+6lKgKl4k+6Pqspfeev4NZZP3HFYWixQzErVeUiEhUnVXk1ze5d+NkKJLe73p2Kvl60s8qeXdzszbSL3OzFekIIqowjpl9JVgQrUKWwOOcc87hBL9mzZoJFy+LczKJZ1ShKooh1I3JdNWhVbLJ7Eu69gmRfLoEUB3Zgj6w7U2ZMoVB16lVqxZr3rw5a9OmDbvwwgtZ3bp1TYYy7rt9+3Zue122bBm/NigYg+q2GzZsYF9++SX/99133521atWqpvjD1q1beQwEEtqGG/b+uuuuY1dffTWPl0WhBlHxC2NBf7jggAMO4MRVyIfYuKVLl/KkktAdg4aiGiBxy+4L9COCq+0O0HVAoGj6JRFcDc5t2gRXiCb78FRlDBd9NNtkYcDDFFkLli9fzqvovPvuu+yll16qQQ2l2JEJHZkPTj31VHbssccqS6CLII865USy7ty5kz311FPsySefZG+88QZ7/fXX+VCYv0WLFqxdu3YMys8hhxzCdt11V4Od/b6ri2NQNBkULZQwRwZV/C+CtwOZg/54eUL+448/nld9QjC37stdZKy02eOo7LKszEkps3l2oIkMaaKqVchIAoMjzibuk/Xr19dk2Gjbti3f17PPPpudfPLJPHDfV8MzCQ5yZITGfYn74vPPP+fDY14ojMgqgiCs8LkSPR9U1bhsnil5xw844UMK9+eKFSv4/+LjJch23LBhQ4Z7Clh26NChDEdf+5jXcYqm0OQVxwqTyzSLW3j5rkTXqiO4yoLIfJELZOPrBL8EG+viuEzbWRXN3hWsQdeIY0NsTOv+l32jmARhu8gqC6bSNf65zI1r0zAexp15/CarNirL0m1SKdkVH9E3A8bUCaIQfR9Bn0U1rP32289VtFSvJ4KrHdykD9rhFrmK9CcvMNIgaSMAOwMCz1HFBs2HvSntNdB8hAAhUB0IyL71OnfuzO644w5tvRW6O5zhV1xxRVklNDiyf/3rX2v5HEh/qo5zV+GrJP3VcYNd7GUmUz/77LPc/xPoa7jWpy1GNH5atiaspcgEV/h7586dyxMmhPcH69IJVpKdA1s/9o4dO9igQYPYwoULS4Z2qXiuc1bxjh43bhzbtGkT949ivoMOOig2aVrRbWlp3f8B/m+++Sb/btu4cWPJlugkqMuzfz5tmy/mI4JryREqQgyZzmOokvqQflbA3ZQF9PsKzJeNbxLX5epfo/een4NZdP3HFYWixQzErVfkkxXd85988gmvQIc4tXAzidMQyVEkvd/13FT69WRfrPQdzsX6SL/MxTakI4Ss2qZuvJyLlLNmzeIx9YFd6Oc//7kWP0L0TtVJ5K8rq2h82Fnx7yAhxjVXHVpHRlQY7d+/f0lX+LyQOE8lnyjOHwPNnDmTJ78TvGN0RMpVHxBQu3TpwosIol1//fWc/4OzDpsYeFdoIlJwlOQKDhS+oVA1GETdtNq2bdv4vNgX8BRmz57NOVBxjQiuae1OZc5TNP2yCMbJ3BAasiC4yhwTwQN5l112Ed5JNmS08EDI/gtS629/+1v2wgsvaN+tcJ7iRY9MBi1bttR+GcYRXCELPuJBwAtnLJAJBWXoV7/6FTv99NONXji2jsGwHCAEr1mzhk2dOpUHxEQdlyogQXaFw/Oyyy5je++9d2x3WbUsnWD1uIFFhBefymF07jw70FQETZxNZFZDqXtk/lA1KCJQEq+88krl/saNBWM1lH9kstG5J1D9Cs+Mbt268WwkeSG4ZoUfsIWCOHnyZB7oFpCCVftncn+qxirC70VTaIqAaYXIaJPFLbx0W6JrbvTBtPZRRhpEQhE4DJs2beokyuLFi8uqBZgGqbk4LtN2VgEsWUY6vAuQoSuu5ZngKjNOqb4XnA5Q5OIsMwunYTwMlmt6DqJZ44JxkEluxowZPPA06Sb7ZtAJohA9JyAvKrgim5xNUqGk1ysbnwiudsiTPmiHm+Aq0p+8QUkDpYUAvtdvvPFG7lgJGoLTR40axWS2yLRko3kIAUKAEIgiICJhoQ+ScY4dO5addtppsborvk9hU0ffqD0f38n3338/g31cp5H+pIMS9SkAAqS/OmySi73MZFpZ8jof9iBZ4NuIESN4tnn4mZJuRSe4ivTpADPYVPDOMcXR1o/tQoJMep+j4xfdlpbW/R/gBr1l6NChPMAx3HR8CHn2z2Mtadp8MR/8xn369OHxMeEGAjH0RFnF4bTvkSTmI/01CVQTGZP0s0RgTXZQUeC8qJqjjRTRoG6MYZpc1fVZS+89m50rv6bo+o8rCkWLGZCtV1ZtDpW4QGYNN1kciI7vNg7vIun9ruem0q8n/azSdzg36yP9MjdbkawgssQKef7eFVVYBUo68X0qNGUJIXQTxbjq0Cr5ZElddW2+svWZ+rpUcmb5e7RwYFAwMMrxklW9feedd1jv3r15YT/YaJs0aZLJcpDoBkXz3nrrLa4vqmIwiOCayTZVzKRF0y+J4Gpw9LIguMpeNqpsDC4EVxjwR48eze677z4DdEq7Ilh7+PDhfBydwG0ZwRUkT1QqQ5YC03bppZcavXxsHYOBXKh0e9NNNzFkz3BtyAoB8h1esLKMGTJFxtXgIQoIch0zDo88O9DiCK64T+CEjjoNdfYelU9uv/12XrnXtKGK8siRI3nVVtM2ZMgQnqkEsvfs2ZNXfA1a2hVcs8Lv22+/ZQsWLOBVF3TIwSKMs8raYrrfrv2LptC4rpeu10bAJYtbeBJTomvVEVwBlow0GHyYa+9apCMCrEBOQEKOcDOtDuviuMzCWYUK3QhSQTKScMP7EYaq3XffXQqpKbHRdm9srpOREF3PiYksMuer6pvFZA5Z36SNh8G8MCxBf8BfuMUFI4gCDHDtxIkTeda4NJrsGxaGOlQTad68uVQMGTkWF1x77bX8OaJKypPGGnXmIIKrDkrlfUgftMNNcBXpT96gpIHSRCBw7gS2A6rimib6NBchQAiYIACdF7rp9OnThZfBlnfuueeyo446qiZZ1D//+U+GwL/Vq1cz2MNFiSrh10DABBzdulmtSX8y2Tnqm2MESH912BwXe5nJtLBTTJo0ifupws1HVU6RPcBndViddRad4Io1bt68mfXr148T9cINWMK3eN555+lAUdPH1o89b9481qtXr7K5RMH2RgIl0LnotrS07v8w9HgOIPF49IzBj9y2bVvpLuXZPw+h07L5BgDJEqboBpAmcDukNiTpr6lB7ToR6WeuCGZwvczH4uojkumBpnFdrs9aeu/5OVRF139cUShazIBsvaK4jrjk4qL+piT1qCxF0vtdz02lX0/6WaXvcG7WR/plbrYiWUFeeukl1qFDhzIfCOxMSHas6/tIVsrS0WVxjT5IuaJ3sEkBMFcdWoWjq11W9q2AeeHrnzBhAmvfvr1R8TiVzGn+Ho2BC8cv6BJcgRGI39C90qza6ooTEVxdEazu64umXxLB1eC8ZkFwlZEYVUFltgTXaPltA3iEXUEYQDbfPffcM3YoEcEV2exAsrUhtwaTIage1ZFQeVHVbB2DGBcGJ2RIXbt2rWoa7d8hs6rsuMjZgpfu448/zrNLmDZZVmZU0EX1zyRanh1oMoIrquyi0huII7YN+7tw4UJ2zDHHaA+xatUqXuHXlpiJiXr06MFwX6KKbFYE16zwQ+VbVJzBn2tDAAKIYCCnFKl6mcm6i6bQmKyN+joj4JrFLSyALtG1KgmueG4NGzaMV+0ON9dqCSI90cZh4uK4zMJZJctoL8vYFcY8zwRXVJK/4YYbSs6IrwzQuk8L2TcLqsjPnz+fHXbYYbpDGfdL2ngYCCQj8cZVRJA5EhFgduaZZxqv1faCaPa6YJyVK1eyU045RTosjHogwkNvFDXoswMHDmQwIoM0kGfDHxFc7U4P6YN2uEmuIv3JK5w0WBoI4D0AHQiVx4MGnQPJHir1OzgNXGkOQoAQSAYB336Nhg0bsmnTpnFCkImeS/pTMvtLo2aCAOmvlrC72MtMp5RVM3D16YnWcP755zP4bRs0aGAqplX/SiC4YuHwI0KfjiZSOPHEExkIps2aNdPGx8aPLUvY5uJL1hbYomPRbWlp3v8BvM888wwPVI02FYE5z/55rCUtmy/m2rlzJ0/cLkpinmYSSYtbxsslpL96gTGtQUg/SwtpT/PIqjS66lUyf5WpDuj6rKX3np+DUnT9xxWFosUMiNYru9fjEmXICt6YJiQP5Cma3u96bir9etLPKn2Hc7U+0i9ztR3JCINv3f79+5cNnvfvXRk34tFHH2Vt2rSxAgvvS1TsxPs23EziMF116DjBUbxp/PjxZfIh5h9xX7p2WVnSvWDuc845h1122WUM8W716tWzwjKri6IE4HCSH12Ca1ayY96vvvqK24ShC6LVr1+fJ0j8yU9+ohSLCK5KiKhDDAJF0y+J4GpwnLMguEI8mYKB7OJwgImaDcFV9nLE+AjoAFm0VatW7IgjjmC77bYbnxZZDNavX89QOUpGurvrrrvYoEGDYjN9RJ1yCMpHQPwjjzxSsryTTz6ZB1EjEBsvVuwJynM/9NBDbNGiRcJM68iAi5d748aNY3fbxjGIAT/++GPunHz++efLxgcJDnsEuUFKDoi+MG4AL2QDWbFiBUNFMVFTKSZffPEFxwNrDzdUIQPxzjS7iij7h49sz3HA59mBJjKkIQvu3//+9zLiNe4RYAXluXbt2vws4h4FcUDWLr74Yh4opaMkonLKgAEDpCRqZFWB4on7BqXqN20ACba9AAAgAElEQVTaxOdesmQJ+/zzz0tEwH28ZcsW9umnn9b8e1oVXLPCDyQxZByaMmWKcDuCZ1y7du3YQQcdVPN8e/3113nFV9k9ig8KZEivxODeoik0Bq9z6uqOgK8sbmFJVETXqiS4AiAEjkGPCre4bJ862ysa08aZ6uK4zMJZJXPsqBLHANO8Elxl3ydnnHEGmzNnTqrVNWUYJU3mTNJ4GNxPIoJP8Bt0bugD0P+iTfR9kQbpNyqHDCNUo0LSlrimSxQAwRUJcRBQB10TRrg8NSK42u0G6YN2uEmuIv3JK5w0WFoI4FsaVRGD5HM2ybrSkpXmIQQIAUIANlAEJrgkzASKxx57LJs8eTI7/vjjje3rpD/ROawgBEh/tdxMF3uZ6ZRJJMeTjWnrdzRdU9C/UgiuqDgB3xTwizb4lhBUV6dOHS2YbPzYMtthXMI2LWES6lR0W1qa93+wBe+++y678MIL2YYNG0p2ReX3zbN/HgtJw+aLeRAfg/tz9OjRZacaNnbE6YAQXsmN9NdC7S7pZ4Xaru+FTSIwXzSmje/Y9VlL7z0/B7Lo+o8rCkWLGRCtF/Fkffr0YWvWrKn5GfGiiOVELJ+s+YwDKZre73puKv160s8qfYdztT7SL3O1HckII9I10i6aYLMyxLYjvn758uUll7vYKGVjmiSKcdWhZViAb4DCTYg/CzedQmnRMRHjBk7N4MGDhZyaoD/0FegqHTt2ZCgOst9+++U+Dh5cJXCCghaOezMluG7cuLGMo6R7VmHPRYLcJk2a6F7C+0V1X52iLMEEMn3PSIAMOiMucdKkSaxu3boZzE5TBggUTb8kgqvB2c2K4CrLvDl37lzWs2dP4QpsCK6vvvoqr74TJnLhBXbdddexkSNHxpLw4KADCeymm24qI4LpGP9FSlT0JX3LLbfw6pMiRx9eyCCiIfsVguijDePDMRFHQrNxDMLpMWbMGGFFSFSphNPygAMOiD1lOFdQkLC+KElYZfCQlZO3IalASJEB0jY7mO6tlWcHmsyQFl4bAp5wj4BcKnoBQymeOHEi+93vflcGiWp/gwtAZMZLHvdYtGFeVE8BkUBEaMb8IHUisCuaITo8lsrRafNMyQt+cdXH8AFw7bXXcvKwrNI0nm+4R4GR6B598MEHS5Rm3bOf935FU2jyjmcFyuczi1sYHhnRtWoJrqLkEwBMlYFdduZkVUzvuecenjTDpLk4LrNwVmFtokqWeB9Df2zbtq10+XkluMpwBCka7/899tjDZEud+sp0utmzZ3OjY1ItKeNhWN5169axoUOHliUaidPl8kQ+FulxWB++Y/CnSoqjSrQi2lvopiAEwBh3zDHHcKOeSeUr3+eFCK52iJI+aIdbzFWkP3mHlAZMA4Hoe8AkWVca8tEchAAhQAiEEfjuu+94QCHssdGkkCqkkIwGZCP4SGR2QtUYpD+pEKLfC4YA6a8WG+ZiL7OYjgfhXHDBBSWX6iRzk8315ptv8ucgAnyCdvjhh3P/VIsWLWxEtLqmUgiuWLysagLsSib+JRs/tgxH7DHswXlKUFYJtrS073+cLyQj79u3L0+oHW5DhgzhxM3dd99deA/m2T8PgdOw+cb58CED7k9gq7KdWj3kcnQR6a852gw9UUg/08MpN71kRQvwXkc8mekzBsUUEMN16623lqzRJq7L9VlL7z33Y1YJ+o8rCkWLGRCtV/RNphO3KfPf2sRtFEnvdz0z1XA96WfVsMu5WiPpl7naDr/CyHSNpIte+ViFjBsBMia+1xs1amQ8jYiLo8NvCU/kqkMHY33zzTc8nh92wyeffJIXQIkWYYLtEATO3r17G383xCX0kgEXFPkC6RVF3X7+85/nipQY/RZCQrLHH3+ctW7dmi/JlOAq20udg2VrfyeCqw661CcJBIqmXxLB1eAUZEVwtXEw2JDRwJBHdcVw0yGGBv2hUCBTHALdwpUh8buqnH0cwRUvgttvv50HSKuarMKQToUJG8fg22+/zUm3CPYLN+AIwqpJxoHXXnuNlxqPjqUybIpkgGKzdOlSaYVfEY6irMw246j2KPq7i5JgOlfQX1e5UBE0L7vsMp5dee+9944VBcoiCKYgikcbSNnYY1RdFTXcVzBegTAdbTfccAPDnyrgCoFdIMQPHz68rJprMGYWBNc08MP6ROR9/DuqK4PopBuUgQ8IkFtQFTfcTjvtNP7RtO+++9oeyVxeVzSFJpcgVrZQSWRxCyMWJbpWLcFV5qi85JJL2PTp05XvgOgxRPX4rl27luhqNll9Ma6L4zIrZ5UtUVV2XZK3uU6WLlFGWMikCmBKQm7bagGusvgyHorkiEtygf74DoAu0aBBg7LLd+zYwasvL1y4sOS3zp07c71BdI0rFrLrt23bxjMHRzMbmmRJw1lDtVpTkkAgEyq8wgh69tlnMxjL01w/ZCCCq93pIn3QDreYq0h/8g4pDZgWAitXrmT9+/fnjjXYiu666y6elZQaIUAIEAJ5RQA2VfgKQPZ44YUXuM39jTfeKLGNIslRs2bNGKrY4e+ggw5yzk5N+lNeTwTJZYkA6a8WwLnYyyymk5LbbIKiZYFjI0aMYLfddpt2pVGbdUSvUfnnfMwhGkM3qaAsGH316tVC3yz85BdddFFZIlr4qTAn3keqZuPHlpEfTWxCKrl8/V4JtrS0739gb0sGz7N/HuvybfPF823nzp1cF1y/fj23ccLfi/8varCv47mn8sH7Ov9ZjkP6a5boW81N+pkVbNleJEq+axpIH6xAlBgZgd2PPvooa9OmjdFCXZ+19N6Lh1snLq0S9B+jQyfoXLSYgegSRLGW6KNTXQ5+6FGjRrGpU6eWDKtDjo3KUSS93/XMVMP1pJ9Vwy7nao2kX+ZqO/wKIyuCoROP5lcSu9FEifh0i0pFZ5S9d3Xe2eGx0rKngPMyYcIEntjQtpgAeAvQ2cFnkdk/4nYGWMN2ifPSoUMHdsghhzj70OxOwvdXRfWdKNk5a4IrkhtBt/vwww+5vPg+Q1KjcPI5Iri6nAC61gWBoumXRHA12O2sCK6oGNSlS5cy0ijKkYMcJ2qmBFfR2mzK0MuUAFV1IBnB1aa8uiwTLrKvg4woqgALDG0cgyJSsC3ZDQQWVOKEHOGmcjLKzqVphj6RMmhjNDG4pXjXtBS+sFw6hkT0j3Ogm1YsgdMMBNMHHnigBCIVyQFkccwVJSSYOtbguHvooYfY4MGDhZVc0ya4poWf7JkEMtf999/PkHncpL333nsMpDKc23CbPHkyQ5CHaYZNk7nT7ltJa0kbO5rPKwIB0fX58Kh4plVTQwIRvJPDlbhtKifIgtRAWhs/fjyrXbu2EawujsusnFWLFy8WVt1GIoiePXtK159XgqssmE71XjfaaM3OrlVCNacp6+bqgA8PiAx5cCZv2rSJrVq1igcYbtiwQSgavlNwLmDMEzXb4DJbHOKu81XpF05aEJqQyMfG+BmW8ZxzzuEVEEB4rVevXhLLLhmTCK52EJM+aIdbDq4i/SkHm0AiEAKEACFACFQnAqQ/Vee+06qdEago/dXFXmaDpMy3aJMcT1ZhTJXE2EZu1TWVRnCFrwoBTQiaizaV/zrob+PHzspep9rfSrWlpX3/A0dbYkye/fNYVxbyBecSSQ2nTZvGGjdubHOUC3cN6a+F27K0BK4o/Swt0GTzyIoWgGyPxKAmTVQp0rYyu6t/jd578TunE5dWib5Ek/OMvkWLGYiuTxRraRLHIaokZ0PcKZLeb3pGqrE/6WfVuOtVsWbSLzPYZl+xQhmIzqeUJZIw5UZgLFmimHAFUJ11pmGvQGw9uCQ6CfFUMiNW9PXXX2fg8DzxxBOq7rG/I04ORdyQBBvVXW2Jt7ZCRONno8Xjsia4Ru83EfeHCK62u0/XuSJABFdXBMuvz03FrqwIrjaB66YEV5Eic+SRR7L58+ezww47zGhX8fH9i1/8gqFKD8bAh/uBBx7I/1tWpVJGcDWpIBsWUmTUUxmPTB2DsuwmNlmRA9lFpAsdY6Rovcg6D4Ni06ZNlfsnI7ygvD1eskm2NBS+qPyqsxD0lyn4thkQRQbe1q1b8+qqzZs3F8IsO8sgq5qSM2XPMEysIsKYPlPiDJFp4idzFrhUmxFl2rbNsJnkveU6NhnMXBGk65NEoNoIrrLgMtP3tChpgo2DJNhbF8dlVs4qmd6hqs5ABFf1He2jSqh6lvIeWeiSkAIZ/JHlTvZ9kyen9Ndff81GjhzJ8J0SbrZZGbE26KLQp2QEYN29hAEUsl1++eWJVkQggqvujpT2I33QDre8XlVt+lNe94HkIgQIAUKAEKhsBEh/quz9pdWli0BR9VcXe5ktwi+//DLr2rVrSaJkmyTGoiR7Wfk+Ko3gir2VJWiGffbBBx8UJuULnwlTPzautYkxsD2HrtdVgi0ti/tf5vtV2f2ysKnq+udxlrKQD/Nee+21PMF8w4YNXY90Ya4n/bUwW5ULQYuqn2UNniwpO543eL/L/ExRuWUB/rYxakUkuFbae68S9B/X+6toMQPh9cpiLU2SDcmKXpgSd4qk97uemWq4nvSzathlWmOAAOmXyZ6FPOkatit15UYE8957771s0KBBJWKYvLODC9OwVyAJDngbKBxQt25dW+hKrvvuu+/Y2rVrGWJNkWgnXGTFZgIUarnppptYq1atUikKJUry+PTTT7MzzzyzRnxXguvq1aulRS4wSdjuJ7JxJU1wBQaI0fvyyy9ttkx4zZw5c9jdd99d8tvMmTONuSnBAB9//DEnZ2/cuLFmTFWRP2+LoYFiESCCq/8DQgTX//f/eEWpN954owTdOEKaKRlNRtZE0DJe6kl/OImcciYZraLHTmYAiCMvmDoGYYREZgsQ6JDdY/369Tyz2J133slatmxpdSeIlB+VAwoTRUuvB5PrZlUWEWdc8DdZfBoKX1QeXQeaTMG/6KKL2IwZMxicziZNlLktThaZodvUkBWWURTogN/TJLimhR/WJaqy7FqZePv27QxrWLZsWQ20LgQxkzOUZt+kn/tproXmqjwEqtHABf0CVbjDTScJRri/KEjN5ZnoErBTNGdVXgmuL730EuvQoUOZ4Un1Xk/iqZCVYTQLXXLcuHGc3FqnTh0plKj6jqx169atK+mTheHG1uGvOifffvst+/Of/8yz/MGoDGOobUMl3MmTJzMkf0lCByGCq93OJLEXdpLQVT4QqEb9yQduNAYhQAgQAoQAIWCCAOlPJmhRX0IgHoGi6q8u9jLbMyHz8U6cOJFdddVVWsPKKsGi4ijGSPv5VokEV2yEKIEq/h12Efiw4yozmPqxMW6RAt0rwZaWxf1va/fLwqaq65/H2U1bPvhJYO894YQTUq9AovWQTrBT2s/3BJdCQ6eAQFH1sxSgUU4hqtKIZw4CipEIVKeJkrsfd9xxPCEpik6YNiK4miJm1l/nvVcJ+o8ZKuW9ixYzEF6BLDb14YcfZt26ddOCRkaSNb23i6T3awFT5Z1IP6vyA1Blyyf9MtkNzyqOy+eqXLkRkEWWKMbknR2sKU17xbHHHssQn3b66ad7tVWAL7JmzRo2b948tmTJEvb5559bbRli5q+77jpuT9lzzz2txtC9KKp3ib6lKp3gqouVST+RvVlF9I0bX6STZhEnaYJBtfQlgqv/na56guu7777LLrzwwrLqOD4JrnBcgjR36623luwgDGm33HIL69GjR2wAt+u2ix6SI0aM4JWR4gLHZfNC8R07dixfU7jBCTt+/HhWu3btskttHIOu645eb0twlTmedTEUEV50r3XFIE2FL5BVx5CIvjIF3yQoIIyPKfH8gw8+YH369OHKZNCgFC5dujQ2U0jcnsgCHVREGFPZ84Cfj6AOEZay5yU+JpBls1IaGcwqZScLv46VjLGbGWPPh1dSjQYukdPSpCK2LGmCaRXY8D64BOxk5axatWoVa9euXdmNUdQKrkRwTTfY6dBDD2Vjxozh30a77rpr7AO2Gp3SMIK+8sorbMWKFTwRCJIBmTR8e0LPRkCZbz2ECK4mO/FjX9/7YCcFXWWBAOlPFqDRJYQAIUAIEAKEgA8ESH/ygSKNUYUIVJT+6mIvc9l7URUCk8R2SOTbu3fvkuRVNlVgXdYQvrZSCa6w0d54440MxOFou+aaa7hvW+YXt/FjFynQvRJsaVnc/19//TUbOXIkQ/W+cFMl0M6zfx7rSEM++AnOPvtshkSiIJfXqlXL1yOsUOOQ/lqo7UpT2IrSz9IETjaXKxFORoIzrQIblq+IBNdKe+9Vgv7jen8VLWYgvF5RrKUpcR3jIVlyly5dGJ4T4WZSnblIer/rmamG60k/q4Zdrso1kn6ZwbZXAsHVlRsB2EVFoU499VRekbNp06ZGO5OGvSIsEPgCo0aNYrAb+qrmGh4fhQ02bdrE47yg2+DPlPCKYlGwde69995GWJp0juo6iC+D7Tpsy0GVWlQOBe8CrWHDhgxckd12261kKlTGHT58eJntSUXszLqCqwleun19E1y3bNnC5s6dy2ADD9oBBxzALrjgAiFvS1dO6ueOABFc3TGMjlD1BFfZCzGOkGBDRlu8eDE777zzhDt45JFH8kBuOEPw375flKKH5OzZs9nFF19sfaJE6+ncuTN78MEHWYMGDcrGtXEMWgsXunDHjh3srbfe4kHgCxYs4Nl0w03lgAr6ipQwnYxeMgVQt/qrKway860imrjOq3O9TMG3xUY0XhzZVkRasVWsw+sFkf2GG24ogSBNgmta+IkIwlj0008/zc4880ydIyDtI3JSo9r1lClT2B577OE0dl4uLppCkxfcqkiO/2CMvc8Yw/8m0QLD1oofBs+NPpjEYnXGlBFUdasoiILUXKu1uwTsZOWsklViVb0bZNepjBs6e+vSJ0/OKpksLs51HWzSMB7i++eKK65gffv2ZfXq1dMRS5ooJYvMZLL7DUbGGTNmMBhEk2jh7xxk/dMhvMIIie9AERHdRUYiuNqhR/qgHW4xV5H+5B1SGpAQIAQIAUKAEMgXAqQ/5Ws/BNJ8EbFlobTl5NxLnZ2ApL9aYO9iL7OYruYSke3PJDneI488wgNNwu2SSy5h06dPTzwDv2jdeQ/Ak9nBdGyFmzdvZv369eNBVOEG+wx82DJfvY0fW0aaiEsI7XIOXa7N057b2tKyuP9tZc2zfx7nSCZf27ZtlfbZbdu2xdoh7777bk7oT7q6iMv9kOa1pL+mibaXuUg/8wJj+oPICKq6hQeQYHTgwIFs0aJFNcJDd8D/b9++vdWCikhwrbT3XiXoP1aHL3RR0WIGAtFlsRsoxIJkybvssos2NLKqciYJi4qk92sDU8UdST+r4s3PZumkX2aDeyqzQodEXBDidcINiZ6QSKF+/fqpyOE6iS03AvPK9HCbd3acvULHJhjGAXLt3LmToYgT+CNPPvkkA+clIGdGMUNhN5BcVcUYXLEG4fWvf/0re+GFF9jjjz+uTXgdMmQIL2iXlK1FZou1WW/AlYh+D6n2kAiuNmjTNXlBoGj65f/JC3AxcuSG0BAtXx3InHSQso2DwYbgCmUGawHJMq7BSHbiiSdysusZZ5zBDjnkEGdmve8sAJBflOGqdevWPDtA8+bNy5Zo4xjUvX/w0ociAuXj448/ZqjChgBv/EUJrdExdQmuIoMmxlIRRUUkQOzrAw88wOD8TrrZnO+kZQrGlxnSVIqMTD5TgqvIEeqDiCAif6dJcE0LP1mWu5kzZzKQulzaO++8w6CUh5vuveoyb5rXFk2hSRMbmosjgKqqYxLAIkpsDabIjT6YwJq1hxQ9vzt27MgDnxo1ahQ7jqiKg67TVDawS8BO3pxVqncTEVzVxzQrsq1Pgiu+c4466ii21157sWOPPZYdffTRrGXLlqxJkybGGfyL4JRO+js2fGpgnN26dSt75plnOIEVWf9kDd+a+IZB5QRfjQiudkiSPmiHW8xVpD95h5QGJAQIAUKAECAE8oUA6U/52g+BNERwNdsi0l/N8OK9XexlFtPVXPLNN9+w0aNHs0mTJpUMg+9hVAyNqwAjC6h++OGHWbdu3VzEsr42T3YV0SJcCK4YD4lg4e+D7zjc4mwiNn7svOMYXnueZLWVJYv731bWPPvncS5cSVd4riE4dMKECeyVV14pu42RZP3Xv/61V/uj9QMv4wtJf814A8ynJ/3MHLPcXCGKX4lLiB8WXFQp0oT8JgLB9VlL7z33o2X7HnefuXyErGQpWsxAgJzoewB+5qVLl/KYWtMmup9MSOxZ7Z/pOqm/HgKkn+nhRL28IUD6pTco8zeQjPNStDhnJNdH8aGFCxeWgKziRqAzKqTDBrB8+fKaa02SAkZ31VWHjjslILyiwBJsGVGbIfSCu+66i/Xq1SvVgwab8/r16znvBgkSZQRcCDV58mSGWNQkKpETwTWZbU+Cu5WMpDSqKwJF0y+J4Gqw41kRXG0qTdkQXAEFXr7I+qYiXYZhQxlvZITr2rUrO/3001njxo2NX1DRh6SuES9u+0QYoPrS/Pnz2WGHHVZ2qY1jUDR/8EJHyfYXX3yRgQhngmd0TBNlUkReUWVYFmVl1nF4G9w6sV3z7EATGYBQ1h6KMsgOps2U4CqqtApSJar17b777qbT1/QXYZ4WwTVN/HwSXnTAjiPQ61yftz5FU2jyhl+Fy5NE9jYZsTWAkgiuEqOLjmNDFqSmqlqqOscujsusnFUifU/n3ZRXgiuy0ffp06fEEId9S5O4GJwT2XsXZEYYC5NqSRoPXWT++uuv2ciRI3nWw3Az0e1d5g9fKzP0IYMw/pIwLsbJ/t1337HXXnuNB5E98cQTwq7jxo1jo0aNMspwHDcnEVztThPpg3a4Sa4i/ckrnDQYIUAIEAKEACGQTwRIf8rnvoSkIoKr/haR/qqPVUlPF3uZ5ZQ1l4mIDzoJbZGUt0ePHtyfGbRTTz2Vk3WbNm3qKpbV9XkP0HYluKLiE4jH8PdFG6oxjB07ltWpU6fkJxs/NoLhhg4dyhMkhlvnzp35vzVo0MBqf5K4qBJsaVnc/7KzeP311zOcGVn1sDz753G+fNl8cQ/AzohKJ9F26KGH8uBL2GvTto8mcQ/Zjkn6qy1ymVxH+lkmsPubVOavhR8JcXqy9q9//Yv7U/BcD7c77riD+wNtm+uzlt57tsj/eF0l6D+uKBQtZiBYryg+0xUL0fW6CcuLpPcngVOljUn6WaXtaK7XQ/plrrfHXTjokahUijj0cCtinLMNNwJrFtlLXYpMuerQql1FPNWcOXN48aUoyVXHzqsa3+V3EHCxD7fccgv7/PPPy4bywfuRyZcGwVVVOAucIHyXoYnWGtVrRbGb0T5ZxBCGMSaCq8sdUaxri6ZfEsHV4HxlRXAVkdyQQQLlv6FoiJotwRVjIdgYH8h4Edu04447jvXr149deOGFbJ999tEaIi2CK4SRVeiycQyGFweCwd13382zZMRlqdACJNTJ5AUm2vc40oboTLtkJzFdG/rn2YFmSkhVrd90PNczKZNHlBkyLYKrixJrit+8efNSzVjjsjbV2cni96IpNFlgVMVz+szepiK2BjATwZUxhgqIqMKAIKdwgzEKJDVZsIroue/D6OHiuMzCWfX3v/+dYweDRLidcMIJ3Dj005/+VHpb55XgKnN8ZhGkJnvvuhKpVc/apI2Hqvllv+N+hWErMG4F/bIwFL/00kusQ4cOZcZP1+AHW2yC6xDMOXHiRHbDDTeUDaVzX5rMTwRXE7R+7Ev6oB1ukqtIf/IKJw1GCBAChAAhQAjkEwHSn/K5LyGpiOCqv0Wkv+pjVdLTxV5mOWXNZV988QUnRyxatKjm33SS48HeePXVV5dMr7I3usqqur7SCa5Y/+bNm7k/PeqPx56BfHreeeeVwGTjM5QFMvq2u6j2U+f3SrClZXH/y+x+sLldddVVUujz7J+H0D5tvnE2SPgEbr/9dtaxY8eqJbmS/qrzhMpNH9LPcrMV9oKIChCoihYg/gzJbtesWVMz8eGHH84WLFjAWrRoYS2M67OW3nvW0NdcWAn6jysKRYsZwHplVeRcsRBdr3uvF0nvTwKnShuT9LNK29Fcr4f0y1xvjx/h7rzzTjZ48OCSwVT8Ez8z+x3l/fffZ71792Zr167V1olRrGz06NE81jLcVAlm4iR31aF1UAGvAwUBpk+fXtb94YcfZt26ddMZJrE+b731Fq+oG96LYDKVPSoxoRhjUT6MinvjUkArbYIr1oYY0XDbY489WN26dZ0gTYrgmpS8Tout8ouLpl8SwdXgwGZBcLUNxHchuAISZI4DURPlzm3Jmqjsiqyw1113HYMzLq5FH5KqF4vOtplmz7VxDEKOb7/9lhsOEbxuW6kVpGAoHciEjOwg4WaCBRw0UGymTp1aMoZMaRBlZXbJTqKzL9E+eXagmRIqVes3Hc/2TKrkEN0blUhwlZGRVPjY/k4EV1vk6LqCIeAre5susTWAhwiuPyAhIqvGVVSQkWJRHQABLi6ZyV0cl1k4qxDkBz1nyZIlJbdd9+7deZXN+vXrS2/HvBJcZY7PtN9JMjl0quO6PgPTMB7ayvjAAw+w/v37l1yO76KlS5eyE0880XZY4+tEcmCQpMnHOoLGVSzxKR8RXHV2o7xP0QxcdqtM5SrSn1KBmSYhBAgBQoAQIASyR4D0p+z3QCEBEVz1toj0Vz2chL1c7GUO09ZcKiKrxlVyFJFi006EK1p3NRBcse7HHnuM2yujFRlgN/rDH/7AmjVrVgOPrc+wSIGMRbelZXH/y5IO4myde+650sdKnv3zENq3zRexL4ihiCa/xFwguc6ePZu1a9fOx2O4cGOQ/lqYLSP9rDBbFS+oiKyq8qWJSLG6VR3jpHF91tJ7z8+hLLr+44pC0WIGsN6XX36Zde3alX366aeuy9e6Xjeuo0h6v9bCq7gT6WdVvPnpLqxRDh8AACAASURBVJ30y3Txzmy2Z555hifEjzaV3SAzgSUTy8iqcYn9RaRYcDUeeughduCBB1ot0VWH1p1Upm8g1nP8+PGsdu3aukMl0u/VV19liLeM8ovS5p+EF1fJBFfRtxdsx3379nXa36QIrknJ67TYKr+4aPolEVwNDmwWBNdPPvmEP4BQ2jrcVC8BV4JrMBeUArwo58+fzxYvXmxFdkWGWXxEN27cWIp29CEZR9TQ3TIRBggoR6B027Zty4axcQyC3ApDArJ86DY4SUA6gHOyTZs27Mgjj2QgA+PhIVJ+TAiukEGkkJ5//vm8NHyDBg1KxBQZN1yyk+hiEO6XZweaKSFVtX7T8WzOpEoG/P7mm29y5XLjxo013YngqoNcfJ+0yUTuEsePUDSFJmk8aPwaBFyzt5kSW4OJieD6AxIIxBg2bBibNWtWybGUGZ62b9/Og6SWLVtW018306fq3Ls4LrNwVonef1hjXJBfgEFeCa6QDzp6tKID/t0nOVB1FmSZapH5HhUnGjVqpBrC+ve0jIc2AooI6RgnzcqpMiNvnN6Cyg8rV65kH374IXvvvfd4ljt8R+C5E/2esMEleo0o6Q76+MzsRwRXu50ifdAON8FVpD95g5IGIgQIAUKAECAE8o0A6U/53h/GGBFc9baI9Fc9nIS9XOxlDtPWXCr6xo6r1gm7SqdOnUoIlqoqYj7kVI1RLQTXuMRf11xzDRs7diyrU6cOh8vWZyjaY4wHQt/FF1+s2gqn32GbvvLKK9kBBxzAgylbtWoVm2SwqLa0AKS0739ZpS4VUQry5tk/Hyff6tWrrRMHbt26lf33f/83J5ZHGwJc77//fgbfSbU10l8Ls+OknxVmq+IFxbMbxRPwXg83mT9EFKeIuLdFixax9u3bO6Hi6l+j954T/DUXF13/cUWhaDEDsnvYFYe468844wwGIjQSEcW1Iun9SeJVCWOTflYJu1iINZB+WYhtchdSVihszJgxDH8uhTFU0kGXveGGGxjils4++2zO2wi4EqprRb8/++yzDFyIcKK4uKIWIn31l7/8JV/3LrvsYiOC94RcMiFkcXgyPslXX33Fk+Vt27aNvfbaa7zaJ8in+Pbo2bOn1VrjLpLpRHF2aO9CRAYkgqs5wkRwNcesqFcUTb8kgqvBScuC4Cr7+FQF+/oiuIbhAZlz06ZN7LnnnuOB9JAtmlFWBueQIUPYbbfdxvbcc09hl+hD0gdRzBQDU8cgKlUhk8fgwYOFOMCoCBIrFIrWrVuzQw45hNWrVy+2JLgPgisyhMEhuXz58hqsRdmWRQqQa3YSg9uppmueHWimhFTV+k3HE51J3EsgVe++++6q6aS/izCvRILrqlWryrLtmhLGrUGugAuLptBUAORFWIJL9jZbYmuACxFcQyfEJFOvyLjjK0jNxXGZhbNKRlLVyUqXZ4KrzBipQ9z19eBxIQ+7yuDqgHedP+56EcEc/VXJinzKZJMwSZQwB98zc+fOZc2bN/cpHh8L35RDhw7lZOhwU+mnJoIQwdUErR/7kj5oh1vkKtKfvMBIgxAChAAhQAgQAsVAgPSn3O8TEVzVW0T6qxqj2B4u9jLHqfnlIEyiSuHUqVNLhnv44YdZt27dSv5NFoiUdiJc0bqrheCKtW/evJn169eP+93DDX5m2EqCxHamfuxgLJltyEflN9WZFRE24ItGAsfevXuXBRMW1ZYW4JD2/S/DKy64M5A1z/55yJiUzRfjIrl8tMII5kR8xbRp03g8RzU10l8LsduknxVim/SFFFVjkhUtECUv0SW7qSRyfdbSe0+FsN7vRdd/9FYp71W0mAGZbj1gwAB26KGHusLB3nrrLU5OiTbR91y0T5H0fmegKnwA0s8qfIPzsTzSL/OxD6lIIYvHkemfPoXCt3efPn3YmjVraobF+xLJp8C7qFu3rtF0X3zxBRs4cCBP9hI0ETcCv4kKiPhIFOOqQ+su+O9//ztD8ruZM2eWXCKL3ZLt87hx43jhjySaKLbMB/fHVlZXgqsqqVr4+0e0zqhei3M+adKkknMe7aPLZ0iqIioRXG1PW/GuK5p+SQRXgzOWNsFV5ljES3bp0qWx2SlNyZ0GMNR0RVYNEF5BIkNVMBAoZIRXlWIQfUjqZBZVySxSJOIqw5o6BuMcjigDD8fgXnvtpRKz5HcfhDwQb/FShHITbtHMIyKjaRrOzCggeXagmRJSVZttOh4ysPXv379kWB+ECFGlNxWBwOaZYrpe3/iJzlaS5AyV/EX7vWgKTdHwLai8NtnbXImtAVREcA0dmvfff58HAK1du7bmX0VJKmQZ3HUcIDpn1MVxmbazSlb5VtewkmeCqyxwMa3EJTLdE2cojSqyaRkPde6JaB8ZNjIDq80cqmtEhHhcE1dFFhVcUVUj+m2X1H7KvrNV+qlq7eHfieBqgtaPfUkftMMtchXpT15gpEEIAUKAECAECIFiIED6U+73iQiu6i0i/VWNUWwPF3uZ49Q1l+smxxMFQKdlT1KttZoIrsACCfjg/4vaYpBIGQHuzZo1s67gCn/+6NGjue843NLY6zvvvJMHLEYb1gSSYaXY0oJ1pH3/i5JbQhbYwW688cbYKix59s9jDUnZfGGvBYn/8ssvFz6GJk+ezGM8kqxgo3r+pf076a9pI241H+lnVrDl9yKTwHzRuxQJ8RGT5vqscn3W0nvPzxkrqi/Rz+oZK1rMgOhbCxXgFyxYwFq0aOEMi4jUjkFFBInoZEXS+52BqvABSD+r8A3Ox/JIv8zHPqQmBWxCV199dcl8acQtiQiQunYLETgyvUmkH4sKNfgg9brq0CabLopzksU5ygixPvgGMplFWOjGYZrgoNuXCK66SP3Yjwiu5pgV9Yqi6ZdEcDU4aWkTXEXkBYir85K1IaMZQCHsCuLAihUreEnzV155pawPDGzjx49ntWvXLvtN9JDUqaYVJ7MpOdCU4HrvvfeyQYMGlYkwa9Ys7oSsVauWMaQiA6BuhobwZCLyajiLn0jRU5GQjRejeUGeHWhZEzRFhOc4krYm5NyJHf1gUREIbJ4pWeMnklknQYAujpXer2gKTaXvRw7WZ5q9zRexNVg6EVxDh0CWBCUaGCTSJX1l9YU4Lo7LtJ1VIt0Ia9BN7pFngivWISMxphGQI0v64vOsxT0D0zQe2jyLZWcPyWjGjh3L6tSpYzOs1jUIkoDDE07VcFM5WkVZFHF9NGGOlhAanYjgqgFSRl1IH3QGnvQnZwhpAEKAECAECAFCoFgIkP6U+/16njF2akjKqxhjk3MvdXoCkv7qAWsXe5mH6fkQn376Ka9EuHz58pohRcFFIntSUt/+pmurNoIrEtiBkIiAvGgLbEi33XYb+9WvflXys8q3F3QWJb7Fb0lW6xWRdzCnyi5VRFtagHOa978s6aFugGqe/fPAM0mb786dO9nw4cMZYkmi7ac//SlbuHAhO+aYY0wfW4XtT/pr7reO9LPcb5GdgKJ4s2iCAtG7VPUeNZHG9VlL7z0TtOP7Fln/cUWhSDEDsoTaOuRTXZxkPlPde79Ier8uJtXYj/Szatz1VNdM+mWqcOdjsnXr1rEuXbpwm2G4JWkHlNktXHkKomQQHTt2ZA8++CBr1KgRX56MCOvDDuaqQ+ueCBlhNY5AKuIF6OoQunKF+xHBdR5DReKgUQXXH09HUhVnbc4pXfM9AkXTL4nganBy0yS4grgAR9UNN9xQJqFONjYbMpoBFLFdt27dygOpQVANt86dO3MlokGDBmXXi8ilOtlFZYLIslLFjWlCcJUpDzrkY5nMUKpADsZfuNkQXEVGlbBiKDKEpkVCiK4/zw60rAma7733HuvVqxfDB0bQXAmatgQCm2dK1vjt2LGDk9DhiAw3nWdo3EMu+AACWaRJkybs6KOPZgcddBD72c9+xlq1apUoUcXXc1pnnKIpNDproj5OCOhmb/NNbA2EJoJrZPtEjq5LLrmETZ8+ne255568d9JBai6OyzSdVbJ3HzDSrWabd4LrZ599xi677DIGp1W4JZ0ZDd8sEydOZKNGjbL6ZnF6Kv1wcVrGQ1tZZecPwWZz585lp5xyiu3QyuswPqoRRKt/qIjdMpmTOk/bt2/nCYKWLVtWsibI37NnT+U6dTpQBVcdlMr7kD5oh1voKtKfnCGkAQgBQoAQIAQIgWIhQPpT7veLCK7xW0T6q4cj7GIv8zA9H0IniEsUZOYaYOZLfoxTbQRXrFmWRA77Av86Kk/YElxFpGfMee6557K7776b7bPPPj63j4/19NNPs+7du3uzS+XZlhaAl+b9jyTJ8CFHg1N1YxXy7J8HnknbfHE/Ab933nmn7OwjQcC0adNYvXr1vN8XeRyQ9Nc87kqJTKSf5X6L7ATUSVKs4wu2m/37q1yftfTec0G/9Noi+hJ9rb5IMQOy6qq68Qa6mMkSW+vEuhVJ79fFoxr7kX5Wjbue6ppJv0wV7nxMJkvSkFQMEFYt++7WtVvIkNOxaSaZKMZVh9Y9EbLY9zg+CWTr1KlTmS1u3LhxPK5vl1120Z1eq5/oeyCOJ6Q1qEMnquBqDh5VcDXHrKhXFE2/JIKrwUlLk+CKF03fvn0ZqueE23HHHcceeughduCBB8ZKbkJGg6Pz888/Z3/605/Yhg0bGD7I8b9XXHEF6927twFCP3Y1rUQqeki6EC5FxkCVY9aE4AoFCEHYS5YsKcFnzJgxDH+CB4ESR1kmWxuCKyYT7UGQcWX9+vVlGVl0DCHKRVh0yLMDLWuCpuzDwoX8LTO4qbI8mzxTgmOQNX54tqEyGs59uLk8WzCOzCCoIotY3B6ZXlI0hSZTsCp/cp3sbUkRWwN0ieAaOWcqY4xIb9XN3q57pF0cl2k6q2QkPxOjWd4JrjLdD/8+ZMgQnjgnID7r7q9Ov5UrV7L+/fuXfbOceOKJDBWFmzVrpjOMU5+0jIcuQsoCzs477zx25513ssaNG7sML7wWwVkDBgxga9euLfldtwqB7MwPGzaMn6e6det6kxmJkfBtFSbiHnzwwTxJScuWLb3MQwRXOxhJH7TD7YerSH9ygo8uJgQIAUKAECAEiokA6U+53zciuMq3iPRXT8fXxV7mSQQ+jIoQIfL5mNjKfMoqGqsaCa7AQWQjwb/D1gYS6qJFi0rgUvn2gs4y0jN+v+uuu3iyWBvftuwcwHaNZNhIFBtu8NXD3tOhQ4fYI1REWxoWlNb9v23bNo5v9DxABl2CRZ7981hH0jZf3BNTp05lV155pfAsglSOWB2f90XSz03b8Ul/tUUuletIP0sF5mwmUQXmy2JddJ/zOqtyfdbSe08HZf0+RdV/9Fco7lmUmAGZPq0bx2uC0yeffML1kBUrVpRcphPrVjS93wSXaupL+lk17XbqayX9MnXI8zOhLIECirChKNeuu+7qTVjoujfeeCMDJyHafNihVAU/RERPX7Hdrjq0Lsgi2y6uRQwgcN19993LhpIVF0CcGHR32Bd9NZnt7/rrr2eIz/JNptWRW0ZwhT0S8qLg2Lvvvss2btzIiy18/fXX7KSTTqoZevXq1bEYhb9/RORwquD64y5RBVedE5tun6Lpl0RwNTgfaRFcP/74YzZ06NCyCqgQVTeTggkZTWYYc3mhP/PMM2XOqTiipijgGOtFYDw+2k2arJKU6kPfhOCahIFF5rS0JbiKSL4dO3bkWX7xd/XVV9fA6juA3GS/8uxAy5qgCRzvvfde7lgON1sDWVxlaJUT3OSZEsiaB/yeffZZhqCMaOUy2w8lPC/vueceXg0t2nw6E0zuoaT6Fk2hSQoHGpcjEJe9LWlia7AFRHAVHEbROwLPqIEDBzLRczta4dX1fLs4LpPQpUTreeutt/h7NEryM9Uzi0BwlRmPsNbx48eza665xqtBUkagxHy271mbM5mW8dBGtuCaOONtEgTkrVu38iA3fF9Em65xWpbQA4Y/JA+56qqrvJynLVu28Hs0mjjI9/OKCK52J5j0QTvcfriK9Ccn+OhiQoAQIAQIAUKgmAiQ/pT7fSOCq3yLSH/1dHxd7GWeRODDiBKoHn744Zxw2KJFCyERL7Ar+pTDdqxqJbjG2ZBEWKp8e+FrRH5j/I4gt9mzZ7N27drZblfJdd9++y0PtBs9enTZeD169ODJ3ho0aBA7VxFtaVhQGvc/sJk4cSKDjS/aTCry5tk/j3WlYfONs6fDF3///fczPDcrvZH+musdJv0s19vjLpwoliUoWhAUXVi2bFnNRKqYN1OJXJ+19N4zRTy+f1H1H1cUihIzICOMuMTWyrBDbB+IRvBtRptOXFqR9H7X81Op15N+Vqk7m4t1kX6Zi23IRghZAS7EAN1xxx28GJqPJE+Ir0YRt8GDB5fFbPsqliCKZwp05SZNmpQVRVIVRzPZEVcdWmeuOL1QZb8VxZJiTmCP3w499FAdEWL7YI/xLYBCBuHmE2cTISHPzp07GfRK2CODhHuQB8UbPvvss5LhAnIq9LswwXXmzJmxdiAkH4GOhkYE1/gdIoKryQlOp2/R9EsiuBqcizQIrsgOMHLkSPb000+XSXbaaadxYuK+++6rlNqUjCYipNpmbZB9aMdljpARXG2cB7JKUqpAexOCq6z8OwLJJ02aZFzRKI4gYEtwxT7A+HnrrbfWnBdUbsOLAw4ZnKWg+Q4gVx7QUIc8O9DyQNAE4R2K4PPPI/bmx2ZDhpDdGxhV5QQ3faZgzDzgJ3NO2jrsZfeqb2eCyT2UVN+iKTRJ4UDjMln2trSIrcEWEMFVcBhFz+ZAF0G2sn79+pVcZZM4JO4ecHFcJu2sgvFizZo1PGnMG2+8UbaMiy++mE2bNo3Vq1dP6zYvAsEVC5G962G0QaIcGBB9ZN374IMPOLZRUiJk0A1U0wJeo1MaxkMNMZRd4vR9BKThz0eV3c8//5wb7O6+++4ymUyMxXFJPTDwtddey0aNGsX23ntv5dplHaDngigrquaBbxVUuPXViOBqhyTpg3a4MUb6kzVydCEhQAgQAoQAIVBwBEh/yv0GfvGDrhYIehVjbHLupU5eQLL/ecTYxV7mUQw+lCyQpFu3bvx7HETDoImCcnzLYzJetRJcgdHmzZu5XRc2L1VT+fbC18fZeuCPR4DcEUccoZoy9ve4IEbd6q3BBEWzpcnuOZ/3FpL5wsaLZIbRZopvnv3zWFtaNl/Mg2TrsHdH27Bhw9htt91mHPfhdBNlcDHprxmArjcl6Wd6OBW6l4gwFxQtgA+4U6dOJaQA+DlQCcsH8cDHszZpvbea3ntF1n9cb8KixAzIiisg2TCSjPhuospzmEMnvrNoer9v7CphPNLPKmEXc7kG0i9zuS3pCgVeSvfu3cuIp4ilvu+++xg4Kq66ZlyMuorDoYuGqKgb7CJLly7lBE7E24cTxQQ6dqNGjXSnkPZL2l4RZ1sLJy+UCSjjG6A/bFQTJkxg7du3Z7Vq1bLC4rvvvmNz585lw4cPZ4hPC7ek4gUxJ3gAf/nLX9iXX37JUOwEOuT69esZKt+//vrrRmtBrP+cOXPYn//85xKCq8kgRHCNR4sIrianKZ2+RdMvieBqcC6SJLgiewCyI9xyyy1lD32IaErGMiWjySr0dO7cmc2YMYPPr9tkCkpcFikZwRVzmsjw4osvsiuuuKKMyKBDDjYhuIrIo5AVBFKQR04//XRduHjJcxmpGYOccMIJ/GVqsgfB5CIDCypPoopZmOyhk+FLe0GGHfPsQMsDQTPO8HTzzTdzYgGyjKia7N4IrlM5wU2fKRg3D/hBDtmHGZRMPN9wj+l8mMWReVSZcVT7k8ffi6bQ5BHDCpEpmr0tbWJrACMRXAUHChm78B6YOnVqza94tj3wwANcrwz/u23177hz7OK4TNJZBb12ypQpDJm1ohW8sR6bBCpFIbhCR0UGf5wLUQPxEURKGPZsmoo4DGMaDFktW7a0Gd7qmqSNh1ZCSS4CNtDFRecSBlYETCGboG2L+64wDXKDDPhGhVESzxRRg2H4F7/4Bbvgggu0yeIYB9/V+P7Aty90zGi77LLLeNIgH4TfYGwiuNqdKtIH7XBjjJH+ZA0dXUgIEAKEQDYIRB2+NonlspGcZs0bAqQ/5W1HyuQhgqt4i0h/9Xh0XexlHsXgQ4kq9yA5HkhbgwYN4r7CoCVRechlPdVMcAVuCJSHrUhkQwrjqvLtRfcgrmIl7MqovAoft47PLDo2Krfi/F999dXCWAcbsmDRbGlJ3f/AFomQQWp65ZVXhLcWSK/XXHONdnLDPPvnscC0bL7AFtghaXi0wZ7qOwmfy3MxqWtJf00KWedxST9zhjD/A8DnBl8Int9Bw7MHyWXxvA//O2LRHn30UdamTRtvC3N91tJ7z9tWlAxUNP3HFYUixAyIYjKw7lNPPZXrv02bNnWFodx48cUXbODAgWzRokUlv+k+C4qm93sHsOADkn5W8A3Mr/ikX+Z3b1KTLK4yKPgJSKp14YUXatsWwoJDt33qqafYlVdeKYwDOv/883myPZck+uH5Xn75Zda1a1eGGMGgIS7ozDPPZJgr/O+wdyHZn429K7o5rjp03GYjlgrxnmPGjBHa1mC7wG+77LJL7JmRxcsHF6EoyHXXXcd+/vOfaxNdsb+wNaOCqSiGzIY7o3vwodfATioqwqE7RrhfUHQOMXbhCq4mYxHBNR4tIrianKZ0+hZNvySCq8G58EVwhaEcDqktW7bwzAHIFIEHbzSbQdiAZVoC3pSMFkeiw4N47NixDFkL6tSpI0UMyg+q79x0001lWS6RrQpVhPbZZx/h9XEEV1wAGRDwDaeaqOrU3/72N4bsHiKCsK7zwYTgCpmwZ7179y5zLuqS5lSk5gAol8yueLGLDB7hTUiC8GJwW0kdVL6rzJnIFPTNC0EzzvCEMwjF9bDDDhMq4HH3RhgTlRPc9JmCsfOCH565UOzxARZteD6gAhmIFFCyRQ3XP/fcc5ws5KMKoM1ZzOKaoik0WWBUBXOGs7dlRWwNYCaCq+TAiZJZ/O53v2Oo4IoKpkHTNXKYnGsXx6UvZ9U333zDdbGPPvqIB+VBrwYmsuAv06QxAR5FIbhCXrz7EewEkq+oHXvssVy3RwIYk2qu27Zt40FuMuJww4YNeeKInj17ejEK6p7FJI2HujLo9oNOgWAFfHeIzigIo/iWAmFUJ4FJMK9K34O+g2cADLYme47x46plBPNj75GJ7+yzz2ZHH300+4//+A/2k5/8pAYW3KfQZ6FHPfHEE2zx4sXCqgi4wIaAroM/EVx1UCrvQ/qgFW6kP1nBRhcRAtkiALsobLTI9HrppZdmKwzN7gUBmz0NBxBCfzK1x3sRnAYpPAKkP+V+C4ngWr5FpL96PrYu9jLPojAkQkPQEb6Jg4aEn6jgCr9I0PDeQ+A0svfnpVU7wTUu4DC8Ryrfnmg/42w9OAsgQSPh2QEHHKB9HFB1Fn44WZI0nUTUosmKZkvzcf9Dj0UMAWyHqEixatUqbusXJYkLMLNJzkIE1x9PXFx1E9uzq33z5KAj6a852ATSz3K5CWkJ9fbbb3P/Ct7PQUOiWlQTWrhwYc2/6VRtNJXZ1b9G7z1TxPX6F03/0VuVvFcRYgZEiYOwoiTiL8JIwaeM5DHRpjtvkfR+13NUadeTflZpO5qL9ZD9LxfbkA8htm7dym0/SK4maiA/oniCLB5ddI0qniyJYgmIk0IytVmzZtWIhOq0hxxySEmcuE7VU5OdcdWhw3MFNiDEPD755JO8uNqGDRuE4px44on892bNminFhT6J+D7sY1w7+eSTuZ0Y//uzn/2MF8sIYsoC2VAhdcWKFbyIAeIxZc008ZpyEaEOMu6WzhiIZwMHB+egefPm7IgjjuA2z4MPPpihaFiY4Nq2bdvY4g4450G1WCK4xqNPBFed05lun6Lpl0RwNTgfLg9Jg2lKuuKFAVLW4MGDjYKRbchocSQ6CAVCAIKWW7duzQ466KAaOTdt2sTWrVvHX7CocBhtOkQCFcE1GPPII4/kL1QE5qOiD2QGeQPEWtHcuE73xWlKcI3DC/t2zjnncEPkUUcdVfPS++yzz3jFVmQqgcxRUnOLFi34PodJdFjz/PnzucJo2kQZ/6Jj6Bo+TOfW7S9T+HSvd+0HZR1GIRGJIC8ETaxRRS5A4EGHDh1Yq1at2G677cagWK5evVp6X0ZxUznBbZ4pecIPyiUyXCLTrqjhngWGINEjMw2y3OAehxILEobMcZwUCcP1XPu4vmgKjY810xhlCCB726k/VCFbkTE+RHCVbMD27dt5lioQO2VNN5On6R67OC5lzipTGUz6QydFdVNkajPNyiYjuJrM79JX9Z6Ojq0iuaI/DFRIlNGpUye23377Cb81vvrqK/anP/2JzZkzh79DZQl5siK3Yh0+jYcue6R7rcoxjXGg//fr149/e8H4Wrt27bLh8W2K7zAEoCKDn+xbyIXcGkyKYLpoZRfd9Zr0gwHw9ttvZ8cff7zJZVp9ieCqBVNZJ9IHrXAj/ckKNrqIEMgOgbDTFdlqRZV7spOOZrZBwHZPo9Xrk3C426yHrikWAqQ/5X6/iOBavkWkv3o+ti72Ms+i8OFgN4HtJ64SKGxlsC00aNAgCRGsxszCdhgWVJV8WOQzw/XwyyHgzEcDaRT2IeyhrJnaDINxVq5cyfr37x9rT8K5GDBgAPc71q9fv0wE2KYQdKeyG8KPhqR4iC+waUWypWVhQ4ZvAEGLphVQ8uyfD55doioaPu+x8HmMq5oMuyKCQk0TB9qc9yyuIf01C9SVc5J+poSocjroxiEioByxcj6bq3+N3nv6uxEXlyYapUj6jz4K4p5Z6P2mMQP4VoKfNNzSSBIkIsBDBpNCJkXS+13PUiVdT/pZJe1mbtZC+mVutiIfgqhi0SEl+A8oGgQ7F2LCos8mJLpHUhZVzBLeu4gD6tixo3GsngotHX10xIgRRA0vkQAAIABJREFUvLhaXHE31Tzh37OwpwB/JOlFdVrdhuR5iJFE8pykG+bAHzg9STUVxwjkVPCaYE8NbKlBpda99tpLKFZ0L1U2p/B5I4Jr/E4TwTWpO8F+3KLpl0RwNdhrXcOSwZCxXfFinzBhAq/gU6tWLaNhbchomADXoeJnnLPMRBDdbPeilw+IqSCXyTKF6MgBcjCyWekoJ6YEV8wPYm/fvn1js6bqyIk+qBCBik2ouobKWOEGg8Mpp5yiO1RJP5nBA53SMLiohM5C4QvLVBSCK2RWGZ5UWOP3kSNHcvImlNdwUznBbZ4peSK4Yq0qkqsOfuE+MBrec889PKtLJbaiKTSVuAc5WNNRjLH1OZADIhDBVbIROskskgpScwnYS9tZBcMCAqlQpcKU3ArodYxiSd4rqve0aG58uyC4CYa6uCDG4NpwJrLvvvuObdy4URrkFp4PVUcnT57MYBiywdYVN1cHvOv8NtfDMY0zhe8UGWk4PC4CCcNBaiCzxlVtCK6FkRM6H75XXAOwMCcqwMI4nURDohZUHbZJ6qMjDxFcdVAq70P6oBVupD9ZwUYXEQLpI4D3MZLPoapZ8F610bnSl5xmlCHgY09RIavX/2fvToAlqarEcR8RQUBBZFDQn6KhsqjQghs7KAygIIg2siMzrLI3jqwDCMrqsCNDQzOiLLKKzRAKSAuioCC7MKDOBMMo4oYECBgoyz9uzrz+v6Xeq6x6WVV5s76MIJzpzrz33O/k6z6dVSfvNtvE448/XkyTXl44e/bsWjX8uAPqLaB+qnd+IkKD68QUqV8rvm2n87ys4lCK4dKLPNPnvlP9ez49P0r/5h/Ec53J1tzvZ4fj46hDg2uKaaqmu/T73dav6ZlyemHi5z73uVLP/9J3FtLOBiPfVyj7bKqql5nl8iyt38+QU9Nl+gJh+ry/06POn8+ntfT7me9UuyanF4imXVLSS5KbeKhfa5lV9Vkt09K7oNJO3el7gZMdnTSzdRLldP+s9fdeee1OG1zTyLnUP+UVWp/Z77q/0+8MPPXUU0Vz6+gdldNKNtxww/jGN74RqU7o1THV95TTd9XSv/PaHbnV/e3WMyy/rz4blkz3dZ3qy75y5zFZ6n3Ye++94/bbb28b8MgumGnjpXSM3slyqos7falE20DGnTDZLuujT6v6RTH9fp4ynQ0nOq0nO/VPz6OOPfbY2H333Uv16HQ6/ujz0789Dj/88EibyKXv0KVNrNJ/6R5LL+ZLzyzH1079bnBNm4ik50epfkxH2ik2/Ttv9KYW42vfdjGOGPSqYbTVd+naNfqWyWOv4i0zt3NaC+RWX2pw7eBO7meDa9rmPX3Bqsx24q2W0E0z2sg4VX15uZMvu7f6QzL9Qb/++usXH6qmL5x1cqS5v/zlLxdvsCvbHNxNg2uKKTXhpg8AR++62mmsRx55ZPEXWWrETbuJpi+7jz7SF9OTQzfHVPdtrxpeOomz3wXf+NhyanBNsd99992R3irTaRN6KiYPOuigYhfT1ESd7rnRR7sPwbv5M6VuDa5pvenn4Zxzzin+fCjTUDLZvZz+jE5jvOUtb+nkds/q3NwKmqxwBduNgAbXKdSmeplFuqzsBxydJmY6X9jr14dV6e+/vfbaq/j7r9O32I/26PeHtONz0e7v6clylxpVv/vd7xbrL9MQ2ek9MN1/s3Q6X6vzp/sBfBUxdDNG+kAxPTA+4IADOq7rysyX3qaY/j2ZHuxV9QXV9EWv9PA33Y9V3U/pYWx6yU964Nnvt/mVfVBYxrup56gHs8+s+in7FFpALwUuu+yyopGxk2cjvYzH2NMXqCKnrb7Yfu655xZfZKuqppr+So1QZwH1U52zU8SmwbXeKWpE/Tqd52W9Sk+rHYdG5ko7lqfPYNOXg+p09OvZ4WRrrkuD61RNdyn2bp8Zjqz73nvvjYMPPjhuuOGGytOfPoNOn3mnL5pVceTwLK1fz5A/+MEPRnrJd2q4LPs9iPE5qPPn8ynWQTzzTS98TDvitvpyb7qf04tvpvMZQxU/B70YQ/3aC9VGjdmI+qzuGUkv2Uqft914440tQz3iiCPiqKOOKl5kX+Ux3T9r/b1XPhvdNLim0XOof8ortD6zX3V/t98ZuOOOO+KTn/zk/Jfhjawifcc0NVn0+nnhZA3wnX7fM6e6f7r3VBOuV581IYvWMIWA+rJGt8evfvWr4rnQN7/5zcqjSju/nnHGGbHaaqtVPvbIgC+++GLxvaj093KroxcvpOjn85RkmDaceP/73z+tmiPtapr+PZFezlHV0YvvpE03tkE3uJaJX4Pr9mWYnNMDgdzqSw2uHdwEvW5wTR/wpIbMtK172rlmOv8I7qYZbTRF+sDs2muvLXbR+eEPf9iBUhQfVKVdItObohZffPFS107W4Jp2G+qkIS19QTo1gqaHQ51+wNBtg2taYCr0UgGQ3thVZoesdM3KK69cNMamNY52+t73vhdpB6PRR6cPJsajT/bAYzqNs6USW+KkfhZ8rcLJrcE1reHZZ5+N9OW6sk2a4z/o7OZe7+bPlDo2uI7cA6loT8X/hRde2FGj6zrrrFM0B0/nQ+MSPxa1OCW3gqYWaILopYAHXFPopr8X9tlnn7jgggsmnNWrt/qmiabzhb1ef1iVXnayww47FB8IpzdiTffo14e0k8U53S+rpbfnpS/gpC+VTecFDyPx1envw+l+AD/de2O616ef3/Sze+aZZ1bSNJr+jXHooYcW/65ML8/pxZFi/vd///fiz4D0b8ZujvQzmppa08/pG97whm6G6OgaO7h2xDX/ZPVgd241ukr9VKNkCKV+Aq3qu+nWXPVb5XBFVFVO77///qL5+aGHHioAU4NL+nA/NQA5CLQTUD+1Exr472twHXgKpgygEfXrdJ6X9So9U70cL71Q9aSTTurZM4Ru19TrZ4ft4qpLg2uKM32elZ6ftHrxbRX1a6efObazG3mZ2Z577hmLLLJIu9M7/v06P0vr5TPk1JSxwQYbFN+B+MhHPjLtn9k6fz6fbopBPPNNTUQph6nJtdWRPldOf2ZO5zs8Hd/wfbhA/doH5LynaER9VvcUTPXF/LQ75Le//e340Ic+VPkypvtnrb/3yqek2wbXkRnqXP+UV2h9Zq/r/ul8Z2Cyn81e/lyOV0qb1Gy33XZx2223jfmtbmLIre6f7r2V8/Xqs5yzJ/YSAurLEkj9PKXqF92PvFQibcaUnhH1+pg3b16k/opWfRsnn3xy0U9S5b/j+/E8JTWPpt11q3j+M+Kfnnk8/PDDxXOPtPlcqjE6PVJuN9lkk9h3331jjTXWiAUXXLDTIXp6vgbXznnt4Nq5Wa5X5FZfanDt4E6rssF19dVXj6WWWire9773Fdtkr7nmmvH//t//q+wP/G6a0VpRpF2fUvNm+ks5/Ze+2JN2Kh39xfi0K1Bqal1vvfVi3XXXjVVWWaXjdUzV4DoS19NPPx3f+c534uqrry7enDnyF2yyTG/5+PjHPx7py/Zlm2rHr7ebpr/xY/z+97+P73//+3H99dcXxcBPfvKT+aeMdkoNrMsvv3xLp1Zv50uFQWqeHd/4Wvb2/c1vflM00t58883zL6nLW5n7UfBN5ZRjg+voh5g//elPizcrp23h0xvXRgr19HORCtxNN900UnPT6GKyzM/beLNu/kypc4PreMP0s3HnnXfGf/7nf45pLkmO6YUDa6+9dqQ3+qQdW7t9G3LZn9e6nJdbQVMXN3H0TMADrja0k73MopdfUpvOF/aq+rAq1Uipnk51daoH05fPPvCBD8QyyyxT6Z/XvfyQtsxPTRVfVkvzpFr18ssvL16U8bOf/azM1PPPSdbpoWBqShxfW3Q0UMUnT/cD+IrD6Xq49G+d1Cyadprv9AVDadL0gDPtVrz++uv35MuDky3sqaeeigceeCDSG4xTM8ivf/3rSLsdjH4Ymh5ap5/N9O+P9HOa6qp3vOMdHf+bsWvciOKNjeklJaMPO7i2F1UPtjeq+Rnqp5onSHiDFaiqGXKwqzD7aIGqcpq+vJYafQ477LD5w6cXCqVf60WThiw2S0D9VPt8anCtd4oaUb9O53lZr9KTvqiWvlSWdk0Yf1x11VXFS7LqdlT17LDbddWpwTWtYe7cuUXT3fgv61X1zDDNkczTSz26eW6Yrk8vXUvPDbfddtviWW2vjzo+S6vqGXJqxEjfvXjnO99Z7K6cnsWm75NUWYvW+fP5dO8M6plvuq/SFzVb7WqSnm1eeumlxXdhmnSoX5uUzZ6spRH1WU9kKh50sl0ip7sZwlRhTvfPWn/vlb8JptvgOjJTHeuf8gqtz6yq7u/FdwYm2125lz+X45WmaoDvdnfn3Or+6d5jOV6vPssxa2LuQEB92QFWP09NL0JIz5+6/c5Seo6RNkX77Gc/W8lGFGXX/uSTTxbzpr6S0Uc3L4MoM2eVz1NGvkv1xje+sfiuY9qpNT2TXHLJJcuE0vU5L7zwQvHdrvQCjf/4j/8o+g5SfTC63yUNPtLzkjbYSvGl/+11bF0vKqLYTC81NKcNQNLR7jth43OZejDSrrmTHaP//dPu2fFkY9jB1Q6u07nHp3NtbvWlBtfpZNu1lQl003BX2eRDMFCrN3r1suFlCEizXeJkjfrpA7mtt94623UJvHqB3Aqa6gWMWDMBD7hqlhDh5C0w/iU2v/jFLyY0JaaXPKRG4fTWtfQAJzUSL7bYYnkvPIPo01vzfve73xUNo+nhWXq5UKrl08tGRo70EPFNb3pT8QAxvSip7g8RM2AX4iQC6sHsbw31U/YptIBeClTVDNnLGI3dmUCVOR3/orfpvnyws5U4O2cB9VPts6fBtd4pUr/WOz+iGxKB9Nzwt7/9bfFS2PR8Kn3JLb1I+Z577pkvMNJAkF5gll5kNoiXmY0E41nakNyYltkzAfVrz2ibMrD6rCmZtI5GCah/GpXOgS0mt7p/YFADmFh9NgB0U/ZTQH3ZT+0u5kp1RtoA7a677iqeDaUNmNJzovHNj+k7ZW9729uK7yyl/9KLzxZaaKEuZnQJgWoEhq3BdYcddoj3vve908K75ZZbio0HRx/ppc9pw8bpHGmjjLRT8Ogj/f9poz7HYARyqy81uA7mPjHrOAENrr29JVrt6lbXtzL3VsLo6e3Oe++9d1x44YVjMNq9fYTc8AnkVtAMX4aGbsUecA1dyi2YAAECBAYtoB4cdAamPb/6adqEBmiyQJXNkE12ymltVea01e4IO+20U5x55pmx+OKL58Qi1j4LqJ/6DN75dBpcOzfr5xXq135qm4sAAQIECESE+tVt0EZAfeYWIUCAAAECfRZQn/UZ3HT9FlBf9lvcfASGRCCHBtf0EsHU5HnzzTcXWWm3y+xI6lp9Bp5bWjW4DjZjudWXGlwHe7+Y/f8ENLj27lZ49tlnI71R4YILLpg/yYYbbhjf+MY3Ytlll+3dxEauRODYY4+NefPmFTt0rbDCCrH88svHu9/97lhqqaW6Gr/Vbr7vf//7I+3g+s53vrOrMV3UTIHcCppmZsGqRgl4wOV2IECAAAECfRZQD/YZvPrp1E/VmxqxQQJVNkM2iCXrpVSd0/Rm6pkzZ0Z6lpaOtFNZemHcFltskbWT4HsroH7qrW8Fo2twrQCxh0OoX3uIa2gCBAgQINBKQP3qvmgjoD5zixAgQIAAgT4LqM/6DG66fguoL/stbj4CQyLQywbXtLNx6uU44ogjCs0ZM2bEZZddVvR0lD3SGOmz7B133HH+Jelz6Dlz5sQSSywx5TAaXMsqO28ygdzqSw2u7uVaCGhw7V0a7rjjjvjkJz8Zjz/++PxJTj755Jg1a1arN3L2LhAjdyXQ6mfjlFNOKfLXzdGq0ClbJHUzn2vyFcitoMlXWuQlBTzgKgnlNAIECBAgUJWAerAqyYGNo34aGL2JcxCouhkyhzU3Pcaqc9rqpYFbbbVVzJ49O5Zccsmmc1pflwLqpy7h+neZBtf+WXczk/q1GzXXECBAgACBaQioX6eBNxyXqs+GI89WSYAAAQI1ElCf1SgZQumFgPqyF6rGJEAgqmhwXXPNNePpp5+Ol156qWg6XWCBBYr/O/XhHHDAAXH77bcX0q02FUu7s+67777xzDPPFJuNvfWtbx2Tlfvuuy+uvfba+POf/zz/11MfyAknnBALLbTQlBnU4OoGn65AbvWlBtfpZtz1lQhocK2EccIgL7zwQhx11FFx3HHHzf+9lVZaKa644op4z3ve05tJjVqpQHrLxzbbbDNmzC233DLOP//8jr9M99hjjxVv/7jpppvGjKfhudKUNWaw3AqaxsBbyGQCHnC5NwgQIECAQJ8F1IN9Bq9+OvVT9aZGbJBA1c2QDaLJdim9yOm3vvWt+PSnPz3fJO3ievXVV8cGG2yQrZPAeyugfuqtbwWjpwfj648aJ71F8rQKxjVENQLq12ocjUKAAAECBEoLqF9LUw3rieqzYc28dRMgQIDAwATUZwOjN3F/BNSX/XE2C4GhE6iiwfWDH/xgHHLIIXHqqadO6ddqU7Hnnnsu9t9//2JH1rLHVVddFZ/61Kfanj537tw4++yz255XlxP+8Ic/xD333DMmnIsuuii23377uoQ4dHHkVl9qcB26W7SeC9bgWn1e0nbm3/zmN2PPPfcc88aH/fbbL0466aRYeOGFq5/UiJUL3H///ZGKoV/+8pdjxr7ggguKZtX0hpAyx5/+9Kei8DrvvPPGnJ4ani+99NJYZZVVygzjnCESyK2gGaLUDOtSPeAa1sxbNwECBAgMTEA9ODD6qiZWP1UlOQTjpDeP/upXv4obb7wxfvSjH8XDDz8cP/nJT+avfNVVV40VVlgh0ltLU2Pf8ssvHwsuuGDHMuM/WBoZoNsPNCYbL61hrbXWGhNft2823XjjjSNdu9RSS40Zb/yzzBkzZkR6SVlyGjnSG16vv/76+M53vhPprawjH+Qst9xyxYvn1ltvvdhss8269pwqAemld7/4xS9i3rx5cdttt8XPf/7zMR8krb766rHiiivG2muvHRtuuGG85S1vKf2MafS8adytt966WN/I0cqi7M3SarzJclB1TlvF+Oijj8Z2221XGI4cnq2WzeZwnqd+qn3eNbjWO0Xq13rnR3QECBAg0EAB9WsDk1rtktRn1XoajQABAgQItBVQn7UlckLeAurLvPMnegK1FaiiwTV9v2D27NlF381Ux2TfbTj++OPjsMMOK2W01VZbFXMtueSSpc7P6aRWn+F3+32QnNZd51hzqy81uNb5bhqi2DS4dp/sX//618XFyyyzTPHlwvQFtvTlq3POOaf4y2/0dubLLrtsfPvb344PfehD3U/oyr4KPPvss7HPPvtEamgdfaQdI/baa6/ijR8pr5Md6Uuq6Ut46WfshhtumHBa2t7+85//fFdfTO0rhMn6LpBbQdN3IBP2W8ADrn6Lm48AAQIEhl5APZj9LaB+yj6FvV/A888/XzS1nnjiifHDH/6w9IQrr7xy8SwhvZBrscUWK33dsDS4Jtf0xtVjjjmmaCxtd6yzzjpx5JFHxkc/+tGumkxHj5+eI1155ZVx8sknx89+9rN2U8///RTDwQcfXDS7dvJSvKY3uP71r3+d8Kbe9LK4K664omhSdhAYL6B+qv09ocG13ilSv9Y7P6IjQIAAgQYKqF8bmNRql6Q+q9bTaAQIECBAoK2A+qwtkRPyFlBf5p0/0ROorUBVDa7pJeAbbbTRmN6bkUWnvo1//ud/Lvo2Wn2enl6Gvc0227Q1+sd//Mc49thji76fJh4aXOuX1dzqSw2u9buHhjIiDa7dp/173/te8ZdpmSO9GeLoo4/WzFgGq0bn3HrrrcXW7KlxefyRCqa0e0racSPtwvqqV72qOOU3v/lN3HvvvXHNNddM+mXKLbbYomiCfuMb31ij1QqlLgK5FTR1cRNHzwQ84OoZrYEJECBAgEBrAfVg9neG+in7FPZ2AemZwRFHHBHXXntt1xN98IMfjNNOOy3WWGONaPFnxoRxh6HBdemlly5czz777I5dp/Nh1ssvvxw33XRT0Yz505/+tOO5Ry5IO8p+5StfKXZ3LXM0vcE1GXzrW9+KT3/602M4TjnllJg1a1YZIucMmYD6qfYJ1+Ba7xSpX+udH9ERIECAQAMF1K8NTGq1S1KfVetpNAIECBAg0FZAfdaWyAl5C6gv886f6AnUVqCqBte0qdx9991XbDY3+ki9Ge9+97un3HH1j3/8YzzwwAPxt7/9rfjf9CLl0cfyyy8fq622WrzlLW+Z9kuva5sIgdVSILf6UoNrLW+j4QtKg2v3OZ/qbRGjR01bp6ctvt/2trd1P5krByKQvqT4zW9+s9j2fvSOvNMJJm1vf+qpp8ab3/zm6Qzj2gYL5FbQNDgVlva/Ah5wuRMIECBAgECfBdSDfQavfjr1U/WmjRgxPWO4+uqr48ADD2z5Iq1OF/n6178+UrNfejHXggsuOOXlTW9wPf/88+Pf/u3fumpuHYHbdNNN46tf/Wost9xypVORPmA755xzIr3YrornRiussELRuLzxxhu3bVwehgbXhx9+OD7zmc+M2RE37V48Z86cWGKJJUrnyYnDIaB+qn2en4yI142KMnWqn1b7qIcnQPXr8OTaSgkQIECgJgLq15okor5hqM/qmxuRESBAgEBDBdRnDU2sZY0IqC/dCwQI9EQgfQfi6aefnt+YusACCxSf46b/dRAYdoHc6ksNrsN+x9Zk/Rpcu09Eqy+SjR8tfTHt3HPPjXXXXbf7iVw5UIFUfF1//fVxwAEHTLoja5kA046v++67b7GjR/q/HQQmE8itoJHJxgt4wNX4FFsgAQIECNRNQD1Yt4x0HI/6qWOy5l+Qni1cdtllsffee8ef/vSnlgv+8Ic/HJtsskmk3VkXW2yx4g2j99xzT9xwww0xb968ltek5wupwXLbbbedsiFykA2uae7nnntufvxpV87dd999zHpSg2hq/B19TPbh1/hnme9617ti5ZVXLnb7HH2ss846scsuuxTP5BZffPFIcaQ3tqYXmaVG41YNqVtssUXMnj073vjGN7a9KVNza3qBWYpnsubWDTbYIDbaaKNYddVVI71d9tlnny12eb3uuuvi9ttvbzlHarD9+te/Huutt96UMQyywbXqnE620Keeeip23XXXuPLKK+efkvKd/v9VVlmlbY6cMFwC6qfa51uDa71TpH6td35ER4AAAQINFFC/NjCp1S5JfVatp9EIECBAgEBbAfVZWyIn5C2gvsw7f6InQIAAgQwFcqsvNbhmeJM1MWQNrt1n9Q9/+ENst912ceONN7YcJO3cesYZZxTbmjvyF3jiiSfiggsuiDPPPLOjnVbSl03T7hJf+MIXYsUVV2y7A0f+UlYwXYHcCprprtf1tRfwgKv2KRIgAQIECDRNQD2YfUbVT9mnsPoF3HnnncWzgUcffXTC4JtttlkcddRRxfOjVm8yTc2xjzzySBx99NHxjW98Y8L1ZRoiB9ngOj7giy++OHbYYYcxv3zMMcfEEUccUQq+1bPM0Rcmjy9/+cux1VZbxcILLzxhzOSZGocPPfTQonl4/JHGTy8na7cr7ty5c2PHHXds2dy60047FTl9+9vf3vI50EsvvRR33313kdNrr712Qgyp2flrX/tarLTSSpOaDLLBteqcTrbIF198sbgvjj/++DGnpAbgZOwgMFpA/VT7+0GDa71TpH6td35ER4AAAQINFFC/NjCp1S5JfVatp9EIECBAgEBbAfVZWyIn5C2gvsw7f6InQIAAgQwFcqsvNbhmeJM1MWQNrt1n9fnnn49rrrmm2DUg7bqQvqSYvkSXvoS28847x/rrrx+LLLJI9xO4spYCf/3rX+Pee++Nm2++OX784x8XeU9fjBw50j2QdpNIO66keyD975JLLlnLtQiqngK5FTT1VBRVhQIecFWIaSgCBAgQIFBGQD1YRqnW56ifap2e/gf39NNPx7777tuyOfWLX/xiHHTQQaWeH6XnUOeee24cfvjhE5oqN91005gzZ04ss8wyLRc4LA2uM2bMiH/913+NNdZYo22if/e738Uee+wRqVF19JGe66RnfR/4wAcmHeOxxx4rmltvuummMeekl5ylXV0/+9nPtm2QTRemnV+PO+64OOGEEybMtdtuuxVjpd18Wx3D0OCa1t2qIXrWrFmF2UILLdQ2z04YHgH1U+1zrcG13ilSv9Y7P6IjQIAAgQYKqF8bmNRql6Q+q9bTaAQIECBAoK2A+qwtkRPyFlBf5p0/0RMgQIBAhgK51ZcaXDO8yYRMgAABAgR6LZBbQdNrD+MPXMADroGnQAAECBAgMGwC6sHsM65+yj6F1S5gsp0+U4Pe5z//+VKNkCMRvfDCC3HyyScXO4yOP1Lz66677tpyx9BhaHAts5PteLP//u//LnaTvfXWW8f8VsrLscceO+kOsGeccUYccMABY65Jza3nnHNObLvtti1zMNld9eyzzxZNzmefffaE8VKj7UYbbdTy0mFpcP3JT35SGKRm4JFjk002iQsvvDD+7u/+rtofVqNlLaB+qn36NLjWO0Xq13rnR3QECBAg0EAB9WsDk1rtktRn1XoajQABAgQItBVQn7UlckLeAurLvPMnegIECBDIUCC3+lKDa4Y3mZAJECBAgECvBXIraHrtYfyBC3jANfAUCIAAAQIEhk1APZh9xtVP2aewugWk5sV99tknLrjggjGDtttxdaoIJtsRdsMNNyx2iV122WUnXD4MDa5f+tKXisbfBRdcsKMEfutb34pPf/rTY65JO8FedtllscIKK0wY6/HHH4+ddtopbrzxxjG/127H1amCmmxH2J133jnOOuuslru4DkuDa6t1rrzyynH55ZfHiiuu2FGundxsAfVT7fOrwbXeKVK/1js/oiNAgACBBgqoXxuY1GomwCCNAAAgAElEQVSXpD6r1tNoBAgQIECgrYD6rC2RE/IWUF/mnT/REyBAgECGArnVlxpcM7zJhEyAAAECBHotkFtB02sP4w9cwAOugadAAAQIECAwbALqwewzrn7KPoXVLeDBBx+MrbbaKh566KExg1511VXxqU99quuJ5s2bF1tuueWYXS3TDqJXX311bLDBBhPGbXqD60orrRRXXHFFvOc97+nYdLKG1Ysuuii23377CeO1sk9Nxd/+9rfjQx/6UMfzj1xw/vnnFzvwjj6mWtewNLg+8cQTRR6uv/76MTY/+MEPYt111+3a24XNE1A/1T6nGlzrnSL1a73zIzoCBAgQaKCA+rWBSa12Seqzaj2NRoAAAQIE2gqoz9oSOSFvAfVl3vkTPQECBAhkKJBbfanBNcObTMgECBAgQKDXArkVNL32MP7ABTzgGngKBECAAAECwyagHsw+4+qn7FNY3QLSLqDbbLPNmAHXXHPNuOSSS2K55ZbreqInn3wydtlll6KhdfRx3HHHxaGHHjph3KY3uO63335x0kknxcILL9yx6csvvxzHHntsHHHEEWOunTVrVpxwwgmx0EILjfn1448/Pg477LAxvzZz5syYM2dOLLHEEh3PP3LBI488Ettuu23cfvvtY8a49NJLY+utt54w7rA0uD733HOx//77F76jj8kakLtOgAuzF1A/1T6FGlzrnSL1a73zIzoCBAgQaKCA+rWBSa12Seqzaj2NRoAAAQIE2gqoz9oSOSFvAfVl3vkTPQECBAhkKJBbfanBNcObTMgECBAgQKDXArkVNL32MP7ABTzgGngKBECAAAECwyagHsw+4+qn7FNY3QK+9KUvxZFHHjlmwD322CNOPfXUWGSRRbqeKDVlHn300cV/o4/Jxm56g+vXv/712Gmnnbr2vOaaa2KLLbYYc/2mm24aF154YSy55JLzf30yx5Tnww8/PFr8+V06pskaOY855pgJzbdp0GFpcJ3MfLJm7tLgTmycgPqp9inV4FrvFKlf650f0REgQIBAAwXUrw1MarVLUp9V62k0AgQIECDQVkB91pbICXkLqC/zzp/oCRAgQCBDgdzqSw2uGd5kQiZAgAABAr0WyK2g6bWH8Qcu4AHXwFMgAAIECBAYNgH1YPYZVz9ln8JqFtDrxryLL744dthhhzHBbrzxxpF+famllhrz601vcP3Rj34Ua621VteJu+uuu+ITn/hEPP744/PHeP/73x9p99R3vvOd83/tiSeeiO233z6uv/76MXNNtstqpwF10hA9LA2uybCVy2SNv52aO785Auqn2udSg2u9U6R+rXd+REeAAAECDRRQvzYwqdUuSX1WrafRCBAgQIBAWwH1WVsiJ+QtoL7MO3+iJ0CAAIEMBXKrLzW4ZniTCZkAAQIECPRaILeCptcexh+4gAdcA0+BAAgQIEBg2ATUg9lnXP2UfQqrWcBTTz0Vu+66a1x55ZVjBrzooouKJsnpHrfeemusvfbaY4ZZc80145JLLonllltuzK83ucF1xowZcdlll8UKK6zQNWmrZtGVV145Lr/88lhxxRXnj/voo4/GdtttF7fddtuYuabbYDsyWKum5ZkzZ8acOXNiiSWWGDPnsDe47rXXXnHyySfHq1/96q7z7sJmCaifap9PDa71TpH6td75ER0BAgQINFBA/drApFa7JPVZtZ5GI0CAAAECbQXUZ22JnJC3gPoy7/yJngABAgQyFMitvtTgmuFNJmQCBAgQINBrgdwKml57GH/gAh5wDTwFAiBAgACBYRNQD2afcfVT9imsZgG93u2zVYPrZM2eGlynzmmrZtF0xfjG1Vbnvfa1r40bbrghVl999WnfOJ3syjvsDa577LFHnHrqqbHIIotM290AzRBQP9U+jxpc650i9Wu98yM6AgQIEGiggPq1gUmtdknqs2o9jUaAAAECBNoKqM/aEjkhbwH1Zd75Ez0BAgQIZCiQW32pwTXDm0zIBAgQIECg1wK5FTS99jD+wAU84Bp4CgRAgAABAsMmoB7MPuPqp+xTWM0CJmtwrWq3Tw2u/5unjTfeOFJj6FJLLdV14qbT4FrFDrIjgWtwbZ3CL33pS3HkkUeO+U0Nrl3f7o29UP1U+9TeFBHrj4pyVkScVvuohydA9evw5NpKCRAgQKAmAurXmiSivmGoz+qbG5ERIECAQEMF1GcNTaxljQioL90LBAgQIECgzwK51ZcaXPt8g5iOAAECBAjkIJBbQZODqRinJeAB17T4XEyAAAECBDoXUA92blazK9RPNUvIoMKxg2tr+VZNnMccc0wcccQRpVI1vtlx/fXXLxpc3/SmN5W6vtVJZXdmLXtet4FocG0tp8G12ztquK5TP9U+3xpc650i9Wu98yM6AgQIEGiggPq1gUmtdknqs2o9jUaAAAECBNoKqM/aEjkhbwH1Zd75Ez0BAgQIZCiQW32pwTXDm0zIBAgQIECg1wK5FTS99jD+wAU84Bp4CgRAgAABAsMmoB7MPuPqp+xTWM0Cnnrqqdh1113jyiuvHDPgRRddFNtvv/20J7nllltivfXWGzPOhhtuGJdcckksvfTSY379L3/5S8yaNStmz55dSSzPPfdc7L///jFnzpwx45XZnbbqBtcqdlBt1bjaatxHH300tttuu7jttts6XneZhH/jG9+Iz372s2NOTffQ6aefHosuuuiYXy8bc5l50zkPP/xwfOYzn4mf/exn8y8puzvudHPaLsZWDa7pfj7hhBNioYUWane53x8SAfVT7ROtwbXeKVK/1js/oiNAgACBBgqoXxuY1GqXpD6r1tNoBAgQIECgrYD6rC2RE/IWUF/mnT/REyBAgECGArnVlxpcM7zJhEyAAAECBHotkFtB02sP4w9cwAOugadAAAQIECAwbALqwewzrn7KPoXVLGCyptLjjjsuDj300GlP0qoZctNNN40LL7wwllxyyTHjV93gOtnutINocH3Xu95VNBGvssoqXZveeuutsfbaa4+5vtXOsL3clffll1+Oo48+uvhv9LHXXnvFySefHK9+9avH/HrVDa6tDOrc4NrJrr9d3xguzEpA/VT7dGlwrXeK1K/1zo/oCBAgQKCBAurXBia12iWpz6r1NBoBAgQIEGgroD5rS+SEvAXUl3nnT/QECBAgkKFAbvWlBtcMbzIhEyBAgACBXgvkVtD02sP4AxfwgGvgKRAAAQIECAybgHow+4yrn7JPYXULaLXz5B577BGnnnpqLLLIIl1P9OKLL8YRRxwRxx9//JgxJhu76gbX3/zmN8UutDfffPOY+QfR4JoCmDt3bmy++eZde7ZqFt5xxx3jq1/9arz2ta+dP+5kjinPhx9+eLT487t0TH/+859j7733LhqURx+TNXJW3eD6ve99LzbaaKMxc9ehwXUy81NOOaXYldhBYERA/VT7e+HJiHjdqCjTD/BptY96eAJUvw5Prq2UAAECBGoioH6tSSLqG4b6rL65ERkBAgQINFRAfdbQxFrWiID60r1AgAABAgT6LJBbfanBtc83iOkIECBAgEAOArkVNDmYinFaAh5wTYvPxQQIECBAoHMB9WDnZjW7Qv1Us4QMMpzLLrssttlmmzEhrLnmmnHJJZfEcsst13Vof/zjHyM1YF533XVjxphsd9jJmgS//vWvx0477dRxHHfddVd84hOfiMcff3zMtYNqcJ1Og+lf//rXOOSQQ4qm49HHZGOmpuLDDjtszLkzZ86MOXPmxBJLLNGx5cgFrRpW0+9deumlsfXWW08Yt9X5K6+8clx++eWx4oordhxHWv+BBx445ro6NLhO1vh70UUXFU3WDgIjAuqn2t8LGlzrnSL1a73zIzoCBAgQaKCA+rWBSa12Seqzaj2NRoAAAQIE2gqoz9oSOSFvAfVl3vkTPQECBAhkKJBbfanBNcObTMgECBAgQKDXArkVNL32MP7ABTzgGngKBECAAAECwyagHsw+4+qn7FNY3QIefPDB2GqrreKhhx4aM+h0m/PmzZsXW265ZaTmv9HHDTfcEH//938/YQGTNXFOtjtoO4Hzzz8/dt111wmnDarBdcMNN4y0C+uyyy7bLvQJv//II4/EtttuG7fffvv830u7tl599dWxwQYbTDi/lX2aNzWirrvuuh3PP3JBK9N3vetdceWVV8Yqq6wyYdxHH300tttuu7jtttvG/F6ZHIwf7Nlnn4199tknLrjggjG/VYcG1yeeeKJoZL3++uunvc6uk+PCLATUT7VPkwbXeqdI/Vrv/IiOAAECBBoooH5tYFKrXZL6rFpPoxEgQIAAgbYC6rO2RE7IW0B9mXf+RE+AAAECGQrkVl9qcM3wJhMyAQIECBDotUBuBU2vPYw/cAEPuAaeAgEQIECAwLAJqAezz7j6KfsUVreAyRoHN91002LHz2WWWabjyZ5++unYd999i4bO0Ue7Js+0I+mRRx455pq0C+xXv/rVSA2dZY8nn3wydtlll6IBdPxRprny4osvjh122GHMpZ002rZaRxqsm6bhF198MU455ZQ46KCDSlumXWvTrrc33njjmGt22223YhfYxRZbrCzl/PMee+yxYkfem266acy1O++8c5x11lktx5ys8fOcc86JPfbYo6MY7rjjjvjkJz85YUfeOjS4ttqpdsaMGZF2R15hhRU6WqeTmy2gfqp9fjW41jtF6td650d0BAgQINBAAfVrA5Na7ZLUZ9V6Go0AAQIECLQVUJ+1JXJC3gLqy7zzJ3oCBAgQyFAgt/pSg2uGN5mQCRAgQIBArwVyK2h67WH8gQt4wDXwFAiAAAECBIZNQD2YfcbVT9mnsNoFzJ07t2heHL/bamrqTI2VCy+8cOkJX3jhhTj55JPjkEMOmXBN+vVZs2ZFiz9DinNTQ+xnP/vZMdd1uvPoVPOngQfZ4PrhD384vva1r8VKK61U2vMHP/hBYZJ2Qx19nHvuucUOta0sX3755TjjjDPigAMOmDBP2gE15XqBBRYoHUNqgk73wdlnnz3hmquuuio+9alPtRzrueeei/33379olB59bL755nHeeefFG97whlIx/O53vysaYtN9Ov6oQ4PrLbfcEuutt96Y0FKD+IUXXhhLLrlkqTU6aTgE1E+1z7MG13qnSP1a7/yIjgABAgQaKKB+bWBSq12S+qxaT6MRIECAAIG2AuqztkROyFtAfZl3/kRPgAABAhkK5FZfanDN8CYTMgECBAgQ6LVAbgVNrz2MP3ABD7gGngIBECBAgMCwCagHs8+4+in7FFa7gMl2XE2zfPGLXyyaGxdZZJG2kz7//PORGi8PP/zwCc2ya621VrGD6dve9rZJx7nrrrviE5/4xIRdOrfYYotiF9c3v/nNU8Yw1fwjF3bb4JqaSU8//fRYdNFF2zpMtoNrujA1Pqa1LLfccm3H+fGPfxyf+9zn4r777htz7kc+8pGieXIqj8l2XE074aZdXFPT7IILLtg2htT0fNxxx8UJJ5ww4dytttoqZs+ePWUTZ5rrwAMPnHBtGjP9ervm6d/+9rfF/ZfW2+qYToNrJzmdCioZ7LnnnmNOOfTQQyPdB6985SvbGjtheATUT7XPtQbXeqdI/Vrv/IiOAAECBBoooH5tYFKrXZL6rFpPoxEgQIAAgbYC6rO2RE7IW0B9mXf+RE+AAAECGQrkVl9qcM3wJhMyAQIECBDotUBuBU2vPYw/cAEPuAaeAgEQIECAwLAJqAezz7j6KfsUVr+AO++8M2bOnDlhp9A002abbRZHHXVUrLbaai13/kw7hj7yyCNx9NFHF7uwjj9SU2VqfN1mm22mDPzJJ5+MXXbZJa6++uoJ533wgx8sGi0/+tGPTogh7dqamkFPOumkuPbaa+dfm3Z/ffzxx8eMVabB9ZprronUVDv6SGOdc845hUW73U+nanBNY86YMaOINa2lVZNp2jE1eX35y1+OP/3pT2PiSJap2XN8fK1gJ9uZN5270047FTl9+9vf3nIX2JdeeinuvvvuIqejTUfmSQ26F198caTG5amOO+64Iz75yU9OyMNIDGn8Vk3Pqek67Q574oknxs9//vNiirT21Gj9+9//fv6UZRtcp5vTydb417/+tditODXyjj5SM/f2229f/Q+qEbMWUD/VPn0aXOudIvVrvfMjOgIECBBooID6tYFJrXZJ6rNqPY1GgAABAgTaCqjP2hI5IW8B9WXe+RM9AQIECGQokFt9qcE1w5tMyAQIECBAoNcCuRU0vfYw/sAFPOAaeAoEQIAAAQLDJqAezD7j6qfsU1j9AlKT6mWXXRZ77733hKbKkdk+/OEPxyabbBKp2XSxxRaLv/3tb3HPPffEDTfcEPPmzWsZVGpKPOKII2LWrFmldgydqikzTbDCCivEBhtsEG9961uL+R566KG4+eabJzTmpgbQ1GD4mc98ZkxcZRpcJ9tJNg206qqrxtJLL12MmWJIjapLLrnkmDnaNbiOnLzyyivHpz71qfmeqcH3tttuiyuuuKJlo3G6Lu2k+vnPf76UZWr8TY2XKZ60E2urI1lutNFGxbpe9apXRWqu/elPfxrXXXdd3H777S2vef3rX1/sQrv11lu3bI4dfVHaVTft6HvyySdPetOut956sfbaaxcNrKlhNBnceuutE2JOa3/mmWeKxt+Ro2yD63RzOlnwf/zjH2PHHXcsvEaOlVZaqcjhe97znup/UI2YtYD6qfbp0+Ba7xSpX+udH9ERIECAQAMF1K8NTGq1S1KfVetpNAIECBAg0FZAfdaWyAl5C6gv886f6AkQIEAgQ4Hc6ksNrhneZEImQIAAAQK9FsitoOm1h/EHLuAB18BTIAACBAgQGDYB9WD2GVc/ZZ/C3iwgNbmm3VMPPPDASRssO5k5NSymXVf33HPPUg2ZaezUYHnQQQfF2Wef3clUY85Njbhf+9rXikbd1Dg5+ijT4Jp2fU07nN54441TxpB2Yk1NwanpdvTRqsE1NWemXWZTA2+3R7JMuVl44YVLD5GaXNPOs4cddtikTa6lB4uItHPrKaecEltuuWXb5taRcVMT8j/8wz9M2jBbZv699tqraCZOcx955JHzLynb4DrdnE4WY6vG2Z133jnOOuusogncQWC0gPqp9veDBtd6p0j9Wu/8iI4AAQIEGiigfm1gUqtdkvqsWk+jESBAgACBtgLqs7ZETshbQH2Zd/5ET4AAAQIZCuRWX2pwzfAmEzIBAgQIEOi1QG4FTa89jD9wAQ+4Bp4CARAgQIDAsAmoB7PPuPop+xT2dgH33ntvsevqtdde2/VEaZfX0047LdZYY43SjZAjk6XdRlMzZ2oK7fRIu5GefvrpseKKKxa7gHbT4Joafb/5zW8WjbmT7Xw6ElerhtlWDa4XXXRRrL/++sVOtml3z06O1ECbdi1Nu70usMACnVxanJvWc9NNN8UhhxxS7M7a7bHZZpvFV77ylcK20+Phhx+O/fffv9jtt9MjxZ0adFPD9Hjbsg2u083pZDHPnj27uE9GH3PmzIlddtml02U6fwgE1E+1T7IG13qnSP1a7/yIjgABAgQaKKB+bWBSq12S+qxaT6MRIECAAIG2AuqztkROyFtAfZl3/kRPgAABAhkK5FZf5tDg+lJEzI/zpZde6vgLUxneR0ImQIAAAQIDE0hfCh33hdr0cKHzb9gObAUmbqCAerCBSbUkAgQIEKivgHqwvrnpIDL1UwdYw3rq888/XzS4nnjiiR01Ra6zzjqx7777RmqGXGSRRbrmS895v//978cxxxwTP/zhD9uO8/rXvz7++Z//OXbffff5O2d22+CaJks7n5533nnFmGkn2MmO1Li6/fbbj/ntyRpc03l/+ctfih1VU8PqVOOmAdOaUkPsHnvsEUsvvXRbg3YnpN1xL7jggjjzzDPj5z//ebvT5/9+yuUBBxwQ6623XumdeFsNnuY/99xziwbkRx99tO38qUk6NTp/9KMfnf8cotsG1+nmdLL17LPPPoXpyJF2D07N0W9/+9vbrs8JwyWgfsoi3xpc650m9Wu98yM6AgQIEGiYgPq1YQntzXLUZ71xNSoBAgQIEGgpoD5zYwyBgPpyCJJsiQQIECBQH4Ec68scGlyfiYjFRtL89NNPF29ydxAgQIAAAQK9EUi71yy++OKjB382Il7Tm9mMSqCUgHqwFJOTCBAgQIBANQLqwWocBzyK+mnACchp+tRo+stf/jJuvvnm4r/UGHnPPffMX8Kqq64aaYfRtDvpJptsEm95y1u62mV0MpM0f5rz+uuvL3Yhve++++Y3R6a5Z8yYETNnzozUWDvu36pd7+A6Opb/+Z//iUsvvbRotk27n45vSk0NuGm329HHVA2uo59jf+c734mrr746br/99vlrWn311WO11VaLj3/84y3XVMW9k5p377///rjlllviBz/4QTz00ENjGl5TDGmX1rQ7asrrG9/4xkpfKpmafNOa026uaQfctGNw+rslPdd/3/veVzTSbr755pHyu+CCC05pW3YH1+nmtJX7gw8+GFtttVXhN3Kke+Goo46KV77ylVWkyhgNElA/ZZFMDa71TpP6td75ER0BAgQINExA/dqwhPZmOeqz3rgalQABAgQItBRQn7kxhkBAfTkESbZEAgQIEKiPQI71ZQ4Nrv8dEcuNpPkXv/hFvOtd76pP1kVCgAABAgQaJpC+2Lz88suPXlXaduVtDVum5eQloB7MK1+iJUCAAIHMBdSDmSfwf8NXPzUijRZRV4EyDa51jV1c5QVmz54de+655/wLll122fj2t78dH/rQh8oP4syhEVA/ZZFqDa71TpP6td75ER0BAgQINExA/dqwhPZmOeqz3rgalQABAgQItBRQn7kxhkBAfTkESbZEAgQIEKiPQI71ZQ4NrrdExDojaf7ud79b7BTgIECAAAECBHojcN1118XHPvax0YP/MCLW7c1sRiVQSkA9WIrJSQQIECBAoBoB9WA1jgMeRf004ASYvtkCGlybnd+0uieffDJ22WWXYgfekWPnnXeOs846KxZbbLHmA1hhxwLqp47JBnGBBtdBqJefU/1a3sqZBAgQIEBg2gLq12kTDsMA6rNhyLI1EiBAgEBtBNRntUmFQHonoL7sna2RCRAgQIDABIEc68scGlzPi4hdR7RPOOGEOPjgg91+BAgQIECAQI8ETjzxxDjkkENGjz4nInbr0XSGJVBGQD1YRsk5BAgQIECgIgH1YEWQgx1G/TRYf7M3XECDa8MTHBHz5s2LLbfcMv785z8Xi33ta19bNLtusMEGzV+8FXYloH7qiq3fF2lw7bd4Z/OpXzvzcjYBAgQIEJiWgPp1WnzDcrH6bFgybZ0ECBAgUAsB9Vkt0iCI3gqoL3vra3QCBAgQIDBGIMf6MocG189FxNkj0ptvvnnMnTvXrUeAAAECBAj0SGCLLbaIa665ZvToe0XEv/ZoOsMSKCOgHiyj5BwCBAgQIFCRgHqwIsjBDqN+Gqy/2RsuoMG12Ql+/vnn46CDDoozzjhj/kJ32mmnOPPMM2PxxRdv9uKtrmsB9VPXdP28UINrP7U7n0v92rmZKwgQIECAQNcC6teu6YbpQvXZMGXbWgkQIEBg4ALqs4GnQAC9F1Bf9t7YDAQIECBAYL5AjvVlDg2uMyLi3hHlRRddNJ555pl4xStyCN1PBwECBAgQyEvg5Zdfjte85jXx3HPPjQ78fRFxX14rEW3DBNSDDUuo5RAgQIBAfQXUg/XNTYeRqZ86BHM6gU4ENLh2opXfuffff39ss8028dBDDxXB2701vxz2O2L1U7/Fu55Pg2vXdH25UP3aF2aTECBAgACBCPWru6CkgPqsJJTTCBAgQIDAdAXUZ9MVdH0mAurLTBIlTAIECBDIXyDX+jKXLtH/jojlRm6TK664ImbOnJn/XWMFBAgQIECgZgJXXnllbLXVVqOjejQi3lazMIUznALqweHMu1UTIECAQJ8F1IN9Bu/tdOqn3voafYgFNLg2N/kvvvhiHH300ZFyPHLss88+cdJJJ8UiiyzS3IVb2bQE1E/T4uvnxRpc+6nd3Vzq1+7cXEWAAAECBDoSUL92xDXsJ6vPhv0OsH4CBAgQ6IuA+qwvzCaph4D6sh55EAUBAgQINFwg1/oylwbX0yNiv5F7aPPNN4+5c+c2/JayPAIECBAg0H+BFtvRnxER+/c/EjMSmCCgHnRTECBAgACBPgioB/uA3L8p1E/9szbTkAlocG1uwh988MHixV8ju7eutNJKcemll8Yqq6zS3EVb2bQF1E/TJuzXABpc+yXd/Tzq1+7tXEmAAAECBEoLqF9LUzkxQn3mLiBAgAABAn0QUJ/1AdkUdRFQX9YlE+IgQIAAgUYL5Fpf5tLgukZE3Db6Drr77rtj1VVXbfRNZXEECBAgQKCfAvfcc0+sttpq46dcMyJ+3M84zEVgEgH1oFuDAAECBAj0WEA92GPg/g+vfuq/uRmHRECDazMT/cILL8RRRx0Vxx133PwFnnbaabHffvvFK16Ry0cpzcxNnVelfqpzdibEpsG1/ulSv9Y/RyIkQIAAgcwF1K+ZJ7D/4avP+m9uRgIECBAYMgH12ZAl3HLVl+4BAgQIECDQY4Gc68ucvpVxS0SsM5LL7bbbLi6++OIep9bwBAgQIEBgeAS23377uOSSS0Yv+IcRse7wCFhpBgLqwQySJEQCBAgQyFdAPZhv7qaIXP3UyLRa1KAFNLgOOgO9mf/OO++MmTNnxqOPPlpMsOWWW8bs2bNj6aWX7s2ERm2EgPopqzRqcM0jXerXPPIkSgIECBDIVED9mmniBhu2+myw/mYnQIAAgYYLqM8anmDLayWgvnRfECBAgACBHgrkXF/m1OD6mYi4bHQev/vd78Ymm2zSw9QamgABAgQIDIfAddddFx/72MfGL3briLh8OASsMhMB9WAmiRImAQIECOQnoLkpE60AACAASURBVB7ML2clI1Y/lYRyGoFOBDS4dqKVx7l/+ctfYtasWUVDazqWW2654gWba621Vh4LEOVABNRPA2GfzqQaXKej179r1a/9szYTAQIECAyZgPp1yBJe3XLVZ9VZGokAAQIECIwRUJ+5IYZUQH05pIm3bAIECBDovUDu9WVODa4pm2Pe2vHe97437r///njFK3JbRu9vTDMQIECAAIGyAi+//HKsssoq8cADD4y+xO6tZQGd128B9WC/xc1HgAABAo0XUA82PsXqp8an2AL7LaDBtd/ivZ9v7ty5seOOO8af//znYrJzzz03dt11V5899J4+2xnUT1mmToNrPmlTv+aTK5ESIECAQCYC6tdMElXfMNVn9c2NyAgQIEAgUwH1WaaJE3ZVAurLqiSNQ4AAAQIE/k+gCfVlbp2hH42IeaPvwN122634somDAAECBAgQ6E5g9913j/POO2/8xRtExPe7G9FVBHoqoB7sKa/BCRAgQGAYBdSDjc+6+qnxKbbAfgtocO23eG/ne+yxx4rm1ptuuqmYaK+99oqTTjopFltssd5ObPSsBdRPWaZPg2s+aVO/5pMrkRIgQIBAJgLq10wSVd8w1Wf1zY3ICBAgQCBTAfVZpokTdlUC6suqJI1DgAABAgT+T6AJ9WVuDa6J/vSI2G/0XXjCCSfEwQcf7MYkQIAAAQIEOhQ48cQT45BDDhl/1RkRsX+HQzmdQD8F1IP91DYXAQIECDRaQD3Y6PSOXpz6aWhSbaEECBAg0GsB9VOvhXs2vgbXntH2ZGD1a09YDUqAAAECwyigfh3GrPdkzeqznrAalAABAgSGUUB9NoxZt+YWAupLtwUBAgQIEKhIoCn1ZY4NrimFd0bE+0fn8qyzzoq99967ovQahgABAgQINF/gq1/9auyzzz7jF3pXRHyg+au3wgYIqAcbkERLIECAAIHBCqgHB+s/gNnVTwNANyUBAgQINEtA/ZR1PjW45pc+9Wt+ORMxAQIECNRMQP1as4TkH476LP8cWgEBAgQIDFhAfTbgBJi+bgLqy7plRDwECBAgkJ1Ak+rLXBtcZ0TErRGx2Oi7x06u2f0sCZgAAQIEBiQwyZs6no2ItSLivgGFZVoCnQioBzvRci4BAgQIEBgnoB4cyltC/TSUabdoAgQIEKhKQP1UleTAxtHgOjD6ridWv3ZN50ICBAgQIBChfnUX9EBAfdYDVEMSIECAwPAIqM+GJ9dWWlpAfVmayokECBAgQGCiQNPqy1wbXFNmNouIfx+fot122y1mz54dr3hFzkvzo0eAAAECBHoj8PLLL8cee+wR5513XqsJPhER1/ZmZqMS6ImAerAnrAYlQIAAgSYLqAebnN1Sa1M/lWJyEgECBAgQ+P8F1E+NuRs0uOaZSvVrnnkTNQECBAgMUED9OkD84ZhafTYcebZKAgQIEKhQQH1WIaahmiigvmxiVq2JAAECBHoq0NT6Mvcu0M9ExGXjM//e9743vvKVr8Qmm2zS05vC4AQIECBAICeB6667Lr7whS/EAw880CrsrSPi8pzWI1YC/yegHnQrECBAgACBkgLqwZJQzT9N/dT8HFshAQIECFQkoH6qCLIew2hwrUceuolC/dqNmmsIECBAYCgF1K9DmfZBLFp9Ngh1cxIgQIBAlgLqsyzTJuj+C6gv+29uRgIECBDIVKDJ9WXuDa7plkpv7rg0IhYbf39tt9128U//9E+x6qqrZnrrCZsAAQIECExf4J577ol/+Zd/iUsuuaTVYM9GxDZ2bp2+sxEGKqAeHCi/yQkQIECg7gLqwbpnaCDxqZ8Gwm5SAgQIEMhFQP2US6Y6ilODa0dctTtZ/Vq7lAiIAAECBOokoH6tUzaGJhb12dCk2kIJECBAoBsB9Vk3aq4ZcgH15ZDfAJZPgAABAlMLDEN92YQG15TFGRFxfkS8v1VKN99889hxxx3j05/+dLziFU1Zsh9fAgQIECAwuUDaev6qq66KCy+8MK655prJTrwrInaJiPtYEmiAgHqwAUm0BAIECBCoTkA9WJ1lg0dSPzU4uZZGgAABAp0LqJ86N8vsCg2umSWsRbjq1/xzaAUECBAgUKGA+rVCTEN1K6A+61bOdQQIECDQSAH1WSPTalH9FVBf9tfbbAQIECBQc4Fhqy+b1u15ekTsN9k9tuiii8aGG24Ya665ZsyYMSPe8Y53xDLLLBOvec1rNL7W/AdTeAQIECDQWiAVLs8880z89re/jf/6r/+K++67L2677ba48cYb47nnnpuK7YyI2J8rgQYKqAcbmFRLIkCAAIHJBdSD7o4KBNRPFSAaggABAgTyEVA/5ZOriiPV4Fox6ACHU78OEN/UBAgQINB/AfVr/83N2LGA+qxjMhcQIECAQM4C6rOcsyf2TATUl5kkSpgECBAgUI2A+vJ/HZvW4JrW9NGI+GJErFPNrWIUAgQIECDQKIEf/t/fk99v1KoshsBYAfWgO4IAAQIECEwuoB50d7QSUD+5LwgQIECAgPqp6feABtdmZVj92qx8Wg0BAgQIVCvg+V+1nkYrJ6A+K+fkLAIECBAYTgH12XDm3aqnJ6C+nJ6fqwkQIECg2QKNrC+b2OA6cht+JiL20eja7J9KqyNAgACB0gKpkDkrIi4vfYUTCeQvoB7MP4dWQIAAAQLVCagHq7Ns8kjqpyZn19oIECBAoFMB9VOnYvU+X4NrvfPTbXTq127lXEeAAAECTRRQvzYxq/mtSX2WX85ETIAAAQK9E1Cf9c7WyMMjoL4cnlxbKQECBAi0F2h0fdnkBteR1K4REdtExBYRsVz7fDuDAAECBAg0RuDRiJgbEZdGxI8bsyoLIdC5gHqwczNXECBAgEAzBNSDzcjjIFahfhqEujkJECBAoA4C6qc6ZKE3MWhw7Y1rXUZVv9YlE+IgQIAAgX4LqF/7LW6+sgLqs7JSziNAgACBpgmoz5qWUeupi4D6si6ZEAcBAgQI9FtgaOrLYWhwHX3zzIiINSNitYhYISLeGhF/FxGLRsSwWfT7h8p8BAgQINAbgZcj4rmI+GNE/E9E/Dwi7o6I2yLivt5MaVQCWQuoB7NOn+AJECBAoIWAetBt0WsB9VOvhY1PgAABAv0WUD/1W7we82lwrUce+hGF+rUfyuYgQIAAgX4KqF/7qW2uXgioz3qhakwCBAgQGKSA+myQ+uYmEKG+dBcQIECAQNME1JeaOpt2T1sPAQIECBAgQIAAAQIECBAgQIAAAQIECBAgQIAAAQLjBDS4uiUIECBAgAABAgQIECBAgAABAgQIECBAgAABAgQIECBQQwG7ltYwKUIiQIAAAQIECBAgQIAAAQIECBAgQIAAAQIECBAgQKAyAQ2ulVEaiAABAgQIECBAgAABAgQIECBAgAABAgQIECBAgAABAtUJaHCtztJIBAgQIECAAAECBAgQIECAAAECBAgQIECAAAECBAjUT0CDa/1yIiICBAgQIECAAAECBAgQIECAAAECBAgQIECAAAECBAiEBlc3AQECBAgQIECAAAECBAgQIECAAAECBAgQIECAAAECTRbQ4Nrk7FobAQIECBAgQIAAAQIECBAgQIAAAQIECBAgQIAAAQLZCmhwzTZ1AidAgAABAgQIECBAgAABAgQIECBAgAABAgQIECBAoISABtcSSE4hQIAAAQIECBAgQIAAAQIECBAgQIAAAQIECBAgQIBAvwU0uPZb3HwECBAgQIAAAQIECBAgQIAAAQIECBAgQIAAAQIECPRTQINrP7XNRYAAAQIECBAgQIAAAQIECBAgQIAAAQIECBAgQIAAgZICGlxLQjmNAAECBAgQIECAAAECBAgQIECAAAECBAgQIECAAIEsBTS4Zpk2QRMgQIAAAQIECBAgQIAAAQIECBAgQIAAAQIECBAg0HQBDa5Nz7D1ESBAgAABAgQIECBAgAABAgQIECBAgAABAgQIEBhuAQ2uw51/qydAgAABAgQIECBAgAABAgQIECBAgAABAgQIECBAoKYCGlxrmhhhESBAgAABAgQIECBAgAABAgQIECBAgAABAgQIECBQicBNEbH+qJFmRcRplYxsEAIECBAgQIAAAQIECBAgQIAAAQIECBAgQIAAAQIECBDoWkCDa9d0LiRAgAABAgQIECBAgAABAgQIECBAgAABAgQIECBAIAMBDa4ZJEmIBAgQIECAAAECBAgQIECAAAECBAgQIECAAAECBAgMn4AG1+HLuRUTIECAAAECBAgQIECAAAECBAgQIECAAAECBAgQGCYBDa7DlG1rJUCAAAECBAgQIECAAAECBAgQIECAAAECBAgQIEAgGwENrtmkSqAECBAgQIAAAQIECBAgQIAAAQIECBAgQIAAAQIECHQhoMG1CzSXECBAgAABAgQIECBAgAABAgQIECBAgAABAgQIECBAoNcCGlx7LWx8AgQIECBAgAABAgQIECBAgAABAgQIECBAgAABAgQGKfBkRLxuVACzIuK0QQZkbgIECBAgQIAAAQIECBAgQIAAAQIECBAgQIAAAQIECBCI0ODqL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4KaIWH8UwayIOG24SayeAAECBAgQIECAAAECBAgQIECAAAECBAgQIECAAAECgxfQ4Dr4HIiAAAECBAgQIECAAAECBAgQIECAAAECBAgQIECAAIHeCWhw7Z2tkQkQIECAAAECBAgQIECAAAECBAgQIECAAAECBAgQINC1gAbXrulcSIAAAQIECBAgQIAAAQIECBAgQIAAAQIECBAgQIBABgIaXDNIkhAJECBAgAABAgQIECBAgAABAgQIECBAgAABAgQIEBg+AQ2uw5dzKyZAgAABAgQIECBAgAABAgQIECBAgAABAgQIECAwTAIaXIcp29ZKgAABAgQIECBAgAABAgQIECBAgAABAgQIECBAgEA2Ahpcs0mVQAkQIECAAAECBAgQIECAAAECBAgQIECAAAECBAgQ6ELgyYh43ajrZkXEaV2M4xICBAgQIECAAAECBAgQIECAAAECBAgQIECAAAECBAgQqFBAg2uFmIYiQIAAAQIECBAgQIAAAQIECBAgQIAAAQIECBAgQKB2Ahpca5cSAREgQIAAAQIECBAgQIAAAQIECBAgQIAAAQIECBAgQCBCg6u7gA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boqI9UdFPisiTstyJYImQIAAAQIECBAgQIAAAQIECBAgQIAAAQIECBAgQIBAgwQ0uDYomZZCgAABAgQIECBAgAABAgQIECBAgAABAgQIECBAgMAEAQ2ubgoCBAgQIECAAAECBAgQIECAAAECBAgQIECAAAECBAjUUECDaw2TIiQCBAgQIECAAAECBAgQIECAAAECBAgQIECAAAECBCoT0OBaGaWBCBAgQIAAAQIECBAgQIAAAQIECBAgQIAAAQIECBAgUJ2ABtfqLI1EgAABAgQIECBAgAABAgQIECBAgAABAgQIECBAgED9BDS41i8nIiJAgAABAgQIECBAgAABAgQIECBAgAABAgQIECBAgEBocHUTECBAgAABAgQIECBAgAABAgQIECBAgAABAgQIECDQZIEnI+J1oxY4KyJOa/KCrY0AAQIECBAgQIAAAQIECBAgQIAAAQIECBAgQIAAAQI5CGhwzSFLYiRAgAABAgQIECBAgAABAgQIECBAgAABAgQIECBAoFsBDa7dyrmOAAECBAgQIECAAAECBAgQIECAAAECBAgQIECAAAECPRTQ4NpDXEMTIECAAAECBAgQIECAAAECBAgQIECAAAECBAgQIDBwAQ2uA0+BAAgQIECAAAECBAgQIECAAAECBAgQIECAAAECBAgQIDBRQIOru4I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gQIEGi6gAbXpmfY+ggQIECAAAECBAgQIECAAAECBAgQIECAAAECBAgMt4AG1+HOv9UTIECAAAECBAgQIECAAAECBAgQIECAAAECBAgQIFBTAQ2uNU2MsAgQIECAAAECBAgQIECAAAECBAgQIECAAAECBAgQqERAg2sljAYhQIAAAQIECBAgQIAAAQIECBAgQIAAAQIECBAgQIBAtQIaXKv1NBoBAgQIECBAgAABAgQIECBAgAABAgQIECBAgAABAvUS0OBar3yIhgABAgQIECBAgAABAgQIECBAgAABAgQIECBAgAABAoWABlc3AgECBAgQIECAAAECBAgQIECAAAECBAgQIECAAAECTRbQ4Nrk7FobAQIECBAgQIAAAQIECBAgQIAAAQIECBAgQIAAAQLZCmhwzTZ1AidAgAABAgQIECBAgAABAgQIECBAgAABAgQIECBAoISABtcSSE4hQIAAAQIECBAgQIAAAQIECBAgQIAAAQIECBAgQIBAvwU0uPZb3HwECBAgQIAAAQIECBAgQIAAAQIECBAgQIAAAQIECPRT4KaIWH/UhLMi4rR+BmAuAgQIECBAgAABAgQIECBAgAABAgQIECBAgAABAgQIEJgooMHVXUG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4EnI+J1oyKfFRGnZbkSQRMgQIAAAQIECBAgQIAAAQIECBAgQIAAAQIECBAgQKBBAhpcG5RMSyFAgAABAgQIECBAgAABAgQIECBAgAABAgQIECBAYIKABlc3BQECBAgQIECAAAECBAgQIECAAAECBAgQIECAAAECBGoooMG1hkkREgECBAgQIECAAAECBAgQIECAAAECBAgQIECAAAEClQlocK2M0kAECBAgQIAAAQIECBAgQIAAAQIECBAgQIAAAQIECBCoTkCDa3WWRiJAgAABAgQIECBAgAABAgQIECBAgAABAgQIECBAoH4CGlzrlxMRESBAgAABAgQIECBAgAABAgQIECBAgAABAgQIECBAIDS4ugk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CAAIGmC2hwbXqGrY8AAQIECBAgQIAAAQIECBAgQIAAAQIECBAgQIDAcAtocB3u/Fs9AQIECBAgQIAAAQIECBAgQIAAAQIECBAgQIAAAQI1FdDgWtPECIsAAQIECBAgQIAAAQIECBAgQIAAAQIECBAgQIAAgUoENLhWwmgQAgQIECBAgAABAgQIECBAgAABAgQIECBAgAABAgQIVCugwbVaT6MRIECAAAECBAgQIECAAAECBAgQIECAAAECBAgQIFAvAQ2u9cqHaAgQIECAAAECBAgQIECAAAECBAgQIECAAAECBAgQIFAIaHB1IxAgQIAAAQIECBAgQIAAAQIECBAgQIAAAQIECBAg0GQBDa5Nzq61ESBAgAABAgQIECBAgAABAgQIECBAgAABAgQIECCQrYAG12xTJ3ACBAgQIECAAAECBAgQIECAAAECBAgQIECAAAECBEoIaHAtgeQUAgQIECBAgAABAgQIECBAgAABAgQIECBAgAABAgQI9FtAg2u/xc1HgAABAgQIECBAgAABAgQIECBAgAABAgQIECBAgEA/BTS49lPbXAQIECBAgAABAgQIECBAgAABAgQIECBAgAABAgQIECgpoMG1JJTTCBAgQIAAAQIECBAgQIAAAQIECBAgQIAAAQIECBDIUkCDa5ZpEzQBAgQIECBAgAABAgQIECBAgAABAgQIECBAgAABAk0X0ODa9AxbHwECBAgQIECAAAECBAgQIECAAAECBAgQIECAAIHhFtDgOtz5t3oCBAgQIECAAAECBAgQIECAAAECBAgQIECAAAECBGoqquuhKwAAIABJREFUoMG1pokRFgECBAgQIECAAAECBAgQIECAAAECBAgQIECAAAEClQhocK2E0SAECBAgQIAAAQIECBAgQIAAAQIECBAgQIAAAQIECBCoVkCDa7WeRiNAgAABAgQIECBAgAABAgQIECBAgAABAgQIECBAoF4CGlzrlQ/RECBAgAABAgQIECBAgAABAgQIECBAgAABAgQIECBAoBDQ4OpGIECAAAECBAgQIECAAAECBAgQIECAAAECBAgQIECgyQIaXJucXWsjQIAAAQIECBAgQIAAAQIECBAgQIAAAQIECBAgQCBbAQ2u2aZO4AQIECBAgAABAgQIECBAgAABAgQIECBAgAABAgQIlBDQ4FoCySkECBAgQIAAAQIECBAgQIAAAQIECBAgQIAAAQIECBDot4AG136Lm48AAQIECBAgQIAAAQIECBAgQIAAAQIECBAgQIAAgX4KaHDtp7a5CBAgQIAAAQIECBAgQIAAAQIECBAgQIAAAQIECBAgUFJAg2tJKKcRIECAAAECBAgQIECAAAECBAgQIECAAAECBAgQIJClgAbXLNMmaAIECBAgQIAAAQIECBAgQIAAAQIECBAgQIAAAQIEmi6gwbXpGbY+AgQIECBAgAABAgQIECBAgAABAgQIECBAgAABAsMtoMF1uPNv9QQIECBAgAABAgQIECBAgAABAgQIECBAgAABAgQI1FRAg2tNEyMsAgQIECBAgAABAgQIECBAgAABAgQIECBAgAABAgQqEdDgWgmjQQgQIECAAAECBAgQIECAAAECBAgQIECAAAECBAgQIFCtgAbXaj2NRoAAAQIECBAgQIAAAQIECBAgQIAAAQIECBAgQIBAvQQ0uNYrH6IhQIAAAQIECBAgQIAAAQIECBAgQIAAAQIECBAgQIBAIaDB1Y1AgAABAgQIECBAgAABAgQIECBAgAABAgQIECBAgECTBTS4Njm71kaAAAECBAgQIECAAAECBAgQIECAAAECBAgQIECAQLYCGlyzTZ3ACRAgQIAAAQIECBAgQIAAAQIECBAgQIAAAQIECBAoIaDBtQSSUwgQIECAAAECBAgQIECAAAECBAgQIECAAAECBAgQINBvAQ2u/RY3HwECBAgQIECAAAECBAgQIECAAAECBAgQIECAAAEC/RTQ4NpPbXMRIECAAAECBAgQIECAAAECBAgQIECAAAECBAgQIECgpIAG15JQTiNAgAABAgQIECBAgAABAgQIECBAgAABAgQIECBAIEsBDa5Zpk3QBAgQIECAAAECBAgQIECAAAECBAgQIECAAAECBAg0XUCDa9MzbH0ECBAgQIAAAQIECBAgQIAAAQIECBAgQIAAAQIEhltAg+tw59/qCRAgQIAAAQIECBAgQIAAAQIECBAgQIAAAQIECBCoqYAG15omRlgECBAgQIAAAQIECBAgQIAAAQIECBAgQIAAAQIECFQioMG1EkaDECBAgAABAgQIECBAgAABAgQIECBAgAABAgQIECBAoFoBDa7VehqNAAECBAgQIECAAAECBAgQIECAAAECBAgQIECAAIF6CWhwrVc+REOAAAECBAgQIECAAAECBAgQIECAAAECBAgQIECAAIFCQIOrG4E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v8fe3cDbWVZ5o//EkhCJAKcNTprRnQlMYRKxqQllq1gBPOVt0EEfAkMMjTRQhSRYcxEJ8Uh4ieJk4ioxJsvlZhSZGphY4rhkFEZNqmjGMkRWzrC+a9n1zn/sw/nZe999j7n2Xt/nrVaI+fcz31f9+d6WrLWrG8XAQIEKl1AwLXSO+x+BAgQIECAAAECBAgQIECAAAECBAgQIECAAAECBKpbQMC1uvvv9gQIECBAgAABAgQIECBAgAABAgQIECBAgAABAgQIpFRAwDWljVEWAQIECBAgQIAAAQIECBAgQIAAAQIECBAgQIAAAQJFERBwLQqjTQgQIECAAAECBAgQIECAAAECBAgQIECAAAECBAgQIFBcAQHX4nrajQABAgQIECBAgAABAgQIECBAgAABAgQIECBAgACBdAkIuKarH6ohQIAAAQIECBAgQIAAAQIECBAgQIAAAQIECBAgQIBARkDA1YdAgAABAgQIECBAgAABAgQIECBAgAABAgQIECBAgEAlCwi4VnJ33Y0AAQIECBAgQIAAAQIECBAgQIAAAQIECBAgQIAAgbIVEHAt29YpnAABAgQIECBAgAABAgQIECBAgAABAgQIECBAgACBHAQEXHNAsoQAAQIECBAgQIAAAQIECBAgQIAAAQIECBAgQIAAAQLtLSDg2t7iziNAgAABAgQIECBAgAABAgQIECBAgAABAgQIECBAoD0FBFzbU9tZBAgQIECAAAECBAgQIECAAAECBAgQIECAAAECBAgQyFFAwDVHKMsIECBAgAABAgQIECBAgAABAgQIECBAgAABAgQIEChLAQHXsmybogkQIECAAAECBAgQIECAAAECBAgQIECAAAECBAgQqHQBAddK77D7ESBAgAABAgQIECBAgAABAgQIECBAgAABAgQIEKhuAQHX6u6/2xMgQIAAAQIECBAgQIAAAQIECBAgQIAAAQIECBAgkFIBAdeUNkZZBAgQIECAAAECBAgQIECAAAECBAgQIECAAAECBAgURUDAtSiMNiFAgAABAgQIECBAgAABAgQIECBAgAABAgQIECBAgEBxBQRci+tpNwIECBAgQIAAAQIECBAgQIAAAQIECBAgQIAAAQIE0iUg4JqufqiGAAECBAgQIECAAAECBAgQIECAAAECBAgQIECAAAECGQEBVx8CAQIECBAgQIAAAQIECBAgQIAAAQIECBAgQIAAAQKVLCDgWsnddTcCBAgQIECAAAECBAgQIECAAAECBAgQIECAAAECBMpWQMC1bFuncAIECBAgQIAAAQIECBAgQIAAAQIECBAgQIAAAQIEchAQcM0ByRICBAgQIECAAAECBAgQIECAAAECBAgQIECAAAECBAi0t4CAa3uLO48AAQIECBAgQIAAAQIECBAgQIAAAQIECBAgQIAAgfYUEHBtT21nESBAgAABAgQIECBAgAABAgQIECBAgAABAgQIECBAIEcBAdccoSwjQIAAAQIECBAgQIAAAQIECBAgQIAAAQIECBAgQKAsBQRcy7JtiiZAgAABAgQIECBAgAABAgQIECBAgAABAgQIECBAoNIFBFwrvcPuR4AAAQIECBAgQIAAAQIECBAgQIAAAQIECBAgQKC6BQRcq7v/bk+AAAECBAgQIECAAAECBAgQIECAAAECBAgQIECAQEoFBFxT2hhlESBAgAABAgQIECBAgAABAgQIECBAgAABAgQIECBQFAEB16Iw2oQAAQIECBAgQIAAAQIECBAgQIAAAQIECBAgQIAAAQLFFRBwLa6n3QgQIECAAAECBAgQIECAAAECBAgQIECAAAECBAgQSJeAgGu6+qEaAgQIECBAgAABAgQIECBAgAABAgQIECBAgAABAgQIZAQEXH0IBAgQIECAAAECBAgQIECAAAECBAgQIECAAAECBAhUsoCAayV3190IECBAgAABAgQIECBAgAABAgQIECBAgAABAgQIEChbAQHXsm2dwgkQIECAAAECBAgQIECAAAECBAgQIECAAAECBAgQyEFAwDUHJEsIECBAgAABAgQIECBAgAABAgQIECBAgAABAgQIECDQ3gICru0t7jwCBAgQIECAAAECBAgQIECAAAECBAgQIECAAAECBNpTQMC1PbWdRYAAAQIECBAgQIAAAQIECBAgQIAAAQIECBAgQIAAgRwFBFxzhLKMAAECBAgQIECAAAECBAgQIECAAAECBAgQIECAAIGyFBBwLcu2KZoAAQIECBAgQIAAAQIECBAgQIAAAQJZAoMi4viI+EhE9I+IQyPioIg4ICJkY3wsBAgQIFCOArUR8VZE7IiIFyPi+Yj4eUQ8ERGby/FChdTsX+KFqHmHAAECBAgQIECAAAECBAgQIECAAAECBAgQIECAAIFyERBwLZdOqZMAAQIECBAgQIAAAQIECBAgQIAAAQLZAh+PiLMi4oyI6AuHAAECBAhUkcD2iLgvIu6JiJ9U8r0FXCu5u+5GgAABAgQIECBAgAABAgQIECBAgAABAgQIECBAgICAq2+AAAECBAgQIECAAAECBAgQIECAAAEC5SXwLxExPSI+UV5lq5YAAQIECJRE4McRsSgivl2S3Tt4UwHXDm6A4wkQIECAAAECBAgQIECAAAECBAgQIECAAAECBAgQKKmAgGtJeW1OgAABAgQIECBAgAABAgQIECBAgACBogl8OiL+VbC1aJ42IkCAAIHKEkiCrsm/J39QSdcScK2kbroLAQIECBAgQIAAAQIECBAgQIAAAQIECBAgQIAAAQKNBX4YEZ9q8MMZEXEzJgIECBAgQIAAAQIECBAgQIAAAQIECBBIlcB/RMTFzVV0wAEHxLBhw+L444+PQYMGxQc+8IE4+OCD48ADD4z99hONSVUnFUOAAAECOQnU1tbGm2++Ga+88kr85je/ic2bN8cTTzwRjzzySLz11lst7bEwIr6Y0yFlsMi/xcugSUokQIAAAQIECBAgQIAAAQIECBAgQIAAAQIECBAgQKBgAQHXgum8SIAAAQIECBAgQIAAAQIECBAgQIAAgZILDIqI2yJicFMnnX766TFp0qQYPXq0IGvJW+EAAgQIEEiDQBJ8XbNmTSxfvjzuv//+5kp6KiImR8TmNNTclhoEXNui510CBAgQIECAAAECBAgQIECAAAECBAgQIECAAAECBNIuIOCa9g6pjwABAgQIECBAgAABAgQIECBAgACBahU4NSLuiYjujQHOPvvs+NKXvhTHHHNMtdq4NwECBAgQiKeffjq+9rWvxV133dWUxu6IOCsivlPOVAKu5dw9tRMgQIAAAQIECBAgQIAAAQIECBAgQIAAAQIECBAg0JqAgGtrQn5PgAABAgQIECBAgAABAgQIECBAgACB9hf4l4hY2fjYI488Mv793/89RowY0f4VOZEAAQIECKRUYP369fHlL385tmzZ0lSF4yLi2yktvdWyBFxbJbKAAAECBAgQIECAAAECBAgQIECAAAECBAgQIECAAIEyFtgZEe9vUP+MiLi5jO+jdAIECBAgQIAAAQIECBAgQIAAAQIECJS7QDK59YHGl7jgggtiyZIlsd9+oi7l3mD1EyBAgEDxBWpra2Pq1Klx6623NrX5aeU6ydW/9Yv/rdiRAAECBAgQIECAAAECBAgQIECAAAECBAgQIECAAIH0CAi4pqcXKiFAgAABAgQIECBAgAABAgQIECBAgMCgiHg8Iro3pJg/f35cfvnldAgQIECAAIFWBK6//vqYNWtW41W7I2JIRGwuN0AB13LrmHoJECBAgAABAgQIECBAgAABAgQIECBAgAABAgQIEMhHQMA1Hy1rCRAgQIAAAQIECBAgQIAAAQIECBAgUFqB/4qIwQ2PWLRoUXzhC18o7al2J0CAAAECFSTwjW98I6ZPn974Rk9FxD+V2zUFXMutY+olQIAAAQIECBAgQIAAAQIECBAgQIAAAQIECBAgQCAfAQHXfLSsJUCAAAECBAgQIECAAAECBAgQIECAQOkE/iMiLm64vcmtpcO2MwECBAhUtkAzk1wXRsQXy+nmAq7l1C21EiBAgAABAgQIECBAgAABAgQIECBAgAABAgQIECCQr4CAa75i1hMgQIAAAQIECBAgQIAAAQIECBAgQKD4Ap+OiA0Nt73gggvim9/8ZvFPsiMBAgQIEKgSgc997nNx6623Nr7t0Ij4QbkQCLiWS6fUSYAAAQIECBAgQIAAAQIECBAgQIAAAQIECBAgQIBAIQICroWoeYcAAQIECBAgQIAAAQIECBAgQIAAAQLFFXg0Ij5Rt+WRRx4Zzz77bOy3n1hLcZntRoAAAQLVJFBbWxtHH310bNmypeG1fxwRnywXB38TKJdOqZMAAQIECBAgQIAAAQIECBAgQIAAAQIECBAgQIAAgUIEBFwLUfMOAQIECBAgQIAAAQIECBAgQIAAAQIEiifwLxGxsuF2Dz74YIwYMaJ4J9iJAAECBAhUqcD69evj5JNPbnz7cRHx7XIgEXAthy6pkQABAgQIECBAgAABAgQIECBAgAABAgQIECBAgACBQgUEXAuV8x4BAgQIECBAgAABAgQIECBAgAABAgSKI5A1vfXss8+OFStWFGdnuxAgQIAAAQIxYcKEuOuuuxpKlM0UVwFXHzABAgQIECBAgAABAgQIECBAgAABAgQIECBAgAABApUsIOBayd11NwIECBAgQIAAAQIECBAgQIAAAQIE0i7w8Yh4omGRP//5z+OYY45Je93qI0CAAAECZSPw9NNPx0c+8pHG9R4fET9J+yUEXNPeIfURIECAAAECBAgQIECAAAECBAgQIECAAAECBAgQINAWAQHXtuh5lwABAgQIECBAgAABAgQIECBAgAABAm0T+I+IuLhui9NPPz3uu+++tu3obQIECBAgQGAfgTPOOCPuv//+hj9fGBFfTDuVgGvaO6Q+AgQIECBAgAABAgQIECBAgAABAgQIECBAgAABAgTaIiDg2hY97xIgQIAAAQIECBAgQIAAAQIECBAgQKBtAr+LiL51W6xatSrGjBnTth29TYAAAQIECOwjsHr16hg7dmzDn2+PiMPSTiXgmvYOqY8AAQIECBAgQIAAAQIECBAgQIAAAQIECBAgQIAAgbYICLi2Rc+7BAgQIECAAAECBAgQIECAAAECBAgQKFxgUEQ8U/f6AQccEG+++Wbst58oS+Gk3iRAgAABAk0L1NbWxoEHHhhvvfVWwwUfjojNaTbzt4I0d0dtBAgQIECAAAECBAgQIECAAAECBAgQIECAAAECBAi0VUDAta2C3idAgAABAgQIECBAgAABAgQIECBAgEBhAp+PiMV1r55++ulx3333FbaTtwgQIECAAIFWBc4444y4//77G667MCL+X6svduACAdcOxHc0AQIECBAgQIAAAQIECBAgQIAAAQIECBAgQIAAAQIlFxBwLTmxAwgQIECAAAECBAgQIECAAAECBAgQINCkwK0RMaXuN/Pnz4/LL78cFQECBAgQIFAigeuvvz5mzZrVcPelEXFBiY4ryrYCrkVhtAkBAgQIECBAgAABAgQIECBAgAABAgQIECBAgAABAikVEHBNaWOURYAAAQIECBAgQIAAAQIECBAgQIBAxQs8GhGfqLvlgw8+GCNGjKj4S7sgAQIECBDoKIH169fHySef3PD4H0fEJzuqnlzOFXDNRckaAgQIECBAgAABAgQIECBAgAABAgQIECBAgAABAgTKVUDAtVw7p24CBAgQIECAAAECBAgQIECAAAECBMpd4HcR0bfuEr/61a+iX79+5X4n9RMgQIAAgdQKbNu2LT74wQ82rG97RByW2oIjQsA1zd1RGwECBAgQIECAAAECBAgQIECAAAECBAgQIECAAAECbRX4YUR8qsH/b/SSiLi5rZt6nwABAgQIECBAgAABAgQIECBAgAABAgRaFXgzIrrXrdq1a1f06NGj1ZcsIECAAAECBAoTqKmpife9730NX94dEQcWtlv7vCXg2j7OTiFAgAABAgQIECBAgAABAgQIECBAgAABAgQIECBAoGMEBFw7xt2pBAgQIECAAAECBAgQIECAAAECBAgQ2NtwMNvevXtjv/3EWHwWBAgQIECgVAK1tbXRqVOnhtvXRkTWD0p1dqH7+ptBoXLeI0CAAAECBAgQIECAAAECBAgQIECAAAECBAgQIECgHAQEXMuhS2okQIAAAQIECBAgQIAAAQIECBAgQKASBZJQTf2ThG48BAgQIECAQGkFmvgfk0h1hjTVxZW2VXYnQIAAAQIECBAgQIAAAQIECBAgQIAAAQIECBAgQKAKBARcq6DJrkiAAAECBAgQIECAAAECBAgQIECAQCoFBFxT2RZFESBAgEAlCwi4VnJ33Y0AAQIECBAgQIAAAQIECBAgQIAAAQIECBAgQIAAgXIT2BkR729Q9IyIuLncLqFeAgQIECBAgAABAgQIECBAgAABAgQIlKGAgGsZNk3JBAgQIFDeAgKu5d0/1RMgQIAAAQIECBAgQIAAAQIECBAgQIAAAQIECBAgUFkCAq6V1U+3IUCAAAECBAgQIECAAAECBAgQIECgfAQEXMunVyolQIAAgQoREHCtkEa6BgECBAgQIECAAAECBAgQIECAAAECBAgQIECAAAECFSEg4FoRbXQJAgQIECBAgAABAgQIECBAgAABAgTKUEDAtQybpmQCBAgQKG8BAdfy7p/qCRAgQIAAAQIECBAgQIAAAQIECBAgQIAAAQIECBCoLAEB18rqp9sQIECAAAECBAgQIECAAAECBAgQIFA+AgKu5dMrlRIgQIBAhQgIuFZII12DAAECBAgQIECAAAECBAgQIECAAAECBAgQIECAAIGKEBBwrYg2ugQBAgQIECBAgAABAgQIECBAgAABAmUoIOBahk1TMgECBAiUt4CAa3n3T/UECBAgQIAAAQIECBAgQIAAAQIECBAgQIAAAQIECFSWgIBrZfXTbQgQIECAAAECBAgQIECAAAECBAgQKB8BAdfy6ZVKCRAgQKBCBARcK6SRrkGAAAECBAgQIECAAAECBAgQIECAAAECBAgQIECAQEUICLhWRBtdggABAgQIECBAgAABAgQIECBAgACBMhQQcC3DpimZAAECBMpbQMC1vPunegIECBAgQIAAAQIECBAgQIAAAQIECBAgQIAAAQIEKktAwLWy+uk2BAgQIECAAAECBAgQIECAAAECBAiUj4CAa/n0SqUECBAgUCECAq4V0kjXIECAAAECBAgQIECAAAECBAgQIECAAAECBAgQIECgIgQEXCuijS5BgAABAgQIECBAgAABAgQIECBAgEAZCgi4lmHTlEyAAAEC5S0g4Fre/VM9AQIECBAgQIAAAQIECBAgQIAAAQIECBAgQIAAAQKVJSDgWln9dBsCBAgQIECAAAECBAgQIECAAAECBMpHQMC1fHqlUgIECBCoEAEB1wpppGsQIECAAAECBAgQIECAAAECBAgQIECAAAECBAgQIFARAgKuFdFGlyBAgAABAgQIECBAgAABAgQIECBAoAwFBFzLsGlKJkCAAIHyFhBwLe/+qZ4AAQIECBAgQIAAAQIECBAgQIAAAQIECBAgQIAAgcoSEHCtrH66DQECBAgQIECAAAECBAgQIECAAAEC5SMg4Fo+vVIpAQIECFSIgIBrhTTSNQgQIECAAAECBAgQIECAAAECBAgQIECAAAECBAgQqAiBH0bEpyJiv7/e5pKIuLkibuYSBAgQIECAAAECBAgQIECAAAECBAgQSLeAgGu6+6M6AgQIEKhAAQHXCmyqKxEgQIAAAQIECBAgQIAAAQIECBAgQIAAAQIECBAgULYCAq5l2zqFEyBAgAABAgQIECBAgAABAgQIECBQ5gICrmXeQOUTIECAQPkJCLiWX89UTIAAAQIECBAgQIAAAQIECBAgQIAAAQIECBAgQIBA5QoIuFZub92MAAECBAgQIECAAAECBAgQIECAAIF0Cwi4prs/qiNAgACBChQQcK3AproSAQIECBAgQIAAAQIECBAgQIAAAQIECBAgQIAAAQJlKyDgWratUzgBAgQIECBAgAABAgQIECBAgAABAmUuIOBa5g1UPgECBAiUn4CAa/n1TMUECBAgQIAAAQIECBAgQIAAAQIECBAgQIAAAQIECFSuwM6IeH+D682IiJsr97puRoAAAQIECBAgQIAAAQIECBAgQIAAgdQICLimphUKIUCAAIFqERBwrZZOuycBAgQIECBAgAABAgQIECBAgAABAgQIECBAgAABAuUgIOBaDl1SIwECBAgQIECAAAECBAgQIECAAAEClSgg4FqJXXUnAgQIEEi1gIBrqtujOAIECBAgQIAAAQIECBAgQIAAAQIECBAgQIAAAQIEqkxAwLXKGu66BAgQIECAAAECBAgQIECAAAECBAikRkDANTWtUAgBAgQIVIuAgGu1dNo9CRAgQIAAAQIECBAgQIAAAQIECBAgQIAAAQIECBAoBwEB13LokhoJECBAgAABAgQIECBAgAABAgQIEKhEAQHXSuyqOxEgQIBAqgUEXFPdHsURIECAAAECBAgQIECAAAECBAgQIECAAAECBAgQIFBlAgKuVdZw1yVAgAABAgQIECBAgAABAgQIECBAIDUCAq6paYVCCBAgQKBaBARcq6XT7kmAAAECBAgQIECAAAECBAgQIECAAAECBAgQIECAQDkICLiWQ5fUSIAAAQIECBAgQIAAAQIECBAgQIBAJQoIuFZiV92JAAECBFItIOCa6vYojgABAgQIECBAgAABAgQIECBAgAABAgQIECBAgACBKhMQcK2yhrsuAQIECBAgQIAAAQIECBAgQIAAAQKpERBwTU0rFEKAAAEC1SIg4FotnXZPAgQIECBAgAABAgQIECBAgAABAgQIECBAgAABAgTKQUCWw5fJAAAgAElEQVTAtRy6pEYCBAgQIECAAAECBAgQIECAAAECBCpRQMC1ErvqTgQIECCQagEB11S3R3EECBAgQIAAAQIECBAgQIAAAQIECBAgQIAAAQIECFSZgIBrlTXcdQkQIECAAAECBAgQIECAAAECBAgQSI2AgGtqWqEQAgQIEKgWAQHXaum0exIgQIAAAQIECBAgQIAAAQIECBAgQIAAAQIECBAgUA4CAq7l0CU1EiBAgAABAgQIECBAgAABAgQIECBQiQICrpXYVXciQIAAgVQLCLimuj2KI0CAAAECBAgQIECAAAECBAgQIECAAAECBAgQIECgygQEXKus4a5LgAABAgQIECBAgAABAgQIECBAgEBqBARcU9MKhRDoOIGHH3443vOe98RRRx0VvXv3jibCd0Urrra2Nnbt2hXvvvtu1p6dOnWKHj16RJcuXYp2lo0IpFVAwDWtnVEXAQIECBAgQIAAAQIECBAgQIAAAQIECBAgQIAAAQLVKCDgWo1dd2cCBAgQIECAAAECBAgQIECAAAECBNIgIOCahi6ogUAHCtTU1MQXvvCFWL58eaaKvn37xvz58+Oss84qSVU/+tGP4txzz43t27dn7X/NNdfErFmzyirgmtR89dVXZ93jscceiyFDhpTEzqaVIyDgWjm9dBMCBAgQIECAAAECBAgQIECAAAECBAgQIECAAAECBMpfQMC1/HvoBgQIECBAgAABAgQIECBAgAABAgQIlKeAgGt59k3VBIomkARNzz777HjiiScyex5yyCHxwAMPxODBg4t2Rt1Gr7zySkyZMiW++93v7rP3DTfcEJdeeml07ty56OeWakMB11LJVv6+Aq6V32M3JECAAAECBAgQIECAAAECBAgQIECAAAECBAgQIECgfAQEXMunVyolQIAAAQIECBAgQIAAAQIECBAgQKCyBARcK6ufbkMgb4Gf/vSncdJJJ0UyyTV5RowYkZnmetBBB+W9V0sv7N69O2bOnBmLFy9uclkyOXbZsmVx4oknFvXcUm4m4FpK3creW8C1svvrdgQIECBAgAABAgQIECBAgAABAgQIECBAgAABAgQIlJeAgGt59Uu1BAgQIECAAAECBAgQIECAAAECBAhUjoCAa+X00k0IFCSwZMmSmDZtWv27M2bMiPnz58f+++9f0H5NvfTuu+/GjTfeGLNmzWpxz1NOOSWWLl0aBx98cNHOLuVGAq6l1K3svQVcK7u/bkeAAAECBAgQIECAAAECBAgQIECAAAECBAgQIECAQHkJCLiWV79US4AAAQIECBAgQIAAAQIECBAgQIBA5QgIuFZOL92EQN4C77zzTiZ0umDBgvp377zzzpgwYULeezX3Qm1tbdx9992ZEG3dlNhk7XHHHRfnnHNO3HDDDbF9+/b61y+88MLMz7p37160Gkq1kYBrqWQrf18B18rvsRsSIECAAAECBAgQIECAAAECBAgQIECAAAECBAgQIFA+AgKu5dMrlRIgQIAAAQIECBAgQIAAAQIECBAgUFkCAq6V1c+KuU0y8fM3v/lNPPXUU/H444/Hr3/960wI8vnnn6+/Y+/evWPQoEHRt2/f+OhHP5oJTB511FFFnTxaMaDNXGTHjh0xadKkWL9+fWZFv379YvXq1XH00UcX7eo/+tGP4txzz80KsSY9W7ZsWXzyk5+MhQsXxiWXXJJ1XjJB9rLLLosuXboUrY4kzLtmzZp48cUX6/fs2bNnTJw4MQ488MCCzil2wPWVV16Je+65J95+++36eg499NAYPXq077qgDqX3JQHX9PZGZQQIECBAgAABAgQIECBAgAABAgQIECBAgAABAgQIVJ+AgGv19dyNCRAgQIAAAQIECBAgQIAAAQIECBBIh4CAazr6kFcVt912W0yZMmWfd2666aaYMWNGXnsVunjt2rWZ0F3Dp0ePHrFu3boYOnRoQdvu3bs3/vu//zv+8z//M5L9G071zHXDJPR6xhlnxOTJkzOB12IGJFurYefOnZlzE4PGz9KlSzO/S9vz7LPPxpgxY2Lbtm2Z0k455ZRYvnx59OrVqyilNhVuTb6TW265JcaPHx9JyG/37t0xc+bMWLx4cf2ZjdcUo5g///nPmf9+LFmypH674cOHx4oVK6JPnz4FHVHsgGsS4B43blxs3ry5vp6pU6dmJux269atoBq9lE4BAdd09kVVBAgQIECAAAECBAgQIECAAAECBAgQIECAAAECBAhUp4CAa3X23a0JECBAgAABAgQIECBAgAABAgQIEOh4AQHXju9B3hW88MILmXDgpk2bst4dOXJkJOHXYoUTmyssmS6ZBBKTyZsNn0LPT4KtSRDy+uuvj4ceeihvj+ZeSMKLl19+eZx44onRqVOnou3b3EbJpNmTTz45ampq9llSqE2pi165cmWcddZZ9cdcccUVkYQ2O3fu3OajH3300fjc5z6XNXW3ueDq1q1b4/zzz8/6posdchVwbXNLbVBEAQHXImLaigABAgQIECBAgAABAgQIECBAgAABAgQIECBAgAABAm0UEHBtI6DXCRAgQIAAAQIECBAgQIAAAQIECBAgUKCAgGuBcB35WnMB00MOOSTuvffeOPbYY0ta3nPPPRdjx46NJJTY8ClkSunvf//7uOqqq+KOO+4oSc1JSPKiiy6KWbNmRfLPpXr27NkT8+bNy4RDm3raOt22LXW/8847sWbNmnjxxRf32SYJoX7ve9+r//nEiRPjyCOPbPW4rl27ZoKxBx988D5ra2trM4HladOmZYVbk4Xz58+Pyy67rMnJuk1Ne00m8n7jG9/ITDVtIhDYap0NFwi45sVlcYkFBFxLDGx7AgQIECBAgAABAgQIECBAgAABAgQIECBAgAABAgQI5CEg4JoHlqUECBAgQIAAAQIECBAgQIAAAQIECBAoooCAaxEx23OrDRs2RDIVtPG00CRgOXv27DaHAVu6SzIldsqUKVlLBgwYEKtWrYqBAwfmxJCEIJNprZdccsk+IcjmNujfv3/07du3/te7du2Kn/70pzmdlwRyv/71r8ff/u3f5rQ+30XNTdVtuM/FF18cN9xwQyTh0PZ8mgp2tvX8QYMGRTL9NelJwyfp67p16+LSSy+N7du3Z/3uq1/9aubnzd0/effuu+/OBGMbftdJOHjBggVx7rnnNhmMzfUuAq65SlnXHgICru2h7AwCBAgQIECAAAECBAgQIECAAAECBAgQIECAAAECBAjkJiDgmpuTVQQIECBAgAABAgQIECBAgAABAgQIECi2gIBrsUXbab+dO3fG5MmTM2HChs+wYcMy01CTaa6leN54441MuHX16tVZ2+cT3mwpBNlw01NPPTXGjx8fn/zkJzOTQrt06bLPlfbu3RuvvPJKbNy4MROO/M53vtPstS+88MJMwLR79+5Fp1m7dm2MHj26ft8klNmtW7d49dVX63+Wbwi4WEW2V8D13XffjWXLlsWMGTP2CV7/67/+a8ycOTNj0tKT9POuu+6KpFeNw9u57tHc/gKuxfqi7FMMAQHXYijagwABAgQIECBAgAABAgQIECBAgAABAgQIECBAgAABAsUREHAtjqNdCBAgQIAAAQIECBAgQIAAAQIECBAgkK+AgGu+YilZn4REk6mWl112WVZFSbAyCb0OHTq0JJU++eSTceaZZ8bLL79cv3++Z/7oRz/KTONsPOEz2TDZK/ldEpI8/PDD85pEm4Qjf/7zn8e8efOaDbomAddkimjnzp2L5rN79+6YPn163H777fV7nnLKKXHCCSfEFVdckXXOjTfemLlbE+G2otXTeKP2CLgmYdRkQuv8+fP3uUe+wdQkKHvLLbfElVdeuU/INZlanHz3DSf55gon4JqrlHXtISDg2h7KziBAgAABAgQIECBAgAABAgQIECBAgAABAgQIECBAgEBuAgKuuTlZRYAAAQIECBAgQIAAAQIECBAgQIAAgWILCLgWW7Qd93vuuedi7NixsXXr1qxTk1DlNddcU9QQZ3JAEqq99tprY86cOVnn5TM1Nqn1/PPPj02bNu0jNWjQoEgCoJ/+9KfbFAB9++2345vf/GbMnj17n4BkEoxMps/+0z/9U9E69dRTT8Vpp52WFfpNepD0Zty4cbFt27b6s/KxKlaBSd927doVSXC07tmzZ09cd911cfPNN9f/LAlGf+ITn8jp2E6dOmXCyMlU3d/+9rfxpS99aZ9pwsnvr7rqqvjiF78YXbt2zWnfukUthVz79+8fX/nKV2LUqFGR1JHrI+Caq5R17SEg4Noeys4gQIAAAQIECBAgQIAAAQIECBAgQIAAAQIECBAgQIBAbgICrrk5WUWAAAECBAgQIECAAAECBAgQIECAAIFiCwi4Flu0HfdrbjLn8ccfH3fddVdBUy5bKj+Z2nrOOefEI488krUs16mkyaTTZHrprbfeus8xJ510UixatCj69etXFMEkILls2bLMecl00YbPxRdfHMkk13xDl00V1twk3XvuuSdOPfXUfSa7JnusWbMmE87syOeNN96IKVOmZMK+yVPIN5NMzH3wwQczU4Sff/75rOsk4dZk0moyjTcJwRbyJPsnjhdddFH88Y9/3GeL5FtMpvUedthhOW0v4JoTk0XtJCDg2k7QjiFAgAABAgQIECBAgAABAgQIECBAgAABAgQIECBAgEAOAgKuOSBZQoAAAQIECBAgQIAAAQIECBAgQIAAgRIICLiWALU9t1y7dm2MHj16nyNLEaJ8+OGHIwmiNnwGDBgQq1atioEDB7Z67RUrVsTEiRP3WXfcccfFt771rUj2KuaTBGpnzpwZixcvLrjm1uppKvTb0OS2227LBEkbPuedd14mzNu9e/fWti/Z75999tkYM2ZM/XTZqVOnZgKp3bp1y+nM1157LRMS/trXvpbT+rYsSsKySV2vvvrqPtv07t07Zs2aFZ/97GejT58+LR4j4NqWLni32AICrsUWtR8BAgQIECBAgAABAgQIECBAgAABAgQIECBAgAABAgQKFxBwLdzOmwQIECBAgAABAgQIECBAgAABAgQIEGiLgIBrW/RS8G5zU1WLOaU0uebbb7+dCYsuXLgw69a5BiOTcOIFF1wQ999/f9b7SXgxmSLaODhbLNokyHnWWWfF1q1bs7bMdepsa3U0FfqdNGlSfOMb34jkbs8991yMHTs26/xkSm1y56OPPrq17Uv2+5UrV2Zc6p5bbrklkl629iRTVX/wgx/ElVdeGT/72c/2WT5o0KBMcHbOnDmtbZXz74cPHx5XXXVVXHPNNfH973+/yfeSoGsyrffCCy+M5J+begRccya3sB0EBFzbAdkRBAgQIECAAAECBAgQIECAAAECBAgQIECAAAECBAgQyFFAwDVHKMsIECBAgAABAgQIECBAgAABAgQIECBQZAEB1yKDtvd2tbW1ce211+4TKEyChkmIsX///kUp6YUXXojx48fHpk2bsvbLdVJsc5Nmk6DkvHnzokuXLkWps/Em7777bsydOze++tWvZv1q5MiRkUxX7dWrV8HnNhf6vemmmzJhy+RpKlSZ/LxYAdtCit+zZ0/me7nuuusyrx9yyCHxwAMPxODBg1vc7ve//30maHrHHXc0uS4xTabA/s///E+ccMIJhZTW5DtJwDWZ/rv//vvH/Pnz4+tf/3rU1NTsszYJtyZTZZubjCvgWrSW2KgIAgKuRUC0BQECBAgQIECAAAECBAgQIECAAAECBAgQIECAAAECBIokIOBaJEjbECBAgAABAgQIECBAgAABAgQIECBAIE8BAdc8wdK4/Mknn4wzzzwzkmmuDZ+lS5fG5MmTi1JyEgadMmVK1l7Dhg3LhB2TgGRLz+7du2P69Olx++23Zy0bMGBArFq1KgYOHFiUGpvbZMOGDZGEL+tCkclk1c985jOZsORhhx1W8NnPP/98jBs3LjZv3ly/R1PTWZsK9+ZqV3BxLby4Y8eOSKbMrl+/PrNqxIgRsXz58kzY9xe/+EX86U9/yvz8ve99bxxzzDHRtWvXzJ//93//NzPl9b777svaPfH88pe/HJdeemkmXPrUU09lJrwW6zn00EMzwdWkvmSC7IMPPhiXXXZZJP51z5AhQ+LOO+9ssZ8CrsXqiH2KISDgWgxFexAgQIAAAQIECBAgQIAAAQIECBAgQIAAAQIECBAgQKA4AgKuxXG0CwECBAgQIECAAAECBAgQIECAAAECBPIVEHDNVyyF65sLkJ533nmxaNGiZida5nqV5vbPdQppcwHcZIpoMl21c+fOuZZS0Lok0JkEIo844ohIpoEeddRR0a1bt4L2avhSU6HfpsxfeumlmDBhQmzcuDHrzFyn37a50EYbJAHU0047rT4QfcUVV8Q111wT77zzTmby7JIlSzJv1E1O7dOnT/0OjUOuyYTg5Ds4+eSTo1OnTsUutdn9Xnvttcy5ixcvjt69e8eyZcvixBNPbPF8Add2a4+DchAQcM0ByRICBAgQIECAAAECBAgQIECAAAECBAgQIECAAAECBAi0k4CAaztBO4YAAQIECBAgQIAAAQIECBAgQIAAAQKNBARcK+STaCps2dQ00UKu2zgQmeyRTG29995749hjj211ywULFmSmezZ8kqmfySTOZPJmOT47d+7MTMddt25dVvnJFNEkzNrw2bNnT8ybNy8TIm34FCuAnK9fEmCdNm1a/WvJRNbTTz89GgdAmwq4Ji9t3bo1xo8fH4MHD45rr702Dj744HxLKMr62traePrpp2PLli0Z89aC0gKuRWG3SZEEBFyLBGkbAgQIECBAgAABAgQIECBAgAABAgQIECBAgAABAgQIFEFAwLUIiLYgQIAAAQIECBAgQIAAAQIECBAgQIBAAQICrgWgpfGVF154IRM63LRpU1Z5N910U2YqZ6FPEiJMAqrJBNSGT67hzJqamvjCF74Qy5cvz3p/xIgRmZ8ddNBBhZbWoe81NZX2uOOOi7vvvjsOP/zwfWpran0+IeFiXbZxyHPQoEGxcuXKSCax5hpwTb6JZCptUn97Tm1tq4GAa1sFvV9MAQHXYmraiwABAgQIECBAgAABAgQIECBAgAABAgQIECBAgAABAm0TEHBtm5+3CRAgQIAAAQIECBAgQIAAAQIECBAgUKiAgGuhcil7r7kpoSNHjoxkumuvXr0KqnjHjh0xadKkWL9+fdb7a9asiVGjRrW6569//es466yzIpkC2/C54oorMhNNW5u62eoBHbCgOeuW7vTGG2/ElClTYvXq1VkVz5kzJ+bOndtuDo2D0A2DyrkGXDuAvP7IN998M5IpuYln8vTs2TMmTpwYBx54YKtlCbi2SmRBOwoIuLYjtqMIECBAgAABAgQIECBAgAABAgQIECBAgAABAgQIECDQioCAq0+EAAECBAgQIECAAAECBAgQIECAAAECHSMg4Nox7iU5dcOGDZEEWpOpqXVPW6eENrVnS5NKG1/s8ccfjxNOOGGf+y5btizOOeeckjiUetPt27fH2WefHU888UT9UT169Ih169bF0KFDmz0+CRonIdeGTz6WxbjX/fffH2eccUb9VrfccktMnTo18+d8A67btm2LtWvXFlRW165dM8Hngw8+OK/3X3/99ZgwYUI89NBDmfeGDx8eK1asiD59+rS6T1MB11ZfSsGCpD/JFOVu3bqloBolFEtAwLVYkvYhQIAAAQIECBAgQIAAAQIECBAgQIAAAQIECBAgQIBA2wUEXNtuaAcCBAgQIECAAAECBAgQIECAAAECBAgUIiDgWohaSt/ZuXNnTJ48ORO0bPgkk1Jnz54dTQSqWrxJMqk0mTB63XXXZa3LZ+poEj5MJmw2fh577LEYMmRISiVbLisJdY4ePTprUS6Tcp9//vkYN25cbN68OevdpUuXZvpW6qdxP5Pw8wMPPBCDBw/OHJ1vwLW58HIu9xg0aFCsXLky+vfvn8vy+jUCrnlxWZxiAQHXFDdHaQQIECBAgAABAgQIECBAgAABAgQIECBAgAABAgQIVJ2AgGvVtdyFCRAgQIAAAQIECBAgQIAAAQIECBBIiYCAa0oaUawylixZEtOmTcvabtiwYXHHHXdEEmjM53nhhRdi/PjxsWnTpvrX8p0Im4Rrr7766qxjjzrqqPj2t78d//iP/5hPOalYu3v37pg+fXrcfvvtWfXceOONMWPGjBZDxG+//XbMnDkzFi5cmPVuLuHYYlz+pZdeykw/3bhxY2a7ESNGxPLly+Oggw7K/LmjA65JQDvxefHFFzP1HHvssZlg9nvf+9766wu4FuNLsEcaBARc09AFNRAgQIAAAQIECBAgQIAAAQIECBAgQIAAAQIECBAgQOAvAgKuvgQCBAgQIECAAAECBAgQIECAAAECBAh0jICAa8e4l+zU5557LsaOHRtbt26tP6NHjx6Zqa5Dhw7N69ymJpWOGTMmkomjPXv2bHWv2tramDdvXuY/DZ9Cp3e2emA7LHj22WcjMdi2bVv9aQMGDIhVq1bFwIEDW63g4YcfjpNOOilrXaH9afWwRgs2bNgQSZi2pqYm85vGk307OuDaOLw6derUWLBgQXTr1q3+JgKu+Xbd+rQKCLimtTPqIkCAAAECBAgQIECAAAECBAgQIECAAAECBAgQIECgGgUEXKux6+5MgAABAgQIECBAgAABAgQIECBAgEAaBARc09CFItbQ3JTQK664IhNo7Ny5c06nNTepNAm3Tp48Oac9Ggcm614aPnx4rFixIvr06ZPTPmlZlAR2k8DlZZddllXSeeedF4sWLYru3bu3WurLL78c55xzTjzyyCNZa+fMmRNz587NuT+tHtRowZ49ezJB4+QbqHu+//3vxz//8z/X/7mtAdfHHnsshgwZ0mxpSc8nTpyY+X1TIedSB1wTg1/84hfxpz/9KV++Ztffddddceutt2b9fvHixZGEngt5/vCHP2T61DBA3VTQt5C9vZMuAQHXdPVDNQQIECBAgAABAgQIECBAgAABAgQIECBAgAABAgQIVLeAgGt199/tCRAgQIAAAQIECBAgQIAAAQIECBDoOAEB146zL9nJTU0JPf744yMJ4/Xt2zenc5uaBHvcccfF3XffHYcffnhOe5Qq4Pr444/HCSeckFMNLS3KN2jbXDh1zZo1MWrUqJzqaS4km69tToc1WNS49qa+h0oPuOZrlsv6JDB89dVXZy1tLejb0r7PP/98jBs3LjZv3ly/TMA1l06U3xoB1/LrmYoJECBAgAABAgQIECBAgAABAgQIECBAgAABAgQIEKhcAQHXyu2tmxEgQIAAAQIECBAgQIAAAQIECBAgkG4BAdd096eg6toaxGwuhJnvFNhKC7hu2LAhRo4cGTU1NfV9yTc4nLz41FNPxWmnnRZJnxo++UzHzffDaBycTILO/fr1i06dOtVvtXfv3szk0O3bt2d+1rt378yk1fe85z1Zx5166qlx0UUXReOgcWvBzo6e4JqvWS7rix1wfeWVV+Kee+6JZBJz3XPooYfG6NGjY//998+lJGvKREDAtUwapUwCBAgQIECAAAECBAgQIECAAAECBAgQIECAAAECBKpCQMC1KtrskgQIECBAgAABAgQIECBAgAABAgQIpFBAwDWFTWlrSc0FVC+++OK44YYbomvXri0esXPnzpg8eXKsW7eufl2PHj0yfx46dGjO5b3zzjsxa9asWLBgQdY7gwcPzoT4jjjiiJz3ariwIya4JoHDmTNnxsKFC7NqnjNnTsydOzc6d+6c8112794d06dPj9tvvz3rnSQ8e9ttt0WvXr1y3ivXhU1NBs313cbr/u3f/i2Sewu4RhQ74FpoT7xXfgICruXXMxUTIECAAAECBAgQIECAAAECBAgQIECAAAECBAgQIFC5AgKuldtbNyNAgAABAgQIECBAgAABAgQIECBAIN0CAq7p7k/B1TU1JTSZxrly5cro379/i/s2Nam00PBlUwHAXOtorsiOCLg2FRBNQr8PPvhgDBkyJO8+NZxmWvdyISHiXA8WcM1VKr91Aq75eVn9/wsIuPoaCBAgQIAAAQIECBAgQIAAAQIECBAgQIAAAQIECBAgkB4BAdf09EIlBAgQIECAAAECBAgQIECAAAECBAhUl4CAa4X2u7kpoUuXLs1MZ23u2bNnT8ybNy8zmbLhc8stt8TUqVPz1lqyZElMmzYt670kyPn9738/Pvaxj+W9X/JCRwRck8mqU6ZMKajefF7KdcpuPnsma9sj4Lp48eIYMGBAs6Vt3Lgx820lT1Mh59dffz0mTJgQDz30UGZN8r0l03+7detWv2fjNcOHD48kLNynT598SYqyXsC1KIxVuYmAa1W23aUJECBAgAABAgQIECBAgAABAgQIECBAgAABAgQIEEipgIBrShujLAIECBAgQIAAAQIECBAgQIAAAQIEKl5AwLWCW7x27doYPXp01g3PO++8WLRoUXTv3r3Jm2/fvj3OPvvseOKJJ+p/n4QWV61aFQMHDsxb6+GHH46TTjppn/fuueeeGDduXN77FfpCU0HEXMORb7zxRibcunr16kKPz/m9tljnfEgzC//85z/HjBkzIgklJ09rPm0JGrd3wDW521tvvZV18wMOOCArPFuIX6kCrqWqt5A7eqc0AgKupXG1KwECBAgQIECAAAECBAgQIECAAAECBAgQIECAAAECBAoREHAtRM07BAgQIECAAAECBAgQIECAAAECBAgQaLuAgGvbDVO7Q1Nh1X79+mWCmkcffXSTdTcVim3LVNFnn302xowZE9u2bcs6LwkGzp49O5oIeZXEsy0B1yeffDLOPPPMePnll0tSW+NNb7zxxkzQtL1s6s6v5IBrMuV14sSJWdR33nlnZmJsW55SBVxLVW9b7urd4goIuBbX024ECBAgQIAAAQIECBAgQIAAAQIECBAgQIAAAQIECBBoi4CAa1v0vNI3nl0AACAASURBVEuAAAECBAgQIECAAAECBAgQIECAAIHCBQRcC7dL/Zt79uyJefPmRRLCa/jcdNNNmQBl46dxwDH5fY8ePWLdunUxdOjQgu67Y8eOmDRpUqxfvz7r/ST0unTp0ujZs2dB++b7UqEB1+YM8z0/n/XDhg2LO+64Iw455JB8XmvzWgHX/AkFXPM388ZfBARcfQkECBAgQIAAAQIECBAgQIAAAQIECBAgQIAAAQIECBBIj4CAa3p6oRICBAgQIECAAAECBAgQIECAAAECBKpLQMC1wvvd1PTRkSNHxm233Ra9evXKuv1zzz0XY8eOja1bt9b/vK1hyyQgOmfOnLjuuuuyzmptkmyx21JowPWll17KTPncuHFjVknnn39+9O/fv81lbtmyJZJJoo2fNWvWxKhRo9q8fz4btDXg+thjj8WQIUOaPbLhVNJBgwbFypUrswxff/31jPVDDz2U2WPq1KmxYMGC6NatW/2ejdcMHz48kn379OnT4lVLNRFVwDWfL8zahgICrr4HAgQIECBAgAABAgQIECBAgAABAgQIECBAgAABAgQIpEdAwDU9vVAJAQIECBAgQIAAAQIECBAgQIAAAQLVJSDgWuH93rlzZ0yePDkzhbXuSSaD3nvvvXHsscdm3X7JkiUxbdq0rJ/deOONmWmvTYSxcpbbsGFDJKHampqaou+daxGFBlzXrl0bo0ePzjpmwIABsWrVqhg4cGCuxze7rqlQcbK4qXBnmw9rZQMB1/yFBVzzN/PGXwQEXH0JBAgQIECAAAECBAgQIECAAAECBAgQIECAAAECBAgQSI+AgGt6eqESAgQIECBAgAABAgQIECBAgAABAgSqS0DAtQr6nUxrnTJlStZNk2De7Nmz60NWTQVhixXk3LFjR0yaNCnWr1+fVUMy7TOZXnrYYYeVvAuFBFx3794d06dPj9tvvz2rvmKGTxuHSusOKpZ9PrACrvlo/WWtgGv+Zt74i4CAqy+BAAECBAgQIECAAAECBAgQIECAAAECBAgQIECAAAEC6REQcE1PL1RCgAABAgQIECBAgAABAgQIECBAgEB1CQi4VkG/X3jhhRg/fnxs2rSp/rbDhg2LO+64I5Jprsnz5JNPxplnnhkvv/xy/ZrzzjsvFi1aFN27d2+zUlMh22TTJCA4a9as6NKlS5vPaGmDQgKuzU1XXbNmTYwaNapo9TY1JTbZvBjTc/MpUsA1H62/rBVwzd/MG38REHD1JRAgQIAAAQIECBAgQIAAAQIECBAgQIAAAQIECBAgQCA9AgKu6emFSggQIECAAAECBAgQIECAAAECBAgQqC4BAdcq6Pfbb78dM2fOjIULF9bftkePHrFu3boYOnRo1NbWxrXXXhtz5szJ0ihmkPMPf/hDZorrD3/4w6wz+vbtG8uWLYsTTzyxpJ3IN+CamCxYsCAuu+yyrLqOO+64uPvuu+Pwww8vWr0vvfRSTJgwITZu3Ji1Z+MQctEObGaj5gKuybeSTPj99a9/Hb/85S9j27ZtMW7cuHjrrbfihBNOqN/tsccei2Qqb3PPihUrYuLEiZlfDxo0KFauXBn9+/evX/76669nHB566KHMz5qalNt4zfDhwyPZt0+fPi3yNDy7bmEyPTg5ry2PgGtb9Kr7XQHX6u6/2xMgQIAAAQIECBAgQIAAAQIECBAgQIAAAQIECBAgkC4BAdd09UM1BAgQIECAAAECBAgQIECAAAECBAhUj4CAa5X0esOGDTFy5Mioqampv3ESaJ07d24mvJiET9evX1//u2KHK5PAaBIyTM5p/CSh0W9961sxYMCAknUj34Drjh079jFJirv44ovjhhtuiK5duxat1j179sS8efMy00AbP8UMGTdXcNKbXbt2RRIeTabprlq1KrM0CbZ269YtXn311axX68KpiVHDgOvixYtb7GES4E3umTwCri1/PqUK5Bbto7VRmwUEXNtMaAMCBAgQIECAAAECBAgQIECAAAECBAgQIECAAAECBAgUTUDAtWiUNiJAgAABAgQIECBAgAABAgQIECBAgEBeAgKueXGV7+KmApsjRoyI5cuXx/PPPx8nn3xyVvg1CVvOnj07mghhFYywe/fumDFjRtx666377JFM/lyyZEkMHDiw4P2bejEJb/7gBz/ITGLdvHlz1pKWpn82FQhOXr7vvvvi9NNPL2qNyWaPP/74Pj1Ifn7eeefFokWLonv37gWfuXfv3kyI+be//W386U9/ii1btmTCrM8880wk02OffvrpvPZOws933XVX/OpXv8oKuOaziYBry1oCrvl8TeW5VsC1PPumagIECBAgQIAAAQIECBAgQIAAAQIECBAgQIAAAQIEKlNAwLUy++pWBAgQIECAAAECBAgQIECAAAECBAikX0DANf09KkqFSdBzwYIFmaBn3ZNM6Pzud78bP/vZz7J+fsghh8S9994bxx57bFHObrjJ1q1b4/zzz49Nmzbts3f//v3j6quvjtGjRxdlQurvfve7uPHGG2PZsmVZ4d26g5sLuL799tsxc+bMWLhwYVaNn/rUpzJTaP/u7/6u6C5JAHXy5Mmxbt26rL2L0Yu6Cb1Jr4vx1Ln98pe/FHC95prMN9vweeyxxyIJbLflEXBti155vCvgWh59UiUBAgQIECBAgAABAgQIECBAgAABAgQIECBAgAABAtUhIOBaHX12SwIECBAgQIAAAQIECBAgQIAAAQIE0icg4Jq+npSsoueeey7Gjh0bSci07rnyyiszkzhXr15d/7NiTA1t6RKPPvpofO5zn8tMjm3qOfXUUzMB049//OPRpUuXvDzefffdzP2SMG9yp5qammbfby7g+sILL8T48eP3CeHOmTMn5s6dG507d86rplwXJzVfeuml+yxv67l//vOfM5Nzkwm5+T69e/eOZNrqgAED4ogjjogjjzwyDj300OjXr1/85Cc/yQq4fuxjH4v3ve99zR7x2muv1U+LNcG15U4IuOb7pZbfegHX8uuZigkQIECAAAECBAgQIECAAAECBAgQIECAAAECBAgQqFwBAdfK7a2bESBAgAABAgQIECBAgAABAgQIECCQbgEB13T3p6jV5Rp0XLNmTYwaNaqoZzfeLAlHfv7zn4/Nmzc3e85RRx0VEydOjM985jPxgQ98ILp169bk2jfeeCO2bNkS69evj1WrVjUbnG348kknnRTXXXddHHPMMdE4aHbbbbfFlClTss5Kpt0m01WHDh1aMpemAsjJYccdd1zcfffdcfjhhxd89jVNTBptuFkSTk2Mk6m3jz/+eOZXzQWA695L1p1wwgn127Q2ubRhaFPAteVWCrgW/KmXzYsCrmXTKoUSIECAAAECBAgQIECAAAECBAgQIECAAAECBAgQIFAFAgKuVdBkVyRAgAABAgQIECBAgAABAgQIECBAIJUCAq6pbEvpilq7dm2MHj262QOKEabMtfpf/vKX8eUvfzm+853v5PRK3759M5NDO3XqlFmfBHafeeaZFqe0Nt44mUh61VVXZSbIdu/efZ9zk7BsEm5tONE2WTRs2LC444474pBDDsmp1kIWtRRAXrp0aUyePLmQbTPvJIHJ2bNnx8CBAzOh3g996EOZ/ySmPXv2zJg2Pr+9A65vvvlm3HnnnZH0IHmSSbHJt7r//vvX3/v111+PCRMmxEMPPZT5WWs11r1YqsBoU8Hh1oK+uTSxVPXmcrY17SMg4No+zk4hQIAAAQIECBAgQIAAAQIECBAgQIAAAQIECBAgQIBALgICrrkoWUOAAAECBAgQIECAAAECBAgQIECAAIHiCwi4Ft801Tu+/PLLcc4558QjjzzSZJ1z5syJuXPnRufOndvlHrt3745vfvOb8ZWvfCX++Mc/luzMZALr1KlT46KLLsoEJ5t7nnzyyTjzzDMjcWr4JEHGJCDaRCitqDU3F0AeOXJkJJNle/XqVdTzGm7W0QHXXC4m4DohFyZrykBAwLUMmqREAgQIECBAgAABAgQIECBAgAABAgQIECBAgAABAgSqRkDAtWpa7aIECBAgQIAAAQIECBAgQIAAAQIECKRMQMA1ZQ0pdTl79uyJefPmRRLYbPwk00nvvffeOPbYY0tdxj77v/jii7F48eK49dZbixp0TSaUJpNPzz333BaDrUlBzdm0p8v27dvj7LPPjieeeCLLqD1qEHDN/7M3wTV/M2/8RUDA1ZdAgAABAgQIECBAgAABAgQIECBAgAABAgQIECBAgACB9AgIuKanFyohQIAAAQIECBAgQIAAAQIECBAgQKC6BARcq6vfmds2N6W0PaaEtsb96quvZkK2d955Z/z4xz9ubXmTv+/du3eccsopMXHixPjEJz4R3bp1y2mf5qbbtqdLSwHkUk/XFXDN6TPJWiTgmr+ZN/4iIODqSyBAgAABAgQIECBAgAABAgQIECBAgAABAgQIECBAgEB6BARc09MLlRAgQIAAAQIECBAgQIAAAQIECBAgUF0CAq7V1e+yuu3OnTtj8+bN8dRTT8V//dd/xR/+8Id45plnoqampv4exxxzTPzN3/xNDBo0KD784Q/H4MGD4wMf+EB06dKlrO6ahmKrLeCaBKCPPPLINtE/+uij8b3vfS9rj+nTp8ff//3ft2nfLVu2ZELeDZ/kzxMmTGjTvl5Oj4CAa3p6oRICBAgQIECAAAECBAgQIECAAAECBAgQIECAAAECBAgIuPoGCBAgQIAAAQIECBAgQIAAAQIECBAg0DECAq4d4+5UAqkTKIeA60svvZQJeW7cuDHjN3z48FixYkX06dOnRc9kTRJoLedHwLWcu7dv7QKuldVPtyFAgAABAgQIECBAgAABAgQIECBAgAABAgQIECBAoLwFBFzLu3+qJ0CAAAECBAgQIECAAAECBAgQIECgfAUEXMu3dyonUFSBUgZca2tr49prr405c+Zkak4m7q5cuTL69++f8x2SPZKg6qRJk+rfGTNmTCxdujR69uzZ4j4CrjkzW9hOAgKu7QTtGAIECBAgQIAAAQIECBAgQIAAAQIECBAgQIAAAQIECOQgIOCaA5IlBAgQIECAAAECBAgQIECAAAECBAgQKIGAgGsJUG1JoBwFihFwPf7442PXrl2xd+/eTOi0U6dOmX9+8skn45JLLolNmzZlaAYPHhz33HNPHHHEEfVUyXTWiy66KN58883Mzw899NAsxs2bN8d3vvOdqKmpqf/5jBkzYv78+bH//vu3SC7gWo5fZGXXLOBa2f11OwIECBAgQIAAAQIECBAgQIAAAQIECBAgQIAAAQIEyktAwLW8+qVaAgQIECBAgAABAgQIECBAgAABAgQqR0DAtXJ66SYE2iRQjIDrRz/60Zg1a1YsWLCgxVqamrz61ltvxRe/+MXMRNZcnzVr1sSoUaNaXX7ffffF4sWLW12XlgWvvfZaPP3001nl3HnnnTFhwoS0lKiONgoIuLYR0OsECBAgQIAAAQIECBAgQIAAAQIECBAgQIAAAQIECBAoooCAaxExbUWAAAECBAgQIECAAAECBAgQIECAAIE8BARc88CylEAlCxQj4DpkyJBYsmRJTJs2rUWq5sKa1113XVx55ZU5MY8dOzZzVq9evXJaX06Lmpo4K+BaTh1svVYB19aNrCBAgAABAgQIECBAgAABAgQIECBAgAABAgQIECBAgEB7CQi4tpe0cwgQIECAAAECBAgQIECAAAECBAgQIJAtIODqiyBAICNQrIDrT3/60zjppJOipqZmH9kePXrEVVddlZnU2rVr131+v3LlyjjrrLNa7chnP/vZuPbaa+Pggw9udW05LhBwLceu5VezgGt+XlYTIECAAAECBAgQIECAAAECBAgQIECAAAECBAgQIECglAICrqXUtTcBAgQIECBAgAABAgQIECBAgAABAgSaFxBw9XUQIJARKFbANQm2bt68Od59990s2fe85z3xoQ99qMWJqzt27IgtW7bE//3f/2X+7zvvvJO1xwc/+MH4yEc+Ev/wD/8QnTp10jkCZSsg4Fq2rVM4AQIECBAgQIAAAQIECBAgQIAAAQIECBAgQIAAAQIVKCDgWoFNdSUCBAgQIECAAAECBAgQIECAAAECBMpCQMC1LNqkSAKlF6itrY1du3bVB1OTAGnPnj0FSUtP74QqFBBwrcKmuzIBAgQIECBAgAABAgQIECBAgAABAgQIECBAgAABAqkVEHBNbWsURoAAAQIECBAgQIAAAQIECBAgQIBAhQsIuFZ4g12PAAECBNInIOCavp6oiAABAgQIECBAgAABAgQIECBAgAABAgQIECBAgACB6hUQcK3e3rs5AQIECBAgQIAAAQIECBAgQIAAAQIdKyDg2rH+TidAgACBKhQQcK3CprsyAQIECBAgQIAAAQIECBAgQIAAAQIECBAgQIAAAQKpFRBwTW1rFEaAAAECBAgQIECAAAECBAgQIECAQIULCLhWeINdjwABAgTSJyDgmr6eqIgAAQIECBAgQIAAAQIECBAgQIAAAQIECBAgQIAAgeoV+GFEfKrB9WdExM3Vy+HmBAgQIECAAAECBAgQIECAAAECBAgQaDcBAdd2o3YQAQIECBD4i4CAqy+BAAECBAgQIECAAAECBAgQIECAAAECBAgQIECAAAEC6REQcE1PL1RCgAABAgQIECBAgAABAgQIECBAgEB1CQi4Vle/3ZYAAQIEUiAg4JqCJiiBAAECBAgQIECAAAECBAgQIECAAAECBAgQIECAAAECfxUQcPUpECBAgAABAgQIECBAgAABAgQIECBAoGMEBFw7xt2pBAgQIFDFAgKuVdx8VydAgAABAgQIECBAgAABAgQIECBAgAABAgQIECBAIHUCAq6pa4mCCBAgQIAAAQIECBAgQIAAAQIECBCoEgEB1ypptGsSIECAQHoEBFzT0wuVECBAgAABAgQIECBAgAABAgQIECBAgAABAgQIECBAYGdEvL8Bw4yIuBkLAQIECBAgQIAAAQIECBAgQIAAAQIECJRcQMC15MQOIECAAAEC2QICrr4IAgQIECBAgAABAgQIECBAgAABAgQIECBAgAABAgQIpEdAwDU9vVAJAQIECBAgQIAAAQIECBAgQIAAAQLVJSDgWl39dlsCBAgQSIGAgGsKmqAEAgQIECBAgAABAgQIECBAgAABAgQIECBAgAABAgQI/FVAwNWnQIAAAQIECBAgQIAAAQIECBAgQIAAgY4REHDtGHenEiBAgEAVCwi4VnHzXZ0AAQIECBAgQIAAAQIECBAgQIAAAQIECBAgQIAAgdQJCLimriUKIkCAAAECBAgQIECAAAECBAgQIECgSgQEXKuk0a5JgAABAukREHBNTy9UQoAAAQIECBAgQIAAAQIECBAgQIAAAQIECBAgQIAAAQFX3wABAgQIECBAgAABAgQIECBAgAABAgQ6RkDAtWPcnUqAAAECVSwg4FrFzXd1AgQIECBAgAABAgQIECBAgAABAgQIECBAgAABAgRSJyDgmrqWKIgAAQIECBAgQIAAAQIECBAgQIAAgSoREHCtkka7JgECBAikR0DANT29UAkBAgQIECBAgAABAgQIECBAgAABAgQIECBAgAABAgQEXH0DBAgQIECAAAECBAgQIECAAAECBAgQ6BgBAdeOcXcqAQIECFSxgIBrFTff1QkQIECAAAECBAgQIECAAAECBAgQIECAAAECBAgQSJ2AgGvqWqIgAgQIECBAgAABAgQIECBAgAABAgSqREDAtUoa7ZoECBAgkB4BAdf09EIlBAgQIECAAAECBAgQIECAAAECBAgQIECAAAECBAgQEHD1DRAgQIAAAQIECBAgQIAAAQIECBAgQKBjBARcO8bdqQQIECBQxQICrlXcfFcnQIAAAQIECBAgQIAAAQIECBAgQIAAAQIECBAgQCB1AgKuqWuJgggQIECAAAECBAgQIECAAAECBAgQqBIBAdcqabRrEiBAgEB6BARc09MLlRAgQIAAAQIECBAgQIAAAQIECBAgQIAAAQIECBAgQEDA1TdAgAABAgQIECBAgAABAgQIECBAgACBjhEQcO0Yd6cSIECAQBULCLhWcfNdnQABAgQIECBAgAABAgQIECBAgAABAgQIECBAgACB1AkIuKauJQoiQIAAAQIECBAgQIAAAQIECBAgQKBKBARcq6TRrkmAAAEC6REQcE1PL1RCgAABAgQIECBAgAABAgQIECBAgAABAgQIECBAgACBH0bEpxowzIiIm7EQIECAAAECBAgQIECAAAECBAgQIECAQMkFBFxLTuwAAgQIECCQLSDg6osgQIAAAQIECBAgQIAAAQIECBAgQIAAAQIECBAgQIBAegQEXNPTC5UQIECAAAECBAgQIECAAAECBAgQIFBdAgKu1dVvtyVAgACBFAgIuKagCUogQIAAAQIECBAgQIAAAQIECBAgQIAAAQIECBAgQIDAXwUEXH0KBAgQIECAAAECBAgQIECAAAECBAgQ6BgBAdeOcXcqAQIECFSxgIBrFTff1QkQIECAAAECBAgQIECAAAECBAgQIECAAAECBAgQSJ2AgGvqWqIgAgQIECBAgAABAgQIECBAgAABAgSqREDAtUoa7ZoECBAgkB4BAdf09EIlBAgQIECAAAECBAgQIECAAAECBAgQIECAAAECBAgQ2BkR72/AMCMibsZCgAABAgQIECBAgAABAgQIECBAgAABAiUXEHAtObEDCBAgQIBAtoCAqy+CAAECBAgQIECAAAECBAgQIECAAAECBAgQIECAAAEC6REQcE1PL1RCgAABAgQIECBAgAABAgQIECBAgEB1CQi4Vle/3ZYAAQIEUiAg4JqCJiiBAAECBAgQIECAAAECBAgQIECAAAECBAgQIECAAAECfxUQcPUpECBAgAABAgQIECBAgAABAgQIECBAoGME9kbEfnVH7927N5oI3XRMZU4lQIAAAQIVKFBbWxudOnVqeLPkf2wi6wdpu3b9XxTSVph6CBAgQIAAAQIECBAgQIAAAQIECBAgQIAAAQIECBAgUAQBAdciINqCAAECBAgQIECAAAECBAgQIECAAAECBQi8GRHd697btWtX9OjRo4BtvEKAAAECBAjkIlBTUxPve9/7Gi7dHREH5vJuR60RcO0oeecSIECAAAECBAgQIECAAAECBAgQIECAAAECBAgQINAeAgKu7aHsDAIECBAgQIAAAQIECBAgQIAAAQIECOwr8LuI6Fv341/96lfRr18/TgQIECBAgECJBLZt2xYf/OAHG+6+PSIOK9FxRdlWwLUojDYhQIAAAQIECBAgQIAAAQIECBAgQIAAAQIECBAgQCClAgKuKW2MsggQIECAAAECBAgQIECAAAECBAgQqHiBRyPiE3W3fPDBB2PEiBEVf2kXJECAAAECHSWwfv36OPnkkxse/+OI+GRH1ZPLuQKuuShZQ4AAAQIECBAgQIAAAQIECBAgQIAAAQIECBAgQIBAuQoIuJZr59RNgAABAgQIECBAgAABAgQIECBAgEC5C9waEVPqLjF//vy4/PLLy/1O6idAgAABAqkVuP7662PWrFkN61saERektuCIEHBNc3fURoAAAQIECBAgQIAAAQIECBAgQIAAAQIECBAgQIBAWwUEXNsq6H0CBAgQIECAAAECBAgQIECAAAECBAgUJvD5iFhc9+rpp58e9913X2E7eYsAAQIECBBoVeCMM86I+++/v+G6CyPi/7X6YgcuEHDtQHxHEyBAgAABAgQIECBAgAABAgQIECBAgAABAgQIECBQcgEB15ITO4AAAQIECBAgQIAAAQIECBAgQIAAAQJNCgyKiGfqfnPAAQfEm2++GfvtJ8rieyFAgAABAsUWqK2tjQMPPDDeeuuthlt/OCI2F/usYu7nbwXF1LQXAQIECBAgQIAAAQIECBAgQIAAAQIECBAgQIAAAQJpExBwTVtH1EOAAAECBAgQIECAAAECBAgQIECAQDUJ/C4i+tZdeNWqVTFmzJhqur+7EiBAgACBdhFYvXp1jB079v9j7+6jrazLvIFfQqWopIkzC/tDbDUOyzXmSXkmG7B0BlKcCkI0FBSd8QUfNRU1w8yImka0TCTlkcQ1CoKQGoFPA76lFtLYPEaYLSumDJsRp2ww8WV0hedZ9659Zp/DPmffZ7/e996fey1Xc875vVy/z3UfmNX22690r60RcVBTNq9hEwHXGvBMJUCAAAECBAgQIECAAAECBAgQIECAAAECBAgQIEAg8wICrplvkQIJECBAgAABAgQIECBAgAABAgQIEGhjgRsi4sLi+SZNmhRr1qxp4+M6GgECBAgQaI3A5MmTY+3ataWbL4yIi1pTTfpdBVzTWxlJgAABAgQIECBAgAABAgQIECBAgAABAgQIECBAgED+BARc89czFRMgQIAAAQIECBAgQIAAAQIECBAg0D4CfxURG0uP84Mf/CAOP/zw9jmhkxAgQIAAgRYLbNq0KY444oi+VYyNiO+1uLSK2wu4ViQygAABAgQIECBAgAABAgQIECBAgAABAgQIECBAgACBHAs8HBHHRETxs9GLI2JBjs+jdAIECBAgQIAAAQIECBAgQIAAAQIECORN4DsR8YFi0dOnT4/ly5fn7QzqJUCAAAECmRWYMWNGrFixorS+70bEBzNbcElhAq556JIaCRAgQIAAAQIECBAgQIAAAQIECBAgQIAAAQIECBCoVkDAtVo58wgQIECAAAECBAgQIECAAAECBAgQIFAfgY9HxKrSpdatWxcTJ06sz+pWIUCAAAECHSywfv36OP744/sKTIuIr+eBRcA1D11SIwECBAgQIECAAAECBAgQIECAAAECBAgQIECAAAEC1QoIuFYrZx4BAgQIECBAgAABAgQIECBAgAABAgTqJ9DrFtdDDz00nnzyydhtN7GW+hFbiQABAgQ6TaC7uzsOrvdxQAAAIABJREFUO+yweOqpp0qPnpvbW5Oi/X8CnfbWOi8BAgQIECBAgAABAgQIECBAgAABAgQIECBAgACBzhIQcO2sfjstAQIECBAgQIAAAQIECBAgQIAAAQLZFPibiHiotLSzzz47vva1r2WzWlURIECAAIEcCJxzzjlxyy239K10fER8OwflF0oUcM1Lp9RJgAABAgQIECBAgAABAgQIECBAgAABAgQIECBAgEA1AtsjYt+SibMjYkE1C5lDgAABAgQIECBAgAABAgQIECBAgAABAjUJ3BARF/ZZYU5EXJN8rzu5hs5DgAABAgQIpBK45pprYs6c5K/RXs/CiLgo1QIZGSTgmpFGKIMAAQIECBAgQIAAAQIECBAgQIAAAQIECBAgQIAAgYYICLg2hNWiBAgQIECAAAECBAgQIECAAAECBAgQqErg/0XEmD4zL4iImwRcq/I0iQABAgQ6UOCmm26KCy5I/vrs9TwREf8rbxwCrnnrmHoJECBAgAABAgQIECBAgAABAgQIECBAgAABAgQIEBiMgIDrYLSMJUCAAAECBAgQIECAAAECBAgQIECAQGMFuiLisYjYq882c7q7u+c3dmurEyBAgACB/Av0c3PrKxExLiI25+2EAq5565h6CRAgQIAAAQIECBAgQIAAAQIECBAgQIAAAQIECBAYjICA62C0jCVAgAABAgQIECBAgAABAgQIECBAgEDjBT4SEff23ebss8+OxYsXx267ibo0vgV2IECAAIG8CXR3d8esWbPilltuKVf6RyPi/+btTEm9/tbPY9fUTIAAAQIECBAgQIAAAQIECBAgQIAAAQIECBAgQIBAWgEB17RSxhEgQIAAAQIECBAgQIAAAQIECBAgQKB5Ah+PiFV9tzv00EPjS1/6UkycOLF5ldiJAAECBAhkXGD9+vXxyU9+Mp566qlylU6LiK9n/Aj9lifgmtfOqZsAAQIECBAgQIAAAQIECBAgQIAAAQIECBAgQIAAgTQCAq5plIwhQIAAAQIECBAgQIAAAQIECBAgQIBA8wWSm1xXRsRefbeePn16XHbZZXH44Yc3vyo7EiBAgACBjAhs2rQpvvzlL8eKFSvKVfRKRJyc15tbiwcScM3Iy6YMAgQIECBAgAABAgQIECBAgAABAgQIECBAgAABAgQaIiDg2hBWixIgQIAAAQIECBAgQIAAAQIECBAgQKAuAl0RcWtEjCm32qRJk+K0006LqVOnxm67icDURdwiBAgQIJBpge7u7rjnnnti2bJlsXbt2v5qfSIizoyIzZk+TIri/O2eAskQAgQIECBAgAABAgQIECBAgAABAgQIECBAgAABAgRyKyDgmtvWKZwAAQIECBAgQIAAAQIECBAgQIAAgQ4SuCEiLuzvvHvuuWdMmDAhxo4dG11dXfHud787Ro4cGXvvvbfgawe9JI5KgACBdhJIgqwvv/xyPP/88/Hzn/88Nm/eHBs3bowHH3wwXn311YGOujAiLmoXCwHXdumkcxAgQIAAAQIECBAgQIAAAQIECBAgQIAAAQIECBAgUE5AwNV7QYAAAQIECBAgQIAAAQIECBAgQIAAgXwI/E1EfC4iPpCPclVJgAABAgSaKvDdP/49+e2m7trgzQRcGwxseQIECBAgQIAAAQIECBAgQIAAAQIECBAgQIAAAQIEWiog4NpSfpsTIECAAAECBAgQIECAAAECBAgQIEBg0AIfj4gLBF0H7WYCAQIECLSnQBJsvTEivt6OxxNwbceuOhMBAgQIECBAgAABAgQIECBAgAABAgQIECBAgAABAkUBAVfvAgECBAgQIECAAAECBAgQIECAAAECBPIp8FcRcXJETI6IUfk8gqoJECBAgEBVAlsjYk1ErIyI71W1Qk4mCbjmpFHKJECAAAECBAgQIECAAAECBAgQIECAAAECBAgQIECgKgEB16rYTCJAgAABAgQIECBAgAABAgQIECBAgECmBLoiYmxEHBERoyPiwIjYPyL2jAjZmEy1SjEECBAgkFKgOyJejYgXIuLZiPhpRPwgIjZGxOaUa+R+mL/Ec99CByBAgAABAgQIECBAgAABAgQIECBAgAABAgQIECBAYACBhyPimJJ/weniiFhAjAABAgQIECBAgAABAgQIECBAgAABAgQIECBAgAABAgRaKyDg2lp/uxMgQIAAAQIECBAgQIAAAQIECBAgQIAAAQIECBAg0FgBAdfG+lqdAAECBAgQIECAAAECBAgQIECAAAECBAgQIECAAAECVQkIuFbFZhIBAgQIECBAgAABAgQIECBAgAABAgQIECBAgAABAjkREHDNSaOUSYAAAQIECBAgQIAAAQIECBAgQIAAAQIECBAgQIBAZwkIuHZWv52WAAECBAgQIECAAAECBAgQIECAAAECBAgQIECAQKcJCLh2WsedlwABAgQIECBAgAABAgQIECBAgAABAgQIECBAgACBXAgIuOaiTYokQIAAAQIECBAgQIAAAQIECBAgQIAAAQIECBAgQKBKge0RsW/J3NkRsaDKtUwjQIAAAQIECBAgQIAAAQIECBAgQIAAAQIECBAgQIAAgToJCLjWCdIyBAgQIECAAAECBAgQIECAAAECBAgQIECAAAECBAhkUkDANZNtURQBAgQIECBAgAABAgQIECBAgAABAgQIECBAgAABAp0uIODa6W+A8xMgQIAAAQIECBAgQIAAAQIECBAgQIAAAQIECBBobwEB1/bur9MRIECAAAECBAgQIECAAAECBAgQIECAAAECBAgQIJBTAQHXnDZO2QQIECBAgAABAgQIECBAgAABAgQIECBAgAABAgQIpBIQcE3FZBABAgQIECBAgAABAgQIECBAgAABAgQIECBAgAABAgSaKyDg2lxvuxEgQIAAAQIECBAgQIAAAQIECBAgQIAAAQIECBAg0FwBAdfmetuNAAECBAgQIECAAAECBAgQIECAAAECBAgQIECAAAECqQQEXFMxGUSAAAECBAgQIECAAAECBAgQIECAAAECBAgQIECAQE4FBFxz2jhlEyBAgAABAgQIECBAgAABAgQIECBAgAABAgQIECDQ3gICru3dX6cjQIAAAQIECBAgQIAAAQIECBAgQIAAAQIECBAg0OkCAq6d/gY4PwECBAgQIECAAAECBAgQIECAAAECBAgQIECAAAECmRQQcM1kWxRFgAABAgQIECBAgAABAgQIECBAgAABAgQIECBAgECdBARc6wRpGQIECBAgQIAAAQIECBAgQIAAAQIECBAgQIAAAQIECNRTQMC1nprWIkCAAAECBAgQIECAAAECBAgQIECAAAECBAgQIEAgawICrlnriHoIECBAgAABAgQIECBAgAABAgQIECBAgAABAgQIECAQEQKuXgMCBAgQIECAAAECBAgQIECAAAECBAgQIECAAAECBNpZQMC1nbvrbAQIECBAgAABAgQIECBAgAABAgQIECBAgAABAgQI5FZAwDW3rVM4AQIECBAgQIAAAQIECBAgQIAAAQIECBAgQIAAAQIpBARcUyAZQoAAAQIECBAgQIAAAQIECBAgQIAAAQIECBAgQIAAgWYLCLg2W9x+BAgQIECAAAECBAgQIECAAAECBAgQIECAAAECBAg0U0DAtZna9iJAgAABAgQIECBAgAABAgQIECBAgAABAgQIECBAgEBKAQHXlFCGESBAgAABAgQIECBAgAABAgQIECBAgAABAgQIECCQSwEB11y2TdEECBAgQIAAAQIECBAgQIAAAQIECBAgQIAAAQIECLS7gIBru3fY+QgQIECAAAECBAgQIECAAAECBAgQIECAAAECBAh0toCAa2f33+kJECBAgAABAgQIECBAgAABAgQIECBAgAABAgQIEMiogIBrRhujLAIECBAgQIAAAQIECBAgQIAAAQIECBAgQIAAAQIE6iIg4FoXRosQIECAAAECBAgQIECAAAECBAgQIECAAAECBAgQIECgvgICrvX1tBoBAgQIECBAgAABAgQIECBAgAABAgQIECBAgAABAtkSEHDNVj9UQ4AAAQIECBAgQIAAAQIECBAgQIAAAQIECBAgQIAAgYKAgKsXgQABAgQIECBAgAABAgQIECBAgAABAgQIECBAgACBdhYQcG3n7jobAQIECBAgQIAAAQIECBAgQIAAAQIECBAgQIAAAQK5FRBwzW3rFE6AAAECBAgQIECAAAECBAgQIECAAAECBAgQIECAQAoBAdcUSIYQIECAAAECBAgQIECAAAECBAgQIECAAAECBAgQIECg2QICrs0Wtx8BAgQIECBAgAABAgQIECBAgAABAgQIECBAgAABAs0UEHBtpra9CBAgQIAAAQIECBAgQIAAAQIECBAgQIAAAQIECBAgkFJAwDUllGEECBAgQIAAAQIECBAgQIAAAQIECBAgQIAAAQIECORSQMA1l21TNAECBAgQIECAAAECBAgQIECAAAECBAgQIECAAAEC7S4g4NruHXY+AgQIECBAgAABAgQIECBAgAABAgQIECBAgAABAp0tIODa2f13egIECBAgQIAAAQIECBAgQIAAAQIECBAgQIAAAQIEMiog4JrRxiiLAAECBAgQIECAAAECBAgQIECAAAECBAgQIECAAIG6CAi41oXRIgQIECBAgAABAgQIECBAgAABAgQIECBAgAABAgQIEKivgIBrfT2tRoAAAQIECBAgQIAAAQIECBAgQIAAAQIECBAgQIBAtgQEXLPVD9UQIECAAAECBAgQIECAAAECBAgQIECAAAECBAgQIECgICDg6kUgQIAAAQIECBAgQIAAAQIECBAgQIAAAQIECBAgQKCdBQRc27m7zkaAAAECBAgQIECAAAECBAgQIECAAAECBAgQIECAQG4FBFxz2zqFEyBAgAABAgQIECBAgAABAgQIECBAgAABAgQIECCQQkDANQWSIQQIECBAgAABAgQIECBAgAABAgQIECBAgAABAgQIEGi2gIBrs8XtR4AAAQIECBAgQIAAAQIECBAgQIAAAQIECBAgQIBAMwUEXJupbS8CBAgQIECAAAECBAgQIECAAAECBAgQIECAAAECBAikFBBwTQllGAECBAgQIECAAAECBAgQIECAAAECBAgQIECAAAECuRQQcM1l2xRNgAABAgQIECBAgAABAgQIECBAgAABAgQIECBAgEC7Cwi4tnuHnY8AAQIECBAgQIAAAQIECBAgQIAAAQIECBAgQIBAZwsIuHZ2/52eAAECBAgQIECAAAECBAgQIECAAAECBAgQIECAAIGMCgi4ZrQxyiJAgAABAgQIECBAgAABAgQIECBAgAABAgQIECBAoC4CD0fEMRFR/Gz04ohYUJeVLUKAAAECBAgQIECAAAECBAgQIECAAAECBAgQIECAAAECVQsIuFZNZyIBAgQIECBAgAABAgQIECBAgAABAgQIECBAgAABAjkQEHDNQZOUSIAAAQIECBAgQIAAAQIECBAgQIAAAQIECBAgQIBA5wkIuHZez52YAAECBAgQIECAAAECBAgQIECAAAECBAgQIECAQCcJCLh2UredlQABAgQIECBAgAABAgQIECBAgAABAgQIECBAgACB3AgIuOamVQolQIAAAQIECBAgQIAAAQIECBAgQIAAAQIECBAgQKAKAQHXKtBMIUCAAAECBAgQIECAAAECBAgQIECAAAECBAgQIECAQKMFBFwbLWx9AgQIECBAgAABAgQIECBAgAABAgQIECBAgAABAgRaKbA9IvYtKWB2RCxoZUH2JkCAAAECBAgQIECAAAECBAgQIECAAAECBAgQIECAAIEIAVdvAQECBAgQIECAAAECBAgQIECAAAECBAgQIECAAAEC7Swg4NrO3XU2AgQIECBAgAABAgQIECBAgAABAgQIECBAgAABAgRyKyDgmtvWKZwAAQIECBAgQIAAAQIECBAgQIAAAQIECBAgQIAAgRQCAq4pkAwhQIAAAQIECBAgQIAAAQIECBAgQIAAAQIECBAgQIBAswUEXJstbj8CBAgQIECAAAECBAgQIECAAAECBAgQIECAAAECBJopIODaTG17ESBAgAABAgQIECBAgAABAgQIECBAgAABAgQIECBAIKWAgGtKKMMIECBAgAABAgQIECBAgAABAgQIECBAgAABAgQIEMilgIBrLtumaAIECBAgQIAAAQIECBAgQIAAAQIECBAgQIAAAQIE2l1AwLXdO+x8BAgQIECAAAECBAgQIECAAAECBAgQIECAAAECBDpbQMC1s/vv9AQIECBAgAABAgQIECBAgAABAgQIECBAgAABAgQIZFRAwDWjjVEWAQIECBAgQIAAAQIECBAgQIAAAQIECBAgQIAAAQJ1ERBwrQujRQgQIECAAAECBAgQIECAAAECBAgQIECAAAECBAgQIFBfAQHX+npajQABAgQIECBAgAABAgQIECBAgAABAgQIECBAgACBbAkIuGarH6ohQIAAAQIECBAgQIAAAQIECBAgQIAAAQIECBAgQIBAQUDA1YtAgAABAgQIECBAgAABAgQIECBAgAABAgQIECBAgEA7Cwi4tnN3nY0AAQIECBAgQIAAAQIECBAgQIAAAQIECBAgQIAAgdwKCLjmtnUKJ0CAAAECBAgQIECAAAECBAgQIECAAAECBAgQIEAghYCAawokQwgQIECAAAECBAgQIECAAAECBAgQIECAAAECBAgQINBsAQHXZovbjwABAgQIECBAgAABAgQIECBAgAABAgQIECBAgACBZgoIuDZT214ECBAgQIAAAQIECBAgQIAAAQIECBAgQIAAAQIECBBIKSDgmhLKMAIECBAgQIAAAQIECBAgQIAAAQIECBAgQIAAAQIEcikg4JrLtimaAAECBAgQIECAAAECBAgQIECAAAECBAgQIECAAIF2FxBwbfcOOx8BAgQIECBAgAABAgQIECBAgAABAgQIECBAgACBzhZ4OCKOiYjiZ6MXR8SCziZxegIECBAgQIAAAQIECBAgQIAAAQIECBAgQIAAAQIECLReQMC19T1QAQECBAgQIECAAAECBAgQIECAAAECBAgQIECAAAECjRMQcG2crZUJECBAgAABAgQIECBAgAABAgQIECBAgAABAgQIECBQtYCAa9V0JhIgQIAAAQIECBAgQIAAAQIECBAgQIAAAQIECBAgkAMBAdccNEmJBAgQIECAAAECBAgQIECAAAECBAgQIECAAAECBAh0noCAa+f13IkJECBAgAABAgQIECBAgAABAgQIECBAgAABAgQIdJKAgGsnddtZCRAgQIAAAQIECBAgQIAAAQIECBAgQIAAAQIECBDIjYCAa25apVACBAgQIECAAAECBAgQIECAAAECBAgQIECAAAECBKoQ2B4R+5bMmx0RC6pYxxQCBAgQIECAAAECBAgQIECAAAECBAgQIECAAAECBAgQqKOAgGsdMS1FgAABAgQIECBAgAABAgQIECBAgAABAgQIECBAgEDmBARcM9cSBREgQIAAAQIECBAgQIAAAQIECBAgQIAAAQIECBAgQCBCwNVbQIAAAQIECBAgQIAAAQIECBAgQIAAAQIECBAgQIBAOwsIuLZzd52NAAECBAgQIECAAAECBAgQIECAAAECBAgQIECAAIHcCgi45rZ1CidAgAABAgQIECBAgAABAgQIECBAgAABAgQIECBAIIWAgGsKJEMIECBAgAABAgQIECBAgAABAgQIECBAgAABAgQIECDQbAEB12aL248AAQIECBAgQIAAAQIECBAgQIAAAQIECBAgQIAAgWYKCLg2U7u1e3VFxNiIOCIiRkfEgRGxf0TsGRE+G29tb+xOgAABAtUJdEfEqxHxQkQ8GxE/jYgfRMTGiNhc3ZJmESBAgAABAgQIECBAgAABAgQIECBAIDsCPsTLTi9UQoAAAQIECBAgQIAAAQIECBAgQIAAAQIECBAgQIBA/QUEXOtvmqUV/yoiTo6IyRExKkuFqYUAAQIECDRYYGtErImIlRHxvQbvZXkCBAgQIECAAAECBAgQIECAAAECBAg0REDAtSGsFiVAgAABAgQIECBAgAABAgQIECBAgAABAgQIECBAICMCAq4ZaUSdy/h4RFwQER+o87qWI0CAAAECeRT4bkTcGBFfz2PxaiZAgAABAgQIECBAgAABAgQIECBAoHMFBFw7t/dOToAAAQIECBAgQIAAAQIECBAgQIAAAQIECBAgQKATBARc26vLfxMRnxNsba+mOg0BAgQI1E0gCbomf09+u24rWogAAQIECBAgQIAAAQIECBAgQIAAAQINFBBwbSCupQkQIECAAAECBAgQIECAAAECBAgQIECAAAECBAgQaLmAgGvLW1C3Am6IiAv7W23PPfeMCRMmxNixY6Orqyve/e53x8iRI2PvvfeO3Xbz0XjdumAhAgQIEGiaQHd3d7z88svx/PPPx89//vPYvHlzbNy4MR588MF49dVXB6pjYURc1LRCbUSAAAECBAgQIECAAAECBAgQIECAAIEqBXyKVyWcaQQIECBAgAABAgQIECBAgAABAgQIECBAgAABAgQI5EJAwDUXbRqwyK6IuDUixpQbNWnSpDjttNNi6tSpgqz577UTECBAgEAKgST4es8998SyZcti7dq1/c14IiLOjIjNKZY0hAABAgQIECBAgAABAgQIECBAgAABAi0REHBtCbtNCRAgQIAAAQIECBAgQIAAAQIECBAgQIAAAQIECBBokoCAa5OgG7TNRyJiZUTs1Xf96dOnx2WXXRaHH354g7a2LAECBAgQyL7Apk2b4stf/nKsWLGiXLGvRMTJEfF/s38SFRIgQIAAAQIECBAgQIAAAQIECBAg0IkCAq6d2HVnJkCAAAECBAgQIECAAAECBAgQIECAAAECBAgQINA5AgKu+e31xyNiVd/yDz300PjSl74UEydOzO/JVE6AAAECBOossH79+vjkJz8ZTz31VLmVp0XE1+u8peUIECBAgAABAgQIECBAgAABAgQIECBQs4CAa82EFiBAgAABAgQIECBAgAABAgQIECBAgAABAgQIECBAIMMCD0fEMRFR/Gz04ohYkOF6lfYHgeTm1nv7Ypx99tmxePHi2G03H3V7UQgQIECAQF+B7u7umDVrVtxyyy3lcD7qJlfvDAECBAgQIECAAAECBAgQIECAAAECWRPwqV/WOqIeAgQIECBAgAABAgQIECBAgAABAgQIECBAgAABAgTqKSDgWk/N5qzVFRGPRcRepdvNnz8/PvWpTzWnArsQIECAAIEcC1xzzTUxZ86cvid4JSLGRcTmHB9N6QQIECBAgAABAgQIECBAgAABAgQItJmAgGubNdRxCBAgQIAAAQIECBAgQIAAAQIECBAgQIAAAQIECBDoJSDgmr8X4v9FxJjSsm+88cY4//zz83cSFRMgQIAAgRYJ3HTTTXHBBRf03f2JiPhfLSrJtgQIECBAgAABAgQIECBAgAABAgQIENhFQMDVS0GAAAECBAgQIECAAAECBAgQIECAAAECBAgQIECAQDsLCLjmq7s3RMSFpSW7uTVfDVQtAQIECGRHoJ+bXBdGxEXZqVIlBAgQIECAAAECBAgQIECAAAECBAh0soCAayd339kJECBAgAABAgQIECBAgAABAgQIECBAgAABAgQItL/A9ojYt+SYsyNiQfsfO5cn/JuIeKi08rPPPju+9rWv5fIwiiZAgAABAlkQOOecc+KWW27pW8r4iPh2FupTAwECBAgQIECAAAECBAgQIECAAAECnS0g4NrZ/Xd6AgQIECBAgAABAgQIECBAgAABAgQIECBAgAABAu0uIOCanw5/JyI+UCz30EMPjSeffDJ2283H2vlpoUoJECBAIGsC3d3dcdhhh8VTTz1VWtp3I+KDWatVPQQIECBAgAABAgQIECBAgAABAgQIdJ6ATwI7r+dOTIAAAQIECBAgQIAAAQIECBAgQIAAAQIECBAgQKCTBARc89Htj0fEqtJS161bFxMnTsxH9aokQIAAAQIZFli/fn0cf/zxfSucFhFfz3DZSiNAgAABAgQIECBAgAABAgQIECBAoAMEBFw7oMmOSIAAAQIECBAgQIAAAQIECBAgQIAAAQIECBAgQKCDBQRc89H8Xre3Tp8+PZYvX56PylVJgAABAgRyIDBjxoxYsWJFaaVucc1B35RIgAABAgQIECBAgAABAgQIECBAoN0FBFzbvcPOR4AAAQIECBAgQIAAAQIECBAgQIAAAQIECBAgQKCzBQRcs9//v4qIjaVl/uAHP4jDDz88+5WrkAABAgQI5ERg06ZNccQRR/StdmxEfC8nR1AmAQIECBAgQIAAAQIECBAgQIAAAQJtKCDg2oZNdSQCBAgQIECAAAECBAgQIECAAAECBAgQIECAAAECBHoEBFyz/zLcEBEXFsucNGlSrFmzJvtVq5AAAQIECORMYPLkybF27drSqhdGxEU5O4ZyCRAgQIAAAQIECBAgQIAAAQIECBBoIwEB1zZqpqMQIECAAAECBAgQIECAAAECBAgQIECAAAECBAgQILCLgIBr9l+KX0bEqGKZd911V5x44onZr1qFBAgQIEAgZwJ33313nHTSSaVVb42Ig3J2DOUSIECAAAECBAgQIECAAAECBAgQINBGAgKubdRMRyFAgAABAgQIECBAgAABAgQIECBAgAABAgQIECBAYBcBAddsvxRdEfHDYol77rlnvPzyy7Hbbj7KznbbVEeAAAECeRTo7u6OvffeO1599dXS8t8bEZvzeB41EyBAgAABAgQIECBAgAABAgQIECCQfwGfCua/h05AgAABAgQIECBAgAABAgQIECBAgAABAgQIECBAgED/AgKu2X47/ndELCqWOGnSpFizZk22K1YdAQIECBDIscDkyZNj7dq1pSc4LyL+T46PpHQCBAggfPVUAAAgAElEQVQQIECAAAECBAgQIECAAAECBHIsIOCa4+YpnQABAgQIECBAgAABAgQIECBAgAABAgQIECBAgACBigICrhWJWjrglog4q1jB/Pnz41Of+lRLC7I5AQIECBBoZ4Frrrkm5syZU3rEJRFxdjuf2dkIECBAgAABAgQIECBAgAABAgQIEMiugIBrdnujMgIECBAgQIAAAQIECBAgQIAAAQIECBAgQIAAAQIEahcQcK3dsJErfCciPlDcYN26dTFx4sRG7mdtAgQIECDQ0QLr16+P448/vtTguxHxwY5GcXgCBAgQIECAAAECBAgQIECAAAECBFomIODaMnobEyBAgAABAgQIECBAgAABAgQIECBAgAABAgQIECDQBAEB1yYg17DFLyNiVHH+z372szj44INrWM5UAgQIECBAYCCBLVu2xJ//+Z+XDtkaEQdRI0CAAAECBAgQIECAAAECBAgQIECAQCsEBFxboW5PAgQIECBAgAABAgQIECBAgAABAgQIECBAgAABAgSaJSDg2izp6vZ5OSL2Kk596aWXYvjw4dWtZBYBAgQIECBQUWDHjh3x9re/vXTcKxGxd8WJBhAgQIAAAQIECBAgQIAAAQIECBAgQKABAgKuDUC1JAECBAgQIECAAAECBAgQIECAAAECBAgQIECAAAECmREQcM1MK8oW8mZE9Hxu/eabb8Zuu/kYO9stUx0BAgQI5Fmgu7s7hgwZUnqE7ojo9Y08n0/tBAgQIECAAAECBAgQIECAAAECBAjkS8Ang/nql2oJECBAgAABAgQIECBAgAABAgQIECBAgAABAgQIEBicgIDr4LyaPToJ1fQ8SejGQ4AAAQIECDRWoMz/mIR/h6yx5FYnQIAAAQIECBAgQIAAAQIECBAgQKAfAf/lpFeDAAECBAgQIECAAAECBAgQIECAAAECBAgQIECAAIF2FhBwzXZ3BVyz3R/VESBAgEAbCgi4tmFTHYkAAQIECBAgQIAAAQIECBAgQIBATgUEXHPaOGUTIECAAAECBAgQIECAAAECBAgQIECAAAECBAgQIJBKQMA1FVPLBgm4tozexgQIECDQqQICrp3aeecmQIAAAQIECBAgQIAAAQIECBAgkD0BAdfs9URFBAgQIECAAAECBAgQIECAAAECBAgQIECAAAECBAjUT0DAtX6WjVhJwLURqtYkQIAAAQIDCAi4ej0IECBAgAABAgQIECBAgAABAgQIEMiKgIBrVjqhDgIECBAgQIAAAQIECBAgQIAAAQIECBAgQIAAAQIEGiEg4NoI1fqtKeBaP0srESBAgACBVAICrqmYDCJAgAABAgQIECBAgAABAgQIECBAoAkCAq5NQLYFAQIECBAgQIAAAQIECBAgQIAAAQIECBAgQIAAAQItExBwbRl9qo0FXFMxGUSAAAECBOonIOBaP0srESBAgAABAgQIECBAgAABAgQIECBQm4CAa21+ZhMgQIAAAQIECBAgQIAAAQIECBAgQIAAAQIECBAgkG2BhyPimIgofjZ6cUQsyHbJHVWdgGtHtdthCRAgQCALAgKuWeiCGggQIECAAAECBAgQIECAAAECBAgQSAQEXL0HBAgQIECAAAECBAgQIECAAAECBAgQIECAAAECBAi0s4CAa7a7K+Ca7f6ojgABAgTaUEDAtQ2b6kgECBAgQIAAAQIECBAgQIAAAQIEciog4JrTximbAAECBAgQIECAAAECBAgQIECAAAECBAgQIECAAIFUAgKuqZhaNkjAtWX0NiZAgACBThUQcO3Uzjs3AQIECBAgQIAAAQIECBAgQIAAgewJCLhmrycqIkCAAAECBAgQIECAAAECBAgQIECAAAECBAgQIECgfgICrvWzbMRKAq6NULUmAQIECBAYQEDA1etBgAABAgQIECBAgAABAgQIECBAgEBWBARcs9IJdRAgQIAAAQIECBAgQIAAAQIECBAgQIAAAQIECBAg0AiB7RGxb8nCsyNiQSM2smZVAgKuVbGZRIAAAQIEqhcQcK3ezkwCBAgQIECAAAECBAgQIECAAAECBOorIOBaX0+rESBAgAABAgQIECBAgAABAgQIECBAgAABAgQIECCQLQEB12z1o281Aq7Z7o/qCBAgQKANBQRc27CpjkSAAAECBAgQIECAAAECBAgQIEAgpwICrjltnLIJECBAgAABAgQIECBAgAABAgQIECBAgAABAgQIEEglIOCaiqllgwRcW0ZvYwIECBDoVAEB107tvHMTIECAAAECBAgQIECAAAECBAgQyJ6AgGv2eqIiAgQIECBAgAABAgQIECBAgAABAgQIECBAgAABAgTqJyDgWj/LRqwk4NoIVWsSIECAAIEBBARcvR4ECBAgQIAAAQIECBAgQIAAAQIECGRFQMA1K51QBwECBAgQIECAAAECBAgQIECAAAECBAgQIECAAAECjRAQcG2Eav3WFHCtn6WVCBAgQIBAKgEB11RMBhEgQIAAAQIECBAgQIAAAQIECBAg0AQBAdcmINuCAAECBAgQIECAAAECBAgQIECAAAECBAgQIECAAIGWCQi4tow+1cYCrqmYDCJAgAABAvUTEHCtn6WVCBAgQIAAAQIECBAgQIAAAQIECBCoTUDAtTY/swkQIECAAAECBAgQIECAAAECBAgQIECAAAECBAgQyLaAgGu2+yPgmu3+qI4AAQIE2lBAwLUNm+pIBAgQIECAAAECBAgQIECAAAECBHIqIOCa08YpmwABAgQIECBAgAABAgQIECBAgAABAgQIECBAgACBVAICrqmYWjZIwLVl9DYmQIAAgU4VEHDt1M47NwECBAgQIECAAAECBAgQIECAAIHsCQi4Zq8nKiJAgAABAgQIECBAgAABAgQIECBAgAABAgQIECBAoH4CAq71s2zESgKujVC1JgECBAgQGEBAwNXrQYAAAQIECBAgQIAAAQIECBAgQIBAVgQEXLPSCXUQIECAAAECBAgQIECAAAECBAgQIECAAAECBAgQINAIAQHXRqjWb00B1/pZWokAAQIECKQSEHBNxWQQAQIECBAgQIAAAQIECBAgQIAAAQJNEBBwbQKyLQgQIECAAAECBAgQIECAAAECBAgQIECAAAECBAgQaJmAgGvL6FNtLOCaiskgAgQIECBQPwEB1/pZWokAAQIECBAgQIAAAQIECBAgQIAAgdoEBFxr8zObAAECBAgQIECAAAECBAgQIECAAAECBAgQIECAAIFsCwi4Zrs/Aq7Z7o/qCBAgQKANBQRc27CpjkSAAAECBAgQIECAAAECBAgQIEAgpwICrjltnLIJECBAgAABAgQIECBAgAABAgQIECBAgAABAgQIEEgl8HBEHBMRxc9GL46IBalmGtQMAQHXZijbgwABAgQIlAgIuHodCBAgQIAAAQIECBAgQIAAAQIECBDIioCAa1Y6oQ4CBAgQIECAAAECBAgQIECAAAECBAgQIECAAAECBBohIODaCNX6rSngWj9LKxEgQIAAgVQCAq6pmAwiQIAAAQIECBAgQIAAAQIECBAgQKAJAgKuTUC2BQECBAgQIECAAAECBAgQIECAAAECBAgQIECAAAECLRMQcG0ZfaqNBVxTMRlEgAABAgTqJyDgWj9LKxEgQIAAAQIECBAgQIAAAQIECBAgUJuAgGttfmYTIECAAAECBAgQIECAAAECBAgQIECAAAECBAgQIJBtAQHXbPdHwDXb/VEdAQIECLShgIBrGzbVkQgQIECAAAECBAgQIECAAAECBAjkVEDANaeNUzYBAgQIECBAgAABAgQIECBAgAABAgQIECBAgAABAqkEtkfEviUjZ0fEglQzDWqGgIBrM5TtQYAAAQIESgQEXL0OBAgQIECAAAECBAgQIECAAAECBAhkRUDANSudUAcBAgQIECBAgAABAgQIECBAgAABAgQIECBAgAABAo0QEHBthGr91hRwrZ+llQgQIECAQCoBAddUTAYRIECAAAECBAgQIECAAAECBAgQINAEAQHXJiDbggABAgQIECBAgAABAgQIECBAgAABAgQIECBAgACBlgkIuLaMPtXGAq6pmAwiQKA/gQceeCDe+ta3xnve857Yb7/9okxwr2543d3d8dJLL8Xvf//7XmsOGTIkhg8fHm95y1vqtpeFCDRSQMC1kbrWJkCAAAECBAgQIECAAAECBAgQIEBgMAICroPRMpYAAQIECBAgQIAAAQIECBAgQIAAAQIECBAgQIAAgbwJCLhmu2MCrtnuj+oIZFpgx44dcf7558eyZcsKdY4aNSrmz58fJ598ckPqfvTRR+P000+PrVu39lr/C1/4QsyZMydXAdek5s9+9rO9zrFhw4YYN25cQ+wsmi0BAdds9UM1BAgQIECAAAECBAgQIECAAAECBDpZQMC1k7vv7AQIECBAgAABAgQIECBAgAABAgQIECBAgAABAgTaX0DANds9FnDNdn9URyDTAknQdPr06bFx48ZCnQcccEDce++9MWbMmLrX/fzzz8dZZ50V3/rWt3ZZ+9prr41LLrkkhg4dWvd9G7WggGujZPOxroBrPvqkSgIECBAgQIAAAQIECBAgQIAAAQKdICDg2glddkYCBAgQIECAAAECBAgQIECAAAECBAgQIECAAAECnSsg4Jrt3gu4Zrs/qiOQaYF/+Zd/iWOPPTaSm1yTZ+LEiYXbXPfff/+61v3KK6/E5ZdfHosWLSq7bnJz7O233x5HH310Xfdt5GICro3Uzf7aAq7Z75EKCRAgQIAAAQIECBAgQIAAAQIECHSKgIBrp3TaOQkQIECAAAECBAgQIECAAAECBAgQIECAAAECBAh0poCAa7b7LuCa7f6ojkCmBRYvXhznnntuT42zZ8+O+fPnx9ve9ra61f373/8+rrvuupgzZ86Aa374wx+OJUuWxMiRI+u2dyMXEnBtpG721xZwzX6PVEiAAAECBAgQIECAAAECBAgQIECgUwQEXDul085JgAABAgQIECBAgAABAgQIECBAgAABAgQIECBAoDMFBFyz3XcB12z3R3UEMivwxhtvFEKn119/fU+Nd9xxR8yYMaNuNXd3d8edd95ZCNEWb4lNFj/yyCNj5syZce2118bWrVt79jvvvPMK39trr73qVkOjFhJwbZRsPtYVcM1Hn1RJgAABAgQIECBAgAABAgQIECBAoBMEBFw7ocvOSIAAAQIECBAgQIAAAQIECBAgQIAAAQIECBAgQKBzBQRcs917Adds90d1BDIr8MILL8Rpp50W69evL9R48MEHx9133x2HHXZY3Wp+9NFH4/TTT+8VYh01alTcfvvt8cEPfjAWLlwYF198ca/9khtkL7300njLW95StzqSMO8999wTzz77bM+a++yzT5x66qmx9957V7VPvQOuzz//fKxcuTJef/31nnoOPPDAmDp1al1v1K3qsCbtIiDg6qUgQIAAAQIECBAgQIAAAQIECBAgQCArAgKuWemEOggQIECAAAECBAgQIECAAAECBAgQIECAAAECBAgQaISAgGsjVOu3poBr/SxrWumnP/1pTJs2LTZv3txrnXrfiFlcvJb9fvvb3xZu6bzvvvtqOnMy+fDDD48/+ZM/iXe+853xl3/5l3HEEUfEe97znrrewFkuSFha+MSJE2PZsmWx//7713ye/ha49dZb46yzzup3/Q0bNsS4ceMq7r98+fJCqLL06erqilWrVsXo0aMrzq/ngCeffDJOPPHE2LJlS2HZD3/4wwXHd7zjHXXZply4dfjw4XHzzTfHKaecEklA8JVXXonLL788Fi1a1LNn3zH1KOa1116L2bNnx+LFi3uWO+644yLpx4gRI6raot4B13K/07NmzSrcsDts2LCqajSpcQICro2ztTIBAgQIECBAgAABAgQIECBAgAABAoMTEHAdnJfRBAgQIECAAAECBAgQIECAAAECBAgQIECAAAECBAjkS0DANdv9EnDNSH9qCZxWc4Ra9qtnwLVc7UlAccqUKXHRRRfFe9/73hgyZEg1R+yZUyngmuy3bt26VAHTagpJQpgXXHBB3Hbbbf1Oz2PANQnVnnzyyT1nuuKKKyKxHjp0aDVMveZ85zvfiXPOOSeS97T49Bdcffrpp+Pv/u7v4vHHH684ttrCBFyrlTOvPwEBV+8GAQIECBAgQIAAAQIECBAgQIAAAQJZERBwzUon1EGAAAECBAgQIECAAAECBAgQIECAAAECBAgQIECAQCMEBFx3VT0oIn7ZCOwq1hRwrQKtEVNqCZxWU08t+zU64Fp6npkzZ8a8efPioIOSX5vqnkoB12TVZMyVV15ZuBW03k/fm07LrZ/VgOsbb7wR99xzTzz77LO7lJ2EUP/5n/+55/vJzbKHHnpoRb7dd9+9EIwdOXLkLmO7u7sjubn13HPP7RVuTQbOnz8/Lr300njLW96yy7xyt73ut99+cdNNNxVuRq61rwKuFdtqwCAFBFwHCWY4AQIECBAgQIAAAQIECBAgQIAAAQINE6j/JyMNK9XCBAgQIECAAAECBAgQIECAAAECBAgQIECAAAECBAgQGLTAwxFxTEQUPxu9OCIWDHqV9pqQXOOYBEvnZSDoKuCakXerlsBpNUeoZb9mBlyTs40aNSq+9KUvxdSpU6u6zTVNwHXixImxbNmy2H///avhHHDO4sWLC4HNgZ6sBlzLBTtrBerq6ork9tfRo0f3WioJt65evTouueSS2Lp1a6+f/eM//mPh+0k4ttyTzL3zzjsLzjt27OgZktz6ev3118fpp59eNhib9iwCrmmljEsrIOCaVso4AgQIECBAgAABAgQIECBAgAABAgQaLSDg2mhh6xMgQIAAAQIECBAgQIAAAQIECBAgQIAAAQIECBAg0EoBAddd9ZOrKH8YEftERBJ2bWXQVcC1lb8dJXvXEjit5gi17NfsgGtyviSomIQckwBjuRs8BzJIE3BN1l+3bl2MGzeuGs5+5yRhy/PPP78Qnh3o6fSA6+9///u4/fbbY/bs2b0CqonZ5z73ubj88stj2LBhAxq++eabsWLFijjvvPOqXqO/DQRc6/prYbHkf/Vj19ui/Ttk3gwCBAgQIECAAAECBAgQIECAAAECBFoi4L+cbAm7TQkQIECAAAECBAgQIECAAAECBAgQIECAAAECBAgQaJKAgGt56M9FxNySH7Uq6Crg2qRfhErb1BI4rbR2uZ/Xsl9/AdfPf/7zcdVVV6UuJwk1JgHQF198MX74wx/GfffdF3fddVf813/9V9k1khDqzTffHKecckq5cFi/+6YJuCaTk3FXXnnloNaudNgnnngiPvrRj8a2bdsGHNrJAdfkHUjCy/Pnz9/FKG24tTgxeaeSd+TTn/70LiHXKVOmFG5zTW4EHuwj4DpYMeMrCQi4VhLycwIECBAgQIAAAQIECBAgQIAAAQIEmiUg4NosafsQIECAAAECBAgQIECAAAECBAgQIECAAAECBAgQINAKAQHX8ur7RsQv/3iLa+mIZgddBVxb8VtRZs9aAqfVHKGW/eoVcC1X90svvRS33npr/MM//EPZoGsSTkxu+jz66KNTH7tcwPVP//RPIwktJuHK4jNhwoRYunRpHHDAAanXrjQwCVRecskllYZFVgOu3d3dkfQkCY4Wn507d8bVV18dCxYs6Pne6tWr4wMf+EDFcyYDhgwZUriRN7mJ9xe/+EVcdtllkcwvfZKff+Yzn4mLLroodt9991TrFgcNFHIdPXp04d064YQTCnWkfQRc00oZl1ZAwDWtlHEECBAgQIAAAQIECBAgQIAAAQIECDRaQMC10cLWJ0CAAAECBAgQIECAAAECBAgQIECAAAECBAgQIECglQLbIyIJcxaf2RHxP6moVlbW+r373uJaWlGzgq4Crq1/DwoV1BI4reYItezXyIBrcpYkVLlx48Y4//zzY/Pmzbsc78Mf/nAsWbIkRo4cmero5QKuJ554YiG0+c1vfrNnjSRUmQQtx48fn2rdSoO2b98eZ555Zq/w5sc//vF4+umn40c/+lGv6VkNuJY74+9+97s466yz4u677y78eOzYsbFixYpB3Yz65ptvxrp16+LSSy8tvPulT9KHJBh8+umnF0Kw1TzJ+itXroxPfOITZYPSM2fOjHnz5sVBBx2UankB11RMBg1CQMB1EFiGEiBAgAABAgQIECBAgAABAgQIECDQUAEB14byWpwAAQIECBAgQIAAAQIECBAgQIAAAQIECBAgQIAAgRYLCLj234D+bnEtndHooKuAa4t/QYrb1xI4reYItezX6IBr8TyPPvpoIeS4devWXY6Y3B564YUXRpmQ2C5jywVcZ82aFUcccUQk/1n6XHXVVTF37twYOnRoNay95nz/+9+Pj33sY7Ft27bC95ObYb/4xS/GDTfcsEtwN08B1yeffDKSgPCWLVsK50oMk0DqsGHDUpn95je/iWuvvTa+/OUvpxpfy6AkLJvU9etf/3qXZfbbb7+YM2dO/P3f/32MGDFiwG0EXGvpgrnlBARcvRcECBAgQIAAAQIECBAgQIAAAQIECGRFQMA1K51QBwECBAgQIECAAAECBAgQIECAAAECBAgQIECAAAECjRAQcB1YdaBbXEtnNiroKuDaiLe+ijVrCZxWsV1NN8Y2K+Ca3OR65513xrnnnhs7duzodcwjjzyy8LN3vetdFY/fX8A1WfeMM87oFTadMGFCLF26tBBGreVJak9Cn8kNpcUnCYVedtllhUBo35tp8xRwXbVqVZx88sk957r55pt3CQqXs0tuVf32t78dn/70p+Nf//VfdxnS1dVVCM4mIeN6Pccdd1x85jOfieQduP/++8sumwRdZ8+eHeedd14k/3e5R8C1Xh2xTlFAwNW7QIAAAQIECBAgQIAAAQIECBAgQIBAVgQEXLPSCXUQIECAAAECBAgQIECAAAECBAgQIECAAAECBAgQINAIAQHXgVXT3OJaukK9g64Cro1466tYU8C1PNrrr78eV155ZVx33XW7DFiyZEmceeaZFbX7C7gmt6kmay9evLhnjeTGz9WrV8f48eMrrjvQgO3btxdqS9YqPl/5ylfib//2b2PatGm5Dbju3LmzEEC9+uqrC8dKgsD33ntvjBkzZkCvX/3qV4WgaRIeLvdMmTKlEAj+93//9zjqqKNqsi+dnARcly9fHm9729ti/vz58dWvfnWXsHQyPgm3JrfK7rXXXmX3FnCtW0ss9EcBAVevAgECBAgQIECAAAECBAgQIECAAAECWREQcM1KJ9RBgAABAgQIECBAgAABAgQIECBAgAABAgQIECBAgEAjBB6OiGMiovjZ6MURsaARG+V4zbS3uJYe8ZGImBcRyX/W8gi41qJXx7kCrv1j/vjHP46TTjopnn766V6DklDkrbfeGu94xzsG7ER/AdckUPmNb3wjTj311F7zkwDn3LlzY+jQoVV3+LHHHovjjz++J0x58MEHx9133x277757rgOuL7zwQpx22mmxfv36gs3EiRNj2bJlhR786Ec/ihdffLHw/T322CMOP/zwwnmT5z//8z8Lt7yuWbOml2kSKP7kJz8Zl1xySSFc+sQTTxRueK3Xc+CBBxaCq0l9yQ2y69atK9yqm/y+FZ9x48bFHXfcEQcddFC/2wq41qsj1ikKCLh6FwgQIECAAAECBAgQIECAAAECBAgQyIqAgGtWOqEOAgQIECBAgAABAgQIECBAgAABAgQIECBAgAABAgQaISDgWll1sLe4lq5Ya9BVwLVyf5oyQsC1f+a+t4YWR6a9PXSggOuzzz67S+B0woQJhZtGk/Wrebq7uyO5HTYJyhafJBR60003xXPPPZfrgGsSQP3oRz8a27ZtKxztiiuuiMT3jTfeiNmzZ/fchlu8OXXEiBE9Bn1DrqNHjy7czJsEgYcMGVINdVVzfvOb3xT2XbRoUey3335x++23x9FHHz3gWgKuVVGbNICAgKvXgwABAgQIECBAgAABAgQIECBAgACBrAgIuGalE+ogQIAAAQIECBAgQIAAAQIECBAgQIAAAQIECBAgQKARAgKu6VSrucW1dOVqg64Crun60/BRAq4DEz/wwANx7LHH7jLo5ptvLtwMOtAzUMA1CVZefvnlsXDhwp4lkltFV69eHePHj6+q731vOU0WWbJkSZx55pmFm0OnTZsWmzdv7rX2hg0bIrlJtNKzfPnyXW6c7erqilWrVkUSGG30s3jx4jj33HN7tkluZJ00aVL0DYCWC7gmk5JbeE855ZQYM2ZMIQQ8cuTIRpdcdv0khLxp06Z46qmnYsaMGRVv6xVwbUmb2npTAde2bq/DESBAgAABAgQIECBAgAABAgQIEMiVgIBrrtqlWAIECBAgQIAAAQIECBAgQIAAAQIECBAgQIAAAQIEBikg4JoOrJZbXEt3GGzQVcA1XX8aPkrAdWDirVu3xvTp02Pjxo29Bp533nmF2zj32GOPfhcYKOA6bNiw+MY3vhFTp07tNT+5fXXu3LkVg4/lNn3ooYdiypQpsWPHjsKPDznkkLjrrrviL/7iL3IdcO0b8iwN1qYNuCbB0uQW2+R23Gbe2lrrL7CAa62C5vcVEHD1ThAgQIAAAQIECBAgQIAAAQIECBAgkBUBAdesdEIdBAgQIECAAAECBAgQIECAAAECBAgQIECAAAECBAg0QkDANb1qrbe4lu6UNugq4Jq+Pw0dKeA6MG8SFj3//PNj2bJlvQb2d1No6aBKAddnnnmmcKvo448/3jNtwoQJsXTp0kIQczDPzp07Y968eZHsWXzOOOOMuPHGG2OvvfbKdcC1r1PpudIGXAdjWe+xL7/8ctxxxx3xu9/9rrD0PvvsU7gNd++99664lYBrRSIDBikg4DpIMMMJECBAgAABAgQIECBAgAABAgQIEGiYgIBrw2gtTIAAAQIECBAgQIAAAQIECBAgQDpEgmMAACAASURBVIAAAQIECBAgQIBABgQEXNM3oV63uJbuWCnoKuCavj8NHSngOjBvcvNnEhxN/il9Sm8R7W+FSgHX119/PS6//PJYuHBhzxLDhw+P1atXx/jx4wfV923btsXMmTPjwQcf7JmXhCpnzJhR+Lq/Pm/YsCHGjRtXca/ly5cXQpmDNai4cIoBa9eujcmTJ/eMvPnmm2PWrFmFrwcbcN2yZUvh5txqnt133z1OPvnkGDly5KCm//a3vy304b777ivMSxOOLm5QLuA6qM1bNDjpz/XXXx/JTcWebAkIuGarH6ohQIAAAQIECBAgQIAAAQIECBAg0MkCAq6d3H1nJ0CAAAECBAgQIECAAAECBAgQIECAAAECBAgQIND+AgKug+txPW9xLd25v6CrgOvg+tOw0QKulWkXL14c5557bq+BSRD1/vvvj/e///39LlAp4JpMTMKWU6dO7bXGVVddFXPnzo2hQ4dWLu6PIx566KGYMmVKJDfOJk/fAG5eA67JzbSJx9VXX104V3Kz7b333htjxowpfD3YgOtjjz0WRx11VGrX0oFpQs3lFhZwrYrbpAYJCLg2CNayBAgQIECAAAECBAgQIECAAAECBAgMWkDAddBkJhAgQIAAAQIECBAgQIAAAQIECBAgQIAAAQIECBAgkCMBAdfBNasRt7iWVtA36CrgOrj+NGx0f8HHhm3Yz8Klt432t3ffoGBx3Oc///lCCLJRT7nbS5O9Kt1+mibg+swzz8Qpp5wSjz/+eE/5EyZMiKVLlxbCnGmeviHQZM6FF14Y1157bSS3jiZPXgOuzz33XOH200ceSf4IiZg4cWIsW7Ys9t9//8LXrQ64bt++vXAL77PPPluo533ve19ceeWVsccee/S0TsA1zVtsTLMEBFybJW0fAgQIECBAgAABAgQIECBAgAABAgQqCQi4VhLycwIECBAgQIAAAQIECBAgQIAAAQIECBAgQIAAAQIE8iywPSKS0Gbx2RwRv/vjF8nnpX3/SX7UyO8XP6Nt5B79nSHt3kP+aNDIvheDrkkAuefp7u6Vd23k/tbuIyDgWvmVWLt2bUyePHmXgStXroxp06b1u0CagOvrr79eCEguXLiwZ53kdtjVq1fH+PHjKxcXEX1DoMmke+65J0444YSe+XkNuPa9mTYxTQKkxZBeqwOufcOrs2bNiuuvvz6GDRvWYy/gmuo1NqhJAgKuTYK2DQECBAgQIECAAAECBAgQIECAAAECFQUEXCsSGUCAAAECBAgQIECAAAECBAgQIECAAAECBAgQIECAQI4F+gZcc3yU9i9dwLV1PRZwrWz/2GOPxVFHHbXLwEq3zqYJuCaLlgvQJjfSzp07N4YOHVqxwAceeCCOPfbYnnFHHnlk3HnnnfGud72r53t5DLgmN9POmzcvEsfic//998eHPvShnq9rDbhWuoW39Pberq6uWLVqVYwePbpn/0YHXBODH/3oR/Hiiy9WfA/SDlixYkXccsstvYYvWrQoDjnkkLRL9Br3H//xH4U+bdmypef75YK+VS1uUt0FBFzrTmpBAgQIECBAgAABAgQIECBAgAABAgSqFBBwrRLONAIECBAgQIAAAQIECBAgQIAAAQIECBAgQIAAAQIEciEg4JqLNv2hSAHX1jVLwLWyfaMDrlu3bo3p06fHxo0be4qZMGFCLF26NA444IABC3zjjTdizpw5hVtDi8/s2bNj/vz58ba3va3ne3kMuG7bti1mzpwZDz74YOEcY8eOjSScOWrUqJ5ztXvAtfLbOfgR5YLXlYK+A+1S7t0ScB18X5o1Q8C1WdL2IUCAAAECBAgQIECAAAECBAgQIECgkoCAayUhPydAgAABAgQIECBAgAABAgQIECBAgAABAgQIECBAIM8CAq7Z7N6jEfG5iHi4tDwB19Y1S8C1sv13vvOdOProo3cZWK8bXMuFVIcPHx6rV6+O8ePHD1hguXDsmjVrYtKkSb3m5THg2rfmJNh68MEHx5AhQ3rO9uabbxZuDk0ckme//faL5KbVt771rb3O/5GPfCQ+8YlPRN+wcqVgZ6tvcK38dg5+RL0Drs8//3ysXLkyXn/99Z5iDjzwwJg6dWqvkPXgKzWjEQICro1QtSYBAgQIECBAgAABAgQIECBAgAABAtUICLhWo2YOAQIECBAgQIAAAQIECBAgQIAAAQIECBAgQIAAAQJ5EdgUEe8tKfbCiPjBH7/uTi4NLfkn+fZAXyc/6zum3PfSjKnnvHquldS+JSIOalCDi8HWR0ose7YScG2Qeopl+ws+Vgpvpli67JBa9vvtb38bM2bMiPvuu6/X2p///OfjqquuqrakivNKQ46lg++///740Ic+1O/8ckHC/m62XLt2bUyePLnXWsmZ5s6dG0OHDu13j77zjjnmmEjqfec739lrTjsEXCs2aoABxXdEwDWi3gHXWvpibvMFBFybb25HAgQIECBAgAABAgQIECBAgAABAgTKCwi4ejMIECBAgAABAgQIECBAgAABAgQIECBAgAABAgQIEGhngeSG0GNKDvjXEVEMV7bzuas92xkR8U/VTh5gXt9ga3FoMZxb+FrAtQHyKZesJXCacotew2rZL2sB10q3fw4m4FruJtYJEybE0qVL44ADDihLndyYefnll8fChQt7fn7FFVcUAox9Q7ECrn8IQQu4CrhW8+dWO80RcG2nbjoLAQIECBAgQIAAAQIECBAgQIAAgXwLCLjmu3+qJ0CAAAECBAgQIECAAAECBAgQIECAAAECBAgQIEBgYAEB18G9Ic/U+fbW/oKtxaoEXAfXn4aNriVwWk1RtezXqoBruaDqwQcfHHfffXccdthh/TIMJuC6c+fOQgDz6quv7llv+PDhsXr16hg/fnzZPZ555pk45ZRT4vHHHy/8fKDxAq7lA66LFi2KQw45pN8ePvLIIzFv3rzCz7u6umLVqlUxevTonvF938lyN/T2HXPccccVbtkdMWJENb9CNc9xg2vNhLleQMA11+1TPAECBAgQIECAAAECBAgQIECAAIG2EhBwbat2OgwBAgQIECBAgAABAgQIECBAgAABAgQIECBAgAABAn0EBFzTvxL1vL21UrC1WJWAa/r+NHRkLYHTagqrZb9WBFz/+7//Oy699NJIgpClz9ixY2PFihUxatSofhkGE3BNFnnggQfi2GOP7bVeEnqdO3fuLjeyJoO+8Y1vxNSpU3vGD3Tjax4Drmner9deey1mz54dixcvLgyvFB7te4Nrmj2KY5odcE3O9uqrr/Yqcc8994xhw4YNpuxdxjYq4Nqoems6rMm7CAi4eikIECBAgAABAgQIECBAgAABAgQIEMiKgIBrVjqhDgIECBAgQIAAAQIECBAgQIAAAQIECBAgQIAAAQIEGiEg4JpetR63t6YNtharEnBN35+GjqwlcFpNYbXs14qA6/bt2+O0006Lb33rW72Oe+KJJ8aSJUtin3326ZdhsAHX5557LmbMmBHJraHFp7/Qat9gZzJ+oDCsgOsfRPMUcE1ueT311FN7vV933HFH4R2p5WlUwLVR9dZyVnN3FRBw9VYQIECAAAECBAgQIECAAAECBAgQIJAVAQHXrHRCHQQIECBAgAABAgQIECBAgAABAgQIECBAgAABAgQINEJAwDWdaq23tw422FqsSsA1XX8aPqqWwGk1xdWyXysCrk8++WQkYdYtW7b0Ou4VV1wRSVBw6NCh/TIMNuC6c+fOQkj16quv7llz+PDhsXr16hg/fnyvffo6JuPWrVsX48aNK1uPgOsfWARco/Defvazn+31nmzYsKHfdyft77mAa1qp1o4TcG2tv90JECBAgAABAgQIECBAgAABAgQIEPgfAQFXbwMBAgQIECBAgAABAgQIECBAgAABAgQIECBAgAABAu0sIOCarrvV3t5abbC1WJWAa7r+NHxULYHTaoqrZb9WBFzLhfaSc69ZsyYmTZo0IMFgA67JYg888EAce+yxvdYtdzNr37omTpwYy5Yti/33379sTQKuf2DpG3CtFOwsde7q6opVq1bF6NGje4z7vpOzZs2K66+/PoYNG9bvmOOOOy6SdUeMGDHg+9OowKiAazV/crXPHAHX9umlkxAgQIAAAQIECBAgQIAAAQIECBDIu4CAa947qH4CBAgQIECAAAECBAgQIECAAAECBAgQIECAAAECBAYSEHCt/H5Uc3trrcHWYlUCrpX705QRtQROqymwlv2aHXB95ZVX4oILLojbbrut11HLBR3LWVQTcN22bVvMnDkzHnzwwZ4lJ0yYEEuXLo0DDjig8L1ydV133XUxe/bsKBNeK8wRcP0Dp4CrG1yr+XOrneYIuLZTN52FAAECBAgQIECAAAECBAgQIECAQL4FBFzz3T/VEyBAgAABAgQIECBAgAABAgQIECBAgAABAgQIECAwsICAa+U3ZDC3t9Yr2FqsSsC1cn+aMqKWwGk1BdayX7MDrt///vfjYx/7WCSh09LnwgsvjGuvvTZ23333AQmqCbju3Lkz5s2bF8nc4jN8+PBYt25djBs3rvCtH//4x3HSSSfF008/Xfg6Cb5+85vfjPe973391iPg+gcaAVcB12r+3GqnOQKu7dRNZyFAgAABAgQIECBAgAABAgQIECCQbwEB13z3T/UECBAgQIAAAQIECBAgQIAAAQIECBAgQIAAAQIECAwsIOA6sE/a21s3R8TFEfFInV84Adc6g1a7XC2B02r2rGW/ZgZcX3vttcKNqIsXL97lmPfcc0+ccMIJFY9fTcA1WfShhx6KKVOmxI4dO3r2SNa68sorCze03nrrrXHWWWf1/CwZm3zvHe94R781Cbj+gUbAVcC14i9umw8QcG3zBjseAQIECBAgQIAAAQIECBAgQIAAgRwJCLjmqFlKJUCAAAECBAgQIECAAAECBAgQIECAAAECBAgQIEBg0AICrgOTVbq9dWtEfC4ibhu0fLoJAq7pnBo+qpbAaTXF1bJfMwOuK1eujHPOOadXyDQ5b5owadGl2oBrcmPszJkz48EHH+whnjhxYixbtiyGDRsWF1xwQdx22//8al533XWFMG6Z4FrP/E4LuCa33m7fvj3+7d/+LX7yk5/Eli1bYtq0afHqq6/GUUcd1eOyYcOGnptxy73Py5cvj1NPPbXwo66urli1alWMHj26Z2jfd3LWrFlx/fXXF/pUfPqOOe644yJZd8SIEQP+CpXuXRx4xx13xIwZM6r51euZU+69rOSQZsNG1Ztmb2PSCwi4prcykgABAgQIECBAgAABAgQIECBAgACBxgoIuDbW1+oECBAgQIAAAQIECBAgQIAAAQIECBAgQIAAAQIECLRWQMC1f/+Bbm9tdLC1WJWAa2t/P3p2ryVwWs0RatmvWQHXp556qnBD6uOPP77LEQcTMKw24Lpz586YN29eJPOLTxLYXLduXey7775x0kknxdNPP1340QEHHBD33ntvjBkzZsB2tFvAtbu7O1566aVI3ok5c+bEXXfdVTh/4pSES3/961/38iiGU1944YVeAddFixbFIYcc0q/dI488UuhF8gi4DvwbL+BazZ+IzZ8j4Np8czsSIECAAAECBAgQIECAAAECBAgQIFBeQMDVm0GAAAECBAgQIECAAAECBAgQIECAAAECBAgQIECAQDsLCLj2391yt7c2K9harErANSO/fbUETqs5Qi37NTrgmoQmN27cGOeff35s3rx5l+Mlt6p+9atfjbe//e2pjl5twDVZ/KGHHircFrtjx46evZKbWvfZZ59C+Lb4nHjiibFkyZLC9wd68hZwffPNNws3sP7iF7+IF198MZLQcdL/H/7wh/Hcc8/Fpk2bUvWgOGjChAmxYsWK+NnPftYr4DqYRQRcB9YScB3M29S6sQKurbO3MwECBAgQIECAAAECBAgQIECAAAECvQUEXL0RBAgQIECAAAECBAgQIECAAAECBAgQIECAAAECBAi0s4CAa/nu9r29tdnB1mJVAq4Z+e2rJXBazRFq2a+RAddt27bFDTfcEMmNnqWh0uIZjzzyyPinf/qnAW/77OtRS8A1uWn0tNNOi/Xr1/cs+9d//deFG0rXrl3b872bb745Zs2aVbEVeQu4JuHW5Pzf+ta3Kp4tzYDjjjsukgDmT37yEwHXL3whPvvZz/Zi27BhQ4wbNy4NZb9jBFxr4mvaZAHXplHbiAABAgQIECBAgAABAgQIECBAgACBCgICrl4RAgQIECBAgAABAgQIECBAgAABAgQIECBAgAABAgTaWUDAtXx3i7e3tirYWqxKwDUjv321BE6rOUIt+9Ur4PrGG28UQqy/+tWv4vHHHy+ESJMbU8sFW5Mzjho1Km6//fY4+uijB3XkWgKuyW2yX/ziF+Oqq67qd8+DDz447r777jjssMMq1pW3gOtrr70Ws2fPjsWLF1c8W98B++23XyS3rR5yyCHxZ3/2Z3HooYfGgQceGInX9773vV4B1/e///0D3sj7m9/8pue2WDe4DtwKAddBv6otmSDg2hJ2mxIgQIAAAQIECBAgQIAAAQIECBAgUEZAwNVrQYAAAQIECBAgQIAAAQIECBAgQIAAAQIECBAgQIBAOwsIuO7a3eT21s/98Z/bWtx8AdcWN6C4fS2B02qOUMt+/QVcq6kj7Zwk3PqVr3wlpkyZEmWCYQMuU0vANVn4sccei+OPP77f4O0ZZ5wRN954Y+y1114Vj5O3gGtyoHJ+pQdNwqnvfve745e//GXBKnmKN7WOGDGirEky7qijjur5WaWbS0tDmwKuA79mAq4Vfw0zMUDANRNtUAQBAgQIECBAgAABAgQIECBAgAABAhEh4Oo1IECAAAECBAgQIECAAAECBAgQIECAAAECBAgQIECgnQUEXHft7jER8UhGmi7gmpFG1BI4reYItezX7IBrEmi86aab4v+zd0chel5lAsefDFgxJgZxhVxoFdQGazBNWi9M1QtXNIXdRGyrpTFemI11a7QWlQa1sDfBFIWi1C4x2StjaaxFEovNhStSadWyNhvJzSqC7oUKBsRkjKCSWeZzEybJZOYk3/nOd855fwFxad8573N+z7vsRfjvbN68+arj1nmbcQPXU6dOxY4dO0a/YXaxPwcPHoydO3cmraHFwHU+mPzc5z4Xb3rTm2Ljxo1x4403jv4zHx2vWbMmZmZm4tLf9Fo6cJ2dnY1Dhw7FH//4x9Ee5n9T7O233x7XXXfdhb1c+t0uN+P5H5xUMLrYd7lc6JvykU1q3pR3eyZdQOCabuVJAgQIECBAgAABAgQIECBAgAABAgQmKyBwnayv0wkQIECAAAECBAgQIECAAAECBAgQIECAAAECBAgQmK6AwHW6/su9XeC6nFChfz9OcHotI47zvlKB6+rVq+Pee++NT33qU/HKV77yWq45+plxA9e5ubnYu3dvPPjgg5fN8MY3vjGeeOKJUfyZ8qfFwDXlXtMOXFNmFLhuT2HyTCEBgWshaK8hQIAAAQIECBAgQIAAAQIECBAgQGBZAYHrskQeIECAAAECBAgQIECAAAECBAgQIECAAAECBAgQIECgYQGBa93LE7hWsp9xgtNrucI475t04Lpu3br44Ac/GB/60IdGv4lz3D/jBq7z73/++efjve99b/z2t7+9aJx77rknHn744XjJS16SNKbA9e9Mzz77bLztbW+7YLbcby5d+FtJ53+j7+HDh2P+O7maPwJXgevVfC+TflbgOmlh5xMgQIAAAQIECBAgQIAAAQIECBAgkCogcE2V8hwBAgQIECBAgAABAgQIECBAgAABAgQIECBAgAABAi0KCFzr3prAtZL9jBOcXssVxnlfrsB1/je03nTTTfGKV7wiNm3aFPPh4i233BJr166NmZmZa7nWoj+TI3D9wx/+EDt37oxvf/vbF73j0KFDsX17ejgocP07n8B18d8svFzom/K/FAtj4PPPX+13mvIez4wnIHAdz89PEyBAgAABAgQIECBAgAABAgQIECCQT0Dgms/SSQQIECBAgAABAgQIECBAgAABAgQIECBAgAABAgQI1CcgcK1vJwsnErjWvR/TEWhC4M9//nPcf//9sX///tG873nPe2I+tJyPlxf703rgOv8bhtevXz/Wbp555pn47ne/e9EZu3fvjle96lVjnXvy5MmYD1oX/hG4jkU6kR8WuE6E1aEECBAgQIAAAQIECBAgQIAAAQIECFyDgMD1GtD8CAECBAgQIECAAAECBAgQIECAAAECBAgQIECAAAECzQgIXOtelcC17v2YjkATAi0Err/5zW9Gv233Bz/4wch0uQj3PPxivxG1iaUsGFLgWt/GBK717cREBAgQIECAAAECBAgQIECAAAECBIYqIHAd6ubdmwABAgQIECBAgAABAgQIECBAgAABAgQIECBAgMAwBASude9Z4Fr3fkxHoAmBSQauc3NzsXfv3njwwQdHFhs2bIjDhw/HunXrkm3mz5gPVXfs2HHhZ+644444ePBgrFmzZslzBK7JzB68CgGB61VgeZQAAQIECBAgQIAAAQIECBAgQIAAgYkKCFwnyutwAgQIECBAgAABAgQIECBAgAABAgQIECBAgAABAgSmLCBwnfIClnm9wLXu/ZiOQBMCOQLXzZs3x+nTp+PcuXOj6HRmZmb0Pz///PPxyU9+Mn7yk5+MLG6++eZ4/PHH4/Wvf/0Fm/nfzvrxj388ZmdnR//8+uuvv8jtxIkT8dRTT8WZM2cu/PP7778/9u3bF9ddd92SxgLXJj7B5oYUuDa3MgMTIECAAAECBAgQIECAAAECBAgQ6FZA4Nrtal2MAAECBAgQIECAAAECBAgQIECAAAECBAgQIECAAIGIELjW/RkIXOvej+kINCGQI3B9y1veEnv27ImHH354yTsv9ptXz549G/fdd9/oN7Km/nnyySfjfe9737KPHzlyJB599NFln6vlgd///vdx/Pjxi8Y5dOhQbN++vZYRzRERAlefAQECBAgQIECAAAECBAgQIECAAAECtQgIXGvZhDkIECBAgAABAgQIECBAgAABAgQIECBAgAABAgQIEJiEgMB1Eqr5zhS45rN0EoHBCuQIXG+99dbYv39/fPSjH13S8Uqx5he+8IX47Gc/m7SDO++8c/Sul7/85UnPt/TQYr9xVuBa3wYFrvXtxEQECBAgQIAAAQIECBAgQIAAAQIEhiogcB3q5t2bAAECBAgQIECAAAECBAgQIECAAAECBAgQIECAwDAEBK5171ngWvd+TEegCYFcgeuPf/zjePe73x1nzpy57N6rV6+Oz3/+86Pf1PriF7/4sn9/+PDhuOuuu5b1+vCHPxx79+6NtWvXLvtsiw8IXNvYmsC1jT2ZkgABAgQIECBAgAABAgQIECBAgMAQBASuQ9iyOxIgQIAAAQIECBAgQIAAAQIECBAgQIAAAQIECBAYroDAte7dC1zr3o/pCDQhkCtwnQ9bT5w4EX/7298uuveLXvSiuPHGG5f8jaunTp2KkydPxl//+tfRf//lL3+56IwbbrghNm3aFK9+9atjZmamCVdD9isgcO13t25GgAABAgQIECBAgAABAgQIECBAoDUBgWtrGzMvAQIECBAgQIAAAQIECBAgQIAAAQIECBAgQIAAAQJXIyBwvRqt8s8KXMubeyOB7gTm5ubi9OnTF8LU+YB0zZo1QtLuNu1CuQQErrkknUOAAAECBAgQIECAAAECBAgQIECAwLgCAtdxBf08AQIECBAgQIAAAQIECBAgQIAAAQIECBAgQIAAAQI1Cwhca95OhM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G0z0jwAAIABJREFU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2ci4gLf2997ty5WCS6qfsGpiNAgAABAg0JzM3NxczMzMKJ5/+fTVz0Dxq6jlEJECBAgAABAgQIECBAgAABAgQIEGhcQODa+AKNT4AAAQIECBAgQIAAAQIECBAgQIAAAQIECBAgQIDAkgIC17o/kNmIeOn5EU+fPh2rV6+ue2LTESBAgACBhgXOnDkTL3vZyxbe4E8RsarhKxmdAAECBAgQIECAAAECBAgQIECAAIGGBQSuDS/P6AQIECBAgAABAgQIECBAgAABAgQIECBAgAABAgQILCsgcF2WaKoP/CoiXnN+gp///Ofxhje8YaoDeTkBAgQIEOhZ4Be/+EXccMMNC6/464h4bc93djcCBAgQIECAAAECBAgQIECAAAECBOoVELjWuxuTESBAgAABAgQIECBAgAABAgQIECBAgAABAgQIECAwvoDAdXzDSZ7wTES8/fwLnn766diyZcsk3+dsAgQIECAwaIFjx47FbbfdttDghxHxjkGjuDwBAgQIECBAgAABAgQIECBAgAABAlMTELhOjd6LCRAgQIAAAQIECBAgQIAAAQIECBAgQIAAAQIECBAoICBwLYA8xisORMS/nP/5ffv2xQMPPDDGcX6UAAECBAgQWErgoYceij179ix85GBE7KJGgAABAgQIECBAgAABAgQIECBAgACBaQgIXKeh7p0ECBAgQIAAAQIECBAgQIAAAQIECBAgQIAAAQIECJQSELiWkr629/xrRDx6/ke3bt0aR44cubaT/BQBAgQIECCwrMC2bdvi6NGjC5+7NyL+fdkf9AABAgQIECBAgAABAgQIECBAgAABAgQmICBwnQCqIwkQIECAAAECBAgQIECAAAECBAgQIECAAAECBAgQqEZA4FrNKhYdZENE/Pf5f7Ny5cqYnZ2NFSv8VXbdazMdAQIECLQoMDc3F6tWrYqzZ88uHP+miDjR4n3MTIAAAQIECBAgQIAAAQIECBAgQIBA+wL+VrD9HboBAQIECBAgQIAAAQIECBAgQIAAAQIECBAgQIAAAQJXFhC41v91/CoiXnN+zCeeeCLuuOOO+qc2IQECBAgQaEzgW9/6Vtx5550Lp/51RLy2sWsYlwABAgQIECBAgAABAgQIECBAgACBjgQErh0t01UIECBAgAABAgQIECBAgAABAgQIECBAgAABAgQIELhMQOBa/0fx5Yj4xPkxt27dGkeOHKl/ahMSIECAAIHGBLZt2xZHjx5dOPVXIuK+xq5hXAIECBAgQIAAAQIECBAgQIAAAQIEOhIQuHa0TFchQIAAAQIECBAgQIAAAQIECBAgQIAAAQIECBAgQOAyAYFr/R/FWyPiuYVjvvDCC7Fx48b6JzchAQIECBBoROD48eOxadOmS6fdHBE/auQKxiRAgAABAgQIECBAgAABAgQIECBAoEMBgWuHS3UlAgQIECBAgAABAgQIECBAgAABAgQIECBAgAABAgQuCAhc2/gYnomIt58f9e67745vfOMbbUxuSgIECBAg0IDA9u3b47HHHls46Q8j4h0NjG5EAgQIECBAgAABAgQIECBAgAABAgQ6FhC4drxcVyNAgAABAgQIECBAgAABAgQIECBAgAABAgQIECBAIASubXwE74+IwwtHffrpp2PLli1tTG9KAgQIECBQscCxY8fitttuu3TCD0TENyse22gECBAgQIAAAQIECBAgQIAAAQIECAxAQOA6gCW7IgECBAgQIECAAAECBAgQIECAAAECBAgQIECAAIEBCwhc21n+Rb/Fdf369fGzn/0sVqzw19rtrNCkBAgQIFCbwNzcXLz5zW+OkydPLhzNb2+tbVHmIUCAAAECBAgQIECAAAECBAgQIDBQAX8TONDFuzYBAgQIECBAgAABAgQIECBAgAABAgQIECBAgACBgQgIXNtZ9Dsj4j8Xjrtr16742te+1s4NTEqAAAECBCoT+MhHPhIHDhy4dKp/jIjvVzaqcQgQIECAAAECBAgQIECAAAECBAgQGKCAwHWAS3dlAgQIECBAgAABAgQIECBAgAABAgQIECBAgAABAgMSELi2tewvR8QnFo68b9++eOCBB9q6hWkJECBAgEAFAg899FDs2bPn0km+EhH3VTCeEQgQIECAAAECBAgQIECAAAECBAgQIBACVx8BAQIECBAgQIAAAQIECBAgQIAAAQIECBAgQIAAAQI9Cwhc29vuf0XEzQvHfuSRR+JjH/tYezcxMQECBAgQmJLAV7/61di9e/elb/9pRNwypZG8lgABAgQIECBAgAABAgQIECBAgAABApcJCFx9FAQIECBAgAABAgQIECBAgAABAgQIECBAgAABAgQI9CwgcG1vuxsi4tmIeOnC0f0m1/YWaWICBAgQmI7AFX5z658i4taIODGdqbyVAAECBAgQIECAAAECBAgQIECAAAEClwsIXH0VBAgQIECAAAECBAgQIECAAAECBAgQIECAAAECBAj0LCBwbXO7/xQR37l09F27dsX+/ftjxQp/1d3mWk1NgAABApMUmJubi3vuuScOHDiw2Gv+OSKemuT7nU2AAAECBAgQIECAAAECBAgQIECAAIGrFfC3flcr5nkCBAgQIECAAAECBAgQIECAAAECBAgQIECAAAECBFoSELi2tK2LZ31/RBy+dPz169fHF7/4xdiyZUu7NzM5AQIECBDILHDs2LH4zGc+EydPnlzs5A9ExDczv9JxBAgQIECAAAECBAgQIECAAAECBAgQGFtA4Do2oQMIECBAgAABAgQIECBAgAABAgQIECBAgAABAgQIEKhYQOBa8XISRpv/Ta6PR8RLL3327rvvjk9/+tOxcePGhGM8QoAAAQIE+hQ4fvx4fOlLX4rHHntssQv+KSLu8ptb+9y9WxEgQIAAAQIECBAgQIAAAQIECBDoQUDg2sMW3YEAAQIECBAgQIAAAQIECBAgQIAAAQIECBAgQIAAgSsJCFzb/zY2RMR/RMTNi11l69atsWPHjrj99ttjxQp/Bd7+ut2AAAECBJYTmJubiyeffDK+/vWvx9GjR6/0+E8jYmdEnFjuPP+eAAECBAgQIECAAAECBAgQIECAAAEC0xLwt3vTkvdeAgQIECBAgAABAgQIECBAgAABAgQIECBAgAABAgRKCAhcSyiXeceXI+ITV3rVypUr413velds3rw5NmzYEK973eti7dq1sWrVKuFrmf14CwECBAhkFpgPWWdnZ+N3v/td/PKXv4wTJ07Ec889F9/73vfi7NmzS73tKxFxX+ZxHEeAAAECBAgQIECAAAECBAgQIECAAIHsAgLX7KQOJECAAAECBAgQIECAAAECBAgQIECAAAECBAgQIECgIgGBa0XLyDDKOyPi3yLi7RnOcgQBAgQIEOhN4If//38nv9/bxdyHAAECBAgQIECAAAECBAgQIECAAIE+BQSufe7VrQgQIECAAAECBAgQIECAAAECBAgQIECAAAECBAgQ+LuAwLXPL+H9EbFb6Nrnct2KAAECBK5aYD5sfSQivnnVP+kHCBAgQIAAAQIECBAgQIAAAQIECBAgMEUBgesU8b2aAAECBAgQIECAAAECBAgQIECAAAECBAgQIECAAIGJCwhcJ0481Re8NSLuiohtEfGaqU7i5QQIECBAoKzAryPiSEQ8HhE/KvtqbyNAgAABAgQIECBAgAABAgQIECBAgEAeAYFrHkenECBAgAABAgQIECBAgAABAgQIECBAgAABAgQIECBQp4DAtc69TGKqDRGxOSI2RcS6iLg+Iv4hIlZGhL8bn4S4MwkQIEBg0gJzEXE2Ik5FxP9GxP9ExAsR8VxEnJj0y51PgAABAgQIECBAgAABAgQIECBAgACBSQv4S7xJCzufAAECBAgQIECAAAECBAgQIECAAAECBAgQIECAAIFpCghcp6nv3QQIECBAgAABAgQIECBAgAABAgQIECBAgAABAgQIELiCgMDVp0G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AaKasQAAAgAElEQVS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C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AZiGegAACAASURBV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/o+9ewHXa77zBf6r5EQjmBOqLnUafQ5HUyVatw4zLpWig8QlrhGqElKUBjUuoyFnENoIikkkTktMQgVNXOooiramlJbUnFQzbWXmlCqnniYuRx/kPP81s/fZl3dnv/e91tqf9Tx5OtO91n/9/p/fet/9T/N+3z+BMgsIuJa5u+ZGgAABAgQIECBAgAABAgQIECBAgAABAgQIECBAgEBhBQRcC9s6hRMgQIAAAQIECBAgQIAAAQIECBAgQIAAAQIECBAgUIWAgGsVSE4hQIAAAQIECBAgQIAAAQIECBAgQIAAAQIECBAgQIBAuwUEXNst7n4ECBAgQIAAAQIECBAgQIAAAQIECBAgQIAAAQIECLRTQMC1ndruRYAAAQIECBAgQIAAAQIECBAgQIAAAQIECBAgQIAAgSoFBFyrhHIaAQIECBAgQIAAAQIECBAgQIAAAQIECBAgQIAAAQKFFBBwLWTbFE2AAAECBAgQIECAAAECBAgQIECAAAECBAgQIECAQNkFBFzL3mHzI0CAAAECBAgQIECAAAECBAgQIECAAAECBAgQIDC4BQRcB3f/zZ4AAQIECBAgQIAAAQIECBAgQIAAAQIECBAgQIAAgZwKCLjmtDHKIkCAAAECBAgQIECAAAECBAgQIECAAAECBAgQIECgKQICrk1hNAgBAgQIECBAgAABAgQIECBAgAABAgQIECBAgAABAgSaKyDg2lxPoxEgQIAAAQIECBAgQIAAAQIECBAgQIAAAQIECBAgkC8BAdd89UM1BAgQIECAAAECBAgQIECAAAECBAgQIECAAAECBAgQyAQEXD0IBAgQIECAAAECBAgQIECAAAECBAgQIECAAAECBAiUWUDAtczdNTcCBAgQIECAAAECBAgQIECAAAECBAgQIECAAAECBAorIOBa2NYpnAABAgQIECBAgAABAgQIECBAgAABAgQIECBAgACBKgQEXKtAcgoBAgQIECBAgAABAgQIECBAgAABAgQIECBAgAABAgTaLSDg2m5x9yNAgAABAgQIECBAgAABAgQIECBAgAABAgQIECBAoJ0CAq7t1HYvAgQIECBAgAABAgQIECBAgAABAgQIECBAgAABAgQIVCkg4FollNMIECBAgAABAgQIECBAgAABAgQIECBAgAABAgQIECikgIBrIdumaAIECBAgQIAAAQIECBAgQIAAAQIECBAgQIAAAQIEyi4g4Fr2DpsfAQIECBAgQIAAAQIECBAgQIAAAQIECBAgQIAAgcEtIOA6uPtv9gQIECBAgAABAgQIECBAgAABAgQIECBAgAABAgQI5FRAwDWnjVEWAQIECBAgQIAAAQIECBAgQIAAAQIECBAgQIAAAQJNERBwbQqjQQgQIECAAAECBAgQIECAAAECBAgQIECAAAECBAgQINBcAQHX5noajQABAgQIECBAgAABAgQIECBAgAABAgQIECBAgACBfAkIuOarH6ohQIAAAQIECBAgQIAAAQIECBAgQIAAAQIECBAgQIBAJiDg6kEgQIAAAQIECBAgQIAAAQIECBAgQIAAAQIECBAgQKDMAgKuZe6uuREgQIAAAQIECBAgQIAAAQIECBAgQIAAAQIECBAgUFgBAdfCtk7hBAgQIECAAAECBAgQIECAAAECBAgQIECAAAECBAhUISDgWgWSUwgQIECAAAECBAgQIECAAAECBAgQIECAAAECBAgQINBuAQHXdou7HwECBAgQIECAAAECBAgQIECAAAECBAgQIECAAAEC7RQQcG2ntnsRIECAAAECBAgQIECAAAECBAgQIECAAAECBAgQIECgSgEB1yqhnEaAAAECBAgQIECAAAECBAgQIECAAAECBAgQIECAQCEFBFwL2TZFEyBAgAABAgQIECBAgAABAgQIECBAgAABAgQIECBQdgEB17J32PwIECBAgAABAgQIECBAgAABAgQIECBAgAABAgQIDG4BAdfB3X+zJ0CAAAECBAgQIECAAAECBAgQIECAAAECBAgQIEAgpwICrjltjLIIECBAgAABAgQIECBAgAABAgQIECBAgAABAgQIEGiKgIBrUxgNQoAAAQIECBAgQIAAAQIECBAgQIAAAQIECBAgQIAAgeYKCLg219NoBAgQIECAAAECBAgQIECAAAECBAgQIECAAAECBAjkS0DANV/9UA0BAgQIECBAgAABAgQIECBAgAABAgQIECBAgAABAgQyAQFXDwIBAgQIECBAgAABAgQIECBAgAABAgQIECBAgAABAmUWEHAtc3fNjQABAgQIECBAgAABAgQIECBAgAABAgQIECBAgACBwgoIuBa2dQonQIAAAQIECBAgQIAAAQIECBAgQIAAAQIECBAgQKAKAQHXKpCcQoAAAQIECBAgQIAAAQIECBAgQIAAAQIECBAgQIAAgXYLCLi2W9z9CBAgQIAAAQIECBAgQIAAAQIECBAgQIAAAQIECBBop4CAazu13YsAAQIECBAgQIAAAQIECBAgQIAAAQIECBAgQIAAAQJVCgi4VgnlNAIECBAgQIAAAQIECBAgQIAAAQIECBAgQIA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xkIMMiYido+IT0fEthHx0Yj4UESsFxH+bbwQLVQkAQIECPQQWBMRb0XEaxHxrxHxQkT8LCKeiIjnaBEgENZ/HgICBAgQKJuA9V/ZOmo+BAgQIECAAAEC/Qr4R7x+iZxAgAABAgQIECBAgAABAgQIECBAgAABAgQIECBAgECBBQRcC9y8Kkr/y4g4OiLGR8SoKs53CgECBAgQKIvAyohYEhG3RcQ/lWVS5kGgCgHrvyqQnEKAAAECpRSw/itlW02KAAECBAgQIEBAwNUzQIAAAQIECBAgQIAAAQIECBAgQIAAAQIECBAgQIBAmQUEXMvZ3SMj4vSI+OtyTs+sCBAgQIBATQI/jIjrIuI7NV3lZALFErD+K1a/VEuAAAECrRWw/mutr9EJECBAgAABAgTaKCDg2kZstyJAgAABAgQIECBAgAABAgQIECBAgAABAgQIECBAoO0CAq5tJ2/pDT8bERcLtrbU2OAECBAgUFyBFHRIvycfKe4UVE6gl4D1n4eCAAECBAj0LWD95+kgQIAAAQIECBAovICAa+FbaAIECBAgQIAAAQIECBAgQIAAAQIECBAgQIAAAQIECKxFQMC1PI/HNRFxRl/TWW+99WLs2LGx++67x5gxY+K//tf/Gptttlmsv/768YEP+Kfx8jwGZkKAAIHBI7BmzZp444034ve//338+te/jueeey6eeOKJeOihh+Ktt95aG8S1EXHm4JEy0xILWP+VuLmmRoAAAQK9Baz/PBUECBAgQIAAAQKDUcC/4g3GrpszAQIECBAgQIAAAQIECBAgQIAAAQIECBAgQIAAgcEjIOBa/F6PiYibImKnSlMZN25cTJo0KQ4//HBB1uL32gwIECBAoAqBFHy48847Y8GCBbF06dK+rngmIk6KiOeqGNIpBPImYP2Xt46ohwABAgQGVMD6b0D53ZwAAQIECBAgQKDFAgKuLQY2PAECBAgQIECAAAECBAgQIECAAAECBAgQIECAAAECAyog4Dqg/A3f/KCIuC0iRvQc6dhjj41zzjknPvWpTzV8EwMQIECAAIGiCvz85z+Pb3zjG7Fw4cJKU3gzIo6OiHuLOj91D0oB679B2XaTJkCAAIFqBaz/qpVyHgECBAgQIECAQFEEBFyL0il1EiBAgAABAgQIECBAgAABAgQIECBAgAABAgQIECBQj4CAaz1q+bjmyIi4vWcpn/zkJ+PrX/96HHDAAfmoUhUECBAgQCAHAg888EB89atfjeeff75SNUdFxHdyUKYSCPQnYP3Xn5CfEyBAgACB/xCw/vMoECBAgAABAgQIlEVAwLUsnTQPAgQIECBAgAABAgQIECBAgAABAgQIECBAgAABAgQqCQi4FvO5SDt33dOz9ClTpsTcuXPjAx/wT93FbKuqCRAgQKCVAmvWrIlTTjkl5s2bV+k2B9vJtZX6xm6CgPVfExANQYAAAQKDS8D6b3D122wJECBAgAABAmUV8K9+Ze2seREgQIAAAQIECBAgQIAAAQIECBAgQIAAAQIECBAgkAQEXIv3HIyJiB9HxIiupc+cOTP+9m//tnizUTEBAgQIEGizwBVXXBHnnXdez7u+GRF7RMRzbS7H7QhUI2D9V42ScwgQIECAQB8C1n8eDQIECBAgQIAAgSILCLgWuXtqJ0CAAAECBAgQIECAAAECBAgQIECAAAECBAgQIECgPwEB1/6E8vfzpyNip65lXXfddXHaaaflr1IVESBAgACBnApcf/31cfrpp/es7pmI2DmnJStrcAtY/w3u/ps9AQIECDRBwPqvCYiGIECAAAECBAgQGBABAdcBYXdTAgQIECBAgAABAgQIECBAgAABAgQIECBAgAABAgTaJCDg2iboJt3mmog4o+tYdm5tkqxhCBAgQGDQCfSxk9e1EXHmoMMw4TwLWP/luTtqI0CAAIFCCVj/FapdiiVAgAABAgQIEPgPAQFXjwIBAgQIECBAgAABAgQIECBAgAABAgQIECBAgAABAmUWEHAtTnc/GxEPdy13ypQpceONNxZnBiolQIAAAQI5Ezj55JNj3rx5PavaNyIeyVmpyhmcAtZ/g7PvZk2AAAECLRSw/mshrqEJECBAgAABAgRaIiDg2hJWgxIgQIAAAQIECBAgQIAAAQIECBAgQIAAAQIECBAgkBMBAdecNKKKMh6PiL/uOO+Tn/xkLFu2LD7wAf+sXYWdUwgQIECAQEWBNWvWxA477BDPP/9815//MCL2REYgBwLWfzloghIIECBAoFwC1n/l6qfZECBAgAABAgQGg4B/CRwMXTZHAgQIECBAgAABAgQIECBAgAABAgQIECBAgAABAoNXQMC1GL0/MiJu71rq9773vTjggAOKUb0qCRAgQIBAjgUeeOCB+PznP9+zwqMi4js5Lltp5Rew/it/j82QAAECBAZIwPpvgODdlgABAgQIECBAoC4BAde62FxEgAABAgQIECBAgAABAgQIECBAgAABAgQIECBAgEBBBARci9Gobrt3HXvssfGP//iPxahclQQIECBAoAACEydOjIULF3at1C6uBehbyUu0/it5g02PAAECBAZWwPpvYP3dnQABAgQIECBAoHoBAdfqrZxJgAABAgQIECBAgAABAgQIECBAgAABAgQIECBAgEDxBARc89+zv4yIJ7qW+bOf/Sw+9alP5b9yFRIgQIAAgYII/PznP49Pf/rTPavdPSL+qSBTUGa5BKz/ytVPsyFAgACBHApY/+WwKUoiQIAAAQIECBCoKCDg6sEgQIAAAQIECBAgQIAAAQIECBAgQIAAAQIECBAgQKDMAgKu+e/uNRFxRkeZ48aNiyVLluS/ahUSIECAAIGCCYwfPz6WLl3ateprI+LMgk1DueUQsP4rRx/NggABAgRyLmD9l/MGKY8AAQIECBAgQCATEHD1IBAgQIAAAQIECBAgQIAAAQIECBAgQIAAAQIECBAgUGYBAdf8d/fFiBjVUeYdd9wREyZMyH/VKiRAgAABAgUTWLx4cRxxxBFdq14ZEVsVbBrKLYeA9V85+mgWBAgQIJBzAeu/nDdIeQQIECBAgAABApmAgKsHgQABAgQIECBAgAABAgQIECBAgAABAgQIECBAgACBMgsIuOa7u2Mi4tmOEtdbb71444034gMf8E/Z+W6b6ggQIECgiAJr1qyJ9ddfP956662u5e8YEc8VcT5qLqyA9V9hW6dwAgQIECiagPVf0TqmXgIECBAgQIDA4BTwr4KDs+9mTYAAAQIECBAgQIAAAQIECBAgQIAAAQIECBAgQGCwCAi45rvTX4qIGzpKHDduXCxZsiTfFauOAAECBAgUWGD8+PGxdOnSrjM4NSL+ocBTUnrxBKz/itczFRMgQIBAgQWs/wrcPKUTIECAAAECBAaJgIDrIGm0aRIgQIAAAQIECBAgQIAAAQIECBAgQIAAAQIECBAYpAICrvlu/LyImNxR4syZM+Nv//Zv812x6ggQIECAQIEFrrjiijjvvPO6zmB+REwp8JSUXjwB67/i9UzFBAgQIFBgAeu/AjdP6QQIECBAgACBQSIg4DpIGm2aBAgQIECAAAECBAgQIECAAAECBAgQIECAAAECBAapgIBrvhv/eET8dUeJ3/ve9+KAAw7Id8WqI0CAAAECBRZ44IEH4vOf/3zXGfwwIvYs8JSUXjwB67/i9UzFBAgQIFBgAeu/AjdP6QQIECBAgACBQSIg4DpIGm2aBAgQIECAAAECBAgQIECAAAECBAgQIECAAAECBAapgIBrvhv/YkSM6ijxV7/6VWyzzTb5rlh1BAgQIECgwAIrVqyI//bf/lvXGayMiK0KPCWlF0/A+q94PVMxAQIECBRYwPqvwM1TOgECBAgQIEBgkAgIuA6SRpsmAQIECBAgQIAAAQIECBAgQIAAAQIECBAgQIAAgUEqIOCa78a/EREjOkpctWpVbLDBBvmuWHUECBAgQKDAAqtXr44NN9yw6wzejIj1CzwlpRdPwPqveD1TMQECBAgUWMD6r8DNUzoBAgQIECBAYJAICLgOkkabJgECBAgQIECAAAECBAgQIECAAAECBAgQIECAAIFBKiDgmu/Gvx8Rnf9u/f7778cHPuCfsfPdMtURIECAQJEF1qxZE+uss07XKayJiG7/RZHnp/ZCCFj/FaJNiiRAgACBsghY/5Wlk+ZBgAABAgQIECivgH8ZLG9vzYwAAQIECBAgQIAAAQIECBAgQIAAAQIECBAgQIAAgQgB13w/BSlU03mkD106CBAgQIAAgdYKVPgyCZ8hay250bsLWP95IggQIECAQJsFrP/aDO52BAgQIECAAAECNQn4Hydr4nIyAQIECBAgQIAAAQIECBAgQIAAAQIECBAgQIAAAQIFExBwzXfD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HLW6JwAAIABJREFU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FVzgJz/5STz22GOFncVHP/rROPzww2PYsGGFnYPCCeRRQMAhj10ZVDVZ/w2qdpssAQIE8idw3333xfPPP5+/wqqs6JOf/GQceOCBVZ7976dZ/9XE5WQCBAgQIECAAIE2Cwi4thnc7QgQIECAAAECBAgQIECAAAECBAgQIECAAAECBAgQaKuAgGtbuWu+mYBDzWQuIFC9wD/+4z/GcccdV/0FOTvzlFNOidmzZ8fw4cNzVplyCBRbQMCh2P0rQfXWfyVooim0R+A3v/lN/Ou//mu3m2299dax5ZZbtqcAdym9wK9+9at46aWXus1z9OjRsemmm5Z67v/9v//3+NrXvlbYOc6YMSMuuuiimuq3/quJy8kECBAgQIAAAQJtFhBwbTO42xEgQIAAAQIECBAgQIAAAQIECBAgQIAAAQIECBAg0FYBAde2ctd8MwGHmslcQKB6AQHX6q2cSWAwCQg4DKZu53Ku1n+5bIui8iawfPnyOPHEE+PJJ5/sLO3UU0+NK6+8MkaMGJG3ctVTUIFXXnkl0pfKLFmypHMG48ePj7lz55Y65CrgmrVbhqCgr1tlEyBAgAABAgTKKGBxWsaumhMBAgQIECBAgAABAgQIECBAgAABAgQIECBAgAABAh0CAq75fhYEHPLdH9UVXEDAteANVD6BFgkIuLYI1rDVClj/9ZB6/fXX47nnnounnnoq/umf/in+z//5P/Hss8/G6tWrO8/81Kc+FVtssUXsuOOOseuuu2Z/0g6LFV7P1fbBeTkWGKyhw9SS9Hr46U9/Gk888UQ8/fTT8S//8i/xwgsvdHZr1KhRsc0220R6Tey1116x++67x8iRI3PczfyXNhjD1AKu2XMpQ5D/l6cKCRAgQIAAAQKDRsDidNC02kQJECBAgAABAgQIECBAgAABAgQIECBAgAABAgQIDEoBAdd8t13AId/9UV3BBXoGXA855JD40pe+FMOGDcvlzB599NG45JJLOmtLu0nNnj07hg8fnst6FUWgqAICrkXtXGnqrmn9l8KeEydOjP/5P/9nUwE22GCDLCy64YYbZv/5iU98IvbYY4/4L//lv8Q666zT1HtVGmzVqlVx7733xv/4H/8jHn744brut9tuu8Vxxx0XRx55ZHz4wx+ua4yOi3784x/HX/3VXzU0RsfFHWHcnXfeOQsf7rLLLgKINci++eabce6558YNN9zQeVUKdd58881ZoLPao1KAb//994+0Ptx4442rHaYt56U5px1E6309HHTQQXHaaafFPvvsE+uuu27dNTfry2E22mijGDNmTKy33nrZ+8tOO+0Un/70p9v2/lIPwIMPPhgTJkzoFqyfOXNmnH322TF06NB6hsz1NT1fH1OmTIljjz02tzUvXLgw5s2b11nfjBkz4qKLLqqpXuu/mricTIAAAQIECBAg0GYBAdc2g7sdAQIECBAgQIAAAQIECBAgQIAAAQIECBAgQIAAAQJtFRBwbSt3zTerKeBQ8+guIDDIBXp+SD/vgdGi1TvIHy/TL7CAgEOBm1eO0mta/7Uq4NoX5fbbb599GcTxxx8fI0aMaLr4q6++GnPnzs2+wOGPf/xjU8ZPYbpp06ZF+j2/ySab1DVmMwOulQo49NBD44ILLshCfu0IENeFkIOL1qxZE4sWLYqpU6d2CxreeOONMXny5Jp27C1CwDUFW7/97W/HN7/5zW67tNbbihR0TV+WkkLW9exu3KyAa3/vLym0n8L1eTrefffdmDVrVpx33nmdZaUvAli8eHHst99+eSq1KbX0fH3UExhtSiFVDtKMeq3/qsR2GgECBAgQIECAwIAICLgOCLubEiBAgAABAgQIECBAgAABAgQIECBAgAABAgQIECDQJgEB197QO0bEs23y7+82NQUc+hvMzwkQ6C5QtMBo0er1vBEoqoCAQ1E711DdhV3/tTvg2qGcdnO99tprs0BmM44UHrvjjjuy8N0LL7zQjCF7jZF2Sr366qvjL//yL2sO97U64NpR7DnnnBPnn39+pFCuo7fA8uXL45hjjonnnnuu84cpbJ0CoLUGIvMccE1B3meeeSa+8pWvRHr2mnmkUOall14aJ598cs27ubY64Noxz2233Ta+9rWvxeGHH15zjc206jnWK6+8kgXl0266Xd8Lb7311thqq61aeeu2j92MwGg7i25GvdZ/7eyYexEgQIAAAQIECNQqIOBaq5jzCRAgQIAAAQIECBAgQIAAAQIECBAgQIAAAQIECBAokoCAa+9uXRwRe0XEJRHx6AA3U8B1gBvg9uUWKFpgtGj1lvvpMbsyCwg4lLm7fc6tsOu/gQq4JskUQks7Z+65554NPTRpp9aLLroobrjhhqrGSQG9HXfcMYYPH56d//7778eKFSti5cqV/V6fgqPXX399HHXUUTWFXNsVcE0TOOKII7LA5qabbtrvfAbTCWk307QT77x58zqnPWrUqGwHzZ133rlmirwGXFPYO635zjrrrKp2MU67sXbdmTi9DqoJiZ955plZ0LWWnZjbFXDtaOakSZPiyiuvjM0226zm/rbqgkceeSSOO+64ePnllztvkXZfTuH8oUOHtuq2bR+3GYHRdhbdjHqt/9rZMfciQIAAAQIECBCoVUDAtVYx5xMgQIAAAQIECBAgQIAAAQIECBAgQIAAAQIECBAgUCQBAdfe3frPEfFiRPzFfwRcBzLoKuBapFeTWgsnULTAaNHqLdwDoWAC/yEg4DAoH4XCrv/6Crim8GkK/9V7VBuS22233WLBggWxzTbb1HWrV199Nc4+++xsjL6ONI8UKBs3blx84hOfiPXXX7/iqW+//Xb84he/iKVLl0baUbGvwGsa7+abb4699krfaVPd0c6Aa6ro1FNPzYJ9tYQPq5tJcc9Ku2amwOPq1as7J3HZZZfFueeeG0OGDKl5YnkMuKZw66xZs+K8887rcz5//dd/ne1i+/nPfz623HLLiqHK9FpIO8CmtWP609Ws68C1hlzbHXBNte63335x3XXX1f0eU/OD0c8F77zzTlx44YVZnzqOzTffPG677baGw/7NrrWR8ZoRGG3k/rVe24x6rf9qVXc+AQIECBAgQIBAOwUEXNup7V4ECBAgQIAAAQIECBAgQIAAAQIECBAgQIAAAQIECLRbQMC1snjaxWt6lx+lnVwHIugq4NruV4T7DSqBogVGi1bvoHqYTLZUAgIOpWpnLZMp5Pqvr4DrjBkzsl1RGzn+/Oc/x69+9au466674pprrulzN8l6dy9MO3KmcGJfO7fusssu8dWvfjUOOuigzt1aq53PqlWr4qabboq///u/r1h3rcHcvgKuP/rRj2KPPfaotqx44403IoUPf/3rX8fjjz+eBXFTKLfSkUK/EydOrGmn2aoLKdiJf/jDH2LKlClZeLnjSO7Jb6uttqprNnkLuKZw6+zZsyPVVSmQml4PacfVffbZp6adQn/zm9/EOeecE3fffXdFp6uvvjrOOOOMqp6zSgHXMWPGxO23357t6Fzt0fV18JOf/CR7j/nhD3/Y5+Xjx4+PuXPn5mZX42XLlsXRRx8dy5cv76z5+OOPz3Ze3nDDDatlyPV5zQiMtnOCzajX+q+dHXMvAgQIECBAgACBWgUEXGsVcz4BAgQIECBAgAABAgQIECBAgAABAgQIECBAgAABAkUSEHCt3K2uu3h1PaPdQVcB1yK9mtRaOIGeH9JPQYkDDjgg/tN/+k+5nMvzzz+fBTk6jlNOOSULQgwfPjyX9SqKQFEFBByK2rmG6y7k+q+VAdeuomsLyaUdURcvXhw777xz1U3ob6fKFMg7//zzY6ONNqp6zEon/vKXv4y0S+WDDz7Y68dp59gUGFx33XX7vUezAq49b5RCvl//+tfjkkvSd+l0P8aOHRu33HJLpN0hB/uRwsqTJ0/uxlBLMLOSX94Cro888ki2U/HLL7/cq9y0o2sKkm+wwQZ1PQrpOUu73aY/PY9aXr/NCrj2rOH999+Pn/3sZ9nr4N577604xzztavzee+9ltaZnqONIvUmh9BTGLcPR8/XxN3/zN7neoTZ9YcD999/fSV/PlzxY/5XhyTUHAgQIECBAgEB5BQRcy9tbMyNAgAABAgQIECBAgAABAgQIECBAgAABAgQIECBAIELAte+noOcuXl3PbFfQVcDVq5RACwUqfUi/hbdr+tACrk0nNSCBTEDAYVA/CIVb/7Ur4JqeildeeSXS754lS5b0ekhSGOrCCy+sahfIdHFfYb4UEkshvKlTp9a0S+XantqVK1fGaaedFvfdd1+301Jw9Lvf/W7suuuu/T70rQq4phuvbSfbO++8Mw477LB+6yvzCSnwmXbHfOihhzqn2ejurWmgPAVcX3zxxSzcmp6znkd6PZx11llVBbHX9hys7Tn7whe+ENddd12MGDFirY9SqwKuHTdNO9em+c6cObNiHXna1fif//mf44gjjijtLq6VXh9Fep8RcC1St9RKgAABAgQIECBQjYCAazVKziFAgAABAgQIECBAgAABAgQIECBAgAABAgQIECBAoKgCAq59d66vXby6XtHqoKuAa1FfWeouhICAayHapEgCbRcQcG07eZ5uWLj1XzsDrqlRTz/9dEyYMCFSaLTrceCBB2a7F44cObLffv7hD3+IKVOmxNKlS3udm4JtaWfVoUOH9jtOLSc89thjccIJJ/Sq+6KLLorp06fHkCFD1jpcKwOu6cYvvPBCHHXUUfHcc891q2PatGlZ2G/YsGG1TLdU5951111x+OGHd5vTrFmzItlUeL+ueu55Cbim3UCvvPLKbIfWnkezdy3tK0ibguV333137Lvvvmv1a3XANd18bUHcZgSbq35A+jkx7UKd3ju67opbrWOzamjlOAKuma4MQSsfMmMTIECAAAECBAjUJGBxWhOXkwkQIECAAAECBAgQIECAAAECBAgQIECAAAECBAgQKJiAgOvaG7a2Xby6XtmqoKuAa8FeUMotloCAa7H6pVoC7RIQcG2XdG7vU6j1X7sDrm+//XYWLJw7d263Bm6//fbxne98Jz7+8Y/329i+fv+mXTq/+c1vxoYbbtjvGLWeUCmMlsbYbbfdYtGiRfGxj31srUO2OuD6zjvvxLnnnhvXXntttzpqCQ7XalKE81PY8fTTT49vf/vbneWOHj067rjjjthuu+0amkJeAq6VdgJNE9tnn32y0PhHPvKRhubZ8+K+Xn9nnHFGFrRdd911+7xfOwKu6eZr2y26GeHmZoE+9dRTccghh0TaZbjjqMaxWfdv5TgCrpmuDEErHzJjEyBAgAABAgQI1CRgcVoTl5MJECBAgAABAgQIECBAgAABAgQIECBAgAABAgQIECiYgIDr2htWzS5eXUdodtBVwLVgLyjlFkug54f00wfUv/SlL1W9S9r7778fd955Z7z22mvZTnSN7Db31ltvZaGeFGbYddddK0I++uijcckll3T+7JRTTonZs2fH8OHDiwWvWgI5FxBwzXmDWl9eodZ/7Q64Jv4Ubp06dWqvTvzoRz+KtMPi2o7XX389TjrppGy3yK5HCi3edtttscMOO7Ssw8uWLYujjz46li9f3u0e6Xf5YYcdttb7tjrgmm6efqefddZZ3erYf//9I61XNt5445a55HngSgHCZq1/8hBwTbu3prVdqqXnUc1zWU/v+noNjhkzJm6//fbYdttt+xy2XQHXVEBfu0WPHTs2brnllth8883rmX5Tr6lkWY1jU4to0WA9Xx/p7zrHHnts1XdLof2bbropNttss37fX/sb9NVXX41rrrkmvvCFL8TWW29d8fSFCxfGvHnzOn82Y8aMSDt013JY/9Wi5VwCBAgQIECAAIF2Cwi4tlvc/QgQIECAAAECBAgQIECAAAECBAgQIECAAAECBAgQaKeAgGv/2tXu4tV1pGYFXQVc+++PMwjULdDzQ/q1BCbSB60vvvjiuOGGG2KDDTbIQiknnHBC3SHXxx9/PAvdvPHGG9k4Z599dmy11Vbd5tZIvXUjuZDAIBQQcBiETe895cKs/wYi4NrXDpDVBFwffvjhOPTQQ2P16tXd1FMQafr06TFkyJCWPYCVdgNNYb60c2r63bu2e7cj4FrJdTAHXNesWROXXnppr5Bas4KfeQi4vvTSSzFx4sRIX2LS9UivkRQOHDlyZEteD2nsyZMndxs7vRbS7qhp1+C+jnYGXAci/FsPdqXA//z587Mgf5GPnq+PWgKjv/nNb+Kcc87Jvshg1KhR8Q//8A9xwAEHRIX1VVVEHc/dRhttlO0gnv7Otskmm3S7tpF6Oway/quqHU4iQIAAAQIECBAYIAEB1wGCd1sCBAgQIECAAAECBAgQIECAAAECBAgQIECAAAECBNoiIODaP3Otu3h1HbHRoKuAa//9cQaBugXqDYymcGsKBSxdurTz3inkOmfOnDjmmGNq/vD2qlWr4stf/nK2G1XHkT7A/Y1vfCOOP/74zsDN22+/HWmn144j7Ri74YYb1ny/usFcSGCQCAg4DJJGr32ahVn/FSngmnb0S2HSa6+9tpt+2r31jjvuiO22267lD1/aJfb++++Pv/mbv4k999wz211wnXXW6fe+7Qi4pnVACtp2PVLYcMGCBS0LOvY78QE84bXXXotJkybFAw880FnFbrvtFosWLYqPfexjDVeWh4BrWkuOHz++11yuuuqqLMjXquOf//mf47zzzouddtopdt999+w/09qzvwBiOwOuae5p1+UJEybEihUrulEkm5kzZ8awYcNaRVT1uM8880wcfPDB8fLLL3deU8uX5lR9ozafWG9g9Fe/+lUcd9xx8dOf/rSz4hRyvfnmm2OvvfaqeRa/+93vsveBH/wg/U9X/36kMPbVV1+dhWY7jvQlQel3TMex7rrrxvrrr1/T/az/auJyMgECBAgQIECAQJsFBFzbDO52BAgQIECAAAECBAgQIECAAAECBAgQIECAAAECBAi0VUDAtTruenbx6jpyvUFXAdfq+uMsAnUJ1BtwTTd77LHHshDKypUrO+9d74e3lyxZkn1wu+tudinQknZ/SsEbBwEC7RUQcGivd47vVoj1X7sDrmlXzUsuuST70/XYfPPN45577smCcn0d6XfmscceG0888US3U4oQBmt1wDXtVpl2sb388su72Zx//vmRgmat3Nk2r6/BVgcHBzrg2lfPq3ktDVTP2h1wTWvj0047LQt5dz323nvvSLVsscUWA0XRed8//elP2RffLF68uPO/S6HhhQsXZruXFvWoN+CafkekEPrUqVO7/d0mhdO/9a1vRfpCg2qPNFb6QoSvfOUr3S6ZMmVKzJ49O0aMGFHtUFWdZ/1XFZOTCBAgQIAAAQIEBkhAwHWA4N2WAAECBAgQIECAAAECBAgQIECAAAECBAgQIECAAIG2CAi4VsfcyC5eXe9Qa9BVwLW6/jiLQF0CjQRcm/Xh7T/84Q+RPqTddTfYeoOydSG4iACBXgICDh6K/xAoxPqv3QHXtEth2l38oYce6vagVBM4+/73vx/77bdfrwfs1ltvjYkTJ+b6wWt1wPW3v/1ttgv8k08+2emQdoe/++67Y9999821TauKmzt3bhaS63rMmTMnUiC6GcdAB1xff/317AtO7rvvvm7TSbtSpkDnhz70oWZMs6ljtDvgmopPQcazzjqr2zzSa+PBBx+Mz3zmM02dXz2D9RX6T/V97nOfq2fIXFxTb8A1Ff/uu+/GrFmzsl2Cux5pt+L0ut50002rmuMLL7wQRx11VDz33HOd59cTlK3qZhGVdjCWIagWz3kECBAgQIAAAQItF7A4bTmxGxAgQIAAAQIECBAgQIAAAQIECBAgQIAAAQIECBAgMIACAq7V4ze6i1fXO1UbdBVwrb4/ziRQs0AjAdd0s3feeScuvPDC7APcXY9qP7ydPhCfdmk9+eSTu10/c+bMOPvss2Po0KE1z8kFBAg0LiDg2rhhiUbI/fqvnQHXvn5vpX5PmzYt0u+vYcOG9dn+tDvpBRdc0O3n22yzTbbz4Q477JDrx6aVAdcUBkt2aQfXrscRRxyRhcFGjhyZa5tWFPfnP/85C8elcGPHkUKN3/ve92KPPfZoyi0HOuD6y1/+Mo488sj4xS9+0W0+1byWmgJQxyADEXAtQjA+fVFNWv93Pa666qrsfbGoRyMB1zTnFOBOYfQ77rijG8Gpp54aV155Zb+7r6b3xenTp8dll13W7T0ghdzTlwFUWKs1TG391zChAQgQIECAAAECBFooIODaQlxDEyBAgAABAgQIECBAgAABAgQIECBAgAABAgQIECAw4AICrtW3oFm7eHW9Y39BVwHX6vvjTAI1CzQacE03fOWVV7IPby9ZsqTb/VOI56tf/WoMGTKkz7oq7Uo0mMMsNTfQBQRaJCDg0CLYYg6b+/VfOwOujz32WJxwwgmxcuXKbt2sZqfRt99+Owt7pcBm12Ps2LGxcOHC2GSTTXL9hLT0ghyJAAAgAElEQVQq4Lp69eoswJUCrl2Pwb6b+6uvvhrHHntst52Cd9999+xZSTbNOAY64NrXM9XMXWqb4dR1jIEIuPYVBJ4xY0avUHiz51vteMuWLYsJEybEihUrOi9Jfz9IAe3hw4dXO0yuzms04Joms3z58jjxxBN77Uydfg+kkOrajscffzyOPvroSLuGdxzpC4AuvfTSWHfddVtiZf3XElaDEiBAgAABAgQINElAwLVJkIYhQIAAAQIECBAgQIAAAQIECBAgQIAAAQIECBAgQCCXAgKutbWlmbt4db1zX0FXAdfa+uNsAjUJNCPgmm749NNPZx9qT4GfjTbaKNIH7idPnrzWD19X2v11zJgxsWjRohg9enRN83AyAQLNFRBwaK5nCUbL9fqvHQHXFE6988474+/+7u96hVtTf6dMmZIFuUaMGNFnu/uqsyghsGYFXNPOpCnU+uKLL8b9998fN910U8XAcCt3KSzCa7JSqHHSpElx/fXXRwpUN+MY6IBrpbBomlf60pRx48Y1Y4pNH2MgAq4vvfRSTJw4MR59NP2V+f8faSfQWbNmxQc/+MGmz7PWASsFsosS3u9rrs0IuHY8z+m1m973tt122/j7v//7OOyww2Kdddbpk7nS7q8HHnhgzJ8/PzbbbLNa21P1+dZ/VVM5kQABAgQIECBAYAAEBFwHAN0tCRAgQIAAAQIECBAgQIAAAQIECBAgQIAAAQIECBBom4CAa23UrdjFq2sFPYOuAq619cfZBGoSaFbAdc2aNdkHrlPoIv1JO4xV+IB0t9oefPDBLBSbPuydjhTWGOxhlpqa52QCLRQQcGghbjGHzvX6rxUB1xRoXbVqVbb73sMPPxx33HFHpF3HKx277bZbfOtb3+r3yxkq7Vqexps+fXr2p7/fmwP96PQVcG12XWl30q9//etx+OGHrzUA1uz75m28tHvjXnvt1a2s888/P1LobsiQIU0pd6ADrmkXy6lTp/aay49+9KPYY489mjLHZg8yEAHXIoTj33rrrTjzzDOzvw90HOmLa26//fYs1FnEo1kB13fffTd7j09fCHTNNdfExz/+8bVydPy96uSTT+48r107Wlv/FfFJVTMBAgQIECBAYPAICLgOnl6bKQECBAgQIECAAAECBAgQIECAAAECBAgQIECAAIHBKNAz4DoYDfI4546ga+pP55E+7OkgQKB5An0FXNMdpk2bFil4kOcj7RR70UUX5blEtREopEDeg3aFRFV0NQJ1rf/6Cn9Vc8NGz0nBrRtvvDH23HPPfoeqtCNnuqgov8vaEXA9/vjj45JLLomtttqqX8+yn1ApSHnVVVdl67NmHQMdcK10/+233z6+853v9BsCbJZBreMMRMD1T3/6U0yePDkWL17crdy0o+eCBQti5MiRtU6j6ee/99572Zr88ssv7zZ2nsPK/SH0FXAdyN85/dXc9ee33nprtvNvLYeAay1aziVAgAABAgQIEGi3gIBru8XdjwABAgQIECBAgAABAgQIECBAgAABAgQIECBAgACBdgoIuLZTu8F7Cbg2COhyAj0EBFw9EgQIVBIQcPVc5Emgv/XfQIWN9ttvv7jiiitixx13rIqrr4BoPSGkqm7Y5JPaEXDdd99945RTTomDDjoohg8f3uQZFGu4FBS84IILuhXd7GcljwHXvO/6ORAB17SjdKUvntl///0j1bPxxhvn4uGu9MwuWbIkxo0bl4v6ai1CwDUTkyGo9cFxPgECBAgQIECAQMsELE5bRmtgAgQIECBAgAABAgQIECBAgAABAgQIECBAgAABAgRyICDgmoMmVFtCfwGHasdxHgEC/y4g4OpJIECgkoCAq+ciTwL9rf/aHXBNO0yeffbZMWHChBgxYkTVVK0IuPYVfKu6qC4n9heebEfAtaOcXXbZJS677LL47Gc/G+uss0490yn8NZXCp83eDVPAtfbHRMC1b7NKNv29r9TegfZdIeCaWcsQtO+RcycCBAgQIECAAIF+BCxOPSIECBAgQIAAAQIECBAgQIAAAQIECBAgQIAAAQIECJRZQMA1n919LCIujojUn86jv4BDPqeiKgL5FRBwzW9vVEZgIAUEXAdSf1Dfu671XzsCrttuu22k3RKPOOKI2HXXXWPYsGE1N0rAtTayDTbYIM4999wsTDzYdnPtK7gs4FrbM9SKswci4PrWW2/FmWeeGfPnz+82pbzt4FrJZs6cOdmuzEU8BFyzrskQFPHhVTMBAgQIECBAoKQCFqclbaxpESBAgAABAgQIECBAgAABAgQIECBAgAABAgQIECBAoA6B/xwRv42I9J+tODqCDY/+x+Brut5EwLUV5MYczAI9P4g+Y8aMuOiii6omqRTAqGenpr4+QF51IU4kQKCpAhUCrhs39QblHWy9iNg5Im6LiHW7TPP4iFhQ4Gnnev3XV8A1hVJHjRq1Vvb0e+zZZ5+N1atXVzzvi1/8YqTfUZtvvnk0Gvx+5pln4uCDD46XX365273STqXnn39+XY9HHnZwrTV0mdbzq1atysyff/75uP/++2Pp0qWxcuXKigYzZ87MQq5Dhw6ty6iIF1Xq6zbbbBOLFy+OHXbYoWlTGugdXC+//PK44IILus0nvdbuueee2GmnnZo2z2YONBAB177e4yZNmhTXX399pDB4Ho7HH3889tprr26l1Pp3izzMo6OGnq+PWv+OU6lvtb5fNuvvWtW6Vvg9J0NQLZ7zCBAgQIAAAQIEWi5gcdpyYjcgQIAAAQIECBAgQIAAAQIECBAgQIAAAQIECBAgQIBAYQTSrqrTW1Btz2Brxy0EXFuAbUgCHQICrp4FAgQqCQg4NPRcpJDr73p8GUjRA665Xv/1Ff6qNlj17rvvxnPPPRezZs2KRYsW9Wr+LrvsEimE+tnPfjbWWWeduh+OF154IY466qjsXl2PauusdOMiBlwrzSMFXq+55pr4+te/3itsnMJ7N954Yxx99NF12xftwkp9HTNmTNx+++2RgtvNOgY64FopLJrmVmsIsFke1YyTp4Br2hl19uzZudnhuNIu1Y28v1XTj1aeI+Ca6coQtPIhMzYBAgQIECBAgEBNAhanNXE5mQABAgQIECBAgAABAgQIECBAgAABAgQIECBAgAABAqUVaMXuXX0FWzsQBVxL+ziZWB4EGt05tVm7CjVaRx4s1UCgTAICrg13898iYssuo0yNiLkNjzowA+R+/ddowLWD9f33348777wzvvrVr/baTTSFLM8999xsJ9Hhw4fX1YmXXnopJk6cGI8++mi360899dQsXPvBD36w5nHLEnBNE0/+CxcujOTRc0fdsWPHxi233JLtpDsYjsEScP3+978f++23X6+W3nbbbVkYPI/HQARc+wrHp52f0xp6yJAhuaAqU8C1GX/HsYNrLh5LRRAgQIAAAQIECJRIQMC1RM00FQIECBAgQIAAAQIECBAgQIAAAQIECBAgQIAAAQIECDQg0Mzdu/oLtnaUKeDaQMNcSqA/gZ7B0quuuiqmTZvW32WdP2/Gh7/TYAKuVZM7kUBbBARcG2YuU8A19+u/ZgVcU9fXrFkTP/jBD+KLX/xir5Br+vnFF1+cBV3rCbmm0OZpp50WCxYs6PaAHXjggdl/N3LkyIYfvGoG6Cssd+utt2YB3L6OSuG1dG4zd9tM64rke9111/UqI4WPDzvssGqmWPhzBkvAddmyZTFhwoRYsWJFt57Vuh5tZ8MHIuD6k5/8JAsC9wx+582p7AHXJUuWxLhx46p+3ARcq6ZyIgECBAgQIECAAIGqBARcq2JyEgECBAgQIECAAAECBAgQIECAAAECBAgQIECAAAECBEot0Kzdu6oNtnZgCriW+rEyuYEUeO+99+Kiiy6Kyy+/vLOM/sItPesVcB3IDro3gdYJCLg2bFuWgGsh1n/NDLimzqeQ66JFi2Lq1Km9AmXp5zNnzsx2ch06dGhND0ql37tpgDFjxsTtt98e2267bU3j1XtyngOuaU5PPfVUHHLIIfHyyy93m2L6Ao5kP2zYsHqnXpjrKq2vtt9++/jOd74TH//4x5s2j55fMJIG3n///SOFODfeeOOm3aevgfra1TjPvR6IgGt6fzj66KN7MdYauGx1Q5cuXRrjx4/vdpsZM2Zkf98o2lHpCwlqDfMLuBat6+olQIAAAQIECBDIu4CAa947pD4CBAgQIECAAAECBAgQIECAAAECBAgQIECAAAECBAi0XqDR3btqDbZ2zEjAtfW9dYdBKlApPHHbbbfFUUcdVbXIn/70p5g8eXIsXry485paQ7LpQju4Vk3uRAJtERBwbZi5LAHXQqz/mh1wTd1/9913Y9asWXHeeef1ehg22GCDmDNnThxzzDFR4bWy1oenUjguXdDOoFreA66V1hbJqJ3By4bfARocoNIaLQ1Za8CuvzIGOuDa1zzHjh0bCxcujE022aS/KTT087Tuveuuu2LffffNnq8tt9yy3+B6uwOufQXjt9lmm2z9vcMOOzRk0MyLK9ncfPPNcfzxxzfzNm0Zq+fvlfS+/+CDD8ZnPvOZqu+/cuXKOPbYY+OJJ57ovKbW13Czvkyo2qKt/6qVch4BAgQIECBAgMBACAi4DoS6exIgQIAAAQIECBAgQIAAAQIECBAgQIAAAQIECBAgQCA/Ao3s3lVvsLVj9gKu+XkOVFIygddffz0mTZoU9913X+fMav3QdaVQUfrw9+c+97matARca+JyMoGWCwg4NExchoBrYdZ/rQi4pifg1VdfjVNOOSXuvvvuXg/E6NGjI4Xjag2XLVu2LCZMmBArVqzoNub555+ffdnDkCFDGn74+hsg7wHX//t//2+2Q+4NN9zQbSo77bRTZr711lv3N8XC/7yvUGOt67T+IAY64Jrqmzt3brZbctdj8803j+9+97ux66679jeFun/+5z//OQuwz549u3OMjTbaKNs9ePr06fHRj3604tjtDri+9tpr2Xr9gQce6FZPeh+ZP39+/MVf/EXdBs2+8JZbbokTTjih27D1fPFNs+uqZ7x/+Zd/yXbNfeaZZ7LL69lpu+d7bT2hZAHXerrnGgIECBAgQIAAgbIKCLiWtbPmRYAAAQIECBAgQIAAAQIECBAgQIAAAQIECBAgQIAAgeoE6tm9q9Fga0dlAq7V9chZBGoWeOmll2LixInx6KOPZtemMME999wTKUBS7ZHCP2lnooceeqjzknrCFwKu1Yo7j0B7BARcG3YuQ8C1MOu/VgVc01OQAqkp5LR8+fJeD8URRxyRhfNGjhxZ9QPz5ptvxumnnx7f/va3u12z2267xaJFi+JjH/tY1WPVe2LeA65pXpWCl/UEzOo1ysN1lQyaHRbMQ8A1BQgPPvjgePnll7uxpx2Up02bVvMuydX2ruc6uOO6Aw44IBYsWBAf+tCHKg7V7oDrww8/HIceemisXr26Wz2pdxdeeGHLfKp17Hpepefpscceiz333LOe4Qb0mp5fRrD77rtnuwqPGjWq6rp++ctfxpFHHhm/+MUvsmvqeQ8TcK2a24kECBAgQIAAAQKDQEDAdRA02RQJECBAgAABAgQIECBAgAABAgQIECBAgAABAgQIECDQh0Ctu3c1K9jaUY6Aq0eTQIsEen7oukW3aduw+++/f6TQwcYbb9y2e7oRgbIKCLg23NmiB1wLtf5rZcB1zZo12S6JJ598csWH4uqrr44zzjijppBZpYBcGryesep5UvMecO1rB9d6wmH1+OTlmkrPyZw5c7JdhZt15CHg+qc//SkmT54cixcv7jatsWPHRtoRNH0BSyuOu+66Kw4//PBeQ1900UXZDq597abczoDrO++8E+eee25ce+213epsxw63tZpX2hG3ni/PqfW+rTr/8ccfj7322qtVw7d93PS+kXYrHj58+Frvbf3X9ta4IQECBAgQIECAQA0CAq41YDmVAAECBAgQIECAAAECBAgQIECAAAECBAgQIECAAAECJROodveuZgdbOxgFXEv2QJlOfgTK9sFtAdf8PFsqKb6AgEPDPSx6wLVQ679WBlzTk7Bq1ar48pe/nIXteh6jR4+O2267LXbYYYeqH5q0U+Xxxx/fbffzdHEKcKZdXNOYrTzyHnDtK/A42H7Pf//734/99tuv26Nw/vnnZ7vb9hW+rPW5yUPANdV80003ZSHXnkezd6ztGL+v13Q1wdF2BlzTWj3tIN1zd9u0o2syq2X36FqfjVrPr/S63WmnnbL3x6233rrW4Qb8/PR+f8IJJwx4Hc0qQMC1WZLGIUCAAAECBAgQGEgBAdeB1HdvAgQIECBAgAABAgQIECBAgAABAgQIECBAgAABAgQIDJxANbt3tSrY2jFrAdeB6787l1xg7ty5MXXq1NLMcrAFX0rTOBPJpYCAa8NtKXLAtXDrv1YHXNPT8PTTT8eECRNi5cqVvR6OKVOmZDvjjRgxoqoHZ227wp566qlx5ZVXVj1WVTfscVLeA65PPfVUHHLIIb1Cfclm1qxZ8cEPfrCeaRfummXLlmXP3IoVKzprnzRpUlx//fWxwQYbNGU+eQm4/va3v41jjjkmnnzyyW7z2meffWLBggXxkY98pCnz7RhkyZIlkSxXr17dbdwUPP/mN78ZG264YZ/3a1fA9dVXX81267377rt71XLnnXfGYYcd1lSTRgdL743HHntsPPHEE51DHXjggVn/8hTErWae7733XqSdfC+//PJqTi/EOQKuhWiTIgkQIECAAAECBPoREHD1iBAgQIAAAQIECBAgQIAAAQIECBAgQIAAAQIECBAgQGBwCqxt965WB1s7xAVcB+ezZ9YtFvjzn/8c5513XhbIKcsh4FqWTppHHgQEXBvuQpEDroVb/7Uj4JpCqddee2185Stf6fVwpLDhnDlzsoBehddOxYfp97//fbZj5X333dfr5zNnzoyzzz47hg4d2vCDWGmAPAdc33nnnbjwwguzIGvPY/78+XHSSSe1xCSPg6aAYwoMPvTQQ53l7b333pEClltssUVTSs5LwDW9vtKaND33PY9mh76XL18eJ554Yq8wbXodpzDm+PHj12rbjoBreh1cddVVccEFF/SqZdy4cTFv3rz48Ic/3JRnoFmDPPPMM3HwwQd3C6ZPmzYt0vvZsGHDmnWbtozT1y7Sbbl5i24i4NoiWMMSIECAAAECBAi0VUDAta3cbkaAAAECBAgQIECAAAECBAgQIECAAAECBAgQIECAAIFcCPS1e1e7gq0dCAKuuXgcFFE2gUqhifRB+vRB9GqPSiHZFNa55pprYr311qt2mOy8ngGLGTNmZDsnOQgQGBgBAdeG3YsacC3k+q8dAdf0RKxtR8XddtstC8dts802VT88jzzySBx33HG9dipNQbu/+7u/izPPPDPWXXfdqser5sQ//vGP2a6E3/jGN3qdfuutt8bEiRP7HObHP/5x/NVf/VWvn//oRz+KPfbYo5rbr/WcFHJctGhRtrt8z501R48eHXfccUdst912Dd+nKAO8/fbb2bps7ty5nSWnZ+PBBx+Mz3zmM02ZRl4Crmkyv/vd77JdVX/wgx/0mttll10WZ511VsOvh1deeSXbFTXt4NrzqGb31nRNqwOu6dlP803B0J5H6v/ixYtjv/32a0r/mzlIJZcU/E/eRTt++ctfxpFHHhm/+MUvOktPz0wKF1d7VArJTp8+PdKfar8IId2r0vtAf+/V1dZY6Tzrv0b0XEuAAAECBAgQINBqAQHXVgsbnwABAgQIECBAgAABAgQIECBAgAABAgQIECBAgAABAvkT6Ll7V7uDrR0iAq75ezZUVAKBSrsspcDE5z73uapn99JLL2VBmEcffbTzmno+uJ0uFnCtmt2JBNoiIODQMHNRA66FXP+1K+Canoq+QqnpZ2n3yUsvvbTqEN67776b7VSadlSvdKTA3SWXXBJbbbVVww9k2hHy3nvvjSuuuCJ++tOfVhyvv9BUKwOuKcR10003ZeGvFMLteaQvvUg/GzJkSMMWRRog7Wqagp1dj2aGBvMUcE1zTCHCFHLtGXBOPzvnnHPi/PPPj4022qiuFq5cuTILDN999929rh81alQWXK0mqN2qgGt6P0jh3rSDcV+v0Vbv7lwXbERU+tKbFMb93ve+V5Vpvfdt1XVLly7ttpNv+uKCFCzeYYcdqr7lsmXLYsKECbFixYrOa26++eZI7+u1HAKutWg5lwABAgQIECBAoOwCAq5l77D5ESBAgAABAgQIECBAgAABAgQIECBAgAABAgQIECBAoLtA1927BirY2lGRgKunk0ALBNJuYGmHtI5jp512ittuuy223nrrqu/28MMPx6GHHtothFDr7kYdNxNwrZrdiQTaIiDg2jBzEQOuhV3/tTPgmkJoKWiZdljsedSzu+Kbb76ZBdrS7ueVjhTmSwHYE044IT784Q/X/GC+/vrrkcJaKUjbdTfCSgO1M+CadmtdtWpV/Nu//Vvcf//9ke7dV30pdJh+3oygb82AA3xBChV//vOf77bWSjtipuDr8OHDG64ubwHX/kLfu+yyS/b6Gzt2bNVB8hTuvvPOO2PGjBnxwgsvVDS78cYbY/LkyVXtrNmMgGvH85+CvM8//3w8/vjjcdddd/VZXyr61FNPjSuvvDJGjBjRcN+bPcBrr72WBZMfeOCBzqH33nvvLDS8xRZbNPt2LR3vvffeixSoTztddxwHHnhgtkP3yJEjq753CuynZ6rj2HzzzeOee+6J9HeuWg4B11q0nEuAAAECBAgQIFB2AQHXsnfY/AgQIECAAAECBAgQIECAAAECBAgQIECAAAECBAgQINBdIO3etXdEpP/8/1szDoySgOvAuLtriQXSh+lPO+207IPaHUf6UPr1118fKZxTzZHCAueee25ce+21naePGTMmbr/99th2222rGaLbOQKuNZO5gEBLBQRcG+YtYsC1sOu/dgZc05Px4osvxnHHHRcpfNjzSEGo+fPnx2abbVb1Q5RCrikwWyk02zFI+v180EEHZTun77rrrrHxxhvHOuus0+seKSD4v//3/44f/vCHWWAufRlFpd0wu16Yxv7a174WX/rSl9YanutrB9eqJ1rHiSngm76Ao5Yd5uu4TW4vefnll7MdHx966KHOGnffffdYuHBhpF1HGz0qBVwbHbPS9bWsEdPrIa0xb7jhhj5L2X777eOkk07KdtnccsstY+jQod3Off/99+P3v/999vzPmzcvez30dVx88cXZ/aoNDFcKuLbCrOuYaZ2eQuqbbLJJq29V1/iVgthpt9y04+ywYcPqGnOgLnrppZey99lHH/3//zNI2jk4vVaq3UE6fbFAej677hZ8wAEHZH/3+tCHPlTT1ARca+JyMgECBAgQIECAQMkFBFxL3mDTI0CAAAECBAgQIECAAAECBAgQIECAAAECBAgQIECAQA+BHSPi2ZyoCLjmpBHKKI/AU089FYccckik0ETHMWfOnEg7glV7VBrjjDPOyHaWWnfddasdpvM8AdeayVxAoKUCAq4N8xYx4FrY9V+7A67p6Ug7lqfQWaXwaPqdlnZd7Rm6W9tTlb44IgVjU9D0j3/8Y1UP4Gc+85nYcMMNO89duXLlWneArDRoCs1ecskl8alPfarf3SvbHXBN4db05RtHHXVUv7VVBVbAk9Jukqk/6ZnqeqQdSQ877LCGZ5THgGuaVHoNpNdQCqdWc3R9LaRA4LPPPttvsDuNe8EFF2R/atkVtd0B1+SQaqz2S2iq8WrmOWk32ksvvTTb9bTrkd4jx40b18xbtWWs9MUAhx9+eLd7PfjggzWF7CuNkQLKKfRbYX211nkJuLal7W5CgAABAgQIECBQEAEB14I0SpkECBAgQIAAAQIECBAgQIAAAQIECBAgQIAAAQIECBAooYCAawmbakoDJ1ApKDF69Oi44447YrvttquqsLSzVvqAdtfQQfrQfdqlaN99961qjJ4nCbjWxeYiAi0TEHBtmLaIAdeGJ93EAWpa/w1EwDWFjtKuj9ddd12vaaedNVMIbo899qiJJAXFfv7zn8f06dPj3nvvrenaWk/eZZddsvuMHTu26i+maGfANdldffXVsdNOO9UcCKvVIu/np11IDz300G6BzUa+VKTrfPMacE01ptdY2sU1BXz724W41h6m8PRVV12V7dRZSxA93addAdf0Gk27On/2s5+tuFtzrXNu1fmVdhnee++9M6ctttiiVbdtybjp7zinn356fPvb3+4cP71H3nLLLbH55ptXdc+0c/DkyZPjvvvu6zy/1r9rdb2RgGtV7E4iQIAAAQIECBAYJAICroOk0aZJgAABAgQIECBAgAABAgQIECBAgAABAgQIECBAgACBHArUFHDIYf1KIpArgd/+9rdxzDHHxJNPPtlZ1xe+8IUsoFPN7lUpfLNo0aKYOnVqt7BBCl7cdNNNMXLkyLrmK+BaF5uLCLRMQMC1YVoB18YIa1r/DUTANU1v+fLl2e/U5557rtdsjzjiiJg7d25dvxfTbq4PPfRQXHHFFfHDH/6wMckeV6cdW0877bTYZ599qg62dgzRjoBrI/U1FSpHg73++utx0kknZV8k0nE0EpjrOrU8B1xTna0IfadnLM17xx3TptW1H60MuKYvjElfFnPKKafU9RqtfTaNX1EpgJ12c00B+iFDhjR+gzaO8NRTT8UhhxwSKbTbcdQyl3fffTfSTq1p192uRyOBdAHXNj4AbkWAAAECBAgQIJB7AQHX3LdIgQQIECBAgAABAgQIECBAgAABAgQIECBAgAABAgQIECitQE0Bh9IqmBiBJgikkMDs2bPj7LPP7jbanXfeGYcddlhVd0hhnhNPPLFbQDZ9GH/BggUxfvz4qsaodJKAa910LiTQEgEB14ZZBVwbI6xp/TdQAdf0e3X+/Plx8sknV5ztjTfemO3kV+H1VJVOCkulL6RIXyyR/lKyDJUAACAASURBVPzxj3+s6rqeJ+22227Z7/kjjzwy0u6y9dbTzIBr2kFzzJgxsemmm8bOO++c7dSa/v96vyijLpgCXZS+RCQ9S12PFKSbNm1a3f1MY+U94Nox3/fffz97LcyZMycL+ta6o2taq6YvY0lf0JJeD+uss07d3W9WwHXbbbfNXo9bb711bLfddlldn/jEJ2L48OF119buC1MYP+1kfe2113beOu10+t3vfjd23XXXdpfT0P2aMZfHHnssTjjhhFi5cmVnLanHixcvzt7n6jkEXOtRcw0BAgQIECBAgEBZBQRcy9pZ8yJAgAABAgQIECBAgAABAgQIECBAgAABAgQIECBAgED+BWoKOOR/OiokMHAClXaaGzduXMybNy8+/OEP91vYK6+8ku0otWTJkm7nnnrqqXHllVdWtQNsXzcRcO2X3wkE2iog4Nowt4BrY4TWfz38Utj117/+dTzzzDPx7LPPZrvGphDVCy+80Hmm0GhjD12er/7d734XkyZNih/84AedZaZdeNMXjHzkIx/Jc+lNry0F/v7X//pfWeD1pz/9afY6SK+HrgHwFB5NwdEUKtx9991jl112EZ5ueiciKu14mv6ukL5Qp0hB3UTzyCOPxHHHHddt99Za5lLpS4DSuDNnzsy+XGjo0KF1dUDAtS42FxEgQIAAAQIECJRUQMC1pI01LQIECBAgQIAAAQIECBAgQIAAAQIECBAgQIAAAQIECBRAQMChAE1SYv4F3nzzzWyHpRtuuKFbsbfeemtMnDix3wm8+uqr2YezU5Ci65F2m/rWt74Vo0eP7neMtZ0g4NoQn4sJNF1AwLVhUgHXxgit/xrzc3XJBNJuwWmXzK985SvdZtboLsElYzKdNgqkHU8vvPDCSDsJdxxp99bbbrst9txzzzZW0vitKn2JTy1zWbFiRZx++unx4IMPditm/PjxMXfu3Gyn6noPAdd65VxHgAABAgQIECBQRgEB1zJ21ZwIECBAgAABAgQIECBAgAABAgQIECBAgAABAgQIECBQDAEBh2L0SZU5FkihiEWLFsXUqVNj9erVnZVWu3trX+HWDTbYIObMmRPHHHNMVAjD1SQi4FoTl5MJtFxAwLVhYgHXxgit/xrzc3UJBeziWsKmFnhKTz/9dEyYMCHbQbfjqGXH07xMPe2OnUK65513XreSqp1LX+HWUaNGxc033xx77bVXQ1MVcG2Iz8UECBAgQIAAAQIlExBwLVlDTYcAAQIECBAgQIAAAQIECBAgQIAAAQIECBAgQIAAAQIFEhBwKFCzlJpPgcceeyxOOOGEbh9AT+HUtBtr2llobUf60Pq0adPi7rvv7nXazJkzs11dhw4d2vDEBVwbJjQAgaYKCLg2zCng2hih9V9jfq4uqUDaHfPkk0/u9oUlV155ZZx11lkxZMiQks7atPIm8Oabb2Z/P5g3b15naSnQuXjx4th5553zVm6f9fT1JUDVzuVnP/tZnHHGGfHjH/+42z2a+SVAAq6FeZwUSoAAAQIECBAg0AYBAdc2ILsFAQIECBAgQIAAAQIECBAgQIAAAQIECBAgQIAAAQIECFQUEHDwYBBoUGD58uVx4oknxpNPPtk50pQpU2L27NkxYsSIPkd/9tln44tf/GL8/Oc/73XOxRdfHOeee24MHz68wer+/XIB16YwGoRA0wQEXBumFHBtjND6rzE/V5dUYNWqVfHlL385brnlls4Zjh49OlLwdYcddijprE0rbwJLliyJSZMmlSJoXemLgNLfS9KOrmv7Ep8HHnggpk6d2u0LhFKfUrg1/R0rfblQM74ESMA1b0+/eggQIECAAAECBAZSQMB1IPXdmwABAgQIECBAgAABAgQIECBAgAABAgQIECBAgAABAoNbQMBhcPff7Jsk0PXD29UGId599924+eabsx2aVq9e3VnJBRdcEOnP2sKxtZYt4FqrmPMJtFZAwLVhXwHXxgit/xrzc3WJBZYtWxZHH310pC8w6TiOP/74+OY3vxkbbrhhiWduankQePHFF+O4447rtmvp+PHjY+7cubHpppvmocSaaui5i+s+++wTCxYsiI985CNrHScFT9PuyelLfzqOFG697LLLsuBrM8KtaVwB15ra6WQCBAgQIECAAIGSCwi4lrzBpkeAAAECBAgQIECAAAECBAgQIECAAAECBAgQIECAAIEcCwg45Lg5SiuOQPrw9vz58+Pkk0+OG2+8MSZPnhwVAmy9JvT+++/HwoUL49RTT81+lnZtPfvss5u2c2vHDQVci/MsqXRwCAi4NtxnAdfGCK3/GvNzdYkFegbyOqZay/quxDym1kKBd955Jy688MKYNWtW511GjRqVfSHOXnvt1cI7t3bo9KU+06dPz0Liixcvjv3226+qGyaPq666Kvvin4022ij7vydOnNi0cGsqQsC1qlY4iQABAgQIECBAYJAICLgOkkabJgECBAgQIECAAAECBAgQIECAAAECBAgQIECAwP9j725g9Szr+4H/CkSyvkBYNsGEWY0rrBHoWlBCGzQRom3EVnmVdoCklDLoCgy0nY45h2wFdR1N6Sgv0fHSAqViO5N2rrqgBVMisLIuTInTuhBl2SDYlw0Sev65n/9O8zztOZxzn+t5rue+n+dzErOkvX/X77o+v3vxkvbLTYAAgQoKCDhUcCi2VE+Bffv2xfr16+PSSy8t9fXV4i99r1y5Mt75zne2/S9tD0oWf6H829/+9kHY8847L/7oj/6ontB2TaAHBARck4co4JpG6P6X5qe6xwWKO13xLx1Zs2bNwZMWQcOHH344Zs2a1eOnd7xuCAwXrP6bv/mbWLp06aj+xTnd2Pdoe77yyiuxdevW0v9bp/j/xeIrruecc0587GMfa7vD//7v/8Ztt90WzzzzzMGjFP/ioeKruZ34cf/rhKo1CRAgQIAAAQIE2iUg4NouSesQIECAAAECBAgQIECAAAECBAgQIECAAAECBAgQIECAQFkBAYeyYp4nQIAAAQKJAgIOiYARAq5phO5/aX6q+0CgCOQtXrw4Nm3adPC0Reht7dq1cfzxx/eBgCPmFHjyySfjiiuuiN27dx9sWwQt77jjjlL/4pyce9arvID7X3kzFQQIECBAgAABAvkEBFzzWetEgAABAgQIECBAgAABAgQIECBAgAABAgQIECBAgAABAq0CAg7eCAIECBAgkFlAwCEZXMA1jdD9L81PdZ8IvPjii3HllVfGjh07Dp5Y6LBPhp/xmC+//HJcd911wtQZzbvVyv2vW/L6EiBAgAABAgQIjEZAwHU0Sp4hQIAAAQIECBAgQIAAAQIECBAgQIAAAQIECBAgQIAAgU4ICDh0QtWaBAgQIEDgbQQEHJJfDwHXNEL3vzQ/1X0k8O///u/xi1/8ouXEv/u7vxsnnnhiHyk4aqcEDhw4ELt27YpXX321pcXUqVN9KbhT6F1c1/2vi/haEyBAgAABAgQIjCgg4DoikQcIECBAgAABAgQIECBAgAABAgQIECBAgAABAgQIECBAoEMCAg4dgrUsAQIECBAYTkDAIfndEH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HIuLgn1sfOHAghvhLl8gIECBAgACBNgkMDAzEEUcc0bxaETZs+YU2terlZQRc06br/pfmp5oAAQIECJQScP8rxeVhAgQIECBAgACBLggIuHYBXUsCBAgQIECAAAECBAgQIECAAAECBAgQIECAAAECBAgQaAjsjYgJgxa//vWvY9KkSWgIECBAgACBDgns2bMnjjnmmObV90XExA6169VlBVzTJuv+l+anmgABAgQIlBJw/yvF5WECBAgQIECAAIEuCAi4dgFdSwIECBAgQIAAAQIECBAgQIAAAQIECBAgQIAAAQIECBBoCPw8IiYPWvzkJz+JKVOmoCFAgAABAgQ6JPDSSy/FSSed1Lz67oh4T4fa9eqyAq5pk3X/S/NTTYAAAQIESgm4/5Xi8jABAgQIECBAgEAXBARcu4CuJQECBAgQIECAAAECBAgQIECAAAECBAgQIECAAAECBAg0BL4fEWcPWmzZsiVmz56NhgABAgQIEOiQwNatW2POnDnNq/8gIj7UoXa9uqyAa9pk3f/S/FQTIECAAIFSAu5/pbg8TIAAAQIECBAg0AUBAdcuoGtJgAABAgQIECBAgAABAgQIECBAgAABAgQIECBAgAABAg2BeyPiqkGLFStWxLJly9AQIECAAAECHRK4/fbbY/ny5c2r3xcRizrUrleXFXBNm6z7X5qfagIECBAgUErA/a8Ul4cJECBAgAABAgS6ICDg2gV0LQkQIECAAAECBAgQIECAAAECBAgQIECAAAECBAgQIECgIfCHEbFm0GLu3LmxadMmNAQIECBAgECHBObNmxebN29uXv3aiPjbDrXr1WUFXNMm6/6X5qeaAAECBAiUEnD/K8XlYQIECBAgQIAAgS4ICLh2AV1LAgQIECBAgAABAgQIECBAgAABAgQIECBAgAABAgQIEGgITIuIfx60GD9+fOzduzfGjfNH2d4PAgQIECDQboGBgYGYOHFi7N+/v3np34+Ine3u1ePrCbimDdj9L81PNQECBAgQGLWA+9+oqTxIgAABAgQIECDQRQF/KthFfK0JECBAgAABAgQIECBAgAABAgQIECBAgAABAgQIECBAIH4eEZMHHTZs2BAXXnghFgIECBAgQKDNAo8//nhcdNFFzavujoj3tLlNPywn4Jo+Zfe/dEMrECBAgACBEQXc/0Yk8gABAgQIECBAgEAFBARcKzAEWyBAgAABAgQIECBAgAABAgQIECBAgAABAgQIECBAgEAfC9wZEUsHzz937tzYtGlTH3M4OgECBAgQ6IzAvHnzYvPmzc2Lr4qI6zvTradXFXBNH6/7X7qhFQgQIECAwIgC7n8jEnmAAAECBAgQIECgAgICrhUYgi0QIECAAAECBAgQIECAAAECBAgQIECAAAECBAgQIECgjwXOioinm8//3HPPxfTp0/uYxNEJECBAgEB7BZ5//vmYMWPGoYvOjIgftrdTX6wm4Jo+Zve/dEMrECBAgACBtxVw//OCECBAgAABAgQI1EVAwLUuk7JPAgQIECBAgAABAgQIECBAgAABAgQIECBAgAABAgQI9K7A9yPi7MHjzZ8/Px5++OHePa2TESBAgACBzAILFiyIdevWNXf9QUR8KPM2eqWdgGt7Jun+1x5HqxAgQIAAgSEF3P+8GAQIECBAgAABAnUREHCty6TskwABAgQIECBAgAABAgQIECBAgAABAgQIECBAgAABAr0rcHFEPNp8vC1btsTs2bN798RORoAAAQIEMgls3bo15syZc2i3SyLisUxb6LU2Aq7tmaj7X3scrUKAAAECBA4TcP/zUhAgQIAAAQIECNRJQMC1TtOyVwIECBAgQIAAAQIECBAgQIAAAQIECBAgQIAAAQIECPSuQMtXvE455ZR44YUXYtw4f6zduyN3MgIECBDotMDAwECcdtppsWvXruZWvt6aBi/gmubXXO3+1z5LKxEgQIAAgYaA+58XgQABAgQIECBAoG4C/iSwbhOzXwIECBAgQIAAAQIECBAgQIAAAQIECBAgQIAAAQIECPSmwEci4rvNR1u0aFHcc889vXlapyJAgAABAhkErr766rj33nsP7XRORHwvQ/tebSHg2r7Juv+1z9JKBAgQIECgIeD+50UgQIAAAQIECBCom4CAa90mZr8ECBAgQIAAAQIECBAgQIAAAQIECBAgQIAAAQIECBDoXYE7I2Jp8/FWrFgRy5Yt690TOxkBAgQIEOiQwO233x7Lly8/dPVVEXF9h1r2y7ICru2dtPtfez2tRoAAAQJ9LOD+18fDd3QCBAgQIECAQI0FBFxrPDxbJ0CAAAECBAgQIECAAAECBAgQIECAAAECBAgQIECAQA8K/CgiTm8+1+rVq+O6667rwaM6EgECBAgQ6IzAXXfdFUuWLDl08Wcj4ozOdOyrVQVc2z9u97/2m1qRAAECBPpMwP2vzwbuuAQIECBAgACBHhIQcO2hYToKAQIECBAgQIAAAQIECBAgQIAAAQIECBAgQIAAAQIEekBgWkQ8FRETms/iS649MFlHIECAAIEsAsN8uWtfRMyKiJ1ZNtHbTQRc2z9f97/2m1qRAAECBPpIwP2vj4btqAQIECBAgACBHhQQcO3BoToSAQIECBAgQIAAAQIECBAgQIAAAQIECBAgQIAAAQIEai5wXkT8/aFnWLRoUaxduzbGjfNH3TWfr+0TIECAQAcEBgYGYvHixXHvvfcOtfonIuLbHWjbj0sKuHZm6u5/nXG1KgECBAj0sID7Xw8P19EIECBAgAABAn0k4E/9+mjYjkqAAAECBAgQIECAAAECBAgQIECAAAECBAgQIECAAIEaCVwcEY8eut9TTjklvvKVr8Ts2bNrdBRbJUCAAAECnRXYunVrfPazn41du3YN1eiSiHisszvoq9UFXDs3bve/ztlamQABAgR6TMD9r8cG6jgECBAgQIAAgT4WEHDt4+E7OgECBAgQIECAAAECBAgQIECAAAECBAgQIECAAAECBCouUHzJ65GImHDoPufPnx8333xzTJ8+veJHsD0CBAgQINA5geeffz6++tWvxrp164Zqsi8iPu3LrW33F3BtO2nLgu5/nfW1OgECBAjUXMD9r+YDtH0CBAgQIECAAIHDBARcvRQECBAgQIAAAQIECBAgQIAAAQIECBAgQIAAAQIECBAgUGWBaRFxf0ScPtQm586dG5dddllccMEFMW6cPwKv8iDtjQABAgTaIzAwMBAbN26MBx98MDZv3jzcos9GxMKI2NmerlZpEhBw7fzr4P7XeWMdCBAgQKBGAu5/NRqWrRIgQIAAAQIECJQW8Kd7pckUECBAgAABAgQIECBAgAABAgQIECBAgAABAgQIECBAgEAXBO6MiKXD9R0/fnyce+65MXPmzJg2bVq8733vixNOOCEmTpwo+NqFYWlJgAABAukCRZBh79698atf/Sp++tOfxs6dO+Ppp5+Obdu2xf79+9+uwaqIuD59B1YYRkDANd+r4f6Xz1onAgQIEKiAgPtfBYZgCwQIECBAgAABAtkFBFyzk2tIgAABAgQIECBAgAABAgQIECBAgAABAgQIECBAgAABAmMU+EhE/HlEnD3GemUECBAgQKCXBX7wf/89+b1ePmQFzibgmncI7n95vXUjQIAAgXoJuP/Va152S4AAAQIECBAgMISAgKvXggABAgQIECBAgAABAgQIECBAgAABAgQIECBAgAABAgTqJnBxRCwRdK3b2OyXAAECBDokUAQbVkfEYx1a37KtAgKu3Xkj3P+6464rAQIECFRTwP2vmnOxKwIECBAgQIAAgTEICLiOAU0JAQIECBAgQIAAAQIECBAgQIAAAQIECBAgQIAAAQIECFRC4KyI+HREzIuIyZXYkU0QIECAAIE8ArsjYlNEPBIRP8zTUpf/ExBw7e6r4P7XXX/dCRAgQKB7Au5/3bPXmQABAgQIECBAoIMCAq4dxLU0AQIECBAgQIAAAQIECBAgQIAAAQIECBAgQIAAAQIECGQTmBYRMyNiRkScHBHvjojfiojxEeHPxrONQSMCBAgQaKPAQETsj4j/iohfRMSPI+K5iHg6Ina2sY+lygkIuJbz6uTT7n+d1LU2AQIECHRDwP2vG+p6EiBAgAABAgQIdFXAH+J1lV9zAgQIECBAgAABAgQIECBAgAABAgQIECBAgAABAgQIECBAgAABAgQIEKiRgIBrjYZlqwQIECBAgAABAgQIECBAgAABAtUWEHCt9nzsjgABAgQIECBAgAABAgQIECBAgAABAgQIECBAgAABAgQIECBAgAABAgSqIyDgWp1Z2AkBAgQIECBAgAABAgQIECBAgEDNBQRcaz5A2ydAgAABAgQIECBAgAABAgQIECBAgAABAgQIECBAgAABAgQIECBAgACBbAICrtmoNSJAgAABAgQIECBAgAABAgQIEOh1AQHXXp+w8xEgQIAAAQIECBAgQIAAAQIECBAgQIAAAQIECBAgQIAAAQIECBAgQIBAuwQEXNslaR0CBAgQIECAAAECBAgQIECAAIG+FxBw7ftXAAABAgQIECBAgAABAgQIECBAgAABAgQIECBAgAABAgQIECBAgAABAgQIjFJAwHWUUB4jQIAAAQIECBAgQIAAAQIECBAgMJKAgOtIQn6fAAECBAgQIECAAAECBAgQIECAAAECBAgQIECAAAECBAgQIECAAAECBAj8fwEB+UL39wAAIABJREFUV28CAQIECBAgQIAAAQIECBAgQIAAgTYJCLi2CdIyBAgQIECAAAECBAgQIECAAAECBAgQIECAAAECBAgQIECAAAECBAgQINDzAgKuPT9iByRAgAABAgQIECBAgAABAgQIEMglIOCaS1ofAgQIECBAgAABAgQIECBAgAABAgQIECBAgAABAgQIECBAgAABAgQIEKi7gIBr3Sdo/wQIECBAgAABAgQIECBAgAABApUREHCtzChshAABAgQIECBAgAABAgQIECBAgAABAgQIECBAgAABAgQIECBAgAABAgQqLiDgWvEB2R4BAgQIECBAgAABAgQIECBAgEB9BARc6zMrOyVAgAABAgQIECBAgAABAgQIECBAgAABAgQIECBAgAABAgQIECBAgACB7goIuHbXX3cCBAgQIECAAAECBAgQIECAAIEeEhBw7aFhOgoBAgQIECBAgAABAgQIECBAgAABAgQIECBAgAABAgQIECBAgAABAgQIdFRAwLWjvBYnQIAAAQIECBAgQIAAAQIECBDoJwEB136atrMSIECAAAECBAgQIECAAAECBAgQIECAAAECBAgQIECAAAECBAgQIECAQIqAgGuKnloCBAgQIECAAAECBAgQIECAAAECTQICrl4HAgQIECBAgAABAgQIECBAgAABAgQIECBAgAABAgQIECBAgAABAgQIECAwOgEB19E5eYoAAQIECBAgQIAAAQIECBAgQIDAiAICriMSeYAAAQIECBAgQIAAAQIECBAgQIAAAQIECBAgQIAAAQIECBAgQIAAAQIECDQEBFy9CAQIECBAgAABAgQIECBAgAABAgTaJCDg2iZIyxAgQIAAAQIECBAgQIAAAQIECBAgQIAAAQIECBAgQIAAAQIECBAgQIBAzwsIuPb8iB2QAAECBAgQIECAAAECBAgQIEAgl4CAay5pfQgQIECAAAECBAgQIECAAAECBAgQIECAAAECBAgQIECAAAECBAgQIECg7gICrnWfoP0TIECAAAECBAgQIECAAAECBAhURkDAtTKjsBECBAgQIECAAAECBAgQIECAAAECBAgQIECAAAECBAgQIECAAAECBAgQqLiAgGvFB2R7BAgQIECAAAECBAgQIECAAAEC9REQcK3PrOyUAAECBAgQIECAAAECBAgQIECAAAECBAgQIECAAAECBAgQIECAAAECBLorIODaXX/dCRAgQIAAAQIECBAgQIAAAQIEekhAwLWHhukoBAgQIECAAAECBAgQIECAAAECBAgQIECAAAECBAgQIECAAAECBAgQINBRAQHXjvJanAABAgQIECBAgAABAgQIECBAoJ8EBFz7adrOSoAAAQIECBAgQIAAAQIECBAgQIAAAQIECBAgQIAAAQIECBAgQIAAAQIpAgKuKXpqCRAgQIAAAQIECBAgQIAAAQIECDQJCLh6HQgQIECAAAECBAgQIECAAAECBAgQIECAAAECBAgQIECAAAECBAgQIECAwOgEBFxH5+QpAgQIECBAgAABAgQIECBAgAABAiMKCLiOSOQBAgQIECBAgAABAgQIECBAgAABAgQIECBAgAABAgQIECBAgAABAgQIECDQEBBw9SIQIECAAAECBAgQIECAAAECBAgQaJOAgGubIC1DgAABAgQIECBAgAABAgQIECBAgAABAgQIECBAgAABAgQIECBAgAABAj0vIODa8yN2QAIECBAgQIAAAQIECBAgQIAAgVwCAq65pPUhQIAAAQIECBAgQIAAAQIECBAgQIAAAQIECBAgQIAAAQIECBAgQIAAgboLCLjWfYL2T4AAAQIECBAgQIAAAQIECBAgUBkBAdfKjMJGCBAgQIAAAQIECBAgQIAAAQIECBAgQIAAAQIECBAgQIAAAQIECBAgQKDiAgKuFR+Q7REgQIAAAQIECBAgQIAAAQIECNRHQMC1PrOyUwIECBAgQIAAAQIECBAgQIAAAQIECBAgQIAAAQIECBAgQIAAAQIECBDoroCAa3f9dSdAgAABAgQIECBAgAABAgQIEOghAQHXHhqmoxAgQIAAAQIECBAgQIAAAQIECBAgQIAAAQIECBAgQIAAAQIECBAgQIBARwUEXDvKa3ECBAgQIECAAAECBAgQIECAAIF+EhBw7adpOysBAgQIECBAgAABAgQIECBAgAABAgQIECBAgAABAgQIECBAgAABAgQIpAgIuKboqSVAgAABAgQIECBAgAABAgQIECDQJCDg6nUgQIAAAQIECBAgQIAAAQIECBAgQIAAAQIECBAgQIAAAQIECBAgQIAAAQKjExBwHZ2TpwgQIECAAAECBAgQIECAAAECBAiMKCDgOiKRBwgQIECAAAECBAgQIECAAAECBAgQIECAAAECBAgQIECAAAECBAgQIECAQENAwNWLQIAAAQIECBAgQIAAAQIECBAgQKBNAgKubYK0DAECBAgQIECAAAECBAgQIECAAAECBAgQIECAAAECBAgQIECAAAECBAj0vICAa8+P2AEJECBAgAABAgQIECBAgAABAgRyCQi45pLWhwABAgQIECBAgAABAgQIECBAgAABAgQIECBAgAABAgQIECBAgAABAgTqLiDgWvcJ2j8BAgQIECBAgAABAgQIECBAgEBlBARcKzMKGyFAgAABAgQIECBAgAABAgQIECBAgAABAgQIECBAgAABAgQIECBAgACBigsIuFZ8QLZHgAABAgQIECBAgAABAgQIECBQHwEB1/rMyk4JECBAgAABAgQIECBAgAABAgQIECBAgAABAgQIECBAgAABAgQIECBAoLsCAq7d9dedAAECBAgQIECAAAECBAgQIECghwQEXHtomI5CgAABAgQIECBAgAABAgQIECBAgAABAgQIECBAgAABAgQIECBAgAABAh0VEHDtKK/FCRAgQIAAAQIECBAgQIAAAQIE+klAwLWfpu2sBAgQIECAAAECBAgQIECAAAECBAgQIECAAAECBAgQIECAAAECBAgQIJAiIOCaoqeWAAECBAgQIECAAAECBAgQIECAQJOAgKvXgQABAgQIECBAgAABAgQIECBAgAABAgQIECBAgAABAgQIECBAgAABAgQIjE5AwHV0Tp4iQIAAAQIECBAgQIAAAQIECBAgMKKAgOuIRB4gQIAAAQIECBAgQIAAAQIECBAgQIAAAQIECBAgQIAAAQIECBAgQIAAAQINAQFXLwIBAgQIECBAgAABAgQIECBAgACBNgkIuLYJ0jIECBAgQIAAAQIECBAgQIAAAQIECBAgQIAAAQIECBAgQIAAAQIECBAg0PMCAq49P2IHJECAAAECBAgQIECAAAECBAgQyCUg4JpLWh8CBAgQIECAAAECBAgQIECAAAECBAgQIECAAAECBAgQIECAAAECBAgQqLuAgGvdJ2j/BAgQIECAAAECBAgQIECAAAEClREQcK3MKGyEAAECBAgQIECAAAECBAgQIECAAAECBAgQIECAAAECBAgQIECAAAECBCouIOBa8QHZHgECBAgQIECAAAECBAgQIECAQH0EBFzrMys7JUCAAAECBAgQIECAAAECBAgQIECAAAECBAgQIECAAAECBAgQIECAAIHuCgi4dtdfdwIECBAgQIAAAQIECBAgQIAAgR4SEHDtoWE6CgECBAgQIECAAAECBAgQIECAAAECBAgQIECAAAECBAgQIECAAAECBAh0VEDAtaO8FidAgAABAgQIECBAgAABAgQIEOgnAQHXfpq2sxIgQIAAAQIECBAgQIAAAQIECBAgQIAAAQIECBAgQIAAAQIECBAgQIBAioCAa4qeWgIECBAgQIAAAQIECBAgQIAAAQJNAgKuXgcCBAgQIECAAAECBAgQIECAAAECBAgQIECAAAECBAgQIECAAAECBAgQIDA6AQHX0Tl5igABAgQIECBAgAABAgQIECBAgMCIAgKuIxJ5gAABAgQIECBAgAABAgQIECBAgAABAgQIECBAgAABAgQIECBAgAABAgQINAQEXL0IBAgQIECAAAECBAgQIECAAAECBNokIODaJkjLECBAgAABAgQIECBAgAABAgQIECBAgAABAgQIECBAgAABAgQIECBAgEDPCwi49vyIHZAAAQIECBAgQIAAAQIECBAgQCCXgIBrLml9CBAgQIAAAQIECBAgQIAAAQIECBAgQIAAAQIECBAgQIAAAQIECBAgQKDuAgKudZ+g/RMgQIAAAQIECBAgQIAAAQIECFRGQMC1MqOwEQIECBAgQIAAAQIECBAgQIAAAQIECBAgQIAAAQIECBAgQIAAAQIECBCouICAa8UHZHsECBAgQIAAAQIECBAgQIAAAQL1ERBwrc+s7JQAAQIECBAgQIAAAQIECBAgQIAAAQIECBAgQIAAAQIECBAgQIAAAQIEuisg4Npdf90JECBAgAABAgQIECBAgAABAgR6SEDAtYeG6SgECBAgQIAAAQIECBAgQIAAAQIECBAgQIAAAQIECBAgQIAAAQIECBAg0FEBAdeO8lqcAAECBAgQIECAAAECBAgQIECgnwQEXPtp2s5KgAABAgQIECBAgAABAgQIECBAgAABAgQIECBAgAABAgQIECBAgAABAikCAq4pemoJECBAgAABAgQIECBAgAABAgQINAkIuHodCBAgQIAAAQIECBAgQIAAAQIECBAgQIAAAQIECBAgQIAAAQIECBAgQIDA6AQEXEfn5CkCBAgQIECAAAECBAgQIECAAAECIwoIuI5I5AECBAgQIECAAAECBAgQIECAAAECBAgQIECAAAECBAgQIECAAAECBAgQINAQEHD1IhAgQIAAAQIECBAgQIAAAQIECBBok4CAa5sgLUOAAAECBAgQIECAAAECBAgQIECAAAECBAgQIECAAAECBAgQIECAAAECPS8g4NrzI3ZAAgQIECBAgAABAgQIECBAgACBXAICrrmk9SFAgAABAgQIECBAgAABAgQIECBAgAABAgQIECBAgAABAgQIECBAgACBugsIuNZ9gvZPgAABAgQIECBAgAABAgQIECBQGQEB18qMwkYIECBAgAABAgQIECBAgAABAgQIECBAgAABAgQIECBAgAABAgQIECBAoOICAq4VH5DtESBAgAABAgQIECBAgAABAgQI1EdAwLU+s7JTAgQIECBAgAABAgQIECBAgAABAgQIECBAgAABAgQIECBAgAABAgQIEOiugIBrd/11J0CAAAECBAgQIECAAAECBAgQ6CEBAdceGqajECBAgAABAgQIECBAgAABAgQIECBAgAABAgQIECBAgAABAgQIECBAgEBHBQRcO8prcQIECBAgQIAAAQIECBAgQIAAgX4SEHDtp2k7KwECBAgQIECAAAECBAgQIECAAAECBAgQIECAAAECBAgQIECAAAECBAikCAi4puipJUCAAAECBAgQIECAAAECBAgQINAkIODqdSBAgAABAgQIECBAgAABAgQIECBAgAABAgQIECBAgAABAgQIECBAgAABAqMTEHAdnZOnCBAgQIAAAQIECBAgQIAAAQIECIwoIOA6IpEHCBAgQIAAAQIECBAgQIAAAQIECBAgQIAAAQIECBAgQIAAAQIECBAgQIBAQ0DA1YtAgAABAgQIECBAgAABAgQIECBAoE0CAq5tgrQMAQIECBAgQIAAAQIECBAgQIAAAQIECBAgQIAAAQIECBAgQIAAAQIECPS8gIBrz4/YAQkQIECAAAECBAgQIECAAAECBHIJCLjmktaHAAECBAgQIECAAAECBAgQIECAAAECBAgQIECAAAECBAgQIECAAAECBOouIOBa9wnaPwECBAgQIECAAAECBAgQIECAQGUEBFwrMwobIUCAAAECBAgQIECAAAECBAgQIECAAAECBAgQIECAAAECBAgQIECAAIGKCwi4VnxAtkeAAAECBAgQIECAAAECBAgQIFAfAQHX+szKTgkQIECAAAECBAgQIECAAAECBAgQIECAAAECBAgQIECAAAECBAgQIECguwICrt31150AAQIECBAgQIAAAQIECBAgQKCHBARce2iYjkKAAAECBAgQIECAAAECBAgQIECAAAECBAgQIECAAAECBAgQIECAAAECHRUQcO0or8UJECBAgAABAgQIECBAgAABAgT6SUDAtZ+m7awECBAgQIAAAQIECBAgQIAAAQIECBAgQIAAAQIECBAgQIAAAQIECBAgkCIg4Jqip5YAAQIECBAgQIAAAQIECBAgQIBAk4CAq9eBAAECBAgQIECAAAECBAgQIECAAAECBAgQIECAAAECBAgQIECAAAECBAiMTkDAdXROniJAgAABAgQIECBAgAABAgQIECAwooCA64hEHiBAgAABAgQIECBAgAABAgQIECBAgAABAgQIECBAgAABAgQIECBAgAABAg0BAVcvAgECBAgQIECAAAECBAgQIECAAIE2CQi4tgnSMgQIECBAgAABAgQIECBAgAABAgQIECBAgAABAgQIECBAgAABAgQIECDQ8wICrj0/YgckQIAAAQIECBAgQIAAAQIECBDIJSDgmktaHwIECBAgQIAAAQIECBAgQIAAAQIECBAgQIAAAQIECBAgQIAAAQIECBCou4CAa90naP8ECBAgQIAAAQIECBAgQIAAAQKVERBwrcwobIQAAQIECBAgQIAAAQIECBAgQIAAAQIECBAgQIAAAQIECBAgQIAAAQIEKi4g4FrxAdkeAQIECBAgQIAAAQIECBAgQIBAfQQEXOszKzslQIAAAQIECBAgQIAAAQIECBAgQIAAAQIECBAgQIAAAQIECBAgQIAAge4KCLh21193AgQIECBAgAABAgQIECBAgACBHhIQcO2hYToKAQIECBAgQIAAAQIECBAgQIAAAQIECBAgQIAAAQIECBAgQIAAAQIECHRUQMC1o7wWJ0CAAAECBAgQIECAAAECBAgQ6CcBAdd+mrazEiBAgAABAgQIECBAgAABAgQIECBAgAABAgQIECBAgAABAgQIECBAgECKgIBrip5aAgQIECBAgAABAgQIECBAgAABAk0CAq5eBwIECBAgQIAAAQIECBAgQIAAAQIECBAgQIAAAQIECBAgQIAAAQIECBAgMDoBAdfROeV4alpEzIyIGRFxckS8OyJ+KyLGR4S/G5ljAnoQIECAQLsFBiJif0T8V0T8IiJ+HBHPRcTTEbGz3c2sR4AAAQIECBAgQKAKAv4hThWmYA8ECBAgQIAAAQIECBAgQIAAAQIECBAgQIAAAQIECBAgQIAAAQIECBAgUAcBAdfuTumsiPh0RMyLiMnd3YruBAgQIEAgq8DuiNgUEY9ExA+zdtaMAAECBAgQIECAQAcFBFw7iGtpAgQIECBAgAABAgQIECBAgAABAgQIECBAgAABAgQIECBAgAABAgQIEOgpAQHX7ozz4ohYEhFnd6e9rgQIECBAoFICP4iI1RHxWKV2ZTMECBAgQIAAAQIExiAg4DoGNCUECBAgQIAAAQIECBAgQIAAAQIECBAgQIAAAQIECBAgQIAAAQIECBAg0JcCAq55x/6RiPhzwda86LoRIECAQG0EiqBr8d+T36vNjm2UAAECBAgQIECAwCECAq5eCQIECBAgQIAAAQIECBAgQIAAAQIECBAgQIAAAQIECBAgQIAAAQIECBAgMDoBAdfRObXjqTsjYulwC40fPz7OPffcmDlzZkybNi3e9773xQknnBATJ06MceP81ch2DMAaBAgQIJBXYGBgIPbu3Ru/+tWv4qc//Wns3Lkznn766di2bVvs37//7TazKiKuz7tb3QgQIECAAAECBAi0R8A/xWmPo1UIECBAgAABAgQIECBAgAABAgQIECBAgAABAgQIECBAgAABAgQIECBAoPcFBFw7P+NpEXF/RJw+VKu5c+fGZZddFhdccIEga+dnoQMBAgQIVECgCL5u3LgxHnzwwdi8efNwO3o2IhZGxM4KbNkWCBAgQIAAAQIECIxaQMB11FQeJECAAAECBAgQIECAAAECBAgQIECAAAECBAgQIECAAAECBAgQIECAAIE+FxBw7ewLcF5EPBIREw5tM3/+/Lj55ptj+vTpnd2B1QkQIECAQIUFnn/++fjqV78a69atG2qX+yLi0xHx7QofwdYIECBAgAABAgQItAgIuHohCBAgQIAAAQIECBAgQIAAAQIECBAgQIAAAQIECBAgQIAAAQIECBAgQIDA6AQEXEfnNJanLo6IRw8tPOWUU+IrX/lKzJ49eyxrqiFAgAABAj0psHXr1vjsZz8bu3btGup8l0TEYz15cIciQIAAAQIECBDoOQEB154bqQMRIECAAAECBAgQIECAAAECBAgQIECAAAECBAgQIECAAAECBAgQIECAQIcEBFw7A1t8ufXvD1160aJFsXbt2hg3zl917Ay7VQkQIECgzgIDAwOxePHiuPfee4c6xid8ybXO07V3AgQIECBAgED/CPinPv0zayclQIAAAQIECBAgQIAAAQIECBAgQIAAAQIECBAgQIAAAQIECBAgQIAAgTQBAdc0v6Gqp0XEUxExofk3V6xYEcuWLWt/NysSIECAAIEeE7j99ttj+fLlh55qX0TMioidPXZcxyFAgAABAgQIEOgxAQHXHhuo4xAgQIAAAQIECBAgQIAAAQIECBAgQIAAAQIECBAgQIAAAQIECBAgQIBAxwQEXNtP+6OIOL152dWrV8d1113X/k5WJECAAAECPSpw1113xZIlSw493bMRcUaPHtmxCBAgQIAAAQIEekRAwLVHBukYBAgQIECAAAECBAgQIECAAAECBAgQIECAAAECBAgQIECAAAECBAgQINBxAQHX9hLfGRFLm5f05db2AluNAAECBPpHYJgvua6KiOv7R8FJCRAgQIAAAQIE6iYg4Fq3idkvAQIECBAgQIAAAQIECBAgQIAAAQIECBAgQIAAAQIECBAgQIAAAQIECHRLQMC1ffIfiYjvNi+3aNGiuOeee9rXwUoECBAgQKDPBK6++uq49957Dz31ORHxvT6jcFwCBAgQIECAAIGaCAi41mRQtkmAAAECBAgQIECAAAECBAgQIECAAAECBAgQIECAAAECBAgQIECAAAECXRcQcG3fCL4fEWcPLnfKKafECy+8EOPG+WuN7SO2EgECBAj0m8DAwECcdtppsWvXruaj/yAiPtRvFs5LgAABAgQIECBQDwH/JKgec7JLAgQIECBAgAABAgQIECBAgAABAgQIECBAgAABAgQIECBAgAABAgQIEOi+gIBre2ZwcUQ82rzUli1bYvbs2e1Z3SoECBAgQKCPBbZu3Rpz5sw5VOCSiHisj1kcnQABAgQIECBAoKICAq4VHYxtESBAgAABAgQIECBAgAABAgQIECBAgAABAgQIECBAgAABAgQIECBAgEDlBARc2zOSlq+3zp8/Px5++OH2rGwVAgQIECBAIBYsWBDr1q1rlvAVV+8FAQIECBAgQIBAJQUEXCs5FpsiQIAAAQIECBAgQIAAAQIECBAgQIAAAQIECBAgQIAAAQIECBAgQIAAgQoKCLimD+WsiHi6eZnnnnsupk+fnr6yFQgQIECAAIGGwPPPPx8zZsw4VGNmRPwQEQECBAgQIECAAIEqCQi4Vmka9kKAAAECBAgQIECAAAECBAgQIECAAAECBAgQIECAAAECBAgQIECAAAECVRYQcE2fzp0RsXRwmblz58amTZvSV7UCAQIECBAg0CIwb9682Lx5c/OvrYqI6zERIECAAAECBAgQqJKAgGuVpmEvBAgQIECAAAECBAgQIECAAAECBAgQIECAAAECBAgQIECAAAECBAgQIFBlAQHX9On8PCImDy6zYcOGuPDCC9NXtQIBAgQIECDQIvD444/HRRdd1PxruyPiPZgIECBAgAABAgQIVElAwLVK07AXAgQIECBAgAABAgQIECBAgAABAgQIECBAgAABAgQIECBAgAABAgQIEKiygIBr2nSmRcQ/Dy4xfvz42Lt3b4wb568yprGqJkCAAAEChwsMDAzExIkTY//+/c2/+fsRsZMXAQIECBAgQIAAgaoI+KdCVZmEfRAgQIAAAQIECBAgQIAAAQIECBAgQIAAAQIECBAgQIAAAQIECBAgQIBA1QUEXNMm9IcRsWZwiblz58amTZvSVlRNgAABAgQIDCswb9682Lx5c/PvXxsRf4uMAAECBAgQIECAQFUEBFyrMgn7IECAAAECBAgQIECAAAECBAgQIECAAAECBAgQIECAAAECBAgQIECAAIGqCwi4pk3o3oi4anCJFStWxLJly9JWVE2AAAECBAgMK3D77bfH8uXLm3//vohYhIwAAQIECBAgQIBAVQQEXKsyCfsgQIAAAQIECBAgQIAAAQIECBAgQIAAAQIECBAgQIAAAQIECBAgQIAAgaoLCLimTej7EXH24BJbtmyJ2bNnp62omgABAgQIEBhWYOvWrTFnzpzm3/9BRHwIGQECBAgQIECAAIGqCAi4VmUS9kGAAAECBAgQIECAAAECBAgQIECAAAECBAgQIECAAAECBAgQIECAAAECVRcQcE2b0M8jYvLgEj/5yU9iypQpaSuqJkCAAAECBIYVeOmll+Kkk05q/v3dEfEeZAQIECBAgAABAgSqIiDgWpVJ2AcBAgQIECBAgAABAgQIECBAgAABAgQIECBAgAABAgQIECBAgAABAgQIVF1AwDVtQnsjYsLgEr/+9a9j0qRJaSuqJkCAAAECBIYV2LNnTxxzzDHNv78vIiYiI0CAAAECBAgQIFAVAQHXqkzCPggQIECAAAECBAgQIECAAAECBAgQIECAAAECBAgQIECAAAECBAgQIECg6gICrmkTOhARB//e4oEDB2LcOH+NMY1UNQECBAgQGF5gYGAgjjjiiOYHBiKi5Rf4ESBAgAABAgQIEOimgH/dM3kQAAAgAElEQVQy1E19vQkQIECAAAECBAgQIECAAAECBAgQIECAAAECBAgQIECAAAECBAgQIECgTgICrmnTKkI1B3+K0I0fAgQIECBAoLMCQ/zLJGQIOktudQIECBAgQIAAgRICLqclsDxKgAABAgQIECBAgAABAgQIECBAgAABAgQIECBAgAABAgQIECBAgAABAn0tIOCaNn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BAgACB0gICrqXJFBAgQIAAAQIECGQUEHDNiK0VAQIECBAgQIAAAQIECBAgQIAAAQIECBAgQIAAAQIECBAgQIAAAQIECNRaQMA1bXwCrml+qgkQIECAQGkBAdfSZAoIECBAgAABAgQyCgi4ZsTWigABAgQIECBAgAABAgQIECBAgAABAgQIECBAgAABAgQIECBAgAABAgRqLSDgmjY+Adc0P9UECBAgQKC0gIBraTIFBAgQIECAAAECGQUEXDNia0WAAAECBAgQIECAAAECBAgQIECAAAECBAgQIECAAAECBAgQIECAAAECtRYQcE0bn4Brmp9qAgQIECBQWkDAtTSZAgIECBAgQIAAgYwCAq4ZsbUiQIAAAQIECBAgQIAAAQIECBAgQIAAAQIECBAgQIAAAQIECBAgQIAAgVoLCLimjU/ANc1PNQECBAgQKC0g4FqaTAEBAgQIECBAgEBGAQHXjNhaESBAgAABAgQIECBAgAABAgQIECBAgAABAgQIECBAgAABAgQIECBAgECtBQRc08Yn4Jrmp5oAAQIECJQWEHAtTaaAAAECBAgQIEAgo4CAa0ZsrQgQIECAAAECBAgQIECAAAECBAgQIECAAAECBAgQIECAAAECBAgQIECg1gICrmnjE3BN81NNgAABAgRKCwi4liZTQIAAAQIECBAgkFFAwDUjtlYECBAgQIAAAQIECBAgQIAAAQIECBAgQIAAAQIECBAgQIAAAQIECBAgUGsBAde08Qm4pvmpJkCAAAECpQUEXEuTKSBAgAABAgQIEMgoIOCaEVsrAgQIECBAgAABAgQIECBAgAABAgQIECBAgAABAgQIECBAgAABAgQIEKi1gIBr2vgEXNP8VBMgQIAAgdICAq6lyRQQIECAAAECBAhkFBBwzYitFQECBAgQIECAAAECBAgQIECAAAECBAgQIECAAAECBAgQIECAAAECBAjUWkDANW18Aq5pfqoJECBAgEBpAQHX0mQKCBAgQIAAAQIEMgoIuGbE1ooAAQIECBAgQIAAAQIECBAgQIAAAQIECBAgQIAAAQIECBAgQIAAAQIEai0g4Jo2PgHXND/VBAgQIECgtICAa2kyBQQIECBAgAABAhkFBFwzYmtFgAABAgQIECBAgAABAgQIECBAgAABAgQIECBAgAABAgQIECBAgAABArUWEHBNG5+Aa5qfagIECBAgUFpAwLU0mQICBAgQIECAAIGMAgKuGbG1IkCAAAECBAgQIECAAAECBAgQIECAAAECBAgQIECAAAECBAgQIECAAIFaCwi4po1PwDXNTzUBAgQIECgtIOBamkwBAQIECBAgQIBARgEB14zYWhEgQIAAAQIECBAgQIAAAQIECBAgQIAAAQIECBAgQIAAAQIECBAgQIBArQUEXNPGJ+Ca5qeaAAECBAiUFhBwLU2mgAABAgQIECBAIKOAgGtGbK0IECBAgAABAgQIECBAgAABAgQIECBAgAABAgQIECBAgAABAgQIECBAoNYCAq5p4xNwTfNTTYAAAQIESgsIuJYmU0CAAAECBAgQIJBRQMA1I7ZWBAgQIECAAAECBAgQIECAAAECBAgQIECAAAECBAgQIECAAAECBAgQIFBrAQHXtPEJuKb5qSZAgAABAqUFBFxLkykgQIAAAQIECBDIKCDgmhFbKwIECBAgQIAAAQIECBAgQIAAAQIECBAgQIAAAQIECBAgQIAAAQIECBCotYCAa9r4BFzT/FQTIECAAIHSAgKupckUECBAgAABAgQIZBQQcM2IrRUBAgQIECBAgAABAgQIECBAgAABAgQIECBAgAABAgQIECBAgAABAgQI1FpAwDVtfAKuaX6qCRAgQIBAaQEB19JkCggQIECAAAECBDIKCLhmxNaKAAECBAgQIECAAAECBAgQIECAAAECBAgQIECAAAECBAgQIECAAAECBGotIOCaNj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CQUWDv3r3x0EMPxeuvv56xa3tbnX/++TFlypT2Lmq12gkIuNZuZDZMgAABAgQIEOgrAQHXvhq3wxIgQIAAAQIECBAgQIAAAQIECBAgQIAAAQIECBAgQIAAAQIECBAgQIBAgoCAawJeRAi4pvmpJkAgo8B///d/x4IFC+If/uEfMnZtb6vt27fHrFmz2ruo1WonIOBau5HZMAECBAgQIECgrwQEXPtq3A5LgAABAgQIECBAgAABAgQIECBAgAABAgQIECBAgAABAgQIECBAgAABAgkCAq4JeAKuaXiqCRDIKyDgmtdbt84JCLh2ztbKBAgQIECAAAEC6QICrumGViBAgAABAgQIECBAgAABAgQIECBAgAABAgQIECBAgAABAgQIECBAgACB/hAQcE2bsy+4pvmpJlB5gQMHDsR//Md/xFNPPdX4z4svvhg7d+6MV1999eDeTz755Jg8eXJMmzYtzjrrrJgxY0b8zu/8ThxxxBGVOp+Aa6XGYTMJAgKuCXhKCRAgQIAAAQIEOi4g4NpxYg0IECBAgAABAgQIECBAgAABAgQIECBAgAABAgQIECBAgAABAgQIECBAoEcEBFzTBingmuZX++of//jHcckllzQCj80/Dz30UCxYsKAt5/vlL38Zl19+eWzbtq1lvZkzZ8a6desawcpO/7z22muxcOHCeOKJJ1pafeYzn4nVq1fHhAkTDv76//zP/8SNN94Ya9euTd7WYHD0N3/zN+OMM86I008/vREiPe6445LXHmmBIgy6fv36uOeee+Jf/uVfRnr8sN8/9dRT4+qrr46LL7443vnOd5au70TBUAHXNWvWxNSpUzvRLnnNPXv2xG233RY7duw4uNb27dtj1qxZyWtboN4CAq71np/dEyBAgAABAgR6XUDAtdcn7HwECBAgQIAAAQIECBAgQIAAAQIECBAgQIAAAQIECBAgQIAAAQIECBAg0C4BAdc0SQHXNL/aV+cIuA4MDMTKlSvjpptuOsxr48aNcf7553fc8ZlnnolPfvKTUYRtm3+G6t/OgOtwBzvvvPPihhtuiA9/+MNx1FFHtfX8xf7vvvvu+PKXv9zyldaxNinCuX/6p3/aCLs2B4HHul5K3VAB1yoHRuu235TZqC0nIOBazsvTBAgQIECAAAECeQUEXPN660aAAAECBAgQIECAAAECBAgQIECAAAECBAgQIECAAAECBAgQIECAAAEC9RUQcE2bnYBrml/tq3MEXAuk4QKmS5cujTvuuCOOPvrojlm+9dZb8aUvfSluvfXWlh7nnntuPPDAA/Gud72r5ddzBFwHGxZB12Jv06dPjyECb6VNXn755cbXZzds2FC6dqSCj370o42v3U6ZMmWkRzv2+3ULjNZtvx0bnIUPExBw9VIQIECAAAECBAhUWUDAtcrTsTcCBAgQIECAAAECBAgQIECAAAECBAgQIECAAAECBAgQIECAAAECBAgQqJKAgGvaNARc0/xqX50r4Lpv375YsmRJfOMb32gxmzZtWjz66KNx8sknd8yy+Grr5ZdfHtu2bWvpccstt8QXv/jFOPLII1t+PWfAtWg8adKkuO222xpfSE0J+r7yyiuxePHi2LRpU8cszzzzzPj6178eU6dO7ViPt1u4boHRuu23K0Pt06YCrn06eMcmQIAAAQIECNREQMC1JoOyTQIECBAgQIAAAQIECBAgQIAAAQIECBAgQIAAAQIECBAgQIAAAQIECBDouoCAa9oIBFzT/GpfnSvgWkB985vfjAsuuOAws/vuuy8WLlzYMcvNmzfHvHnzWtYvvtr6rW99Kz74wQ8e1jd3wHVwA5///Oej+M+ECRNKWxQB4s997nOxZs2aIWtPPfXUuOiii+IjH/lInHTSSXHsscfGO97xjoPPvvnmm/Haa6/Fzp07o/Bav359vPrqq0OuVViuXbs2jj/++NL7TC2oW2C0bvtNnY/60QsIuI7eypMECBAgQIAAAQL5BQRc85vrSIAAAQIECBAgQIAAAQIECBAgQIAAAQIECBAgQIAAAQIECBAgQIAAAQL1FBBwTZubgGuaX+2rcwZcf/azn8Wll14aO3bsaHH7zGc+E6tXrx5TsHOkAbzxxhuN4OeqVatG3XO4gGvxddSVK1fGb/zGb4zUtvH7Bw4ciNdffz2K8OmuXbviySefbARHd+/ePWz9ihUr4qabboqjjjpqVD0GHyq+2nrZZZfFnj17WuomT54cX/7ylxvh1jJfhy2CmYVZcd5D1ywa/OVf/mXD9dCv35ba9BgerltgtG77HcNIlIxRQMB1jHDKCBAgQIAAAQIEsggIuGZh1oQAAQIECBAgQIAAAQIECBAgQIAAAQIECBAgQIAAAQIECBAgQIAAAQIEekBAwDVtiAKuaX61r84ZcH3rrbfiS1/6Utx6660tblOmTInHH388TjvttLZ7Dne+t/tqbLsCrkMdplh748aNjdBpsbdDfyZNmhR33313Iwg8RABuSJ/iy6vFF3CfeOKJlt8vwq1/93d/Fx/+8IfH5DowMBCPPvpoXHfddYd9zXXq1KmxYcOGeP/73z+mtcdaNFRgdMmSJXHiiSeOdcmO1hXzfuyxx+LFF1882Gf79u0xa9asjva1ePUFBFyrPyM7JECAAAECBAj0s4CAaz9P39kJECBAgAABAgQIECBAgAABAgQIECBAgAABAgQIECBAgAABAgQIECBAoIyAgGsZrcOfFXBN86t9dc6Aa4H11FNPxZw5cw77Kuhf//Vfx4033th2z/vvvz+uuuqqlnXPPPPMxpdU3/ve9w7Zr5MB18GG//Zv/xbXX399fOc73zlsD9OmTWvsrwiRjuZnKNOxBGWH6lWEXIsvud5www2H/fbXvva1xsxGG8QdzVlGemaogOtINVX7fQHXqk2kO/sRcO2Ou64ECBAgQIAAAQKjExBwHZ2TpwgQIECAAAECBAgQIECAAAECBAgQIECAAAECBAgQIECAAAECBAgQIECAgIBr2jsg4JrmV/vq3AHX4b42+qlPfSqKMOpxxx3XNtM9e/Y0vj764IMPtqx5yy23xBe/+MU48sgjh+yVI+BaNC6+6nnllVfGjh07DtvHTTfdFLfddlscffTRI3qsXLky/viP/7jluXZ6/ud//mcsWrQoNm/e3NLjwgsvjOJLuMcee+yIe2zXAwKu7ZK0TrcFBFy7PQH9CRAgQIAAAQIE3k5AwNX7QYAAAQIECBAgQIAAAQIECBAgQIAAAQIECBAgQIAAAQIECBAgQIAAAQIERicg4Do6p+GeEnBN86t9de6AawE21FdV3/Wud8W3vvWt+OAHP9g202eeeSY++clPxi9/+cuDaxZfNt2yZUvMmjVr2D65Aq7FBp588sm44oorYvfu3S37Ga3Hm2++GcuXL48i5Nr8UwR4i/+06+uqa9eujWuuuaalx6mnnhqPPfZY/N7v/V7bZjbSQgKuIwn5/boICLjWZVL2SYAAAQIECBDoTwEB1/6cu1MTIECAAAECBAgQIECAAAECBAgQIECAAAECBAgQIECAAAECBAgQIECAQHkBAdfyZs0VAq5pfrWv7kbAdbiet956a3zhC19oSyhzYGCgEfosvoTa/DOaL5vmDLgW+1y1alXccMMNh71LI31ptigYbq9/8Rd/EUV9u36effbZ+MQnPtESFi7W3r59+9uGhdvVf3CdoQKua9asialTp4661csvv9x4N4qv0p588smjrhvqwSJEXYSUr7322pgwYcJhjxRfES6+xNv8ld7cZkkHVNwxAQHXjtFamAABAgQIECBAoA0CAq5tQLQEAQIECBAgQIAAAQIECBAgQIAAAQIECBAgQIAAAQIECBAgQIAAAQIECPSFgIBr2pgFXNP8al/djYDrG2+8EZ/73Ocawc7mn3PPPTceeOCBKL5emvpTfLX18ssvj23btrUsdd9998XChQvfdvmcAddiI8Pt9cwzz4z169fHe9/73mH3O9xeb7zxxlixYkW84x3vSKVs1BdfmJ0/f34cOHAgjjnmmBg/fnzMmDGj8YXc4kuuuX6GCriONjBa7L34em8Rei7e+49//ONx1113xeTJk8e0/Wb7D3zgA7Fs2bI477zz4uijjz64Xsp+x7QpRbUREHCtzahslAABAgQIECDQlwICrn05docmQIAAAQIECBAgQIAAAQIECBAgQIAAAQIECBAgQIAAAQIECBAgQIAAgTEICLiOAa2pRMA1za/21d0IuBZo3/3ud6P4mmrxhcvBn0mTJsUTTzwR55xzTrLrUOuPJjBaNM4dcC16rl27Nq655prDzr1p06aYO3fu23oUX779sz/7s5Znzj777Fi3bl2ceOKJyZZVWiAlMFqEhRcvXtzyzs2bN69hf/zxx5c+5ne+85248MILW9YrAr933nlnvPvd726sV4RqX3/99cb/bX7P2xU8Lr1pBZUREHCtzChshAABAgQIECBAYAgBAVevBQECBAgQIECAAAECBAgQIECAAAECBAgQIECAAAECBAgQIECAAAECBAgQGJ2AgOvonIZ7SsA1za/21d0KuA731dI/+ZM/iSKweeSRR47Z9s0334zly5fHypUrW9ZYunRp3HHHHS1f2ByqSTcCri+88EIjLPnSSy+1bGk0Hps3b44iqHnoT/EF1+JrpUcdddSYLatWmBJw3bdvX+PLwWvWrGk51rXXXtt4LyZMmDDq47722muNsOyGDRtaah588MFYsGBBDBFeHPXaHuwPAQHX/pizUxIgQIAAAQIE6iog4FrXydk3AQIECBAgQIAAAQIECBAgQIAAAQIECBAgQIAAAQIECBAgQIAAAQIECOQWEHBNExdwTfOrfXW3Aq4DAwONAGoRwGz+mTlzZuPLo5MnTx6z7c9+9rO49NJLY8eOHQfXKPN12G4EXIuvfF511VXx+OOPt5z74x//eBShyeOOO25Yj6HOO/jwzTff3Ah1/vZv//aYPatUmBJwLc7xyiuvNIKpxZdxm3/KhoEffvjh+IM/+IOWNcYSlK2Srb3kFRBwzeutGwECBAgQIECAQDkBAddyXp4mQIAAAQIECBAgQIAAAQIECBAgQIAAAQIECBAgQIAAAQIECBAgQIAAgf4VEHBNm72Aa5pf7au7FXAt4P71X/81LrroonjxxRdbHDdu3Bjnn3/+mG2HCh9+6lOfivvvv/9tg6KDDbsRcH3rrbfilltuib/6q79qOfe0adPi0UcfjZNPPnlYjyIsvGrVqrjhhhuGfKYICy9cuLDxhdhinSOOOGLMtt0uTA24Fvv/0Y9+1LDYvXv3weMUAei77767EYwe6eurL7/8clx22WXxT//0TwfrzzzzzPj6178eU6dO7TaR/jUREHCtyaBskwABAgQIECDQpwICrn06eMcmQIAAAQIECBAgQIAAAQIECBAgQIAAAQIECBAgQIAAAQIECBAgQIAAgdICAq6lyVoKBFzT/Gpf3c2A6759+2LJkiXxjW98o8Vx6dKlcccdd8TRRx9d2ne4Nb/2ta/FjTfeOGJ4sWjYjYBr0feBBx6IK6644rAzb9++PWbNmvW2FsN9mfTQoiLgWoSHP/rRj8b06dPj2GOPLW3czYJ2BFyLQPD69evjmmuuiT179hw8zgc+8IF46KGH4qSTThr2iEUQuXg3P//5zx98pgjHFl/ZnTdvXjdp9K6ZgIBrzQZmuwQIECBAgACBPhMQcO2zgTsuAQIECBAgQIAAAQIECBAgQIAAAQIECBAgQIAAAQIECBAgQIAAAQIECIxZQMB1zHSNQgHXNL/aV3cz4FrgffOb34wLLrigxXE0Xy0dDv6FF15ofJ3zpZdeOvhI8VXNDRs2xPvf//5RzatbAdd//Md/bARPD/155JFH4pJLLhlx78WXcK+88srYsWPHiM8OPlCEXM8666z42Mc+FmeccUaccMIJlf7CazsCrsXZ33jjjfjCF74QRfC5+DnvvP/H3t3Aalne9wP/ofxnKmilbm1tl2HnLLo6j8IiE7Xaoi10E0TEVhBlQcANq7FYQC2xaGNRi0wCWkRTFcFXiqAG4kuHbbDTTSkOY6frLM18SxpdRchs1PPP/aTn7DmHczjPc+7n5b7v5/MkxvSc6+V3fX4X2pycr9ffxQ033BBHHHHEXu16ev31mmuuifnz58fAgQMrdjeQgICrO0CAAAECBAgQIJBlAQHXLHdHbQQIECBAgAABAgQIECBAgAABAgQIECBAgAABAgQIECBAgAABAgQIECCQJQEB13TdEHBN55f72c0OuL7++usxZcqU2Lx5cxfL2267LaZPn16Vb/Iy55IlS2LOnDld5lX7ImyzAq5btmyJE088cY8zJ6+KJkaVfHbs2FF6qXbdunWVDN9jTPLC6+jRo+NrX/tajBo1KoYMGdKvdeo1qVYB16S+1157LaZOnRojR44svciavMS6t8+7774b3/zmN0sv7XZ8kldbV6xYEZ/61KfqdWTrFlRAwLWgjXUsAgQIECBAgEBBBARcC9JIxyBAgAABAgQIECBAgAABAgQIECBAgAABAgQIECBAgAABAgQIECBAgACBugsIuKYjFnBN55f72c0OuH744YexcOHCSF7BLP9MmzYtli1bFoMGDarY+J133imFYruHO9evXx/jxo2reJ1mBVyfe+65OP300+ONN97oUuu1114bl19+ecX179q1K2699db43ve+F2+//XbF83oamLxsmoRrk8DrgQcemGqtWkzeW8C1t4BwLfat1RppXieuVQ3WyYaAgGs2+qAKAgQIECBAgACBngUEXN0MAgQIECBAgAABAgQIECBAgAABAgQIECBAgAABAgQIECBAgAABAgQIECBQmYCAa2VOvY0ScE3nl/vZzQ64JoDPPvtsnHHGGV2CnYcffng8+OCDcfTRR1ds/OSTT8aECRNi586dnXNOPfXU0oubhxxySMXrNCvg2lsvrr766liwYEHF9XcMTMKg99xzTyns+u///u9Vzy+fMHTo0Ljkkkti5syZVYWOU23aw2QB11qLWq9ZAgKuzZK3LwECBAgQIECAQCUCAq6VKBlDgAABAgQIECBAgAABAgQIECBAgAABAgQIECBAgAABAgQIECBAgAABAgQiBFzT3QIB13R+uZ+dhYBrEkidPXt2rFq1qovnjTfeGJdeemlFxr29BLt48eLSGj2EyXpdtygB144DfvDBB/Hyyy/HI488Ej/+8Y/jmWeeqci0p0EnnHBC/NM//VOMGDGiKtN+b9htooBrrSSt02wBAddmd8D+BAgQIECAAAECexMQcHU/CBAgQIAAAQIECBAgQIAAAQIECBAgQIAAAQIECBAgQIAAAQIECBAgQIBAZQICrpU59TZKwDWdX+5nZyHgmiDefvvtccEFF3TxTF5jTb4+ZMiQPp1fffXVOOecc7qEN/vzCmyyUbMCrr/85S/j7LPP3uO11f6+4Nob2u3KjOYAACAASURBVDvvvBP/+q//Gps3b45NmzbF1q1b+/QtH5C85pqEj5P+VBMcrmqTXgYLuNZC0RpZEBBwzUIX1ECAAAECBAgQINCbgICru0GAAAECBAgQIECAAAECBAgQIECAAAECBAgQIECAAAECBAgQIECAAAECBCoTEHCtzKm3UQKu6fxyPzsrAdeeAqqHHHJIPPTQQ3Hcccf16Zy8TDpx4sQu46ZNmxbLli2LQYMG9Tm/fECzAq5btmyJE088cY9af/jDH8asWbOqOkM1g3/3u9/F9u3bS2HXRx99tKLAaxJyvfPOO+Pkk0+uZqvUY7sHXNva2uK+++6LYcOGVbx2d+evfvWrsXr16jj44IMrXqP7n5v+1FHxZgYWUkDAtZBtdSgCBAgQIECAQGEEBFwL00oHIUCAAAECBAgQIECAAAECBAgQIECAAAECBAgQIECAAAECBAgQIECAAIE6Cwi4pgMWcE3nl/vZWQm4/v73v4/58+fHkiVLuphec801ceWVV+71pdBdu3bFRRddFHfccUeXuWvXro0zzzyz6h5lLeB69913x5QpU6o+R38mtLe3x1tvvRWPP/54KcD65JNP9rrMCSecEElthx56aH+26tccAdd+sZmUQQEB1ww2RUkECBAgQIAAAQKdAgKuLgMBAgQIECBAgAABAgQIECBAgAABAgQIECBAgAABAgQIECBAgAABAgQIEKhMQMC1MqfeRgm4pvPL/eysBFwTyCRMOWHChNi5c2en66mnnhp33XVXJK+59vZ58cUXY9KkSfHSSy91DjnllFNKr3J+5jOfqbpHzQq4JvWee+65e9T72GOPxWmnnVb1OdJO+Oijj+L555+PhQsXxiOPPNLjctdee23MnTs39t1337TbVTS/Fi+nesG1ImqD6iwg4FpnYMsTIECAAAECBAikEhBwTcVnMgECBAgQIECAAAECBAgQIECAAAECBAgQIECAAAECBAgQIECAAAECBAi0kICAa7pmC7im88v97CwFXN95552YPn16rFu3rtP1gAMOKP3v0aNH92qdvPr6rW99q8v3FyxYEFdddVW/gpfNCrh+//vfjyuuuKLLOZJg78MPPxwjRoxo2l17//3348Ybb9yjtqSgUaNGxZo1a2Lo0KENqa/7fe3P/gKuDWmVTfoQEHB1RQgQIECAAAECBLIsIOCa5e6ojQABAgQIECBAgAABAgQIECBAgAABAgQIECBAgAABAgQIECBAgAABAgSyJCDgmq4bAq7p/HI/O0sB1wSzp7Dq5ZdfHtdcc02PYdWeQrFJKPShhx6K4447rl/9aUbA9X//939jzpw5cfPNN3epuT8Bzn4duo9JScj1yiuvjMWLF+8xspEvzL7wwgtx1llnxSuvvFKq46tf/Wrppd6DDz644mMLuFZMZWAdBQRc64hraQIECBAgQIAAgdQCAq6pCS1AgAABAgQIECBAgAABAgQIECBAgAABAgQIECBAgAABAgQIECBAgAABAi0iIOCartECrun8cj87awHXF198MSZNmhQvvfRSp+3eQp5JWHHs2LGxc+fOzvHTpk2LZcuWxaBBg/rVn2YEXF9//fWYMmVKbN68uUvNU6dOjeXLl0fykm33z7/8y7/EU089Fb/5zW/iP//zPyOpe8iQIXHHHXeU/l7rT0+9SfZIXne99NJLa71dj+t1D6f+7d/+baxataqq827YsCHGjx/fuX5/QrLd/9y0tbXFfffdF8OGDWuIg03yLyDgmv8eOgEBAgQIECBAoMgCAq5F7q6zESBAgAABAgQIECBAgAABAgQIECBAgAABAgQIECBAgAABAgQIECBAgEAtBQRc02kKuKbzy/3srAVck5dC586dG0uXLu1iu3bt2jjzzDO7fO3DDz+MhQsXll53Lf/cdtttMX369H73phkB156CuskB9hYeffzxx+MrX/lKl3OOGDEi7r333viLv/iLfp+/t4lJiHj27NmlQGn55+qrr44FCxbUfL+eFkxCpN/4xjc6vzVr1qzSq78f+9jHKt4/efH13HPP7Ry/txBxb4sKuFbMbWAvAgKurgYBAgQIECBAgECWBQRcs9wdtREgQIAAAQIECBAgQIAAAQIECBAgQIAAAQIECBAgQIAAAQIECBAgQIBAlgQEXNN1Q8A1nV/uZ2ct4JqA/vjHP46JEyd2sb344ovj+uuvj/3226/z6z29ejpy5Mi455574nOf+1y/e9PogGtvQd3k1daNGzfGCSec0ONZkhdck4Br+eu1ycDHHnssTjvttH6fv7eJvbk0MuC6YsWKuPDCCztLTF6OXbRoUfzRH/1Rxee966674vzzz+8c35+QrIBrxdwG9iIg4OpqECBAgAABAgQIZFlAwDXL3VEbAQIECBAgQIAAAQIECBAgQIAAAQIECBAgQIAAAQIECBAgQIAAAQIECGRJQMA1XTcEXNP55X52FgOub7zxRpx33nnxxBNPdPq2tbVF8nrnsGHDOr/WUxA2eUn0qquuin333bffvWl0wPXVV1+Nc845J5555pkuNU+YMCFuv/32GDJkSI9n2bFjR0yePDmefvrpLt+vhUFPGzY74Nre3l56sTf5qyifu+++O6ZMmVKU4zhHFQICrlVgGUqAAAECBAgQINBwAQHXhpPbkAABAgQIECBAgAABAgQIECBAgAABAgQIECBAgAABAgQIECBAgAABAgRyKiDgmq5xAq7p/HI/O4sB1yTIuGTJkpgzZ04X39tuuy2mT59e+tr7778fc+fOjaVLl3aOSV48XbduXYwePTpVXxoZcE1eb01epr3iiiv2qHnx4sWRvFDaQxCuNLa3OnsKA6cC+cPk3/72tzF16tTYtGlTl+Xuvffe+PrXv16LLfa6xu7du+OSSy6J5B4U5SPgWpROVn8OAdfqzcwgQIAAAQIECBBonICAa+Os7USAAAECBAgQIECAAAECBAgQIECAAAECBAgQIECAAAECBAgQIECAAAEC+RYQcE3XPwHXdH65n53FgGuC+uyzz8YZZ5wRyWuuHZ9p06bFsmXLYtCgQdFT3X29eFppsxoZcN2yZUvpBc/kNdbyz8iRI+Oee+6Jz33uc3ste/Xq1XHuuefuMeaiiy4qBWc/9rGPVXrsPsetX7++FHDduXNn59jDDz88HnzwwTj66KP7nJ92wOuvv16y2rx5c9qlMjNfwDUzrWh4IQKuDSe3IQECBAgQIECAQBUCAq5VYBlKgAABAgQIECBAgAABAgQIECBAgAABAgQIECBAgAABAgQIECBAgAABAi0tIOCarv0Crun8cj87qwHXXbt2RRLSvOOOOzqNjzzyyHjggQfiC1/4QvQU7Cx/4TVNYxoVcH3ttddi9uzZkQRHu3+uvfba0gu1++67716PkgSAzzvvvHjiiSe6jEtes12wYEHpBdiBAwem4SjNffPNN+OCCy6IRx99tMta5aHj1Jv0scBzzz0Xp59+epfQc733rPf6Aq71Fs7u+gKu2e2NyggQIECAAAECBCIEXN0CAgQIECBAgAABAgQIECBAgAABAgQIECBAgAABAgQIECBAgAABAgQIECBQmYCAa2VOvY0ScE3nl/vZWQ24JrA9hViTQOCZZ55ZCm6uWLGi07+trS3uu+++GDZsWOqeNCLg+stf/jIuueSSeOyxx/ao90tf+lKsWrUqPvvZz/Z5lvb29kiCvTNnzuxx7GWXXVYKyv7Jn/xJn2v1NiAJ4ibeSbi4/JOEaJM6x48f3++1q5l41113xfnnn985ZdSoUbFmzZoYOnRoxcv0FJJ96qmn4otf/GLFayQDu/+5qeX9q6oQg3MrIOCa29YpnAABAgQIECDQEgICri3RZockQIAAAQIECBAgQIAAAQIECBAgQIAAAQIECBAgQIAAAQIECBAgQIAAgRoICLimQxRwTeeX+9lZDri++uqrcc4558QzzzzT6Txr1qzSy67Ja6LlX7/44ovj+uuvj/322y91T+oZcH333Xfj9ttvj+9973vx9ttv71FrEta888474+STT674HMma3/zmNyMJgPb0SUK/8+bNi4kTJ8aBBx5Y8bqJw9q1a0u1Jvek+2fGjBmxZMmSGDRoUMVr9nfg73//+5g/f35pv47P1KlTY/ny5ZEEbSv9JKHoCy+8sHP4X/3VX8X9998fRxxxRKVLlMYJuFbFZXAPAgKurgUBAgQIECBAgECWBQRcs9wdtREgQIAAAQIECBAgQIAAAQIECBAgQIAAAQIECBAgQIAAAQIECBAgQIBAlgQEXNN1Q8A1nV/uZ2c54Prhhx/GwoUL45prrul0Tl7tTF5wTV4m7fgkAcd169bF6NGja9KPWgVcP/jgg9i5c2e8+eabsXXr1ti0aVM8+uijPQZbk8KTc/zwhz8shXp7CL/t9WwvvfRS/P3f/32X0G/3CZ/4xCdi0qRJ8bWvfS2GDx8eBx10UAwePLhzWBIifeedd2Lbtm3xyCOPxIYNG2LHjh097jty5Mj40Y9+FEceeWRNzPta5PXXX48pU6bE5s2bO4dee+21cfnll/c1tfP7u3btKoWj77jjjs6vnXXWWaUXcD/+8Y9XvE4yUMC1Ki6DexAQcHUtCBAgQIAAAQIEsiwg4Jrl7qiNAAECBAgQIECAAAECBAgQIECAAAECBAgQIECAAAECBAgQIECAAAECBLIkIOCarhsCrun8cj+7t4BrPQ529dVXx4IFC6paesuWLTF27NhSULS3z4QJE0qvog4ZMqSqtXsb3FvAtSaL97JIEm5NApvJ66IDBw7s11bbt2/f42Xbfi3Ux6S2tra45ZZb4vjjj6/H8j2u+fjjj8dXvvKVLt977LHH4rTTTqu4hmeffTbOOOOMeOONNzrnJOHpK6+8supAsYBrxewG9iIg4OpqECBAgAABAgQIZFlAwDXL3VEbAQIECBAgQIAAAQIECBAgQIAAAQIECBAgQIAAAQIECBAgQIAAAQIECGRJQMA1XTcEXNP55X521gOuyYui06dPL73Q2ttn8eLFcemll1YdUuxtvUYHXIcOHRo33HBDTJw4MfbZZ59Udyp5cTWx2JtXmg2SkOlNN90URxxxRJplqpr7/vvvx9y5c2Pp0qWd80455ZRYvXp1fOYzn6lorZ7WOOSQQ+Khhx6K4447rqI1ygcJuFZNZkI3AQFXV4IAAQIECBAgQCDLAgKuWe6O2ggQIECAAAECBAgQIECAAAECBAgQIECAAAECBAgQIECAAAECBAgQIEAgSwICrum6IeCazi/3s7MecE2Ak9dZL7jggh6tjzzyyHjggQfiC1/4Qs160ciA63nnnRcLFy6MQw89tGb1J2HOtWvXRvJibtLfWnw+8YlPxHe+852YOXNmDBo0qBZLVrzGiy++GJMmTYqXXnqpc07yEvBVV10V++67b0Xr/OQnP4lzzz23y+ut06ZNi2XLlvXrPAKuFbEbtBcBAVfXgwABAgQIECBAIMsCAq5Z7o7aCBAgQIAAAQIECBAgQIAAAQIECBAgQIAAAQIECBAgQIAAAQIECBAgQCBLAgKu6boh4JrOL/ez8xBw7Sng2AF/8cUXx/XXXx/77bdfzXpR74Br8mLrmWeeGTNmzCi9hNpD0K0mZ9m1a1c8/PDDpZdOH3nkkX6tOWzYsFKoNQmHfvKTn+zXGmkmtbe3x5IlS2LOnDmdyxxwwAGlF2pHjx5d0dJvvfVWzJo1K9avX99lfBICTvrQn4+Aa3/UzCkXEHB1HwgQIECAAAECBLIsIOCa5e6ojQABAgQIECBAgAABAgQIECBAgAABAgQIECBAgAABAgQIECBAgAABAgSyJJDHgOsxEfGLjCAKuGakEc0qIw8B1+RF0rlz58bSpUv3YEoTUuzNvJYB17/5m7+Jgw8+OI455pj4y7/8yxg1alT86Z/+aQwcOLChLf/d734X27dvj2effTZeeOGF+O///u945ZVXYseOHZ11JK+0trW1RfIq7vDhw+PEE0+Mww47rOG1lsO8+uqrcc4558QzzzzT+eUJEyaUXvUdMmRIn4YffPBBLF68OObPn99lbPIi7IoVKypao6dNBFz7pDegDwEBV1eEAAECBAgQIEAgywICrlnujtoIECBAgAABAgQIECBAgAABAgQIECBAgAABAgQIECBAgAABAgQIECBAIEsCeQy4fjciTo6IhRGxucmYAq5NboDtCRDoWSAJpy5atCgWLFjQZcDdd98dU6ZM6ZMtef31nnvuiQsvvDB27tzZOT55QffOO++Mk09O/jHcv4+Aa//czPo/AQFXt4EAAQIECBAgQCDLAgKuWe6O2ggQIECAAAECBAgQIECAAAECBAgQIECAAAECBAgQIECAAAECBAgQIEAgSwJ5DLgeFBG/joiP/yHg2sygq4Brlm6zWggQ6BR46qmn4vzzz+/yyuy4ceNi5cqV8clPfnKvUkm4dd26dfGtb32ry/xkUhKanTNnTqqXaQVcXdS0AgKuaQXNJ0CAAAECBAgQqKeAgGs9da1NgAABAgQIECBAgAABAgQIECBAgAABAgQIECBAgAABAgQIECBAgAABAkUSyGPANfFPXnG9qqwRyUuuzQi6CrgW6U+DsxAoiMBbb70Vs2bNivXr13c5USWvt+4t3Dp+/PhYsWJFfOpTn0olJeCais/kiBBwdQ0IECBAgAABAgSyLCDgmuXuqI0AAQIECBAgQIAAAQIECBAgQIAAAQIECBAgQIAAAQIECBAgQIAAAQIEsiSQ14Br+Suu5Z6NDroKuGbpNquFAIHYtWtXzJ07N26++eYuGpMmTSqFU4cMGdKr0gcffBCrV68uvdz69ttvdxk3cuTI+NGPfhRHHnlkamUB19SELb+AgGvLXwEABAgQIECAAIFMCwi4Zro9iiNAgAABAgQIECBAgAABAgQIECBAgAABAgQIECBAgAABAgQIECBAgACBDAnkNeCaEHZ/xbWctVFBVwHXDF1mpRAgEJGEVBcvXhzz58/v5DjkkEMieb31y1/+cq9E77//fixatCi++93kH61dP0m4dfny5TFixIiaEAu41oSxpRcRcG3p9js8AQIECBAgQCDzAgKumW+RAgkQIECAAAECBAgQIECAAAECBAgQIECAAAECBAgQIECAAAECBAgQIEAgIwJ5Drj29oprOW29g64Crhm5yMogQOD/BLq/4nrFFVfEwoULY+DAgXtl2rFjR8yePTseffTRznFtbW1xyy23xPHHH18zYgHXmlG27EICri3begcnQIAAAQIECORCQMA1F21SJAECBAgQIECAAAECBAgQIECAAAECBAgQIECAAAECBAgQIECAAAECBAhkQCDPAdeEb2+vuJbz1ivoKuCagUusBAIE9hR47bXXYurUqaVvrFq1Kj772c9WxJTMS0Ku69evjxNOOCGWLl0aw4cPr2hupYMEXCuVMq43AQFXd4MAAQIECBAgQCDLAgKuWe6O2ggQIECAAAECBAgQIECAAAECBAgQIECAAAECBAgQIECAAAECBAgQIEAgSwJ5D7hW8opruXetg64Crlm6zWohQKCLwJYtW+Kjjz6Kk046qSqZl156KW688cb4zne+E0OHDq1qbiWD/+u//isuv/zy+J//+Z/S8IMOOii+//3vx5//+Z9XMt0YAiHg6hIQIECAAAECBAhkWUDANcvdURsBAgQIECBAgAABAgQIECBAgAABAgQIECBAgAABAgQIECBAgAABAgQIZEkg7wHXxLLSV1zL3WsVdBVwzdJtVgsBAgQItISAgGtLtNkhCRAgQIAAAQK5FRBwzW3rFE6AAAECBAgQIECAAAECBAgQIECAAAECBAgQIECAAAECBAgQIECAAAECDRYoQsC12ldcy4nTBl0FXBt8YW1HgAABAgQEXN0BAgQIECBAgACBLAsIuGa5O2ojQIAAAQIECBAgQIAAAQIECBAgQIAAAQIECBAgQIAAAQIECBAgQIAAgSwJFCHgmnj25xXX8j70N+gq4Jql26wWAgQIEGgJAQHXlmizQxIgQIAAAQIEcisg4Jrb1imcAAECBAgQIECAAAECBAgQIECAAAECBAgQIECAAAECBAgQIECAAAECBBosUJSAa5pXXMvJqw26Crg2+MLajgABAgQICLi6AwQIECBAgAABAlkWEHDNcnfURoAAAQIECBAgQIAAAQIECBAgQIAAAQIECBAgQIAAAQIECBAgQIAAAQJZEugecD0vIlZlqcAqakn7imv5VpUGXQVcq2iQoQQIECBAoBYCAq61ULQGAQIECBAgQIBAvQQEXOsla10CBAgQIECAAAECBAgQIECAAAECBAgQIECAAAECBAgQIECAAAECBAgQKJpAkQKutXrFtbzHfQVdBVyL9ifCeQgQIEAg8wICrplvkQIJECBAgAABAi0tIODa0u13eAIECBAgQIAAAQIECBAgQIAAAQIECBAgQIAAAQIECBAgQIAAAQIECBCoQqB7wHVBRHyvivlZG1rLV1zLz9Zb0FXANWs3QD0ECBAgUHgBAdfCt9gBCRAgQIAAAQK5FhBwzXX7FE+AAAECBAgQIECAAAECBAgQIECAAAECBAgQIECAAAECBAgQIECAAAECDRToHnBdGxHnRcTuBtZQy63q8YpreX3dg64CrrXsnrUIECBAgEAFAgKuFSAZQoAAAQIECBAg0DQBAdem0duYAAECBAgQIECAAAECBAgQIECAAAECBAgQIECAAAECBAgQIECAAAECBHIm0D3g+mFE/DQiduTsHOXlHhMRyV/1/HQEXf+5fJP29i5513rub20CBAgQINCyAgKuLdt6BydAgAABAgQI5EJAwDUXbVIkAQIECBAgQIAAAQIECBAgQIAAAQIECBAgQIAAAQIECBAgQIAAAQIECGRAoHvANQMl5bcEAdf89k7lBAgQIJAfAQHX/PRKpQQIECBAgACBVhQQcG3FrjszAQIECBAgQIAAAQIECBAgQIAAAQIECBAgQIAAAQIECBAgQIAAAQIECPRH4I2I+HR/Jpqzp4CAq1tBgAABAgTqLyDgWn9jOxAgQIAAAQIECPRfQMC1/3ZmEiBAgAABAgQIECBAgAABAgQIECBAgAABAgQIECBAgAABAgQIECBAgEBrCbwaEYeWHbm9AMdvxO8RPhUR342Ify73EnAtwO1xBAIECBDIvICAa+ZbpEACBAgQIECAQEsLNOIHUy0N7PAECBAgQIAAAQIECBAgQIAAAQIECBAgQIAAAQIECBAgQIAAAQIECBAgUBiBJKB5Stlpzo6In+f4dP8vIrZGxMfrdIaOYOvmP6zfJRAs4FondcsSIECAAIEyAQFX14EAAQIECBAgQCDLAgKuWe6O2ggQIECAAAECBAgQIECAAAECBAgQIECAAAECBAgQIECAAAECBAgQIEAgSwLdA65fioiO8GaW6qy0luRV1asqHVzFuO7B1o6pAq5VIBpKgAABAgRqISDgWgtFaxAgQIAAAQIECNRLQMC1XrLWJUCAAAECBAgQIECAAAECBAgQIECAAAECBAgQIECAAAECBAgQIECAAIGiCRQp4HpQRLwaEcnfa/XpLdjasb6Aa62krUOAAAECBCoUEHCtEMowAgQIECBAgACBpggIuDaF3aYECBAgQIAAAQIECBAgQIAAAQIECBAgQIAAAQIECBAgQIAAAQIECBAgkEOBIgVca/l6a1/B1o5WC7jm8NIrmQABAgTyLSDgmu/+qZ4AAQIECBAgUHQBAdeid9j5CBAgQIAAAQIECBAgQIAAAQIECBAgQIAAAQIECBAgQIAAAQIECBAgQKBWAkUJuNbq9dZKg60d/gKutbqJ1iFAgAABAhUKCLhWCGUYAQIECBAgQIBAUwQEXJvCblMCBAgQIECAAAECBAgQIECAAAECBAgQIECAAAECBAgQIECAAAECBAgQyKFAUQKuaV9vrTbY2tFqAdccXnolEyBAgEC+BQRc890/1RMgQIAAAQIEii4g4Fr0DjsfAQIECBAgQIAAAQIECBAgQIAAAQIECBAgQIAAAQIECBAgQIAAAQIECNRKoAgB1zSvt/Y32NrhL+Baq5toHQIECBAgUKGAgGuFUIYRIECAAAECBAg0RUDAtSnsNiVAgAABAgQIECBAgAABAgQIECBAgAABAgQIECBAgAABAgQIECBAgACBHAoUIeDan9db0wZbO1ot4JrDS69kAgQIEMi3gIBrvvunegIECBAgQIBA0QUEXIveYecjQIAAAQIECBAgQIAAAQIECBAgQIAAAQIECBAgQIAAAQIECBAgQIAAgVoJ5D3gWu3rrbUKtnb4C7jW6iZahwABAgQIVCgg4FohlGEECBAgQIAAAQJNERBwbQq7TQkQIECAAAECBAgQIECAAAECBAgQIECAAAECBAgQIECAAAECBAgQIEAghwJ5D7hW+nprrYOtHa0WcM3hpVcyAQIECORbQMA13/1TPQECBAgQIECg6AICrkXvsPMRIECAAAECBAgQIECAAAECBAgQIECAAAECBAgQIECAAAECBAgQIECAQK0E8hxwreT11noFWzv8BVxrdROtQ4AAAQIEKhQQcK0QyjACBAgQIECAAIGmCAi4NoXdpgQIECBAgAABAgQIECBAgAABAgQIECBAgAABAgQIECBAgAABAgQIECCQQ4E8B1z39nprvYOtHa0WcM3hpVcyAQIECORbQMA13/1TPQECBAgQIECg6AICrkXvsPMRIECAAAECBAgQIECAAAECBAgQIECAAAECBAgQIECAAAECBAgQIECAQK0E8hpw7e311kYFWzv8BVxrdROtQ4AAAQIEKhQQcK0QyjACBAgQIECAAIGmCAi4NoXdpgQIECBAgAABAgQIECBAgAABAgQIECBAgAABAgQIECBAgAABAgQIECCQQ4G8Bly7v97a6GBrR6sFXHN46ZVMgAABAvkWEHDNd/9UT4AAshXFtwAAIABJREFUAQIECBAouoCAa9E77HwECBAgQIAAAQIECBAgQIAAAQIECBAgQIAAAQIECBAgQIAAAQIECBAgUCuBPAZcy19vbVawtcP/o4jo/L3Fjz76KHoI3dSqV9YhQIAAAQItL9De3h777LNPuUPyH5vo8oWWRwJAgAABAgQIECDQVAEB16by25wAAQIECBAgQIAAAQIECBAgQIAAAQIECBAgQIAAAQIECBAgQIAAAQIEciSQx4Br8nrrKRGR/H1zk63fi4hBHTW8++67ccABBzS5JNsTIECAAIHiCuzcuTMOPPDA8gPuiojBxT2xkxEgQIAAAQIECORNQMA1bx1TLwECBAgQIECAAAECBAgQIECAAAECBAgQIECAAAECBAgQIECAAAECBAg0SyCPAddjIuIXzQLrtu+vI2Jox9defvnlOPzwwzNSmjIIECBAgEDxBF555ZX4/Oc/X36wHRFxaPFO6kQECBAgQIAAAQJ5FRBwzWvn1E2AAAECBAgQIECAAAECBAgQIECAAAECBAgQIECAAAECBAgQIECAAAECjRbIY8C10UZ72++nEXFSx4CNGzfGmDFjslSfWggQIECAQKEENm3aFGPHji0/088i4ouFOqTDECBAgAABAgQI5FpAwDXX7VM8AQIECBAgQIAAAQIECBAgQIAAAQIECBAgQIAAAQIECBAgQIAAAQIECDRQQMA1HfbKiLigY4lFixbFvHnz0q1oNgECBAgQINCrwHXXXRfz588v//5tETEDGQECBAgQIECAAIGsCAi4ZqUT6iBAgAABAgQIECBAgAABAgQIECBAgAABAgQIECBAgAABAgQIECBAgACBrAsIuKbr0D9ExM0dS4wbNy7Wr1+fbkWzCRAgQIAAgV4Fxo8fHxs2bCj//j9GxC3ICBAgQIAAAQIECGRFQMA1K51QBwECBAgQIECAAAECBAgQIECAAAECBAgQIECAAAECBAgQIECAAAECBAhkXUDANV2H2iLiFx1L7L///vHee+/FgAF+lTEdq9kECBAgQGBPgfb29hg8eHDs3r27/JvHRMQ2XgQIECBAgAABAgSyIuCnQlnphDoIECBAgAABAgQIECBAgAABAgQIECBAgAABAgQIECBAgAABAgQIECBAIOsCAq7pO/TriBjascwDDzwQZ511VvpVrUCAAAECBAh0EXjwwQdj0qRJ5V/bERGHYiJAgAABAgQIECCQJQEB1yx1Qy0ECBAgQIAAAQIECBAgQIAAAQIECBAgQIAAAQIECBAgQIAAAQIECBAgkGUBAdf03bkpIi7uWGbcuHGxfv369KtagQABAgQIEOgiMH78+NiwYUP515ZGxCWYCBAgQIAAAQIECGRJQMA1S91QCwECBAgQIECAAAECBAgQIECAAAECBAgQIECAAAECBAgQIECAAAECBAhkWUDANX13jo+Ip8uXef755+PYY49Nv7IVCBAgQIAAgZLA1q1bY/jw4d01RkXEzxERIECAAAECBAgQyJKAgGuWuqEWAgQIECBAgAABAgQIECBAgAABAgQIECBAgAABAgQIECBAgAABAgQIEMiygIBrbbrz04g4qWOpyZMnx+rVq2uzslUIECBAgACBmDJlSqxZs6Zc4mcR8UU0BAgQIECAAAECBLImIOCatY6ohwABAgQIECBAgAABAgQIECBAgAABAgQIECBAgAABAgQIECBAgAABAgSyKiDgWpvOnB0R95UvtXHjxhgzZkxtVrcKAQIECBBoYYFNmzbF2LFjuwt8PSLub2EWRydAgAABAgQIEMiogIBrRhujLAIECBAgQIAAAQIECBAgQIAAAQIECBAgQIAAAQIECBAgQIAAAQIECBDInICAa+1a0uUV16OOOipeeOGFGDDArzXWjthKBAgQINBqAu3t7XH00UfH9u3by4/u9dZWuwjOS4AAAQIECBDIkYCfBOWoWUolQIAAAQIECBAgQIAAAQIECBAgQIAAAQIECBAgQIAAAQIECBAgQIAAgaYKCLjWjv/LEfFk+XIzZsyIW2+9tXY7WIkAAQIECLSYwMyZM2PlypXdTz06In7SYhSOS4AAAQIECBAgkBMBAdecNEqZBAgQIECAAAECBAgQIECAAAECBAgQIECAAAECBAgQIECAAAECBAgQINB0AQHX2rbgpoi4uHzJRYsWxbx582q7i9UIECBAgEALCFx33XUxf/787iddGhGXtMDxHZEAAQIECBAgQCCnAgKuOW2csgkQIECAAAECBAgQIECAAAECBAgQIECAAAECBAgQIECAAAECBAgQIECg4QICrrUn/7eIGFG+7LJly2L27Nm138mKBAgQIECgoALLly+Piy66qPvpnouIvy7okR2LAAECBAgQIECgIAICrgVppGMQIECAAAECBAgQIECAAAECBAgQIECAAAECBAgQIECAAAECBAgQIECAQN0FBFxrT9wWEVsiYlD50l5yrT20FQkQIECgmAK9vNy6KyJOiIhtxTy1UxEgQIAAAQIECBRFQMC1KJ10DgIECBAgQIAAAQIECBAgQIAAAQIECBAgQIAAAQIECBAgQIAAAQIECBCot4CAa32E/y4iHu6+9IwZM2LFihUxYIBfdawPu1UJECBAIM8C7e3tMWvWrFi5cmVPxzg9Ih7J8/nUToAAAQIECBAg0BoCfurTGn12SgIECBAgQIAAAQIECBAgQIAAAQIECBAgQIAAAQIECBAgQIAAAQIECBBILyDgmt6wtxXOjoj7un/zqKOOihtuuCHGjBlTv52tTIAAAQIEciawadOm+Pa3vx3bt2/vqfKvR8T9OTuScgkQIECAAAECBFpUQMC1RRvv2AQIECBAgAABAgQIECBAgAABAgQIECBAgAABAgQIECBAgAABAgQIECBQtYCAa9VkVU1IXnK9NyIGdZ81efLkuOyyy+LYY4+takGDCRAgQIBAkQS2bt0aP/jBD2LNmjU9HWtXRHzDy61F6rizECBAgAABAgSKLyDgWvweOyEBAgQIECBAgAABAgQIECBAgAABAgQIECBAgAABAgQIECBAgAABAgQI1EZAwLU2jntbpS0ibo+IET0NGjduXEydOjUmTpwYAwb4Fcj6t8MOBAgQINBsgfb29li7dm2sWrUqNmzY0Fs5z0XE9IjY1ux67U+AAAECBAgQIECgGgE/3alGy1gCBAgQIECAAAECBAgQIECAAAECBAgQIECAAAECBAgQIECAAAECBAgQaGUBAdfGdf+miLi4t+3233//OPXUU2PUqFHR1tYWhx12WHz605+OwYMHC742rkd2IkCAAIEaCiRB1vfeey/efPPN+NWvfhXbtm2Lp59+Op544onYvXv33nZaGhGX1LAUSxEgQIAAAQIECBBomICAa8OobUSAAAECBAgQIECAAAECBAgQIECAAAECBAgQIECAAAECBAgQIECAAAECORcQcG1sA78cEd+NiJMau63dCBAgQIBALgR+9od/T/4kF9UqkgABAgQIECBAgEAPAgKurgUBAgQIECBAgAABAgQIECBAgAABAgQIECBAgAABAgQIECBAgAABAgQIEKhMQMC1Mqdajzo7Ii4SdK01q/UIECBAIKcCSbB1WUTcn9P6lU2AAAECBAgQIECgU0DA1WUgQIAAAQIECBAgQIAAAQIECBAgQIAAAQIECBAgQIAAAQIECBAgQIAAAQKVCQi4VuZUr1HHR8Q3ImJ8RAyt1ybWJUCAAAECGRTYERHrI+LeiPh5ButTEgECBAgQIECAAIF+CQi49ovNJAIECBAgQIAAAQIECBAgQIAAAQIECBAgQIAAAQIECBAgQIAAAQIECBBoQQEB1+w0vS0iRkXE8IgYFhF/FhF/HBH7R4TfjcxOn1RCgAABApULtEfE7oj4bUT8JiL+IyKej4inI2Jb5csYSYAAAQIECBAgQCA/An6Ik59eqZQAAQIECBAgQIAAAQIECBAgQIAAAQIECBAgQIAAAQIECBAgQIAAAQIEmisg4Npcf7sTIECAAAECBAgQIECAAAECBAgUSEDAtUDNdBQCBAgQIECAAAECBAgQIECAAAECBAgQIECAAAECBAgQIECAAAECBAgQqKuAgGtdeS1OgAABAgQIECBAgAABAgQIECDQSgICrq3UbWclQIAAAQIECBAgQIAAAQIECBAgQIAAAQIECBAgQIAAAQIECBAgQIAAgTQCAq5p9MwlQIAAAQIECBAgQIAAAQIECBAgUCYg4Oo6ECBAgAABAgQIECBAgAABAgQIECBAgAABAgQIECBAgAABAgQIECBAgACBygQEXCtzMooAAQIECBAgQIAAAQIECBAgQIBAnwICrn0SGUCAAAECBAgQIECAAAECBAgQIECAAAECBAgQIECAAAECBAgQIECAAAECBEoCAq4uAgECBAgQIECAAAECBAgQIECAAIEaCQi41gjSMgQIECBAgAABAgQIECBAgAABAgQIECBAgAABAgQIECBAgAABAgQIECBQeAEB18K32AEJECBAgAABAgQIECBAgAABAgQaJSDg2ihp+xAgQIAAAQIECBAgQIAAAQIECBAgQIAAAQIECBAgQIAAAQIECBAgQIBA3gUEXPPeQfUTIECAAAECBAgQIECAAAECBAhkRkDANTOtUAgBAgQIECBAgAABAgQIECBAgAABAgQIECBAgAABAgQIECBAgAABAgQIZFxAwDXjDVIeAQIECBAgQIAAAQIECBAgQIBAfgQEXPPTK5USIECAAAECBAgQIECAAAECBAgQIECAAAECBAgQIECAAAECBAgQIECAQHMFBFyb6293AgQIECBAgAABAgQIECBAgACBAgkIuBaomY5CgAABAgQIECBAgAABAgQIECBAgAABAgQIECBAgAABAgQIECBAgAABAnUVEHCtK6/FCRAgQIAAAQIECBAgQIAAAQIEWklAwLWVuu2sBAgQIECAAAECBAgQIECAAAECBAgQIECAAAECBAgQIECAAAECBAgQIJBGQMA1jZ65BAgQIECAAAECBAgQIECAAAECBMoEBFxdBwIECBAgQIAAAQIECBAgQIAAAQIECBAgQIAAAQIECBAgQIAAAQIECBAgUJmAgGtlTkYRIECAAAECBAgQIECAAAECBAgQ6FNAwLVPIgMIECBAgAABAgQIECBAgAABAgQIECBAgAABAgQIECBAgAABAgQIECBAgEBJQMDVRSBAgAABAgQIECBAgAABAgQIECBQIwEB1xpBWoYAAQIECBAgQIAAAQIECBAgQIAAAQIECBAgQIAAAQIECBAgQIAAAQIECi8g4Fr4FjsgAQIECBAgQIAAAQIECBAgQIBAowQEXBslbR8CBAgQIECAAAECBAgQIECAAAECBAgQIECAAAECBAgQIECAAAECBAgQyLuAgGveO6h+AgQIECBAgAABAgQIECBAgACBzAgIuGamFQohQIAAAQIECBAgQIAAAQIECBAgQIAAAQIECBAgQIAAAQIECBAgQIAAgYwLCLhmvEHKI0CAAAECBAgQIECAAAECBAgQyI+AgGt+eqVSAgQIECBAgAABAgQIECBAgAABAgQIECBAgAABAgQIECBAgAABAgQIEGiugIBrc/3tToAAAQIECBAgQIAAAQIECBAgUCABAdcCNdNRCBAgQIAAAQIECBAgQIAAAQIECBAgQIAAAQIECBAgQIAAAQIECBAgQKCuAgKudeW1OAECBAgQIECAAAECBAgQIECAQCsJCLi2UredlQABAgQIECBAgAABAgQIECBAgAABAgQIECBAgAABAgQIECBAgAABAgTSCAi4ptEzlwABAgQIECBAgAABAgQIECBAgECZgICr60CAAAECBAgQIECAAAECBAgQIECAAAECBAgQIECAAAECBAgQIECAAAECBCoTEHCtzMkoAgQIECBAgAABAgQIECBAgAABAn0KCLj2SWQAAQIECBAgQIAAAQIECBAgQIAAAQIECBAgQIAAAQIECBAgQIAAAQIECBAoCQi4uggECBAgQIAAAQIECBAgQIAAAQIEaiQg4FojSMsQIECAAAECBAgQIECAAAECBAgQIECAAAECBAgQIECAAAECBAgQIECAQOEFBFwL32IHJECAAAECBAgQIECAAAECBAgQaJSAgGujpO1DgAABAgQIECBAgAABAgQIECBAgAABAgQIECBAgAABAgQIECBAgAABAnkXEHDNewfVT4AAAQIECBAgQIAAAQIECBAgkBkBAdfMtEIhBAgQIECAAAECBAgQIECAAAECBAgQIECAAAECBAgQIECAAAECBAgQIJBxAQHXjDdIeQQIECBAgAABAgQIECBAgAABAvkREHDNT69USoAAAQIECBAgQIAAAQIECBAgQIAAAQIECBAgQIAAAQIECBAgQIAAAQLNFRBwba6/3QkQIECAAAECBAgQIECAAAECBAokIOBaoGY6CgECBAgQIECAAAECBAgQIECAAAECBAgQIECAAAECBAgQIECAAAECBAjUVUDAta68FidAgAABAgQIECBAgAABAgQIEGglAQHXVuq2sxIgQIAAAQIECBAgQIAAAQIECBAgQIAAAQIECBAgQIAAAQIECBAgQIBAGgEB1zR65hIgQIAAAQIECBAgQIAAAQIECBAoExBwdR0IECBAgAABAgQIECBAgAABAgQIECBAgAABAgQIECBAgAABAgQIECBAgEBlAgKulTkZRYAAAQIECBAgQIAAAQIECBAgQKBPAQHXPokMIECAAAECBAgQIECAAAECBAgQIECAAAECBAgQIECAAAECBAgQIECAAAECJQEBVxeBAAECBAgQIECAAAECBAgQIECAQI0EBFxrBGkZAgQIECBAgAABAgQIECBAgAABAgQIECBAgAABAgQIECBAgAABAgQIECi8gIBr4VvsgAQIECBAgAABAgQIECBAgAABAo0SEHBtlLR9CBAgQIAAAQIECBAgQIAAAQIECBAgQIAAAQIECBAgQIAAAQIECBAgQCDvAgKuee+g+gkQIECAAAECBAgQIECAAAECBDIjIOCamVYohAABAgQIECBAgAABAgQIECBAgAABAgQIECBAgAABAgQIECBAgAABAgQyLiDgmvEGKY8AAQIECBAgQIAAAQIECBAgQCA/AgKu+emVSgkQIECAAAECBAgQIECAAAECBAgQIECAAAECBAgQIECAAAECBAgQIECguQICrs31tzsBAgQIECBAgAABAgQIECBAgECBBARcC9RMRyFAgAABAgQIECBAgAABAgQIECBAgAABAgQIECBAgAABAgQIECBAgACBugoIuNaV1+IECBAgQIAAAQIECBAgQIAAAQKtJCDg2krddlYCBAgQIECAAAECBAgQIECAAAECBAgQIECAAAECBAgQIECAAAECBAgQSCMg4JpGz1wCBAgQIECAAAECBAgQIECAAAECZQICrq4DAQIECBAgQIAAAQIECBAgQIAAAQIECBAgQIAAAQIECBAgQIAAAQIECBCoTEDAtTInowgQIECAAAECBAgQIECAAAECBAj0KSDg2ieRAQQIECBAgAABAgQIECBAgAABAgQIECBAgAABAgQIECBAgAABAgQIECBAoCQg4OoiECBAgAABAgQIECBAgAABAgQIEKiRgIBrjSAtQ4AAAQIECBAgQIAAAQIECBAgQIAAAQIECBAgQIAAAQIECBAgQIAAAQKFFxBwLXyLHZAAAQIECBAgQIAAAQIECBAgQKBRAgKujZK2DwECBAgQIECAAAECBAgQIECAAAECBAgQIECAAAECBAgQIECAAAECBAjkXUDANe8dVD8BAgQIECBAgAABAgQIECBAgEBmBARcM9MKhRAgQIAAAQIECBAgQIAAAQIECBAgQIAAAQIECBAgQIAAAQIECBAgQIBAxgUEXDPeIOURIECAAAECBAgQIECAAAECBAjkR0DANT+9UikBAgQIECBAgAABAgQIECBAgAABAgQIECBAgAABAgQIECBAgAABAgQINFdAwLW5/nYnQIAAAQIECBAgQIAAAQIECBAokICAa4Ga6SgECBAgQIAAAQIECBAgQIAAAQIECBAgQIAAAQIECBAgQIAAAQIECBAgUFcBAde68lqcAAECBAgQIECAAAECBAgQIECglQQEXFup285KgAABAgQIECBAgAABAgQIECBAgAABAgQIECBAgAABAgQIECBAgAABAmkEBFzT6JlLgAABAgQIECBAgAABAgQIECBAoExAwNV1IECAAAECBAgQIECAAAECBAgQIECAAAECBAgQIECAAAECBAgQIECAAAEClQkIuFbmZBQBAgQIECBAgAABAgQIECBAgACBPgUEXPskMoAAAQIECBAgQIAAAQIECBAgQIAAAQIECBAgQIAAAQIECBAgQIAAAQIECJQEBFxdBAIECBAgQIAAAQIECBAgQIAAAQI1EhBwrRGkZQgQIECAAAECBAgQIECAAAECBAgQIECAAAECBAgQIECAAAECBAgQIECg8AICroVvsQMSIECAAAECBAgQIECAAAECBAg0SkDAtVHS9iFAgAABAgQIECBAgAABAgQIECBAgAABAgQIECBAgAABAgQIECBAgACBvAsIuOa9g+onQIAAAQIECBAgQIAAAQIECBDIjICAa2ZaoRACBAgQIECAAAECBAgQIECAAAECBAgQIECAAAECBAgQIECAAAECBAgQyLiAgGvGG6Q8AgQIECBAgAABAgQIECBAgACB/AgIuOanVyolQIAAAQIECBAgQIAAAQIECBAgQIAAAQIECBAgQIAAAQIECBAgQIAAgeYKCLg219/uBAgQIECAAAECBAgQIECAAAECBRIQcC1QMx2FAAECBAgQIECAAAECBAgQIECAAAECBAgQIECAAAECBAgQIECAAAECBOoqIOBaV16LEyBAgAABAgQIECBAgAABAgQItJKAgGsrddtZCRAgQIAAAQIECBAgQIAAAQIECBAgQIAAAQIECBAgQIAAAQIECBAgQCCNgIBrGj1zCRAgQIAAAQIECBAgQIAAAQIECJQJCLi6DgQIECBAgAABAgQIECBAgAABAgQIECBAgAABAgQIECBAgAABAgQIECBAoDIBAdfKnIwiQIAAAQIECBAgQIAAAQIECBAg0KeAgGufRAYQIECAAAECBAgQIECAAAECBAgQIECAAAECBAgQIECAAAECBAgQIECAAIGSgICri0CAAAECBAgQIECAAAECBAgQIECgRgICrjWCtAwBAgQIECBAgAABAgQIECBAgAABAgQIECBAgAABAgQIECBAgAABAgQIFF5AwLXwLXZAAgQIECBAgAABAgQIECBAgACBRgkIuDZK2j4ECBAgQIAAAQIECBAgQIAAAQIECBAgQIAAAQIECBAgQIAAAQIECBAgkHcBAde8d1D9BAgQIECAAAECBAgQIECAAAECmREQcM1MKxRCgAABAgQIECBAgAABAgQIECBAgAABAgQIECBAgAABAgQIECBAgAABAhkXEHDNeIOUR4AAAQIECBAgQIAAAQIECBAgkB8BAdf89EqlBAgQIECAAAECBAgQIECAAAECBAgQIECAAAECBAgQIECAAAECBAgQINBcAQHX5vrbnQABAgQIECBAgAABAgQIECBAoEACAq4FaqajECBAgAABAgQIECBAgAABAgQIECBAgAABAgQIECBAgAABAgQIECBAgEBdBQRc68prcQIECBAgQIAAAQIECBAgQIAAgVYSEHBtpW47KwECBAgQIECAAAECBAgQIECAAAECBAgQIECAAAECBAgQIECAAAECBAikERBwTaNnLgECBAgQIECAAAECBAgQIECAAIEyAQFX14EAAQIECBAgQIAAAQIECBAgQIAAAQIECBAgQIAAAQIECBAgQIAAAQIECFQmIOBamZNRBAgQIECAAAECBAgQIECAAAECBPoUEHDtk8gAAgQIECBAgAABAgQIECBAgAABAgQIECBAgAABAgQIECBAgAABAgQIECBQEhBwdREIECBAgAABAgQIECBAgAABAgQI1EhAwLVGkJYhQIAAAQIECBAgQIAAAQIECBAgQIAAAQIECBAgQIAAAQIECBAgQIAAgcILCLgWvsUOSIAAAQIECBAgQIAAAQIECBAg0CgBAddGSduHAAECBAgQIECAAAECBAgQIECAAAECBAgQIECAAAECBAgQIECAAAECBPIuIOCa9w6qnwABAgQIECBAgAABAgQIECBAIDMCAq6ZaYVCCBAgQIAAAQIECBAgQIAAAQIECBAgQIAAAQIECBAgQIAAAQIECBAgQCDjAgKuGW+Q8ggQIECAAAECBAgQIECAAAECBPIjIOCan16plAABAgQIECBAgAABAgQIECBAgAABAgQIECBAgAABAgQIECBAgAABAgSaKyDg2lx/uxMgQIAAAQIECBAgQIAAAQIECBRIQMC1QM10FAIECBAgQIAAAQIECBAgQIAAAQIECBAgQIAAAQIECBAgQIAAAQIECBCoq4CAa115LU6AAAECBAgQIECAAAECBAgQINBKAgKurdRtZyVAgAABAgQIECBAgAABAgQIECBAgAABAgQIECBAgAABAgQIECBAgACBNAICrmn0zCVAgAABAgQIECBAgAABAgQIECBQJiDg6joQIECAAAECBAgQIECAAAECBAgQIECAAAECBAgQIECAAAECBAgQIECAAIHKBARcK3MyigABAgQIECBAgAABAgQIECBAgECfAgKufRIZQIAAAQIECBAgQIAAAQIECBAgQIAAAQIECBAgQIAAAQIECBAgQIAAAQIESgICri4CAQIECBAgQIAAAQIECBAgQIAAgRoJCLjWCNIyBAgQIECAAAECBAgQIECAAAECBAgQIECAAAECBAgQIECAAAECBAgQIFB4AQHXwrfYAQkQIECAAAECBAgQIECAAAERtMkJAAAgAElEQVQCBBolIODaKGn7ECBAgAABAgQIECBAgAABAgQIECBAgAABAgQIECBAgAABAgQIECBAgEDeBQRc895B9RMgQIAAAQIECBAgQIAAAQIECGRGQMA1M61QCAECBAgQIECAAAECBAgQIECAAAECBAgQIECAAAECBAgQIECAAAECBAhkXEDANeMNUh4BAgQIECBAgAABAgQIECBAgEB+BARc89MrlRIgQIAAAQIECBAgQIAAAQIECBAgQIAAAQIECBAgQIAAAQIECBAgQIBAcwUEXJvrb3cCBAgQIECAAAECBAgQIECAAIECCQi4FqiZjkKAAAECBAgQIECAAAECBAgQIECAAAECBAgQIECAAAECBAgQIECAAAECdRUQcK0rr8UJECBAgAABAgQIECBAgAABAgRaSUDAtZW67awECBAgQIAAAQIECBAgQIAAAQIECBAgQIAAAQIECBAgQIAAAQIECBAgkEZAwDWNnrkECBAgQIAAAQIECBAgQIAAAQIEygQEXF0HAgQIECBAgAABAgQIECBAgAABAgQIECBAgAABAgQIECBAgAABAgQIECBQmYCAa2VORhEgQIAAAQIECBAgQIAAAQIECBDoU0DAtU8iAwgQIECAAAECBAgQIECAAAECBAgQIECAAAECBAgQIECAAAECBAgQIECAQElAwDU7F6EtIkZFxPCIGBYRfxYRfxwR+0eE343MTp9UQoAAAQKVC7RHxO6I+G1E/CYi/iMino+IpyNiW+XLGEmAAAECBAgQIEAgPwJ+iJOfXqmUAAECBAgQIECAAAECBAgQIECAAAECBAgQIECAAAECBAgQIECAAAECBJorIODaXP/jI+IbETE+IoY2txS7EyBAgACBhgrsiIj1EXFvRPy8oTvbjAABAgQIECBAgEAdBQRc64hraQIECBAgQIAAAQIECBAgQIAAAQIECBAgQIAAAQIECBAgQIAAAQIECBAolICAa3PaeXZEXBQRJzVne7sSIECAAIFMCfwsIpZFxP2ZqkoxBAgQIECAAAECBPohIODaDzRTCBAgQIAAAQIECBAgQIAAAQIECBAgQIAAAQIECBAgQIAAAQIECBAgQKAlBQRcG9v2L0fEdwVbG4tuNwIECBDIjUASdE3+PfmT3FSsUAIECBAgQIAAAQLdBARcXQkCBAgQIECAAAECBAgQIECAAAECBAgQIECAAAECBAgQIECAAAECBAgQIFCZgIBrZU61GHVTRFzc20L7779/nHrqqTFq1Khoa2uLww47LD796U/H4MGDY8AAvxpZiwZYgwABAgQaK9De3h7vvfdevPnmm/GrX/0qtm3bFk8//XQ88cQTsXv37r0VszQiLmlstXYjQIAAAQIECBAgUBsBP8WpjaNVCBAgQIAAAQIECBAgQIAAAQIECBAgQIAAAQIECBAgQIAAAQIECBAgQKD4AgKu9e9xW0TcHhEjetpq3LhxMXXq1Jg4caIga/17YQcCBAgQyIBAEnxdu3ZtrFq1KjZs2NBbRc9FxPSI2JaBkpVAgAABAgQIECBAoGIBAdeKqQwkQIAAAQIECBAgQIAAAQIECBAgQIAAAQIECBAgQIAAAQIECBAgQIAAgRYXEHCt7wX4u4i4NyIGdd9m8uTJcdlll8Wxxx5b3wqsToAAAQIEMiywdevW+MEPfhBr1qzpqcpdEfGNiHgkw0dQGgECBAgQIECAAIEuAgKuLgQBAgQIECBAgAABAgQIECBAgAABAgQIECBAgAABAgQIECBAgAABAgQIEKhMQMC1Mqf+jDo7Iu7rPvGoo46KG264IcaMGdOfNc0hQIAAAQKFFNi0aVN8+9vfju3bt/d0vq9HxP2FPLhDESBAgAABAgQIFE5AwLVwLXUgAgQIECBAgAABAgQIECBAgAABAgQIECBAgAABAgQIECBAgAABAgQIEKiTgIBrfWCTl1sf7r70jBkzYsWKFTFggF91rA+7VQkQIEAgzwLt7e0xa9asWLlyZU/HON1LrnnurtoJECBAgAABAq0j4Kc+rdNrJyVAgAABAgQIECBAgAABAgQIECBAgAABAgQIECBAgAABAgQIECBAgACBdAICrun8eprdFhFbImJQ+TcXLVoU8+bNq/1uViRAgAABAgUTuO6662L+/PndT7UrIk6IiG0FO67jECBAgAABAgQIFExAwLVgDXUcAgQIECBAgAABAgQIECBAgAABAgQIECBAgAABAgQIECBAgAABAgQIEKibgIBr7Wn/LSJGlC+7bNmymD17du13siIBAgQIECiowPLly+Oiiy7qfrrnIuKvC3pkxyJAgAABAgQIECiIgIBrQRrpGAQIECBAgAABAgQIECBAgAABAgQIECBAgAABAgQIECBAgAABAgQIECBQdwEB19oS3xQRF5cv6eXW2gJbjQABAgRaR6CXl1yXRsQlraPgpAQIECBAgAABAnkTEHDNW8fUS4AAAQIECBAgQIAAAQIECBAgQIAAAQIECBAgQIAAAQIECBAgQIAAAQLNEhBwrZ38lyPiyfLlZsyYEbfeemvtdrASAQIECBBoMYGZM2fGypUru596dET8pMUoHJcAAQIECBAgQCAnAgKuOWmUMgkQIECAAAECBAgQIECAAAECBAgQIECAAAECBAgQIECAAAECBAgQIECg6QICrrVrwU8j4qSO5Y466qh44YUXYsAAv9ZYO2IrESBAgECrCbS3t8fRRx8d27dvLz/6zyLii61m4bwECBAgQIAAAQL5EPCToHz0SZUECBAgQIAAAQIECBAgQIAAAQIECBAgQIAAAQIECBAgQIAAAQIECBAg0HwBAdfa9ODsiLivfKmNGzfGmDFjarO6VQgQIECAQAsLbNq0KcaOHdtd4OsRcX8Lszg6AQIECBAgQIBARgUEXDPaGGURIECAAAECBAgQIECAAAECBAgQIECAAAECBAgQIECAAAECBAgQIECAQOYEBFxr05Iur7dOnjw5Vq9eXZuVrUKAAAECBAjElClTYs2aNeUSXnF1LwgQIECAAAECBDIpIOCaybYoigABAgQIECBAgAABAgQIECBAgAABAgQIECBAgAABAgQIECBAgAABAgQyKCDgmr4px0fE0+XLPP/883HsscemX9kKBAgQIECAQElg69atMXz48O4aoyLi54gIECBAgAABAgQIZElAwDVL3VALAQIECBAgQIAAAQIECBAgQIAAAQIECBAgQIAAAQIECBAgQIAAAQIECGRZQMA1fXduioiLO5YZN25crF+/Pv2qViBAgAABAgS6CIwfPz42bNhQ/rWlEXEJJgIECBAgQIAAAQJZEhBwzVI31EKAAAECBAgQIECAAAECBAgQIECAAAECBAgQIECAAAECBAgQIECAAAECWRYQcE3fnV9HxNCOZR544IE466yz0q9qBQIECBAgQKCLwIMPPhiTJk0q/9qOiDgUEwECBAgQIECAAIEsCQi4ZqkbaiFAgAABAgQIECBAgAABAgQIECBAgAABAgQIECBAgAABAgQIECBAgACBLAsIuKbrTltE/KJjif333z/ee++9GDDArzKmYzWbAAECBAjsKdDe3h6DBw+O3bt3l3/zmIjYxosAAQIECBAgQIBAVgT8VCgrnVAHAQIECBAgQIAAAQIECBAgQIAAAQIECBAgQIAAAQIECBAgQIAAAQIECGRdQMA1XYf+ISJu7lhi3LhxsX79+nQrmk2AAAECBAj0KjB+/PjYsGFD+ff/MSJuQUaAAAECBAgQIEAgKwICrlnphDoIECBAgAABAgQIECBAgAABAgQIECBAgAABAgQIECBAgAABAgQIECBAIOsCAq7pOrQyIi7oWGLRokUxb968dCuaTYAAAQIECPQqcN1118X8+fPLv39bRMxARoAAAQIECBAgQCArAgKuWemEOggQIECAAAECBAgQIECAAAECBAgQIECAAAECBAgQIECAAAECBAgQIEAg6wICruk69NOIOKljiY0bN8aYMWPSrWg2AQIECBAg0KvApk2bYuzYseXf/1lEfBEZAQIECBAgQIAAgawICLhmpRPqIECAAAECBAgQIECAAAECBAgQIECAAAECBAgQIECAAAECBAgQIECAAIGsCwi4puvQryNiaMcSL7/8chx++OHpVjSbAAECBAgQ6FXglVdeic9//vPl398REYciI0CAAAECBAgQIJAVAQHXrHRCHQQIECBAgAABAgQIECBAgAABAgQIECBAgAABAgQIECBAgAABAgQIECCQdQEB13Qdei8iBnUs8e6778YBBxyQbkWzCRAgQIAAgV4Fdu7cGQceeGD593dFxGBkBAgQIECAAAECBLIiIOCalU6ogwABAgQIECBAgAABAgQIECBAgAABAgQIECBAgAABAgQIECBAgAABAgSyLiDgmq5DH0VE5+8tfvTRRzFggF9jTEdqNgECBAgQ6F2gvb099tlnn/IB7RHR5Qv8CBAgQIAAAQIECDRTwE+GmqlvbwIECBAgQIAAAQIECBAgQIAAAQIECBAgQIAAAQIECBAgQIAAAQIECBDIk4CAa7puJaGazk8SuvEhQIAAAQIE6ivQw39MQoagvuRWJ0CAAAECBAgQqELA/zmtAstQAgQIECBAgAABAgQIECBAgAABAgQIECBAgAABAgQIECBAgAABAgQIEGhpAQHXdO0X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gQIECAAAECBAjkWkDANV37BFzT+ZlNgAABAgSqFhBwrZrMBAIECBAgQIAAgQYKCLg2ENtWBAgQIECAAAECBAgQIECAAAECBAgQIECAAAECBAgQIECAAAECBAgQIJBrAQHXdO0T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j8//buP8iq8j78+McflcGVpDGZNPyRaKYaZgcjRtowxbSaqAlOIz/iDwIUxAKCiqaUSrQOItJWQqM7mtWAwGiAiAQtAc1IqbZo1FYnRDE6aG3H8P1Dkmhqw4odOsX9zrnf7v3uLvvj3nvu3nvuPa+dyWQK5znP87yes5MZx3cf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qEDgX/7lX+Kpp56qYGQ2hnzqU5+KSy65JE444YRsLMgqGk5A4NpwR2bBBAgQIECAAIFcCQhcc3XcNkuAAAECBAgQIECAAAECBAgQIECAAAECBAgQIECAAAECBAgQIECAAAECKQQErinwIkLgms7PaAIEKhD4/ve/H3/yJ39SwchsDJk/f360tbXF8OHDs7Egq2g4AYFrwx2ZBRMgQIAAAQIEciUgcM3VcdssAQIECBAgQIAAAQIECBAgQIAAAQIECBAgQIAAAQIECBAgQIAAAQIECKQQELimwBO4psMzmgCBygQErpW5GdU8AgLX5jlLOyFAgAABAgQINKOAwLUZT9WeCBAgQIAAAQIECBAgQIAAAQIECBAgQIAAAQIECBAgQIAAAQIECBAgQGAoBASu6VTd4JrOz2gCBCoQELhWgGZIUwkIXJvqOG2GAAECBAgQINB0AgLXpjtSGyJAgAABAgQIECBAgAABAgQIECBAgAABAgQIECBAgAABAgQIECBAgACBIRIQuKaDFbim88v16MEixTFjxsSWLVti1KhRQ+b05JNPxpQpU6Kjo6PPOTZt2hQzZswYdP5nn302vvCFLxz13DPPPBPnnHPOgOP/67/+KxYtWhRr1qwZdJ5SHjj55JMjsTvxxBPjrLPOirFjx8bZZ58dn/zkJ+PYY48t5RVHPdPfGufPnx9tbW0xfPjwit5b6aDe387kyZPj6quvjhNOOKHSVw7puN27d8fy5cuLc9TLbUg36eU1FRC41pTbZAQIECBAgAABAmUKCFzLBPM4AQIECBAgQIAAAQIECBAgQIAAAQIECBAgQIAAAQIECBAgQIAAAQIECORWQOCa7ugFrun8cj16sMA1wSk1MK0E8siRI4XocMWKFf0OL3X+LAWu/W3ms5/9bCECnTVrVrS0tJRFlvXANevBaO9vPevrLevj8HBdBASudWE3KQECBAgQIECAQIkCAtcSoTxGgAABAgQIECBAgAABAgQIECBAgAABAgQIECBAgAABAgQIECBAgAABArkXELim+wQErun8cj26lMB1KEPAt956q3A7a3K7Zn8/zRS4du3x93//92PlypXxxS9+MfqI5PqkELim+1UVuKbzM/poAYGrr4IAAQIECBAgQCDLAgLXLJ+OtREgQIAAAQIECBAgQIAAAQIECBAgQIAAAQIECBAgQIAAAQIECBAgQIBAlgQErulOQ+Cazi/Xo0sJXMeMGRNbtmyJUaNGVd3qH/7hH+LLX/7ygO9txsA12fCIESNi9erVMW3atJIiV4Frus9P4JrOz+ijBQSuvgoCBAgQIECAAIEsCwhcs3w61kaAAAECBAgQIECAAAECBAgQIECAAAECBAgQIECAAAECBAgQIECAAAECWRIQuKY7DYFrOr9cjy4lcE2ASo1My8E8cuRILF26NG6//fYBh5U697PPPhtf+MIXjnrXM888E+ecc86Ac/QXj5azn0qeTSLXhx9+eNDIN3m3wLUS4f8/RuCazs/oowUErr4KAgQIECBAgACBLAsIXLN8OtZGgAABAgQIECBAgAABAgQIECBAgAABAgQIECBAgAABAgQIECBAgAABAlkSELimOw2Bazq/XI8uNXCdP39+tLW1xfDhw6vmtX///pg+fXo899xzA76znoFrpfvu7OyMgwcPRkdHR/zTP/1TrF27Nn784x/3uc8kvk32eOqppw7oIHBN9+kJXNP5GX20gMDVV0GAAAECBAgQIJBlAYFrlk/H2ggQIECAAAECBAgQIECAAAECBAgQIECAAAECBAgQIECAAAECBAgQIEAgSwIC13SnIXBN55fr0X0FrsmtoknI+qtf/apo09raGlu3bo3Ro0dXzWvHjh0xadKkQd/XiIFr700dPnw47rvvvrj55psL0WvvnzvuuCMWLVoUfQRzxUezHrgmoe6ECRPit37rtwY903o88MorrxRC4q6fSuPleqzdnNkUELhm81ysigABAgQIECBA4P8JCFx9CQQIECBAgAABAgQIECBAgAABAgQIECBAgAABAgQIECBAgAABAgQIECBAoDQBgWtpTv09JXBN55fr0X0Fruedd158+tOfjvvvv7+Hzbp162LOnDlV8UqCzyVLlsTdd99dfN/kyZPjwIED8fzzz/eYoxkC12RDH3zwQeEm1wULFhxleMEFF8SGDRti5MiR/fpmPXCtyodRw5cIXGuI3aRTCVyb9GBtiwABAgQIECDQJAIC1yY5SNsgQIAAAQIECBAgQIAAAQIECBAgQIAAAQIECBAgQIAAAQIECBAgQIAAgSEXELimIxa4pvPL9ei+AtevfOUrkcR/V1xxRY/bRmfPnh3t7e3R0tKS2uzNN9+MadOm9YhZv/vd78YPf/jD+Pu///se72+WwDXZ1MGDB+O6664rxKy9f3bt2hUXXnhhv7YC19SfXY8XCFyr65nHtwlc83jq9kyAAAECBAgQaBwBgWvjnJWVEiBAgAABAgQIECBAgAABAgQIECBAgAABAgQIECBAgAABAgQIECBAgEB9BQSu6fwFrun8cj26v8D1rrvuij/7sz+LnTt3Fn1aW1tj69atMXr06NRmf/d3fxeXXHJJ8T3jx48v3OZ68803N3Xgmmy49967EP7mb/4mbrrppn5tBa6pP7seLxC4Vtczj28TuObx1O2ZAAECBAgQINA4AgLXxjkrKyVAgAABAgQIECBAgAABAgQIECBAgAABAgQIECBAgAABAgQIECBAgACB+goIXHCGOY4AACAASURBVNP5C1zT+eV6dH+Ba3Jr6urVq2Pp0qU9fNatWxdz5sxJZXb48OFYsmRJIWjt+lm0aFHccMMNceWVVzZ94Ppv//Zv8fWvfz327NnTw3Gw4DLrgevkyZPj6quvjhNOOKGk7+ODDz6IRx55JN55552YN29eHH/88SWN6+uh999/P77zne/EF7/4xfj85z/f53t2794dy5cvL/7dYN4VL8bA3AgIXHNz1DZKgAABAgQIEGhIAYFrQx6bRRMgQIAAAQIECBAgQIAAAQIECBAgQIAAAQIECBAgQIAAAQIECBAgQIBAHQQErunQBa7p/HI9ur/ANfnz1157LS666KLo6OgoGs2ePTva29ujpaWlYrfXX389pk6dGnv37i2+Y9euXXH22WfHjBkzmj5w/fWvf93nPgcLLrMeuA62/u4fzNtvvx233npr3HvvvTFixIhoa2uLK664ouLI9emnny5Ew++9917hPYsXL45TTz21xzfa+1svZ70Vf+wGNrWAwLWpj9fmCBAgQIAAAQINLyBwbfgjtAECBAgQIECAAAECBAgQIECAAAECBAgQIECAAAECBAgQIECAAAECBAgQqJGAwDUdtMA1nV+uRw8UuHZ2dsbMmTNj586dRaPW1tbYunVrjB49umK33nOed955kfzZsGHDBK5tbTF8+PA+bZslcE3i1rlz58aOHTuK+0wi1+TG4GnTpkUf0eCA39rBgwfjuuuuiw0bNhSfO/nkk+Pb3/52zJo1K4477rjCnyd+yU2vXT/JjbEf+tCHyp6v4g/fwKYTELg23ZHaEAECBAgQIECgqQQErk11nDZDgAABAgQIECBAgAABAgQIECBAgAABAgQIECBAgAABAgQIECBAgAABAkMoIHBNhytwTeeX69EDBa5JJJjcrJnchtn9Z926dTFnzpyK3PqKNJcuXRrLli2L//zP/xS45iBwTT6cp556qnDT6v79+4vf0SmnnBLf+9734txzzy3r29q+fXshxO5+0/Af//EfR/KdfuITnyjrXR4mUI6AwLUcLc8SIECAAAECBAjUWkDgWmtx8xEgQIAAAQIECBAgQIAAAQIECBAgQIAAAQIECBAgQIAAAQIECBAgQIBAowoIXNOdnMA1nV+uRw8UuH70ox+NF154ISZPnhwHDhwoOs2ePTva29ujpaWlbLtXX301Lrvssti3b19hbHJz57Zt2+L888+PX//617kIXF977bW4/PLL42c/+1kPv5tuuilWrFhRvHG0N26z3OCa7Cu5HXjz5s2xYMGCHmHquHHj4v7774/kpuBSfn71q1/FvHnzetwGW2koW8p8niHQXUDg6nsgQIAAAQIECBDIsoDANcunY20ECBAgQIAAAQIECBAgQIAAAQIECBAgQIAAAQIECBAgQIAAAQIECBAgkCUBgWu60xC4pvPL9ejBAtd33323cFtrEqF2/STx4datW2P06NFl261fvz7mzp1bHHfBBRfEhg0bYuTIkbkJXPsyT0BWr14d8+fP79e0mQLXZJOHDx+Om2++Oe64444ee540aVKsWbMmfud3fmfA7yuJZJNbWq+66qoez61cubJw6/Dxxx9f9vdpAIFyBASu5Wh5lgABAgQIECBAoNYCAtdai5uPAAECBAgQIECAAAECBAgQIECAAAECBAgQIECAAAECBAgQIECAAAECBBpVQOCa7uQErun8cj16sMA1iQjb2toKwWD3nyQsTMLXcn4OHToUCxcujAceeKA4LLmxNIkck1AsDze4/uIXvygEvj/60Y960CWB76OPPhpjx47tl7TZAtdko7/85S8LUe/27dt77Pv222+PG264od/bbJOHX3/99Zg6dWrs3bu3ODa5HTiJYz/ykY+U82l6lkBFAgLXitgMIkCAAAECBAgQqJGAwLVG0KYhQIAAAQIECBAgQIAAAQIECBAgQIAAAQIECBAgQIAAAQIECBAgQIAAgYYXELimO0KBazq/XI8eLHBNcF544YWYPHlyHDhwoGg1e/bsaG9vj5aWlpL9Xn311UgCxH379hXGjBgxIh5//PE455xzCv93sweuSaC6atWquPXWW48yK8WzGQPXBOInP/lJXHrppbF///44+eST47bbbitEwMOGDev32+rr9tcxY8bE5s2bI7lh2A+BWggIXGuhbA4CBAgQIECAAIFKBQSulcoZR4AAAQIECBAgQIAAAQIECBAgQIAAAQIECBAgQIAAAQIECBAgQIAAAQJ5ExC4pjtxgWs6v1yPLiVwfffddwu3tW7btq1olUSEW7dujdGjR5fsl9ysuWDBguLzU6ZMifXr1xdv22zmwPXnP/95LFu2LDZs2HCUVxL6bty4MSZNmjSgZbMGrsktwcmNwPfcc0/hP+PHjy/c6DvQz65duwpRbEdHR+GxxHD16tUxbdq0QceW/MF6kMAgAgJXnwgBAgQIECBAgECWBQSuWT4dayNAgAABAgQIECBAgAABAgQIECBAgAABAgQIECBAgAABAgQIECBAgACBLAkIXNOdhsA1nV+uR5cSuCYBYltbWyxevLiHVRIlJuFrKT9JiHjttdcWQs6unzvuuCMWLVpUDBKbJXBNvA4ePBj/8R//ES+99FIhBH7ssceKMWZvr4ULFxZudh0+fPiAlI0SuCabSM41CZqz/JPcFLt06dIsL9HaMi4gcM34AVkeAQIECBAgQCDnAgLXnH8Atk+AAAECBAgQIECAAAECBAgQIECAAAECBAgQIECAAAECBAgQIECAAAECJQsIXEum6vNBgWs6v1yPLiVwTYD27NkTF198cRw4cKDoNXv27Ghvb4+WlpZBDV9++eXCjZtvvPFG4dmRI0fGD3/4w/j85z9fHJvFwHXQjaV8YNy4cYXo9/TTTx/0TQLXQYnKekDgWhaXh/sQELj6LAgQIECAAAECBLIsIHDN8ulYGwECBAgQIECAAAECBAgQIECAAAECBAgQIECAAAECBAgQIECAAAECBAhkSUDgmu40BK7p/HI9utTA9Te/+U3MnTs3Hn744aJXa2tr4XbS0aNHD2qY3AD753/+58Xnktg1uQH2wx/+cPHP8ha4JnFrYnDGGWcM6pc8IHAtiankhwSuJVN5sB8BgatPgwABAgQIECBAIMsCAtcsn461ESBAgAABAgQIECBAgAABAgQIECBAgAABAgQIECBAgAABAgQIECBAgECWBASu6U5D4JrOL9ejSw1cE6TekWryZ0mgOWfOnAEN+4pj77zzzli0aFGPcXkKXGfNmhV/9Vd/FZ/85CdL/v4EriVTlfSgwLUkJg8NICBw9XkQIECAAAECBAhkWUDgmuXTsTYCBAgQIECAAAECBAgQIECAAAECBAgQIECAAAECBAgQIECAAAECBAgQyJKAwDXdaQhc0/nlenQ5geuePXvi4osvjgMHDhTNZs+eHe3t7dHS0tKvY+9xp59+euEm2DPPPLPHmGYPXEeMGBFTpkyJb3zjG3HWWWfFscceW9a3l/XAtdxgtK/9bNq0KWbMmFGWy4oVK+KWW24pjil3HWVN5mEC3QQErj4HAgQIECBAgACBLAsIXLN8OtZGgAABAgQIECBAgAABAgQIECBAgAABAgQIECBAgAABAgQIECBAgAABAlkSELimOw2Bazq/XI8uJ3Dt6ybW1tbW2Lp1a4wePbpPx87OzsLNr4sXLy7+/cyZM+Oee+6JJPjs/tNMgeuoUaPilFNOidNOOy3OPvvsGDt2bCR/Nnz48Iq/N4Fr33QC14o/KQNTCghcUwIaToAAAQIECBAgMKQCAtch5fVyAgQIECBAgAABAgQIECBAgAABAgQIECBAgAABAgQIECBAgAABAgQIEGgiAYFrusMUuKbzy/XocgLXBGrNmjWxYMGCHmbr1q2LOXPm9On47rvvFv5u27Ztxb/v7/ksBq7z588vBLppwtRqfWBZC1zThqVucK3Wl+E99RIQuNZL3rwECBAgQIAAAQKlCAhcS1HyDAECBAgQIECAAAECBAgQIECAAAECBAgQIECAAAECBAgQIECAAAECBAgQiBC4pvsKBK7p/HI9utzA9eWXX45LL7003njjjaLb7Nmzo729PVpaWo6yfOGFF2Ly5Mlx4MCBwt8NdOOrwHXgTzHrgeudd94ZixYtKvn3SeBaMpUHMyogcM3owVgWAQIECBAgQIBAQUDg6kMgQIAAAQIECBAgQIAAAQIECBAgQIAAAQIECBAgQIAAAQIECBAgQIAAAQKlCQhcS3Pq7ymBazq/XI8uN3Dt6OiIa6+9NjZu3Fh06y9a7ezsjL/+67+OpUuXFp8dKIYVuA78KWYpcD1y5EjhXG+//fbiojdt2hQzZswo+fdJ4FoylQczKiBwzejBWBYBAgQIECBAgEBBQODqQyBAgAABAgQIECBAgAABAgQIECBAgAABAgQIECBAgAABAgQIECBAgAABAqUJCFxLc+rvKYFrOr9cjy43cE2w1qxZEwsWLOjhtm7dupgzZ06PP3vnnXdi5syZsXPnzuKfDxRBClwH/hSzFLj2tZaHHnoopk6dWvLv029+85uYO3duPPzwwyV9H/29eMWKFXHLLbcU//q2227rEVWXvCAPEihTQOBaJpjHCRAgQIAAAQIEaiogcK0pt8kIECBAgAABAgQIECBAgAABAgQIECBAgAABAgQIECBAgAABAgQIECBAoIEFBK7pDk/gms4v16MrCVxffvnluPTSS+ONN94o2vV1M+uzzz4bF110USS3viY/Y8aMiS1btsSoUaP6NBe4DvwpZilwfffddwvx8o9+9KPiop955pk455xzSv596uu8d+3aFRdeeGHJ70geFLiWxeXhKgoIXKuI6VUECBAgQIAAAQJVFxC4Vp3UCwkQIECAAAECBAgQIECAAAECBAgQIECAAAECBAgQIECAAAECBAgQIECgSQUErukOVuCazi/XoysJXA8dOhQLFy6MBx54oGjX2toaW7dujdGjRxf+7MiRI7F8+fJCfNj1c/3118eqVati2LBhfZoLXAf+FLMUuL711lsxY8aM2L17d2HRI0eOjEcffTTGjh1b8u/T22+/HdOnT48nnniiOKbcSDYZKHAtmdyDVRYQuFYZ1OsIECBAgAABAgSqKiBwrSqnlxEgQIAAAQIECBAgQIAAAQIECBAgQIAAAQIECBAgQIAAAQIECBAgQIBAEwsIXNMdrsA1nV+uR1cSuCZg69evj7lz5/aw27RpUyF6TH4OHDgQs2bN6hEvPvLII/G1r32tX2+B68CfYpYC19deey0uv/zy+NnPftYUvz9f+cpXIvld+OhHP9oU+7GJ2ggIXGvjbBYCBAgQIECAAIHKBASulbkZRYAAAQIECBAgQIAAAQIECBAgQIAAAQIECBAgQIAAAQIECBAgQIAAAQL5ExC4pjtzgWs6v1yPrjRwffXVV+Oyyy6Lffv2Ff3mz58fbW1tMXz48HjyySdjypQp0dHRUfj7cePGxebNm+PTn/50v94C14E/xSwFrk8//XSce+65TfO7I3BtmqOs6UYErjXlNhkBAgQIECBAgECZAgLXMsE8ToAAAQIECBAgQIAAAQIECBAgQIAAAQIECBAgQIAAAQIECBAgQIAAAQK5FRC4pjt6gWs6v1yPrjRwPXToUCxcuDAeeOCBot+YMWNiy5Ytcdppp8Xy5ctjxYoVxb+7/vrrY9WqVTFs2LB+vQWuA3+KWQpc16xZEwsWLGia3x2Ba9McZU03InCtKbfJCBAgQIAAAQIEyhQQuJYJ5nECBAgQIECAAAECBAgQIECAAAECBAgQIECAAAECBAgQIECAAAECBAgQyK2AwDXd0Qtc0/nlenSlgWuCtn79+pg7d24Pv02bNsWXvvSlmDVrVjzxxBPFv9u+fXtMnDhxQGuB68CfYlYC1//+7/+OG2+8sXBbb7P8CFyb5SRruw+Ba229zUaAAAECBAgQIFCegMC1PC9PEyBAgAABAgQIECBAgAABAgQIECBAgAABAgQIECBAgAABAgQIECBAgEB+BQSu6c5e4JrOL9ej0wSur776alx22WWxb9++omFyU+uXv/zlmDZtWnR0dBT+fPz48fHggw/GKaecMqC1wHXgTzErgevbb78d06dP7xEw33nnnbFo0aKSf5f6imSTWPquu+6KE088seT3JA8mNwXfcsstxTG33XZbLF26tKx3eJhAJQIC10rUjCFAgAABAgQIEKiVgMC1VtLmIUCAAAECBAgQIECAAAECBAgQIECAAAECBAgQIECAAAECBAgQIECAAIFGFxC4pjtBgWs6v1yPThO49hVcjhs3rhCy/uAHPyi63nTTTYUI8bjjjhvQWuA68KeYlcB1z549cfHFF8eBAweKC961a1dceOGFJf8uvfXWWzFjxozYvXt3ccyyZcsi+U8f0eCA7xW4lszuwSoLCFyrDOp1BAgQIECAAAECVRUQuFaV08sIECBAgAABAgQIECBAgAABAgQIECBAgAABAgQIECBAgAABAgQIECBAoIkFBK7pDlfgms4v16PTBK4JXF/je4OWGj8KXAf+FLMSuK5ZsyYWLFhQXOzYsWPjoYceitNOO63k36Unn3wypkyZUrzlNxm4ffv2mDhxYsnv6HpQ4Fo2mQFVEhC4VgnSawgQIECAAAECBIZEQOA6JKxeSoAAAQIECBAgQIAAAQIECBAgQIAAAQIECBAgQIAAAQIECBAgQIAAAQJNKCBwTXeoAtd0frkenTZwff3112Pq1Kmxd+/ePh0vuOCC2LBhQ4wcOXJQZ4HrwERZCFw7Ojri2muvjY0bNxYXO3PmzLjnnntixIgRg55x8sDhw4djyZIlcffddxefHzNmTGzZsiVGjRpV0ju6PyRwLZvMgCoJCFyrBOk1BAgQIECAAAECQyIgcB0SVi8lQIAAAQIECBAgQIAAAQIECBAgQIAAAQIECBAgQIAAAQIECBAgQIAAgSYUELimO1SBazq/XI9OG7j2F112oS5dujSWLVsWxx133KDOAteBibIQuL7wwgsxefLkOHDgQHGxq1evjvnz5w96vl0P9PWO66+/PlatWhXDhg0r+T1dDwpcyyYzoEoCAtcqQXoNAQIECBAgQIDAkAgIXIeE1UsJECBAgAABAgQIECBAgAABAgQIECBAgAABAgQIECBAgAABAgQIECBAoAkFBK7pDlXgms4v16PTBq4JXl/vSP48udFz27Ztcf7555dkLHAdmKnegeuRI0di+fLlkQSlXT+tra2xdevWGD16dElnfOjQoVi0aFGsXbu2+Hy530nviQSuJdF7aAgEBK5DgOqVBAgQIECAAAECVRMQuFaN0osIECBAgAABAgQIECBAgAABAgQIECBAgAABAgQIECBAgAABAgQIECBAoMkFBK7pDljgms4v16OrEbi++eabMW3atHj++ed7WE6YMCE2btwYH/vYx0oyFrgOzFTvwLWvc549e3a0t7dHS0vLoGfc2dkZmzdvjgULFkRHR0fx+SlTpsT69evjIx/5yKDv6OsBgWtFbAZVQUDgWgVEryBAgAABAgQIEBgyAYHrkNF6MQECBAgQIECAAAECBAgQIECAAAECBAgQIECAAAECBAgQIECAAAECBAg0mUAjBq5nRcRLGTkHgWtGDqIRl1GNwPXw4cOxZMmSuPvuu3sQJOHhzTffHH1EYH1SCVwH/oLqGbgmcWpbW1ssXry4xyIfeeSR+NrXvlbSp79v37648sore4TQye2tSQQ9adKkkt7R10MC14rpDEwpIHBNCWg4AQIECBAgQIDAkAoIXIeU18sJECBAgAABAgQIECBAgAABAgQIECBAgAABAgQIECBAgAABAgQIECBAoIkEGjFwvTUizo2I5RGxu85nIXCt8wGYnkCzCyRxanJL7969e4tbnThxYqxduzY+/vGPD7r9X/7ylzF//vzYvn17j2evueaaWLVqVUk3wPY3icB1UH4PDJGAwHWIYL2WAAECBAgQIECgKgIC16owegkBAgQIECBAgAABAgQIECBAgAABAgQIECBAgAABAgQIECBAgAABAgQI5ECgEQPX346In0fEh/83cK1n6CpwzcEviS0SqJfAoUOHCjf03nvvvT2WsGnTppgxY8agy3r77bcLN78mN7V2/xk3blzcf//90draOug7BnpA4JqKz+AUAgLXFHiGEiBAgAABAgQIDLmAwHXIiU1AgAABAgQIECBAgAABAgQIECBAgAABAgQIECBAgAABAgQIECBAgAABAk0i0IiBa0Kf3OK6rNsZJDe51iN0Fbg2yS+CbRDImkBnZ2ds3rw5FixYEB0dHcXllXp7a39x64gRI2L16tWFW2H7iATLYhC4lsXl4SoKCFyriOlVBAgQIECAAAECVRcQuFad1AsJECBAgAABAgQIECBAgAABAgQIECBAgAABAgQIECBAgAABAgQIECBAoEkFGjVw7X6La/ejqXXoKnBt0l8M2yJQb4Gnnnoqrrjiiti/f39xKUmcmtzGOmnSpAGXl4xZtGhRbNu27ajnVq5cWbjV9fjjj0+9RYFrakIvqFBA4FohnGEECBAgQIAAAQI1ERC41oTZJAQIECBAgAABAgQIECBAgAABAgQIECBAgAABAgQIECBAgAABAgQIECDQBAKNGrgm9L1vce1+HLUKXQWuTfBLYAsEsiiwb9++uPLKK+P5558vLm/evHnR1tYWLS0t/S75pZdeij/90z+NF1988ahnbr311liyZEkMHz68KlsWuFaF0UsqEBC4VoBmCAECBAgQIECAQM0EBK41ozYRAQIECBAgQIAAAQIECBAgQIAAAQIECBAgQIAAAQIECBAgQIAAAQIECDS4QCMHrv3d4tr9SIY6dBW4NvgvgOUTyLJA91tcW1tb46GHHoozzzxzwCX/z//8T3zve98r3ODa0dFRfPYv//IvI/nPQHFsuRYC13LFPF8tAYFrtSS9hwABAgQIECBAYCgEBK5DoeqdBAgQIECAAAECBAgQIECAAAECBAgQIECAAAECBAgQIECAAAECBAgQINCMAo0cuCbnMdAtrt3Pa6hCV4FrM/5W2BOBjAh0dnbGunXr4qqrror77rsv5s6dG32EfUet9oMPPogHH3wwrrnmmsLfJbe2Ll68uGo3t3ZNKHDNyIeSw2UIXHN46LZMgAABAgQIEGggAYFrAx2WpRIgQIAAAQIECBAgQIAAAQIECBAgQIAAAQIECBAgQIAAAQIECBAgQIBAXQUaPXAt5RbX7sDVDl0FrnX9fE1OoPkFDh06FJs3b45p06aVdftqcpNrW1tbfPzjH48ZM2bE8ccfX3Ws73znO/HYY48V3/vVr341rrvuuqrP44UEegsIXH0TBAgQIECAAAECWRYQuGb5dKyNAAECBAgQIECAAAECBAgQIECAAAECBAgQIECAAAECBAgQIECAAAECBLIk0OiBa2JZ6i2u3d2rFboKXLP0NVsLAQIECORCQOCai2O2SQIECBAgQIBAwwoIXBv26CycAAECBAgQIECAAAECBAgQIECAAAECBAgQIECAAAECBAgQIECAAAECBGos0AyBa7m3uHYnThu6Clxr/MGajgABAgQICFx9AwQIECBAgAABAlkWELhm+XSsjQABAgQIECBAgAABAgQIECBAgAABAgQIECBAgAABAgQIECBAgAABAgSyJNAMgWviWcktrt3PodLQVeCapa/ZWggQIEAgFwIC11wcs00SIECAAAECBBpWQODasEdn4QQIECBAgAABAgQIECBAgAABAgQIECBAgAABAgQIECBAgAABAgQIECBQY4FmCVzT3OLanbzc0FXgWuMP1nQECBAgQEDg6hsgQIAAAQIECBDIsoDANcunY20ECBAgQIAAAQIECBAgQIAAAQIECBAgQIAAAQIECBAgQIAAAQIECBAgkCWBZglcE9O0t7h2P5dSQ1eBa5a+ZmshQIAAgVwICFxzccw2SYAAAQIECBBoWAGBa8MenYUTIECAAAECBAgQIECAAAECBAgQIECAAAECBAgQIECAAAECBAgQIECAQI0FmilwrdYtrt2PYLDQVeBa4w/WdAQIECBAQODqGyBAgAABAgQIEMiygMA1y6djbQQIECBAgAABAgQIECBAgAABAgQIECBAgAABAgQIECBAgAABAgQIECCQJYFmClwT12re4tr9nPoLXQWuWfqarYUAAQIEciEgcM3FMdskAQIECBAgQKBhBQSuDXt0Fk6AAAECBAgQIECAAAECBAgQIECAAAECBAgQIECAAAECBAgQIECAAAECNRZotsB1KG5x7X4kvUNXgWuNP1jTESBAgAABgatvgAABAgQIECBAIMsCAtcsn461ESBAgAABAgQIECBAgAABAgQIECBAgAABAgQIECBAgAABAgQIECBAgECWBHoHrllaW5bX0hW6Jn7Fn87OHr1rltdvbQQIECBAoGEFBK4Ne3QWToAAAQIECBDIhYDANRfHbJMECBAgQIAAAQIECBAgQIAAAQIECBAgQIAAAQIECBAgQIAAAQIECBAgUAUBgWsVELteIXCtIqZXESBAgACBfgQErj4NAgQIECBAgACBLAsIXLN8OtZGgAABAgQIECBAgAABAgQIECBAgAABAgQIECBAgAABAgQIECBAgAABAlkSELhW8TQErlXE9CoCBAgQINCPgMDVp0GAAAECBAgQIJBlAYFrlk/H2ggQIECAAAECBAgQIECAAAECBAgQIECAAAECBAgQIECAAAECBAgQIEAgSwIC18pO46mIuDUiEr/ij8C1MkyjCBAgQIBAOQIC13K0PEuAAAECBAgQIFBrAYFrrcXNR4AAAQIECBAgQIAAAQIECBAgQIAAAQIECBAgQIAAAQIECBAgQIAAAQIEsiHw2xHxZkQk/z0UP11h6+7/fXln90kErkNB7p0ECBAgQKCngMDVF0GAD3qN4wAAGsNJREFUAAECBAgQIJBlAYFrlk/H2ggQIECAAAECBAgQIECAAAECBAgQIECAAAECBAgQIECAAAECBAgQIECAwNAJJLeqLhuC1/cOW7umELgOAbZXEiBAgACBgQQErr4PAgQIECBAgACBLAsIXLN8OtZGgAABAgQIECBAgAABAgQIECBAgAABAgQIECBAgAABAgQIECBAgAABAgSGRmAobm/tL2zt2oHAdWjO0lsJECBAgEC/AgJXHwcBAgQIECBAgECWBQSuWT4dayNAgAABAgQIECBAgAABAgQIECBAgAABAgQIECBAgAABAgQIECBAgAABAkMjUM3bWwcLW7t2IHAdmrP0VgIECBAg0K+AwNXHQYAAAQIECBAgkGUBgWuWT8faCBAgQIAAAQIECBAgQIAAAQIECBAgQIAAAQIECBAgQIAAAQIECBAgQIBA9QWqdXtrqWFr1w4ErtU/S28kQIAAAQIDCghcfSAECBAgQIAAAQJZFhC4Zvl0rI0AAQIECBAgQIAAAQIECBAgQIAAAQIECBAgQIAAAQIECBAgQIAAAQIECFRfIO3treWGrV07ELhW/yy9kQABAgQIDCggcPWBECBAgAABAgQIZFlA4Jrl07E2AgQIECBAgAABAgQIECBAgAABAgQIECBAgAABAgQIECBAgAABAgQIECBQXYE0t7dWGrZ27UDgWt2z9DYCBAgQIDCogMB1UCIPECBAgAABAgQI1FFA4FpHfFMTIECAAAECBAgQIECAAAECBAgQIECAAAECBAgQIECAAAECBAgQIECAAIEaC1Rye2vasLVriwLXGh+26QgQIECAgMDVN0CAAAECBAgQIJBlAYFrlk/H2ggQIECAAAECBAgQIECAAAECBAgQIECAAAECBAgQIECAAAECBAgQIECAQPUEyr29tVpha9cOBK7VO0tvIkCAAAECJQkIXEti8hABAgQIECBAgECdBASudYI3LQECBAgQIECAAAECBAgQIECAAAECBAgQIECAAAECBAgQIECAAAECBAgQqLFAqbe3Vjts7dqmwLXGB246AgQIECAgcPUNECBAgAABAgQIZFlA4Jrl07E2AgQIECBAgAABAgQIECBAgAABAgQIECBAgAABAgQIECBAgAABAgQIECBQHYFSbm8dqrC1awcC1+qcpbcQIECAAIGSBQSuJVN5kAABAgQIECBAoA4CAtc6oJuSAAECBAgQIECAAAECBAgQIECAAAECBAgQIECAAAECBAgQIECAAAECBAjUWGCg21uHOmzt2qrAtcaHbjoCBAgQICBw9Q0QIECAAAECBAhkWUDgmuXTsTYCBAgQIECAAAECBAgQIECAAAECBAgQIECAAAECBAgQIECAAAECBAgQIJBeoL/bW2sVtnbtQOCa/iy9gQABAgQIlCUgcC2Ly8MECBAgQIAAAQI1FhC41hjcdAQIECBAgAABAgQIECBAgAABAgQIECBAgAABAgQIECBAgAABAgQIECBAoMYCvW9vrXXY2rVdgWuND950BAgQIEBA4OobIECAAAECBAgQyLKAwDXLp2NtBAgQIECAAAECBAgQIECAAAECBAgQIECAAAECBAgQIECAAAECBAgQIEAgnUD321vrFbZ27eCDiCj+e4sffPBB9BHdpNut0QQIECBAgEBRoLOzM4499tjuIsn/s4kef4CLAAECBAgQIECAQD0FBK711Dc3AQIECBAgQIAAAQIECBAgQIAAAQIECBAgQIAAAQIECBAgQIAAAQIECBAYWoHk9tbzIiL5791DO9Wgb38vIlq6njp48GCMGDFi0EEeIECAAAECBCoT6OjoiA996EPdBx+KiJMqe5tRBAgQIECAAAECBKovIHCtvqk3EiBAgAABAgQIECBAgAABAgQIECBAgAABAgQIECBAgAABAgQIECBAgACBrAicFREvZWQxP4+IU7rW8q//+q9x+umnZ2RplkGAAAECBJpP4I033ojPfOYz3Te2PyJObb6d2hEBAgQIECBAgECjCghcG/XkrJsAAQIECBAgQIAAAQIECBAgQIAAAQIECBAgQIAAAQIECBAgQIAAAQIECDSWwNMR8YddS3788cdjwoQJjbUDqyVAgAABAg0ksHPnzrjooou6r/jHEfFHDbQFSyVAgAABAgQIEGhyAYFrkx+w7REgQIAAAQIECBAgQIAAAQIECBAgQIAAAQIECBAgQIAAAQIECBAgQIAAgYwIrI2IuV1rWblyZXzzm9/MyNIsgwABAgQINJ/At771rbjxxhu7b2xdRMxrvp3aEQECBAgQIECAQKMKCFwb9eSsmwABAgQIECBAgAABAgQIECBAgAABAgQIECBAgAABAgQIECBAgAABAgQINJbA1RFxb9eSJ06cGNu3b2+sHVgtAQIECBBoIIFJkybFjh07uq/4moj4bgNtwVIJECBAgAABAgSaXEDg2uQHbHsECBAgQIAAAQIECBAgQIAAAQIECBAgQIAAAQIECBAgQIAAAQIECBAgQCAjAmMi4qWutZx44onx3nvvxTHH+FcZM3I+lkGAAAECTSTQ2dkZJ510Urz//vvdd3VWROxtom3aCgECBAgQIECAQIML+KdCDX6Alk+AAAECBAgQIECAAAECBAgQIECAAAECBAgQIECAAAECBAgQIECAAAECBBpI4OcRcUrXerdu3RqXXnppAy3fUgkQIECAQGMIPPzww3HZZZd1X+z+iDi1MVZvlQQIECBAgAABAnkRELjm5aTtkwABAgQIECBAgAABAgQIECBAgAABAgQIECBAgAABAgQIECBAgAABAgQI1F/groi4vmsZEydOjO3bt9d/VVZAgAABAgSaTGDSpEmxY8eO7ru6OyK+0WTbtB0CBAgQIECAAIEGFxC4NvgBWj4BAgQIECBAgAABAgQIECBAgAABAgQIECBAgAABAgQIECBAgAABAgQIEGgggT+IiOe6r/enP/1pfO5zn2ugLVgqAQIECBDItsCLL74YZ599du9Fjo+If872yq2OAAECBAgQIEAgbwIC17yduP0SIECAAAECBAgQIECAAAECBAgQIECAAAECBAgQIECAAAECBAgQIECAAIH6CjwdEX/YtYTp06fH97///fquyOwECBAgQKCJBGbMmBEPPvhg9x39OCL+qIm2aCsECBAgQIAAAQJNIiBwbZKDtA0CBAgQIECAAAECBAgQIECAAAECBAgQIECAAAECBAgQIECAAAECBAgQINAgApdHxJbua3388cdjwoQJDbJ8yyRAgAABAtkV2LlzZ1x00UW9Fzg1In6Q3VVbGQECBAgQIECAQF4FBK55PXn7JkCAAAECBAgQIECAAAECBAgQIECAAAECBAgQIECAAAECBAgQIECAAAEC9RPocYvrGWecES+//HIcc4x/rbF+R2JmAgQIEGh0gc7OzjjzzDPjlVde6b4Vt7c2+sFaPwECBAgQIECgiQX8k6AmPlxbI0CAAAECBAgQIECAAAECBAgQIECAAAECBAgQIECAAAECBAgQIECAAAECGRX4UkQ82X1t8+bNi/vuuy+jy7UsAgQIECCQfYGrrroq1q5d23uh50fEP2Z/9VZIgAABAgQIECCQRwGBax5P3Z4JECBAgAABAgQIECBAgAABAgQIECBAgAABAgQIECBAgAABAgQIECBAgED9Be6KiOu7L2PlypXxzW9+s/4rswICBAgQINBgAt/61rfixhtv7L3quyPiGw22FcslQIAAAQIECBDIkYDANUeHbasECBAgQIAAAQIECBAgQIAAAQIECBAgQIAAAQIECBAgQIAAAQIECBAgQCBjAj+JiLHd19Te3h7XXnttxpZpOQQIECBAILsC99xzTyxcuLD3AvdExO9ld9VWRoAAAQIECBAgQCBC4OorIECAAAECBAgQIECAAAECBAgQIECAAAECBAgQIECAAAECBAgQIECAAAECBOolMCYino2Ilu4LcJNrvY7DvAQIECDQaAL93Nx6KCLOiYi9jbYf6yVAgAABAgQIEMiXgMA1X+dttwQIECBAgAABAgQIECBAgAABAgQIECBAgAABAgQIECBAgAABAgQIECBAIGsCX42IR3svat68ebFmzZo45hj/qmPWDsx6CBAgQKD+Ap2dnTF//vxYu3ZtX4u5OCIeq/8qrYAAAQIECBAgQIDAwAL+qY8vhAABAgQIECBAgAABAgQIECBAgAABAgQIECBAgAABAgQIECBAgAABAgQIEKi3wOURsaX3Is4444z427/925gwYUK912d+AgQIECCQGYGdO3fGDTfcEK+88kpfa5oaET/IzGIthAABAgQIECBAgMAAAgJXnwcBAgQIECBAgAABAgQIECBAgAABAgQIECBAgAABAgQIECBAgAABAgQIECCQBYHkJteHIqKl92KmT58ef/EXfxGf+9znsrBOayBAgAABAnURePHFF+Pb3/52PPjgg33Nfygivu7m1rocjUkJECBAgAABAgQqFBC4VghnGAECBAgQIECAAAECBAgQIECAAAECBAgQIECAAAECBAgQIECAAAECBAgQIFB1gTERsT4ixvb15okTJ8bMmTPjkksuiWOO8a9AVl3fCwkQIEAgcwKdnZ3xyCOPxMaNG2PHjh39rW9PRMyJiL2Z24AFESBAgAABAgQIEBhAwD/d8XkQIECAAAECBAgQIECAAAECBAgQIECAAAECBAgQIECAAAECBAgQIECAAAECWRO4KyKu729RJ554YlxwwQUxfvz4GDNmTPzu7/5ufOITn4iTTjpJ+Jq1k7QeAgQIEChJIAlZ33vvvfjFL34R//7v/x579+6N5557Lp544ol4//33B3rH3RHxjZIm8RABAgQIECBAgACBjAkIXDN2IJZDgAABAgQIECBAgAABAgQIECBAgAABAgQIECBAgAABAgQIECBAgAABAgQIFAS+FBG3RsQf8iBAgAABAgSOEvjx//7v5D+yIUCAAAECBAgQINCoAgLXRj056yZAgAABAgQIECBAgAABAgQIECBAgAABAgQIECBAgAABAgQIECBAgAABAvkQuDwiFgpd83HYdkmAAAECgwokYWt7RPxg0Cc9QIAAAQIECBAgQCDjAgLXjB+Q5REgQIAAAQIECBAgQIAAAQIECBAgQIAAAQIECBAgQIAAAQIECBAgQIAAAQIFgT+IiK9HxKSIOIUJAQIECBDIkcD+iNgeEQ9FxD/naN+2SoAAAQIECBAg0OQCAtcmP2DbI0CAAAECBAgQIECAAAECBAgQIECAAAECBAgQIECAAAECBAgQIECAAAECTSgwJiLGR8TZETEqIj4VER+LiBMjwr8b2YQHbksECBDIgUBnRLwfEe9ExP+JiNcj4qcR8VxE7M3B/m2RAAECBAgQIEAghwL+IU4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wGBaw4P3ZYJECBAgAABAgQIECBAgAABAgQIECBAgAABAgQIECBAgAABAgQIECBAgAABAgQIECBAgAABAgQIECBAgAABAvUUELjWU9/cBAgQIECAAAECBAgQIECAAAECBAgQIECAAAECBAgQIECAAAECBAgQIECAAAECBAgQIECAAAECBAgQIECAAIEcCghcc3jotkyAAAECBAgQIECAAAECBAgQIECAAAECBAgQIECAAAECBAgQIECAAAECBAgQIECAAAECBAgQIECAAAECBAgQqKeAwLWe+uYmQIAAAQIECBAgQIAAAQIECBAgQIAAAQIECBAgQIAAAQIECBAgQIAAAQIECBAgQIAAAQIECBAgQIAAAQIECORQQOCaw0O3ZQIECBAgQIAAAQIECBAgQIAAAQIECBAgQIAAAQIECBAgQIAAAQIECBAgQIAAAQIECBAgQIAAAQIECBAgQIBAPQUErvXUNzcBAgQIECBAgAABAgQIECBAgAABAgQIECBAgAABAgQIECBAgAABAgQIECBAgAABAgQIECBAgAABAgQIECBAIIcCAtccHrotEyBAgAABAgQIECBAgAABAgQIECBAgAABAgQIECBAgAABAgQIECBAgAABAgQIECBAgAABAgQIECBAgAABAgTqKSBwrae+uQkQIECAAAECBAgQIECAAAECBAgQIECAAAECBAgQIECAAAECBAgQIECAAAECBAgQIECAAAECBAgQIECAAAECORT4vxtVB6bUQfRw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63" name="AutoShape 15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00SvRHIMkZJISkeS4k1HxyaHmcx8SqOZzuVMMW86EZFCqDQRImL4Jo0wKHWhXuOaMcZ812+x//azn7X2Ou7T89zruv7XmJ6117rXb629973v+/7dt+qed60aGz7fRHDNB8EV78Ff/vKXDM+KoKnOQdCP9CfVE5t+JwRiEbDWXwlXQoAQIAQIAUKAELBDgPRXO9yq6CrSz6pos2mphAAhQAgQAvlAgPSzfOwDSZEYAqRfJgYtDUwIEAKEACFACIgRKJp+SQRXOsmEACFACBAChAAhUIZA0RQa2sKKR4AMXBW/xbRAQoAQIAQIgbwhQPpg3nbEWB4n/UlUffP8889n9957L2vQoEGJMG+//Tbr0aMHe+edd2r+3YScKFrZ9u3b2UUXXcSWLVtW8jP+bcaMGQwE2qTbJ598wvr27ctWrFhhLAPIvoMHDy65rnXr1gzEwebNm3sVfceOHWzQoEG8wm642RJcfcqJ8wLZwu33v/89J0SHnzG6/WTAmRJcRSRCyDllyhS2xx57WO+PaFxZNdR3332XXXjhhWzDhg018+kS6KwFjFwoOzt/+MMf+Nl3batWrWLt2rUrGQbPhjlz5rC9997bdXjh9a5kUxHZWrUvrnOGF0IEV3eCK94PqP7ctm1b6zMmShygOgfBZKQ/WcNOFxICQMBJfyUICQFCgBAgBAgBQsAcAdJfzTGrsitIP6uyDaflEgKEACFACGSPAOln2e8BSZAoAqRfJgovDU4IVCcCzzzzDNttt93YkUceyRo2bFgSh+AbkX//+99s586d7Ntvvy0ZulatWjyGZdddd/U9JY1HCDgjUDT9kgiuzltOAxAChAAhQAgQApWHQNEUmsrbAVpRBAEycNGRIAQIAUKAECAEUkaA9MGUAfc/nZP+ZFJ9U0TmFJEYTZYIx8CkSZPYNddcU3KZrAKoydi6fR955BF2wQUXlHXXqSI7b9481qtXr5JrDz74YE5Cbdmypa4IWv1kRNzf/OY3vAJhXHvzzTdZ9+7d2caNG2u66ZK4dIQTkZ87duzIHnzwQdaoUSM+xN/+9jc2bNgwNmvWrJohTffZlOAKJ1eHDh1KlnDWWWcxkAv32msvnaUJ++DMXn311SW/yQiuIiKlD2KeifCy6r/jxo1j119/vclQwr6owNu/f/+S3zp37sz3P0qUd57shwFcyaZEcO3LnnrqKa0zHHQSVax2IUmbjLdt2zbWp08ftnz58hKZQXA988wzrY+ViPyt+2wk/ckadrqQEAACTvorQUgIEAKEACFACBAC5giQ/mqOWZVdQfpZlW04LZcQIAQIAUIgewRIP8t+D0iCRBEg/TJReGlwQqD6EPjf//1fNnToUO5/RvvpT3/Kxo8fXxar4QuZlStXcv/3Bx98UDIk/JujR48uFMFV5JOVxTb4wo/GyQaBoumXRHDN5pzQrIQAIUAIEAKEQK4RKJpCk2swSTgfCJCByweKNAYhQAgQAoQAIWCAAOmDBmDls6uz/iSqqgkj94033liT9VJEhD388MPZggULWIsWLZyQEVWRxYAgvY4dO5bVqVPHafy4i7EuVEDFOsJNd21//OMf2UknnVQ2hSvpSiTzunXrWJcuXdinn35a8vPs2bPZxRdfHIuRiMznk4j7j3/8g40aNYpNnTq1Rg6QOBctWsTat2/P/00k/yWXXMKmT5/O9txzT609NiW4ioi9yOg6f/58dthhh2nNGe30zTffcKcVSK7hJnMCyWR2IQbaCC5yXOlU/1XN9a9//YsTrG+99daSrj7GjpubCK7fo+OLqIuxVI5ME0Kq6tzgd5Pxvv76azZy5Eh2zz33lAytk4ggThY4pUGcXbNmTU03Irjq7B71IQScEXDWX50loAEIAUKAECAECIEqQ4Dsf1W24ebLJf3MHDO6ghAgBAgBQoAQcEKA9DMn+Oji/CNA+mX+94gkJAQKhUDUp4dE2o8//jhr3bq193Vs2bKFDRo0iC1ZsqRs7Ntuu40nwt5ll128z5vUgERwTQrZ/I1bNP2SCK75O0MkESFACBAChAAhkDkCRVNoMgeMBEgaATJwJY0wjU8IEAKEACFACEQQIH2w8EfCWX96//33We/evdnatWtrwDjjjDMYqjLCMYAmIqGakhNlSMuqS2LuuXPnslNOOSWxTcL4l19+OUPGz3AbMWIEg3NCRa597733eFZQkDfDLUoQ9rEAVB3t169f2VDIHqrCyJQYaiOvqFoqiI9jxoxhtWrVElbqNSV5mq5DVvXx4YcfZt26dbNZJtu+fTu76KKL2LJly0qul5EDZYRY3TMWJySqD99yyy2sadOm7KijjmIHHnggO/TQQxkIeiAYh5uo2vAJJ5zA5syZwzPc2jYZHr6qw8rkIoLr98hUC8EVawWJ+oYbbig5Eq5EaiQp6NSpU8k7gAiutk8Duo4QMELAWX81mo06EwKEACFACBAChEBNArMQFEWIIaOdSw8B0s/Sw5pmIgQIAUKAECAEOALkn6WDUOEIkH5Z4RtMyyME0kbgpZdeYh06dKjx6XXs2JFXc23UqJFXUf72t7/xxN4zZ84Ujgu/OhKQt2vXzuu8SQ5GBNck0c3X2EXTL4tgnCSFJl9nnKQhBAgBQoAQqAIEiqbQVMGWVPsSSR+s9hNA6ycECAFCgBBIHQHSB1OH3PeEzvqTqvrmv//9b15JFWTFcHMhCUZBWLVqFSeKRquTnnfeeezOO+9kjRs39o0be+edd9iAAQNKiL2YBE6JhQsXsmOOOUY5J4ixQ4cO5c6TcDv//PMZKuM2aNBAOYZOBxkJWJegKJMTBN+ePXvqiKDsg71DJdnly5fX9A0cS8hgOnDgQF7RNWjHHXcce+ihhzgpU7eZElxl1UVdyNnPPvssw/5GSdFx1S9F5GTdKsEybOBcGzZsGJs1a5bW2Xv77bdZjx49+LkPN1OScVQeGR5JVDEOz00E1+/RqCaCq+is6ZJRRfcRng+//vWveSXZcNMdk/Qn3Sc39SMEhAg466+EKyFACBAChAAhQAiYIUD6qxleVdib9LMq3HRaMiFACBAChEC2CJB+li3+NHviCJB+mTjENAEhUF0IIGZk8ODBNYu+6qqr2Pjx41nt2rW9AfHtt9+y3//+92z06NGxY3bu3Jndc889rEmTJt7mTnIgIrgmiW6+xi6afkkE13ydH5KGECAECAFCgBDIBQJFU2hyARoJkSQCZOBKEl0amxAgBAgBQoAQECBA+mDhj4UX/UlEHAqqb37xxRdlFSujFV5dUQTJ9sYbb+QOg2gbMmQIr6a65557uk5Tc/3WrVsZKv899thjZWOiQiBIT7vuuqvWfJMmTWJXX311SV9UzwTpFQRdH+3VV19l3bt3Zx988EHJcLrVC2VEz4kTJzI4f3w0EKGBxTXXXFMzHHBYunQp22233VjXrl1LCMzXX389J5aB/KrbTAmuGFd0tlEdGMTO008/XXdq3k9GNMZvcQRXGbnU9KyFhQWBFGciSrTFPYQ9jT7bZYRYFwfczp072fDhw3m153Dz/XwQbRIRXL9HpZoIriISPTCQnXnVzS3CDtcQwVWFHP1OCHhBwIv+6kUSGoQQIAQIAUKAEKgSBMj+VyUbbb9M0s/ssaMrCQFCgBAgBAgBKwRIP7OCjS4qDgKkXxZnr0hSQiD3CHzzzTecdIpYhKC5JnGOLhqxDkjODRJt2P+OpN1I8o14lXCsRhIxLEltBBFck0I2f+MWTb8kgmv+zhBJRAgQAoQAIUAIZI5A0RSazAEjAZJGgAxcSSNM41cVAsgstmnTJk64eO2113jFrjfeeIN9/vnnNTi0atWKV6o7/vjj2YknnsiOOOIIVr9+/arCKYvFfvfdd+yjjz5if/zjH9n69evZ66+/zjZu3FhiDDv00ENZ8+bNeQVBVOhr3bo1a9iwYRlhJWn5w7JCXtE5gqw4RyAE4CwdffTRbP/992e1atVKWjwa3wMCpA96ADHbIbzoT9u3by8jsQbVN0EC6tSpU4khH0ZwEFIF58caDVlFVQwIIiD+fJBc8R6EA+Tuu+8ukxXvQjhDmjVrpr2Ol19+uYy8iYvh7Lj//vsZKnW6NBATQVgUyWtSRRckxP79+5eI4juzqQgLkGjRwiRgEF9RzbV9+/ZG0NgQXEHQBhF4wYIFJXOZVgeWObWCQeMIrjICN3C44447WO/evY3uJRlBW1UVFoTuiy66qIwU+5vf/IaNGjWK1alTR3s/4jLY2hIOtSdnjBHB9Xu0qonginsQ2ZAvv/zykqMCHXT27NmsXbt22kcIz1Wc+ZkzZ5ZdQwRXbRipIyHggoAX/dVFALqWECAEvkcgbDuEPgs7IuxU4SCutm3b8u8j2Kagvx9yyCHayYB84lwkW5rPddNYhIAvBMj+5wvJih2H9LOK3VpaWJERIP2nyLuXL9mLpPfnC7lkpSH9LFl8afTMESD9MvMtUAugEwsUjik79dRT2VFHHeW1YqZaSuphiwB8YbDzIc7rxRdf5PFoiE0LGvzU2M99992X2/2OPfZYduSRR3qJx7CVWXZdNJbl4IMPZgsXLmQtW7b0NtXKlSt5LEWYxBr4IE855RQ2depUduWVV5bMhwqySP6tmzhdR1iQeRED8uGHH9Z0Rxxnv3792E9+8hOdIcr6+Ca4btmyhc2dO5chBiJoBxxwALvgggvo+WC1Q/4uKpp+SQRXg72Py8ZvMAzvGgT6IhAZgckISkaQRIMGDUyHEva3CWLxMnGBBxE9qBHIhcok1JJDAErSSSedlNwEMSPrVjTJRLicTUrPlJxtSAriFE2hSQESmiJbBCrawIXKWagGBl0k2hBsfu655yaOvqiyFiaNC4b/n//5H/6RHG66Qb8yEoLNQmE023vvvVnTpk25UQUEOt+GFdFabWS1ucaXPoo9hrEFVePuvffeskpvKtlgwEKwGvSn0047zYjooBrb5XffumQa50m03s8++4zNnz+f3XXXXWzDhg3GkGBvLr30Ul4R0AfJK04A3L/ITmcrK+5PEBAuvPBCts8++2iv1ef3uPakko5xZCXXsfN0PemDedoNK1m86E+y6ptLlixhr7zySklVTlS/fPTRR1mbNm2sBI67CIZwPDuiVSlxDYh5yIzZpEkT63nfffddNnLkSIbql9GGdyAcIR06dDAaX1YZE4OgOuaMGTN4EgCbhmci1nzzzTeXXW5aJXPdunWsS5cuJVVUIR90Bl92ShEWsIWiYf6gnX/++VxPMZ3XhuCKOWXVTnv06MEzvcJxF9dwfyxbtoxdccUVUt1K9c548803Wa9evXiiiHDD2ZgwYQJ3+OgkhogjaAdVl2VVcWUVVyEPzhgIf3Xr1lUeVTiroB+A5B69V21I4soJBR1kZwHORzgZVc3G/uVKqg3LJPrusPke8LUOyKY6wyKbukt2ZJvxPv74Y/4ueP7550u2GAkF8KwNnjdx+4/n1Lhx4/ifqOl+65L+pLrL6HdCIP7VGv4V79ksm+h5lIU8QXV5ZINfvnx5iQgIMJozZ461TmmyHiQHGThwIE9GEm6XXHIJmz59undbhE/bock60VfnmS+r+A2bGfRolR5pKhP6J+3Hxj2H7yIk0HnkkUeMbYfQX3FGEPCFwKWkWx5tab5syIgfwTncY489eEAhdBnfSeN821RN9lvHP5+UfDinCHZs1KgRgx0Y+MKnYPoNarLevPcl/TXvO5S5fF7si5mvIgUBYM8aNGhQ2UxI8IZEcmk0vL9hRwq3uGRysmetyg4QjE/vPb1d1Xnv6Y3EWB71H13ZZf186v1Z+Xhla5N9Q6E/krVBd86iFU3vzwKjrOck/SzrHaD5E0aA9MuEAXYZHsQ5JEaGPRK2L5MGWwb8NNB9DjvsMO0Evm+//TaDXzbqJ+3evTt/X6ZRiOH999/nSYfXrl1bsmSRf9WnvQK6C2Idg+IGSdonQFrG+pBgGfZdUcxF3H7juwJ+fMRrwPfmk7hpcs6ifeFnx1lB4Qg03zEOInJrNFG1KHmubTLrOCxEMXNnnXUWw3fZXnvtZQWjb4KryGbu83vIapF0EUegaPolEVwNDm4aAbXnnHMOZ/Ijs7jLC8AmiMUAiorsmrRjsCJB87AonwqfqTj04tRHjJ4p+lhVSs+iKTSVgjutQ4pAxRu4ZBW+RowYwckLJlWTbM6RzMESN39eCK6i9QaGFRBVEKSiQwqIw82Xk9Zmb2wC2qPzbN68maFiFioYmRqpRDLDqIbA79NPP90ZWxtMwtekoUsG5wkV5pDlzWdVwm3btrE777yTk2jCFXRtcUEipV/96lc8iMH3cwPfwzB23nLLLV5khYH7pptu4gZQHVJuGt/jurjrBnjojpfXfqQP5nVntOXypj+JHEuomvrnP/+ZEz+DllRwO8ZHJnE8K2G7Eb3L8PzDMwXPPx0iXiAzHA4g5MmebXgHwHmFQDQbOx3eU3379hUGh9s8sxF8ggyqY8aMYU888UTZYYC8CKhHwgPd9sknn3AZV6xYUXNJEtlNdfQp2wqftgRXWQVVAKHSd0AKxdmBrhanX6neGbLqk8FmgDx77bXXsgMPPFCog8Ah+dprr3FSqYigrUuyePXVV7kDMJx9NpAB9mqcOQTVi/RqrAHOXyTtgeM72nAugRWIvEm3HTt28IDS8LMJc+L5hO8qJMaJazb2LyK4/l+uf4Zb2gRXzC2rRAwSA+Tr2bOnUOdUPVeDdemQndCX9Kek73Iav8IR8Ka/+sApTwTXPn36cF0YWd+jDVnbu3Xr5mPJsWPIbJdJze8z0N0UHJ1nvozgirnwrQS9yOb7IU7WpPzYeBciGOy3v/0tT2jm2kztPabz5dmWpvPNY7recH8kjcP3Ab7f6tWr5zIUr9KR5wTUacuHbx7YfhGj4+pLcNqYDC4m/TUD0Is1Za70szxDJwuKt03mZrpW2LiQoAzVg8Itbv68EFxla62m955qv/Os/6hkV/2etN7vO2ZAtZ7w77jHOnXqJLQdp/VsCMtTNL3fBOtK60v6WaXtKK0nggDplzk8Ej5jyvDuHTJkCLdjqnxygEKmxyaZWDu6BaJEMbL5k7ZXQEeAbVHmk7U5PqjWingHUWyBzXiwocD2CYKuz/g5G1nmzZtX4n++/vrreTyJLOmzyRyrVq3i8WxhsreMuAqC9oABA0pI0r5JrkRwNdk96htFoGj6JRFcDc5wmgG1ri8Am2AcAygqsmtSjsGKBMvjopJW+OJEJYKr/kbSM0Ufq0rpWTSFplJwz9k6jmKMrc+JTBVv4JIRTJH1CoFFCGhPsj377LM801Y4OD8uqy9kyTPBNYwVKlzAsNKsWTNrCJMOTooTzIXgCjIQqoLC+CUiK1gD8sOFwBaEoP333991KOvr09QlA0MsggQQrOfS4ER87rnnuFH3jTfecBlKeC2+J/F9A4K3j4aqWCB3LViwwMdwJWOgIiKqvYBMFdfS/B5XLVJFVlJdX5TfSR+02qmK1J9077+kgtuDnVCRXNEPgU+oMH/22WezQw45hNWuXbtsI7GeTZs28eykcVXNXcmtmBgyg7Q5evRo6YEKZEY17ubNm/NA5eD+A3kRhD28x1988UUGjKG3yRpIXHBQmQTT/+tf/+LX3HrrrSXDgix27rnnWt0IootkgX5B38MPP5y/Z1q0aGE8py3BFRNt3bqVZxPGekUN+jiyvbZt25bttttuDIRgvAeefPJJLf1K552hqhwJuXA+8M6EsxBy4BpUUUYF2WhG4WAdIPYhwQmCtFUNugmcgEOHDpUmsgAWHTt25ORfJKf45z//yQnXINbKzqWP+0gle/j3b775ht9vIAFFW1AJC/ihwcEeJYPb2L+I4JoPgqvqeYv7Ae8GEDmQEVvn/IbPkA7ZCf1JfzK5Y6lvThCoSP3VB7Z5IriCzJZlcjzoi7CtAZNwO+OMM3hyCwR8+W5JB7rHyavzzI8juEL/QbIN6G4+WxJ+bOiUqCw3YcIEL0nxwuvF+qdMmcKrdvhoRbClpWVDtkmWFN2DNG2q0bl1/PNZyYdvBNxrrrZfH2c+rTFIf00LaaN5SD8zgisfnbMOzJdVvoqrEpl3gmuws9Xw3pOd4iLoP653YJp6v4+YAd31yr6hgutVcRi68+j2K5Ler7umSu5H+lkl725mayP9MjPo8z0xdNg5c+bwRLs+EvKHVwv72owZM9gJJ5ygJEGKCKYYyzYxsgnqeEcOGzaMzZo1q+QyWWLvtOwV2BOQNV3sE4gzmDt3Lhs+fLj3/YUug8IYgwcPNopLMNmboC98v4iRQIXhaAMJFT77oCFO5IgjjlBOg4IRSMzcpEmTsr7QwVG5FWuLVjIeP348j/MTxWKIqr1i/3AfIAmvKxmYCK7KbaUOMQgUTb8kgqvBcdYN6DMYMrYrXgBjx47lGQBMq+/YBOP4kruo4yThGCwqFmnKnZbCJ1qTjgMtTSzyPBc9U/K8O8nIVjSFJhkUqn7UmxljiIT+NWPsx3JO2cBS8QRXwAqCBaoNRZtL9Rud7bINUisKwRUYIJgZgVqo6maTgT2t4CTRftkSXEFWhjEJxhWdBrJEkD0PRq6NGzdqkTbgWEZVTxAnXI0xOnJG+2ShS4IIgaqrjRs3thGZZyBEFTNUWtOpqAuMcYaDBpJT1IgmEgSGsmnTpnGjnM25D8ZUEX+sQIhcBMLM/fffz0BukrW0v8fj1qVDVvKBS9ZjkD5otQMVqz/JHEsBSmkl5QCBCe9lVFbRcbSF32+Q1eQZikBvkAlMyKKiUwPHGJIjzJw50+pQ6V6EQFxUqNSpih0dc/HixWVEP58ZTjGfjEgbyOJSAdiF4BqcCxA7lyxZogt3WT/cAyeeeCInCISb7jtDh+RqIhx0h/vuu4+hgquujgaHHYjfuL98JEdJ07kZxkb2XRXFT6Rn29i/iOCaD4Ir9tfH8xa694gRI7i+Hk5Eo0N2ggykP5k8qahvThCoWP3VFd+8EVxlwVa6zycXPD799FOGYPDly5eXDIMkKajy7iMjflS+NAPdo3PrYBpHcMV40MEefPBBtu+++7pAX3Ktbz829D0kM4P+p2rRRCGw0aD6g8quhfcq3qmnnHKKaorY34tiS0vbhnzRRRfxb0BRMJ4K8CxsqoFMOv75LOXr0aMHt6na2n5V2Oftd9Jf87YjXB7Sz3K5LWqhRMmEcRXe4fAH6dpn1DOV9xDZQlTJ5IpCcA1WW8nvPdGeF0X/sTmv4WvS1vtdYwZ016tK9ohxYH+CLmcaE6wrQ9CvSHq/6doqtT/pZ5W6s5mui/TLTOHP5+Tws8O2p+O/hr8PyfXr1q3LF4MEovCfqHz1uuQ+me0RSXdhX2vUqFFiIJomiknTXuFin4DPFwVVQNJU2e9cwI0jfLqMG742iVgxmf03zleOGEz40GW6mwxz3D9IzNy/f3+nuBMiuPo6UdU5TtH0SyK4GpzTJB6SOtOj4hL+TALUbIJxdGSp5D6+HYOVjJXPtaWp8EXl1nGg+VxrkceiZ0qRd89O9qIpNHarpKsUCPwHY2wzY6z+DwTXLImuVUFwlTk6XIL9dU45nBp9+vRha9asKemuyoRWJIIrFuYSYJ92cFJ4I2wIrjAionLV3XffLT0CqBY3cOBATmbZb7/9hEaUoDIYqk7A8CUzTsIZCDIHqgAn6aAXLSYrXRKBnQh0QpU9k4ZvSjgrb74ZPgRxA57YG+Apqz6IDHUIJAQhCSR4GQnF5dxDOhVJAOcIRtXTTz+dy1q/fv2SaomQExWqYdyGrHHnSEUczup7XLRLumQlk7ORx76kD1rtSsXqTzLHUoBSksHt0Z2Ac2DdunXsyiuvZHgP+G6ogo0KVSDH+nqv4XkKBw8qGCXhRLKxHYZxE+mDSTgNZYF+kMWlArArwRXzmzhyo2cOxFYkv8C7GZlhw83knQECN6rY4vzpJLOQnX3XSu5YB+7pJ554wvr2QpXXyZMns+OPP97bfaQrjG5yDpFd0Mb+RQTX/BBccUagM+JbFjq36fMW9/LUqVO5HwbZlIngqnvXUb+CI1Cx+qvrvuSN4Ir1yJLOxFXmcsUB14uSoaBq66OPPsratGnjY4qyMdIOdA8L4IPgivGgo0Ovc02YE8jm04/9zjvvsAEDBrC1a9cK9w8BiL1792bdu3fn30Ww90QbEuRt2bKF64w4g6+88opwLFeSa5FsaVnYkFEpd/r06ezggw82uhezsqlCSB3/vEy+tm3bGttjA2B0A3DRH9VboE8GwbtG4BasM9n/crlhpJ/lclvUQsEXAt9ONHlEklXvIdWOHTt4AmX48sJNRZ4rGsEVa6vU9170dBVJ/1HfGfE9stD7XX2nOmuOfrthTugVn332Wc3lKhK6zjyqPkXS+1VrqabfST+rpt1Oba2kX6YGdTEmUvnR8N6CrxGJoPEdDjtR9NkEfz18q8888wyvfvrUU09JbUyqCpYYCwRAVMYMtzQqnmNekBbDLS6xd9r2FNsE16JqosEag/3FHsOPi/1F7Fuwx9iPnTt3sk8++YStWLGCx3m98MILwv3FWCiKATuir7gKkW6MJH3wxftqIvsv/PSzZ8/mCQGj/kXE+CGhucpOBHspqiJj32zHkK2RCK6+dr86xymafkkEV4NzKguo1THCh6fBAwwGJgS3vfXWW7yUNV4AcZnxTbMc2ATjGEBRkV19OgYrEqCEFiVT+JKuVpfQcip2WHqmVOzWShdWNIWm+nYotRWDgTUmNBsquWZBdK0KgisyseJjGAG14Za0c0MUHKczZxIEV1MyJ4wLMAh8+eWXnFAAgxlIATIipq1hRRacZEJYSOuuVRESQTYYO3YsryRhEmAHYhNIOcjeJwoUBykThh5Uck2zuTrgo7KCkIn1bdq0iRudkA1Qdp5A2kCAgK6RDucVwfYgH4saAv5uuukmXmlYZRQLXw/DIrJz33LLLUJZbc895njsZtK0qAAAIABJREFUsccYsmJH9xz7jflAbjXJLAxHNZ5xMBKLzhEy3uE56Lv6i+hb76yzzuJVIPfaa680j2yh5iJ90Hq7KlJ/klV8B0pJB7fLdgLvPDjMkHDAhQwYjA/SPqqWduvWzejZpntSYA987rnneKC7LPhbd6ygH97reHYi0YBLtW7R/iaxr7JAvxNOOIG/d8MVy02w8EFwxXzYI9hpf/vb30odsWG54PBD5ls4XPHfIp3RRl/ctm0bT1SCalcmlVR9nmF8m4CsACxMzuvJJ5/Mhg8fzh3fJvqMyX7r9N24cSN3SMeRdEW6gI39iwiu+SK44nzA+f7666/zqoI6RG3oy3A2417ee++9+TuFCK46dxr1qSAEKlJ/zWp/XOxlKpmzSI4ns1cmnZBPpt+Z+uRVmNr+rqrginHxfgHRBEQMH82XHxuyg3wjShYUvBNHjhzJv/N0G84J9Plrr71WaJtCEgn4fZs1a6Y7JO9XNFuar/v/q6++4kk7YJ986aWXOLldFkgInFRJ40Sg590/79vmG8YAcTrQFfG9hRgdUfN9/xod/JQ7k/0vZcD1pyP9TB+r3PTMKjD/5ZdfZl27dmXw4wVNhwzg+qyl914yR69o+o8rCjK9P68xAzrrhd8CyTLguwha586d2UknncT9D+GmSjiuM5+sT5H0fpd1VuK1pJ9V4q7mYk2kX+ZiG7IXAuRW+PEQWydqSPYP38qBBx6oHQsF/+rSpUu5j0Xks4f/FzayY445RgqASKdF5ySTbMv81nFzuurQAQBh28+qVau43WzDhg1CfBC3BrKxbmwa1gUbqmiPQURFbIGJjQ77C383YhxE9kSdZIEuJz+JYghRmRG/BlzA1Yo2XXJrcB30eZB+gVc0Lg6FLhAvZxMTQQRXl1NE1xZNvySCq8GZ9UVwFU2JsVGpAEHCohe8S1CywRKruqsvx2BVg2ix+Lw70CyWRJcQAhWBQNEUmooAPZ+LCGdxC0uYNtG1KgiuAFhW1QofvjA++G4y/VYnSM3FcenLWSXCQ0X2syFiFoXgGuf0xPcEjJQgV+K/bRqc86j0O3To0JJqRsFYyGJ3//33MxCk02q+jIcyed99912GoL6nn366rEtc1r5oZ2CHgCmQYETEzksvvZQTj5s0aWINXZysNudeZsy1GSu8KGAxb948fo6i5GEdcr0NQERwtUGNiQzkRbAh2S3W71UVqz/JHEswxINo36BBA79Iao6Gdz8ITNCX4oJ+ZcOBiAdi06mnnpoKIQ/6F+RFllHofjYNJEK8UxDIjEqDPppof5MIsBFlwnV1TvoiuAY4wlEH+yySpzz//PNc7wmIpqhgBacXyJEgFu+zzz418PsiuAYDBhXbkR33xRdf5DIgEDtokAUJMkAQbt++Pa+mbpLAROfcAAuQRSED/oCLSAbcP6j6u//++zuRrXVk0u0DogWcwiBbYA/DcmMMkcPVhthIBNf8EVzD9/JHH33Eli1bxs8vzkDge4FOC30epKMuXbqU3Muic6CbHIXsabp3KPXLGQIVq79mgbOLvUwlryzpDCo3IkisZcuWqiGMf5cROZOuGlsJBFeAjQRzCELbd999jbGPXuDDj41ge1QhQDKVaINuhIoa0C11A+aiY0BnveKKK4R2QwQ5wvalmyitiLa0pO5/6OSvvfYarwgsS95hWtEj7/75pG2+OLuqAFwk9sN3e1a2DueHhuYApL9qApV+N9LP0sfcy4xvv/02TwyKqonhBlIb3uW+k3vifYn3K2xr4aZTNdb1WUvvPS9HpmSQIuo/rigULWZAZ73r1q3jtqYw6RzPADwbkFANttag6dyrOnNG+xRJ77dZX6VfQ/pZpe9wZusj/TIz6PMzMWLKQOCL6o6QED6TCRMm8IT8tkmV8Y5DkgdRfJXqG1uUIAJywf8IvbNp06begYQ+3KlTp5IYLlWiGFcdWrYIrB/4w/YTbab6gqjQCcY0tR1F5YgjR7v6+uM2N6goi/MbNNjJb731VobCFEFbtGgRQwyFTsMZx17Dr/6Xv/yFJ+3D9eGG31GkAjGDuvbM4Po4kit8++CKIem6yb1GBFednaU+MgSKpl8WITgxN4SGJAmuwYGKC0qGYwlB0WkGjFfTre7DMVhNePlaa94daL7WSeMQAkVDoGgKTdHwLZi80SxuYfHTIrrmRh9Meu+2b9/OqyUiADfcunfvzhA4Vr9+fa8iyBytSLyCD+m45uK4TNJZBZlVRExkSQWeumTCohBcYSTEWYkSKGF0AZmkf//+XkgPIFeAnLhkyZKyI6IySno9wIzx7HDIeBttNtXSZLJ9+OGHDKRvEFyiTTeg880332S9evUqC2rAeKbZ3uIwBGEUJGZRoKJptQyZMRcEMmT1sw12DO5RVHK98sory5aTBJmKCK52dx7pg3a4/XAV6U9O8NldjPc/HCsgauI9EJASw4nkQAiEAwwZYhG4jQqoWQWrQl48txHw8uqrr/IqmVu2bOEVesINTg44FWEXxDsPskOHMXF46CAqchyaOsx05qE+hAAhQAjkHQHRNwa+IUFQUr0zSH/K++6SfDEIkP7q6Xi42Mt0RBB9q+O6iRMncuKi74ZENoMGDSoZ1iThl608lUJwxfqRrR/Baa6JSFz92Pj+kNlisKewcR1xxBG2W1Zz3cqVK7kNMkgQE/ygChCMTlxEW1rS939cNQngZ1LRI+/++TRsvsGZizuzqEADm2olN9Jfc727pJ/lenvEwsniCmGHRAIum0o9cTCAQIcqW8uXLy/ppuNncX3W0nvP/wEtov7jikLRYgZU65VVcp47dy5Dos1oZVeMpxOXoZo3/HvR9H6TtVVLX9LPqmWnM1kn6ZeZwJ6fSR977DEekxiNKYOOet999/FEbS5xQFgpEr0MGDCArV27tmzhqvgqWWwe5D733HO9AilLJKhK7O2qQ8ctAr76UaNGsZkzZ5Z109UXZN8jSJqNJF6NGzd2wnHz5s2sX79+ZZVc07AXhwXfsWMHt1kj6SOazfdWXOIzH3GWGB86IIqRRIs/QGZ8x8FmrFtNlwiuTke36i8umn5JBFeDI5sGwVX1gjfNbmqwvKrv6uoYrHoALQHIuwPNcll0GSFQeASKptAUHvB8L0CWxS0sddJE16ohuMqcHv/5n//JHn30UdamTRuvpwXGC1T/CjddIoOL4zJpZ1WwHllwCn5HFq8RI0ZoGeeKQHD9+OOPuSEySsKE0cUHITF68OKMknfddRc3JLkaPnUOe5LGw/D8MvIwMEd1i7iquKgsCIPVAw88ULYkZEfEN55rkGN4YJC7UPEZRt5oMwmqFFXYUxlzdfYs6PPZZ5+xyy67jC1evLjksiQI/URwNdmZH/uSPmiH2w9Xkf7kBB9dnBUCUcemaRB6VnLTvIQAIUAI+ETgmWee4ZVdww36NfTjunXrxk5F+pPPnaCxUkaA9FdPgLvYy3RE+OKLL9jAgQPLMsr7/F4P5ECwGxKcgTQXbklm5A/mqSSCK3RqBFtF3y06+x3u4+rHllXjRRDj7NmzWbt27UxFEvaPC6hHArnp06ezPffcM3auotrSkr7/AVpcsKNJcru8++fTsvkC07gzO27cOIaKa5XcSH/N9e6Sfpbr7ZELJ6uYpBuUbrJs0fcrimYsWLCAtWjRInYo12ctvfdMdkrdt6j6j3pl8T2KFjOgWq+IdB6+J0UJhHR1ZNXcwe9F0vt111Rt/Ug/q7YdT3W9pF+mCne+JpPF5yQRUyYj0qriEd9//32ebD9KjkVs32233WZcRTNuBz755BPWt29ftmIFQl5/bCoSrqsOrToVsvc4Ehsivqx27dqxQyDhXJ8+fdiaNWtK+vn8FkmTiCxbLBLDILYMVYPRdH14wXjbtm3jZ+p3v/udakucf8c9Bt8i7sFoa9iwIS9icemll7K99tordi4iuDpvRVUPUDT9kgiuBsc1LYIrRJIF4ydFbjCAoWK7ujoGKxaYhBeWdwdawsun4QmB3CJQNIUmt0BWjmBxWdzCq0yK6Fo1BFeAKauqqpNt1+TIyQLioBPdeOONSnKii+MyLWcVglMeeughTuKNZqAzyR6Wd4JrXBAO9hPGEJ8EyuCcyb5ZTIKpTM6sqG/SxsNgTtn90rp1a55xrXnz5tKlyIy3IHciSF4V1GeDkYyAjKBFBFWi+l9c++abb/i5gXzhNmbMGIY/X+RlEcn+yCOPZPPnz2eHHXaYzdKF1xDB1Q5K0gftcAtdRfqTM4Q0QNoIiN53STgN014XzUcIEAKViwCc/SNHjuSVVVGlGwG8+++/P69AZ1vpWpToRZfcQPpT5Z61KlkZ6a8eNtrFXqY7vSgoOgn/8csvv8y6du3KEKQdNATkpFHRsKgEV1QwgB0oaodEBQwQhffdd1/dbS7r5+LHllWlwCRJJKqTBU3qntMi2tKAZRr3P+aJS26n60PIu38+LZtvcKPJAkiRxHHKlClsjz32sL53834h6a953yFG+lnut6hcQFlVVd82tn/84x+8whMqtIebbnC367OW3nt+D2dR9R9XFIoWM6Bar4h0Hk6WLIoDOfjgg7nvtmXLlqrhlb8XTe9XLqhKO5B+VqUbn96ySb9MD+tczSSyJ0JAkyT5uguScW1wfRzRUvYeM4nv05VRlJTmv/7rv9i8efPYoYceKh3GVYdWySfT8Tt37sxti/CFxbV169axLl26lNhzfcdgycjBvuPJ4taJferVq1dNFxT+wHeQqqGq6nPPPcfP/SuvvFLWHWcAxFkkePTVzjrrLHbTTTcx2HZRXEPUQHQFiXnIkCEM/y1qRHD1tSPVOU7R9EsiuBqc0zQJrnFB6mlkxjWApWK6ujgGKwaEDBaSdwdaBpDQlIRALhAomkKTC9AqWwidLG5hBHwTXauK4CrTOTt27MiNFY0aNfJy2kRBarpBRhDAxXGZlrMKcsL4A8IugnuiTZV5Leifd4KrzFnuI3gu7rB9++23PEOcyLBjUiHX5UAnbTwMy3brrbdyI1e0rV69moHUK2qoqjBs2DA2a9askp+RrRfEWB/OStG8+J7EuYXTNNpQMXbs2LGx2Q1lz6Hf/OY3Xg15IuMq5I3D1Oa8EMHVBjUmIjIXwYZkt9hkriL9KRlcadSEEYgGU+lWfUhYLBqeECAECAEhAiIywgknnMDmzJnDkNzFtMkIOXg2nnvuucrhyJ6mhIg65BsB0l897I+LvUx3ehkRSzdpnc48sCuA8A8bQrglUSlWJE9RCa4IUlq8eDGvUmpjj4nbGxc/tiyhYpL7KatepzqnRbWlYe/SuP+DM/Lqq6/ygDtU5gg3VTWUoG/e/fNp2nyBiaxiNYIQsa+qKho6z9W89iH9Na87UyMX6We536JyAaFHwQcT9Z3pBMybLFdW4Uq3OpPrs5beeya7Fd+3yPqPKwpFixmIW6+MkDJx4kROWECT+V91k5So8C6S3q9aSzX/TvpZNe9+Kmsn/TIVmPM1iSymLAniaLByUUwiflMlY4GO2qlTp7LkcX/4wx94xVUfTfbO1klI46pD68gvSsKqa58Qyef7O0RWMEG1tzpr1+kDIjS+tRDDh4ZY18cff5yhQEVc++ijjzjR9IEHHhB2g50U2P/1r39lJ510ko4oWn2CvUP1XcRYTps2rex8YyCQW1FVVlYkgwiuWnBTJwkCRdMvixCcmBtCQ5oEV5yvLJSKar6zXRyD1Yyb69rz7kBzXR9dTwgUFYGiKTRFxblgcutmcQsvyxfRNTf6YFp7JgoAQoWERYsWsfbt2zuLIct6dskll/AALJ2Kki6OyzSdVQDL1ZmTd4KrLGBMl8DrcqBkDnTdYCqXuXFtGsbDQEabcyAz2qaRtEhWdVaHqCT79oUDFgY3GN58NATh9enThyFLXr169Xg1hKOPPppXiEEWQV+NCK52SJI+aIdb5CrSn7zASIOkiQDeH3BALViwoGbaNN5baa6R5iIECIHKQQDPLCR1WbJkScmidAN6wxchCBnfUJdffnnJWCZBHqQ/Vc7ZquKVkP7quPku9jLdqWVBWD5tMTIfdRq2JuBQVIIrEnbts88+/N20du3aki2FbRfJC8877zzdrS7p5+LHvvPOO9ngwYPL5rV5X+oKLzpDwACkTASL1a9fXzhUUW1pWEwa938AWlx1Lp19zbt/Pk2bLzCV2UJ1A0h174s89iP9NY+7UiYT6WeF2KZSIWXvM5+6lKgKl4k+6Pqspfeev4NZZP3HFYWixQzErVeUiEhUnVXk1ze5d+NkKJLe73p2Kvl60s8qeXdzszbSL3OzFekIIqowjpl9JVgQrUKWwOOcc87hBL9mzZoJFy+LczKJZ1ShKooh1I3JdNWhVbLJ7Eu69gmRfLoEUB3Zgj6w7U2ZMoVB16lVqxZr3rw5a9OmDbvwwgtZ3bp1TYYy7rt9+3Zue122bBm/NigYg+q2GzZsYF9++SX/99133521atWqpvjD1q1beQwEEtqGG/b+uuuuY1dffTWPl0WhBlHxC2NBf7jggAMO4MRVyIfYuKVLl/KkktAdg4aiGiBxy+4L9COCq+0O0HVAoGj6JRFcDc5t2gRXiCb78FRlDBd9NNtkYcDDFFkLli9fzqvovPvuu+yll16qQQ2l2JEJHZkPTj31VHbssccqS6CLII865USy7ty5kz311FPsySefZG+88QZ7/fXX+VCYv0WLFqxdu3YMys8hhxzCdt11V4Od/b6ri2NQNBkULZQwRwZV/C+CtwOZg/54eUL+448/nld9QjC37stdZKy02eOo7LKszEkps3l2oIkMaaKqVchIAoMjzibuk/Xr19dk2Gjbti3f17PPPpudfPLJPHDfV8MzCQ5yZITGfYn74vPPP+fDY14ojMgqgiCs8LkSPR9U1bhsnil5xw844UMK9+eKFSv4/+LjJch23LBhQ4Z7Clh26NChDEdf+5jXcYqm0OQVxwqTyzSLW3j5rkTXqiO4yoLIfJELZOPrBL8EG+viuEzbWRXN3hWsQdeIY0NsTOv+l32jmARhu8gqC6bSNf65zI1r0zAexp15/CarNirL0m1SKdkVH9E3A8bUCaIQfR9Bn0U1rP32289VtFSvJ4KrHdykD9rhFrmK9CcvMNIgaSMAOwMCz1HFBs2HvSntNdB8hAAhUB0IyL71OnfuzO644w5tvRW6O5zhV1xxRVklNDiyf/3rX2v5HEh/qo5zV+GrJP3VcYNd7GUmUz/77LPc/xPoa7jWpy1GNH5atiaspcgEV/h7586dyxMmhPcH69IJVpKdA1s/9o4dO9igQYPYwoULS4Z2qXiuc1bxjh43bhzbtGkT949ivoMOOig2aVrRbWlp3f8B/m+++Sb/btu4cWPJlugkqMuzfz5tmy/mI4JryREqQgyZzmOokvqQflbA3ZQF9PsKzJeNbxLX5epfo/een4NZdP3HFYWixQzErVfkkxXd85988gmvQIc4tXAzidMQyVEkvd/13FT69WRfrPQdzsX6SL/MxTakI4Ss2qZuvJyLlLNmzeIx9YFd6Oc//7kWP0L0TtVJ5K8rq2h82Fnx7yAhxjVXHVpHRlQY7d+/f0lX+LyQOE8lnyjOHwPNnDmTJ78TvGN0RMpVHxBQu3TpwosIol1//fWc/4OzDpsYeFdoIlJwlOQKDhS+oVA1GETdtNq2bdv4vNgX8BRmz57NOVBxjQiuae1OZc5TNP2yCMbJ3BAasiC4yhwTwQN5l112Ed5JNmS08EDI/gtS629/+1v2wgsvaN+tcJ7iRY9MBi1bttR+GcYRXCELPuJBwAtnLJAJBWXoV7/6FTv99NONXji2jsGwHCAEr1mzhk2dOpUHxEQdlyogQXaFw/Oyyy5je++9d2x3WbUsnWD1uIFFhBefymF07jw70FQETZxNZFZDqXtk/lA1KCJQEq+88krl/saNBWM1lH9kstG5J1D9Cs+Mbt268WwkeSG4ZoUfsIWCOHnyZB7oFpCCVftncn+qxirC70VTaIqAaYXIaJPFLbx0W6JrbvTBtPZRRhpEQhE4DJs2beokyuLFi8uqBZgGqbk4LtN2VgEsWUY6vAuQoSuu5ZngKjNOqb4XnA5Q5OIsMwunYTwMlmt6DqJZ44JxkEluxowZPPA06Sb7ZtAJohA9JyAvKrgim5xNUqGk1ysbnwiudsiTPmiHm+Aq0p+8QUkDpYUAvtdvvPFG7lgJGoLTR40axWS2yLRko3kIAUKAEIgiICJhoQ+ScY4dO5addtppsborvk9hU0ffqD0f38n3338/g31cp5H+pIMS9SkAAqS/OmySi73MZFpZ8jof9iBZ4NuIESN4tnn4mZJuRSe4ivTpADPYVPDOMcXR1o/tQoJMep+j4xfdlpbW/R/gBr1l6NChPMAx3HR8CHn2z2Mtadp8MR/8xn369OHxMeEGAjH0RFnF4bTvkSTmI/01CVQTGZP0s0RgTXZQUeC8qJqjjRTRoG6MYZpc1fVZS+89m50rv6bo+o8rCkWLGZCtV1ZtDpW4QGYNN1kciI7vNg7vIun9ruem0q8n/azSdzg36yP9MjdbkawgssQKef7eFVVYBUo68X0qNGUJIXQTxbjq0Cr5ZElddW2+svWZ+rpUcmb5e7RwYFAwMMrxklW9feedd1jv3r15YT/YaJs0aZLJcpDoBkXz3nrrLa4vqmIwiOCayTZVzKRF0y+J4Gpw9LIguMpeNqpsDC4EVxjwR48eze677z4DdEq7Ilh7+PDhfBydwG0ZwRUkT1QqQ5YC03bppZcavXxsHYOBXKh0e9NNNzFkz3BtyAoB8h1esLKMGTJFxtXgIQoIch0zDo88O9DiCK64T+CEjjoNdfYelU9uv/12XrnXtKGK8siRI3nVVtM2ZMgQnqkEsvfs2ZNXfA1a2hVcs8Lv22+/ZQsWLOBVF3TIwSKMs8raYrrfrv2LptC4rpeu10bAJYtbeBJTomvVEVwBlow0GHyYa+9apCMCrEBOQEKOcDOtDuviuMzCWYUK3QhSQTKScMP7EYaq3XffXQqpKbHRdm9srpOREF3PiYksMuer6pvFZA5Z36SNh8G8MCxBf8BfuMUFI4gCDHDtxIkTeda4NJrsGxaGOlQTad68uVQMGTkWF1x77bX8OaJKypPGGnXmIIKrDkrlfUgftMNNcBXpT96gpIHSRCBw7gS2A6rimib6NBchQAiYIACdF7rp9OnThZfBlnfuueeyo446qiZZ1D//+U+GwL/Vq1cz2MNFiSrh10DABBzdulmtSX8y2Tnqm2MESH912BwXe5nJtLBTTJo0ifupws1HVU6RPcBndViddRad4Io1bt68mfXr148T9cINWMK3eN555+lAUdPH1o89b9481qtXr7K5RMH2RgIl0LnotrS07v8w9HgOIPF49IzBj9y2bVvpLuXZPw+h07L5BgDJEqboBpAmcDukNiTpr6lB7ToR6WeuCGZwvczH4uojkumBpnFdrs9aeu/5OVRF139cUShazIBsvaK4jrjk4qL+piT1qCxF0vtdz02lX0/6WaXvcG7WR/plbrYiWUFeeukl1qFDhzIfCOxMSHas6/tIVsrS0WVxjT5IuaJ3sEkBMFcdWoWjq11W9q2AeeHrnzBhAmvfvr1R8TiVzGn+Ho2BC8cv6BJcgRGI39C90qza6ooTEVxdEazu64umXxLB1eC8ZkFwlZEYVUFltgTXaPltA3iEXUEYQDbfPffcM3YoEcEV2exAsrUhtwaTIage1ZFQeVHVbB2DGBcGJ2RIXbt2rWoa7d8hs6rsuMjZgpfu448/zrNLmDZZVmZU0EX1zyRanh1oMoIrquyi0huII7YN+7tw4UJ2zDHHaA+xatUqXuHXlpiJiXr06MFwX6KKbFYE16zwQ+VbVJzBn2tDAAKIYCCnFKl6mcm6i6bQmKyN+joj4JrFLSyALtG1KgmueG4NGzaMV+0ON9dqCSI90cZh4uK4zMJZJctoL8vYFcY8zwRXVJK/4YYbSs6IrwzQuk8L2TcLqsjPnz+fHXbYYbpDGfdL2ngYCCQj8cZVRJA5EhFgduaZZxqv1faCaPa6YJyVK1eyU045RTosjHogwkNvFDXoswMHDmQwIoM0kGfDHxFc7U4P6YN2uEmuIv3JK5w0WBoI4D0AHQiVx4MGnQPJHir1OzgNXGkOQoAQSAYB336Nhg0bsmnTpnFCkImeS/pTMvtLo2aCAOmvlrC72MtMp5RVM3D16YnWcP755zP4bRs0aGAqplX/SiC4YuHwI0KfjiZSOPHEExkIps2aNdPGx8aPLUvY5uJL1hbYomPRbWlp3v8BvM888wwPVI02FYE5z/55rCUtmy/m2rlzJ0/cLkpinmYSSYtbxsslpL96gTGtQUg/SwtpT/PIqjS66lUyf5WpDuj6rKX3np+DUnT9xxWFosUMiNYru9fjEmXICt6YJiQP5Cma3u96bir9etLPKn2Hc7U+0i9ztR3JCINv3f79+5cNnvfvXRk34tFHH2Vt2rSxAgvvS1TsxPs23EziMF116DjBUbxp/PjxZfIh5h9xX7p2WVnSvWDuc845h1122WUM8W716tWzwjKri6IE4HCSH12Ca1ayY96vvvqK24ShC6LVr1+fJ0j8yU9+ohSLCK5KiKhDDAJF0y+J4GpwnLMguEI8mYKB7OJwgImaDcFV9nLE+AjoAFm0VatW7IgjjmC77bYbnxZZDNavX89QOUpGurvrrrvYoEGDYjN9RJ1yCMpHQPwjjzxSsryTTz6ZB1EjEBsvVuwJynM/9NBDbNGiRcJM68iAi5d748aNY3fbxjGIAT/++GPunHz++efLxgcJDnsEuUFKDoi+MG4AL2QDWbFiBUNFMVFTKSZffPEFxwNrDzdUIQPxzjS7iij7h49sz3HA59mBJjKkIQvu3//+9zLiNe4RYAXluXbt2vws4h4FcUDWLr74Yh4opaMkonLKgAEDpCRqZFWB4on7BqXqN20ACba9AAAgAElEQVTaxOdesmQJ+/zzz0tEwH28ZcsW9umnn9b8e1oVXLPCDyQxZByaMmWKcDuCZ1y7du3YQQcdVPN8e/3113nFV9k9ig8KZEivxODeoik0Bq9z6uqOgK8sbmFJVETXqiS4AiAEjkGPCre4bJ862ysa08aZ6uK4zMJZJXPsqBLHANO8Elxl3ydnnHEGmzNnTqrVNWUYJU3mTNJ4GNxPIoJP8Bt0bugD0P+iTfR9kQbpNyqHDCNUo0LSlrimSxQAwRUJcRBQB10TRrg8NSK42u0G6YN2uEmuIv3JK5w0WFoI4FsaVRGD5HM2ybrSkpXmIQQIAUIANlAEJrgkzASKxx57LJs8eTI7/vjjje3rpD/ROawgBEh/tdxMF3uZ6ZRJJMeTjWnrdzRdU9C/UgiuqDgB3xTwizb4lhBUV6dOHS2YbPzYMtthXMI2LWES6lR0W1qa93+wBe+++y678MIL2YYNG0p2ReX3zbN/HgtJw+aLeRAfg/tz9OjRZacaNnbE6YAQXsmN9NdC7S7pZ4Xaru+FTSIwXzSmje/Y9VlL7z0/B7Lo+o8rCkWLGRCtF/Fkffr0YWvWrKn5GfGiiOVELJ+s+YwDKZre73puKv160s8qfYdztT7SL3O1HckII9I10i6aYLMyxLYjvn758uUll7vYKGVjmiSKcdWhZViAb4DCTYg/CzedQmnRMRHjBk7N4MGDhZyaoD/0FegqHTt2ZCgOst9+++U+Dh5cJXCCghaOezMluG7cuLGMo6R7VmHPRYLcJk2a6F7C+0V1X52iLMEEMn3PSIAMOiMucdKkSaxu3boZzE5TBggUTb8kgqvB2c2K4CrLvDl37lzWs2dP4QpsCK6vvvoqr74TJnLhBXbdddexkSNHxpLw4KADCeymm24qI4LpGP9FSlT0JX3LLbfw6pMiRx9eyCCiIfsVguijDePDMRFHQrNxDMLpMWbMGGFFSFSphNPygAMOiD1lOFdQkLC+KElYZfCQlZO3IalASJEB0jY7mO6tlWcHmsyQFl4bAp5wj4BcKnoBQymeOHEi+93vflcGiWp/gwtAZMZLHvdYtGFeVE8BkUBEaMb8IHUisCuaITo8lsrRafNMyQt+cdXH8AFw7bXXcvKwrNI0nm+4R4GR6B598MEHS5Rm3bOf935FU2jyjmcFyuczi1sYHhnRtWoJrqLkEwBMlYFdduZkVUzvuecenjTDpLk4LrNwVmFtokqWeB9Df2zbtq10+XkluMpwBCka7/899tjDZEud+sp0utmzZ3OjY1ItKeNhWN5169axoUOHliUaidPl8kQ+FulxWB++Y/CnSoqjSrQi2lvopiAEwBh3zDHHcKOeSeUr3+eFCK52iJI+aIdbzFWkP3mHlAZMA4Hoe8AkWVca8tEchAAhQAiEEfjuu+94QCHssdGkkCqkkIwGZCP4SGR2QtUYpD+pEKLfC4YA6a8WG+ZiL7OYjgfhXHDBBSWX6iRzk8315ptv8ucgAnyCdvjhh3P/VIsWLWxEtLqmUgiuWLysagLsSib+JRs/tgxH7DHswXlKUFYJtrS073+cLyQj79u3L0+oHW5DhgzhxM3dd99deA/m2T8PgdOw+cb58CED7k9gq7KdWj3kcnQR6a852gw9UUg/08MpN71kRQvwXkc8mekzBsUUEMN16623lqzRJq7L9VlL7z33Y1YJ+o8rCkWLGRCtV/RNphO3KfPf2sRtFEnvdz0z1XA96WfVsMu5WiPpl7naDr/CyHSNpIte+ViFjBsBMia+1xs1amQ8jYiLo8NvCU/kqkMHY33zzTc8nh92wyeffJIXQIkWYYLtEATO3r17G383xCX0kgEXFPkC6RVF3X7+85/nipQY/RZCQrLHH3+ctW7dmi/JlOAq20udg2VrfyeCqw661CcJBIqmXxLB1eAUZEVwtXEw2JDRwJBHdcVw0yGGBv2hUCBTHALdwpUh8buqnH0cwRUvgttvv50HSKuarMKQToUJG8fg22+/zUm3CPYLN+AIwqpJxoHXXnuNlxqPjqUybIpkgGKzdOlSaYVfEY6irMw246j2KPq7i5JgOlfQX1e5UBE0L7vsMp5dee+9944VBcoiCKYgikcbSNnYY1RdFTXcVzBegTAdbTfccAPDnyrgCoFdIMQPHz68rJprMGYWBNc08MP6ROR9/DuqK4PopBuUgQ8IkFtQFTfcTjvtNP7RtO+++9oeyVxeVzSFJpcgVrZQSWRxCyMWJbpWLcFV5qi85JJL2PTp05XvgOgxRPX4rl27luhqNll9Ma6L4zIrZ5UtUVV2XZK3uU6WLlFGWMikCmBKQm7bagGusvgyHorkiEtygf74DoAu0aBBg7LLd+zYwasvL1y4sOS3zp07c71BdI0rFrLrt23bxjMHRzMbmmRJw1lDtVpTkkAgEyq8wgh69tlnMxjL01w/ZCCCq93pIn3QDreYq0h/8g4pDZgWAitXrmT9+/fnjjXYiu666y6elZQaIUAIEAJ5RQA2VfgKQPZ44YUXuM39jTfeKLGNIslRs2bNGKrY4e+ggw5yzk5N+lNeTwTJZYkA6a8WwLnYyyymk5LbbIKiZYFjI0aMYLfddpt2pVGbdUSvUfnnfMwhGkM3qaAsGH316tVC3yz85BdddFFZIlr4qTAn3keqZuPHlpEfTWxCKrl8/V4JtrS0739gb0sGz7N/HuvybfPF823nzp1cF1y/fj23ccLfi/8varCv47mn8sH7Ov9ZjkP6a5boW81N+pkVbNleJEq+axpIH6xAlBgZgd2PPvooa9OmjdFCXZ+19N6Lh1snLq0S9B+jQyfoXLSYgegSRLGW6KNTXQ5+6FGjRrGpU6eWDKtDjo3KUSS93/XMVMP1pJ9Vwy7nao2kX+ZqO/wKIyuCoROP5lcSu9FEifh0i0pFZ5S9d3Xe2eGx0rKngPMyYcIEntjQtpgAeAvQ2cFnkdk/4nYGWMN2ifPSoUMHdsghhzj70OxOwvdXRfWdKNk5a4IrkhtBt/vwww+5vPg+Q1KjcPI5Iri6nAC61gWBoumXRHA12O2sCK6oGNSlS5cy0ijKkYMcJ2qmBFfR2mzK0MuUAFV1IBnB1aa8uiwTLrKvg4woqgALDG0cgyJSsC3ZDQQWVOKEHOGmcjLKzqVphj6RMmhjNDG4pXjXtBS+sFw6hkT0j3Ogm1YsgdMMBNMHHnigBCIVyQFkccwVJSSYOtbguHvooYfY4MGDhZVc0ya4poWf7JkEMtf999/PkHncpL333nsMpDKc23CbPHkyQ5CHaYZNk7nT7ltJa0kbO5rPKwIB0fX58Kh4plVTQwIRvJPDlbhtKifIgtRAWhs/fjyrXbu2EawujsusnFWLFy8WVt1GIoiePXtK159XgqssmE71XjfaaM3OrlVCNacp6+bqgA8PiAx5cCZv2rSJrVq1igcYbtiwQSgavlNwLmDMEzXb4DJbHOKu81XpF05aEJqQyMfG+BmW8ZxzzuEVEEB4rVevXhLLLhmTCK52EJM+aIdbDq4i/SkHm0AiEAKEACFACFQnAqQ/Vee+06qdEago/dXFXmaDpMy3aJMcT1ZhTJXE2EZu1TWVRnCFrwoBTQiaizaV/zrob+PHzspep9rfSrWlpX3/A0dbYkye/fNYVxbyBecSSQ2nTZvGGjdubHOUC3cN6a+F27K0BK4o/Swt0GTzyIoWgGyPxKAmTVQp0rYyu6t/jd578TunE5dWib5Ek/OMvkWLGYiuTxRraRLHIaokZ0PcKZLeb3pGqrE/6WfVuOtVsWbSLzPYZl+xQhmIzqeUJZIw5UZgLFmimHAFUJ11pmGvQGw9uCQ6CfFUMiNW9PXXX2fg8DzxxBOq7rG/I04ORdyQBBvVXW2Jt7ZCRONno8Xjsia4Ru83EfeHCK62u0/XuSJABFdXBMuvz03FrqwIrjaB66YEV5Eic+SRR7L58+ezww47zGhX8fH9i1/8gqFKD8bAh/uBBx7I/1tWpVJGcDWpIBsWUmTUUxmPTB2DsuwmNlmRA9lFpAsdY6Rovcg6D4Ni06ZNlfsnI7ygvD1eskm2NBS+qPyqsxD0lyn4thkQRQbe1q1b8+qqzZs3F8IsO8sgq5qSM2XPMEysIsKYPlPiDJFp4idzFrhUmxFl2rbNsJnkveU6NhnMXBGk65NEoNoIrrLgMtP3tChpgo2DJNhbF8dlVs4qmd6hqs5ABFf1He2jSqh6lvIeWeiSkAIZ/JHlTvZ9kyen9Ndff81GjhzJ8J0SbrZZGbE26KLQp2QEYN29hAEUsl1++eWJVkQggqvujpT2I33QDre8XlVt+lNe94HkIgQIAUKAEKhsBEh/quz9pdWli0BR9VcXe5ktwi+//DLr2rVrSaJkmyTGoiR7Wfk+Ko3gir2VJWiGffbBBx8UJuULnwlTPzautYkxsD2HrtdVgi0ti/tf5vtV2f2ysKnq+udxlrKQD/Nee+21PMF8w4YNXY90Ya4n/bUwW5ULQYuqn2UNniwpO543eL/L/ExRuWUB/rYxakUkuFbae68S9B/X+6toMQPh9cpiLU2SDcmKXpgSd4qk97uemWq4nvSzathlWmOAAOmXyZ6FPOkatit15UYE8957771s0KBBJWKYvLODC9OwVyAJDngbKBxQt25dW+hKrvvuu+/Y2rVrGWJNkWgnXGTFZgIUarnppptYq1atUikKJUry+PTTT7MzzzyzRnxXguvq1aulRS4wSdjuJ7JxJU1wBQaI0fvyyy9ttkx4zZw5c9jdd99d8tvMmTONuSnBAB9//DEnZ2/cuLFmTFWRP2+LoYFiESCCq/8DQgTX//f/eEWpN954owTdOEKaKRlNRtZE0DJe6kl/OImcciYZraLHTmYAiCMvmDoGYYREZgsQ6JDdY/369Tyz2J133slatmxpdSeIlB+VAwoTRUuvB5PrZlUWEWdc8DdZfBoKX1QeXQeaTMG/6KKL2IwZMxicziZNlLktThaZodvUkBWWURTogN/TJLimhR/WJaqy7FqZePv27QxrWLZsWQ20LgQxkzOUZt+kn/tproXmqjwEqtHABf0CVbjDTScJRri/KEjN5ZnoErBTNGdVXgmuL730EuvQoUOZ4Un1Xk/iqZCVYTQLXXLcuHGc3FqnTh0plKj6jqx169atK+mTheHG1uGvOifffvst+/Of/8yz/MGoDGOobUMl3MmTJzMkf0lCByGCq93OJLEXdpLQVT4QqEb9yQduNAYhQAgQAoQAIWCCAOlPJmhRX0IgHoGi6q8u9jLbMyHz8U6cOJFdddVVWsPKKsGi4ijGSPv5VokEV2yEKIEq/h12Efiw4yozmPqxMW6RAt0rwZaWxf1va/fLwqaq65/H2U1bPvhJYO894YQTUq9AovWQTrBT2s/3BJdCQ6eAQFH1sxSgUU4hqtKIZw4CipEIVKeJkrsfd9xxPCEpik6YNiK4miJm1l/nvVcJ+o8ZKuW9ixYzEF6BLDb14YcfZt26ddOCRkaSNb23i6T3awFT5Z1IP6vyA1Blyyf9MtkNzyqOy+eqXLkRkEWWKMbknR2sKU17xbHHHssQn3b66ad7tVWAL7JmzRo2b948tmTJEvb5559bbRli5q+77jpuT9lzzz2txtC9KKp3ib6lKp3gqouVST+RvVlF9I0bX6STZhEnaYJBtfQlgqv/na56guu7777LLrzwwrLqOD4JrnBcgjR36623luwgDGm33HIL69GjR2wAt+u2ix6SI0aM4JWR4gLHZfNC8R07dixfU7jBCTt+/HhWu3btskttHIOu645eb0twlTmedTEUEV50r3XFIE2FL5BVx5CIvjIF3yQoIIyPKfH8gw8+YH369OHKZNCgFC5dujQ2U0jcnsgCHVREGFPZ84Cfj6AOEZay5yU+JpBls1IaGcwqZScLv46VjLGbGWPPh1dSjQYukdPSpCK2LGmCaRXY8D64BOxk5axatWoVa9euXdmNUdQKrkRwTTfY6dBDD2Vjxozh30a77rpr7AO2Gp3SMIK+8sorbMWKFTwRCJIBmTR8e0LPRkCZbz2ECK4mO/FjX9/7YCcFXWWBAOlPFqDRJYQAIUAIEAKEgA8ESH/ygSKNUYUIVJT+6mIvc9l7URUCk8R2SOTbu3fvkuRVNlVgXdYQvrZSCa6w0d54440MxOFou+aaa7hvW+YXt/FjFynQvRJsaVnc/19//TUbOXIkQ/W+cFMl0M6zfx7rSEM++AnOPvtshkSiIJfXqlXL1yOsUOOQ/lqo7UpT2IrSz9IETjaXKxFORoIzrQIblq+IBNdKe+9Vgv7jen8VLWYgvF5RrKUpcR3jIVlyly5dGJ4T4WZSnblIer/rmamG60k/q4Zdrso1kn6ZwbZXAsHVlRsB2EVFoU499VRekbNp06ZGO5OGvSIsEPgCo0aNYrAb+qrmGh4fhQ02bdrE47yg2+DPlPCKYlGwde69995GWJp0juo6iC+D7Tpsy0GVWlQOBe8CrWHDhgxckd12261kKlTGHT58eJntSUXszLqCqwleun19E1y3bNnC5s6dy2ADD9oBBxzALrjgAiFvS1dO6ueOABFc3TGMjlD1BFfZCzGOkGBDRlu8eDE777zzhDt45JFH8kBuOEPw375flKKH5OzZs9nFF19sfaJE6+ncuTN78MEHWYMGDcrGtXEMWgsXunDHjh3srbfe4kHgCxYs4Nl0w03lgAr6ipQwnYxeMgVQt/qrKway860imrjOq3O9TMG3xUY0XhzZVkRasVWsw+sFkf2GG24ogSBNgmta+IkIwlj0008/zc4880ydIyDtI3JSo9r1lClT2B577OE0dl4uLppCkxfcqkiO/2CMvc8Yw/8m0QLD1oofBs+NPpjEYnXGlBFUdasoiILUXKu1uwTsZOWsklViVb0bZNepjBs6e+vSJ0/OKpksLs51HWzSMB7i++eKK65gffv2ZfXq1dMRS5ooJYvMZLL7DUbGGTNmMBhEk2jh7xxk/dMhvMIIie9AERHdRUYiuNqhR/qgHW4xV5H+5B1SGpAQIAQIAUKAEMgXAqQ/5Ws/BNJ8EbFlobTl5NxLnZ2ApL9aYO9iL7OYruYSke3PJDneI488wgNNwu2SSy5h06dPTzwDv2jdeQ/Ak9nBdGyFmzdvZv369eNBVOEG+wx82DJfvY0fW0aaiEsI7XIOXa7N057b2tKyuP9tZc2zfx7nSCZf27ZtlfbZbdu2xdoh7777bk7oT7q6iMv9kOa1pL+mibaXuUg/8wJj+oPICKq6hQeQYHTgwIFs0aJFNcJDd8D/b9++vdWCikhwrbT3XiXoP1aHL3RR0WIGAtFlsRsoxIJkybvssos2NLKqciYJi4qk92sDU8UdST+r4s3PZumkX2aDeyqzQodEXBDidcINiZ6QSKF+/fqpyOE6iS03AvPK9HCbd3acvULHJhjGAXLt3LmToYgT+CNPPvkkA+clIGdGMUNhN5BcVcUYXLEG4fWvf/0re+GFF9jjjz+uTXgdMmQIL2iXlK1FZou1WW/AlYh+D6n2kAiuNmjTNXlBoGj65f/JC3AxcuSG0BAtXx3InHSQso2DwYbgCmUGawHJMq7BSHbiiSdysusZZ5zBDjnkEGdmve8sAJBflOGqdevWPDtA8+bNy5Zo4xjUvX/w0ociAuXj448/ZqjChgBv/EUJrdExdQmuIoMmxlIRRUUkQOzrAw88wOD8TrrZnO+kZQrGlxnSVIqMTD5TgqvIEeqDiCAif6dJcE0LP1mWu5kzZzKQulzaO++8w6CUh5vuveoyb5rXFk2hSRMbmosjgKqqYxLAIkpsDabIjT6YwJq1hxQ9vzt27MgDnxo1ahQ7jqiKg67TVDawS8BO3pxVqncTEVzVxzQrsq1Pgiu+c4466ii21157sWOPPZYdffTRrGXLlqxJkybGGfyL4JRO+js2fGpgnN26dSt75plnOIEVWf9kDd+a+IZB5QRfjQiudkiSPmiHW8xVpD95h5QGJAQIAUKAECAE8oUA6U/52g+BNERwNdsi0l/N8OK9XexlFtPVXPLNN9+w0aNHs0mTJpUMg+9hVAyNqwAjC6h++OGHWbdu3VzEsr42T3YV0SJcCK4YD4lg4e+D7zjc4mwiNn7svOMYXnueZLWVJYv731bWPPvncS5cSVd4riE4dMKECeyVV14pu42RZP3Xv/61V/uj9QMv4wtJf814A8ynJ/3MHLPcXCGKX4lLiB8WXFQp0oT8JgLB9VlL7z33o2X7HnefuXyErGQpWsxAgJzoewB+5qVLl/KYWtMmup9MSOxZ7Z/pOqm/HgKkn+nhRL28IUD6pTco8zeQjPNStDhnJNdH8aGFCxeWgKziRqAzKqTDBrB8+fKaa02SAkZ31VWHjjslILyiwBJsGVGbIfSCu+66i/Xq1SvVgwab8/r16znvBgkSZQRcCDV58mSGWNQkKpETwTWZbU+Cu5WMpDSqKwJF0y+J4Gqw41kRXG0qTdkQXAEFXr7I+qYiXYZhQxlvZITr2rUrO/3001njxo2NX1DRh6SuES9u+0QYoPrS/Pnz2WGHHVZ2qY1jUDR/8EJHyfYXX3yRgQhngmd0TBNlUkReUWVYFmVl1nF4G9w6sV3z7EATGYBQ1h6KMsgOps2U4CqqtApSJar17b777qbT1/QXYZ4WwTVN/HwSXnTAjiPQ61yftz5FU2jyhl+Fy5NE9jYZsTWAkgiuEqOLjmNDFqSmqlqqOscujsusnFUifU/n3ZRXgiuy0ffp06fEEId9S5O4GJwT2XsXZEYYC5NqSRoPXWT++uuv2ciRI3nWw3Az0e1d5g9fKzP0IYMw/pIwLsbJ/t1337HXXnuNB5E98cQTwq7jxo1jo0aNMspwHDcnEVztThPpg3a4Sa4i/ckrnDQYIUAIEAKEACGQTwRIf8rnvoSkIoKr/haR/qqPVUlPF3uZ5ZQ1l4mIDzoJbZGUt0ePHtyfGbRTTz2Vk3WbNm3qKpbV9XkP0HYluKLiE4jH8PdFG6oxjB07ltWpU6fkJxs/NoLhhg4dyhMkhlvnzp35vzVo0MBqf5K4qBJsaVnc/7KzeP311zOcGVn1sDz753G+fNl8cQ/AzohKJ9F26KGH8uBL2GvTto8mcQ/Zjkn6qy1ymVxH+lkmsPubVOavhR8JcXqy9q9//Yv7U/BcD7c77riD+wNtm+uzlt57tsj/eF0l6D+uKBQtZiBYryg+0xUL0fW6CcuLpPcngVOljUn6WaXtaK7XQ/plrrfHXTjokahUijj0cCtinLMNNwJrFtlLXYpMuerQql1FPNWcOXN48aUoyVXHzqsa3+V3EHCxD7fccgv7/PPPy4bywfuRyZcGwVVVOAucIHyXoYnWGtVrRbGb0T5ZxBCGMSaCq8sdUaxri6ZfEsHV4HxlRXAVkdyQQQLlv6FoiJotwRVjIdgYH8h4Edu04447jvXr149deOGFbJ999tEaIi2CK4SRVeiycQyGFweCwd13382zZMRlqdACJNTJ5AUm2vc40oboTLtkJzFdG/rn2YFmSkhVrd90PNczKZNHlBkyLYKrixJrit+8efNSzVjjsjbV2cni96IpNFlgVMVz+szepiK2BjATwZUxhgqIqMKAIKdwgzEKJDVZsIroue/D6OHiuMzCWfX3v/+dYweDRLidcMIJ3Dj005/+VHpb55XgKnN8ZhGkJnvvuhKpVc/apI2Hqvllv+N+hWErMG4F/bIwFL/00kusQ4cOZcZP1+AHW2yC6xDMOXHiRHbDDTeUDaVzX5rMTwRXE7R+7Ev6oB1ukqtIf/IKJw1GCBAChAAhQAjkEwHSn/K5LyGpiOCqv0Wkv+pjVdLTxV5mOWXNZV988QUnRyxatKjm33SS48HeePXVV5dMr7I3usqqur7SCa5Y/+bNm7k/PeqPx56BfHreeeeVwGTjM5QFMvq2u6j2U+f3SrClZXH/y+x+sLldddVVUujz7J+H0D5tvnE2SPgEbr/9dtaxY8eqJbmS/qrzhMpNH9LPcrMV9oKIChCoihYg/gzJbtesWVMz8eGHH84WLFjAWrRoYS2M67OW3nvW0NdcWAn6jysKRYsZwHplVeRcsRBdr3uvF0nvTwKnShuT9LNK29Fcr4f0y1xvjx/h7rzzTjZ48OCSwVT8Ez8z+x3l/fffZ71792Zr167V1olRrGz06NE81jLcVAlm4iR31aF1UAGvAwUBpk+fXtb94YcfZt26ddMZJrE+b731Fq+oG96LYDKVPSoxoRhjUT6MinvjUkArbYIr1oYY0XDbY489WN26dZ0gTYrgmpS8Tout8ouLpl8SwdXgwGZBcLUNxHchuAISZI4DURPlzm3Jmqjsiqyw1113HYMzLq5FH5KqF4vOtplmz7VxDEKOb7/9lhsOEbxuW6kVpGAoHciEjOwg4WaCBRw0UGymTp1aMoZMaRBlZXbJTqKzL9E+eXagmRIqVes3Hc/2TKrkEN0blUhwlZGRVPjY/k4EV1vk6LqCIeAre5susTWAhwiuPyAhIqvGVVSQkWJRHQABLi6ZyV0cl1k4qxDkBz1nyZIlJbdd9+7deZXN+vXrS2/HvBJcZY7PtN9JMjl0quO6PgPTMB7ayvjAAw+w/v37l1yO76KlS5eyE0880XZY4+tEcmCQpMnHOoLGVSzxKR8RXHV2o7xP0QxcdqtM5SrSn1KBmSYhBAgBQoAQIASyR4D0p+z3QCEBEVz1toj0Vz2chL1c7GUO09ZcKiKrxlVyFJFi006EK1p3NRBcse7HHnuM2yujFRlgN/rDH/7AmjVrVgOPrc+wSIGMRbelZXH/y5IO4myde+650sdKnv3zENq3zRexL4ihiCa/xFwguc6ePZu1a9fOx2O4cGOQ/lqYLSP9rDBbFS+oiKyq8qWJSLG6VR3jpHF91tJ7z8+hLLr+44pC0WIGsN6XX36Zde3alX366aeuy9e6Xjeuo0h6v9bCq7gT6WdVvPnpLqxRDh8AACAASURBVJ30y3Txzmy2Z555hifEjzaV3SAzgSUTy8iqcYn9RaRYcDUeeughduCBB1ot0VWH1p1Upm8g1nP8+PGsdu3aukMl0u/VV19liLeM8ovS5p+EF1fJBFfRtxdsx3379nXa36QIrknJ67TYKr+4aPolEVwNDmwWBNdPPvmEP4BQ2jrcVC8BV4JrMBeUArwo58+fzxYvXmxFdkWGWXxEN27cWIp29CEZR9TQ3TIRBggoR6B027Zty4axcQyC3ApDArJ86DY4SUA6gHOyTZs27Mgjj2QgA+PhIVJ+TAiukEGkkJ5//vm8NHyDBg1KxBQZN1yyk+hiEO6XZweaKSFVtX7T8WzOpEoG/P7mm29y5XLjxo013YngqoNcfJ+0yUTuEsePUDSFJmk8aPwaBFyzt5kSW4OJieD6AxIIxBg2bBibNWtWybGUGZ62b9/Og6SWLVtW018306fq3Ls4LrNwVonef1hjXJBfgEFeCa6QDzp6tKID/t0nOVB1FmSZapH5HhUnGjVqpBrC+ve0jIc2AooI6RgnzcqpMiNvnN6Cyg8rV65kH374IXvvvfd4ljt8R+C5E/2esMEleo0o6Q76+MzsRwRXu50ifdAON8FVpD95g5IGIgQIAUKAECAE8o0A6U/53h/GGBFc9baI9Fc9nIS9XOxlDtPWXCr6xo6r1gm7SqdOnUoIlqoqYj7kVI1RLQTXuMRf11xzDRs7diyrU6cOh8vWZyjaY4wHQt/FF1+s2gqn32GbvvLKK9kBBxzAgylbtWoVm2SwqLa0AKS0739ZpS4VUQry5tk/Hyff6tWrrRMHbt26lf33f/83J5ZHGwJc77//fgbfSbU10l8Ls+OknxVmq+IFxbMbxRPwXg83mT9EFKeIuLdFixax9u3bO6Hi6l+j954T/DUXF13/cUWhaDEDsnvYFYe468844wwGIjQSEcW1Iun9SeJVCWOTflYJu1iINZB+WYhtchdSVihszJgxDH8uhTFU0kGXveGGGxjils4++2zO2wi4EqprRb8/++yzDFyIcKK4uKIWIn31l7/8JV/3LrvsYiOC94RcMiFkcXgyPslXX33Fk+Vt27aNvfbaa7zaJ8in+Pbo2bOn1VrjLpLpRHF2aO9CRAYkgqs5wkRwNcesqFcUTb8kgqvBScuC4Cr7+FQF+/oiuIbhAZlz06ZN7LnnnuOB9JAtmlFWBueQIUPYbbfdxvbcc09hl+hD0gdRzBQDU8cgKlUhk8fgwYOFOMCoCBIrFIrWrVuzQw45hNWrVy+2JLgPgisyhMEhuXz58hqsRdmWRQqQa3YSg9uppmueHWimhFTV+k3HE51J3EsgVe++++6q6aS/izCvRILrqlWryrLtmhLGrUGugAuLptBUAORFWIJL9jZbYmuACxFcQyfEJFOvyLjjK0jNxXGZhbNKRlLVyUqXZ4KrzBipQ9z19eBxIQ+7yuDqgHedP+56EcEc/VXJinzKZJMwSZQwB98zc+fOZc2bN/cpHh8L35RDhw7lZOhwU+mnJoIQwdUErR/7kj5oh1vkKtKfvMBIgxAChAAhQAgQAsVAgPSn3O8TEVzVW0T6qxqj2B4u9jLHqfnlIEyiSuHUqVNLhnv44YdZt27dSv5NFoiUdiJc0bqrheCKtW/evJn169eP+93DDX5m2EqCxHamfuxgLJltyEflN9WZFRE24ItGAsfevXuXBRMW1ZYW4JD2/S/DKy64M5A1z/55yJiUzRfjIrl8tMII5kR8xbRp03g8RzU10l8LsduknxVim/SFFFVjkhUtECUv0SW7qSRyfdbSe0+FsN7vRdd/9FYp71W0mAGZbj1gwAB26KGHusLB3nrrLU5OiTbR91y0T5H0fmegKnwA0s8qfIPzsTzSL/OxD6lIIYvHkemfPoXCt3efPn3YmjVraobF+xLJp8C7qFu3rtF0X3zxBRs4cCBP9hI0ETcCv4kKiPhIFOOqQ+su+O9//ztD8ruZM2eWXCKL3ZLt87hx43jhjySaKLbMB/fHVlZXgqsqqVr4+0e0zqhei3M+adKkknMe7aPLZ0iqIioRXG1PW/GuK5p+SQRXgzOWNsFV5ljES3bp0qWx2SlNyZ0GMNR0RVYNEF5BIkNVMBAoZIRXlWIQfUjqZBZVySxSJOIqw5o6BuMcjigDD8fgXnvtpRKz5HcfhDwQb/FShHITbtHMIyKjaRrOzCggeXagmRJSVZttOh4ysPXv379kWB+ECFGlNxWBwOaZYrpe3/iJzlaS5AyV/EX7vWgKTdHwLai8NtnbXImtAVREcA0dmvfff58HAK1du7bmX0VJKmQZ3HUcIDpn1MVxmbazSlb5VtewkmeCqyxwMa3EJTLdE2cojSqyaRkPde6JaB8ZNjIDq80cqmtEhHhcE1dFFhVcUVUj+m2X1H7KvrNV+qlq7eHfieBqgtaPfUkftMMtchXpT15gpEEIAUKAECAECIFiIED6U+73iQiu6i0i/VWNUWwPF3uZ49Q1l+smxxMFQKdlT1KttZoIrsACCfjg/4vaYpBIGQHuzZo1s67gCn/+6NGjue843NLY6zvvvJMHLEYb1gSSYaXY0oJ1pH3/i5JbQhbYwW688cbYKix59s9jDUnZfGGvBYn/8ssvFz6GJk+ezGM8kqxgo3r+pf076a9pI241H+lnVrDl9yKTwHzRuxQJ8RGT5vqscn3W0nvPzxkrqi/Rz+oZK1rMgOhbCxXgFyxYwFq0aOEMi4jUjkFFBInoZEXS+52BqvABSD+r8A3Ox/JIv8zHPqQmBWxCV199dcl8acQtiQiQunYLETgyvUmkH4sKNfgg9brq0CabLopzksU5ygixPvgGMplFWOjGYZrgoNuXCK66SP3Yjwiu5pgV9Yqi6ZdEcDU4aWkTXEXkBYir85K1IaMZQCHsCuLAihUreEnzV155pawPDGzjx49ntWvXLvtN9JDUqaYVJ7MpOdCU4HrvvfeyQYMGlYkwa9Ys7oSsVauWMaQiA6BuhobwZCLyajiLn0jRU5GQjRejeUGeHWhZEzRFhOc4krYm5NyJHf1gUREIbJ4pWeMnklknQYAujpXer2gKTaXvRw7WZ5q9zRexNVg6EVxDh0CWBCUaGCTSJX1l9YU4Lo7LtJ1VIt0Ia9BN7pFngivWISMxphGQI0v64vOsxT0D0zQe2jyLZWcPyWjGjh3L6tSpYzOs1jUIkoDDE07VcFM5WkVZFHF9NGGOlhAanYjgqgFSRl1IH3QGnvQnZwhpAEKAECAECAFCoFgIkP6U+/16njF2akjKqxhjk3MvdXoCkv7qAWsXe5mH6fkQn376Ka9EuHz58pohRcFFIntSUt/+pmurNoIrEtiBkIiAvGgLbEi33XYb+9WvflXys8q3F3QWJb7Fb0lW6xWRdzCnyi5VRFtagHOa978s6aFugGqe/fPAM0mb786dO9nw4cMZYkmi7ac//SlbuHAhO+aYY0wfW4XtT/pr7reO9LPcb5GdgKJ4s2iCAtG7VPUeNZHG9VlL7z0TtOP7Fln/cUWhSDEDsoTaOuRTXZxkPlPde79Ier8uJtXYj/Szatz1VNdM+mWqcOdjsnXr1rEuXbpwm2G4JWkHlNktXHkKomQQHTt2ZA8++CBr1KgRX56MCOvDDuaqQ+ueCBlhNY5AKuIF6OoQunKF+xHBdR5DReKgUQXXH09HUhVnbc4pXfM9AkXTL4nganBy0yS4grgAR9UNN9xQJqFONjYbMpoBFLFdt27dygOpQVANt86dO3MlokGDBmXXi8ilOtlFZYLIslLFjWlCcJUpDzrkY5nMUKpADsZfuNkQXEVGlbBiKDKEpkVCiK4/zw60rAma7733HuvVqxfDB0bQXAmatgQCm2dK1vjt2LGDk9DhiAw3nWdo3EMu+AACWaRJkybs6KOPZgcddBD72c9+xlq1apUoUcXXc1pnnKIpNDproj5OCOhmb/NNbA2EJoJrZPtEjq5LLrmETZ8+ne255568d9JBai6OyzSdVbJ3HzDSrWabd4LrZ599xi677DIGp1W4JZ0ZDd8sEydOZKNGjbL6ZnF6Kv1wcVrGQ1tZZecPwWZz585lp5xyiu3QyuswPqoRRKt/qIjdMpmTOk/bt2/nCYKWLVtWsibI37NnT+U6dTpQBVcdlMr7kD5oh1voKtKfnCGkAQgBQoAQIAQIgWIhQPpT7veLCK7xW0T6q4cj7GIv8zA9H0IniEsUZOYaYOZLfoxTbQRXrFmWRA77Av86Kk/YElxFpGfMee6557K7776b7bPPPj63j4/19NNPs+7du3uzS+XZlhaAl+b9jyTJ8CFHg1N1YxXy7J8HnknbfHE/Ab933nmn7OwjQcC0adNYvXr1vN8XeRyQ9Nc87kqJTKSf5X6L7ATUSVKs4wu2m/37q1yftfTec0G/9Noi+hJ9rb5IMQOy6qq68Qa6mMkSW+vEuhVJ79fFoxr7kX5Wjbue6ppJv0wV7nxMJkvSkFQMEFYt++7WtVvIkNOxaSaZKMZVh9Y9EbLY9zg+CWTr1KlTmS1u3LhxPK5vl1120Z1eq5/oeyCOJ6Q1qEMnquBqDh5VcDXHrKhXFE2/JIKrwUlLk+CKF03fvn0ZqueE23HHHcceeughduCBB8ZKbkJGg6Pz888/Z3/605/Yhg0bGD7I8b9XXHEF6927twFCP3Y1rUQqeki6EC5FxkCVY9aE4AoFCEHYS5YsKcFnzJgxDH+CB4ESR1kmWxuCKyYT7UGQcWX9+vVlGVl0DCHKRVh0yLMDLWuCpuzDwoX8LTO4qbI8mzxTgmOQNX54tqEyGs59uLk8WzCOzCCoIotY3B6ZXlI0hSZTsCp/cp3sbUkRWwN0ieAaOWcqY4xIb9XN3q57pF0cl2k6q2QkPxOjWd4JrjLdD/8+ZMgQnjgnID7r7q9Ov5UrV7L+/fuXfbOceOKJDBWFmzVrpjOMU5+0jIcuQsoCzs477zx25513ssaNG7sML7wWwVkDBgxga9euLfldtwqB7MwPGzaMn6e6det6kxmJkfBtFSbiHnzwwTxJScuWLb3MQwRXOxhJH7TD7YerSH9ygo8uJgQIAUKAECAEiokA6U+53zciuMq3iPRXT8fXxV7mSQQ+jIoQIfL5mNjKfMoqGqsaCa7AQWQjwb/D1gYS6qJFi0rgUvn2gs4y0jN+v+uuu3iyWBvftuwcwHaNZNhIFBtu8NXD3tOhQ4fYI1REWxoWlNb9v23bNo5v9DxABl2CRZ7981hH0jZf3BNTp05lV155pfAsglSOWB2f90XSz03b8Ul/tUUuletIP0sF5mwmUQXmy2JddJ/zOqtyfdbSe08HZf0+RdV/9Fco7lmUmAGZPq0bx2uC0yeffML1kBUrVpRcphPrVjS93wSXaupL+lk17XbqayX9MnXI8zOhLIECirChKNeuu+7qTVjoujfeeCMDJyHafNihVAU/RERPX7Hdrjq0Lsgi2y6uRQwgcN19993LhpIVF0CcGHR32Bd9NZnt7/rrr2eIz/JNptWRW0ZwhT0S8qLg2Lvvvss2btzIiy18/fXX7KSTTqoZevXq1bEYhb9/RORwquD64y5RBVedE5tun6Lpl0RwNTgfaRFcP/74YzZ06NCyCqgQVTeTggkZTWYYc3mhP/PMM2XOqTiipijgGOtFYDw+2k2arJKU6kPfhOCahIFF5rS0JbiKSL4dO3bkWX7xd/XVV9fA6juA3GS/8uxAy5qgCRzvvfde7lgON1sDWVxlaJUT3OSZEsiaB/yeffZZhqCMaOUy2w8lPC/vueceXg0t2nw6E0zuoaT6Fk2hSQoHGpcjEJe9LWlia7AFRHAVHEbROwLPqIEDBzLRczta4dX1fLs4LpPQpUTreeutt/h7NEryM9Uzi0BwlRmPsNbx48eza665xqtBUkagxHy271mbM5mW8dBGtuCaOONtEgTkrVu38iA3fF9Em65xWpbQA4Y/JA+56qqrvJynLVu28Hs0mjjI9/OKCK52J5j0QTvcfriK9Ccn+OhiQoAQIAQIAUKgmAiQ/pT7fSOCq3yLSH/1dHxd7GWeRODDiBKoHn744Zxw2KJFCyERL7Ar+pTDdqxqJbjG2ZBEWKp8e+FrRH5j/I4gt9mzZ7N27drZblfJdd9++y0PtBs9enTZeD169ODJ3ho0aBA7VxFtaVhQGvc/sJk4cSKDjS/aTCry5tk/j3WlYfONs6fDF3///fczPDcrvZH+musdJv0s19vjLpwoliUoWhAUXVi2bFnNRKqYN1OJXJ+19N4zRTy+f1H1H1cUihIzICOMuMTWyrBDbB+IRvBtRptOXFqR9H7X81Op15N+Vqk7m4t1kX6Zi23IRghZAS7EAN1xxx28GJqPJE+Ir0YRt8GDB5fFbPsqliCKZwp05SZNmpQVRVIVRzPZEVcdWmeuOL1QZb8VxZJiTmCP3w499FAdEWL7YI/xLYBCBuHmE2cTISHPzp07GfRK2CODhHuQB8UbPvvss5LhAnIq9LswwXXmzJmxdiAkH4GOhkYE1/gdIoKryQlOp2/R9EsiuBqcizQIrsgOMHLkSPb000+XSXbaaadxYuK+++6rlNqUjCYipNpmbZB9aMdljpARXG2cB7JKUqpAexOCq6z8OwLJJ02aZFzRKI4gYEtwxT7A+HnrrbfWnBdUbsOLAw4ZnKWg+Q4gVx7QUIc8O9DyQNAE4R2K4PPPI/bmx2ZDhpDdGxhV5QQ3faZgzDzgJ3NO2jrsZfeqb2eCyT2UVN+iKTRJ4UDjMln2trSIrcEWEMFVcBhFz+ZAF0G2sn79+pVcZZM4JO4ecHFcJu2sgvFizZo1PGnMG2+8UbaMiy++mE2bNo3Vq1dP6zYvAsEVC5G962G0QaIcGBB9ZN374IMPOLZRUiJk0A1U0wJeo1MaxkMNMZRd4vR9BKThz0eV3c8//5wb7O6+++4ymUyMxXFJPTDwtddey0aNGsX23ntv5dplHaDngigrquaBbxVUuPXViOBqhyTpg3a4MUb6kzVydCEhQAgQAoQAIVBwBEh/yv0GfvGDrhYIehVjbHLupU5eQLL/ecTYxV7mUQw+lCyQpFu3bvx7HETDoImCcnzLYzJetRJcgdHmzZu5XRc2L1VT+fbC18fZeuCPR4DcEUccoZoy9ve4IEbd6q3BBEWzpcnuOZ/3FpL5wsaLZIbRZopvnv3zWFtaNl/Mg2TrsHdH27Bhw9htt91mHPfhdBNlcDHprxmArjcl6Wd6OBW6l4gwFxQtgA+4U6dOJaQA+DlQCcsH8cDHszZpvbea3ntF1n9cb8KixAzIiisg2TCSjPhuospzmEMnvrNoer9v7CphPNLPKmEXc7kG0i9zuS3pCgVeSvfu3cuIp4ilvu+++xg4Kq66ZlyMuorDoYuGqKgb7CJLly7lBE7E24cTxQQ6dqNGjXSnkPZL2l4RZ1sLJy+UCSjjG6A/bFQTJkxg7du3Z7Vq1bLC4rvvvmNz585lw4cPZ4hPC7ek4gUxJ3gAf/nLX9iXX37JUOwEOuT69esZKt+//vrrRmtBrP+cOXPYn//85xKCq8kgRHCNR4sIrianKZ2+RdMvieBqcC6SJLgiewCyI9xyyy1lD32IaErGMiWjySr0dO7cmc2YMYPPr9tkCkpcFikZwRVzmsjw4osvsiuuuKKMyKBDDjYhuIrIo5AVBFKQR04//XRduHjJcxmpGYOccMIJ/GVqsgfB5CIDCypPoopZmOyhk+FLe0GGHfPsQMsDQTPO8HTzzTdzYgGyjKia7N4IrlM5wU2fKRg3D/hBDtmHGZRMPN9wj+l8mMWReVSZcVT7k8ffi6bQ5BHDCpEpmr0tbWJrACMRXAUHChm78B6YOnVqza94tj3wwANcrwz/u23177hz7OK4TNJZBb12ypQpDJm1ohW8sR6bBCpFIbhCR0UGf5wLUQPxEURKGPZsmoo4DGMaDFktW7a0Gd7qmqSNh1ZCSS4CNtDFRecSBlYETCGboG2L+64wDXKDDPhGhVESzxRRg2H4F7/4Bbvgggu0yeIYB9/V+P7Aty90zGi77LLLeNIgH4TfYGwiuNqdKtIH7XBjjJH+ZA0dXUgIEAKEQDYIRB2+NonlspGcZs0bAqQ/5W1HyuQhgqt4i0h/9Xh0XexlHsXgQ4kq9yA5HkhbgwYN4r7CoCVRechlPdVMcAVuCJSHrUhkQwrjqvLtRfcgrmIl7MqovAoft47PLDo2Krfi/F999dXCWAcbsmDRbGlJ3f/AFomQQWp65ZVXhLcWSK/XXHONdnLDPPvnscC0bL7AFtghaXi0wZ7qOwmfy3MxqWtJf00KWedxST9zhjD/A8DnBl8Int9Bw7MHyWXxvA//O2LRHn30UdamTRtvC3N91tJ7z9tWlAxUNP3HFYUixAyIYjKw7lNPPZXrv02bNnWFodx48cUXbODAgWzRokUlv+k+C4qm93sHsOADkn5W8A3Mr/ikX+Z3b1KTLK4yKPgJSKp14YUXatsWwoJDt33qqafYlVdeKYwDOv/883myPZck+uH5Xn75Zda1a1eGGMGgIS7ozDPPZJgr/O+wdyHZn429K7o5rjp03GYjlgrxnmPGjBHa1mC7wG+77LJL7JmRxcsHF6EoyHXXXcd+/vOfaxNdsb+wNaOCqSiGzIY7o3vwodfATioqwqE7RrhfUHQOMXbhCq4mYxHBNR4tIrianKZ0+hZNvySCq8G58EVwhaEcDqktW7bwzAHIFIEHbzSbQdiAZVoC3pSMFkeiw4N47NixDFkL6tSpI0UMyg+q79x0001lWS6RrQpVhPbZZx/h9XEEV1wAGRDwDaeaqOrU3/72N4bsHiKCsK7zwYTgCpmwZ7179y5zLuqS5lSk5gAol8yueLGLDB7hTUiC8GJwW0kdVL6rzJnIFPTNC0EzzvCEMwjF9bDDDhMq4HH3RhgTlRPc9JmCsfOCH565UOzxARZteD6gAhmIFFCyRQ3XP/fcc5ws5KMKoM1ZzOKaoik0WWBUBXOGs7dlRWwNYCaCq+TAiZJZ/O53v2Oo4IoKpkHTNXKYnGsXx6UvZ9U333zDdbGPPvqIB+VBrwYmsuAv06QxAR5FIbhCXrz7EewEkq+oHXvssVy3RwIYk2qu27Zt40FuMuJww4YNeeKInj17ejEK6p7FJI2HujLo9oNOgWAFfHeIzigIo/iWAmFUJ4FJMK9K34O+g2cADLYme47x46plBPNj75GJ7+yzz2ZHH300+4//+A/2k5/8pAYW3KfQZ6FHPfHEE2zx4sXCqgi4wIaAroM/EVx1UCrvQ/qgFW6kP1nBRhcRAtkiALsobLTI9HrppZdmKwzN7gUBmz0NBxBCfzK1x3sRnAYpPAKkP+V+C4ngWr5FpL96PrYu9jLPojAkQkPQEb6Jg4aEn6jgCr9I0PDeQ+A0svfnpVU7wTUu4DC8Ryrfnmg/42w9OAsgQSPh2QEHHKB9HFB1Fn44WZI0nUTUosmKZkvzcf9Dj0UMAWyHqEixatUqbusXJYkLMLNJzkIE1x9PXFx1E9uzq33z5KAj6a852ATSz3K5CWkJ9fbbb3P/Ct7PQUOiWlQTWrhwYc2/6VRtNJXZ1b9G7z1TxPX6F03/0VuVvFcRYgZEiYOwoiTiL8JIwaeM5DHRpjtvkfR+13NUadeTflZpO5qL9ZD9LxfbkA8htm7dym0/SK4maiA/oniCLB5ddI0qniyJYgmIk0IytVmzZtWIhOq0hxxySEmcuE7VU5OdcdWhw3MFNiDEPD755JO8uNqGDRuE4px44on892bNminFhT6J+D7sY1w7+eSTuZ0Y//uzn/2MF8sIYsoC2VAhdcWKFbyIAeIxZc008ZpyEaEOMu6WzhiIZwMHB+egefPm7IgjjuA2z4MPPpihaFiY4Nq2bdvY4g4450G1WCK4xqNPBFed05lun6Lpl0RwNTgfLg9Jg2lKuuKFAVLW4MGDjYKRbchocSQ6CAVCAIKWW7duzQ466KAaOTdt2sTWrVvHX7CocBhtOkQCFcE1GPPII4/kL1QE5qOiD2QGeQPEWtHcuE73xWlKcI3DC/t2zjnncEPkUUcdVfPS++yzz3jFVmQqgcxRUnOLFi34PodJdFjz/PnzucJo2kQZ/6Jj6Bo+TOfW7S9T+HSvd+0HZR1GIRGJIC8ETaxRRS5A4EGHDh1Yq1at2G677cagWK5evVp6X0ZxUznBbZ4pecIPyiUyXCLTrqjhngWGINEjMw2y3OAehxILEobMcZwUCcP1XPu4vmgKjY810xhlCCB726k/VCFbkTE+RHCVbMD27dt5lioQO2VNN5On6R67OC5lzipTGUz6QydFdVNkajPNyiYjuJrM79JX9Z6Ojq0iuaI/DFRIlNGpUye23377Cb81vvrqK/anP/2JzZkzh79DZQl5siK3Yh0+jYcue6R7rcoxjXGg//fr149/e8H4Wrt27bLh8W2K7zAEoCKDn+xbyIXcGkyKYLpoZRfd9Zr0gwHw9ttvZ8cff7zJZVp9ieCqBVNZJ9IHrXAj/ckKNrqIEMgOgbDTFdlqRZV7spOOZrZBwHZPo9Xrk3C426yHrikWAqQ/5X6/iOBavkWkv3o+ti72Ms+i8OFgN4HtJ64SKGxlsC00aNAgCRGsxszCdhgWVJV8WOQzw/XwyyHgzEcDaRT2IeyhrJnaDINxVq5cyfr37x9rT8K5GDBgAPc71q9fv0wE2KYQdKeyG8KPhqR4iC+waUWypWVhQ4ZvAEGLphVQ8uyfD55doioaPu+x8HmMq5oMuyKCQk0TB9qc9yyuIf01C9SVc5J+poSocjroxiEioByxcj6bq3+N3nv6uxEXlyYapUj6jz4K4p5Z6P2mMQP4VoKfNNzSSBIkIsBDBpNCJkXS+13PUiVdT/pZJe1mbtZC+mVutiIfgqhi0SEl+A8oGgQ7F2LCos8mJLpHUhZVzBLeu4gD6tixo3GsngotHX10xIgRRA0vkQAAIABJREFUvLhaXHE31Tzh37OwpwB/JOlFdVrdhuR5iJFE8pykG+bAHzg9STUVxwjkVPCaYE8NbKlBpda99tpLKFZ0L1U2p/B5I4Jr/E4TwTWpO8F+3KLpl0RwNdhrXcOSwZCxXfFinzBhAq/gU6tWLaNhbchomADXoeJnnLPMRBDdbPeilw+IqSCXyTKF6MgBcjCyWekoJ6YEV8wPYm/fvn1js6bqyIk+qBCBik2ouobKWOEGg8Mpp5yiO1RJP5nBA53SMLiohM5C4QvLVBSCK2RWGZ5UWOP3kSNHcvImlNdwUznBbZ4peSK4Yq0qkqsOfuE+MBrec889PKtLJbaiKTSVuAc5WNNRjLH1OZADIhDBVbIROskskgpScwnYS9tZBcMCAqlQpcKU3ArodYxiSd4rqve0aG58uyC4CYa6uCDG4NpwJrLvvvuObdy4URrkFp4PVUcnT57MYBiywdYVN1cHvOv8NtfDMY0zhe8UGWk4PC4CCcNBaiCzxlVtCK6FkRM6H75XXAOwMCcqwMI4nURDohZUHbZJ6qMjDxFcdVAq70P6oBVupD9ZwUYXEQLpI4D3MZLPoapZ8F610bnSl5xmlCHgY09RIavX/2fvToAlqarEcR8RQUBBZFDQn6KhsqjQghs7KAygIIg2siMzrLI3jqwDCMrqsCNDQzOiLLKKzRAKSAuioCC7MKDOBMMo4oYECBgoyz9uzrz+v6Xeq6x6WVV5s76MIJzpzrz33O/k6z6dVSfvNtvE448/XkyTXl44e/bsWjX8uAPqLaB+qnd+IkKD68QUqV8rvm2n87ys4lCK4dKLPNPnvlP9ez49P0r/5h/Ec53J1tzvZ4fj46hDg2uKaaqmu/T73dav6ZlyemHi5z73uVLP/9J3FtLOBiPfVyj7bKqql5nl8iyt38+QU9Nl+gJh+ry/06POn8+ntfT7me9UuyanF4imXVLSS5KbeKhfa5lV9Vkt09K7oNJO3el7gZMdnTSzdRLldP+s9fdeee1OG1zTyLnUP+UVWp/Z77q/0+8MPPXUU0Vz6+gdldNKNtxww/jGN74RqU7o1THV95TTd9XSv/PaHbnV/e3WMyy/rz4blkz3dZ3qy75y5zFZ6n3Ye++94/bbb28b8MgumGnjpXSM3slyqos7falE20DGnTDZLuujT6v6RTH9fp4ynQ0nOq0nO/VPz6OOPfbY2H333Uv16HQ6/ujz0789Dj/88EibyKXv0KVNrNJ/6R5LL+ZLzyzH1079bnBNm4ik50epfkxH2ik2/Ttv9KYW42vfdjGOGPSqYbTVd+naNfqWyWOv4i0zt3NaC+RWX2pw7eBO7meDa9rmPX3Bqsx24q2W0E0z2sg4VX15uZMvu7f6QzL9Qb/++usXH6qmL5x1cqS5v/zlLxdvsCvbHNxNg2uKKTXhpg8AR++62mmsRx55ZPEXWWrETbuJpi+7jz7SF9OTQzfHVPdtrxpeOomz3wXf+NhyanBNsd99992R3irTaRN6KiYPOuigYhfT1ESd7rnRR7sPwbv5M6VuDa5pvenn4Zxzzin+fCjTUDLZvZz+jE5jvOUtb+nkds/q3NwKmqxwBduNgAbXKdSmeplFuqzsBxydJmY6X9jr14dV6e+/vfbaq/j7r9O32I/26PeHtONz0e7v6clylxpVv/vd7xbrL9MQ2ek9MN1/s3Q6X6vzp/sBfBUxdDNG+kAxPTA+4IADOq7rysyX3qaY/j2ZHuxV9QXV9EWv9PA33Y9V3U/pYWx6yU964Nnvt/mVfVBYxrup56gHs8+s+in7FFpALwUuu+yyopGxk2cjvYzH2NMXqCKnrb7Yfu655xZfZKuqppr+So1QZwH1U52zU8SmwbXeKWpE/Tqd52W9Sk+rHYdG5ko7lqfPYNOXg+p09OvZ4WRrrkuD61RNdyn2bp8Zjqz73nvvjYMPPjhuuOGGytOfPoNOn3mnL5pVceTwLK1fz5A/+MEPRnrJd2q4LPs9iPE5qPPn8ynWQTzzTS98TDvitvpyb7qf04tvpvMZQxU/B70YQ/3aC9VGjdmI+qzuGUkv2Uqft914440tQz3iiCPiqKOOKl5kX+Ux3T9r/b1XPhvdNLim0XOof8ortD6zX3V/t98ZuOOOO+KTn/zk/Jfhjawifcc0NVn0+nnhZA3wnX7fM6e6f7r3VBOuV581IYvWMIWA+rJGt8evfvWr4rnQN7/5zcqjSju/nnHGGbHaaqtVPvbIgC+++GLxvaj093KroxcvpOjn85RkmDaceP/73z+tmiPtapr+PZFezlHV0YvvpE03tkE3uJaJX4Pr9mWYnNMDgdzqSw2uHdwEvW5wTR/wpIbMtK172rlmOv8I7qYZbTRF+sDs2muvLXbR+eEPf9iBUhQfVKVdItObohZffPFS107W4Jp2G+qkIS19QTo1gqaHQ51+wNBtg2taYCr0UgGQ3thVZoesdM3KK69cNMamNY52+t73vhdpB6PRR6cPJsajT/bAYzqNs6USW+KkfhZ8rcLJrcE1reHZZ5+N9OW6sk2a4z/o7OZe7+bPlDo2uI7cA6loT8X/hRde2FGj6zrrrFM0B0/nQ+MSPxa1OCW3gqYWaILopYAHXFPopr8X9tlnn7jgggsmnNWrt/qmiabzhb1ef1iVXnayww47FB8IpzdiTffo14e0k8U53S+rpbfnpS/gpC+VTecFDyPx1envw+l+AD/de2O616ef3/Sze+aZZ1bSNJr+jXHooYcW/65ML8/pxZFi/vd///fiz4D0b8ZujvQzmppa08/pG97whm6G6OgaO7h2xDX/ZPVgd241ukr9VKNkCKV+Aq3qu+nWXPVb5XBFVFVO77///qL5+aGHHioAU4NL+nA/NQA5CLQTUD+1Exr472twHXgKpgygEfXrdJ6X9So9U70cL71Q9aSTTurZM4Ru19TrZ4ft4qpLg2uKM32elZ6ftHrxbRX1a6efObazG3mZ2Z577hmLLLJIu9M7/v06P0vr5TPk1JSxwQYbFN+B+MhHPjLtn9k6fz6fbopBPPNNTUQph6nJtdWRPldOf2ZO5zs8Hd/wfbhA/doH5LynaER9VvcUTPXF/LQ75Le//e340Ic+VPkypvtnrb/3yqek2wbXkRnqXP+UV2h9Zq/r/ul8Z2Cyn81e/lyOV0qb1Gy33XZx2223jfmtbmLIre6f7r2V8/Xqs5yzJ/YSAurLEkj9PKXqF92PvFQibcaUnhH1+pg3b16k/opWfRsnn3xy0U9S5b/j+/E8JTWPpt11q3j+M+Kfnnk8/PDDxXOPtPlcqjE6PVJuN9lkk9h3331jjTXWiAUXXLDTIXp6vgbXznnt4Nq5Wa5X5FZfanDt4E6rssF19dVXj6WWWire9773Fdtkr7nmmvH//t//q+wP/G6a0VpRpF2fUvNm+ks5/Ze+2JN2Kh39xfi0K1Bqal1vvfVi3XXXjVVWWaXjdUzV4DoS19NPPx3f+c534uqrry7enDnyF2yyTG/5+PjHPx7py/Zlm2rHr7ebpr/xY/z+97+P73//+3H99dcXxcBPfvKT+aeMdkoNrMsvv3xLp1Zv50uFQWqeHd/4Wvb2/c1vflM00t58883zL6nLW5n7UfBN5ZRjg+voh5g//elPizcrp23h0xvXRgr19HORCtxNN900UnPT6GKyzM/beLNu/kypc4PreMP0s3HnnXfGf/7nf45pLkmO6YUDa6+9dqQ3+qQdW7t9G3LZn9e6nJdbQVMXN3H0TMADrja0k73MopdfUpvOF/aq+rAq1Uipnk51daoH05fPPvCBD8QyyyxT6Z/XvfyQtsxPTRVfVkvzpFr18ssvL16U8bOf/azM1PPPSdbpoWBqShxfW3Q0UMUnT/cD+IrD6Xq49G+d1Cyadprv9AVDadL0gDPtVrz++uv35MuDky3sqaeeigceeCDSG4xTM8ivf/3rSLsdjH4Ymh5ap5/N9O+P9HOa6qp3vOMdHf+bsWvciOKNjeklJaMPO7i2F1UPtjeq+Rnqp5onSHiDFaiqGXKwqzD7aIGqcpq+vJYafQ477LD5w6cXCqVf60WThiw2S0D9VPt8anCtd4oaUb9O53lZr9KTvqiWvlSWdk0Yf1x11VXFS7LqdlT17LDbddWpwTWtYe7cuUXT3fgv61X1zDDNkczTSz26eW6Yrk8vXUvPDbfddtviWW2vjzo+S6vqGXJqxEjfvXjnO99Z7K6cnsWm75NUWYvW+fP5dO8M6plvuq/SFzVb7WqSnm1eeumlxXdhmnSoX5uUzZ6spRH1WU9kKh50sl0ip7sZwlRhTvfPWn/vlb8JptvgOjJTHeuf8gqtz6yq7u/FdwYm2125lz+X45WmaoDvdnfn3Or+6d5jOV6vPssxa2LuQEB92QFWP09NL0JIz5+6/c5Seo6RNkX77Gc/W8lGFGXX/uSTTxbzpr6S0Uc3L4MoM2eVz1NGvkv1xje+sfiuY9qpNT2TXHLJJcuE0vU5L7zwQvHdrvQCjf/4j/8o+g5SfTC63yUNPtLzkjbYSvGl/+11bF0vKqLYTC81NKcNQNLR7jth43OZejDSrrmTHaP//dPu2fFkY9jB1Q6u07nHp3NtbvWlBtfpZNu1lQl003BX2eRDMFCrN3r1suFlCEizXeJkjfrpA7mtt94623UJvHqB3Aqa6gWMWDMBD7hqlhDh5C0w/iU2v/jFLyY0JaaXPKRG4fTWtfQAJzUSL7bYYnkvPIPo01vzfve73xUNo+nhWXq5UKrl08tGRo70EPFNb3pT8QAxvSip7g8RM2AX4iQC6sHsbw31U/YptIBeClTVDNnLGI3dmUCVOR3/orfpvnyws5U4O2cB9VPts6fBtd4pUr/WOz+iGxKB9Nzwt7/9bfFS2PR8Kn3JLb1I+Z577pkvMNJAkF5gll5kNoiXmY0E41nakNyYltkzAfVrz2ibMrD6rCmZtI5GCah/GpXOgS0mt7p/YFADmFh9NgB0U/ZTQH3ZT+0u5kp1RtoA7a677iqeDaUNmNJzovHNj+k7ZW9729uK7yyl/9KLzxZaaKEuZnQJgWoEhq3BdYcddoj3vve908K75ZZbio0HRx/ppc9pw8bpHGmjjLRT8Ogj/f9poz7HYARyqy81uA7mPjHrOAENrr29JVrt6lbXtzL3VsLo6e3Oe++9d1x44YVjMNq9fYTc8AnkVtAMX4aGbsUecA1dyi2YAAECBAYtoB4cdAamPb/6adqEBmiyQJXNkE12ymltVea01e4IO+20U5x55pmx+OKL58Qi1j4LqJ/6DN75dBpcOzfr5xXq135qm4sAAQIECESE+tVt0EZAfeYWIUCAAAECfRZQn/UZ3HT9FlBf9lvcfASGRCCHBtf0EsHU5HnzzTcXWWm3y+xI6lp9Bp5bWjW4DjZjudWXGlwHe7+Y/f8ENLj27lZ49tlnI71R4YILLpg/yYYbbhjf+MY3Ytlll+3dxEauRODYY4+NefPmFTt0rbDCCrH88svHu9/97lhqqaW6Gr/Vbr7vf//7I+3g+s53vrOrMV3UTIHcCppmZsGqRgl4wOV2IECAAAECfRZQD/YZvPrp1E/VmxqxQQJVNkM2iCXrpVSd0/Rm6pkzZ0Z6lpaOtFNZemHcFltskbWT4HsroH7qrW8Fo2twrQCxh0OoX3uIa2gCBAgQINBKQP3qvmgjoD5zixAgQIAAgT4LqM/6DG66fguoL/stbj4CQyLQywbXtLNx6uU44ogjCs0ZM2bEZZddVvR0lD3SGOmz7B133HH+Jelz6Dlz5sQSSywx5TAaXMsqO28ygdzqSw2u7uVaCGhw7V0a7rjjjvjkJz8Zjz/++PxJTj755Jg1a1arN3L2LhAjdyXQ6mfjlFNOKfLXzdGq0ClbJHUzn2vyFcitoMlXWuQlBTzgKgnlNAIECBAgUJWAerAqyYGNo34aGL2JcxCouhkyhzU3Pcaqc9rqpYFbbbVVzJ49O5Zccsmmc1pflwLqpy7h+neZBtf+WXczk/q1GzXXECBAgACBaQioX6eBNxyXqs+GI89WSYAAAQI1ElCf1SgZQumFgPqyF6rGJEAgqmhwXXPNNePpp5+Ol156qWg6XWCBBYr/O/XhHHDAAXH77bcX0q02FUu7s+67777xzDPPFJuNvfWtbx2Tlfvuuy+uvfba+POf/zz/11MfyAknnBALLbTQlBnU4OoGn65AbvWlBtfpZtz1lQhocK2EccIgL7zwQhx11FFx3HHHzf+9lVZaKa644op4z3ve05tJjVqpQHrLxzbbbDNmzC233DLOP//8jr9M99hjjxVv/7jpppvGjKfhudKUNWaw3AqaxsBbyGQCHnC5NwgQIECAQJ8F1IN9Bq9+OvVT9aZGbJBA1c2QDaLJdim9yOm3vvWt+PSnPz3fJO3ievXVV8cGG2yQrZPAeyugfuqtbwWjpwfj648aJ71F8rQKxjVENQLq12ocjUKAAAECBEoLqF9LUw3rieqzYc28dRMgQIDAwATUZwOjN3F/BNSX/XE2C4GhE6iiwfWDH/xgHHLIIXHqqadO6ddqU7Hnnnsu9t9//2JH1rLHVVddFZ/61Kfanj537tw4++yz255XlxP+8Ic/xD333DMmnIsuuii23377uoQ4dHHkVl9qcB26W7SeC9bgWn1e0nbm3/zmN2PPPfcc88aH/fbbL0466aRYeOGFq5/UiJUL3H///ZGKoV/+8pdjxr7ggguKZtX0hpAyx5/+9Kei8DrvvPPGnJ4ani+99NJYZZVVygzjnCESyK2gGaLUDOtSPeAa1sxbNwECBAgMTEA9ODD6qiZWP1UlOQTjpDeP/upXv4obb7wxfvSjH8XDDz8cP/nJT+avfNVVV40VVlgh0ltLU2Pf8ssvHwsuuGDHMuM/WBoZoNsPNCYbL61hrbXWGhNft2823XjjjSNdu9RSS40Zb/yzzBkzZkR6SVlyGjnSG16vv/76+M53vhPprawjH+Qst9xyxYvn1ltvvdhss8269pwqAemld7/4xS9i3rx5cdttt8XPf/7zMR8krb766rHiiivG2muvHRtuuGG85S1vKf2MafS8adytt966WN/I0cqi7M3SarzJclB1TlvF+Oijj8Z2221XGI4cnq2WzeZwnqd+qn3eNbjWO0Xq13rnR3QECBAg0EAB9WsDk1rtktRn1XoajQABAgQItBVQn7UlckLeAurLvPMnegK1FaiiwTV9v2D27NlF381Ux2TfbTj++OPjsMMOK2W01VZbFXMtueSSpc7P6aRWn+F3+32QnNZd51hzqy81uNb5bhqi2DS4dp/sX//618XFyyyzTPHlwvQFtvTlq3POOaf4y2/0dubLLrtsfPvb344PfehD3U/oyr4KPPvss7HPPvtEamgdfaQdI/baa6/ijR8pr5Md6Uuq6Ut46WfshhtumHBa2t7+85//fFdfTO0rhMn6LpBbQdN3IBP2W8ADrn6Lm48AAQIEhl5APZj9LaB+yj6FvV/A888/XzS1nnjiifHDH/6w9IQrr7xy8SwhvZBrscUWK33dsDS4Jtf0xtVjjjmmaCxtd6yzzjpx5JFHxkc/+tGumkxHj5+eI1155ZVx8sknx89+9rN2U8///RTDwQcfXDS7dvJSvKY3uP71r3+d8Kbe9LK4K664omhSdhAYL6B+qv09ocG13ilSv9Y7P6IjQIAAgQYKqF8bmNRql6Q+q9bTaAQIECBAoK2A+qwtkRPyFlBf5p0/0ROorUBVDa7pJeAbbbTRmN6bkUWnvo1//ud/Lvo2Wn2enl6Gvc0227Q1+sd//Mc49thji76fJh4aXOuX1dzqSw2u9buHhjIiDa7dp/173/te8ZdpmSO9GeLoo4/WzFgGq0bn3HrrrcXW7KlxefyRCqa0e0racSPtwvqqV72qOOU3v/lN3HvvvXHNNddM+mXKLbbYomiCfuMb31ij1QqlLgK5FTR1cRNHzwQ84OoZrYEJECBAgEBrAfVg9neG+in7FPZ2AemZwRFHHBHXXntt1xN98IMfjNNOOy3WWGONaPFnxoRxh6HBdemlly5czz777I5dp/Nh1ssvvxw33XRT0Yz505/+tOO5Ry5IO8p+5StfKXZ3LXM0vcE1GXzrW9+KT3/602M4TjnllJg1a1YZIucMmYD6qfYJ1+Ba7xSpX+udH9ERIECAQAMF1K8NTGq1S1KfVetpNAIECBAg0FZAfdaWyAl5C6gv886f6AnUVqCqBte0qdx9991XbDY3+ki9Ge9+97un3HH1j3/8YzzwwAPxt7/9rfjf9CLl0cfyyy8fq622WrzlLW+Z9kuva5sIgdVSILf6UoNrLW+j4QtKg2v3OZ/qbRGjR01bp6ctvt/2trd1P5krByKQvqT4zW9+s9j2fvSOvNMJJm1vf+qpp8ab3/zm6Qzj2gYL5FbQNDgVlva/Ah5wuRMIECBAgECfBdSDfQavfjr1U/WmjRgxPWO4+uqr48ADD2z5Iq1OF/n6178+UrNfejHXggsuOOXlTW9wPf/88+Pf/u3fumpuHYHbdNNN46tf/Wost9xypVORPmA755xzIr3YrornRiussELRuLzxxhu3bVwehgbXhx9+OD7zmc+M2RE37V48Z86cWGKJJUrnyYnDIaB+qn2en4yI142KMnWqn1b7qIcnQPXr8OTaSgkQIECgJgLq15okor5hqM/qmxuRESBAgEBDBdRnDU2sZY0IqC/dCwQI9EQgfQfi6aefnt+YusACCxSf46b/dRAYdoHc6ksNrsN+x9Zk/Rpcu09Eqy+SjR8tfTHt3HPPjXXXXbf7iVw5UIFUfF1//fVxwAEHTLoja5kA046v++67b7GjR/q/HQQmE8itoJHJxgt4wNX4FFsgAQIECNRNQD1Yt4x0HI/6qWOy5l+Qni1cdtllsffee8ef/vSnlgv+8Ic/HJtsskmk3VkXW2yx4g2j99xzT9xwww0xb968ltek5wupwXLbbbedsiFykA2uae7nnntufvxpV87dd999zHpSg2hq/B19TPbh1/hnme9617ti5ZVXLnb7HH2ss846scsuuxTP5BZffPFIcaQ3tqYXmaVG41YNqVtssUXMnj073vjGN7a9KVNza3qBWYpnsubWDTbYIDbaaKNYddVVI71d9tlnny12eb3uuuvi9ttvbzlHarD9+te/Huutt96UMQyywbXqnE620Keeeip23XXXuPLKK+efkvKd/v9VVlmlbY6cMFwC6qfa51uDa71TpH6td35ER4AAAQINFFC/NjCp1S5JfVatp9EIECBAgEBbAfVZWyIn5C2gvsw7f6InQIAAgQwFcqsvNbhmeJM1MWQNrt1n9Q9/+ENst912ceONN7YcJO3cesYZZxTbmjvyF3jiiSfiggsuiDPPPLOjnVbSl03T7hJf+MIXYsUVV2y7A0f+UlYwXYHcCprprtf1tRfwgKv2KRIgAQIECDRNQD2YfUbVT9mnsPoF3HnnncWzgUcffXTC4JtttlkcddRRxfOjVm8yTc2xjzzySBx99NHxjW98Y8L1ZRoiB9ngOj7giy++OHbYYYcxv3zMMcfEEUccUQq+1bPM0Rcmjy9/+cux1VZbxcILLzxhzOSZGocPPfTQonl4/JHGTy8na7cr7ty5c2PHHXds2dy60047FTl9+9vf3vI50EsvvRR33313kdNrr712Qgyp2flrX/tarLTSSpOaDLLBteqcTrbIF198sbgvjj/++DGnpAbgZOwgMFpA/VT7+0GDa71TpH6td35ER4AAAQINFFC/NjCp1S5JfVatp9EIECBAgEBbAfVZWyIn5C2gvsw7f6InQIAAgQwFcqsvNbhmeJM1MWQNrt1n9fnnn49rrrmm2DUg7bqQvqSYvkSXvoS28847x/rrrx+LLLJI9xO4spYCf/3rX+Pee++Nm2++OX784x8XeU9fjBw50j2QdpNIO66keyD975JLLlnLtQiqngK5FTT1VBRVhQIecFWIaSgCBAgQIFBGQD1YRqnW56ifap2e/gf39NNPx7777tuyOfWLX/xiHHTQQaWeH6XnUOeee24cfvjhE5oqN91005gzZ04ss8wyLRc4LA2uM2bMiH/913+NNdZYo22if/e738Uee+wRqVF19JGe66RnfR/4wAcmHeOxxx4rmltvuummMeekl5ylXV0/+9nPtm2QTRemnV+PO+64OOGEEybMtdtuuxVjpd18Wx3D0OCa1t2qIXrWrFmF2UILLdQ2z04YHgH1U+1zrcG13ilSv9Y7P6IjQIAAgQYKqF8bmNRql6Q+q9bTaAQIECBAoK2A+qwtkRPyFlBf5p0/0RMgQIBAhgK51ZcaXDO8yYRMgAABAgR6LZBbQdNrD+MPXMADroGnQAAECBAgMGwC6sHsM65+yj6F1S5gsp0+U4Pe5z//+VKNkCMRvfDCC3HyyScXO4yOP1Lz66677tpyx9BhaHAts5PteLP//u//LnaTvfXWW8f8VsrLscceO+kOsGeccUYccMABY65Jza3nnHNObLvtti1zMNld9eyzzxZNzmefffaE8VKj7UYbbdTy0mFpcP3JT35SGKRm4JFjk002iQsvvDD+7u/+rtofVqNlLaB+qn36NLjWO0Xq13rnR3QECBAg0EAB9WsDk1rtktRn1XoajQABAgQItBVQn7UlckLeAurLvPMnegIECBDIUCC3+lKDa4Y3mZAJECBAgECvBXIraHrtYfyBC3jANfAUCIAAAQIEhk1APZh9xtVP2aewugWk5sV99tknLrjggjGDtttxdaoIJtsRdsMNNyx2iV122WUnXD4MDa5f+tKXisbfBRdcsKMEfutb34pPf/rTY65JO8FedtllscIKK0wY6/HHH4+ddtopbrzxxjG/127H1amCmmxH2J133jnOOuuslru4DkuDa6t1rrzyynH55ZfHiiuu2FGundxsAfVT7fOrwbXeKVK/1js/oiNAgACBBgqoXxuY1GomwCCNAAAgAElEQVSXpD6r1tNoBAgQIECgrYD6rC2RE/IWUF/mnT/REyBAgECGArnVlxpcM7zJhEyAAAECBHotkFtB02sP4w9cwAOugadAAAQIECAwbALqwewzrn7KPoXVLeDBBx+MrbbaKh566KExg1511VXxqU99quuJ5s2bF1tuueWYXS3TDqJXX311bLDBBhPGbXqD60orrRRXXHFFvOc97+nYdLKG1Ysuuii23377CeO1sk9Nxd/+9rfjQx/6UMfzj1xw/vnnFzvwjj6mWtewNLg+8cQTRR6uv/76MTY/+MEPYt111+3a24XNE1A/1T6nGlzrnSL1a73zIzoCBAgQaKCA+rWBSa12Seqzaj2NRoAAAQIE2gqoz9oSOSFvAfVl3vkTPQECBAhkKJBbfanBNcObTMgECBAgQKDXArkVNL32MP7ABTzgGngKBECAAAECwyagHsw+4+qn7FNY3QLSLqDbbLPNmAHXXHPNuOSSS2K55ZbreqInn3wydtlll6KhdfRx3HHHxaGHHjph3KY3uO63335x0kknxcILL9yx6csvvxzHHntsHHHEEWOunTVrVpxwwgmx0EILjfn1448/Pg477LAxvzZz5syYM2dOLLHEEh3PP3LBI488Ettuu23cfvvtY8a49NJLY+utt54w7rA0uD733HOx//77F76jj8kakLtOgAuzF1A/1T6FGlzrnSL1a73zIzoCBAgQaKCA+rWBSa12Seqzaj2NRoAAAQIE2gqoz9oSOSFvAfVl3vkTPQECBAhkKJBbfanBNcObTMgECBAgQKDXArkVNL32MP7ABTzgGngKBECAAAECwyagHsw+4+qn7FNY3QK+9KUvxZFHHjlmwD322CNOPfXUWGSRRbqeKDVlHn300cV/o4/Jxm56g+vXv/712Gmnnbr2vOaaa2KLLbYYc/2mm24aF154YSy55JLzf30yx5Tnww8/PFr8+V06pskaOY855pgJzbdp0GFpcJ3MfLJm7tLgTmycgPqp9inV4FrvFKlf650f0REgQIBAAwXUrw1MarVLUp9V62k0AgQIECDQVkB91pbICXkLqC/zzp/oCRAgQCBDgdzqSw2uGd5kQiZAgAABAr0WyK2g6bWH8Qcu4AHXwFMgAAIECBAYNgH1YPYZVz9ln8JqFtDrxryLL744dthhhzHBbrzxxpF+famllhrz601vcP3Rj34Ua621VteJu+uuu+ITn/hEPP744/PHeP/73x9p99R3vvOd83/tiSeeiO233z6uv/76MXNNtstqpwF10hA9LA2uybCVy2SNv52aO785Auqn2udSg2u9U6R+rXd+REeAAAECDRRQvzYwqdUuSX1WrafRCBAgQIBAWwH1WVsiJ+QtoL7MO3+iJ0CAAIEMBXKrLzW4ZniTCZkAAQIECPRaILeCptcexh+4gAdcA0+BAAgQIEBg2ATUg9lnXP2UfQqrWcBTTz0Vu+66a1x55ZVjBrzooouKJsnpHrfeemusvfbaY4ZZc80145JLLonllltuzK83ucF1xowZcdlll8UKK6zQNWmrZtGVV145Lr/88lhxxRXnj/voo4/GdtttF7fddtuYuabbYDsyWKum5ZkzZ8acOXNiiSWWGDPnsDe47rXXXnHyySfHq1/96q7z7sJmCaifap9PDa71TpH6td75ER0BAgQINFBA/drApFa7JPVZtZ5GI0CAAAECbQXUZ22JnJC3gPoy7/yJngABAgQyFMitvtTgmuFNJmQCBAgQINBrgdwKml57GH/gAh5wDTwFAiBAgACBYRNQD2afcfVT9imsZgG93u2zVYPrZM2eGlynzmmrZtF0xfjG1Vbnvfa1r40bbrghVl999WnfOJ3syjvsDa577LFHnHrqqbHIIotM290AzRBQP9U+jxpc650i9Wu98yM6AgQIEGiggPq1gUmtdknqs2o9jUaAAAECBNoKqM/aEjkhbwH1Zd75Ez0BAgQIZCiQW32pwTXDm0zIBAgQIECg1wK5FTS99jD+wAU84Bp4CgRAgAABAsMmoB7MPuPqp+xTWM0CJmtwrWq3Tw2u/5unjTfeOFJj6FJLLdV14qbT4FrFDrIjgWtwbZ3CL33pS3HkkUeO+U0Nrl3f7o29UP1U+9TeFBHrj4pyVkScVvuohydA9evw5NpKCRAgQKAmAurXmiSivmGoz+qbG5ERIECAQEMF1GcNTaxljQioL90LBAgQIECgzwK51ZcaXPt8g5iOAAECBAjkIJBbQZODqRinJeAB17T4XEyAAAECBDoXUA92blazK9RPNUvIoMKxg2tr+VZNnMccc0wcccQRpVI1vtlx/fXXLxpc3/SmN5W6vtVJZXdmLXtet4FocG0tp8G12ztquK5TP9U+3xpc650i9Wu98yM6AgQIEGiggPq1gUmtdknqs2o9jUaAAAECBNoKqM/aEjkhbwH1Zd75Ez0BAgQIZCiQW32pwTXDm0zIBAgQIECg1wK5FTS99jD+wAU84Bp4CgRAgAABAsMmoB7MPuPqp+xTWM0Cnnrqqdh1113jyiuvHDPgRRddFNtvv/20J7nllltivfXWGzPOhhtuGJdcckksvfTSY379L3/5S8yaNStmz55dSSzPPfdc7L///jFnzpwx45XZnbbqBtcqdlBt1bjaatxHH300tttuu7jttts6XneZhH/jG9+Iz372s2NOTffQ6aefHosuuuiYXy8bc5l50zkPP/xwfOYzn4mf/exn8y8puzvudHPaLsZWDa7pfj7hhBNioYUWane53x8SAfVT7ROtwbXeKVK/1js/oiNAgACBBgqoXxuY1GqXpD6r1tNoBAgQIECgrYD6rC2RE/IWUF/mnT/REyBAgECGArnVlxpcM7zJhEyAAAECBHotkFtB02sP4w9cwAOugadAAAQIECAwbALqwewzrn7KPoXVLGCyptLjjjsuDj300GlP0qoZctNNN40LL7wwllxyyTHjV93gOtnutINocH3Xu95VNBGvssoqXZveeuutsfbaa4+5vtXOsL3clffll1+Oo48+uvhv9LHXXnvFySefHK9+9avH/HrVDa6tDOrc4NrJrr9d3xguzEpA/VT7dGlwrXeK1K/1zo/oCBAgQKCBAurXBia12iWpz6r1NBoBAgQIEGgroD5rS+SEvAXUl3nnT/QECBAgkKFAbvWlBtcMbzIhEyBAgACBXgvkVtD02sP4AxfwgGvgKRAAAQIECAybgHow+4yrn7JPYXULaLXz5B577BGnnnpqLLLIIl1P9OKLL8YRRxwRxx9//JgxJhu76gbX3/zmN8UutDfffPOY+QfR4JoCmDt3bmy++eZde7ZqFt5xxx3jq1/9arz2ta+dP+5kjinPhx9+eLT487t0TH/+859j7733LhqURx+TNXJW3eD6ve99LzbaaKMxc9ehwXUy81NOOaXYldhBYERA/VT7e+HJiHjdqCjTD/BptY96eAJUvw5Prq2UAAECBGoioH6tSSLqG4b6rL65ERkBAgQINFRAfdbQxFrWiID60r1AgAABAgT6LJBbfanBtc83iOkIECBAgEAOArkVNDmYinFaAh5wTYvPxQQIECBAoHMB9WDnZjW7Qv1Us4QMMpzLLrssttlmmzEhrLnmmnHJJZfEcsst13Vof/zjHyM1YF533XVjxphsd9jJmgS//vWvx0477dRxHHfddVd84hOfiMcff3zMtYNqcJ1Og+lf//rXOOSQQ4qm49HHZGOmpuLDDjtszLkzZ86MOXPmxBJLLNGx5cgFrRpW0+9deumlsfXWW08Yt9X5K6+8clx++eWx4oordhxHWv+BBx445ro6NLhO1vh70UUXFU3WDgIjAuqn2t8LGlzrnSL1a73zIzoCBAgQaKCA+rWBSa12Seqzaj2NRoAAAQIE2gqoz9oSOSFvAfVl3vkTPQECBAhkKJBbfanBNcObTMgECBAgQKDXArkVNL32MP7ABTzgGngKBECAAAECwyagHsw+4+qn7FNY3QIefPDB2GqrreKhhx4aM+h0m/PmzZsXW265ZaTmv9HHDTfcEH//938/YQGTNXFOtjtoO4Hzzz8/dt111wmnDarBdcMNN4y0C+uyyy7bLvQJv//II4/EtttuG7fffvv830u7tl599dWxwQYbTDi/lX2aNzWirrvuuh3PP3JBK9N3vetdceWVV8Yqq6wyYdxHH300tttuu7jtttvG/F6ZHIwf7Nlnn4199tknLrjggjG/VYcG1yeeeKJoZL3++uunvc6uk+PCLATUT7VPkwbXeqdI/Vrv/IiOAAECBBoooH5tYFKrXZL6rFpPoxEgQIAAgbYC6rO2RE7IW0B9mXf+RE+AAAECGQrkVl9qcM3wJhMyAQIECBDotUBuBU2vPYw/cAEPuAaeAgEQIECAwLAJqAezz7j6KfsUVreAyRoHN91002LHz2WWWabjyZ5++unYd999i4bO0Ue7Js+0I+mRRx455pq0C+xXv/rVSA2dZY8nn3wydtlll6IBdPxRprny4osvjh122GHMpZ002rZaRxqsm6bhF198MU455ZQ46KCDSlumXWvTrrc33njjmGt22223YhfYxRZbrCzl/PMee+yxYkfem266acy1O++8c5x11lktx5ys8fOcc86JPfbYo6MY7rjjjvjkJz85YUfeOjS4ttqpdsaMGZF2R15hhRU6WqeTmy2gfqp9fjW41jtF6td650d0BAgQINBAAfVrA5Na7ZLUZ9V6Go0AAQIECLQVUJ+1JXJC3gLqy7zzJ3oCBAgQyFAgt/pSg2uGN5mQCRAgQIBArwVyK2h67WH8gQt4wDXwFAiAAAECBIZNQD2YfcbVT9mnsNoFzJ07t2heHL/bamrqTI2VCy+8cOkJX3jhhTj55JPjkEMOmXBN+vVZs2ZFiz9DinNTQ+xnP/vZMdd1uvPoVPOngQfZ4PrhD384vva1r8VKK61U2vMHP/hBYZJ2Qx19nHvuucUOta0sX3755TjjjDPigAMOmDBP2gE15XqBBRYoHUNqgk73wdlnnz3hmquuuio+9alPtRzrueeei/33379olB59bL755nHeeefFG97whlIx/O53vysaYtN9Ov6oQ4PrLbfcEuutt96Y0FKD+IUXXhhLLrlkqTU6aTgE1E+1z7MG13qnSP1a7/yIjgABAgQaKKB+bWBSq12S+qxaT6MRIECAAIG2AuqztkROyFtAfZl3/kRPgAABAhkK5FZfanDN8CYTMgECBAgQ6LVAbgVNrz2MP3ABD7gGngIBECBAgMCwCagHs8+4+in7FFa7gMl2XE2zfPGLXyyaGxdZZJG2kz7//PORGi8PP/zwCc2ya621VrGD6dve9rZJx7nrrrviE5/4xIRdOrfYYotiF9c3v/nNU8Yw1fwjF3bb4JqaSU8//fRYdNFF2zpMtoNrujA1Pqa1LLfccm3H+fGPfxyf+9zn4r777htz7kc+8pGieXIqj8l2XE074aZdXFPT7IILLtg2htT0fNxxx8UJJ5ww4dytttoqZs+ePWUTZ5rrwAMPnHBtGjP9ervm6d/+9rfF/ZfW2+qYToNrJzmdCioZ7LnnnmNOOfTQQyPdB6985SvbGjtheATUT7XPtQbXeqdI/Vrv/IiOAAECBBoooH5tYFKrXZL6rFpPoxEgQIAAgbYC6rO2RE7IW0B9mXf+RE+AAAECGQrkVl9qcM3wJhMyAQIECBDotUBuBU2vPYw/cAEPuAaeAgEQIECAwLAJqAezz7j6KfsUVr+AO++8M2bOnDlhp9A002abbRZHHXVUrLbaai13/kw7hj7yyCNx9NFHF7uwjj9SU2VqfN1mm22mDPzJJ5+MXXbZJa6++uoJ533wgx8sGi0/+tGPTogh7dqamkFPOumkuPbaa+dfm3Z/ffzxx8eMVabB9ZprronUVDv6SGOdc845hUW73U+nanBNY86YMaOINa2lVZNp2jE1eX35y1+OP/3pT2PiSJap2XN8fK1gJ9uZN5270047FTl9+9vf3nIX2JdeeinuvvvuIqejTUfmSQ26F198caTG5amOO+64Iz75yU9OyMNIDGn8Vk3Pqek67Q574oknxs9//vNiirT21Gj9+9//fv6UZRtcp5vTydb417/+tditODXyjj5SM/f2229f/Q+qEbMWUD/VPn0aXOudIvVrvfMjOgIECBBooID6tYFJrXZJ6rNqPY1GgAABAgTaCqjP2hI5IW8B9WXe+RM9AQIECGQokFt9qcE1w5tMyAQIECBAoNcCuRU0vfYw/sAFPOAaeAoEQIAAAQLDJqAezD7j6qfsU1j9AlKT6mWXXRZ77733hKbKkdk+/OEPxyabbBKp2XSxxRaLv/3tb3HPPffEDTfcEPPmzWsZVGpKPOKII2LWrFmldgydqikzTbDCCivEBhtsEG9961uL+R566KG4+eabJzTmpgbQ1GD4mc98ZkxcZRpcJ9tJNg206qqrxtJLL12MmWJIjapLLrnkmDnaNbiOnLzyyivHpz71qfmeqcH3tttuiyuuuKJlo3G6Lu2k+vnPf76UZWr8TY2XKZ60E2urI1lutNFGxbpe9apXRWqu/elPfxrXXXdd3H777S2vef3rX1/sQrv11lu3bI4dfVHaVTft6HvyySdPetOut956sfbaaxcNrKlhNBnceuutE2JOa3/mmWeKxt+Ro2yD63RzOlnwf/zjH2PHHXcsvEaOlVZaqcjhe97znup/UI2YtYD6qfbp0+Ba7xSpX+udH9ERIECAQAMF1K8NTGq1S1KfVetpNAIECBAg0FZAfdaWyAl5C6gv886f6AkQIEAgQ4Hc6ksNrhneZEImQIAAAQK9FsitoOm1h/EHLuAB18BTIAACBAgQGDYB9WD2GVc/ZZ/C3iwgNbmm3VMPPPDASRssO5k5NSymXVf33HPPUg2ZaezUYHnQQQfF2Wef3clUY85Njbhf+9rXikbd1Dg5+ijT4Jp2fU07nN54441TxpB2Yk1NwanpdvTRqsE1NWemXWZTA2+3R7JMuVl44YVLD5GaXNPOs4cddtikTa6lB4uItHPrKaecEltuuWXb5taRcVMT8j/8wz9M2jBbZv699tqraCZOcx955JHzLynb4DrdnE4WY6vG2Z133jnOOuusogncQWC0gPqp9veDBtd6p0j9Wu/8iI4AAQIEGiigfm1gUqtdkvqsWk+jESBAgACBtgLqs7ZETshbQH2Zd/5ET4AAAQIZCuRWX2pwzfAmEzIBAgQIEOi1QG4FTa89jD9wAQ+4Bp4CARAgQIDAsAmoB7PPuPop+xT2dgH33ntvsevqtdde2/VEaZfX0047LdZYY43SjZAjk6XdRlMzZ2oK7fRIu5GefvrpseKKKxa7gHbT4Joafb/5zW8WjbmT7Xw6ElerhtlWDa4XXXRRrL/++sVOtml3z06O1ECbdi1Nu70usMACnVxanJvWc9NNN8UhhxxS7M7a7bHZZpvFV77ylcK20+Phhx+O/fffv9jtt9MjxZ0adFPD9Hjbsg2u083pZDHPnj27uE9GH3PmzIlddtml02U6fwgE1E+1T7IG13qnSP1a7/yIjgABAgQaKKB+bWBSq12S+qxaT6MRIECAAIG2AuqztkROyFtAfZl3/kRPgAABAhkK5FZf5tDg+lJEzI/zpZde6vgLUxneR0ImQIAAAQIDE0hfCh33hdr0cKHzb9gObAUmbqCAerCBSbUkAgQIEKivgHqwvrnpIDL1UwdYw3rq888/XzS4nnjiiR01Ra6zzjqx7777RmqGXGSRRbrmS895v//978cxxxwTP/zhD9uO8/rXvz7++Z//OXbffff5O2d22+CaJks7n5533nnFmGkn2MmO1Li6/fbbj/ntyRpc03l/+ctfih1VU8PqVOOmAdOaUkPsHnvsEUsvvXRbg3YnpN1xL7jggjjzzDPj5z//ebvT5/9+yuUBBxwQ6623XumdeFsNnuY/99xziwbkRx99tO38qUk6NTp/9KMfnf8cotsG1+nmdLL17LPPPoXpyJF2D07N0W9/+9vbrs8JwyWgfsoi3xpc650m9Wu98yM6AgQIEGiYgPq1YQntzXLUZ71xNSoBAgQIEGgpoD5zYwyBgPpyCJJsiQQIECBQH4Ec68scGlyfiYjFRtL89NNPF29ydxAgQIAAAQK9EUi71yy++OKjB382Il7Tm9mMSqCUgHqwFJOTCBAgQIBANQLqwWocBzyK+mnACchp+tRo+stf/jJuvvnm4r/UGHnPPffMX8Kqq64aaYfRtDvpJptsEm95y1u62mV0MpM0f5rz+uuvL3Yhve++++Y3R6a5Z8yYETNnzozUWDvu36pd7+A6Opb/+Z//iUsvvbRotk27n45vSk0NuGm329HHVA2uo59jf+c734mrr746br/99vlrWn311WO11VaLj3/84y3XVMW9k5p377///rjlllviBz/4QTz00ENjGl5TDGmX1rQ7asrrG9/4xkpfKpmafNOa026uaQfctGNw+rslPdd/3/veVzTSbr755pHyu+CCC05pW3YH1+nmtJX7gw8+GFtttVXhN3Kke+Goo46KV77ylVWkyhgNElA/ZZFMDa71TpP6td75ER0BAgQINExA/dqwhPZmOeqz3rgalQABAgQItBRQn7kxhkBAfTkESbZEAgQIEKiPQI71ZQ4Nrv8dEcuNpPkXv/hFvOtd76pP1kVCgAABAgQaJpC+2Lz88suPXlXaduVtDVum5eQloB7MK1+iJUCAAIHMBdSDmSfwf8NXPzUijRZRV4EyDa51jV1c5QVmz54de+655/wLll122fj2t78dH/rQh8oP4syhEVA/ZZFqDa71TpP6td75ER0BAgQINExA/dqwhPZmOeqz3rgalQABAgQItBRQn7kxhkBAfTkESbZEAgQIEKiPQI71ZQ4NrrdExDojaf7ud79b7BTgIECAAAECBHojcN1118XHPvax0YP/MCLW7c1sRiVQSkA9WIrJSQQIECBAoBoB9WA1jgMeRf004ASYvtkCGlybnd+0uieffDJ22WWXYgfekWPnnXeOs846KxZbbLHmA1hhxwLqp47JBnGBBtdBqJefU/1a3sqZBAgQIEBg2gLq12kTDsMA6rNhyLI1EiBAgEBtBNRntUmFQHonoL7sna2RCRAgQIDABIEc68scGlzPi4hdR7RPOOGEOPjgg91+BAgQIECAQI8ETjzxxDjkkENGjz4nInbr0XSGJVBGQD1YRsk5BAgQIECgIgH1YEWQgx1G/TRYf7M3XECDa8MTHBHz5s2LLbfcMv785z8Xi33ta19bNLtusMEGzV+8FXYloH7qiq3fF2lw7bd4Z/OpXzvzcjYBAgQIEJiWgPp1WnzDcrH6bFgybZ0ECBAgUAsB9Vkt0iCI3gqoL3vra3QCBAgQIDBGIMf6MocG189FxNkj0ptvvnnMnTvXrUeAAAECBAj0SGCLLbaIa665ZvToe0XEv/ZoOsMSKCOgHiyj5BwCBAgQIFCRgHqwIsjBDqN+Gqy/2RsuoMG12Ql+/vnn46CDDoozzjhj/kJ32mmnOPPMM2PxxRdv9uKtrmsB9VPXdP28UINrP7U7n0v92rmZKwgQIECAQNcC6teu6YbpQvXZMGXbWgkQIEBg4ALqs4GnQAC9F1Bf9t7YDAQIECBAYL5AjvVlDg2uMyLi3hHlRRddNJ555pl4xStyCN1PBwECBAgQyEvg5Zdfjte85jXx3HPPjQ78fRFxX14rEW3DBNSDDUuo5RAgQIBAfQXUg/XNTYeRqZ86BHM6gU4ENLh2opXfuffff39ss8028dBDDxXB2701vxz2O2L1U7/Fu55Pg2vXdH25UP3aF2aTECBAgACBCPWru6CkgPqsJJTTCBAgQIDAdAXUZ9MVdH0mAurLTBIlTAIECBDIXyDX+jKXLtH/jojlRm6TK664ImbOnJn/XWMFBAgQIECgZgJXXnllbLXVVqOjejQi3lazMIUznALqweHMu1UTIECAQJ8F1IN9Bu/tdOqn3voafYgFNLg2N/kvvvhiHH300ZFyPHLss88+cdJJJ8UiiyzS3IVb2bQE1E/T4uvnxRpc+6nd3Vzq1+7cXEWAAAECBDoSUL92xDXsJ6vPhv0OsH4CBAgQ6IuA+qwvzCaph4D6sh55EAUBAgQINFwg1/oylwbX0yNiv5F7aPPNN4+5c+c2/JayPAIECBAg0H+BFtvRnxER+/c/EjMSmCCgHnRTECBAgACBPgioB/uA3L8p1E/9szbTkAlocG1uwh988MHixV8ju7eutNJKcemll8Yqq6zS3EVb2bQF1E/TJuzXABpc+yXd/Tzq1+7tXEmAAAECBEoLqF9LUzkxQn3mLiBAgAABAn0QUJ/1AdkUdRFQX9YlE+IgQIAAgUYL5Fpf5tLgukZE3Db6Drr77rtj1VVXbfRNZXEECBAgQKCfAvfcc0+sttpq46dcMyJ+3M84zEVgEgH1oFuDAAECBAj0WEA92GPg/g+vfuq/uRmHRECDazMT/cILL8RRRx0Vxx133PwFnnbaabHffvvFK16Ry0cpzcxNnVelfqpzdibEpsG1/ulSv9Y/RyIkQIAAgcwF1K+ZJ7D/4avP+m9uRgIECBAYMgH12ZAl3HLVl+4BAgQIECDQY4Gc68ucvpVxS0SsM5LL7bbbLi6++OIep9bwBAgQIEBgeAS23377uOSSS0Yv+IcRse7wCFhpBgLqwQySJEQCBAgQyFdAPZhv7qaIXP3UyLRa1KAFNLgOOgO9mf/OO++MmTNnxqOPPlpMsOWWW8bs2bNj6aWX7s2ERm2EgPopqzRqcM0jXerXPPIkSgIECBDIVED9mmniBhu2+myw/mYnQIAAgYYLqM8anmDLayWgvnRfECBAgACBHgrkXF/m1OD6mYi4bHQev/vd78Ymm2zSw9QamgABAgQIDIfAddddFx/72MfGL3briLh8OASsMhMB9WAmiRImAQIECOQnoLkpE60AACAASURBVB7ML2clI1Y/lYRyGoFOBDS4dqKVx7l/+ctfYtasWUVDazqWW2654gWba621Vh4LEOVABNRPA2GfzqQaXKej179r1a/9szYTAQIECAyZgPp1yBJe3XLVZ9VZGokAAQIECIwRUJ+5IYZUQH05pIm3bAIECBDovUDu9WVODa4pm2Pe2vHe97437r///njFK3JbRu9vTDMQIECAAIGyAi+//HKsssoq8cADD4y+xO6tZQGd128B9WC/xc1HgAABAo0XUA82PsXqp8an2AL7LaDBtd/ivZ9v7ty5seOOO8af//znYrJzzz03dt11V5899J4+2xnUT1mmToNrPmlTv+aTK5ESIECAQCYC6tdMElXfMNVn9c2NyAgQIEAgUwH1WaaJE3ZVAurLqiSNQ4AAAQIE/k+gCfVlbp2hH42IeaPvwN122634somDAAECBAgQ6E5g9913j/POO2/8xRtExPe7G9FVBHoqoB7sKa/BCRAgQGAYBdSDjc+6+qnxKbbAfgtocO23eG/ne+yxx4rm1ptuuqmYaK+99oqTTjopFltssd5ObPSsBdRPWaZPg2s+aVO/5pMrkRIgQIBAJgLq10wSVd8w1Wf1zY3ICBAgQCBTAfVZpokTdlUC6suqJI1DgAABAgT+T6AJ9WVuDa6J/vSI2G/0XXjCCSfEwQcf7MYkQIAAAQIEOhQ48cQT45BDDhl/1RkRsX+HQzmdQD8F1IP91DYXAQIECDRaQD3Y6PSOXpz6aWhSbaEECBAg0GsB9VOvhXs2vgbXntH2ZGD1a09YDUqAAAECwyigfh3GrPdkzeqznrAalAABAgSGUUB9NoxZt+YWAupLtwUBAgQIEKhIoCn1ZY4NrimFd0bE+0fn8qyzzoq99967ovQahgABAgQINF/gq1/9auyzzz7jF3pXRHyg+au3wgYIqAcbkERLIECAAIHBCqgHB+s/gNnVTwNANyUBAgQINEtA/ZR1PjW45pc+9Wt+ORMxAQIECNRMQP1as4TkH476LP8cWgEBAgQIDFhAfTbgBJi+bgLqy7plRDwECBAgkJ1Ak+rLXBtcZ0TErRGx2Oi7x06u2f0sCZgAAQIEBiQwyZs6no2ItSLivgGFZVoCnQioBzvRci4BAgQIEBgnoB4cyltC/TSUabdoAgQIEKhKQP1UleTAxtHgOjD6ridWv3ZN50ICBAgQIBChfnUX9EBAfdYDVEMSIECAwPAIqM+GJ9dWWlpAfVmayokECBAgQGCiQNPqy1wbXFNmNouIfx+fot122y1mz54dr3hFzkvzo0eAAAECBHoj8PLLL8cee+wR5513XqsJPhER1/ZmZqMS6ImAerAnrAYlQIAAgSYLqAebnN1Sa1M/lWJyEgECBAgQ+P8F1E+NuRs0uOaZSvVrnnkTNQECBAgMUED9OkD84ZhafTYcebZKAgQIEKhQQH1WIaahmiigvmxiVq2JAAECBHoq0NT6Mvcu0M9ExGXjM//e9743vvKVr8Qmm2zS05vC4AQIECBAICeB6667Lr7whS/EAw880CrsrSPi8pzWI1YC/yegHnQrECBAgACBkgLqwZJQzT9N/dT8HFshAQIECFQkoH6qCLIew2hwrUceuolC/dqNmmsIECBAYCgF1K9DmfZBLFp9Ngh1cxIgQIBAlgLqsyzTJuj+C6gv+29uRgIECBDIVKDJ9WXuDa7plkpv7rg0IhYbf39tt9128U//9E+x6qqrZnrrCZsAAQIECExf4J577ol/+Zd/iUsuuaTVYM9GxDZ2bp2+sxEGKqAeHCi/yQkQIECg7gLqwbpnaCDxqZ8Gwm5SAgQIEMhFQP2US6Y6ilODa0dctTtZ/Vq7lAiIAAECBOokoH6tUzaGJhb12dCk2kIJECBAoBsB9Vk3aq4ZcgH15ZDfAJZPgAABAlMLDEN92YQG15TFGRFxfkS8v1VKN99889hxxx3j05/+dLziFU1Zsh9fAgQIECAwuUDaev6qq66KCy+8MK655prJTrwrInaJiPtYEmiAgHqwAUm0BAIECBCoTkA9WJ1lg0dSPzU4uZZGgAABAp0LqJ86N8vsCg2umSWsRbjq1/xzaAUECBAgUKGA+rVCTEN1K6A+61bOdQQIECDQSAH1WSPTalH9FVBf9tfbbAQIECBQc4Fhqy+b1u15ekTsN9k9tuiii8aGG24Ya665ZsyYMSPe8Y53xDLLLBOvec1rNL7W/AdTeAQIECDQWiAVLs8880z89re/jf/6r/+K++67L2677ba48cYb47nnnpuK7YyI2J8rgQYKqAcbmFRLIkCAAIHJBdSD7o4KBNRPFSAaggABAgTyEVA/5ZOriiPV4Fox6ACHU78OEN/UBAgQINB/AfVr/83N2LGA+qxjMhcQIECAQM4C6rOcsyf2TATUl5kkSpgECBAgUI2A+vJ/HZvW4JrW9NGI+GJErFPNrWIUAgQIECDQKIEf/t/fk99v1KoshsBYAfWgO4IAAQIECEwuoB50d7QSUD+5LwgQIECAgPqp6feABtdmZVj92qx8Wg0BAgQIVCvg+V+1nkYrJ6A+K+fkLAIECBAYTgH12XDm3aqnJ6C+nJ6fqwkQIECg2QKNrC+b2OA6cht+JiL20eja7J9KqyNAgACB0gKpkDkrIi4vfYUTCeQvoB7MP4dWQIAAAQLVCagHq7Ns8kjqpyZn19oIECBAoFMB9VOnYvU+X4NrvfPTbXTq127lXEeAAAECTRRQvzYxq/mtSX2WX85ETIAAAQK9E1Cf9c7WyMMjoL4cnlxbKQECBAi0F2h0fdnkBteR1K4REdtExBYRsVz7fDuDAAECBAg0RuDRiJgbEZdGxI8bsyoLIdC5gHqwczNXECBAgEAzBNSDzcjjIFahfhqEujkJECBAoA4C6qc6ZKE3MWhw7Y1rXUZVv9YlE+IgQIAAgX4LqF/7LW6+sgLqs7JSziNAgACBpgmoz5qWUeupi4D6si6ZEAcBAgQI9FtgaOrLYWhwHX3zzIiINSNitYhYISLeGhF/FxGLRsSwWfT7h8p8BAgQINAbgZcj4rmI+GNE/E9E/Dwi7o6I2yLivt5MaVQCWQuoB7NOn+AJECBAoIWAetBt0WsB9VOvhY1PgAABAv0WUD/1W7we82lwrUce+hGF+rUfyuYgQIAAgX4KqF/7qW2uXgioz3qhakwCBAgQGKSA+myQ+uYmEKG+dBcQIECAQNME1JeaOpt2T1sPAQIECBAgQIAAAQIECBAgQIAAAQIECBAgQIAAAQLjBDS4uiUIECBAgAABAgQIECBAgAABAgQIECBAgAABAgQIECBQQwG7ltYwKUIiQIAAAQIECBAgQIAAAQIECBAgQIAAAQIECBAgQKAyAQ2ulVEaiAABAgQIECBAgAABAgQIECBAgAABAgQIECBAgAABAtUJaHCtztJIBAgQIECAAAECBAgQIECAAAECBAgQIECAAAECBAjUT0CDa/1yIiICBAgQIECAAAECBAgQIECAAAECBAgQIECAAAECBAiEBlc3AQECBAgQIECAAAECBAgQIECAAAECBAgQIECAAAECTRbQ4Nrk7FobAQIECBAgQIAAAQIECBAgQIAAAQIECBAgQIAAAQLZCmhwzTZ1AidAgAABAgQIECBAgAABAgQIECBAgAABAgQIECBAoISABtcSSE4hQIAAAQIECBAgQIAAAQIECBAgQIAAAQIECBAgQIBAvwU0uPZb3HwECBAgQIAAAQIECBAgQIAAAQIECBAgQIAAAQIECPRTQINrP7XNRYAAAQIECBAgQIAAAQIECBAgQIAAAQIECBAgQIAAgZICGlxLQjmNAAECBAgQIECAAAECBAgQIECAAAECBAgQIECAAIEsBTS4Zpk2QRMgQIAAAQIECBAgQIAAAQIECBAgQIAAAQIECBAg0HQBDa5Nz7D1ESBAgAABAgQIECBAgAABAgQIECBAgAABAgQIEBhuAQ2uw51/qydAgAABAgQIECBAgAABAgQIECBAgAABAgQIECBAoKYCGlxrmhhhESBAgAABAgQIECBAgAABAgQIECBAgAABAgQIECBQicBNEbH+qJFmRcRplYxsEAIECBAgQIAAAQIECBAgQIAAAQIECBAgQIAAAQIECBDoWkCDa9d0LiRAgAABAgQIECBAgAABAgQIECBAgAABAgQIECBAIAMBDa4ZJEmIBAgQIECAAAECBAgQIECAAAECBAgQIECAAAECBAgMn4AG1+HLuRUTIECAAAECBAgQIECAAAECBAgQIECAAAECBAgQGCYBDa7DlG1rJUCAAAECBAgQIECAAAECBAgQIECAAAECBAgQIEAgGwENrtmkSqAECBAgQIAAAQIECBAgQIAAAQIECBAgQIAAAQIECHQhoMG1CzSXECBAgAABAgQIECBAgAABAgQIECBAgAABAgQIECBAoNcCGlx7LWx8AgQIECBAgAABAgQIECBAgAABAgQIECBAgAABAgQGKfBkRLxuVACzIuK0QQZkbgIECBAgQIAAAQIECBAgQIAAAQIECBAgQIAAAQIECBCI0ODqL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4KaIWH8UwayIOG24SayeAAECBAgQIECAAAECBAgQIECAAAECBAgQIECAAAECgxfQ4Dr4HIiAAAECBAgQIECAAAECBAgQIECAAAECBAgQIECAAIHeCWhw7Z2tkQkQIECAAAECBAgQIECAAAECBAgQIECAAAECBAgQINC1gAbXrulcSIAAAQIECBAgQIAAAQIECBAgQIAAAQIECBAgQIBABgIaXDNIkhAJECBAgAABAgQIECBAgAABAgQIECBAgAABAgQIEBg+AQ2uw5dzKyZAgAABAgQIECBAgAABAgQIECBAgAABAgQIECAwTAIaXIcp29ZKgAABAgQIECBAgAABAgQIECBAgAABAgQIECBAgEA2Ahpcs0mVQAkQIECAAAECBAgQIECAAAECBAgQIECAAAECBAgQ6ELgyYh43ajrZkXEaV2M4xICBAgQIECAAAECBAgQIECAAAECBAgQIECAAAECBAgQqFBAg2uFmIYiQIAAAQIECBAgQIAAAQIECBAgQIAAAQIECBAgQKB2Ahpca5cSAREgQIAAAQIECBAgQIAAAQIECBAgQIAAAQIECBAgQCBCg6u7gA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boqI9UdFPisiTstyJYImQIAAAQIECBAgQIAAAQIECBAgQIAAAQIECBAgQIBAgwQ0uDYomZZCgAABAgQIECBAgAABAgQIECBAgAABAgQIECBAgMAEAQ2ubgoCBAgQIECAAAECBAgQIECAAAECBAgQIECAAAECBAjUUECDaw2TIiQCBAgQIECAAAECBAgQIECAAAECBAgQIECAAAECBCoT0OBaGaWBCBAgQIAAAQIECBAgQIAAAQIECBAgQIAAAQIECBAgUJ2ABtfqLI1EgAABAgQIECBAgAABAgQIECBAgAABAgQIECBAgED9BDS41i8nIiJAgAABAgQIECBAgAABAgQIECBAgAABAgQIECBAgEBocHUTECBAgAABAgQIECBAgAABAgQIECBAgAABAgQIECDQZIEnI+J1oxY4KyJOa/KCrY0AAQIECBAgQIAAAQIECBAgQIAAAQIECBAgQIAAAQI5CGhwzSFLYiRAgAABAgQIECBAgAABAgQIECBAgAABAgQIECBAoFsBDa7dyrmOAAECBAgQIECAAAECBAgQIECAAAECBAgQIECAAAECPRTQ4NpDXEMTIECAAAECBAgQIECAAAECBAgQIECAAAECBAgQIDBwAQ2uA0+BAAgQIECAAAECBAgQIECAAAECBAgQIECAAAECBAgQIDBRQIOru4I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gQIEGi6gAbXpmfY+ggQIECAAAECBAgQIECAAAECBAgQIECAAAECBAgMt4AG1+HOv9UTIECAAAECBAgQIECAAAECBAgQIECAAAECBAgQIFBTAQ2uNU2MsAgQIECAAAECBAgQIECAAAECBAgQIECAAAECBAgQqERAg2sljAYhQIAAAQIECBAgQIAAAQIECBAgQIAAAQIECBAgQIBAtQIaXKv1NBoBAgQIECBAgAABAgQIECBAgAABAgQIECBAgAABAvUS0OBar3yIhgABAgQIECBAgAABAgQIECBAgAABAgQIECBAgAABAoWABlc3AgECBAgQIECAAAECBAgQIECAAAECBAgQIECAAAECTRbQ4Nrk7FobAQIECBAgQIAAAQIECBAgQIAAAQIECBAgQIAAAQLZCmhwzTZ1AidAgAABAgQIECBAgAABAgQIECBAgAABAgQIECBAoISABtcSSE4hQIAAAQIECBAgQIAAAQIECBAgQIAAAQIECBAgQIBAvwU0uPZb3HwECBAgQIAAAQIECBAgQIAAAQIECBAgQIAAAQIECPRT4KaIWH/UhLMi4rR+BmAuAgQIECBAgAABAgQIECBAgAABAgQIECBAgAABAgQIEJgooMHVXUG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4EnI+J1oyKfFRGnZbkSQRMgQIAAAQIECBAgQIAAAQIECBAgQIAAAQIECBAgQKBBAhpcG5RMSyFAgAABAgQIECBAgAABAgQIECBAgAABAgQIECBAYIKABlc3BQECBAgQIECAAAECBAgQIECAAAECBAgQIECAAAECBGoooMG1hkkREgECBAgQIECAAAECBAgQIECAAAECBAgQIECAAAEClQlocK2M0kAECBAgQIAAAQIECBAgQIAAAQIECBAgQIAAAQIECBCoTkCDa3WWRiJAgAABAgQIECBAgAABAgQIECBAgAABAgQIECBAoH4CGlzrlxMRESBAgAABAgQIECBAgAABAgQIECBAgAABAgQIECBAIDS4ugk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CAAIGmC2hwbXqGrY8AAQIECBAgQIAAAQIECBAgQIAAAQIECBAgQIDAcAtocB3u/Fs9AQIECBAgQIAAAQIECBAgQIAAAQIECBAgQIAAAQI1FdDgWtPECIsAAQIECBAgQIAAAQIECBAgQIAAAQIECBAgQIAAgUoENLhWwmgQAgQIECBAgAABAgQIECBAgAABAgQIECBAgAABAgQIVCugwbVaT6MRIECAAAECBAgQIECAAAECBAgQIECAAAECBAgQIFAvAQ2u9cqHaAgQIECAAAECBAgQIECAAAECBAgQIECAAAECBAgQIFAIaHB1IxAgQIAAAQIECBAgQIAAAQIECBAgQIAAAQIECBAg0GQBDa5Nzq61ESBAgAABAgQIECBAgAABAgQIECBAgAABAgQIECCQrYAG12xTJ3ACBAgQIECAAAECBAgQIECAAAECBAgQIECAAAECBEoIaHAtgeQUAgQIECBAgAABAgQIECBAgAABAgQIECBAgAABAgQI9FtAg2u/xc1HgAABAgQIECBAgAABAgQIECBAgAABAgQIECBAgEA/BTS49lPbXAQIECBAgAABAgQIECBAgAABAgQIECBAgAABAgQIECgpoMG1JJTTCBAgQIAAAQIECBAgQIAAAQIECBAgQIAAAQIECBDIUkCDa5ZpEzQBAgQIECBAgAABAgQIECBAgAABAgQIECBAgAABAk0X0ODa9AxbHwECBAgQIECAAAECBAgQIECAAAECBAgQIECAAIHhFtDgOtz5t3oCBAgQIECAAAECBAgQIECAAAECBAgQIECAAAECBGoqquuhKwAAIABJREFUoMG1pokRFgECBAgQIECAAAECBAgQIECAAAECBAgQIECAAAEClQhocK2E0SAECBAgQIAAAQIECBAgQIAAAQIECBAgQIAAAQIECBCoVkCDa7WeRiNAgAABAgQIECBAgAABAgQIECBAgAABAgQIECBAoF4CGlzrlQ/RECBAgAABAgQIECBAgAABAgQIECBAgAABAgQIECBAoBDQ4OpGIECAAAECBAgQIECAAAECBAgQIECAAAECBAgQIECgyQIaXJucXWsjQIAAAQIECBAgQIAAAQIECBAgQIAAAQIECBAgQCBbAQ2u2aZO4AQIECBAgAABAgQIECBAgAABAgQIECBAgAABAgQIlBDQ4FoCySkECBAgQIAAAQIECBAgQIAAAQIECBAgQIAAAQIECBDot4AG136Lm48AAQIECBAgQIAAAQIECBAgQIAAAQIECBAgQIAAgX4KaHDtp7a5CBAgQIAAAQIECBAgQIAAAQIECBAgQIAAAQIECBAgUFJAg2tJKKcRIECAAAECBAgQIECAAAECBAgQIECAAAECBAgQIJClgAbXLNMmaAIECBAgQIAAAQIECBAgQIAAAQIECBAgQIAAAQIEmi6gwbXpGbY+AgQIECBAgAABAgQIECBAgAABAgQIECBAgAABAsMtoMF1uPNv9QQIECBAgAABAgQIECBAgAABAgQIECBAgAABAgQI1FRAg2tNEyMsAgQIECBAgAABAgQIECBAgAABAgQIECBAgAABAgQqEdDgWgmjQQgQIECAAAECBAgQIECAAAECBAgQIECAAAECBAgQIFCtgAbXaj2NRoAAAQIECBAgQIAAAQIECBAgQIAAAQIECBAgQIBAvQQ0uNYrH6IhQIAAAQIECBAgQIAAAQIECBAgQIAAAQIECBAgQIBAIaDB1Y1AgAABAgQIECBAgAABAgQIECBAgAABAgQIECBAgECTBTS4Njm71kaAAAECBAgQIECAAAECBAgQIECAAAECBAgQIECAQLYCGlyzTZ3ACRAgQIAAAQIECBAgQIAAAQIECBAgQIAAAQIECBAoIaDBtQSSUwgQIECAAAECBAgQIECAAAECBAgQIECAAAECBAgQINBvAQ2u/RY3HwECBAgQIECAAAECBAgQIECAAAECBAgQIECAAAEC/RTQ4NpPbXMRIECAAAECBAgQIECAAAECBAgQIECAAAECBAgQIECgpIAG15JQTiNAgAABAgQIECBAgAABAgQIECBAgAABAgQIECBAIEsBDa5Zpk3QBAgQIECAAAECBAgQIECAAAECBAgQIECAAAECBAg0XUCDa9MzbH0ECBAgQIAAAQIECBAgQIAAAQIECBAgQIAAAQIEhltAg+tw59/qCRAgQIAAAQIECBAgQIAAAQIECBAgQIAAAQIECBCoqYAG15omRlgECBAgQIAAAQIECBAgQIAAAQIECBAgQIAAAQIECFQioMG1EkaDECBAgAABAgQIECBAgAABAgQIECBAgAABAgQIECBAoFoBDa7VehqNAAECBAgQIECAAAECBAgQIECAAAECBAgQIECAAIF6CWhwrVc+REOAAAECBAgQIECAAAECBAgQIECAAAECBAgQIECAAIFCQIOrG4E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v8fe3cDbWVZ5o//EkhCJAKcNTprRnQlMYRKxqQllq1gBPOVt0EEfAkMMjTRQhSRYcxEJ8Uh4ieJk4ioxJsvlZhSZGphY4rhkFEZNqmjGMkRWzrC+a9n1zn/sw/nZe999j7n2Xt/nrVaI+fcz31f9+d6WrLWrG8XAQIEKl1AwLXSO+x+BAgQIECAAAECBAgQIECAAAECBAgQIECAAAECBKpbQMC1uvvv9gQIECBAgAABAgQIECBAgAABAgQIECBAgAABAgQIpFRAwDWljVEWAQIECBAgQIAAAQIECBAgQIAAAQIECBAgQIAAAQJFERBwLQqjTQgQIECAAAECBAgQIECAAAECBAgQIECAAAECBAgQIFBcAQHX4nrajQABAgQIECBAgAABAgQIECBAgAABAgQIECBAgACBdAkIuKarH6ohQIAAAQIECBAgQIAAAQIECBAgQIAAAQIECBAgQIBARkDA1YdAgAABAgQIECBAgAABAgQIECBAgAABAgQIECBAgEAlCwi4VnJ33Y0AAQIECBAgQIAAAQIECBAgQIAAAQIECBAgQIAAgbIVEHAt29YpnAABAgQIECBAgAABAgQIECBAgAABAgQIECBAgACBHAQEXHNAsoQAAQIECBAgQIAAAQIECBAgQIAAAQIECBAgQIAAAQLtLSDg2t7iziNAgAABAgQIECBAgAABAgQIECBAgAABAgQIECBAoD0FBFzbU9tZBAgQIECAAAECBAgQIECAAAECBAgQIECAAAECBAgQyFFAwDVHKMsIECBAgAABAgQIECBAgAABAgQIECBAgAABAgQIEChLAQHXsmybogkQIECAAAECBAgQIECAAAECBAgQIECAAAECBAgQqHQBAddK77D7ESBAgAABAgQIECBAgAABAgQIECBAgAABAgQIEKhuAQHX6u6/2xMgQIAAAQIECBAgQIAAAQIECBAgQIAAAQIECBAgkFIBAdeUNkZZBAgQIECAAAECBAgQIECAAAECBAgQIECAAAECBAgURUDAtSiMNiFAgAABAgQIECBAgAABAgQIECBAgAABAgQIECBAgEBxBQRci+tpNwIECBAgQIAAAQIECBAgQIAAAQIECBAgQIAAAQIE0iUg4JqufqiGAAECBAgQIECAAAECBAgQIECAAAECBAgQIECAAAECGQEBVx8CAQIECBAgQIAAAQIECBAgQIAAAQIECBAgQIAAAQKVLCDgWsnddTcCBAgQIECAAAECBAgQIECAAAECBAgQIECAAAECBMpWQMC1bFuncAIECBAgQIAAAQIECBAgQIAAAQIECBAgQIAAAQIEchAQcM0ByRICBAgQIECAAAECBAgQIECAAAECBAgQIECAAAECBAi0t4CAa3uLO48AAQIECBAgQIAAAQIECBAgQIAAAQIECBAgQIAAgfYUEHBtT21nESBAgAABAgQIECBAgAABAgQIECBAgAABAgQIECBAIEcBAdccoSwjQIAAAQIECBAgQIAAAQIECBAgQIAAAQIECBAgQKAsBQRcy7JtiiZAgAABAgQIECBAgAABAgQIECBAgAABAgQIECBAoNIFBFwrvcPuR4AAAQIECBAgQIAAAQIECBAgQIAAAQIECBAgQKC6BQRcq7v/bk+AAAECBAgQIECAAAECBAgQIECAAAECBAgQIECAQEoFBFxT2hhlESBAgAABAgQIECBAgAABAgQIECBAgAABAgQIECBQFAEB16Iw2oQAAQIECBAgQIAAAQIECBAgQIAAAQIECBAgQIAAAQLFFRBwLa6n3QgQIECAAAECBAgQIECAAAECBAgQIECAAAECBAgQSJeAgGu6+qEaAgQIECBAgAABAgQIECBAgAABAgQIECBAgAABAgQIZAQEXH0IBAgQIECAAAECBAgQIECAAAECBAgQIECAAAECBAhUsoCAayV3190IECBAgAABAgQIECBAgAABAgQIECBAgAABAgQIEChbAQHXsm2dwgkQIECAAAECBAgQIECAAAECBAgQIECAAAECBAgQyEFAwDUHJEsIECBAgAABAgQIECBAgAABAgQIECBAgAABAgQIECDQ3gICru0t7jwCBAgQIECAAAECBAgQIECAAAECBAgQIECAAAECBNpTQMC1PbWdRYAAAQIECBAgQIAAAQIECBAgQIAAAQIECBAgQIAAgRwFBFxzhLKMAAECBAgQIECAAAECBAgQIECAAAECBAgQIECAAIGyFBBwLcu2KZoAAQIECBAgQIAAAQIECBAgQIAAAQJZAoMi4viI+EhE9I+IQyPioIg4ICJkY3wsBAgQIFCOArUR8VZE7IiIFyPi+Yj4eUQ8ERGby/FChdTsX+KFqHmHAAECBAgQIECAAAECBAgQIECAAAECBAgQIECAAIFyERBwLZdOqZMAAQIECBAgQIAAAQIECBAgQIAAAQLZAh+PiLMi4oyI6AuHAAECBAhUkcD2iLgvIu6JiJ9U8r0FXCu5u+5GgAABAgQIECBAgAABAgQIECBAgAABAgQIECBAgICAq2+AAAECBAgQIECAAAECBAgQIECAAAEC5SXwLxExPSI+UV5lq5YAAQIECJRE4McRsSgivl2S3Tt4UwHXDm6A4wkQIECAAAECBAgQIECAAAECBAgQIECAAAECBAgQKKmAgGtJeW1OgAABAgQIECBAgAABAgQIECBAgACBogl8OiL+VbC1aJ42IkCAAIHKEkiCrsm/J39QSdcScK2kbroLAQIECBAgQIAAAQIECBAgQIAAAQIECBAgQIAAAQKNBX4YEZ9q8MMZEXEzJgIECBAgQIAAAQIECBAgQIAAAQIECBBIlcB/RMTFzVV0wAEHxLBhw+L444+PQYMGxQc+8IE4+OCD48ADD4z99hONSVUnFUOAAAECOQnU1tbGm2++Ga+88kr85je/ic2bN8cTTzwRjzzySLz11lst7bEwIr6Y0yFlsMi/xcugSUokQIAAAQIECBAgQIAAAQIECBAgQIAAAQIECBAgQKBgAQHXgum8SIAAAQIECBAgQIAAAQIECBAgQIAAgZILDIqI2yJicFMnnX766TFp0qQYPXq0IGvJW+EAAgQIEEiDQBJ8XbNmTSxfvjzuv//+5kp6KiImR8TmNNTclhoEXNui510CBAgQIECAAAECBAgQIECAAAECBAgQIECAAAECBNIuIOCa9g6pjwABAgQIECBAgAABAgQIECBAgACBahU4NSLuiYjujQHOPvvs+NKXvhTHHHNMtdq4NwECBAgQiKeffjq+9rWvxV133dWUxu6IOCsivlPOVAKu5dw9tRMgQIAAAQIECBAgQIAAAQIECBAgQIAAAQIECBAg0JqAgGtrQn5PgAABAgQIECBAgAABAgQIECBAgACB9hf4l4hY2fjYI488Mv793/89RowY0f4VOZEAAQIECKRUYP369fHlL385tmzZ0lSF4yLi2yktvdWyBFxbJbKAAAECBAgQIECAAAECBAgQIECAAAECBAgQIECAAIEyFtgZEe9vUP+MiLi5jO+jdAIECBAgQIAAAQIECBAgQIAAAQIECJS7QDK59YHGl7jgggtiyZIlsd9+oi7l3mD1EyBAgEDxBWpra2Pq1Klx6623NrX5aeU6ydW/9Yv/rdiRAAECBAgQIECAAAECBAgQIECAAAECBAgQIECAAIH0CAi4pqcXKiFAgAABAgQIECBAgAABAgQIECBAgMCgiHg8Iro3pJg/f35cfvnldAgQIECAAIFWBK6//vqYNWtW41W7I2JIRGwuN0AB13LrmHoJECBAgAABAgQIECBAgAABAgQIECBAgAABAgQIEMhHQMA1Hy1rCRAgQIAAAQIECBAgQIAAAQIECBAgUFqB/4qIwQ2PWLRoUXzhC18o7al2J0CAAAECFSTwjW98I6ZPn974Rk9FxD+V2zUFXMutY+olQIAAAQIECBAgQIAAAQIECBAgQIAAAQIECBAgQCAfAQHXfLSsJUCAAAECBAgQIECAAAECBAgQIECAQOkE/iMiLm64vcmtpcO2MwECBAhUtkAzk1wXRsQXy+nmAq7l1C21EiBAgAABAgQIECBAgAABAgQIECBAgAABAgQIECCQr4CAa75i1hMgQIAAAQIECBAgQIAAAQIECBAgQKD4Ap+OiA0Nt73gggvim9/8ZvFPsiMBAgQIEKgSgc997nNx6623Nr7t0Ij4QbkQCLiWS6fUSYAAAQIECBAgQIAAAQIECBAgQIAAAQIECBAgQIBAIQICroWoeYcAAQIECBAgQIAAAQIECBAgQIAAAQLFFXg0Ij5Rt+WRRx4Zzz77bOy3n1hLcZntRoAAAQLVJFBbWxtHH310bNmypeG1fxwRnywXB38TKJdOqZMAAQIECBAgQIAAAQIECBAgQIAAAQIECBAgQIAAgUIEBFwLUfMOAQIECBAgQIAAAQIECBAgQIAAAQIEiifwLxGxsuF2Dz74YIwYMaJ4J9iJAAECBAhUqcD69evj5JNPbnz7cRHx7XIgEXAthy6pkQABAgQIECBAgAABAgQIECBAgAABAgQIECBAgACBQgUEXAuV8x4BAgQIECBAgAABAgQIECBAgAABAgSKI5A1vfXss8+OFStWFGdnuxAgQIAAAQIxYcKEuOuuuxpKlM0UVwFXHzABAgQIECBAgAABAgQIECBAgAABAgQIECBAgAABApUsIOBayd11NwIECBAgQIAAAQIECBAgQIAAAQIE0i7w8Yh4omGRP//5z+OYY45Je93qI0CAAAECZSPw9NNPx0c+8pHG9R4fET9J+yUEXNPeIfURIECAAAECBAgQIECAAAECBAgQIECAAAECBAgQINAWAQHXtuh5lwABAgQIECBAgAABAgQIECBAgAABAm0T+I+IuLhui9NPPz3uu+++tu3obQIECBAgQGAfgTPOOCPuv//+hj9fGBFfTDuVgGvaO6Q+AgQIECBAgAABAgQIECBAgAABAgQIECBAgAABAgTaIiDg2hY97xIgQIAAAQIECBAgQIAAAQIECBAgQKBtAr+LiL51W6xatSrGjBnTth29TYAAAQIECOwjsHr16hg7dmzDn2+PiMPSTiXgmvYOqY8AAQIECBAgQIAAAQIECBAgQIAAAQIECBAgQIAAgbYICLi2Rc+7BAgQIECAAAECBAgQIECAAAECBAgQKFxgUEQ8U/f6AQccEG+++Wbst58oS+Gk3iRAgAABAk0L1NbWxoEHHhhvvfVWwwUfjojNaTbzt4I0d0dtBAgQIECAAAECBAgQIECAAAECBAgQIECAAAECBAi0VUDAta2C3idAgAABAgQIECBAgAABAgQIECBAgEBhAp+PiMV1r55++ulx3333FbaTtwgQIECAAIFWBc4444y4//77G667MCL+X6svduACAdcOxHc0AQIECBAgQIAAAQIECBAgQIAAAQIECBAgQIAAAQIlFxBwLTmxAwgQIECAAAECBAgQIECAAAECBAgQINCkwK0RMaXuN/Pnz4/LL78cFQECBAgQIFAigeuvvz5mzZrVcPelEXFBiY4ryrYCrkVhtAkBAgQIECBAgAABAgQIECBAgAABAgQIECBAgAABAikVEHBNaWOURYAAAQIECBAgQIAAAQIECBAgQIBAxQs8GhGfqLvlgw8+GCNGjKj4S7sgAQIECBDoKIH169fHySef3PD4H0fEJzuqnlzOFXDNRckaAgQIECBAgAABAgQIECBAgAABAgQIECBAgAABAgTKVUDAtVw7p24CBAgQIECAAAECBAgQIECAAAECBMpd4HcR0bfuEr/61a+iX79+5X4n9RMgQIAAgdQKbNu2LT74wQ82rG97RByW2oIjQsA1zd1RGwECBAgQIECAAAECBAgQIECAAAECBAgQIECAAAECbRX4YUR8qsH/b/SSiLi5rZt6nwABAgQIECBAgAABAgQIECBAgAABAgRaFXgzIrrXrdq1a1f06NGj1ZcsIECAAAECBAoTqKmpife9730NX94dEQcWtlv7vCXg2j7OTiFAgAABAgQIECBAgAABAgQIECBAgAABAgQIECBAoGMEBFw7xt2pBAgQIECAAAECBAgQIECAAAECBAgQ2NtwMNvevXtjv/3EWHwWBAgQIECgVAK1tbXRqVOnhtvXRkTWD0p1dqH7+ptBoXLeI0CAAAECBAgQIECAAAECBAgQIECAAAECBAgQIECgHAQEXMuhS2okQIAAAQIECBAgQIAAAQIECBAgQKASBZJQTf2ThG48BAgQIECAQGkFmvgfk0h1hjTVxZW2VXYnQIAAAQIECBAgQIAAAQIECBAgQIAAAQIECBAgQKAKBARcq6DJrkiAAAECBAgQIECAAAECBAgQIECAQCoFBFxT2RZFESBAgEAlCwi4VnJ33Y0AAQIECBAgQIAAAQIECBAgQIAAAQIECBAgQIAAgXIT2BkR729Q9IyIuLncLqFeAgQIECBAgAABAgQIECBAgAABAgQIlKGAgGsZNk3JBAgQIFDeAgKu5d0/1RMgQIAAAQIECBAgQIAAAQIECBAgQIAAAQIECBAgUFkCAq6V1U+3IUCAAAECBAgQIECAAAECBAgQIECgfAQEXMunVyolQIAAgQoREHCtkEa6BgECBAgQIECAAAECBAgQIECAAAECBAgQIECAAAECFSEg4FoRbXQJAgQIECBAgAABAgQIECBAgAABAgTKUEDAtQybpmQCBAgQKG8BAdfy7p/qCRAgQIAAAQIECBAgQIAAAQIECBAgQIAAAQIECBCoLAEB18rqp9sQIECAAAECBAgQIECAAAECBAgQIFA+AgKu5dMrlRIgQIBAhQgIuFZII12DAAECBAgQIECAAAECBAgQIECAAAECBAgQIECAAIGKEBBwrYg2ugQBAgQIECBAgAABAgQIECBAgAABAmUoIOBahk1TMgECBAiUt4CAa3n3T/UECBAgQIAAAQIECBAgQIAAAQIECBAgQIAAAQIECFSWgIBrZfXTbQgQIECAAAECBAgQIECAAAECBAgQKB8BAdfy6ZVKCRAgQKBCBARcK6SRrkGAAAECBAgQIECAAAECBAgQIECAAAECBAgQIECAQEUICLhWRBtdggABAgQIECBAgAABAgQIECBAgACBMhQQcC3DpimZAAECBMpbQMC1vPunegIECBAgQIAAAQIECBAgQIAAAQIECBAgQIAAAQIEKktAwLWy+uk2BAgQIECAAAECBAgQIECAAAECBAiUj4CAa/n0SqUECBAgUCECAq4V0kjXIECAAAECBAgQIECAAAECBAgQIECAAAECBAgQIECgIgQEXCuijS5BgAABAgQIECBAgAABAgQIECBAgEAZCgi4lmHTlEyAAAEC5S0g4Fre/VM9AQIECBAgQIAAAQIECBAgQIAAAQIECBAgQIAAAQKVJSDgWln9dBsCBAgQIECAAAECBAgQIECAAAECBMpHQMC1fHqlUgIECBCoEAEB1wpppGsQIECAAAECBAgQIECAAAECBAgQIECAAAECBAgQIFARAgKuFdFGlyBAgAABAgQIECBAgAABAgQIECBAoAwFBFzLsGlKJkCAAIHyFhBwLe/+qZ4AAQIECBAgQIAAAQIECBAgQIAAAQIECBAgQIAAgcoSEHCtrH66DQECBAgQIECAAAECBAgQIECAAAEC5SMg4Fo+vVIpAQIECFSIgIBrhTTSNQgQIECAAAECBAgQIECAAAECBAgQIECAAAECBAgQqAiBH0bEpyJiv7/e5pKIuLkibuYSBAgQIECAAAECBAgQIECAAAECBAgQSLeAgGu6+6M6AgQIEKhAAQHXCmyqKxEgQIAAAQIECBAgQIAAAQIECBAgQIAAAQIECBAgULYCAq5l2zqFEyBAgAABAgQIECBAgAABAgQIECBQ5gICrmXeQOUTIECAQPkJCLiWX89UTIAAAQIECBAgQIAAAQIECBAgQIAAAQIECBAgQIBA5QoIuFZub92MAAECBAgQIECAAAECBAgQIECAAIF0Cwi4prs/qiNAgACBChQQcK3AproSAQIECBAgQIAAAQIECBAgQIAAAQIECBAgQIAAAQJlKyDgWratUzgBAgQIECBAgAABAgQIECBAgAABAmUuIOBa5g1UPgECBAiUn4CAa/n1TMUECBAgQIAAAQIECBAgQIAAAQIECBAgQIAAAQIECFSuwM6IeH+D682IiJsr97puRoAAAQIECBAgQIAAAQIECBAgQIAAgdQICLimphUKIUCAAIFqERBwrZZOuycBAgQIECBAgAABAgQIECBAgAABAgQIECBAgAABAuUgIOBaDl1SIwECBAgQIECAAAECBAgQIECAAAEClSgg4FqJXXUnAgQIEEi1gIBrqtujOAIECBAgQIAAAQIECBAgQIAAAQIECBAgQIAAAQIEqkxAwLXKGu66BAgQIECAAAECBAgQIECAAAECBAikRkDANTWtUAgBAgQIVIuAgGu1dNo9CRAgQIAAAQIECBAgQIAAAQIECBAgQIAAAQIECBAoBwEB13LokhoJECBAgAABAgQIECBAgAABAgQIEKhEAQHXSuyqOxEgQIBAqgUEXFPdHsURIECAAAECBAgQIECAAAECBAgQIECAAAECBAgQIFBlAgKuVdZw1yVAgAABAgQIECBAgAABAgQIECBAIDUCAq6paYVCCBAgQKBaBARcq6XT7kmAAAECBAgQIECAAAECBAgQIECAAAECBAgQIECAQDkICLiWQ5fUSIAAAQIECBAgQIAAAQIECBAgQIBAJQoIuFZiV92JAAECBFItIOCa6vYojgABAgQIECBAgAABAgQIECBAgAABAgQIECBAgACBKhMQcK2yhrsuAQIECBAgQIAAAQIECBAgQIAAAQKpERBwTU0rFEKAAAEC1SIg4FotnXZPAgQIECBAgAABAgQIECBAgAABAgQIECBAgAABAgTKQUCWw5fJAAAgAElEQVTAtRy6pEYCBAgQIECAAAECBAgQIECAAAECBCpRQMC1ErvqTgQIECCQagEB11S3R3EECBAgQIAAAQIECBAgQIAAAQIECBAgQIAAAQIECFSZgIBrlTXcdQkQIECAAAECBAgQIECAAAECBAgQSI2AgGtqWqEQAgQIEKgWAQHXaum0exIgQIAAAQIECBAgQIAAAQIECBAgQIAAAQIECBAgUA4CAq7l0CU1EiBAgAABAgQIECBAgAABAgQIECBQiQICrpXYVXciQIAAgVQLCLimuj2KI0CAAAECBAgQIECAAAECBAgQIECAAAECBAgQIECgygQEXKus4a5LgAABAgQIECBAgAABAgQIECBAgEBqBARcU9MKhRDoOIGHH3443vOe98RRRx0VvXv3jibCd0Urrra2Nnbt2hXvvvtu1p6dOnWKHj16RJcuXYp2lo0IpFVAwDWtnVEXAQIECBAgQIAAAQIECBAgQIAAAQIECBAgQIAAAQLVKCDgWo1dd2cCBAgQIECAAAECBAgQIECAAAECBNIgIOCahi6ogUAHCtTU1MQXvvCFWL58eaaKvn37xvz58+Oss84qSVU/+tGP4txzz43t27dn7X/NNdfErFmzyirgmtR89dVXZ93jscceiyFDhpTEzqaVIyDgWjm9dBMCBAgQIECAAAECBAgQIECAAAECBAgQIECAAAECBMpfQMC1/HvoBgQIECBAgAABAgQIECBAgAABAgQIlKeAgGt59k3VBIomkARNzz777HjiiScyex5yyCHxwAMPxODBg4t2Rt1Gr7zySkyZMiW++93v7rP3DTfcEJdeeml07ty56OeWakMB11LJVv6+Aq6V32M3JECAAAECBAgQIECAAAECBAgQIECAAAECBAgQIECgfAQEXMunVyolQIAAAQIECBAgQIAAAQIECBAgQKCyBARcK6ufbkMgb4Gf/vSncdJJJ0UyyTV5RowYkZnmetBBB+W9V0sv7N69O2bOnBmLFy9uclkyOXbZsmVx4oknFvXcUm4m4FpK3creW8C1svvrdgQIECBAgAABAgQIECBAgAABAgQIECBAgAABAgQIlJeAgGt59Uu1BAgQIECAAAECBAgQIECAAAECBAhUjoCAa+X00k0IFCSwZMmSmDZtWv27M2bMiPnz58f+++9f0H5NvfTuu+/GjTfeGLNmzWpxz1NOOSWWLl0aBx98cNHOLuVGAq6l1K3svQVcK7u/bkeAAAECBAgQIECAAAECBAgQIECAAAECBAgQIECAQHkJCLiWV79US4AAAQIECBAgQIAAAQIECBAgQIBA5QgIuFZOL92EQN4C77zzTiZ0umDBgvp377zzzpgwYULeezX3Qm1tbdx9992ZEG3dlNhk7XHHHRfnnHNO3HDDDbF9+/b61y+88MLMz7p37160Gkq1kYBrqWQrf18B18rvsRsSIECAAAECBAgQIECAAAECBAgQIECAAAECBAgQIFA+AgKu5dMrlRIgQIAAAQIECBAgQIAAAQIECBAgUFkCAq6V1c+KuU0y8fM3v/lNPPXUU/H444/Hr3/960wI8vnnn6+/Y+/evWPQoEHRt2/f+OhHP5oJTB511FFFnTxaMaDNXGTHjh0xadKkWL9+fWZFv379YvXq1XH00UcX7eo/+tGP4txzz80KsSY9W7ZsWXzyk5+MhQsXxiWXXJJ1XjJB9rLLLosuXboUrY4kzLtmzZp48cUX6/fs2bNnTJw4MQ488MCCzil2wPWVV16Je+65J95+++36eg499NAYPXq077qgDqX3JQHX9PZGZQQIECBAgAABAgQIECBAgAABAgQIECBAgAABAgQIVJ+AgGv19dyNCRAgQIAAAQIECBAgQIAAAQIECBBIh4CAazr6kFcVt912W0yZMmWfd2666aaYMWNGXnsVunjt2rWZ0F3Dp0ePHrFu3boYOnRoQdvu3bs3/vu//zv+8z//M5L9G071zHXDJPR6xhlnxOTJkzOB12IGJFurYefOnZlzE4PGz9KlSzO/S9vz7LPPxpgxY2Lbtm2Z0k455ZRYvnx59OrVqyilNhVuTb6TW265JcaPHx9JyG/37t0xc+bMWLx4cf2ZjdcUo5g///nPmf9+LFmypH674cOHx4oVK6JPnz4FHVHsgGsS4B43blxs3ry5vp6pU6dmJux269atoBq9lE4BAdd09kVVBAgQIECAAAECBAgQIECAAAECBAgQIECAAAECBAhUp4CAa3X23a0JECBAgAABAgQIECBAgAABAgQIEOh4AQHXju9B3hW88MILmXDgpk2bst4dOXJkJOHXYoUTmyssmS6ZBBKTyZsNn0LPT4KtSRDy+uuvj4ceeihvj+ZeSMKLl19+eZx44onRqVOnou3b3EbJpNmTTz45ampq9llSqE2pi165cmWcddZZ9cdcccUVkYQ2O3fu3OajH3300fjc5z6XNXW3ueDq1q1b4/zzz8/6posdchVwbXNLbVBEAQHXImLaigABAgQIECBAgAABAgQIECBAgAABAgQIECBAgAABAm0UEHBtI6DXCRAgQIAAAQIECBAgQIAAAQIECBAgUKCAgGuBcB35WnMB00MOOSTuvffeOPbYY0ta3nPPPRdjx46NJJTY8ClkSunvf//7uOqqq+KOO+4oSc1JSPKiiy6KWbNmRfLPpXr27NkT8+bNy4RDm3raOt22LXW/8847sWbNmnjxxRf32SYJoX7ve9+r//nEiRPjyCOPbPW4rl27ZoKxBx988D5ra2trM4HladOmZYVbk4Xz58+Pyy67rMnJuk1Ne00m8n7jG9/ITDVtIhDYap0NFwi45sVlcYkFBFxLDGx7AgQIECBAgAABAgQIECBAgAABAgQIECBAgAABAgQI5CEg4JoHlqUECBAgQIAAAQIECBAgQIAAAQIECBAoooCAaxEx23OrDRs2RDIVtPG00CRgOXv27DaHAVu6SzIldsqUKVlLBgwYEKtWrYqBAwfmxJCEIJNprZdccsk+IcjmNujfv3/07du3/te7du2Kn/70pzmdlwRyv/71r8ff/u3f5rQ+30XNTdVtuM/FF18cN9xwQyTh0PZ8mgp2tvX8QYMGRTL9NelJwyfp67p16+LSSy+N7du3Z/3uq1/9aubnzd0/effuu+/OBGMbftdJOHjBggVx7rnnNhmMzfUuAq65SlnXHgICru2h7AwCBAgQIECAAAECBAgQIECAAAECBAgQIECAAAECBAjkJiDgmpuTVQQIECBAgAABAgQIECBAgAABAgQIECi2gIBrsUXbab+dO3fG5MmTM2HChs+wYcMy01CTaa6leN54441MuHX16tVZ2+cT3mwpBNlw01NPPTXGjx8fn/zkJzOTQrt06bLPlfbu3RuvvPJKbNy4MROO/M53vtPstS+88MJMwLR79+5Fp1m7dm2MHj26ft8klNmtW7d49dVX63+Wbwi4WEW2V8D13XffjWXLlsWMGTP2CV7/67/+a8ycOTNj0tKT9POuu+6KpFeNw9u57tHc/gKuxfqi7FMMAQHXYijagwABAgQIECBAgAABAgQIECBAgAABAgQIECBAgAABAsUREHAtjqNdCBAgQIAAAQIECBAgQIAAAQIECBAgkK+AgGu+YilZn4REk6mWl112WVZFSbAyCb0OHTq0JJU++eSTceaZZ8bLL79cv3++Z/7oRz/KTONsPOEz2TDZK/ldEpI8/PDD85pEm4Qjf/7zn8e8efOaDbomAddkimjnzp2L5rN79+6YPn163H777fV7nnLKKXHCCSfEFVdckXXOjTfemLlbE+G2otXTeKP2CLgmYdRkQuv8+fP3uUe+wdQkKHvLLbfElVdeuU/INZlanHz3DSf55gon4JqrlHXtISDg2h7KziBAgAABAgQIECBAgAABAgQIECBAgAABAgQIECBAgEBuAgKuuTlZRYAAAQIECBAgQIAAAQIECBAgQIAAgWILCLgWW7Qd93vuuedi7NixsXXr1qxTk1DlNddcU9QQZ3JAEqq99tprY86cOVnn5TM1Nqn1/PPPj02bNu0jNWjQoEgCoJ/+9KfbFAB9++2345vf/GbMnj17n4BkEoxMps/+0z/9U9E69dRTT8Vpp52WFfpNepD0Zty4cbFt27b6s/KxKlaBSd927doVSXC07tmzZ09cd911cfPNN9f/LAlGf+ITn8jp2E6dOmXCyMlU3d/+9rfxpS99aZ9pwsnvr7rqqvjiF78YXbt2zWnfukUthVz79+8fX/nKV2LUqFGR1JHrI+Caq5R17SEg4Noeys4gQIAAAQIECBAgQIAAAQIECBAgQIAAAQIECBAgQIBAbgICrrk5WUWAAAECBAgQIECAAAECBAgQIECAAIFiCwi4Flu0HfdrbjLn8ccfH3fddVdBUy5bKj+Z2nrOOefEI488krUs16mkyaTTZHrprbfeus8xJ510UixatCj69etXFMEkILls2bLMecl00YbPxRdfHMkk13xDl00V1twk3XvuuSdOPfXUfSa7JnusWbMmE87syOeNN96IKVOmZMK+yVPIN5NMzH3wwQczU4Sff/75rOsk4dZk0moyjTcJwRbyJPsnjhdddFH88Y9/3GeL5FtMpvUedthhOW0v4JoTk0XtJCDg2k7QjiFAgAABAgQIECBAgAABAgQIECBAgAABAgQIECBAgEAOAgKuOSBZQoAAAQIECBAgQIAAAQIECBAgQIAAgRIICLiWALU9t1y7dm2MHj16nyNLEaJ8+OGHIwmiNnwGDBgQq1atioEDB7Z67RUrVsTEiRP3WXfcccfFt771rUj2KuaTBGpnzpwZixcvLrjm1uppKvTb0OS2227LBEkbPuedd14mzNu9e/fWti/Z75999tkYM2ZM/XTZqVOnZgKp3bp1y+nM1157LRMS/trXvpbT+rYsSsKySV2vvvrqPtv07t07Zs2aFZ/97GejT58+LR4j4NqWLni32AICrsUWtR8BAgQIECBAgAABAgQIECBAgAABAgQIECBAgAABAgQKFxBwLdzOmwQIECBAgAABAgQIECBAgAABAgQIEGiLgIBrW/RS8G5zU1WLOaU0uebbb7+dCYsuXLgw69a5BiOTcOIFF1wQ999/f9b7SXgxmSLaODhbLNokyHnWWWfF1q1bs7bMdepsa3U0FfqdNGlSfOMb34jkbs8991yMHTs26/xkSm1y56OPPrq17Uv2+5UrV2Zc6p5bbrklkl629iRTVX/wgx/ElVdeGT/72c/2WT5o0KBMcHbOnDmtbZXz74cPHx5XXXVVXHPNNfH973+/yfeSoGsyrffCCy+M5J+begRccya3sB0EBFzbAdkRBAgQIECAAAECBAgQIECAAAECBAgQIECAAAECBAgQyFFAwDVHKMsIECBAgAABAgQIECBAgAABAgQIECBQZAEB1yKDtvd2tbW1ce211+4TKEyChkmIsX///kUp6YUXXojx48fHpk2bsvbLdVJsc5Nmk6DkvHnzokuXLkWps/Em7777bsydOze++tWvZv1q5MiRkUxX7dWrV8HnNhf6vemmmzJhy+RpKlSZ/LxYAdtCit+zZ0/me7nuuusyrx9yyCHxwAMPxODBg1vc7ve//30maHrHHXc0uS4xTabA/s///E+ccMIJhZTW5DtJwDWZ/rv//vvH/Pnz4+tf/3rU1NTsszYJtyZTZZubjCvgWrSW2KgIAgKuRUC0BQECBAgQIECAAAECBAgQIECAAAECBAgQIECAAAECBIokIOBaJEjbECBAgAABAgQIECBAgAABAgQIECBAIE8BAdc8wdK4/Mknn4wzzzwzkmmuDZ+lS5fG5MmTi1JyEgadMmVK1l7Dhg3LhB2TgGRLz+7du2P69Olx++23Zy0bMGBArFq1KgYOHFiUGpvbZMOGDZGEL+tCkclk1c985jOZsORhhx1W8NnPP/98jBs3LjZv3ly/R1PTWZsK9+ZqV3BxLby4Y8eOSKbMrl+/PrNqxIgRsXz58kzY9xe/+EX86U9/yvz8ve99bxxzzDHRtWvXzJ//93//NzPl9b777svaPfH88pe/HJdeemkmXPrUU09lJrwW6zn00EMzwdWkvmSC7IMPPhiXXXZZJP51z5AhQ+LOO+9ssZ8CrsXqiH2KISDgWgxFexAgQIAAAQIECBAgQIAAAQIECBAgQIAAAQIECBAgQKA4AgKuxXG0CwECBAgQIECAAAECBAgQIECAAAECBPIVEHDNVyyF65sLkJ533nmxaNGiZida5nqV5vbPdQppcwHcZIpoMl21c+fOuZZS0Lok0JkEIo844ohIpoEeddRR0a1bt4L2avhSU6HfpsxfeumlmDBhQmzcuDHrzFyn37a50EYbJAHU0047rT4QfcUVV8Q111wT77zzTmby7JIlSzJv1E1O7dOnT/0OjUOuyYTg5Ds4+eSTo1OnTsUutdn9Xnvttcy5ixcvjt69e8eyZcvixBNPbPF8Add2a4+DchAQcM0ByRICBAgQIECAAAECBAgQIECAAAECBAgQIECAAAECBAi0k4CAaztBO4YAAQIECBAgQIAAAQIECBAgQIAAAQKNBARcK+STaCps2dQ00UKu2zgQmeyRTG29995749hjj211ywULFmSmezZ8kqmfySTOZPJmOT47d+7MTMddt25dVvnJFNEkzNrw2bNnT8ybNy8TIm34FCuAnK9fEmCdNm1a/WvJRNbTTz89GgdAmwq4Ji9t3bo1xo8fH4MHD45rr702Dj744HxLKMr62traePrpp2PLli0Z89aC0gKuRWG3SZEEBFyLBGkbAgQIECBAgAABAgQIECBAgAABAgQIECBAgAABAgQIFEFAwLUIiLYgQIAAAQIECBAgQIAAAQIECBAgQIBAAQICrgWgpfGVF154IRM63LRpU1Z5N910U2YqZ6FPEiJMAqrJBNSGT67hzJqamvjCF74Qy5cvz3p/xIgRmZ8ddNBBhZbWoe81NZX2uOOOi7vvvjsOP/zwfWpran0+IeFiXbZxyHPQoEGxcuXKSCax5hpwTb6JZCptUn97Tm1tq4GAa1sFvV9MAQHXYmraiwABAgQIECBAgAABAgQIECBAgAABAgQIECBAgAABAm0TEHBtm5+3CRAgQIAAAQIECBAgQIAAAQIECBAgUKiAgGuhcil7r7kpoSNHjoxkumuvXr0KqnjHjh0xadKkWL9+fdb7a9asiVGjRrW6569//es466yzIpkC2/C54oorMhNNW5u62eoBHbCgOeuW7vTGG2/ElClTYvXq1VkVz5kzJ+bOndtuDo2D0A2DyrkGXDuAvP7IN998M5IpuYln8vTs2TMmTpwYBx54YKtlCbi2SmRBOwoIuLYjtqMIECBAgAABAgQIECBAgAABAgQIECBAgAABAgQIECDQioCAq0+EAAECBAgQIECAAAECBAgQIECAAAECHSMg4Nox7iU5dcOGDZEEWpOpqXVPW6eENrVnS5NKG1/s8ccfjxNOOGGf+y5btizOOeeckjiUetPt27fH2WefHU888UT9UT169Ih169bF0KFDmz0+CRonIdeGTz6WxbjX/fffH2eccUb9VrfccktMnTo18+d8A67btm2LtWvXFlRW165dM8Hngw8+OK/3X3/99ZgwYUI89NBDmfeGDx8eK1asiD59+rS6T1MB11ZfSsGCpD/JFOVu3bqloBolFEtAwLVYkvYhQIAAAQIECBAgQIAAAQIECBAgQIAAAQIECBAgQIBA2wUEXNtuaAcCBAgQIECAAAECBAgQIECAAAECBAgUIiDgWohaSt/ZuXNnTJ48ORO0bPgkk1Jnz54dTQSqWrxJMqk0mTB63XXXZa3LZ+poEj5MJmw2fh577LEYMmRISiVbLisJdY4ePTprUS6Tcp9//vkYN25cbN68OevdpUuXZvpW6qdxP5Pw8wMPPBCDBw/OHJ1vwLW58HIu9xg0aFCsXLky+vfvn8vy+jUCrnlxWZxiAQHXFDdHaQQIECBAgAABAgQIECBAgAABAgQIECBAgAABAgQIVJ2AgGvVtdyFCRAgQIAAAQIECBAgQIAAAQIECBBIiYCAa0oaUawylixZEtOmTcvabtiwYXHHHXdEEmjM53nhhRdi/PjxsWnTpvrX8p0Im4Rrr7766qxjjzrqqPj2t78d//iP/5hPOalYu3v37pg+fXrcfvvtWfXceOONMWPGjBZDxG+//XbMnDkzFi5cmPVuLuHYYlz+pZdeykw/3bhxY2a7ESNGxPLly+Oggw7K/LmjA65JQDvxefHFFzP1HHvssZlg9nvf+9766wu4FuNLsEcaBARc09AFNRAgQIAAAQIECBAgQIAAAQIECBAgQIAAAQIECBAgQOAvAgKuvgQCBAgQIECAAAECBAgQIECAAAECBAh0jICAa8e4l+zU5557LsaOHRtbt26tP6NHjx6Zqa5Dhw7N69ymJpWOGTMmkomjPXv2bHWv2tramDdvXuY/DZ9Cp3e2emA7LHj22WcjMdi2bVv9aQMGDIhVq1bFwIEDW63g4YcfjpNOOilrXaH9afWwRgs2bNgQSZi2pqYm85vGk307OuDaOLw6derUWLBgQXTr1q3+JgKu+Xbd+rQKCLimtTPqIkCAAAECBAgQIECAAAECBAgQIECAAAECBAgQIECgGgUEXKux6+5MgAABAgQIECBAgAABAgQIECBAgEAaBARc09CFItbQ3JTQK664IhNo7Ny5c06nNTepNAm3Tp48Oac9Ggcm614aPnx4rFixIvr06ZPTPmlZlAR2k8DlZZddllXSeeedF4sWLYru3bu3WurLL78c55xzTjzyyCNZa+fMmRNz587NuT+tHtRowZ49ezJB4+QbqHu+//3vxz//8z/X/7mtAdfHHnsshgwZ0mxpSc8nTpyY+X1TIedSB1wTg1/84hfxpz/9KV++Ztffddddceutt2b9fvHixZGEngt5/vCHP2T61DBA3VTQt5C9vZMuAQHXdPVDNQQIECBAgAABAgQIECBAgAABAgQIECBAgAABAgQIVLeAgGt199/tCRAgQIAAAQIECBAgQIAAAQIECBDoOAEB146zL9nJTU0JPf744yMJ4/Xt2zenc5uaBHvcccfF3XffHYcffnhOe5Qq4Pr444/HCSeckFMNLS3KN2jbXDh1zZo1MWrUqJzqaS4km69tToc1WNS49qa+h0oPuOZrlsv6JDB89dVXZy1tLejb0r7PP/98jBs3LjZv3ly/TMA1l06U3xoB1/LrmYoJECBAgAABAgQIECBAgAABAgQIECBAgAABAgQIEKhcAQHXyu2tmxEgQIAAAQIECBAgQIAAAQIECBAgkG4BAdd096eg6toaxGwuhJnvFNhKC7hu2LAhRo4cGTU1NfV9yTc4nLz41FNPxWmnnRZJnxo++UzHzffDaBycTILO/fr1i06dOtVvtXfv3szk0O3bt2d+1rt378yk1fe85z1Zx5166qlx0UUXReOgcWvBzo6e4JqvWS7rix1wfeWVV+Kee+6JZBJz3XPooYfG6NGjY//998+lJGvKREDAtUwapUwCBAgQIECAAAECBAgQIECAAAECBAgQIECAAAECBKpCQMC1KtrskgQIECBAgAABAgQIECBAgAABAgQIpFBAwDWFTWlrSc0FVC+++OK44YYbomvXri0esXPnzpg8eXKsW7eufl2PHj0yfx46dGjO5b3zzjsxa9asWLBgQdY7gwcPzoT4jjjiiJz3ariwIya4JoHDmTNnxsKFC7NqnjNnTsydOzc6d+6c8112794d06dPj9tvvz3rnSQ8e9ttt0WvXr1y3ivXhU1NBs313cbr/u3f/i2Sewu4RhQ74FpoT7xXfgICruXXMxUTIECAAAECBAgQIECAAAECBAgQIECAAAECBAgQIFC5AgKuldtbNyNAgAABAgQIECBAgAABAgQIECBAIN0CAq7p7k/B1TU1JTSZxrly5cro379/i/s2Nam00PBlUwHAXOtorsiOCLg2FRBNQr8PPvhgDBkyJO8+NZxmWvdyISHiXA8WcM1VKr91Aq75eVn9/wsIuPoaCBAgQIAAAQIECBAgQIAAAQIECBAgQIAAAQIECBAgkB4BAdf09EIlBAgQIECAAAECBAgQIECAAAECBAhUl4CAa4X2u7kpoUuXLs1MZ23u2bNnT8ybNy8zmbLhc8stt8TUqVPz1lqyZElMmzYt670kyPn9738/Pvaxj+W9X/JCRwRck8mqU6ZMKajefF7KdcpuPnsma9sj4Lp48eIYMGBAs6Vt3Lgx820lT1Mh59dffz0mTJgQDz30UGZN8r0l03+7detWv2fjNcOHD48kLNynT598SYqyXsC1KIxVuYmAa1W23aUJECBAgAABAgQIECBAgAABAgQIECBAgAABAgQIEEipgIBrShujLAIECBAgQIAAAQIECBAgQIAAAQIEKl5AwLWCW7x27doYPXp01g3PO++8WLRoUXTv3r3Jm2/fvj3OPvvseOKJJ+p/n4QWV61aFQMHDsxb6+GHH46TTjppn/fuueeeGDduXN77FfpCU0HEXMORb7zxRibcunr16kKPz/m9tljnfEgzC//85z/HjBkzIgklJ09rPm0JGrd3wDW521tvvZV18wMOOCArPFuIX6kCrqWqt5A7eqc0AgKupXG1KwECBAgQIECAAAECBAgQIECAAAECBAgQIECAAAECBAoREHAtRM07BAgQIECAAAECBAgQIECAAAECBAgQaLuAgGvbDVO7Q1Nh1X79+mWCmkcffXSTdTcVim3LVNFnn302xowZE9u2bcs6LwkGzp49O5oIeZXEsy0B1yeffDLOPPPMePnll0tSW+NNb7zxxkzQtL1s6s6v5IBrMuV14sSJWdR33nlnZmJsW55SBVxLVW9b7urd4goIuBbX024ECBAgQIAAAQIECBAgQIAAAQIECBAgQIAAAQIECBBoi4CAa1v0vNI3nl0AACAASURBVEuAAAECBAgQIECAAAECBAgQIECAAIHCBQRcC7dL/Zt79uyJefPmRRLCa/jcdNNNmQBl46dxwDH5fY8ePWLdunUxdOjQgu67Y8eOmDRpUqxfvz7r/ST0unTp0ujZs2dB++b7UqEB1+YM8z0/n/XDhg2LO+64Iw455JB8XmvzWgHX/AkFXPM388ZfBARcfQkECBAgQIAAAQIECBAgQIAAAQIECBAgQIAAAQIECBBIj4CAa3p6oRICBAgQIECAAAECBAgQIECAAAECBKpLQMC1wvvd1PTRkSNHxm233Ra9evXKuv1zzz0XY8eOja1bt9b/vK1hyyQgOmfOnLjuuuuyzmptkmyx21JowPWll17KTPncuHFjVknnn39+9O/fv81lbtmyJZJJoo2fNWvWxKhRo9q8fz4btDXg+thjj8WQIUOaPbLhVNJBgwbFypUrswxff/31jPVDDz2U2WPq1KmxYMGC6NatW/2ejdcMHz48kn379OnT4lVLNRFVwDWfL8zahgICrr4HAgQIECBAgAABAgQIECBAgAABAgQIECBAgAABAgQIpEdAwDU9vVAJAQIECBAgQIAAAQIECBAgQIAAAQLVJSDgWuH93rlzZ0yePDkzhbXuSSaD3nvvvXHsscdm3X7JkiUxbdq0rJ/deOONmWmvTYSxcpbbsGFDJKHampqaou+daxGFBlzXrl0bo0ePzjpmwIABsWrVqhg4cGCuxze7rqlQcbK4qXBnmw9rZQMB1/yFBVzzN/PGXwQEXH0JBAgQIECAAAECBAgQIECAAAECBAgQIECAAAECBAgQSI+AgGt6eqESAgQIECBAgAABAgQIECBAgAABAgSqS0DAtQr6nUxrnTJlStZNk2De7Nmz60NWTQVhixXk3LFjR0yaNCnWr1+fVUMy7TOZXnrYYYeVvAuFBFx3794d06dPj9tvvz2rvmKGTxuHSusOKpZ9PrACrvlo/WWtgGv+Zt74i4CAqy+BAAECBAgQIECAAAECBAgQIECAAAECBAgQIECAAAEC6REQcE1PL1RCgAABAgQIECBAgAABAgQIECBAgEB1CQi4VkG/X3jhhRg/fnxs2rSp/rbDhg2LO+64I5Jprsnz5JNPxplnnhkvv/xy/ZrzzjsvFi1aFN27d2+zUlMh22TTJCA4a9as6NKlS5vPaGmDQgKuzU1XXbNmTYwaNapo9TY1JTbZvBjTc/MpUsA1H62/rBVwzd/MG38REHD1JRAgQIAAAQIECBAgQIAAAQIECBAgQIAAAQIECBAgQCA9AgKu6emFSggQIECAAAECBAgQIECAAAECBAgQqC4BAdcq6Pfbb78dM2fOjIULF9bftkePHrFu3boYOnRo1NbWxrXXXhtz5szJ0ihmkPMPf/hDZorrD3/4w6wz+vbtG8uWLYsTTzyxpJ3IN+CamCxYsCAuu+yyrLqOO+64uPvuu+Pwww8vWr0vvfRSTJgwITZu3Ji1Z+MQctEObGaj5gKuybeSTPj99a9/Hb/85S9j27ZtMW7cuHjrrbfihBNOqN/tsccei2Qqb3PPihUrYuLEiZlfDxo0KFauXBn9+/evX/76669nHB566KHMz5qalNt4zfDhwyPZt0+fPi3yNDy7bmEyPTg5ry2PgGtb9Kr7XQHX6u6/2xMgQIAAAQIECBAgQIAAAQIECBAgQIAAAQIECBAgkC4BAdd09UM1BAgQIECAAAECBAgQIECAAAECBAhUj4CAa5X0esOGDTFy5Mioqampv3ESaJ07d24mvJiET9evX1//u2KHK5PAaBIyTM5p/CSh0W9961sxYMCAknUj34Drjh079jFJirv44ovjhhtuiK5duxat1j179sS8efMy00AbP8UMGTdXcNKbXbt2RRIeTabprlq1KrM0CbZ269YtXn311axX68KpiVHDgOvixYtb7GES4E3umTwCri1/PqUK5Bbto7VRmwUEXNtMaAMCBAgQIECAAAECBAgQIECAAAECBAgQIECAAAECBAgUTUDAtWiUNiJAgAABAgQIECBAgAABAgQIECBAgEBeAgKueXGV7+KmApsjRoyI5cuXx/PPPx8nn3xyVvg1CVvOnj07mghhFYywe/fumDFjRtx666377JFM/lyyZEkMHDiw4P2bejEJb/7gBz/ITGLdvHlz1pKWpn82FQhOXr7vvvvi9NNPL2qNyWaPP/74Pj1Ifn7eeefFokWLonv37gWfuXfv3kyI+be//W386U9/ii1btmTCrM8880wk02OffvrpvPZOws933XVX/OpXv8oKuOaziYBry1oCrvl8TeW5VsC1PPumagIECBAgQIAAAQIECBAgQIAAAQIECBAgQIAAAQIEKlNAwLUy++pWBAgQIECAAAECBAgQIECAAAECBAikX0DANf09KkqFSdBzwYIFmaBn3ZNM6Pzud78bP/vZz7J+fsghh8S9994bxx57bFHObrjJ1q1b4/zzz49Nmzbts3f//v3j6quvjtGjRxdlQurvfve7uPHGG2PZsmVZ4d26g5sLuL799tsxc+bMWLhwYVaNn/rUpzJTaP/u7/6u6C5JAHXy5Mmxbt26rL2L0Yu6Cb1Jr4vx1Ln98pe/FHC95prMN9vweeyxxyIJbLflEXBti155vCvgWh59UiUBAgQIECBAgAABAgQIECBAgAABAgQIECBAgAABAtUhIOBaHX12SwIECBAgQIAAAQIECBAgQIAAAQIE0icg4Jq+npSsoueeey7Gjh0bSci07rnyyiszkzhXr15d/7NiTA1t6RKPPvpofO5zn8tMjm3qOfXUUzMB049//OPRpUuXvDzefffdzP2SMG9yp5qammbfby7g+sILL8T48eP3CeHOmTMn5s6dG507d86rplwXJzVfeuml+yxv67l//vOfM5Nzkwm5+T69e/eOZNrqgAED4ogjjogjjzwyDj300OjXr1/85Cc/yQq4fuxjH4v3ve99zR7x2muv1U+LNcG15U4IuOb7pZbfegHX8uuZigkQIECAAAECBAgQIECAAAECBAgQIECAAAECBAgQqFwBAdfK7a2bESBAgAABAgQIECBAgAABAgQIECCQbgEB13T3p6jV5Rp0XLNmTYwaNaqoZzfeLAlHfv7zn4/Nmzc3e85RRx0VEydOjM985jPxgQ98ILp169bk2jfeeCO2bNkS69evj1WrVjUbnG348kknnRTXXXddHHPMMdE4aHbbbbfFlClTss5Kpt0m01WHDh1aMpemAsjJYccdd1zcfffdcfjhhxd89jVNTBptuFkSTk2Mk6m3jz/+eOZXzQWA695L1p1wwgn127Q2ubRhaFPAteVWCrgW/KmXzYsCrmXTKoUSIECAAAECBAgQIECAAAECBAgQIECAAAECBAgQIFAFAgKuVdBkVyRAgAABAgQIECBAgAABAgQIECBAIJUCAq6pbEvpilq7dm2MHj262QOKEabMtfpf/vKX8eUvfzm+853v5PRK3759M5NDO3XqlFmfBHafeeaZFqe0Nt44mUh61VVXZSbIdu/efZ9zk7BsEm5tONE2WTRs2LC444474pBDDsmp1kIWtRRAXrp0aUyePLmQbTPvJIHJ2bNnx8CBAzOh3g996EOZ/ySmPXv2zJg2Pr+9A65vvvlm3HnnnZH0IHmSSbHJt7r//vvX3/v111+PCRMmxEMPPZT5WWs11r1YqsBoU8Hh1oK+uTSxVPXmcrY17SMg4No+zk4hQIAAAQIECBAgQIAAAQIECBAgQIAAAQIECBAgQIBALgICrrkoWUOAAAECBAgQIECAAAECBAgQIECAAIHiCwi4Ft801Tu+/PLLcc4558QjjzzSZJ1z5syJuXPnRufOndvlHrt3745vfvOb8ZWvfCX++Mc/luzMZALr1KlT46KLLsoEJ5t7nnzyyTjzzDMjcWr4JEHGJCDaRCitqDU3F0AeOXJkJJNle/XqVdTzGm7W0QHXXC4m4DohFyZrykBAwLUMmqREAgQIECBAgAABAgQIECBAgAABAgQIECBAgAABAgSqRkDAtWpa7aIECBAgQIAAAQIECBAgQIAAAQIECKRMQMA1ZQ0pdTl79uyJefPmRRLYbPwk00nvvffeOPbYY0tdxj77v/jii7F48eK49dZbixp0TSaUJpNPzz333BaDrUlBzdm0p8v27dvj7LPPjieeeCLLqD1qEHDN/7M3wTV/M2/8RUDA1ZdAgAABAgQIECBAgAABAgQIECBAgAABAgQIECBAgACB9AgIuKanFyohQIAAAQIECBAgQIAAAQIECBAgQKC6BARcq6vfmds2N6W0PaaEtsb96quvZkK2d955Z/z4xz9ubXmTv+/du3eccsopMXHixPjEJz4R3bp1y2mf5qbbtqdLSwHkUk/XFXDN6TPJWiTgmr+ZN/4iIODqSyBAgAABAgQIECBAgAABAgQIECBAgAABAgQIECBAgEB6BARc09MLlRAgQIAAAQIECBAgQIAAAQIECBAgUF0CAq7V1e+yuu3OnTtj8+bN8dRTT8V//dd/xR/+8Id45plnoqampv4exxxzTPzN3/xNDBo0KD784Q/H4MGD4wMf+EB06dKlrO6ahmKrLeCaBKCPPPLINtE/+uij8b3vfS9rj+nTp8ff//3ft2nfLVu2ZELeDZ/kzxMmTGjTvl5Oj4CAa3p6oRICBAgQIECAAAECBAgQIECAAAECBAgQIECAAAECBAgIuPoGCBAgQIAAAQIECBAgQIAAAQIECBAg0DECAq4d4+5UAqkTKIeA60svvZQJeW7cuDHjN3z48FixYkX06dOnRc9kTRJoLedHwLWcu7dv7QKuldVPtyFAgAABAgQIECBAgAABAgQIECBAgAABAgQIECBAoLwFBFzLu3+qJ0CAAAECBAgQIECAAAECBAgQIECgfAUEXMu3dyonUFSBUgZca2tr49prr405c+Zkak4m7q5cuTL69++f8x2SPZKg6qRJk+rfGTNmTCxdujR69uzZ4j4CrjkzW9hOAgKu7QTtGAIECBAgQIAAAQIECBAgQIAAAQIECBAgQIAAAQIECOQgIOCaA5IlBAgQIECAAAECBAgQIECAAAECBAgQKIGAgGsJUG1JoBwFihFwPf7442PXrl2xd+/eTOi0U6dOmX9+8skn45JLLolNmzZlaAYPHhz33HNPHHHEEfVUyXTWiy66KN58883Mzw899NAsxs2bN8d3vvOdqKmpqf/5jBkzYv78+bH//vu3SC7gWo5fZGXXLOBa2f11OwIECBAgQIAAAQIECBAgQIAAAQIECBAgQIAAAQIEyktAwLW8+qVaAgQIECBAgAABAgQIECBAgAABAgQqR0DAtXJ66SYE2iRQjIDrRz/60Zg1a1YsWLCgxVqamrz61ltvxRe/+MXMRNZcnzVr1sSoUaNaXX7ffffF4sWLW12XlgWvvfZaPP3001nl3HnnnTFhwoS0lKiONgoIuLYR0OsECBAgQIAAAQIECBAgQIAAAQIECBAgQIAAAQIECBAoooCAaxExbUWAAAECBAgQIECAAAECBAgQIECAAIE8BARc88CylEAlCxQj4DpkyJBYsmRJTJs2rUWq5sKa1113XVx55ZU5MY8dOzZzVq9evXJaX06Lmpo4K+BaTh1svVYB19aNrCBAgAABAgQIECBAgAABAgQIECBAgAABAgQIECBAgEB7CQi4tpe0cwgQIECAAAECBAgQIECAAAECBAgQIJAtIODqiyBAICNQrIDrT3/60zjppJOipqZmH9kePXrEVVddlZnU2rVr131+v3LlyjjrrLNa7chnP/vZuPbaa+Pggw9udW05LhBwLceu5VezgGt+XlYTIECAAAECBAgQIECAAAECBAgQIECAAAECBAgQIECglAICrqXUtTcBAgQIECBAgAABAgQIECBAgAABAgSaFxBw9XUQIJARKFbANQm2bt68Od59990s2fe85z3xoQ99qMWJqzt27IgtW7bE//3f/2X+7zvvvJO1xwc/+MH4yEc+Ev/wD/8QnTp10jkCZSsg4Fq2rVM4AQIECBAgQIAAAQIECBAgQIAAAQIECBAgQIAAAQIVKCDgWoFNdSUCBAgQIECAAAECBAgQIECAAAECBMpCQMC1LNqkSAKlF6itrY1du3bVB1OTAGnPnj0FSUtP74QqFBBwrcKmuzIBAgQIECBAgAABAgQIECBAgAABAgQIECBAgAABAqkVEHBNbWsURoAAAQIECBAgQIAAAQIECBAgQIBAhQsIuFZ4g12PAAECBNInIOCavp6oiAABAgQIECBAgAABAgQIECBAgAABAgQIECBAgACB6hUQcK3e3rs5AQIECBAgQIAAAQIECBAgQIAAAQIdKyDg2rH+TidAgACBKhQQcK3CprsyAQIECBAgQIAAAQIECBAgQIAAAQIECBAgQIAAAQKpFRBwTW1rFEaAAAECBAgQIECAAAECBAgQIECAQIULCLhWeINdjwABAgTSJyDgmr6eqIgAAQIECBAgQIAAAQIECBAgQIAAAQIECBAgQIAAgeoV+GFEfKrB9WdExM3Vy+HmBAgQIECAAAECBAgQIECAAAECBAgQaDcBAdd2o3YQAQIECBD4i4CAqy+BAAECBAgQIECAAAECBAgQIECAAAECBAgQIECAAAEC6REQcE1PL1RCgAABAgQIECBAgAABAgQIECBAgEB1CQi4Vle/3ZYAAQIEUiAg4JqCJiiBAAECBAgQIECAAAECBAgQIECAAAECBAgQIECAAAECfxUQcPUpECBAgAABAgQIECBAgAABAgQIECBAoGMEBFw7xt2pBAgQIFDFAgKuVdx8VydAgAABAgQIECBAgAABAgQIECBAgAABAgQIECBAIHUCAq6pa4mCCBAgQIAAAQIECBAgQIAAAQIECBCoEgEB1ypptGsSIECAQHoEBFzT0wuVECBAgAABAgQIECBAgAABAgQIECBAgAABAgQIECBAYGdEvL8Bw4yIuBkLAQIECBAgQIAAAQIECBAgQIAAAQIECJRcQMC15MQOIECAAAEC2QICrr4IAgQIECBAgAABAgQIECBAgAABAgQIECBAgAABAgQIpEdAwDU9vVAJAQIECBAgQIAAAQIECBAgQIAAAQLVJSDgWl39dlsCBAgQSIGAgGsKmqAEAgQIECBAgAABAgQIECBAgAABAgQIECBAgAABAgQI/FVAwNWnQIAAAQIECBAgQIAAAQIECBAgQIAAgY4REHDtGHenEiBAgEAVCwi4VnHzXZ0AAQIECBAgQIAAAQIECBAgQIAAAQIECBAgQIAAgdQJCLimriUKIkCAAAECBAgQIECAAAECBAgQIECgSgQEXKuk0a5JgAABAukREHBNTy9UQoAAAQIECBAgQIAAAQIECBAgQIAAAQIECBAgQIAAAQFX3wABAgQIECBAgAABAgQIECBAgAABAgQ6RkDAtWPcnUqAAAECVSwg4FrFzXd1AgQIECBAgAABAgQIECBAgAABAgQIECBAgAABAgRSJyDgmrqWKIgAAQIECBAgQIAAAQIECBAgQIAAgSoREHCtkka7JgECBAikR0DANT29UAkBAgQIECBAgAABAgQIECBAgAABAgQIECBAgAABAgQEXH0DBAgQIECAAAECBAgQIECAAAECBAgQ6BgBAdeOcXcqAQIECFSxgIBrFTff1QkQIECAAAECBAgQIECAAAECBAgQIECAAAECBAgQSJ2AgGvqWqIgAgQIECBAgAABAgQIECBAgAABAgSqREDAtUoa7ZoECBAgkB4BAdf09EIlBAgQIECAAAECBAgQIECAAAECBAgQIECAAAECBAgQEHD1DRAgQIAAAQIECBAgQIAAAQIECBAgQKBjBARcO8bdqQQIECBQxQICrlXcfFcnQIAAAQIECBAgQIAAAQIECBAgQIAAAQIECBAgQCB1AgKuqWuJgggQIECAAAECBAgQIECAAAECBAgQqBIBAdcqabRrEiBAgEB6BARc09MLlRAgQIAAAQIECBAgQIAAAQIECBAgQIAAAQIECBAgQEDA1TdAgAABAgQIECBAgAABAgQIECBAgACBjhEQcO0Yd6cSIECAQBULCLhWcfNdnQABAgQIECBAgAABAgQIECBAgAABAgQIECBAgACB1AkIuKauJQoiQIAAAQIECBAgQIAAAQIECBAgQKBKBARcq6TRrkmAAAEC6REQcE1PL1RCgAABAgQIECBAgAABAgQIECBAgAABAgQIECBAgACBH0bEpxowzIiIm7EQIECAAAECBAgQIECAAAECBAgQIECAQMkFBFxLTuwAAgQIECCQLSDg6osgQIAAAQIECBAgQIAAAQIECBAgQIAAAQIECBAgQIBAegQEXNPTC5UQIECAAAECBAgQIECAAAECBAgQIFBdAgKu1dVvtyVAgACBFAgIuKagCUogQIAAAQIECBAgQIAAAQIECBAgQIAAAQIECBAgQIDAXwUEXH0KBAgQIECAAAECBAgQIECAAAECBAgQ6BgBAdeOcXcqAQIECFSxgIBrFTff1QkQIECAAAECBAgQIECAAAECBAgQIECAAAECBAgQSJ2AgGvqWqIgAgQIECBAgAABAgQIECBAgAABAgSqREDAtUoa7ZoECBAgkB4BAdf09EIlBAgQIECAAAECBAgQIECAAAECBAgQIECAAAECBAgQ2BkR72/AMCMibsZCgAABAgQIECBAgAABAgQIECBAgAABAiUXEHAtObEDCBAgQIBAtoCAqy+CAAECBAgQIECAAAECBAgQIECAAAECBAgQIECAAAEC6REQcE1PL1RCgAABAgQIECBAgAABAgQIECBAgEB1CQi4Vle/3ZYAAQIEUiAg4JqCJiiBAAECBAgQIECAAAECBAgQIECAAAECBAgQIECAAAECfxUQcPUpECBAgAABAgQIECBAgAABAgQIECBAoGME9kbEfnVH7927N5oI3XRMZU4lQIAAAQIVKFBbWxudOnVqeLPkf2wi6wdpu3b9XxTSVph6CBAgQIAAAQIECBAgQIAAAQIECBAgQIAAAQIECBAgUAQBAdciINqCAAECBAgQIECAAAECBAgQIECAAAECBQi8GRHd697btWtX9OjRo4BtvEKAAAECBAjkIlBTUxPve9/7Gi7dHREH5vJuR60RcO0oeecSIECAAAECBAgQIECAAAECBAgQIECAAAECBAgQINAeAgKu7aHsDAIECBAgQIAAAQIECBAgQIAAAQIECOwr8LuI6Fv341/96lfRr18/TgQIECBAgECJBLZt2xYf/OAHG+6+PSIOK9FxRdlWwLUojDYhQIAAAQIECBAgQIAAAQIECBAgQIAAAQIECBAgQCClAgKuKW2MsggQIECAAAECBAgQIECAAAECBAgQqHiBRyPiE3W3fPDBB2PEiBEVf2kXJECAAAECHSWwfv36OPnkkxse/+OI+GRH1ZPLuQKuuShZQ4AAAQIECBAgQIAAAQIECBAgQIAAAQIECBAgQIBAuQoIuJZr59RNgAABAgQIECBAgAABAgQIECBAgEC5C9waEVPqLjF//vy4/PLLy/1O6idAgAABAqkVuP7662PWrFkN61saERektuCIEHBNc3fURoAAAQIECBAgQIAAAQIECBAgQIAAAQIECBAgQIBAWwUEXNsq6H0CBAgQIECAAAECBAgQIECAAAECBAgUJvD5iFhc9+rpp58e9913X2E7eYsAAQIECBBoVeCMM86I+++/v+G6CyPi/7X6YgcuEHDtQHxHEyBAgAABAgQIECBAgAABAgQIECBAgAABAgQIECBQcgEB15ITO4AAAQIECBAgQIAAAQIECBAgQIAAAQJNCgyKiGfqfnPAAQfEm2++GfvtJ8rieyFAgAABAsUWqK2tjQMPPDDeeuuthlt/OCI2F/usYu7nbwXF1LQXAQIECBAgQIAAAQIECBAgQIAAAQIECBAgQIAAAQJpExBwTVtH1EOAAAECBAgQIECAAAECBAgQIECAQDUJ/C4i+tZdeNWqVTFmzJhqur+7EiBAgACBdhFYvXp1jB079v9j7+6jrazLvIFfQqWopIkzC/tDbDUOyzXmSXkmG7B0BlKcCkI0FBSd8QUfNRU1w8yImka0TCTlkcQ1CoKQGoFPA76lFtLYPEaYLSumDJsRp2ww8WV0hedZ9659Zp/DPmffZ7/e996fey1Xc875vVy/z3UfmNX22690r60RcVBTNq9hEwHXGvBMJUCAAAECBAgQIECAAAECBAgQIECAAAECBAgQIEAg8wICrplvkQIJECBAgAABAgQIECBAgAABAgQIEGhjgRsi4sLi+SZNmhRr1qxp4+M6GgECBAgQaI3A5MmTY+3ataWbL4yIi1pTTfpdBVzTWxlJgAABAgQIECBAgAABAgQIECBAgAABAgQIECBAgED+BARc89czFRMgQIAAAQIECBAgQIAAAQIECBAg0D4CfxURG0uP84Mf/CAOP/zw9jmhkxAgQIAAgRYLbNq0KY444oi+VYyNiO+1uLSK2wu4ViQygAABAgQIECBAgAABAgQIECBAgAABAgQIECBAgACBHAs8HBHHRETxs9GLI2JBjs+jdAIECBAgQIAAAQIECBAgQIAAAQIECORN4DsR8YFi0dOnT4/ly5fn7QzqJUCAAAECmRWYMWNGrFixorS+70bEBzNbcElhAq556JIaCRAgQIAAAQIECBAgQIAAAQIECBAgQIAAAQIECBCoVkDAtVo58wgQIECAAAECBAgQIECAAAECBAgQIFAfgY9HxKrSpdatWxcTJ06sz+pWIUCAAAECHSywfv36OP744/sKTIuIr+eBRcA1D11SIwECBAgQIECAAAECBAgQIECAAAECBAgQIECAAAEC1QoIuFYrZx4BAgQIECBAgAABAgQIECBAgAABAgTqJ9DrFtdDDz00nnzyydhtN7GW+hFbiQABAgQ6TaC7uzsOrvdxQAAAIABJREFUO+yweOqpp0qPnpvbW5Oi/X8CnfbWOi8BAgQIECBAgAABAgQIECBAgAABAgQIECBAgACBzhIQcO2sfjstAQIECBAgQIAAAQIECBAgQIAAAQLZFPibiHiotLSzzz47vva1r2WzWlURIECAAIEcCJxzzjlxyy239K10fER8OwflF0oUcM1Lp9RJgAABAgQIECBAgAABAgQIECBAgAABAgQIECBAgEA1AtsjYt+SibMjYkE1C5lDgAABAgQIECBAgAABAgQIECBAgAABAjUJ3BARF/ZZYU5EXJN8rzu5hs5DgAABAgQIpBK45pprYs6c5K/RXs/CiLgo1QIZGSTgmpFGKIMAAQIECBAgQIAAAQIECBAgQIAAAQIECBAgQIAAgYYICLg2hNWiBAgQIECAAAECBAgQIECAAAECBAgQqErg/0XEmD4zL4iImwRcq/I0iQABAgQ6UOCmm26KCy5I/vrs9TwREf8rbxwCrnnrmHoJECBAgAABAgQIECBAgAABAgQIECBAgAABAgQIEBiMgIDrYLSMJUCAAAECBAgQIECAAAECBAgQIECAQGMFuiLisYjYq882c7q7u+c3dmurEyBAgACB/Av0c3PrKxExLiI25+2EAq5565h6CRAgQIAAAQIECBAgQIAAAQIECBAgQIAAAQIECBAYjICA62C0jCVAgAABAgQIECBAgAABAgQIECBAgEDjBT4SEff23ebss8+OxYsXx267ibo0vgV2IECAAIG8CXR3d8esWbPilltuKVf6RyPi/+btTEm9/tbPY9fUTIAAAQIECBAgQIAAAQIECBAgQIAAAQIECBAgQIBAWgEB17RSxhEgQIAAAQIECBAgQIAAAQIECBAgQKB5Ah+PiFV9tzv00EPjS1/6UkycOLF5ldiJAAECBAhkXGD9+vXxyU9+Mp566qlylU6LiK9n/Aj9lifgmtfOqZsAAQIECBAgQIAAAQIECBAgQIAAAQIECBAgQIAAgTQCAq5plIwhQIAAAQIECBAgQIAAAQIECBAgQIBA8wWSm1xXRsRefbeePn16XHbZZXH44Yc3vyo7EiBAgACBjAhs2rQpvvzlL8eKFSvKVfRKRJyc15tbiwcScM3Iy6YMAgQIECBAgAABAgQIECBAgAABAgQIECBAgAABAgQaIiDg2hBWixIgQIAAAQIECBAgQIAAAQIECBAgQKAuAl0RcWtEjCm32qRJk+K0006LqVOnxm67icDURdwiBAgQIJBpge7u7rjnnnti2bJlsXbt2v5qfSIizoyIzZk+TIri/O2eAskQAgQIECBAgAABAgQIECBAgAABAgQIECBAgAABAgRyKyDgmtvWKZwAAQIECBAgQIAAAQIECBAgQIAAgQ4SuCEiLuzvvHvuuWdMmDAhxo4dG11dXfHud787Ro4cGXvvvbfgawe9JI5KgACBdhJIgqwvv/xyPP/88/Hzn/88Nm/eHBs3bowHH3wwXn311YGOujAiLmoXCwHXdumkcxAgQIAAAQIECBAgQIAAAQIECBAgQIAAAQIECBAgUE5AwNV7QYAAAQIECBAgQIAAAQIECBAgQIAAgXwI/E1EfC4iPpCPclVJgAABAgSaKvDdP/49+e2m7trgzQRcGwxseQIECBAgQIAAAQIECBAgQIAAAQIECBAgQIAAAQIEWiog4NpSfpsTIECAAAECBAgQIECAAAECBAgQIEBg0AIfj4gLBF0H7WYCAQIECLSnQBJsvTEivt6OxxNwbceuOhMBAgQIECBAgAABAgQIECBAgAABAgQIECBAgAABAkUBAVfvAgECBAgQIECAAAECBAgQIECAAAECBPIp8FcRcXJETI6IUfk8gqoJECBAgEBVAlsjYk1ErIyI71W1Qk4mCbjmpFHKJECAAAECBAgQIECAAAECBAgQIECAAAECBAgQIECgKgEB16rYTCJAgAABAgQIECBAgAABAgQIECBAgECmBLoiYmxEHBERoyPiwIjYPyL2jAjZmEy1SjEECBAgkFKgOyJejYgXIuLZiPhpRPwgIjZGxOaUa+R+mL/Ec99CByBAgAABAgQIECBAgAABAgQIECBAgAABAgQIECBAYACBhyPimJJ/weniiFhAjAABAgQIECBAgAABAgQIECBAgAABAgQIECBAgAABAgRaKyDg2lp/uxMgQIAAAQIECBAgQIAAAQIECBAgQIAAAQIECBAg0FgBAdfG+lqdAAECBAgQIECAAAECBAgQIECAAAECBAgQIECAAAECVQkIuFbFZhIBAgQIECBAgAABAgQIECBAgAABAgQIECBAgAABAjkREHDNSaOUSYAAAQIECBAgQIAAAQIECBAgQIAAAQIECBAgQIBAZwkIuHZWv52WAAECBAgQIECAAAECBAgQIECAAAECBAgQIECAQKcJCLh2WsedlwABAgQIECBAgAABAgQIECBAgAABAgQIECBAgACBXAgIuOaiTYokQIAAAQIECBAgQIAAAQIECBAgQIAAAQIECBAgQKBKge0RsW/J3NkRsaDKtUwjQIAAAQIECBAgQIAAAQIECBAgQIAAAQIECBAgQIAAgToJCLjWCdIyBAgQIECAAAECBAgQIECAAAECBAgQIECAAAECBAhkUkDANZNtURQBAgQIECBAgAABAgQIECBAgAABAgQIECBAgAABAp0uIODa6W+A8xMgQIAAAQIECBAgQIAAAQIECBAgQIAAAQIECBBobwEB1/bur9MRIECAAAECBAgQIECAAAECBAgQIECAAAECBAgQIJBTAQHXnDZO2QQIECBAgAABAgQIECBAgAABAgQIECBAgAABAgQIpBIQcE3FZBABAgQIECBAgAABAgQIECBAgAABAgQIECBAgAABAgSaKyDg2lxvuxEgQIAAAQIECBAgQIAAAQIECBAgQIAAAQIECBAg0FwBAdfmetuNAAECBAgQIECAAAECBAgQIECAAAECBAgQIECAAAECqQQEXFMxGUSAAAECBAgQIECAAAECBAgQIECAAAECBAgQIECAQE4FBFxz2jhlEyBAgAABAgQIECBAgAABAgQIECBAgAABAgQIECDQ3gICru3dX6cjQIAAAQIECBAgQIAAAQIECBAgQIAAAQIECBAg0OkCAq6d/gY4PwECBAgQIECAAAECBAgQIECAAAECBAgQIECAAAECmRQQcM1kWxRFgAABAgQIECBAgAABAgQIECBAgAABAgQIECBAgECdBARc6wRpGQIECBAgQIAAAQIECBAgQIAAAQIECBAgQIAAAQIECNRTQMC1nprWIkCAAAECBAgQIECAAAECBAgQIECAAAECBAgQIEAgawICrlnriHoIECBAgAABAgQIECBAgAABAgQIECBAgAABAgQIECAQEQKuXgMCBAgQIECAAAECBAgQIECAAAECBAgQIECAAAECBNpZQMC1nbvrbAQIECBAgAABAgQIECBAgAABAgQIECBAgAABAgQI5FZAwDW3rVM4AQIECBAgQIAAAQIECBAgQIAAAQIECBAgQIAAAQIpBARcUyAZQoAAAQIECBAgQIAAAQIECBAgQIAAAQIECBAgQIAAgWYLCLg2W9x+BAgQIECAAAECBAgQIECAAAECBAgQIECAAAECBAg0U0DAtZna9iJAgAABAgQIECBAgAABAgQIECBAgAABAgQIECBAgEBKAQHXlFCGESBAgAABAgQIECBAgAABAgQIECBAgAABAgQIECCQSwEB11y2TdEECBAgQIAAAQIECBAgQIAAAQIECBAgQIAAAQIECLS7gIBru3fY+QgQIECAAAECBAgQIECAAAECBAgQIECAAAECBAh0toCAa2f33+kJECBAgAABAgQIECBAgAABAgQIECBAgAABAgQIEMiogIBrRhujLAIECBAgQIAAAQIECBAgQIAAAQIECBAgQIAAAQIE6iIg4FoXRosQIECAAAECBAgQIECAAAECBAgQIECAAAECBAgQIECgvgICrvX1tBoBAgQIECBAgAABAgQIECBAgAABAgQIECBAgAABAtkSEHDNVj9UQ4AAAQIECBAgQIAAAQIECBAgQIAAAQIECBAgQIAAgYKAgKsXgQABAgQIECBAgAABAgQIECBAgAABAgQIECBAgACBdhYQcG3n7jobAQIECBAgQIAAAQIECBAgQIAAAQIECBAgQIAAAQK5FRBwzW3rFE6AAAECBAgQIECAAAECBAgQIECAAAECBAgQIECAQAoBAdcUSIYQIECAAAECBAgQIECAAAECBAgQIECAAAECBAgQIECg2QICrs0Wtx8BAgQIECBAgAABAgQIECBAgAABAgQIECBAgAABAs0UEHBtpra9CBAgQIAAAQIECBAgQIAAAQIECBAgQIAAAQIECBAgkFJAwDUllGEECBAgQIAAAQIECBAgQIAAAQIECBAgQIAAAQIECORSQMA1l21TNAECBAgQIECAAAECBAgQIECAAAECBAgQIECAAAEC7S4g4NruHXY+AgQIECBAgAABAgQIECBAgAABAgQIECBAgAABAp0tIODa2f13egIECBAgQIAAAQIECBAgQIAAAQIECBAgQIAAAQIEMiog4JrRxiiLAAECBAgQIECAAAECBAgQIECAAAECBAgQIECAAIG6CAi41oXRIgQIECBAgAABAgQIECBAgAABAgQIECBAgAABAgQIEKivgIBrfT2tRoAAAQIECBAgQIAAAQIECBAgQIAAAQIECBAgQIBAtgQEXLPVD9UQIECAAAECBAgQIECAAAECBAgQIECAAAECBAgQIECgICDg6kUgQIAAAQIECBAgQIAAAQIECBAgQIAAAQIECBAgQKCdBQRc27m7zkaAAAECBAgQIECAAAECBAgQIECAAAECBAgQIECAQG4FBFxz2zqFEyBAgAABAgQIECBAgAABAgQIECBAgAABAgQIECCQQkDANQWSIQQIECBAgAABAgQIECBAgAABAgQIECBAgAABAgQIEGi2gIBrs8XtR4AAAQIECBAgQIAAAQIECBAgQIAAAQIECBAgQIBAMwUEXJupbS8CBAgQIECAAAECBAgQIECAAAECBAgQIECAAAECBAikFBBwTQllGAECBAgQIECAAAECBAgQIECAAAECBAgQIECAAAECuRQQcM1l2xRNgAABAgQIECBAgAABAgQIECBAgAABAgQIECBAgEC7Cwi4tnuHnY8AAQIECBAgQIAAAQIECBAgQIAAAQIECBAgQIBAZwsIuHZ2/52eAAECBAgQIECAAAECBAgQIECAAAECBAgQIECAAIGMCgi4ZrQxyiJAgAABAgQIECBAgAABAgQIECBAgAABAgQIECBAoC4CD0fEMRFR/Gz04ohYUJeVLUKAAAECBAgQIECAAAECBAgQIECAAAECBAgQIECAAAECVQsIuFZNZyIBAgQIECBAgAABAgQIECBAgAABAgQIECBAgAABAjkQEHDNQZOUSIAAAQIECBAgQIAAAQIECBAgQIAAAQIECBAgQIBA5wkIuHZez52YAAECBAgQIECAAAECBAgQIECAAAECBAgQIECAQCcJCLh2UredlQABAgQIECBAgAABAgQIECBAgAABAgQIECBAgACB3AgIuOamVQolQIAAAQIECBAgQIAAAQIECBAgQIAAAQIECBAgQKAKAQHXKtBMIUCAAAECBAgQIECAAAECBAgQIECAAAECBAgQIECAQKMFBFwbLWx9AgQIECBAgAABAgQIECBAgAABAgQIECBAgAABAgRaKbA9IvYtKWB2RCxoZUH2JkCAAAECBAgQIECAAAECBAgQIECAAAECBAgQIECAAIEIAVdvAQECBAgQIECAAAECBAgQIECAAAECBAgQIECAAAEC7Swg4NrO3XU2AgQIECBAgAABAgQIECBAgAABAgQIECBAgAABAgRyKyDgmtvWKZwAAQIECBAgQIAAAQIECBAgQIAAAQIECBAgQIAAgRQCAq4pkAwhQIAAAQIECBAgQIAAAQIECBAgQIAAAQIECBAgQIBAswUEXJstbj8CBAgQIECAAAECBAgQIECAAAECBAgQIECAAAECBJopIODaTG17ESBAgAABAgQIECBAgAABAgQIECBAgAABAgQIECBAIKWAgGtKKMMIECBAgAABAgQIECBAgAABAgQIECBAgAABAgQIEMilgIBrLtumaAIECBAgQIAAAQIECBAgQIAAAQIECBAgQIAAAQIE2l1AwLXdO+x8BAgQIECAAAECBAgQIECAAAECBAgQIECAAAECBDpbQMC1s/vv9AQIECBAgAABAgQIECBAgAABAgQIECBAgAABAgQIZFRAwDWjjVEWAQIECBAgQIAAAQIECBAgQIAAAQIECBAgQIAAAQJ1ERBwrQujRQgQIECAAAECBAgQIECAAAECBAgQIECAAAECBAgQIFBfAQHX+npajQABAgQIECBAgAABAgQIECBAgAABAgQIECBAgACBbAkIuGarH6ohQIAAAQIECBAgQIAAAQIECBAgQIAAAQIECBAgQIBAQUDA1YtAgAABAgQIECBAgAABAgQIECBAgAABAgQIECBAgEA7Cwi4tnN3nY0AAQIECBAgQIAAAQIECBAgQIAAAQIECBAgQIAAgdwKCLjmtnUKJ0CAAAECBAgQIECAAAECBAgQIECAAAECBAgQIEAghYCAawokQwgQIECAAAECBAgQIECAAAECBAgQIECAAAECBAgQINBsAQHXZovbjwABAgQIECBAgAABAgQIECBAgAABAgQIECBAgACBZgoIuDZT214ECBAgQIAAAQIECBAgQIAAAQIECBAgQIAAAQIECBBIKSDgmhLKMAIECBAgQIAAAQIECBAgQIAAAQIECBAgQIAAAQIEcikg4JrLtimaAAECBAgQIECAAAECBAgQIECAAAECBAgQIECAAIF2FxBwbfcOOx8BAgQIECBAgAABAgQIECBAgAABAgQIECBAgACBzhZ4OCKOiYjiZ6MXR8SCziZxegIECBAgQIAAAQIECBAgQIAAAQIECBAgQIAAAQIECLReQMC19T1QAQECBAgQIECAAAECBAgQIECAAAECBAgQIECAAAECjRMQcG2crZUJECBAgAABAgQIECBAgAABAgQIECBAgAABAgQIECBQtYCAa9V0JhIgQIAAAQIECBAgQIAAAQIECBAgQIAAAQIECBAgkAMBAdccNEmJBAgQIECAAAECBAgQIECAAAECBAgQIECAAAECBAh0noCAa+f13IkJECBAgAABAgQIECBAgAABAgQIECBAgAABAgQIdJKAgGsnddtZCRAgQIAAAQIECBAgQIAAAQIECBAgQIAAAQIECBDIjYCAa25apVACBAgQIECAAAECBAgQIECAAAECBAgQIECAAAECBKoQ2B4R+5bMmx0RC6pYxxQCBAgQIECAAAECBAgQIECAAAECBAgQIECAAAECBAgQqKOAgGsdMS1FgAABAgQIECBAgAABAgQIECBAgAABAgQIECBAgEDmBARcM9cSBREgQIAAAQIECBAgQIAAAQIECBAgQIAAAQIECBAgQCBCwNVbQIAAAQIECBAgQIAAAQIECBAgQIAAAQIECBAgQIBAOwsIuLZzd52NAAECBAgQIECAAAECBAgQIECAAAECBAgQIECAAIHcCgi45rZ1CidAgAABAgQIECBAgAABAgQIECBAgAABAgQIECBAIIWAgGsKJEMIECBAgAABAgQIECBAgAABAgQIECBAgAABAgQIECDQbAEB12aL248AAQIECBAgQIAAAQIECBAgQIAAAQIECBAgQIAAgWYKCLg2U7u1e3VFxNiIOCIiRkfEgRGxf0TsGRE+G29tb+xOgAABAtUJdEfEqxHxQkQ8GxE/jYgfRMTGiNhc3ZJmESBAgAABAgQIECBAgAABAgQIECBAIDsCPsTLTi9UQoAAAQIECBAgQIAAAQIECBAgQIAAAQIECBAgQIBA/QUEXOtvmqUV/yoiTo6IyRExKkuFqYUAAQIECDRYYGtErImIlRHxvQbvZXkCBAgQIECAAAECBAgQIECAAAECBAg0REDAtSGsFiVAgAABAgQIECBAgAABAgQIECBAgAABAgQIECBAICMCAq4ZaUSdy/h4RFwQER+o87qWI0CAAAECeRT4bkTcGBFfz2PxaiZAgAABAgQIECBAgAABAgQIECBAoHMFBFw7t/dOToAAAQIECBAgQIAAAQIECBAgQIAAAQIECBAgQKATBARc26vLfxMRnxNsba+mOg0BAgQI1E0gCbomf09+u24rWogAAQIECBAgQIAAAQIECBAgQIAAAQINFBBwbSCupQkQIECAAAECBAgQIECAAAECBAgQIECAAAECBAgQaLmAgGvLW1C3Am6IiAv7W23PPfeMCRMmxNixY6Orqyve/e53x8iRI2PvvfeO3Xbz0XjdumAhAgQIEGiaQHd3d7z88svx/PPPx89//vPYvHlzbNy4MR588MF49dVXB6pjYURc1LRCbUSAAAECBAgQIECAAAECBAgQIECAAIEqBXyKVyWcaQQIECBAgAABAgQIECBAgAABAgQIECBAgAABAgQI5EJAwDUXbRqwyK6IuDUixpQbNWnSpDjttNNi6tSpgqz577UTECBAgEAKgST4es8998SyZcti7dq1/c14IiLOjIjNKZY0hAABAgQIECBAgAABAgQIECBAgAABAi0REHBtCbtNCRAgQIAAAQIECBAgQIAAAQIECBAgQIAAAQIECBBokoCAa5OgG7TNRyJiZUTs1Xf96dOnx2WXXRaHH354g7a2LAECBAgQyL7Apk2b4stf/nKsWLGiXLGvRMTJEfF/s38SFRIgQIAAAQIECBAgQIAAAQIECBAg0IkCAq6d2HVnJkCAAAECBAgQIECAAAECBAgQIECAAAECBAgQINA5AgKu+e31xyNiVd/yDz300PjSl74UEydOzO/JVE6AAAECBOossH79+vjkJz8ZTz31VLmVp0XE1+u8peUIECBAgAABAgQIECBAgAABAgQIECBQs4CAa82EFiBAgAABAgQIECBAgAABAgQIECBAgAABAgQIECBAIMMCD0fEMRFR/Gz04ohYkOF6lfYHgeTm1nv7Ypx99tmxePHi2G03H3V7UQgQIECAQF+B7u7umDVrVtxyyy3lcD7qJlfvDAECBAgQIECAAAECBAgQIECAAAECWRPwqV/WOqIeAgQIECBAgAABAgQIECBAgAABAgQIECBAgAABAgTqKSDgWk/N5qzVFRGPRcRepdvNnz8/PvWpTzWnArsQIECAAIEcC1xzzTUxZ86cvid4JSLGRcTmHB9N6QQIECBAgAABAgQIECBAgAABAgQItJmAgGubNdRxCBAgQIAAAQIECBAgQIAAAQIECBAgQIAAAQIECBDoJSDgmr8X4v9FxJjSsm+88cY4//zz83cSFRMgQIAAgRYJ3HTTTXHBBRf03f2JiPhfLSrJtgQIECBAgAABAgQIECBAgAABAgQIENhFQMDVS0GAAAECBAgQIECAAAECBAgQIECAAAECBAgQIECAQDsLCLjmq7s3RMSFpSW7uTVfDVQtAQIECGRHoJ+bXBdGxEXZqVIlBAgQIECAAAECBAgQIECAAAECBAh0soCAayd339kJECBAgAABAgQIECBAgAABAgQIECBAgAABAgQItL/A9ojYt+SYsyNiQfsfO5cn/JuIeKi08rPPPju+9rWv5fIwiiZAgAABAlkQOOecc+KWW27pW8r4iPh2FupTAwECBAgQIECAAAECBAgQIECAAAECnS0g4NrZ/Xd6AgQIECBAgAABAgQIECBAgAABAgQIECBAgAABAu0uIOCanw5/JyI+UCz30EMPjSeffDJ2283H2vlpoUoJECBAIGsC3d3dcdhhh8VTTz1VWtp3I+KDWatVPQQIECBAgAABAgQIECBAgAABAgQIdJ6ATwI7r+dOTIAAAQIECBAgQIAAAQIECBAgQIAAAQIECBAgQKCTBARc89Htj0fEqtJS161bFxMnTsxH9aokQIAAAQIZFli/fn0cf/zxfSucFhFfz3DZSiNAgAABAgQIECBAgAABAgQIECBAoAMEBFw7oMmOSIAAAQIECBAgQIAAAQIECBAgQIAAAQIECBAgQKCDBQRc89H8Xre3Tp8+PZYvX56PylVJgAABAgRyIDBjxoxYsWJFaaVucc1B35RIgAABAgQIECBAgAABAgQIECBAoN0FBFzbvcPOR4AAAQIECBAgQIAAAQIECBAgQIAAAQIECBAgQKCzBQRcs9//v4qIjaVl/uAHP4jDDz88+5WrkAABAgQI5ERg06ZNccQRR/StdmxEfC8nR1AmAQIECBAgQIAAAQIECBAgQIAAAQJtKCDg2oZNdSQCBAgQIECAAAECBAgQIECAAAECBAgQIECAAAECBHoEBFyz/zLcEBEXFsucNGlSrFmzJvtVq5AAAQIECORMYPLkybF27drSqhdGxEU5O4ZyCRAgQIAAAQIECBAgQIAAAQIECBBoIwEB1zZqpqMQIECAAAECBAgQIECAAAECBAgQIECAAAECBAgQILCLgIBr9l+KX0bEqGKZd911V5x44onZr1qFBAgQIEAgZwJ33313nHTSSaVVb42Ig3J2DOUSIECAAAECBAgQIECAAAECBAgQINBGAgKubdRMRyFAgAABAgQIECBAgAABAgQIECBAgAABAgQIECBAYBcBAddsvxRdEfHDYol77rlnvPzyy7Hbbj7KznbbVEeAAAECeRTo7u6OvffeO1599dXS8t8bEZvzeB41EyBAgAABAgQIECBAgAABAgQIECCQfwGfCua/h05AgAABAgQIECBAgAABAgQIECBAgAABAgQIECBAgED/AgKu2X47/ndELCqWOGnSpFizZk22K1YdAQIECBDIscDkyZNj7dq1pSc4LyL+T46PpHQCBAggfPVUAAAgAElEQVQQIECAAAECBAgQIECAAAECBHIsIOCa4+YpnQABAgQIECBAgAABAgQIECBAgAABAgQIECBAgACBigICrhWJWjrglog4q1jB/Pnz41Of+lRLC7I5AQIECBBoZ4Frrrkm5syZU3rEJRFxdjuf2dkIECBAgAABAgQIECBAgAABAgQIEMiugIBrdnujMgIECBAgQIAAAQIECBAgQIAAAQIECBAgQIAAAQIEahcQcK3dsJErfCciPlDcYN26dTFx4sRG7mdtAgQIECDQ0QLr16+P448/vtTguxHxwY5GcXgCBAgQIECAAAECBAgQIECAAAECBFomIODaMnobEyBAgAABAgQIECBAgAABAgQIECBAgAABAgQIECDQBAEB1yYg17DFLyNiVHH+z372szj44INrWM5UAgQIECBAYCCBLVu2xJ//+Z+XDtkaEQdRI0CAAAECBAgQIECAAAECBAgQIECAQCsEBFxboW5PAgQIECBAgAABAgQIECBAgAABAgQIECBAgAABAgSaJSDg2izp6vZ5OSL2Kk596aWXYvjw4dWtZBYBAgQIECBQUWDHjh3x9re/vXTcKxGxd8WJBhAgQIAAAQIECBAgQIAAAQIECBAgQKABAgKuDUC1JAECBAgQIECAAAECBAgQIECAAAECBAgQIECAAAECmREQcM1MK8oW8mZE9Hxu/eabb8Zuu/kYO9stUx0BAgQI5Fmgu7s7hgwZUnqE7ojo9Y08n0/tBAgQIECAAAECBAgQIECAAAECBAjkS8Ang/nql2oJECBAgAABAgQIECBAgAABAgQIECBAgAABAgQIEBicgIDr4LyaPToJ1fQ8SejGQ4AAAQIECDRWoMz/mIR/h6yx5FYnQIAAAQIECBAgQIAAAQIECBAgQKAfAf/lpFeDAAECBAgQIECAAAECBAgQIECAAAECBAgQIECAAIF2FhBwzXZ3BVyz3R/VESBAgEAbCgi4tmFTHYkAAQIECBAgQIAAAQIECBAgQIBATgUEXHPaOGUTIECAAAECBAgQIECAAAECBAgQIECAAAECBAgQIJBKQMA1FVPLBgm4tozexgQIECDQqQICrp3aeecmQIAAAQIECBAgQIAAAQIECBAgkD0BAdfs9URFBAgQIECAAAECBAgQIECAAAECBAgQIECAAAECBAjUT0DAtX6WjVhJwLURqtYkQIAAAQIDCAi4ej0IECBAgAABAgQIECBAgAABAgQIEMiKgIBrVjqhDgIECBAgQIAAAQIECBAgQIAAAQIECBAgQIAAAQIEGiEg4NoI1fqtKeBaP0srESBAgACBVAICrqmYDCJAgAABAgQIECBAgAABAgQIECBAoAkCAq5NQLYFAQIECBAgQIAAAQIECBAgQIAAAQIECBAgQIAAAQItExBwbRl9qo0FXFMxGUSAAAECBOonIOBaP0srESBAgAABAgQIECBAgAABAgQIECBQm4CAa21+ZhMgQIAAAQIECBAgQIAAAQIECBAgQIAAAQIECBAgkG2BhyPimIgofjZ6cUQsyHbJHVWdgGtHtdthCRAgQCALAgKuWeiCGggQIECAAAECBAgQIECAAAECBAgQSAQEXL0HBAgQIECAAAECBAgQIECAAAECBAgQIECAAAECBAi0s4CAa7a7K+Ca7f6ojgABAgTaUEDAtQ2b6kgECBAgQIAAAQIECBAgQIAAAQIEciog4JrTximbAAECBAgQIECAAAECBAgQIECAAAECBAgQIECAAIFUAgKuqZhaNkjAtWX0NiZAgACBThUQcO3Uzjs3AQIECBAgQIAAAQIECBAgQIAAgewJCLhmrycqIkCAAAECBAgQIECAAAECBAgQIECAAAECBAgQIECgfgICrvWzbMRKAq6NULUmAQIECBAYQEDA1etBgAABAgQIECBAgAABAgQIECBAgEBWBARcs9IJdRAgQIAAAQIECBAgQIAAAQIECBAgQIAAAQIECBAg0AiB7RGxb8nCsyNiQSM2smZVAgKuVbGZRIAAAQIEqhcQcK3ezkwCBAgQIECAAAECBAgQIECAAAECBOorIOBaX0+rESBAgAABAgQIECBAgAABAgQIECBAgAABAgQIECCQLQEB12z1o281Aq7Z7o/qCBAgQKANBQRc27CpjkSAAAECBAgQIECAAAECBAgQIEAgpwICrjltnLIJECBAgAABAgQIECBAgAABAgQIECBAgAABAgQIEEglIOCaiqllgwRcW0ZvYwIECBDoVAEB107tvHMTIECAAAECBAgQIECAAAECBAgQyJ6AgGv2eqIiAgQIECBAgAABAgQIECBAgAABAgQIECBAgAABAgTqJyDgWj/LRqwk4NoIVWsSIECAAIEBBARcvR4ECBAgQIAAAQIECBAgQIAAAQIECGRFQMA1K51QBwECBAgQIECAAAECBAgQIECAAAECBAgQIECAAAECjRAQcG2Eav3WFHCtn6WVCBAgQIBAKgEB11RMBhEgQIAAAQIECBAgQIAAAQIECBAg0AQBAdcmINuCAAECBAgQIECAAAECBAgQIECAAAECBAgQIECAAIGWCQi4tow+1cYCrqmYDCJAgAABAvUTEHCtn6WVCBAgQIAAAQIECBAgQIAAAQIECBCoTUDAtTY/swkQIECAAAECBAgQIECAAAECBAgQIECAAAECBAgQyLaAgGu2+yPgmu3+qI4AAQIE2lBAwLUNm+pIBAgQIECAAAECBAgQIECAAAECBHIqIOCa08YpmwABAgQIECBAgAABAgQIECBAgAABAgQIECBAgACBVAICrqmYWjZIwLVl9DYmQIAAgU4VEHDt1M47NwECBAgQIECAAAECBAgQIECAAIHsCQi4Zq8nKiJAgAABAgQIECBAgAABAgQIECBAgAABAgQIECBAoH4CAq71s2zESgKujVC1JgECBAgQGEBAwNXrQYAAAQIECBAgQIAAAQIECBAgQIBAVgQEXLPSCXUQIECAAAECBAgQIECAAAECBAgQIECAAAECBAgQINAIAQHXRqjWb00B1/pZWokAAQIECKQSEHBNxWQQAQIECBAgQIAAAQIECBAgQIAAAQJNEBBwbQKyLQgQIECAAAECBAgQIECAAAECBAgQIECAAAECBAgQaJmAgGvL6FNtLOCaiskgAgQIECBQPwEB1/pZWokAAQIECBAgQIAAAQIECBAgQIAAgdoEBFxr8zObAAECBAgQIECAAAECBAgQIECAAAECBAgQIECAAIFsCwi4Zrs/Aq7Z7o/qCBAgQKANBQRc27CpjkSAAAECBAgQIECAAAECBAgQIEAgpwICrjltnLIJECBAgAABAgQIECBAgAABAgQIECBAgAABAgQIEEgl8HBEHBMRxc9GL46IBalmGtQMAQHXZijbgwABAgQIlAgIuHodCBAgQIAAAQIECBAgQIAAAQIECBDIioCAa1Y6oQ4CBAgQIECAAAECBAgQIECAAAECBAgQIECAAAECBBohIODaCNX6rSngWj9LKxEgQIAAgVQCAq6pmAwiQIAAAQIECBAgQIAAAQIECBAgQKAJAgKuTUC2BQECBAgQIECAAAECBAgQIECAAAECBAgQIECAAAECLRMQcG0ZfaqNBVxTMRlEgAABAgTqJyDgWj9LKxEgQIAAAQIECBAgQIAAAQIECBAgUJuAgGttfmYTIECAAAECBAgQIECAAAECBAgQIECAAAECBAgQIJBtAQHXbPdHwDXb/VEdAQIECLShgIBrGzbVkQgQIECAAAECBAgQIECAAAECBAjkVEDANaeNUzYBAgQIECBAgAABAgQIECBAgAABAgQIECBAgAABAqkEtkfEviUjZ0fEglQzDWqGgIBrM5TtQYAAAQIESgQEXL0OBAgQIECAAAECBAgQIECAAAECBAhkRUDANSudUAcBAgQIECBAgAABAgQIECBAgAABAgQIECBAgAABAo0QEHBthGr91hRwrZ+llQgQIECAQCoBAddUTAYRIECAAAECBAgQIECAAAECBAgQINAEAQHXJiDbggABAgQIECBAgAABAgQIECBAgAABAgQIECBAgACBlgkIuLaMPtXGAq6pmAwiQKA/gQceeCDe+ta3xnve857Yb7/9okxwr2543d3d8dJLL8Xvf//7XmsOGTIkhg8fHm95y1vqtpeFCDRSQMC1kbrWJkCAAAECBAgQIECAAAECBAgQIEBgMAICroPRMpYAAQIECBAgQIAAAQIECBAgQIAAAQIECBAgQIAAgbwJCLhmu2MCrtnuj+oIZFpgx44dcf7558eyZcsKdY4aNSrmz58fJ598ckPqfvTRR+P000+PrVu39lr/C1/4QsyZMydXAdek5s9+9rO9zrFhw4YYN25cQ+wsmi0BAdds9UM1BAgQIECAAAECBAgQIECAAAECBDpZQMC1k7vv7AQIECBAgAABAgQIECBAgAABAgQIECBAgAABAgTaX0DANds9FnDNdn9URyDTAknQdPr06bFx48ZCnQcccEDce++9MWbMmLrX/fzzz8dZZ50V3/rWt3ZZ+9prr41LLrkkhg4dWvd9G7WggGujZPOxroBrPvqkSgIECBAgQIAAAQIECBAgQIAAAQKdICDg2glddkYCBAgQIECAAAECBAgQIECAAAECBAgQIECAAAECnSsg4Jrt3gu4Zrs/qiOQaYF/+Zd/iWOPPTaSm1yTZ+LEiYXbXPfff/+61v3KK6/E5ZdfHosWLSq7bnJz7O233x5HH310Xfdt5GICro3Uzf7aAq7Z75EKCRAgQIAAAQIECBAgQIAAAQIECHSKgIBrp3TaOQkQIECAAAECBAgQIECAAAECBAgQIECAAAECBAh0poCAa7b7LuCa7f6ojkCmBRYvXhznnntuT42zZ8+O+fPnx9ve9ra61f373/8+rrvuupgzZ86Aa374wx+OJUuWxMiRI+u2dyMXEnBtpG721xZwzX6PVEiAAAECBAgQIECAAAECBAgQIECgUwQEXDul085JgAABAgQIECBAgAABAgQIECBAgAABAgQIECBAoDMFBFyz3XcB12z3R3UEMivwxhtvFEKn119/fU+Nd9xxR8yYMaNuNXd3d8edd95ZCNEWb4lNFj/yyCNj5syZce2118bWrVt79jvvvPMK39trr73qVkOjFhJwbZRsPtYVcM1Hn1RJgAABAgQIECBAgAABAgQIECBAoBMEBFw7ocvOSIAAAQIECBAgQIAAAQIECBAgQIAAAQIECBAgQKBzBQRcs917Adds90d1BDIr8MILL8Rpp50W69evL9R48MEHx9133x2HHXZY3Wp+9NFH4/TTT+8VYh01alTcfvvt8cEPfjAWLlwYF198ca/9khtkL7300njLW95StzqSMO8999wTzz77bM+a++yzT5x66qmx9957V7VPvQOuzz//fKxcuTJef/31nnoOPPDAmDp1al1v1K3qsCbtIiDg6qUgQIAAAQIECBAgQIAAAQIECBAgQCArAgKuWemEOggQIECAAAECBAgQIECAAAECBAgQIECAAAECBAgQaISAgGsjVOu3poBr/SxrWumnP/1pTJs2LTZv3txrnXrfiFlcvJb9fvvb3xZu6bzvvvtqOnMy+fDDD48/+ZM/iXe+853xl3/5l3HEEUfEe97znrrewFkuSFha+MSJE2PZsmWx//7713ye/ha49dZb46yzzup3/Q0bNsS4ceMq7r98+fJCqLL06erqilWrVsXo0aMrzq/ngCeffDJOPPHE2LJlS2HZD3/4wwXHd7zjHXXZply4dfjw4XHzzTfHKaecEklA8JVXXonLL788Fi1a1LNn3zH1KOa1116L2bNnx+LFi3uWO+644yLpx4gRI6raot4B13K/07NmzSrcsDts2LCqajSpcQICro2ztTIBAgQIECBAgAABAgQIECBAgAABAoMTEHAdnJfRBAgQIECAAAECBAgQIECAAAECBAgQIECAAAECBAjkS0DANdv9EnDNSH9qCZxWc4Ra9qtnwLVc7UlAccqUKXHRRRfFe9/73hgyZEg1R+yZUyngmuy3bt26VAHTagpJQpgXXHBB3Hbbbf1Oz2PANQnVnnzyyT1nuuKKKyKxHjp0aDVMveZ85zvfiXPOOSeS97T49Bdcffrpp+Pv/u7v4vHHH684ttrCBFyrlTOvPwEBV+8GAQIECBAgQIAAAQIECBAgQIAAAQJZERBwzUon1EGAAAECBAgQIECAAAECBAgQIECAAAECBAgQIECAQCMEBFx3VT0oIn7ZCOwq1hRwrQKtEVNqCZxWU08t+zU64Fp6npkzZ8a8efPioIOSX5vqnkoB12TVZMyVV15ZuBW03k/fm07LrZ/VgOsbb7wR99xzTzz77LO7lJ2EUP/5n/+55/vJzbKHHnpoRb7dd9+9EIwdOXLkLmO7u7sjubn13HPP7RVuTQbOnz8/Lr300njLW96yy7xyt73ut99+cdNNNxVuRq61rwKuFdtqwCAFBFwHCWY4AQIECBAgQIAAAQIECBAgQIAAAQINE6j/JyMNK9XCBAgQIECAAAECBAgQIECAAAECBAgQIECAAAECBAgQGLTAwxFxTEQUPxu9OCIWDHqV9pqQXOOYBEvnZSDoKuCakXerlsBpNUeoZb9mBlyTs40aNSq+9KUvxdSpU6u6zTVNwHXixImxbNmy2H///avhHHDO4sWLC4HNgZ6sBlzLBTtrBerq6ork9tfRo0f3WioJt65evTouueSS2Lp1a6+f/eM//mPh+0k4ttyTzL3zzjsLzjt27OgZktz6ev3118fpp59eNhib9iwCrmmljEsrIOCaVso4AgQIECBAgAABAgQIECBAgAABAgQaLSDg2mhh6xMgQIAAAQIECBAgQIAAAQIECBAgQIAAAQIECBAg0EoBAddd9ZOrKH8YEftERBJ2bWXQVcC1lb8dJXvXEjit5gi17NfsgGtyviSomIQckwBjuRs8BzJIE3BN1l+3bl2MGzeuGs5+5yRhy/PPP78Qnh3o6fSA6+9///u4/fbbY/bs2b0CqonZ5z73ubj88stj2LBhAxq++eabsWLFijjvvPOqXqO/DQRc6/prYbHkf/Vj19ui/Ttk3gwCBAgQIECAAAECBAgQIECAAAECBFoi4L+cbAm7TQkQIECAAAECBAgQIECAAAECBAgQIECAAAECBAgQaJKAgGt56M9FxNySH7Uq6Crg2qRfhErb1BI4rbR2uZ/Xsl9/AdfPf/7zcdVVV6UuJwk1JgHQF198MX74wx/GfffdF3fddVf813/9V9k1khDqzTffHKecckq5cFi/+6YJuCaTk3FXXnnloNaudNgnnngiPvrRj8a2bdsGHNrJAdfkHUjCy/Pnz9/FKG24tTgxeaeSd+TTn/70LiHXKVOmFG5zTW4EHuwj4DpYMeMrCQi4VhLycwIECBAgQIAAAQIECBAgQIAAAQIEmiUg4NosafsQIECAAAECBAgQIECAAAECBAgQIECAAAECBAgQINAKAQHX8ur7RsQv/3iLa+mIZgddBVxb8VtRZs9aAqfVHKGW/eoVcC1X90svvRS33npr/MM//EPZoGsSTkxu+jz66KNTH7tcwPVP//RPIwktJuHK4jNhwoRYunRpHHDAAanXrjQwCVRecskllYZFVgOu3d3dkfQkCY4Wn507d8bVV18dCxYs6Pne6tWr4wMf+EDFcyYDhgwZUriRN7mJ9xe/+EVcdtllkcwvfZKff+Yzn4mLLroodt9991TrFgcNFHIdPXp04d064YQTCnWkfQRc00oZl1ZAwDWtlHEECBAgQIAAAQIECBAgQIAAAQIECDRaQMC10cLWJ0CAAAECBAgQIECAAAECBAgQIECAAAECBAgQIECglQLbIyIJcxaf2RHxP6moVlbW+r373uJaWlGzgq4Crq1/DwoV1BI4reYItezXyIBrcpYkVLlx48Y4//zzY/Pmzbsc78Mf/nAsWbIkRo4cmero5QKuJ554YiG0+c1vfrNnjSRUmQQtx48fn2rdSoO2b98eZ555Zq/w5sc//vF4+umn40c/+lGv6VkNuJY74+9+97s466yz4u677y78eOzYsbFixYpB3Yz65ptvxrp16+LSSy8tvPulT9KHJBh8+umnF0Kw1TzJ+itXroxPfOITZYPSM2fOjHnz5sVBBx2UankB11RMBg1CQMB1EFiGEiBAgAABAgQIECBAgAABAgQIECDQUAEB14byWpwAAQIECBAgQIAAAQIECBAgQIAAAQIECBAgQIAAgRYLCLj234D+bnEtndHooKuAa4t/QYrb1xI4reYItezX6IBr8TyPPvpoIeS4devWXY6Y3B564YUXRpmQ2C5jywVcZ82aFUcccUQk/1n6XHXVVTF37twYOnRoNay95nz/+9+Pj33sY7Ft27bC95ObYb/4xS/GDTfcsEtwN08B1yeffDKSgPCWLVsK50oMk0DqsGHDUpn95je/iWuvvTa+/OUvpxpfy6AkLJvU9etf/3qXZfbbb7+YM2dO/P3f/32MGDFiwG0EXGvpgrnlBARcvRcECBAgQIAAAQIECBAgQIAAAQIECGRFQMA1K51QBwECBAgQIECAAAECBAgQIECAAAECBAgQIECAAAECjRAQcB1YdaBbXEtnNiroKuDaiLe+ijVrCZxWsV1NN8Y2K+Ca3OR65513xrnnnhs7duzodcwjjzyy8LN3vetdFY/fX8A1WfeMM87oFTadMGFCLF26tBBGreVJak9Cn8kNpcUnCYVedtllhUBo35tp8xRwXbVqVZx88sk957r55pt3CQqXs0tuVf32t78dn/70p+Nf//VfdxnS1dVVCM4mIeN6Pccdd1x85jOfieQduP/++8sumwRdZ8+eHeedd14k/3e5R8C1Xh2xTlFAwNW7QIAAAQIECBAgQIAAAQIECBAgQIBAVgQEXLPSCXUQIECAAAECBAgQIECAAAECBAgQIECAAAECBAgQINAIAQHXgVXT3OJaukK9g64Cro1466tYU8C1PNrrr78eV155ZVx33XW7DFiyZEmceeaZFbX7C7gmt6kmay9evLhnjeTGz9WrV8f48eMrrjvQgO3btxdqS9YqPl/5ylfib//2b2PatGm5Dbju3LmzEEC9+uqrC8dKgsD33ntvjBkzZkCvX/3qV4WgaRIeLvdMmTKlEAj+93//9zjqqKNqsi+dnARcly9fHm9729ti/vz58dWvfnWXsHQyPgm3JrfK7rXXXmX3FnCtW0ss9EcBAVevAgECBAgQIECAAAECBAgQIECAAAECWREQcM1KJ9RBgAABAgQIECBAgAABAgQIECBAgAABAgQIECBAgEAjBB6OiGMiovjZ6MURsaARG+V4zbS3uJYe8ZGImBcRyX/W8gi41qJXx7kCrv1j/vjHP46TTjopnn766V6DklDkrbfeGu94xzsG7ER/AdckUPmNb3wjTj311F7zkwDn3LlzY+jQoVV3+LHHHovjjz++J0x58MEHx9133x277757rgOuL7zwQpx22mmxfv36gs3EiRNj2bJlhR786Ec/ihdffLHw/T322CMOP/zwwnmT5z//8z8Lt7yuWbOml2kSKP7kJz8Zl1xySSFc+sQTTxRueK3Xc+CBBxaCq0l9yQ2y69atK9yqm/y+FZ9x48bFHXfcEQcddFC/2wq41qsj1ikKCLh6FwgQIECAAAECBAgQIECAAAECBAgQyIqAgGtWOqEOAgQIECBAgAABAgQIECBAgAABAgQIECBAgAABAgQaISDgWll1sLe4lq5Ya9BVwLVyf5oyQsC1f+a+t4YWR6a9PXSggOuzzz67S+B0woQJhZtGk/Wrebq7uyO5HTYJyhafJBR60003xXPPPZfrgGsSQP3oRz8a27ZtKxztiiuuiMT3jTfeiNmzZ/fchlu8OXXEiBE9Bn1DrqNHjy7czJsEgYcMGVINdVVzfvOb3xT2XbRoUey3335x++23x9FHHz3gWgKuVVGbNICAgKvXgwABAgQIECBAgAABAgQIECBAgACBrAgIuGalE+ogQIAAAQIECBAgQIAAAQIECBAgQIAAAQIECBAgQKARAgKu6VSrucW1dOVqg64Crun60/BRAq4DEz/wwANx7LHH7jLo5ptvLtwMOtAzUMA1CVZefvnlsXDhwp4lkltFV69eHePHj6+q731vOU0WWbJkSZx55pmFm0OnTZsWmzdv7rX2hg0bIrlJtNKzfPnyXW6c7erqilWrVkUSGG30s3jx4jj33HN7tkluZJ00aVL0DYCWC7gmk5JbeE855ZQYM2ZMIQQ8cuTIRpdcdv0khLxp06Z46qmnYsaMGRVv6xVwbUmb2npTAde2bq/DESBAgAABAgQIECBAgAABAgQIEMiVgIBrrtqlWAIECBAgQIAAAQIECBAgQIAAAQIECBAgQIAAAQIEBikg4JoOrJZbXEt3GGzQVcA1XX8aPkrAdWDirVu3xvTp02Pjxo29Bp533nmF2zj32GOPfhcYKOA6bNiw+MY3vhFTp07tNT+5fXXu3LkVg4/lNn3ooYdiypQpsWPHjsKPDznkkLjrrrviL/7iL3IdcO0b8iwN1qYNuCbB0uQW2+R23Gbe2lrrL7CAa62C5vcVEHD1ThAgQIAAAQIECBAgQIAAAQIECBAgkBUBAdesdEIdBAgQIECAAAECBAgQIECAAAECBAgQIECAAAECBAg0QkDANb1qrbe4lu6UNugq4Jq+Pw0dKeA6MG8SFj3//PNj2bJlvQb2d1No6aBKAddnnnmmcKvo448/3jNtwoQJsXTp0kIQczDPzp07Y968eZHsWXzOOOOMuPHGG2OvvfbKdcC1r1PpudIGXAdjWe+xL7/8ctxxxx3xu9/9rrD0PvvsU7gNd++99664lYBrRSIDBikg4DpIMMMJECBAgAABAgQIECBAgAABAgQIEGiYgIBrw2gtTIAAAQIECBAgQIAAAQIECBAgQDpEgmMAACAASURBVIAAAQIECBAgQIBABgQEXNM3oV63uJbuWCnoKuCavj8NHSngOjBvcvNnEhxN/il9Sm8R7W+FSgHX119/PS6//PJYuHBhzxLDhw+P1atXx/jx4wfV923btsXMmTPjwQcf7JmXhCpnzJhR+Lq/Pm/YsCHGjRtXca/ly5cXQpmDNai4cIoBa9eujcmTJ/eMvPnmm2PWrFmFrwcbcN2yZUvh5txqnt133z1OPvnkGDly5KCm//a3vy304b777ivMSxOOLm5QLuA6qM1bNDjpz/XXXx/JTcWebAkIuGarH6ohQIAAAQIECBAgQIAAAQIECBAg0MkCAq6d3H1nJ0CAAAECBAgQIECAAAECBAgQIECAAAECBAgQIND+AgKug+txPW9xLd25v6CrgOvg+tOw0QKulWkXL14c5557bq+BSRD1/vvvj/e///39LlAp4JpMTMKWU6dO7bXGVVddFXPnzo2hQ4dWLu6PIx566KGYMmVKJDfOJk/fAG5eA67JzbSJx9VXX104V3Kz7b333htjxowpfD3YgOtjjz0WRx11VGrX0oFpQs3lFhZwrYrbpAYJCLg2CNayBAgQIECAAAECBAgQIECAAAECBAgMWkDAddBkJhAgQIAAAQIECBAgQIAAAQIECBAgQIAAAQIECBAgkCMBAdfBNasRt7iWVtA36CrgOrj+NGx0f8HHhm3Yz8Klt432t3ffoGBx3Oc///lCCLJRT7nbS5O9Kt1+mibg+swzz8Qpp5wSjz/+eE/5EyZMiKVLlxbCnGmeviHQZM6FF14Y1157bSS3jiZPXgOuzz33XOH200ceSf4IiZg4cWIsW7Ys9t9//8LXrQ64bt++vXAL77PPPluo533ve19ceeWVsccee/S0TsA1zVtsTLMEBFybJW0fAgQIECBAgAABAgQIECBAgAABAgQqCQi4VhLycwIECBAgQIAAAQIECBAgQIAAAQIECBAgQIAAAQIE8iywPSKS0Gbx2RwRv/vjF8nnpX3/SX7UyO8XP6Nt5B79nSHt3kP+aNDIvheDrkkAuefp7u6Vd23k/tbuIyDgWvmVWLt2bUyePHmXgStXroxp06b1u0CagOvrr79eCEguXLiwZ53kdtjVq1fH+PHjKxcXEX1DoMmke+65J0444YSe+XkNuPa9mTYxTQKkxZBeqwOufcOrs2bNiuuvvz6GDRvWYy/gmuo1NqhJAgKuTYK2DQECBAgQIECAAAECBAgQIECAAAECFQUEXCsSGUCAAAECBAgQIECAAAECBAgQIECAAAECBAgQIECAQI4F+gZcc3yU9i9dwLV1PRZwrWz/2GOPxVFHHbXLwEq3zqYJuCaLlgvQJjfSzp07N4YOHVqxwAceeCCOPfbYnnFHHnlk3HnnnfGud72r53t5DLgmN9POmzcvEsfic//998eHPvShnq9rDbhWuoW39Pberq6uWLVqVYwePbpn/0YHXBODH/3oR/Hiiy9WfA/SDlixYkXccsstvYYvWrQoDjnkkLRL9Br3H//xH4U+bdmypef75YK+VS1uUt0FBFzrTmpBAgQIECBAgAABAgQIECBAgAABAgSqFBBwrRLONAIECBAgQIAAAQIECBAgQIAAAQIECBAgQIAAAQIEciEg4JqLNv2hSAHX1jVLwLWyfaMDrlu3bo3p06fHxo0be4qZMGFCLF26NA444IABC3zjjTdizpw5hVtDi8/s2bNj/vz58ba3va3ne3kMuG7bti1mzpwZDz74YOEcY8eOjSScOWrUqJ5ztXvAtfLbOfgR5YLXlYK+A+1S7t0ScB18X5o1Q8C1WdL2IUCAAAECBAgQIECAAAECBAgQIECgkoCAayUhPydAgAABAgQIECBAgAABAgQIECBAgAABAgQIECBAIM8CAq7Z7N6jEfG5iHi4tDwB19Y1S8C1sv13vvOdOProo3cZWK8bXMuFVIcPHx6rV6+O8ePHD1hguXDsmjVrYtKkSb3m5THg2rfmJNh68MEHx5AhQ3rO9uabbxZuDk0ckme//faL5KbVt771rb3O/5GPfCQ+8YlPRN+wcqVgZ6tvcK38dg5+RL0Drs8//3ysXLkyXn/99Z5iDjzwwJg6dWqvkPXgKzWjEQICro1QtSYBAgQIECBAgAABAgQIECBAgAABAtUICLhWo2YOAQIECBAgQIAAAQIECBAgQIAAAQIECBAgQIAAAQJ5EdgUEe8tKfbCiPjBH7/uTi4NLfkn+fZAXyc/6zum3PfSjKnnvHquldS+JSIOalCDi8HWR0ose7YScG2Qeopl+ws+Vgpvpli67JBa9vvtb38bM2bMiPvuu6/X2p///OfjqquuqrakivNKQ46lg++///740Ic+1O/8ckHC/m62XLt2bUyePLnXWsmZ5s6dG0OHDu13j77zjjnmmEjqfec739lrTjsEXCs2aoABxXdEwDWi3gHXWvpibvMFBFybb25HAgQIECBAgAABAgQIECBAgAABAgTKCwi4ejMIECBAgAABAgQIECBAgAABAgQIECBAgAABAgQIEGhngeSG0GNKDvjXEVEMV7bzuas92xkR8U/VTh5gXt9ga3FoMZxb+FrAtQHyKZesJXCacotew2rZL2sB10q3fw4m4FruJtYJEybE0qVL44ADDihLndyYefnll8fChQt7fn7FFVcUAox9Q7ECrn8IQQu4CrhW8+dWO80RcG2nbjoLAQIECBAgQIAAAQIECBAgQIAAgXwLCLjmu3+qJ0CAAAECBAgQIECAAAECBAgQIECAAAECBAgQIEBgYAEB18G9Ic/U+fbW/oKtxaoEXAfXn4aNriVwWk1RtezXqoBruaDqwQcfHHfffXccdthh/TIMJuC6c+fOQgDz6quv7llv+PDhsXr16hg/fnzZPZ555pk45ZRT4vHHHy/8fKDxAq7lA66LFi2KQw45pN8ePvLIIzFv3rzCz7u6umLVqlUxevTonvF938lyN/T2HXPccccVbtkdMWJENb9CNc9xg2vNhLleQMA11+1TPAECBAgQIECAAAECBAgQIECAAIG2EhBwbat2OgwBAgQIECBAgAABAgQIECBAgAABAgQIECBAgAABAn0EBFzTvxL1vL21UrC1WJWAa/r+NHRkLYHTagqrZb9WBFz/+7//Oy699NJIgpClz9ixY2PFihUxatSofhkGE3BNFnnggQfi2GOP7bVeEnqdO3fuLjeyJoO+8Y1vxNSpU3vGD3Tjax4Drmner9deey1mz54dixcvLgyvFB7te4Nrmj2KY5odcE3O9uqrr/Yqcc8994xhw4YNpuxdxjYq4Nqoems6rMm7CAi4eikIECBAgAABAgQIECBAgAABAgQIEMiKgIBrVjqhDgIECBAgQIAAAQIECBAgQIAAAQIECBAgQIAAAQIEGiEg4JpetR63t6YNtharEnBN35+GjqwlcFpNYbXs14qA6/bt2+O0006Lb33rW72Oe+KJJ8aSJUtin3326ZdhsAHX5557LmbMmBHJraHFp7/Qat9gZzJ+oDCsgOsfRPMUcE1ueT311FN7vV933HFH4R2p5WlUwLVR9dZyVnN3FRBw9VYQIECAAAECBAgQIECAAAECBAgQIJAVAQHXrHRCHQQIECBAgAABAgQIECBAgAABAgQIECBAgAABAgQINEJAwDWdaq23tw422FqsSsA1XX8aPqqWwGk1xdWyXysCrk8++WQkYdYtW7b0Ou4VV1wRSVBw6NCh/TIMNuC6c+fOQkj16quv7llz+PDhsXr16hg/fnyvffo6JuPWrVsX48aNK1uPgOsfWARco/Defvazn+31nmzYsKHfdyft77mAa1qp1o4TcG2tv90JECBAgAABAgQIECBAgAABAgQIEPgfAQFXbwMBAgQIECBAgAABAgQIECBAgAABAgQIECBAgAABAu0sIOCarrvV3t5abbC1WJWAa7r+NHxULYHTaoqrZb9WBFzLhfaSc69ZsyYmTZo0IMFgA67JYg888EAce+yxvdYtdzNr37omTpwYy5Yti/33379sTQKuf2DpG3CtFOwsde7q6opVq1bF6NGje4z7vpOzZs2K66+/PoYNG9bvmOOOOy6SdUeMGDHg+9OowKiAazV/crXPHAHX9umlkxAgQIAAAQIECBAgQIAAAQIECBDIu4CAa947qH4CBAgQIECAAAECBAgQIECAAAECBAgQIECAAAECBAYSEHCt/H5Uc3trrcHWYlUCrpX705QRtQROqymwlv2aHXB95ZVX4oILLojbbrut11HLBR3LWVQTcN22bVvMnDkzHnzwwZ4lJ0yYEEuXLo0DDjig8L1ydV133XUxe/bsKBNeK8wRcP0Dp4CrG1yr+XOrneYIuLZTN52FAAECBAgQIECAAAECBAgQIECAQL4FBFzz3T/VEyBAgAABAgQIECBAgAABAgQIECBAgAABAgQIECAwsICAa+U3ZDC3t9Yr2FqsSsC1cn+aMqKWwGk1BdayX7MDrt///vfjYx/7WCSh09LnwgsvjGuvvTZ23333AQmqCbju3Lkz5s2bF8nc4jN8+PBYt25djBs3rvCtH//4x3HSSSfF008/Xfg6Cb5+85vfjPe973391iPg+gcaAVcB12r+3GqnOQKu7dRNZyFAgAABAgQIECBAgAABAgQIECCQbwEB13z3T/UECBAgQIAAAQIECBAgQIAAAQIECBAgQIAAAQIECAwsIOA6sE/a21s3R8TFEfFInV84Adc6g1a7XC2B02r2rGW/ZgZcX3vttcKNqIsXL97lmPfcc0+ccMIJFY9fTcA1WfShhx6KKVOmxI4dO3r2SNa68sorCze03nrrrXHWWWf1/CwZm3zvHe94R781Cbj+gUbAVcC14i9umw8QcG3zBjseAQIECBAgQIAAAQIECBAgQIAAgRwJCLjmqFlKJUCAAAECBAgQIECAAAECBAgQIECAAAECBAgQIEBg0AICrgOTVbq9dWtEfC4ibhu0fLoJAq7pnBo+qpbAaTXF1bJfMwOuK1eujHPOOadXyDQ5b5owadGl2oBrcmPszJkz48EHH+whnjhxYixbtiyGDRsWF1xwQdx22//8al533XWFMG6Z4FrP/E4LuCa33m7fvj3+7d/+LX7yk5/Eli1bYtq0afHqq6/GUUcd1eOyYcOGnptxy73Py5cvj1NPPbXwo66urli1alWMHj26Z2jfd3LWrFlx/fXXF/pUfPqOOe644yJZd8SIEQP+CpXuXRx4xx13xIwZM6r51euZU+69rOSQZsNG1Ztmb2PSCwi4prcykgABAgQIECBAgAABAgQIECBAgACBxgoIuDbW1+oECBAgQIAAAQIECBAgQIAAAQIECBAgQIAAAQIECLRWQMC1f/+Bbm9tdLC1WJWAa2t/P3p2ryVwWs0RatmvWQHXp556qnBD6uOPP77LEQcTMKw24Lpz586YN29eJPOLTxLYXLduXey7775x0kknxdNPP1340QEHHBD33ntvjBkzZsB2tFvAtbu7O1566aVI3ok5c+bEXXfdVTh/4pSES3/961/38iiGU1944YVeAddFixbFIYcc0q/dI488UuhF8gi4DvwbL+BazZ+IzZ8j4Np8czsSIECAAAECBAgQIECAAAECBAgQIFBeQMDVm0GAAAECBAgQIECAAAECBAgQIECAAAECBAgQIECAQDsLCLj2391yt7c2K9harErANSO/fbUETqs5Qi37NTrgmoQmN27cGOeff35s3rx5l+Mlt6p+9atfjbe//e2pjl5twDVZ/KGHHircFrtjx46evZKbWvfZZ59C+Lb4nHjiibFkyZLC9wd68hZwffPNNws3sP7iF7+IF198MZLQcdL/H/7wh/Hcc8/Fpk2bUvWgOGjChAmxYsWK+NnPftYr4DqYRQRcB9YScB3M29S6sQKurbO3MwECBAgQIECAAAECBAgQIECAAAECvQUEXL0RBAgQIECAAAECBAgQIECAAAECBAgQIECAAAECBAi0s4CAa/nu9r29tdnB1mJVAq4Z+e2rJXBazRFq2a+RAddt27bFDTfcEMmNnqWh0uIZjzzyyPinf/qnAW/77OtRS8A1uWn0tNNOi/Xr1/cs+9d//deFG0rXrl3b872bb745Zs2aVbEVeQu4JuHW5Pzf+ta3Kp4tzYDjjjsukgDmT37yEwHXL3whPvvZz/Zi27BhQ4wbNy4NZb9jBFxr4mvaZAHXplHbiAABAgQIECBAgAABAgQIECBAgACBCgICrl4RAgQIECBAgAABAgQIECBAgAABAgQIECBAgAABAgTaWUDAtXx3i7e3tirYWqxKwDUjv321BE6rOUIt+9Ur4PrGG28UQqy/+tWv4vHHHy+ESJMbU8sFW5Mzjho1Km6//fY4+uijB3XkWgKuyW2yX/ziF+Oqq67qd8+DDz447r777jjssMMq1pW3gOtrr70Ws2fPjsWLF1c8W98B++23XyS3rR5yyCHxZ3/2Z3HooYfGgQceGInX9773vV4B1/e///0D3sj7m9/8pue2WDe4DtwKAddBv6otmSDg2hJ2mxIgQIAAAQIECBAgQIAAAQIECBAgUEZAwNVrQYAAAQIECBAgQIAAAQIECBAgQIAAAQIECBAgQIBAOwsIuO7a3eT21s/98Z/bWtx8AdcWN6C4fS2B02qOUMt+/QVcq6kj7Zwk3PqVr3wlpkyZEmWCYQMuU0vANVn4sccei+OPP77f4O0ZZ5wRN954Y+y1114Vj5O3gGtyoHJ+pQdNwqnvfve745e//GXBKnmKN7WOGDGirEky7qijjur5WaWbS0tDmwKuA79mAq4Vfw0zMUDANRNtUAQBAgQIECBAgAABAgQIECBAgAABAhEh4Oo1IECAAAECBAgQIECAAAECBAgQIECAAAECBAgQIECgnQUEXHft7jER8UhGmi7gmpFG1BI4reYItezX7IBrEmi86aab4v+zd0chel5lAsefDFgxJgZxhVxoFdQGazBNWi9M1QtXNIXdRGyrpTFemI11a7QWlQa1sDfBFIWi1C4x2StjaaxFEovNhStSadWyNhvJzSqC7oUKBsRkjKCSWeZzEybJZOYk3/nOd855fwFxad8573N+z7vsRfjvbN68+arj1nmbcQPXU6dOxY4dO0a/YXaxPwcPHoydO3cmraHFwHU+mPzc5z4Xb3rTm2Ljxo1x4403jv4zHx2vWbMmZmZm4tLf9Fo6cJ2dnY1Dhw7FH//4x9Ee5n9T7O233x7XXXfdhb1c+t0uN+P5H5xUMLrYd7lc6JvykU1q3pR3eyZdQOCabuVJAgQIECBAgAABAgQIECBAgAABAgQmKyBwnayv0wkQIECAAAECBAgQIECAAAECBAgQIECAAAECBAgQmK6AwHW6/su9XeC6nFChfz9OcHotI47zvlKB6+rVq+Pee++NT33qU/HKV77yWq45+plxA9e5ubnYu3dvPPjgg5fN8MY3vjGeeOKJUfyZ8qfFwDXlXtMOXFNmFLhuT2HyTCEBgWshaK8hQIAAAQIECBAgQIAAAQIECBAgQGBZAYHrskQeIECAAAECBAgQIECAAAECBAgQIECAAAECBAgQIECgYQGBa93LE7hWsp9xgtNrucI475t04Lpu3br44Ac/GB/60IdGv4lz3D/jBq7z73/++efjve99b/z2t7+9aJx77rknHn744XjJS16SNKbA9e9Mzz77bLztbW+7YLbcby5d+FtJ53+j7+HDh2P+O7maPwJXgevVfC+TflbgOmlh5xMgQIAAAQIECBAgQIAAAQIECBAgkCogcE2V8hwBAgQIECBAgAABAgQIECBAgAABAgQIECBAgAABAi0KCFzr3prAtZL9jBOcXssVxnlfrsB1/je03nTTTfGKV7wiNm3aFPPh4i233BJr166NmZmZa7nWoj+TI3D9wx/+EDt37oxvf/vbF73j0KFDsX17ejgocP07n8B18d8svFzom/K/FAtj4PPPX+13mvIez4wnIHAdz89PEyBAgAABAgQIECBAgAABAgQIECCQT0Dgms/SSQQIECBAgAABAgQIECBAgAABAgQIECBAgAABAgQI1CcgcK1vJwsnErjWvR/TEWhC4M9//nPcf//9sX///tG873nPe2I+tJyPlxf703rgOv8bhtevXz/Wbp555pn47ne/e9EZu3fvjle96lVjnXvy5MmYD1oX/hG4jkU6kR8WuE6E1aEECBAgQIAAAQIECBAgQIAAAQIECFyDgMD1GtD8CAECBAgQIECAAAECBAgQIECAAAECBAgQIECAAAECzQgIXOtelcC17v2YjkATAi0Err/5zW9Gv233Bz/4wch0uQj3PPxivxG1iaUsGFLgWt/GBK717cREBAgQIECAAAECBAgQIECAAAECBIYqIHAd6ubdmwABAgQIECBAgAABAgQIECBAgAABAgQIECBAgMAwBASude9Z4Fr3fkxHoAmBSQauc3NzsXfv3njwwQdHFhs2bIjDhw/HunXrkm3mz5gPVXfs2HHhZ+644444ePBgrFmzZslzBK7JzB68CgGB61VgeZQAAQIECBAgQIAAAQIECBAgQIAAgYkKCFwnyutwAgQIECBAgAABAgQIECBAgAABAgQIECBAgAABAgSmLCBwnfIClnm9wLXu/ZiOQBMCOQLXzZs3x+nTp+PcuXOj6HRmZmb0Pz///PPxyU9+Mn7yk5+MLG6++eZ4/PHH4/Wvf/0Fm/nfzvrxj388ZmdnR//8+uuvv8jtxIkT8dRTT8WZM2cu/PP7778/9u3bF9ddd92SxgLXJj7B5oYUuDa3MgMTIECAAAECBAgQIECAAAECBAgQ6FZA4Nrtal2MAAECBAgQIECAAAECBAgQIECAAAECBAgQIECAAIGIELjW/RkIXOvej+kINCGQI3B9y1veEnv27ImHH354yTsv9ptXz549G/fdd9/oN7Km/nnyySfjfe9737KPHzlyJB599NFln6vlgd///vdx/Pjxi8Y5dOhQbN++vZYRzRERAlefAQECBAgQIECAAAECBAgQIECAAAECtQgIXGvZhDkIECBAgAABAgQIECBAgAABAgQIECBAgAABAgQIEJiEgMB1Eqr5zhS45rN0EoHBCuQIXG+99dbYv39/fPSjH13S8Uqx5he+8IX47Gc/m7SDO++8c/Sul7/85UnPt/TQYr9xVuBa3wYFrvXtxEQECBAgQIAAAQIECBAgQIAAAQIEhiogcB3q5t2bAAECBAgQIECAAAECBAgQIECAAAECBAgQIECAwDAEBK5171ngWvd+TEegCYFcgeuPf/zjePe73x1nzpy57N6rV6+Oz3/+86Pf1PriF7/4sn9/+PDhuOuuu5b1+vCHPxx79+6NtWvXLvtsiw8IXNvYmsC1jT2ZkgABAgQIECBAgAABAgQIECBAgMAQBASuQ9iyOxIgQIAAAQIECBAgQIAAAQIECBAgQIAAAQIECBAYroDAte7dC1zr3o/pCDQhkCtwnQ9bT5w4EX/7298uuveLXvSiuPHGG5f8jaunTp2KkydPxl//+tfRf//lL3+56IwbbrghNm3aFK9+9atjZmamCVdD9isgcO13t25GgAABAgQIECBAgAABAgQIECBAoDUBgWtrGzMvAQIECBAgQIAAAQIECBAgQIAAAQIECBAgQIAAAQJXIyBwvRqt8s8KXMubeyOB7gTm5ubi9OnTF8LU+YB0zZo1QtLuNu1CuQQErrkknUOAAAECBAgQIECAAAECBAgQIECAwLgCAtdxBf08AQIECBAgQIAAAQIECBAgQIAAAQIECBAgQIAAAQI1Cwhca95OhM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G0z0jwAAIABJREFU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2ci4gLf2997ty5WCS6qfsGpiNAgAABAg0JzM3NxczMzMKJ5/+fTVz0Dxq6jlEJECBAgAABAgQIECBAgAABAgQIEGhcQODa+AKNT4AAAQIECBAgQIAAAQIECBAgQIAAAQIECBAgQIDAkgIC17o/kNmIeOn5EU+fPh2rV6+ue2LTESBAgACBhgXOnDkTL3vZyxbe4E8RsarhKxmdAAECBAgQIECAAAECBAgQIECAAIGGBQSuDS/P6AQIECBAgAABAgQIECBAgAABAgQIECBAgAABAgQILCsgcF2WaKoP/CoiXnN+gp///Ofxhje8YaoDeTkBAgQIEOhZ4Be/+EXccMMNC6/464h4bc93djcCBAgQIECAAAECBAgQIECAAAECBOoVELjWuxuTESBAgAABAgQIECBAgAABAgQIECBAgAABAgQIECAwvoDAdXzDSZ7wTES8/fwLnn766diyZcsk3+dsAgQIECAwaIFjx47FbbfdttDghxHxjkGjuDwBAgQIECBAgAABAgQIECBAgAABAlMTELhOjd6LCRAgQIAAAQIECBAgQIAAAQIECBAgQIAAAQIECBAoICBwLYA8xisORMS/nP/5ffv2xQMPPDDGcX6UAAECBAgQWErgoYceij179ix85GBE7KJGgAABAgQIECBAgAABAgQIECBAgACBaQgIXKeh7p0ECBAgQIAAAQIECBAgQIAAAQIECBAgQIAAAQIECJQSELiWkr629/xrRDx6/ke3bt0aR44cubaT/BQBAgQIECCwrMC2bdvi6NGjC5+7NyL+fdkf9AABAgQIECBAgAABAgQIECBAgAABAgQmICBwnQCqIwkQIECAAAECBAgQIECAAAECBAgQIECAAAECBAgQqEZA4FrNKhYdZENE/Pf5f7Ny5cqYnZ2NFSv8VXbdazMdAQIECLQoMDc3F6tWrYqzZ88uHP+miDjR4n3MTIAAAQIECBAgQIAAAQIECBAgQIBA+wL+VrD9HboBAQIECBAgQIAAAQIECBAgQIAAAQIECBAgQIAAAQJXFhC41v91/CoiXnN+zCeeeCLuuOOO+qc2IQECBAgQaEzgW9/6Vtx5550Lp/51RLy2sWsYlwABAgQIECBAgAABAgQIECBAgACBjgQErh0t01UIECBAgAABAgQIECBAgAABAgQIECBAgAABAgQIELhMQOBa/0fx5Yj4xPkxt27dGkeOHKl/ahMSIECAAIHGBLZt2xZHjx5dOPVXIuK+xq5hXAIECBAgQIAAAQIECBAgQIAAAQIEOhIQuHa0TFchQIAAAQIECBAgQIAAAQIECBAgQIAAAQIECBAgQOAyAYFr/R/FWyPiuYVjvvDCC7Fx48b6JzchAQIECBBoROD48eOxadOmS6fdHBE/auQKxiRAgAABAgQIECBAgAABAgQIECBAoEMBgWuHS3UlAgQIECBAgAABAgQIECBAgAABAgQIECBAgAABAgQuCAhc2/gYnomIt58f9e67745vfOMbbUxuSgIECBAg0IDA9u3b47HHHls46Q8j4h0NjG5EAgQIECBAgAABAgQIECBAgAABAgQ6FhC4drxcVyNAgAABAgQIECBAgAABAgQIECBAgAABAgQIECBAIASubXwE74+IwwtHffrpp2PLli1tTG9KAgQIECBQscCxY8fitttuu3TCD0TENyse22gECBAgQIAAAQIECBAgQIAAAQIECAxAQOA6gCW7IgECBAgQIECAAAECBAgQIECAAAECBAgQIECAAIEBCwhc21n+Rb/Fdf369fGzn/0sVqzw19rtrNCkBAgQIFCbwNzcXLz5zW+OkydPLhzNb2+tbVHmIUCAAAECBAgQIECAAAECBAgQIDBQAX8TONDFuzYBAgQIECBAgAABAgQIECBAgAABAgQIECBAgACBgQgIXNtZ9Dsj4j8Xjrtr16742te+1s4NTEqAAAECBCoT+MhHPhIHDhy4dKp/jIjvVzaqcQgQIECAAAECBAgQIECAAAECBAgQGKCAwHWAS3dlAgQIECBAgAABAgQIECBAgAABAgQIECBAgAABAgMSELi2tewvR8QnFo68b9++eOCBB9q6hWkJECBAgEAFAg899FDs2bPn0km+EhH3VTCeEQgQIECAAAECBAgQIECAAAECBAgQIBACVx8BAQIECBAgQIAAAQIECBAgQIAAAQIECBAgQIAAAQI9Cwhc29vuf0XEzQvHfuSRR+JjH/tYezcxMQECBAgQmJLAV7/61di9e/elb/9pRNwypZG8lgABAgQIECBAgAABAgQIECBAgAABApcJCFx9FAQIECBAgAABAgQIECBAgAABAgQIECBAgAABAgQI9CwgcG1vuxsi4tmIeOnC0f0m1/YWaWICBAgQmI7AFX5z658i4taIODGdqbyVAAECBAgQIECAAAECBAgQIECAAAEClwsIXH0VBAgQIECAAAECBAgQIECAAAECBAgQIECAAAECBAj0LCBwbXO7/xQR37l09F27dsX+/ftjxQp/1d3mWk1NgAABApMUmJubi3vuuScOHDiw2Gv+OSKemuT7nU2AAAECBAgQIECAAAECBAgQIECAAIGrFfC3flcr5nkCBAgQIECAAAECBAgQIECAAAECBAgQIECAAAECBFoSELi2tK2LZ31/RBy+dPz169fHF7/4xdiyZUu7NzM5AQIECBDILHDs2LH4zGc+EydPnlzs5A9ExDczv9JxBAgQIECAAAECBAgQIECAAAECBAgQGFtA4Do2oQMIECBAgAABAgQIECBAgAABAgQIECBAgAABAgQIEKhYQOBa8XISRpv/Ta6PR8RLL3327rvvjk9/+tOxcePGhGM8QoAAAQIE+hQ4fvx4fOlLX4rHHntssQv+KSLu8ptb+9y9WxEgQIAAAQIECBAgQIAAAQIECBDoQUDg2sMW3YEAAQIECBAgQIAAAQIECBAgQIAAAQIECBAgQIAAgSsJCFzb/zY2RMR/RMTNi11l69atsWPHjrj99ttjxQp/Bd7+ut2AAAECBJYTmJubiyeffDK+/vWvx9GjR6/0+E8jYmdEnFjuPP+eAAECBAgQIECAAAECBAgQIECAAAEC0xLwt3vTkvdeAgQIECBAgAABAgQIECBAgAABAgQIECBAgAABAgRKCAhcSyiXeceXI+ITV3rVypUr413velds3rw5NmzYEK973eti7dq1sWrVKuFrmf14CwECBAhkFpgPWWdnZ+N3v/td/PKXv4wTJ07Ec889F9/73vfi7NmzS73tKxFxX+ZxHEeAAAECBAgQIECAAAECBAgQIECAAIHsAgLX7KQOJECAAAECBAgQIECAAAECBAgQIECAAAECBAgQIECgIgGBa0XLyDDKOyPi3yLi7RnOcgQBAgQIEOhN4If//38nv9/bxdyHAAECBAgQIECAAAECBAgQIECAAIE+BQSufe7VrQgQIECAAAECBAgQIECAAAECBAgQIECAAAECBAgQ+LuAwLXPL+H9EbFb6Nrnct2KAAECBK5aYD5sfSQivnnVP+kHCBAgQIAAAQIECBAgQIAAAQIECBAgMEUBgesU8b2aAAECBAgQIECAAAECBAgQIECAAAECBAgQIECAAIGJCwhcJ0481Re8NSLuiohtEfGaqU7i5QQIECBAoKzAryPiSEQ8HhE/KvtqbyNAgAABAgQIECBAgAABAgQIECBAgEAeAYFrHkenECBAgAABAgQIECBAgAABAgQIECBAgAABAgQIECBQp4DAtc69TGKqDRGxOSI2RcS6iLg+Iv4hIlZGhL8bn4S4MwkQIEBg0gJzEXE2Ik5FxP9GxP9ExAsR8VxEnJj0y51PgAABAgQIECBAgAABAgQIECBAgACBSQv4S7xJCzufAAECBAgQIECAAAECBAgQIECAAAECBAgQIECAAIFpCghcp6nv3QQIECBAgAABAgQIECBAgAABAgQIECBAgAABAgQIELiCgMDVp0G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AaKasQAAAgAElEQVS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C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AZiGegAACAASURBV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/o+9ewHXa77zBf6r5EQjmBOqLnUafQ5HUyVatw4zLpWig8QlrhGqElKUBjUuoyFnENoIikkkTktMQgVNXOooiramlJbUnFQzbWXmlCqnniYuRx/kPP81s/fZl3dnv/e91tqf9Tx5OtO91n/9/p/fet/9T/N+3z+BMgsIuJa5u+ZGgAABAgQIECBAgAABAgQIECBAgAABAgQIECBAgEBhBQRcC9s6hRMgQIAAAQIECBAgQIAAAQIECBAgQIAAAQIECBAgUIWAgGsVSE4hQIAAAQIECBAgQIAAAQIECBAgQIAAAQIECBAgQIBAuwUEXNst7n4ECBAgQIAAAQIECBAgQIAAAQIECBAgQIAAAQIECLRTQMC1ndruRYAAAQIECBAgQIAAAQIECBAgQIAAAQIECBAgQIAAgSoFBFyrhHIaAQIECBAgQIAAAQIECBAgQIAAAQIECBAgQIAAAQKFFBBwLWTbFE2AAAECBAgQIECAAAECBAgQIECAAAECBAgQIECAQNkFBFzL3mHzI0CAAAECBAgQIECAAAECBAgQIECAAAECBAgQIDC4BQRcB3f/zZ4AAQIECBAgQIAAAQIECBAgQIAAAQIECBAgQIAAgZwKCLjmtDHKIkCAAAECBAgQIECAAAECBAgQIECAAAECBAgQIECgKQICrk1hNAgBAgQIECBAgAABAgQIECBAgAABAgQIECBAgAABAgSaKyDg2lxPoxEgQIAAAQIECBAgQIAAAQIECBAgQIAAAQIECBAgkC8BAdd89UM1BAgQIECAAAECBAgQIECAAAECBAgQIECAAAECBAgQyAQEXD0IBAgQIECAAAECBAgQIECAAAECBAgQIECAAAECBAiUWUDAtczdNTcCBAgQIECAAAECBAgQIECAAAECBAgQIECAAAECBAorIOBa2NYpnAABAgQIECBAgAABAgQIECBAgAABAgQIECBAgACBKgQEXKtAcgoBAgQIECBAgAABAgQIECBAgAABAgQIECBAgAABAgTaLSDg2m5x9yNAgAABAgQIECBAgAABAgQIECBAgAABAgQIECBAoJ0CAq7t1HYvAgQIECBAgAABAgQIECBAgAABAgQIECBAgAABAgQIVCkg4FollNMIECBAgAABAgQIECBAgAABAgQIECBAgAABAgQIECikgIBrIdumaAIECBAgQIAAAQIECBAgQIAAAQIECBAgQIAAAQIEyi4g4Fr2DpsfAQIECBAgQIAAAQIECBAgQIAAAQIECBAgQIAAgcEtIOA6uPtv9gQIECBAgAABAgQIECBAgAABAgQIECBAgAABAgQI5FRAwDWnjVEWAQIECBAgQIAAAQIECBAgQIAAAQIECBAgQIAAAQJNERBwbQqjQQgQIECAAAECBAgQIECAAAECBAgQIECAAAECBAgQINBcAQHX5noajQABAgQIECBAgAABAgQIECBAgAABAgQIECBAgACBfAkIuOarH6ohQIAAAQIECBAgQIAAAQIECBAgQIAAAQIECBAgQIBAJiDg6kEgQIAAAQIECBAgQIAAAQIECBAgQIAAAQIECBAgQKDMAgKuZe6uuREgQIAAAQIECBAgQIAAAQIECBAgQIAAAQIECBAgUFgBAdfCtk7hBAgQIECAAAECBAgQIECAAAECBAgQIECAAAECBAhUISDgWgWSUwgQIECAAAECBAgQIECAAAECBAgQIECAAAECBAgQINBuAQHXdou7HwECBAgQIECAAAECBAgQIECAAAECBAgQIECAAAEC7RQQcG2ntnsRIECAAAECBAgQIECAAAECBAgQIECAAAECBAgQIECgSgEB1yqhnEaAAAECBAgQIECAAAECBAgQIECAAAECBAgQIECAQCEFBFwL2TZFEyBAgAABAgQIECBAgAABAgQIECBAgAABAgQIECBQdgEB17J32PwIECBAgAABAgQIECBAgAABAgQIECBAgAABAgQIDG4BAdfB3X+zJ0CAAAECBAgQIECAAAECBAgQIECAAAECBAgQIEAgpwICrjltjLIIECBAgAABAgQIECBAgAABAgQIECBAgAABAgQIEGiKgIBrUxgNQoAAAQIECBAgQIAAAQIECBAgQIAAAQIECBAgQIAAgeYKCLg219NoBAgQIECAAAECBAgQIECAAAECBAgQIECAAAECBAjkS0DANV/9UA0BAgQIECBAgAABAgQIECBAgAABAgQIECBAgAABAgQyAQFXDwIBAgQIECBAgAABAgQIECBAgAABAgQIECBAgAABAmUWEHAtc3fNjQABAgQIECBAgAABAgQIECBAgAABAgQIECBAgACBwgoIuBa2dQonQIAAAQIECBAgQIAAAQIECBAgQIAAAQIECBAgQKAKAQHXKpCcQoAAAQIECBAgQIAAAQIECBAgQIAAAQIECBAgQIAAgXYLCLi2W9z9CBAgQIAAAQIECBAgQIAAAQIECBAgQIAAAQIECBBop4CAazu13YsAAQIECBAgQIAAAQIECBAgQIAAAQIECBAgQIAAAQJVCgi4VgnlNAIECBAgQIAAAQIECBAgQIAAAQIECBAgQIA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xkIMMiYido+IT0fEthHx0Yj4UESsFxH+bbwQLVQkAQIECPQQWBMRb0XEaxHxrxHxQkT8LCKeiIjnaBEgENZ/HgICBAgQKJuA9V/ZOmo+BAgQIECAAAEC/Qr4R7x+iZxAgAABAgQIECBAgAABAgQIECBAgAABAgQIECBAgECBBQRcC9y8Kkr/y4g4OiLGR8SoKs53CgECBAgQKIvAyohYEhG3RcQ/lWVS5kGgCgHrvyqQnEKAAAECpRSw/itlW02KAAECBAgQIEBAwNUzQIAAAQIECBAgQIAAAQIECBAgQIAAAQIECBAgQIBAmQUEXMvZ3SMj4vSI+OtyTs+sCBAgQIBATQI/jIjrIuI7NV3lZALFErD+K1a/VEuAAAECrRWw/mutr9EJECBAgAABAgTaKCDg2kZstyJAgAABAgQIECBAgAABAgQIECBAgAABAgQIECBAoO0CAq5tJ2/pDT8bERcLtrbU2OAECBAgUFyBFHRIvycfKe4UVE6gl4D1n4eCAAECBAj0LWD95+kgQIAAAQIECBAovICAa+FbaAIECBAgQIAAAQIECBAgQIAAAQIECBAgQIAAAQIECKxFQMC1PI/HNRFxRl/TWW+99WLs2LGx++67x5gxY+K//tf/Gptttlmsv/768YEP+Kfx8jwGZkKAAIHBI7BmzZp444034ve//338+te/jueeey6eeOKJeOihh+Ktt95aG8S1EXHm4JEy0xILWP+VuLmmRoAAAQK9Baz/PBUECBAgQIAAAQKDUcC/4g3GrpszAQIECBAgQIAAAQIECBAgQIAAAQIECBAgQIAAgcEjIOBa/F6PiYibImKnSlMZN25cTJo0KQ4//HBB1uL32gwIECBAoAqBFHy48847Y8GCBbF06dK+rngmIk6KiOeqGNIpBPImYP2Xt46ohwABAgQGVMD6b0D53ZwAAQIECBAgQKDFAgKuLQY2PAECBAgQIECAAAECBAgQIECAAAECBAgQIECAAAECAyog4Dqg/A3f/KCIuC0iRvQc6dhjj41zzjknPvWpTzV8EwMQIECAAIGiCvz85z+Pb3zjG7Fw4cJKU3gzIo6OiHuLOj91D0oB679B2XaTJkCAAIFqBaz/qpVyHgECBAgQIECAQFEEBFyL0il1EiBAgAABAgQIECBAgAABAgQIECBAgAABAgQIECBQj4CAaz1q+bjmyIi4vWcpn/zkJ+PrX/96HHDAAfmoUhUECBAgQCAHAg888EB89atfjeeff75SNUdFxHdyUKYSCPQnYP3Xn5CfEyBAgACB/xCw/vMoECBAgAABAgQIlEVAwLUsnTQPAgQIECBAgAABAgQIECBAgAABAgQIECBAgAABAgQqCQi4FvO5SDt33dOz9ClTpsTcuXPjAx/wT93FbKuqCRAgQKCVAmvWrIlTTjkl5s2bV+k2B9vJtZX6xm6CgPVfExANQYAAAQKDS8D6b3D122wJECBAgAABAmUV8K9+Ze2seREgQIAAAQIECBAgQIAAAQIECBAgQIAAAQIECBAgkAQEXIv3HIyJiB9HxIiupc+cOTP+9m//tnizUTEBAgQIEGizwBVXXBHnnXdez7u+GRF7RMRzbS7H7QhUI2D9V42ScwgQIECAQB8C1n8eDQIECBAgQIAAgSILCLgWuXtqJ0CAAAECBAgQIECAAAECBAgQIECAAAECBAgQIECgPwEB1/6E8vfzpyNip65lXXfddXHaaaflr1IVESBAgACBnApcf/31cfrpp/es7pmI2DmnJStrcAtY/w3u/ps9AQIECDRBwPqvCYiGIECAAAECBAgQGBABAdcBYXdTAgQIECBAgAABAgQIECBAgAABAgQIECBAgAABAgTaJCDg2iboJt3mmog4o+tYdm5tkqxhCBAgQGDQCfSxk9e1EXHmoMMw4TwLWP/luTtqI0CAAIFCCVj/FapdiiVAgAABAgQIEPgPAQFXjwIBAgQIECBAgAABAgQIECBAgAABAgQIECBAgAABAmUWEHAtTnc/GxEPdy13ypQpceONNxZnBiolQIAAAQI5Ezj55JNj3rx5PavaNyIeyVmpyhmcAtZ/g7PvZk2AAAECLRSw/mshrqEJECBAgAABAgRaIiDg2hJWgxIgQIAAAQIECBAgQIAAAQIECBAgQIAAAQIECBAgkBMBAdecNKKKMh6PiL/uOO+Tn/xkLFu2LD7wAf+sXYWdUwgQIECAQEWBNWvWxA477BDPP/9815//MCL2REYgBwLWfzloghIIECBAoFwC1n/l6qfZECBAgAABAgQGg4B/CRwMXTZHAgQIECBAgAABAgQIECBAgAABAgQIECBAgAABAoNXQMC1GL0/MiJu71rq9773vTjggAOKUb0qCRAgQIBAjgUeeOCB+PznP9+zwqMi4js5Lltp5Rew/it/j82QAAECBAZIwPpvgODdlgABAgQIECBAoC4BAde62FxEgAABAgQIECBAgAABAgQIECBAgAABAgQIECBAgEBBBARci9Gobrt3HXvssfGP//iPxahclQQIECBAoAACEydOjIULF3at1C6uBehbyUu0/it5g02PAAECBAZWwPpvYP3dnQABAgQIECBAoHoBAdfqrZxJgAABAgQIECBAgAABAgQIECBAgAABAgQIECBAgEDxBARc89+zv4yIJ7qW+bOf/Sw+9alP5b9yFRIgQIAAgYII/PznP49Pf/rTPavdPSL+qSBTUGa5BKz/ytVPsyFAgACBHApY/+WwKUoiQIAAAQIECBCoKCDg6sEgQIAAAQIECBAgQIAAAQIECBAgQIAAAQIECBAgQKDMAgKu+e/uNRFxRkeZ48aNiyVLluS/ahUSIECAAIGCCYwfPz6WLl3ateprI+LMgk1DueUQsP4rRx/NggABAgRyLmD9l/MGKY8AAQIECBAgQCATEHD1IBAgQIAAAQIECBAgQIAAAQIECBAgQIAAAQIECBAgUGYBAdf8d/fFiBjVUeYdd9wREyZMyH/VKiRAgAABAgUTWLx4cRxxxBFdq14ZEVsVbBrKLYeA9V85+mgWBAgQIJBzAeu/nDdIeQQIECBAgAABApmAgKsHgQABAgQIECBAgAABAgQIECBAgAABAgQIECBAgACBMgsIuOa7u2Mi4tmOEtdbb71444034gMf8E/Z+W6b6ggQIECgiAJr1qyJ9ddfP956662u5e8YEc8VcT5qLqyA9V9hW6dwAgQIECiagPVf0TqmXgIECBAgQIDA4BTwr4KDs+9mTYAAAQIECBAgQIAAAQIECBAgQIAAAQIECBAgQGCwCAi45rvTX4qIGzpKHDduXCxZsiTfFauOAAECBAgUWGD8+PGxdOnSrjM4NSL+ocBTUnrxBKz/itczFRMgQIBAgQWs/wrcPKUTIECAAAECBAaJgIDrIGm0aRIgQIAAAQIECBAgQIAAAQIECBAgQIAAAQIECBAYpAICrvlu/LyImNxR4syZM+Nv//Zv812x6ggQIECAQIEFrrjiijjvvPO6zmB+REwp8JSUXjwB67/i9UzFBAgQIFBgAeu/AjdP6QQIECBAgACBQSIg4DpIGm2aBAgQIECAAAECBAgQIECAAAECBAgQIECAAAECBAapgIBrvhv/eET8dUeJ3/ve9+KAAw7Id8WqI0CAAAECBRZ44IEH4vOf/3zXGfwwIvYs8JSUXjwB67/i9UzFBAgQIFBgAeu/AjdP6QQIECBAgACBQSIg4DpIGm2aBAgQIECAAAECBAgQIECAAAECBAgQIECAAAECBAapgIBrvhv/YkSM6ijxV7/6VWyzzTb5rlh1BAgQIECgwAIrVqyI//bf/lvXGayMiK0KPCWlF0/A+q94PVMxAQIECBRYwPqvwM1TOgECBAgQIEBgkAgIuA6SRpsmAQIECBAgQIAAAQIECBAgQIAAAQIECBAgQIAAgUEqIOCa78a/EREjOkpctWpVbLDBBvmuWHUECBAgQKDAAqtXr44NN9yw6wzejIj1CzwlpRdPwPqveD1TMQECBAgUWMD6r8DNUzoBAgQIECBAYJAICLgOkkabJgECBAgQIECAAAECBAgQIECAAAECBAgQIECAAIFBKiDgmu/Gvx8Rnf9u/f7778cHPuCfsfPdMtURIECAQJEF1qxZE+uss07XKayJiG7/RZHnp/ZCCFj/FaJNiiRAgACBsghY/5Wlk+ZBgAABAgQIECivgH8ZLG9vzYwAAQIECBAgQIAAAQIECBAgQIAAAQIECBAgQIAAgQgB13w/BSlU03mkD106CBAgQIAAgdYKVPgyCZ8hay250bsLWP95IggQIECAQJsFrP/aDO52BAgQIECAAAECNQn4Hydr4nIyAQIECBAgQIAAAQIECBAgQIAAAQIECBAgQIAAAQIFExBwzXfD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HLW6JwAAIABJREFU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FVzgJz/5STz22GOFncVHP/rROPzww2PYsGGFnYPCCeRRQMAhj10ZVDVZ/w2qdpssAQIE8idw3333xfPPP5+/wqqs6JOf/GQceOCBVZ7976dZ/9XE5WQCBAgQIECAAIE2Cwi4thnc7QgQIECAAAECBAgQIECAAAECBAgQIECAAAECBAgQaKuAgGtbuWu+mYBDzWQuIFC9wD/+4z/GcccdV/0FOTvzlFNOidmzZ8fw4cNzVplyCBRbQMCh2P0rQfXWfyVooim0R+A3v/lN/Ou//mu3m2299dax5ZZbtqcAdym9wK9+9at46aWXus1z9OjRsemmm5Z67v/9v//3+NrXvlbYOc6YMSMuuuiimuq3/quJy8kECBAgQIAAAQJtFhBwbTO42xEgQIAAAQIECBAgQIAAAQIECBAgQIAAAQIECBAg0FYBAde2ctd8MwGHmslcQKB6AQHX6q2cSWAwCQg4DKZu53Ku1n+5bIui8iawfPnyOPHEE+PJJ5/sLO3UU0+NK6+8MkaMGJG3ctVTUIFXXnkl0pfKLFmypHMG48ePj7lz55Y65CrgmrVbhqCgr1tlEyBAgAABAgTKKGBxWsaumhMBAgQIECBAgAABAgQIECBAgAABAgQIECBAgAABAh0CAq75fhYEHPLdH9UVXEDAteANVD6BFgkIuLYI1rDVClj/9ZB6/fXX47nnnounnnoq/umf/in+z//5P/Hss8/G6tWrO8/81Kc+FVtssUXsuOOOseuuu2Z/0g6LFV7P1fbBeTkWGKyhw9SS9Hr46U9/Gk888UQ8/fTT8S//8i/xwgsvdHZr1KhRsc0220R6Tey1116x++67x8iRI3PczfyXNhjD1AKu2XMpQ5D/l6cKCRAgQIAAAQKDRsDidNC02kQJECBAgAABAgQIECBAgAABAgQIECBAgAABAgQIDEoBAdd8t13AId/9UV3BBXoGXA855JD40pe+FMOGDcvlzB599NG45JJLOmtLu0nNnj07hg8fnst6FUWgqAICrkXtXGnqrmn9l8KeEydOjP/5P/9nUwE22GCDLCy64YYbZv/5iU98IvbYY4/4L//lv8Q666zT1HtVGmzVqlVx7733xv/4H/8jHn744brut9tuu8Vxxx0XRx55ZHz4wx+ua4yOi3784x/HX/3VXzU0RsfFHWHcnXfeOQsf7rLLLgKINci++eabce6558YNN9zQeVUKdd58881ZoLPao1KAb//994+0Ptx4442rHaYt56U5px1E6309HHTQQXHaaafFPvvsE+uuu27dNTfry2E22mijGDNmTKy33nrZ+8tOO+0Un/70p9v2/lIPwIMPPhgTJkzoFqyfOXNmnH322TF06NB6hsz1NT1fH1OmTIljjz02tzUvXLgw5s2b11nfjBkz4qKLLqqpXuu/mricTIAAAQIECBAg0GYBAdc2g7sdAQIECBAgQIAAAQIECBAgQIAAAQIECBAgQIAAAQJtFRBwbSt3zTerKeBQ8+guIDDIBXp+SD/vgdGi1TvIHy/TL7CAgEOBm1eO0mta/7Uq4NoX5fbbb599GcTxxx8fI0aMaLr4q6++GnPnzs2+wOGPf/xjU8ZPYbpp06ZF+j2/ySab1DVmMwOulQo49NBD44ILLshCfu0IENeFkIOL1qxZE4sWLYqpU6d2CxreeOONMXny5Jp27C1CwDUFW7/97W/HN7/5zW67tNbbihR0TV+WkkLW9exu3KyAa3/vLym0n8L1eTrefffdmDVrVpx33nmdZaUvAli8eHHst99+eSq1KbX0fH3UExhtSiFVDtKMeq3/qsR2GgECBAgQIECAwIAICLgOCLubEiBAgAABAgQIECBAgAABAgQIECBAgAABAgQIECDQJgEB197QO0bEs23y7+82NQUc+hvMzwkQ6C5QtMBo0er1vBEoqoCAQ1E711DdhV3/tTvg2qGcdnO99tprs0BmM44UHrvjjjuy8N0LL7zQjCF7jZF2Sr366qvjL//yL2sO97U64NpR7DnnnBPnn39+pFCuo7fA8uXL45hjjonnnnuu84cpbJ0CoLUGIvMccE1B3meeeSa+8pWvRHr2mnmkUOall14aJ598cs27ubY64Noxz2233Ta+9rWvxeGHH15zjc206jnWK6+8kgXl0266Xd8Lb7311thqq61aeeu2j92MwGg7i25GvdZ/7eyYexEgQIAAAQIECNQqIOBaq5jzCRAgQIAAAQIECBAgQIAAAQIECBAgQIAAAQIECBAokoCAa+9uXRwRe0XEJRHx6AA3U8B1gBvg9uUWKFpgtGj1lvvpMbsyCwg4lLm7fc6tsOu/gQq4JskUQks7Z+65554NPTRpp9aLLroobrjhhqrGSQG9HXfcMYYPH56d//7778eKFSti5cqV/V6fgqPXX399HHXUUTWFXNsVcE0TOOKII7LA5qabbtrvfAbTCWk307QT77x58zqnPWrUqGwHzZ133rlmirwGXFPYO635zjrrrKp2MU67sXbdmTi9DqoJiZ955plZ0LWWnZjbFXDtaOakSZPiyiuvjM0226zm/rbqgkceeSSOO+64ePnllztvkXZfTuH8oUOHtuq2bR+3GYHRdhbdjHqt/9rZMfciQIAAAQIECBCoVUDAtVYx5xMgQIAAAQIECBAgQIAAAQIECBAgQIAAAQIECBAgUCQBAdfe3frPEfFiRPzFfwRcBzLoKuBapFeTWgsnULTAaNHqLdwDoWAC/yEg4DAoH4XCrv/6Crim8GkK/9V7VBuS22233WLBggWxzTbb1HWrV199Nc4+++xsjL6ONI8UKBs3blx84hOfiPXXX7/iqW+//Xb84he/iKVLl0baUbGvwGsa7+abb4699krfaVPd0c6Aa6ro1FNPzYJ9tYQPq5tJcc9Ku2amwOPq1as7J3HZZZfFueeeG0OGDKl5YnkMuKZw66xZs+K8887rcz5//dd/ne1i+/nPfz623HLLiqHK9FpIO8CmtWP609Ws68C1hlzbHXBNte63335x3XXX1f0eU/OD0c8F77zzTlx44YVZnzqOzTffPG677baGw/7NrrWR8ZoRGG3k/rVe24x6rf9qVXc+AQIECBAgQIBAOwUEXNup7V4ECBAgQIAAAQIECBAgQIAAAQIECBAgQIAAAQIECLRbQMC1snjaxWt6lx+lnVwHIugq4NruV4T7DSqBogVGi1bvoHqYTLZUAgIOpWpnLZMp5Pqvr4DrjBkzsl1RGzn+/Oc/x69+9au466674pprrulzN8l6dy9MO3KmcGJfO7fusssu8dWvfjUOOuigzt1aq53PqlWr4qabboq///u/r1h3rcHcvgKuP/rRj2KPPfaotqx44403IoUPf/3rX8fjjz+eBXFTKLfSkUK/EydOrGmn2aoLKdiJf/jDH2LKlClZeLnjSO7Jb6uttqprNnkLuKZw6+zZsyPVVSmQml4PacfVffbZp6adQn/zm9/EOeecE3fffXdFp6uvvjrOOOOMqp6zSgHXMWPGxO23357t6Fzt0fV18JOf/CR7j/nhD3/Y5+Xjx4+PuXPn5mZX42XLlsXRRx8dy5cv76z5+OOPz3Ze3nDDDatlyPV5zQiMtnOCzajX+q+dHXMvAgQIECBAgACBWgUEXGsVcz4BAgQIECBAgAABAgQIECBAgAABAgQIECBAgAABAkUSEHCt3K2uu3h1PaPdQVcB1yK9mtRaOIGeH9JPQYkDDjgg/tN/+k+5nMvzzz+fBTk6jlNOOSULQgwfPjyX9SqKQFEFBByK2rmG6y7k+q+VAdeuomsLyaUdURcvXhw777xz1U3ob6fKFMg7//zzY6ONNqp6zEon/vKXv4y0S+WDDz7Y68dp59gUGFx33XX7vUezAq49b5RCvl//+tfjkkvSd+l0P8aOHRu33HJLpN0hB/uRwsqTJ0/uxlBLMLOSX94Cro888ki2U/HLL7/cq9y0o2sKkm+wwQZ1PQrpOUu73aY/PY9aXr/NCrj2rOH999+Pn/3sZ9nr4N577604xzztavzee+9ltaZnqONIvUmh9BTGLcPR8/XxN3/zN7neoTZ9YcD999/fSV/PlzxY/5XhyTUHAgQIECBAgEB5BQRcy9tbMyNAgAABAgQIECBAgAABAgQIECBAgAABAgQIECBAIELAte+noOcuXl3PbFfQVcDVq5RACwUqfUi/hbdr+tACrk0nNSCBTEDAYVA/CIVb/7Ur4JqeildeeSXS754lS5b0ekhSGOrCCy+sahfIdHFfYb4UEkshvKlTp9a0S+XantqVK1fGaaedFvfdd1+301Jw9Lvf/W7suuuu/T70rQq4phuvbSfbO++8Mw477LB+6yvzCSnwmXbHfOihhzqn2ejurWmgPAVcX3zxxSzcmp6znkd6PZx11llVBbHX9hys7Tn7whe+ENddd12MGDFirY9SqwKuHTdNO9em+c6cObNiHXna1fif//mf44gjjijtLq6VXh9Fep8RcC1St9RKgAABAgQIECBQjYCAazVKziFAgAABAgQIECBAgAABAgQIECBAgAABAgQIECBAoKgCAq59d66vXby6XtHqoKuAa1FfWeouhICAayHapEgCbRcQcG07eZ5uWLj1XzsDrqlRTz/9dEyYMCFSaLTrceCBB2a7F44cObLffv7hD3+IKVOmxNKlS3udm4JtaWfVoUOH9jtOLSc89thjccIJJ/Sq+6KLLorp06fHkCFD1jpcKwOu6cYvvPBCHHXUUfHcc891q2PatGlZ2G/YsGG1TLdU5951111x+OGHd5vTrFmzItlUeL+ueu55Cbim3UCvvPLKbIfWnkezdy3tK0ibguV333137Lvvvmv1a3XANd18bUHcZgSbq35A+jkx7UKd3ju67opbrWOzamjlOAKuma4MQSsfMmMTIECAAAECBAjUJGBxWhOXkwkQIECAAAECBAgQIECAAAECBAgQIECAAAECBAgQKJiAgOvaG7a2Xby6XtmqoKuAa8FeUMotloCAa7H6pVoC7RIQcG2XdG7vU6j1X7sDrm+//XYWLJw7d263Bm6//fbxne98Jz7+8Y/329i+fv+mXTq/+c1vxoYbbtjvGLWeUCmMlsbYbbfdYtGiRfGxj31srUO2OuD6zjvvxLnnnhvXXntttzpqCQ7XalKE81PY8fTTT49vf/vbneWOHj067rjjjthuu+0amkJeAq6VdgJNE9tnn32y0PhHPvKRhubZ8+K+Xn9nnHFGFrRdd911+7xfOwKu6eZr2y26GeHmZoE+9dRTccghh0TaZbjjqMaxWfdv5TgCrpmuDEErHzJjEyBAgAABAgQI1CRgcVoTl5MJECBAgAABAgQIECBAgAABAgQIECBAgAABAgQIECiYgIDr2htWzS5eXUdodtBVwLVgLyjlFkug54f00wfUv/SlL1W9S9r7778fd955Z7z22mvZTnSN7Db31ltvZaGeFGbYddddK0I++uijcckll3T+7JRTTonZs2fH8OHDiwWvWgI5FxBwzXmDWl9eodZ/7Q64Jv4Ubp06dWqvTvzoRz+KtMPi2o7XX389TjrppGy3yK5HCi3edtttscMOO7Ssw8uWLYujjz46li9f3u0e6Xf5YYcdttb7tjrgmm6efqefddZZ3erYf//9I61XNt5445a55HngSgHCZq1/8hBwTbu3prVdqqXnUc1zWU/v+noNjhkzJm6//fbYdttt+xy2XQHXVEBfu0WPHTs2brnllth8883rmX5Tr6lkWY1jU4to0WA9Xx/p7zrHHnts1XdLof2bbropNttss37fX/sb9NVXX41rrrkmvvCFL8TWW29d8fSFCxfGvHnzOn82Y8aMSDt013JY/9Wi5VwCBAgQIECAAIF2Cwi4tlvc/QgQIECAAAECBAgQIECAAAECBAgQIECAAAECBAgQaKeAgGv/2tXu4tV1pGYFXQVc+++PMwjULdDzQ/q1BCbSB60vvvjiuOGGG2KDDTbIQiknnHBC3SHXxx9/PAvdvPHGG9k4Z599dmy11Vbd5tZIvXUjuZDAIBQQcBiETe895cKs/wYi4NrXDpDVBFwffvjhOPTQQ2P16tXd1FMQafr06TFkyJCWPYCVdgNNYb60c2r63bu2e7cj4FrJdTAHXNesWROXXnppr5Bas4KfeQi4vvTSSzFx4sRIX2LS9UivkRQOHDlyZEteD2nsyZMndxs7vRbS7qhp1+C+jnYGXAci/FsPdqXA//z587Mgf5GPnq+PWgKjv/nNb+Kcc87Jvshg1KhR8Q//8A9xwAEHRIX1VVVEHc/dRhttlO0gnv7Otskmm3S7tpF6Oway/quqHU4iQIAAAQIECBAYIAEB1wGCd1sCBAgQIECAAAECBAgQIECAAAECBAgQIECAAAECBNoiIODaP3Otu3h1HbHRoKuAa//9cQaBugXqDYymcGsKBSxdurTz3inkOmfOnDjmmGNq/vD2qlWr4stf/nK2G1XHkT7A/Y1vfCOOP/74zsDN22+/HWmn144j7Ri74YYb1ny/usFcSGCQCAg4DJJGr32ahVn/FSngmnb0S2HSa6+9tpt+2r31jjvuiO22267lD1/aJfb++++Pv/mbv4k999wz211wnXXW6fe+7Qi4pnVACtp2PVLYcMGCBS0LOvY78QE84bXXXotJkybFAw880FnFbrvtFosWLYqPfexjDVeWh4BrWkuOHz++11yuuuqqLMjXquOf//mf47zzzouddtopdt999+w/09qzvwBiOwOuae5p1+UJEybEihUrulEkm5kzZ8awYcNaRVT1uM8880wcfPDB8fLLL3deU8uX5lR9ozafWG9g9Fe/+lUcd9xx8dOf/rSz4hRyvfnmm2OvvfaqeRa/+93vsveBH/wg/U9X/36kMPbVV1+dhWY7jvQlQel3TMex7rrrxvrrr1/T/az/auJyMgECBAgQIECAQJsFBFzbDO52BAgQIECAAAECBAgQIECAAAECBAgQIECAAAECBAi0VUDAtTruenbx6jpyvUFXAdfq+uMsAnUJ1BtwTTd77LHHshDKypUrO+9d74e3lyxZkn1wu+tudinQknZ/SsEbBwEC7RUQcGivd47vVoj1X7sDrmlXzUsuuST70/XYfPPN45577smCcn0d6XfmscceG0888US3U4oQBmt1wDXtVpl2sb388su72Zx//vmRgmat3Nk2r6/BVgcHBzrg2lfPq3ktDVTP2h1wTWvj0047LQt5dz323nvvSLVsscUWA0XRed8//elP2RffLF68uPO/S6HhhQsXZruXFvWoN+CafkekEPrUqVO7/d0mhdO/9a1vRfpCg2qPNFb6QoSvfOUr3S6ZMmVKzJ49O0aMGFHtUFWdZ/1XFZOTCBAgQIAAAQIEBkhAwHWA4N2WAAECBAgQIECAAAECBAgQIECAAAECBAgQIECAAIG2CAi4VsfcyC5eXe9Qa9BVwLW6/jiLQF0CjQRcm/Xh7T/84Q+RPqTddTfYeoOydSG4iACBXgICDh6K/xAoxPqv3QHXtEth2l38oYce6vagVBM4+/73vx/77bdfrwfs1ltvjYkTJ+b6wWt1wPW3v/1ttgv8k08+2emQdoe/++67Y9999821TauKmzt3bhaS63rMmTMnUiC6GcdAB1xff/317AtO7rvvvm7TSbtSpkDnhz70oWZMs6ljtDvgmopPQcazzjqr2zzSa+PBBx+Mz3zmM02dXz2D9RX6T/V97nOfq2fIXFxTb8A1Ff/uu+/GrFmzsl2Cux5pt+L0ut50002rmuMLL7wQRx11VDz33HOd59cTlK3qZhGVdjCWIagWz3kECBAgQIAAAQItF7A4bTmxGxAgQIAAAQIECBAgQIAAAQIECBAgQIAAAQIECBAgMIACAq7V4ze6i1fXO1UbdBVwrb4/ziRQs0AjAdd0s3feeScuvPDC7APcXY9qP7ydPhCfdmk9+eSTu10/c+bMOPvss2Po0KE1z8kFBAg0LiDg2rhhiUbI/fqvnQHXvn5vpX5PmzYt0u+vYcOG9dn+tDvpBRdc0O3n22yzTbbz4Q477JDrx6aVAdcUBkt2aQfXrscRRxyRhcFGjhyZa5tWFPfnP/85C8elcGPHkUKN3/ve92KPPfZoyi0HOuD6y1/+Mo488sj4xS9+0W0+1byWmgJQxyADEXAtQjA+fVFNWv93Pa666qrsfbGoRyMB1zTnFOBOYfQ77rijG8Gpp54aV155Zb+7r6b3xenTp8dll13W7T0ghdzTlwFUWKs1TG391zChAQgQIECAAAECBFooIODaQlxDEyBAgAABAgQIECBAgAABAgQIECBAgAABAgQIECAw4AICrtW3oFm7eHW9Y39BVwHX6vvjTAI1CzQacE03fOWVV7IPby9ZsqTb/VOI56tf/WoMGTKkz7oq7Uo0mMMsNTfQBQRaJCDg0CLYYg6b+/VfOwOujz32WJxwwgmxcuXKbt2sZqfRt99+Owt7pcBm12Ps2LGxcOHC2GSTTXL9hLT0ghyJAAAgAElEQVQq4Lp69eoswJUCrl2Pwb6b+6uvvhrHHntst52Cd9999+xZSTbNOAY64NrXM9XMXWqb4dR1jIEIuPYVBJ4xY0avUHiz51vteMuWLYsJEybEihUrOi9Jfz9IAe3hw4dXO0yuzms04Joms3z58jjxxBN77Uydfg+kkOrajscffzyOPvroSLuGdxzpC4AuvfTSWHfddVtiZf3XElaDEiBAgAABAgQINElAwLVJkIYhQIAAAQIECBAgQIAAAQIECBAgQIAAAQIECBAgQCCXAgKutbWlmbt4db1zX0FXAdfa+uNsAjUJNCPgmm749NNPZx9qT4GfjTbaKNIH7idPnrzWD19X2v11zJgxsWjRohg9enRN83AyAQLNFRBwaK5nCUbL9fqvHQHXFE6988474+/+7u96hVtTf6dMmZIFuUaMGNFnu/uqsyghsGYFXNPOpCnU+uKLL8b9998fN910U8XAcCt3KSzCa7JSqHHSpElx/fXXRwpUN+MY6IBrpbBomlf60pRx48Y1Y4pNH2MgAq4vvfRSTJw4MR59NP2V+f8faSfQWbNmxQc/+MGmz7PWASsFsosS3u9rrs0IuHY8z+m1m973tt122/j7v//7OOyww2Kdddbpk7nS7q8HHnhgzJ8/PzbbbLNa21P1+dZ/VVM5kQABAgQIECBAYAAEBFwHAN0tCRAgQIAAAQIECBAgQIAAAQIECBAgQIAAAQIECBBom4CAa23UrdjFq2sFPYOuAq619cfZBGoSaFbAdc2aNdkHrlPoIv1JO4xV+IB0t9oefPDBLBSbPuydjhTWGOxhlpqa52QCLRQQcGghbjGHzvX6rxUB1xRoXbVqVbb73sMPPxx33HFHpF3HKx277bZbfOtb3+r3yxkq7Vqexps+fXr2p7/fmwP96PQVcG12XWl30q9//etx+OGHrzUA1uz75m28tHvjXnvt1a2s888/P1LobsiQIU0pd6ADrmkXy6lTp/aay49+9KPYY489mjLHZg8yEAHXIoTj33rrrTjzzDOzvw90HOmLa26//fYs1FnEo1kB13fffTd7j09fCHTNNdfExz/+8bVydPy96uSTT+48r107Wlv/FfFJVTMBAgQIECBAYPAICLgOnl6bKQECBAgQIECAAAECBAgQIECAAAECBAgQIECAAIHBKNAz4DoYDfI4546ga+pP55E+7OkgQKB5An0FXNMdpk2bFil4kOcj7RR70UUX5blEtREopEDeg3aFRFV0NQJ1rf/6Cn9Vc8NGz0nBrRtvvDH23HPPfoeqtCNnuqgov8vaEXA9/vjj45JLLomtttqqX8+yn1ApSHnVVVdl67NmHQMdcK10/+233z6+853v9BsCbJZBreMMRMD1T3/6U0yePDkWL17crdy0o+eCBQti5MiRtU6j6ee/99572Zr88ssv7zZ2nsPK/SH0FXAdyN85/dXc9ee33nprtvNvLYeAay1aziVAgAABAgQIEGi3gIBru8XdjwABAgQIECBAgAABAgQIECBAgAABAgQIECBAgACBdgoIuLZTu8F7Cbg2COhyAj0EBFw9EgQIVBIQcPVc5Emgv/XfQIWN9ttvv7jiiitixx13rIqrr4BoPSGkqm7Y5JPaEXDdd99945RTTomDDjoohg8f3uQZFGu4FBS84IILuhXd7GcljwHXvO/6ORAB17SjdKUvntl///0j1bPxxhvn4uGu9MwuWbIkxo0bl4v6ai1CwDUTkyGo9cFxPgECBAgQIECAQMsELE5bRmtgAgQIECBAgAABAgQIECBAgAABAgQIECBAgAABAgRyICDgmoMmVFtCfwGHasdxHgEC/y4g4OpJIECgkoCAq+ciTwL9rf/aHXBNO0yeffbZMWHChBgxYkTVVK0IuPYVfKu6qC4n9heebEfAtaOcXXbZJS677LL47Gc/G+uss0490yn8NZXCp83eDVPAtfbHRMC1b7NKNv29r9TegfZdIeCaWcsQtO+RcycCBAgQIECAAIF+BCxOPSIECBAgQIAAAQIECBAgQIAAAQIECBAgQIAAAQIECJRZQMA1n919LCIujojUn86jv4BDPqeiKgL5FRBwzW9vVEZgIAUEXAdSf1Dfu671XzsCrttuu22k3RKPOOKI2HXXXWPYsGE1N0rAtTayDTbYIM4999wsTDzYdnPtK7gs4FrbM9SKswci4PrWW2/FmWeeGfPnz+82pbzt4FrJZs6cOdmuzEU8BFyzrskQFPHhVTMBAgQIECBAoKQCFqclbaxpESBAgAABAgQIECBAgAABAgQIECBAgAABAgQIECBAoA6B/xwRv42I9J+tODqCDY/+x+Brut5EwLUV5MYczAI9P4g+Y8aMuOiii6omqRTAqGenpr4+QF51IU4kQKCpAhUCrhs39QblHWy9iNg5Im6LiHW7TPP4iFhQ4Gnnev3XV8A1hVJHjRq1Vvb0e+zZZ5+N1atXVzzvi1/8YqTfUZtvvnk0Gvx+5pln4uCDD46XX365273STqXnn39+XY9HHnZwrTV0mdbzq1atysyff/75uP/++2Pp0qWxcuXKigYzZ87MQq5Dhw6ty6iIF1Xq6zbbbBOLFy+OHXbYoWlTGugdXC+//PK44IILus0nvdbuueee2GmnnZo2z2YONBAB177e4yZNmhTXX399pDB4Ho7HH3889tprr26l1Pp3izzMo6OGnq+PWv+OU6lvtb5fNuvvWtW6Vvg9J0NQLZ7zCBAgQIAAAQIEWi5gcdpyYjcgQIAAAQIECBAgQIAAAQIECBAgQIAAAQIECBAgQIBAYQTSrqrTW1Btz2Brxy0EXFuAbUgCHQICrp4FAgQqCQg4NPRcpJDr73p8GUjRA665Xv/1Ff6qNlj17rvvxnPPPRezZs2KRYsW9Wr+LrvsEimE+tnPfjbWWWeduh+OF154IY466qjsXl2PauusdOMiBlwrzSMFXq+55pr4+te/3itsnMJ7N954Yxx99NF12xftwkp9HTNmTNx+++2RgtvNOgY64FopLJrmVmsIsFke1YyTp4Br2hl19uzZudnhuNIu1Y28v1XTj1aeI+Ca6coQtPIhMzYBAgQIECBAgEBNAhanNXE5mQABAgQIECBAgAABAgQIECBAgAABAgQIECBAgAABAqUVaMXuXX0FWzsQBVxL+ziZWB4EGt05tVm7CjVaRx4s1UCgTAICrg13898iYssuo0yNiLkNjzowA+R+/ddowLWD9f33348777wzvvrVr/baTTSFLM8999xsJ9Hhw4fX1YmXXnopJk6cGI8++mi360899dQsXPvBD36w5nHLEnBNE0/+CxcujOTRc0fdsWPHxi233JLtpDsYjsEScP3+978f++23X6+W3nbbbVkYPI/HQARc+wrHp52f0xp6yJAhuaAqU8C1GX/HsYNrLh5LRRAgQIAAAQIECJRIQMC1RM00FQIECBAgQIAAAQIECBAgQIAAAQIECBAgQIAAAQIECDQg0Mzdu/oLtnaUKeDaQMNcSqA/gZ7B0quuuiqmTZvW32WdP2/Gh7/TYAKuVZM7kUBbBARcG2YuU8A19+u/ZgVcU9fXrFkTP/jBD+KLX/xir5Br+vnFF1+cBV3rCbmm0OZpp50WCxYs6PaAHXjggdl/N3LkyIYfvGoG6Cssd+utt2YB3L6OSuG1dG4zd9tM64rke9111/UqI4WPDzvssGqmWPhzBkvAddmyZTFhwoRYsWJFt57Vuh5tZ8MHIuD6k5/8JAsC9wx+582p7AHXJUuWxLhx46p+3ARcq6ZyIgECBAgQIECAAIGqBARcq2JyEgECBAgQIECAAAECBAgQIECAAAECBAgQIECAAAECBEot0Kzdu6oNtnZgCriW+rEyuYEUeO+99+Kiiy6Kyy+/vLOM/sItPesVcB3IDro3gdYJCLg2bFuWgGsh1n/NDLimzqeQ66JFi2Lq1Km9AmXp5zNnzsx2ch06dGhND0ql37tpgDFjxsTtt98e2267bU3j1XtyngOuaU5PPfVUHHLIIfHyyy93m2L6Ao5kP2zYsHqnXpjrKq2vtt9++/jOd74TH//4x5s2j55fMJIG3n///SOFODfeeOOm3aevgfra1TjPvR6IgGt6fzj66KN7MdYauGx1Q5cuXRrjx4/vdpsZM2Zkf98o2lHpCwlqDfMLuBat6+olQIAAAQIECBDIu4CAa947pD4CBAgQIECAAAECBAgQIECAAAECBAgQIECAAAECBAi0XqDR3btqDbZ2zEjAtfW9dYdBKlApPHHbbbfFUUcdVbXIn/70p5g8eXIsXry485paQ7LpQju4Vk3uRAJtERBwbZi5LAHXQqz/mh1wTd1/9913Y9asWXHeeef1ehg22GCDmDNnThxzzDFR4bWy1oenUjguXdDOoFreA66V1hbJqJ3By4bfARocoNIaLQ1Za8CuvzIGOuDa1zzHjh0bCxcujE022aS/KTT087Tuveuuu2LffffNnq8tt9yy3+B6uwOufQXjt9lmm2z9vcMOOzRk0MyLK9ncfPPNcfzxxzfzNm0Zq+fvlfS+/+CDD8ZnPvOZqu+/cuXKOPbYY+OJJ57ovKbW13Czvkyo2qKt/6qVch4BAgQIECBAgMBACAi4DoS6exIgQIAAAQIECBAgQIAAAQIECBAgQIAAAQIECBAgQCA/Ao3s3lVvsLVj9gKu+XkOVFIygddffz0mTZoU9913X+fMav3QdaVQUfrw9+c+97matARca+JyMoGWCwg4NExchoBrYdZ/rQi4pifg1VdfjVNOOSXuvvvuXg/E6NGjI4Xjag2XLVu2LCZMmBArVqzoNub555+ffdnDkCFDGn74+hsg7wHX//t//2+2Q+4NN9zQbSo77bRTZr711lv3N8XC/7yvUGOt67T+IAY64Jrqmzt3brZbctdj8803j+9+97ux66679jeFun/+5z//OQuwz549u3OMjTbaKNs9ePr06fHRj3604tjtDri+9tpr2Xr9gQce6FZPeh+ZP39+/MVf/EXdBs2+8JZbbokTTjih27D1fPFNs+uqZ7x/+Zd/yXbNfeaZZ7LL69lpu+d7bT2hZAHXerrnGgIECBAgQIAAgbIKCLiWtbPmRYAAAQIECBAgQIAAAQIECBAgQIAAAQIECBAgQIAAgeoE6tm9q9Fga0dlAq7V9chZBGoWeOmll2LixInx6KOPZtemMME999wTKUBS7ZHCP2lnooceeqjzknrCFwKu1Yo7j0B7BARcG3YuQ8C1MOu/VgVc01OQAqkp5LR8+fJeD8URRxyRhfNGjhxZ9QPz5ptvxumnnx7f/va3u12z2267xaJFi+JjH/tY1WPVe2LeA65pXpWCl/UEzOo1ysN1lQyaHRbMQ8A1BQgPPvjgePnll7uxpx2Up02bVvMuydX2ruc6uOO6Aw44IBYsWBAf+tCHKg7V7oDrww8/HIceemisXr26Wz2pdxdeeGHLfKp17Hpepefpscceiz333LOe4Qb0mp5fRrD77rtnuwqPGjWq6rp++ctfxpFHHhm/+MUvsmvqeQ8TcK2a24kECBAgQIAAAQKDQEDAdRA02RQJECBAgAABAgQIECBAgAABAgQIECBAgAABAgQIECDQh0Ctu3c1K9jaUY6Aq0eTQIsEen7oukW3aduw+++/f6TQwcYbb9y2e7oRgbIKCLg23NmiB1wLtf5rZcB1zZo12S6JJ598csWH4uqrr44zzjijppBZpYBcGryesep5UvMecO1rB9d6wmH1+OTlmkrPyZw5c7JdhZt15CHg+qc//SkmT54cixcv7jatsWPHRtoRNH0BSyuOu+66Kw4//PBeQ1900UXZDq597abczoDrO++8E+eee25ce+213epsxw63tZpX2hG3ni/PqfW+rTr/8ccfj7322qtVw7d93PS+kXYrHj58+Frvbf3X9ta4IQECBAgQIECAQA0CAq41YDmVAAECBAgQIECAAAECBAgQIECAAAECBAgQIECAAAECJROodveuZgdbOxgFXEv2QJlOfgTK9sFtAdf8PFsqKb6AgEPDPSx6wLVQ679WBlzTk7Bq1ar48pe/nIXteh6jR4+O2267LXbYYYeqH5q0U+Xxxx/fbffzdHEKcKZdXNOYrTzyHnDtK/A42H7Pf//734/99tuv26Nw/vnnZ7vb9hW+rPW5yUPANdV80003ZSHXnkezd6ztGL+v13Q1wdF2BlzTWj3tIN1zd9u0o2syq2X36FqfjVrPr/S63WmnnbL3x6233rrW4Qb8/PR+f8IJJwx4Hc0qQMC1WZLGIUCAAAECBAgQGEgBAdeB1HdvAgQIECBAgAABAgQIECBAgAABAgQIECBAgAABAgQIDJxANbt3tSrY2jFrAdeB6787l1xg7ty5MXXq1NLMcrAFX0rTOBPJpYCAa8NtKXLAtXDrv1YHXNPT8PTTT8eECRNi5cqVvR6OKVOmZDvjjRgxoqoHZ227wp566qlx5ZVXVj1WVTfscVLeA65PPfVUHHLIIb1Cfclm1qxZ8cEPfrCeaRfummXLlmXP3IoVKzprnzRpUlx//fWxwQYbNGU+eQm4/va3v41jjjkmnnzyyW7z2meffWLBggXxkY98pCnz7RhkyZIlkSxXr17dbdwUPP/mN78ZG264YZ/3a1fA9dVXX81267377rt71XLnnXfGYYcd1lSTRgdL743HHntsPPHEE51DHXjggVn/8hTErWae7733XqSdfC+//PJqTi/EOQKuhWiTIgkQIECAAAECBPoREHD1iBAgQIAAAQIECBAgQIAAAQIECBAgQIAAAQIECBAgQGBwCqxt965WB1s7xAVcB+ezZ9YtFvjzn/8c5513XhbIKcsh4FqWTppHHgQEXBvuQpEDroVb/7Uj4JpCqddee2185Stf6fVwpLDhnDlzsoBehddOxYfp97//fbZj5X333dfr5zNnzoyzzz47hg4d2vCDWGmAPAdc33nnnbjwwguzIGvPY/78+XHSSSe1xCSPg6aAYwoMPvTQQ53l7b333pEClltssUVTSs5LwDW9vtKaND33PY9mh76XL18eJ554Yq8wbXodpzDm+PHj12rbjoBreh1cddVVccEFF/SqZdy4cTFv3rz48Ic/3JRnoFmDPPPMM3HwwQd3C6ZPmzYt0vvZsGHDmnWbtozT1y7Sbbl5i24i4NoiWMMSIECAAAECBAi0VUDAta3cbkaAAAECBAgQIECAAAECBAgQIECAAAECBAgQIECAAIFcCPS1e1e7gq0dCAKuuXgcFFE2gUqhifRB+vRB9GqPSiHZFNa55pprYr311qt2mOy8ngGLGTNmZDsnOQgQGBgBAdeG3YsacC3k+q8dAdf0RKxtR8XddtstC8dts802VT88jzzySBx33HG9dipNQbu/+7u/izPPPDPWXXfdqser5sQ//vGP2a6E3/jGN3qdfuutt8bEiRP7HObHP/5x/NVf/VWvn//oRz+KPfbYo5rbr/WcFHJctGhRtrt8z501R48eHXfccUdst912Dd+nKAO8/fbb2bps7ty5nSWnZ+PBBx+Mz3zmM02ZRl4Crmkyv/vd77JdVX/wgx/0mttll10WZ511VsOvh1deeSXbFTXt4NrzqGb31nRNqwOu6dlP803B0J5H6v/ixYtjv/32a0r/mzlIJZcU/E/eRTt++ctfxpFHHhm/+MUvOktPz0wKF1d7VArJTp8+PdKfar8IId2r0vtAf+/V1dZY6Tzrv0b0XEuAAAECBAgQINBqAQHXVgsbnwABAgQIECBAgAABAgQIECBAgAABAgQIECBAgAABAvkT6Ll7V7uDrR0iAq75ezZUVAKBSrsspcDE5z73uapn99JLL2VBmEcffbTzmno+uJ0uFnCtmt2JBNoiIODQMHNRA66FXP+1K+Canoq+QqnpZ2n3yUsvvbTqEN67776b7VSadlSvdKTA3SWXXBJbbbVVww9k2hHy3nvvjSuuuCJ++tOfVhyvv9BUKwOuKcR10003ZeGvFMLteaQvvUg/GzJkSMMWRRog7Wqagp1dj2aGBvMUcE1zTCHCFHLtGXBOPzvnnHPi/PPPj4022qiuFq5cuTILDN999929rh81alQWXK0mqN2qgGt6P0jh3rSDcV+v0Vbv7lwXbERU+tKbFMb93ve+V5Vpvfdt1XVLly7ttpNv+uKCFCzeYYcdqr7lsmXLYsKECbFixYrOa26++eZI7+u1HAKutWg5lwABAgQIECBAoOwCAq5l77D5ESBAgAABAgQIECBAgAABAgQIECBAgAABAgQIECBAoLtA1927BirY2lGRgKunk0ALBNJuYGmHtI5jp512ittuuy223nrrqu/28MMPx6GHHtothFDr7kYdNxNwrZrdiQTaIiDg2jBzEQOuhV3/tTPgmkJoKWiZdljsedSzu+Kbb76ZBdrS7ueVjhTmSwHYE044IT784Q/X/GC+/vrrkcJaKUjbdTfCSgO1M+CadmtdtWpV/Nu//Vvcf//9ke7dV30pdJh+3oygb82AA3xBChV//vOf77bWSjtipuDr8OHDG64ubwHX/kLfu+yyS/b6Gzt2bNVB8hTuvvPOO2PGjBnxwgsvVDS78cYbY/LkyVXtrNmMgGvH85+CvM8//3w8/vjjcdddd/VZXyr61FNPjSuvvDJGjBjRcN+bPcBrr72WBZMfeOCBzqH33nvvLDS8xRZbNPt2LR3vvffeixSoTztddxwHHnhgtkP3yJEjq753CuynZ6rj2HzzzeOee+6J9HeuWg4B11q0nEuAAAECBAgQIFB2AQHXsnfY/AgQIECAAAECBAgQIECAAAECBAgQIECAAAECBAgQINBdIO3etXdEpP/8/1szDoySgOvAuLtriQXSh+lPO+207IPaHUf6UPr1118fKZxTzZHCAueee25ce+21naePGTMmbr/99th2222rGaLbOQKuNZO5gEBLBQRcG+YtYsC1sOu/dgZc05Px4osvxnHHHRcpfNjzSEGo+fPnx2abbVb1Q5RCrikwWyk02zFI+v180EEHZTun77rrrrHxxhvHOuus0+seKSD4v//3/44f/vCHWWAufRlFpd0wu16Yxv7a174WX/rSl9YanutrB9eqJ1rHiSngm76Ao5Yd5uu4TW4vefnll7MdHx966KHOGnffffdYuHBhpF1HGz0qBVwbHbPS9bWsEdPrIa0xb7jhhj5L2X777eOkk07KdtnccsstY+jQod3Off/99+P3v/999vzPmzcvez30dVx88cXZ/aoNDFcKuLbCrOuYaZ2eQuqbbLJJq29V1/iVgthpt9y04+ywYcPqGnOgLnrppZey99lHH/3//zNI2jk4vVaq3UE6fbFAej677hZ8wAEHZH/3+tCHPlTT1ARca+JyMgECBAgQIECAQMkFBFxL3mDTI0CAAAECBAgQIECAAAECBAgQIECAAAECBAgQIECAQA+BHSPi2ZyoCLjmpBHKKI/AU089FYccckik0ETHMWfOnEg7glV7VBrjjDPOyHaWWnfddasdpvM8AdeayVxAoKUCAq4N8xYx4FrY9V+7A67p6Ug7lqfQWaXwaPqdlnZd7Rm6W9tTlb44IgVjU9D0j3/8Y1UP4Gc+85nYcMMNO89duXLlWneArDRoCs1ecskl8alPfarf3SvbHXBN4db05RtHHXVUv7VVBVbAk9Jukqk/6ZnqeqQdSQ877LCGZ5THgGuaVHoNpNdQCqdWc3R9LaRA4LPPPttvsDuNe8EFF2R/atkVtd0B1+SQaqz2S2iq8WrmOWk32ksvvTTb9bTrkd4jx40b18xbtWWs9MUAhx9+eLd7PfjggzWF7CuNkQLKKfRbYX211nkJuLal7W5CgAABAgQIECBQEAEB14I0SpkECBAgQIAAAQIECBAgQIAAAQIECBAgQIAAAQIECBAooYCAawmbakoDJ1ApKDF69Oi44447YrvttquqsLSzVvqAdtfQQfrQfdqlaN99961qjJ4nCbjWxeYiAi0TEHBtmLaIAdeGJ93EAWpa/w1EwDWFjtKuj9ddd12vaaedNVMIbo899qiJJAXFfv7zn8f06dPj3nvvrenaWk/eZZddsvuMHTu26i+maGfANdldffXVsdNOO9UcCKvVIu/np11IDz300G6BzUa+VKTrfPMacE01ptdY2sU1BXz724W41h6m8PRVV12V7dRZSxA93addAdf0Gk27On/2s5+tuFtzrXNu1fmVdhnee++9M6ctttiiVbdtybjp7zinn356fPvb3+4cP71H3nLLLbH55ptXdc+0c/DkyZPjvvvu6zy/1r9rdb2RgGtV7E4iQIAAAQIECBAYJAICroOk0aZJgAABAgQIECBAgAABAgQIECBAgAABAgQIECBAgACBHArUFHDIYf1KIpArgd/+9rdxzDHHxJNPPtlZ1xe+8IUsoFPN7lUpfLNo0aKYOnVqt7BBCl7cdNNNMXLkyLrmK+BaF5uLCLRMQMC1YVoB18YIa1r/DUTANU1v+fLl2e/U5557rtdsjzjiiJg7d25dvxfTbq4PPfRQXHHFFfHDH/6wMckeV6cdW0877bTYZ599qg62dgzRjoBrI/U1FSpHg73++utx0kknZV8k0nE0EpjrOrU8B1xTna0IfadnLM17xx3TptW1H60MuKYvjElfFnPKKafU9RqtfTaNX1EpgJ12c00B+iFDhjR+gzaO8NRTT8UhhxwSKbTbcdQyl3fffTfSTq1p192uRyOBdAHXNj4AbkWAAAECBAgQIJB7AQHX3LdIgQQIECBAgAABAgQIECBAgAABAgQIECBAgAABAgQIECitQE0Bh9IqmBiBJgikkMDs2bPj7LPP7jbanXfeGYcddlhVd0hhnhNPPLFbQDZ9GH/BggUxfvz4qsaodJKAa910LiTQEgEB14ZZBVwbI6xp/TdQAdf0e3X+/Plx8sknV5ztjTfemO3kV+H1VJVOCkulL6RIXyyR/lKyDJUAACAASURBVPzxj3+s6rqeJ+22227Z7/kjjzwy0u6y9dbTzIBr2kFzzJgxsemmm8bOO++c7dSa/v96vyijLpgCXZS+RCQ9S12PFKSbNm1a3f1MY+U94Nox3/fffz97LcyZMycL+ta6o2taq6YvY0lf0JJeD+uss07d3W9WwHXbbbfNXo9bb711bLfddlldn/jEJ2L48OF119buC1MYP+1kfe2113beOu10+t3vfjd23XXXdpfT0P2aMZfHHnssTjjhhFi5cmVnLanHixcvzt7n6jkEXOtRcw0BAgQIECBAgEBZBQRcy9pZ8yJAgAABAgQIECBAgAABAgQIECBAgAABAgQIECBAgED+BWoKOOR/OiokMHAClXaaGzduXMybNy8+/OEP91vYK6+8ku0otWTJkm7nnnrqqXHllVdWtQNsXzcRcO2X3wkE2iog4Nowt4BrY4TWfz38Utj117/+dTzzzDPx7LPPZrvGphDVCy+80Hmm0GhjD12er/7d734XkyZNih/84AedZaZdeNMXjHzkIx/Jc+lNry0F/v7X//pfWeD1pz/9afY6SK+HrgHwFB5NwdEUKtx9991jl112EZ5ueiciKu14mv6ukL5Qp0hB3UTzyCOPxHHHHddt99Za5lLpS4DSuDNnzsy+XGjo0KF1dUDAtS42FxEgQIAAAQIECJRUQMC1pI01LQIECBAgQIAAAQIECBAgQIAAAQIECBAgQIAAAQIECBRAQMChAE1SYv4F3nzzzWyHpRtuuKFbsbfeemtMnDix3wm8+uqr2YezU5Ci65F2m/rWt74Vo0eP7neMtZ0g4NoQn4sJNF1AwLVhUgHXxgit/xrzc3XJBNJuwWmXzK985SvdZtboLsElYzKdNgqkHU8vvPDCSDsJdxxp99bbbrst9txzzzZW0vitKn2JTy1zWbFiRZx++unx4IMPditm/PjxMXfu3Gyn6noPAdd65VxHgAABAgQIECBQRgEB1zJ21ZwIECBAgAABAgQIECBAgAABAgQIECBAgAABAgQIECBQDAEBh2L0SZU5FkihiEWLFsXUqVNj9erVnZVWu3trX+HWDTbYIObMmRPHHHNMVAjD1SQi4FoTl5MJtFxAwLVhYgHXxgit/xrzc3UJBeziWsKmFnhKTz/9dEyYMCHbQbfjqGXH07xMPe2OnUK65513XreSqp1LX+HWUaNGxc033xx77bVXQ1MVcG2Iz8UECBAgQIAAAQIlExBwLVlDTYcAAQIECBAgQIAAAQIECBAgQIAAAQIECBAgQIAAAQIFEhBwKFCzlJpPgcceeyxOOOGEbh9AT+HUtBtr2llobUf60Pq0adPi7rvv7nXazJkzs11dhw4d2vDEBVwbJjQAgaYKCLg2zCng2hih9V9jfq4uqUDaHfPkk0/u9oUlV155ZZx11lkxZMiQks7atPIm8Oabb2Z/P5g3b15naSnQuXjx4th5553zVm6f9fT1JUDVzuVnP/tZnHHGGfHjH/+42z2a+SVAAq6FeZwUSoAAAQIECBAg0AYBAdc2ILsFAQIECBAgQIAAAQIECBAgQIAAAQIECBAgQIAAAQIECFQUEHDwYBBoUGD58uVx4oknxpNPPtk50pQpU2L27NkxYsSIPkd/9tln44tf/GL8/Oc/73XOxRdfHOeee24MHz68wer+/XIB16YwGoRA0wQEXBumFHBtjND6rzE/V5dUYNWqVfHlL385brnlls4Zjh49OlLwdYcddijprE0rbwJLliyJSZMmlSJoXemLgNLfS9KOrmv7Ep8HHnggpk6d2u0LhFKfUrg1/R0rfblQM74ESMA1b0+/eggQIECAAAECBAZSQMB1IPXdmwABAgQIECBAgAABAgQIECBAgAABAgQIECBAgAABAoNbQMBhcPff7Jsk0PXD29UGId599924+eabsx2aVq9e3VnJBRdcEOnP2sKxtZYt4FqrmPMJtFZAwLVhXwHXxgit/xrzc3WJBZYtWxZHH310pC8w6TiOP/74+OY3vxkbbrhhiWduankQePHFF+O4447rtmvp+PHjY+7cubHpppvmocSaaui5i+s+++wTCxYsiI985CNrHScFT9PuyelLfzqOFG697LLLsuBrM8KtaVwB15ra6WQCBAgQIECAAIGSCwi4lrzBpkeAAAECBAgQIECAAAECBAgQIECAAAECBAgQIECAAIEcCwg45Lg5SiuOQPrw9vz58+Pkk0+OG2+8MSZPnhwVAmy9JvT+++/HwoUL49RTT81+lnZtPfvss5u2c2vHDQVci/MsqXRwCAi4NtxnAdfGCK3/GvNzdYkFegbyOqZay/quxDym1kKBd955Jy688MKYNWtW511GjRqVfSHOXnvt1cI7t3bo9KU+06dPz0Liixcvjv3226+qGyaPq666Kvvin4022ij7vydOnNi0cGsqQsC1qlY4iQABAgQIECBAYJAICLgOkkabJgECBAgQIECAAAECBAgQIECAAAECBAgQIECAwP9j725g9Szr+4H/CkSyvkBYNsGEWY0rrBHoWlBCGzQRom3EVnmVdoCklDLoCgy0nY45h2wFdR1N6Sgv0fHSAqViO5N2rrqgBVMisLIuTInTuhBl2SDYlw0Sev65n/9O8zztOZxzn+t5rue+n+dzErOkvX/X77o+v3vxkvbLTYAAgQoKCDhUcCi2VE+Bffv2xfr16+PSSy8t9fXV4i99r1y5Mt75zne2/S9tD0oWf6H829/+9kHY8847L/7oj/6ontB2TaAHBARck4co4JpG6P6X5qe6xwWKO13xLx1Zs2bNwZMWQcOHH344Zs2a1eOnd7xuCAwXrP6bv/mbWLp06aj+xTnd2Pdoe77yyiuxdevW0v9bp/j/xeIrruecc0587GMfa7vD//7v/8Ztt90WzzzzzMGjFP/ioeKruZ34cf/rhKo1CRAgQIAAAQIE2iUg4NouSesQIECAAAECBAgQIECAAAECBAgQIECAAAECBAgQIECAQFkBAYeyYp4nQIAAAQKJAgIOiYARAq5phO5/aX6q+0CgCOQtXrw4Nm3adPC0Reht7dq1cfzxx/eBgCPmFHjyySfjiiuuiN27dx9sWwQt77jjjlL/4pyce9arvID7X3kzFQQIECBAgAABAvkEBFzzWetEgAABAgQIECBAgAABAgQIECBAgAABAgQIECBAgAABAq0CAg7eCAIECBAgkFlAwCEZXMA1jdD9L81PdZ8IvPjii3HllVfGjh07Dp5Y6LBPhp/xmC+//HJcd911wtQZzbvVyv2vW/L6EiBAgAABAgQIjEZAwHU0Sp4hQIAAAQIECBAgQIAAAQIECBAgQIAAAQIECBAgQIAAgU4ICDh0QtWaBAgQIEDgbQQEHJJfDwHXNEL3vzQ/1X0k8O///u/xi1/8ouXEv/u7vxsnnnhiHyk4aqcEDhw4ELt27YpXX321pcXUqVN9KbhT6F1c1/2vi/haEyBAgAABAgQIjCgg4DoikQcIECBAgAABAgQIECBAgAABAgQIECBAgAABAgQIECBAoEMCAg4dgrUsAQIECBAYTkDAIfndEH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HIuLgn1sfOHAghvhLl8gIECBAgACBNgkMDAzEEUcc0bxaETZs+YU2terlZQRc06br/pfmp5oAAQIECJQScP8rxeVhAgQIECBAgACBLggIuHYBXUsCBAgQIECAAAECBAgQIECAAAECBAgQIECAAAECBAgQaAjsjYgJgxa//vWvY9KkSWgIECBAgACBDgns2bMnjjnmmObV90XExA6169VlBVzTJuv+l+anmgABAgQIlBJw/yvF5WECBAgQIECAAIEuCAi4dgFdSwIECBAgQIAAAQIECBAgQIAAAQIECBAgQIAAAQIECBBoCPw8IiYPWvzkJz+JKVOmoCFAgAABAgQ6JPDSSy/FSSed1Lz67oh4T4fa9eqyAq5pk3X/S/NTTYAAAQIESgm4/5Xi8jABAgQIECBAgEAXBARcu4CuJQECBAgQIECAAAECBAgQIECAAAECBAgQIECAAAECBAg0BL4fEWcPWmzZsiVmz56NhgABAgQIEOiQwNatW2POnDnNq/8gIj7UoXa9uqyAa9pk3f/S/FQTIECAAIFSAu5/pbg8TIAAAQIECBAg0AUBAdcuoGtJgAABAgQIECBAgAABAgQIECBAgAABAgQIECBAgAABAg2BeyPiqkGLFStWxLJly9AQIECAAAECHRK4/fbbY/ny5c2r3xcRizrUrleXFXBNm6z7X5qfagIECBAgUErA/a8Ul4cJECBAgAABAgS6ICDg2gV0LQkQIECAAAECBAgQIECAAAECBAgQIECAAAECBAgQIECgIfCHEbFm0GLu3LmxadMmNAQIECBAgECHBObNmxebN29uXv3aiPjbDrXr1WUFXNMm6/6X5qeaAAECBAiUEnD/K8XlYQIECBAgQIAAgS4ICLh2AV1LAgQIECBAgAABAgQIECBAgAABAgQIECBAgAABAgQIEGgITIuIfx60GD9+fOzduzfGjfNH2d4PAgQIECDQboGBgYGYOHFi7N+/v3np34+Ine3u1ePrCbimDdj9L81PNQECBAgQGLWA+9+oqTxIgAABAgQIECDQRQF/KthFfK0JECBAgAABAgQIECBAgAABAgQIECBAgAABAgQIECBAIH4eEZMHHTZs2BAXXnghFgIECBAgQKDNAo8//nhcdNFFzavujoj3tLlNPywn4Jo+Zfe/dEMrECBAgACBEQXc/0Yk8gABAgQIECBAgEAFBARcKzAEWyBAgAABAgQIECBAgAABAgQIECBAgAABAgQIECBAgEAfC9wZEUsHzz937tzYtGlTH3M4OgECBAgQ6IzAvHnzYvPmzc2Lr4qI6zvTradXFXBNH6/7X7qhFQgQIECAwIgC7n8jEnmAAAECBAgQIECgAgICrhUYgi0QIECAAAECBAgQIECAAAECBAgQIECAAAECBAgQIECgjwXOioinm8//3HPPxfTp0/uYxNEJECBAgEB7BZ5//vmYMWPGoYvOjIgftrdTX6wm4Jo+Zve/dEMrECBAgACBtxVw//OCECBAgAABAgQI1EVAwLUuk7JPAgQIECBAgAABAgQIECBAgAABAgQIECBAgAABAgQI9K7A9yPi7MHjzZ8/Px5++OHePa2TESBAgACBzAILFiyIdevWNXf9QUR8KPM2eqWdgGt7Jun+1x5HqxAgQIAAgSEF3P+8GAQIECBAgAABAnUREHCty6TskwABAgQIECBAgAABAgQIECBAgAABAgQIECBAgAABAr0rcHFEPNp8vC1btsTs2bN798RORoAAAQIEMgls3bo15syZc2i3SyLisUxb6LU2Aq7tmaj7X3scrUKAAAECBA4TcP/zUhAgQIAAAQIECNRJQMC1TtOyVwIECBAgQIAAAQIECBAgQIAAAQIECBAgQIAAAQIECPSuQMtXvE455ZR44YUXYtw4f6zduyN3MgIECBDotMDAwECcdtppsWvXruZWvt6aBi/gmubXXO3+1z5LKxEgQIAAgYaA+58XgQABAgQIECBAoG4C/iSwbhOzXwIECBAgQIAAAQIECBAgQIAAAQIECBAgQIAAAQIECPSmwEci4rvNR1u0aFHcc889vXlapyJAgAABAhkErr766rj33nsP7XRORHwvQ/tebSHg2r7Juv+1z9JKBAgQIECgIeD+50UgQIAAAQIECBCom4CAa90mZr8ECBAgQIAAAQIECBAgQIAAAQIECBAgQIAAAQIECBDoXYE7I2Jp8/FWrFgRy5Yt690TOxkBAgQIEOiQwO233x7Lly8/dPVVEXF9h1r2y7ICru2dtPtfez2tRoAAAQJ9LOD+18fDd3QCBAgQIECAQI0FBFxrPDxbJ0CAAAECBAgQIECAAAECBAgQIECAAAECBAgQIECAQA8K/CgiTm8+1+rVq+O6667rwaM6EgECBAgQ6IzAXXfdFUuWLDl08Wcj4ozOdOyrVQVc2z9u97/2m1qRAAECBPpMwP2vzwbuuAQIECBAgACBHhIQcO2hYToKAQIECBAgQIAAAQIECBAgQIAAAQIECBAgQIAAAQIEekBgWkQ8FRETms/iS649MFlHIECAAIEsAsN8uWtfRMyKiJ1ZNtHbTQRc2z9f97/2m1qRAAECBPpIwP2vj4btqAQIECBAgACBHhQQcO3BoToSAQIECBAgQIAAAQIECBAgQIAAAQIECBAgQIAAAQIEai5wXkT8/aFnWLRoUaxduzbGjfNH3TWfr+0TIECAQAcEBgYGYvHixXHvvfcOtfonIuLbHWjbj0sKuHZm6u5/nXG1KgECBAj0sID7Xw8P19EIECBAgAABAn0k4E/9+mjYjkqAAAECBAgQIECAAAECBAgQIECAAAECBAgQIECAAIEaCVwcEY8eut9TTjklvvKVr8Ts2bNrdBRbJUCAAAECnRXYunVrfPazn41du3YN1eiSiHisszvoq9UFXDs3bve/ztlamQABAgR6TMD9r8cG6jgECBAgQIAAgT4WEHDt4+E7OgECBAgQIECAAAECBAgQIECAAAECBAgQIECAAAECBCouUHzJ65GImHDoPufPnx8333xzTJ8+veJHsD0CBAgQINA5geeffz6++tWvxrp164Zqsi8iPu3LrW33F3BtO2nLgu5/nfW1OgECBAjUXMD9r+YDtH0CBAgQIECAAIHDBARcvRQECBAgQIAAAQIECBAgQIAAAQIECBAgQIAAAQIECBAgUGWBaRFxf0ScPtQm586dG5dddllccMEFMW6cPwKv8iDtjQABAgTaIzAwMBAbN26MBx98MDZv3jzcos9GxMKI2NmerlZpEhBw7fzr4P7XeWMdCBAgQKBGAu5/NRqWrRIgQIAAAQIECJQW8Kd7pckUECBAgAABAgQIECBAgAABAgQIECBAgAABAgQIECBAgEAXBO6MiKXD9R0/fnyce+65MXPmzJg2bVq8733vixNOOCEmTpwo+NqFYWlJgAABAukCRZBh79698atf/Sp++tOfxs6dO+Ppp5+Obdu2xf79+9+uwaqIuD59B1YYRkDANd+r4f6Xz1onAgQIEKiAgPtfBYZgCwQIECBAgAABAtkFBFyzk2tIgAABAgQIECBAgAABAgQIECBAgAABAgQIECBAgAABAmMU+EhE/HlEnD3GemUECBAgQKCXBX7wf/89+b1ePmQFzibgmncI7n95vXUjQIAAgXoJuP/Va152S4AAAQIECBAgMISAgKvXggABAgQIECBAgAABAgQIECBAgAABAgQIECBAgAABAgTqJnBxRCwRdK3b2OyXAAECBDokUAQbVkfEYx1a37KtAgKu3Xkj3P+6464rAQIECFRTwP2vmnOxKwIECBAgQIAAgTEICLiOAU0JAQIECBAgQIAAAQIECBAgQIAAAQIECBAgQIAAAQIECFRC4KyI+HREzIuIyZXYkU0QIECAAIE8ArsjYlNEPBIRP8zTUpf/ExBw7e6r4P7XXX/dCRAgQKB7Au5/3bPXmQABAgQIECBAoIMCAq4dxLU0AQIECBAgQIAAAQIECBAgQIAAAQIECBAgQIAAAQIECGQTmBYRMyNiRkScHBHvjojfiojxEeHPxrONQSMCBAgQaKPAQETsj4j/iohfRMSPI+K5iHg6Ina2sY+lygkIuJbz6uTT7n+d1LU2AQIECHRDwP2vG+p6EiBAgAABAgQIdFXAH+J1lV9zAgQIECBAgAABAgQIECBAgAABAgQIECBAgAABAgQIECBAgAABAgQIEKiRgIBrjYZlqwQIECBAgAABAgQIECBAgAABAtUWEHCt9nzsjgABAgQIECBAgAABAgQIECBAgAABAgQIECBAgAABAgQIECBAgAABAgSqIyDgWp1Z2AkBAgQIECBAgAABAgQIECBAgEDNBQRcaz5A2ydAgAABAgQIECBAgAABAgQIECBAgAABAgQIECBAgAABAgQIECBAgACBbAICrtmoNSJAgAABAgQIECBAgAABAgQIEOh1AQHXXp+w8xEgQIAAAQIECBAgQIAAAQIECBAgQIAAAQIECBAgQIAAAQIECBAgQIBAuwQEXNslaR0CBAgQIECAAAECBAgQIECAAIG+FxBw7ftXAAABAgQIECBAgAABAgQIECBAgAABAgQIECBAgAABAgQIECBAgAABAgQIjFJAwHWUUB4jQIAAAQIECBAgQIAAAQIECBAgMJKAgOtIQn6fAAECBAgQIECAAAECBAgQIECAAAECBAgQIECAAAECBAgQIECAAAECBAj8fwEB+UL39wAAIABJREFUV28CAQIECBAgQIAAAQIECBAgQIAAgTYJCLi2CdIyBAgQIECAAAECBAgQIECAAAECBAgQIECAAAECBAgQIECAAAECBAgQINDzAgKuPT9iByRAgAABAgQIECBAgAABAgQIEMglIOCaS1ofAgQIECBAgAABAgQIECBAgAABAgQIECBAgAABAgQIECBAgAABAgQIEKi7gIBr3Sdo/wQIECBAgAABAgQIECBAgAABApUREHCtzChshAABAgQIECBAgAABAgQIECBAgAABAgQIECBAgAABAgQIECBAgAABAgQqLiDgWvEB2R4BAgQIECBAgAABAgQIECBAgEB9BARc6zMrOyVAgAABAgQIECBAgAABAgQIECBAgAABAgQIECBAgAABAgQIECBAgACB7goIuHbXX3cCBAgQIECAAAECBAgQIECAAIEeEhBw7aFhOgoBAgQIECBAgAABAgQIECBAgAABAgQIECBAgAABAgQIECBAgAABAgQIdFRAwLWjvBYnQIAAAQIECBAgQIAAAQIECBDoJwEB136atrMSIECAAAECBAgQIECAAAECBAgQIECAAAECBAgQIECAAAECBAgQIECAQIqAgGuKnloCBAgQIECAAAECBAgQIECAAAECTQICrl4HAgQIECBAgAABAgQIECBAgAABAgQIECBAgAABAgQIECBAgAABAgQIECAwOgEB19E5eYoAAQIECBAgQIAAAQIECBAgQIDAiAICriMSeYAAAQIECBAgQIAAAQIECBAgQIAAAQIECBAgQIAAAQIECBAgQIAAAQIECDQEBFy9CAQIECBAgAABAgQIECBAgAABAgTaJCDg2iZIyxAgQIAAAQIECBAgQIAAAQIECBAgQIAAAQIECBAgQIAAAQIECBAgQIBAzwsIuPb8iB2QAAECBAgQIECAAAECBAgQIEAgl4CAay5pfQgQIECAAAECBAgQIECAAAECBAgQIECAAAECBAgQIECAAAECBAgQIECg7gICrnWfoP0TIECAAAECBAgQIECAAAECBAhURkDAtTKjsBECBAgQIECAAAECBAgQIECAAAECBAgQIECAAAECBAgQIECAAAECBAgQqLiAgGvFB2R7BAgQIECAAAECBAgQIECAAAEC9REQcK3PrOyUAAECBAgQIECAAAECBAgQIECAAAECBAgQIECAAAECBAgQIECAAAECBLorIODaXX/dCRAgQIAAAQIECBAgQIAAAQIEekhAwLWHhukoBAgQIECAAAECBAgQIECAAAECBAgQIECAAAECBAgQIECAAAECBAgQINBRAQHXjvJanAABAgQIECBAgAABAgQIECBAoJ8EBFz7adrOSoAAAQIECBAgQIAAAQIECBAgQIAAAQIECBAgQIAAAQIECBAgQIAAAQIpAgKuKXpqCRAgQIAAAQIECBAgQIAAAQIECDQJCLh6HQgQIECAAAECBAgQIECAAAECBAgQIECAAAECBAgQIECAAAECBAgQIECAwOgEBFxH5+QpAgQIECBAgAABAgQIECBAgAABAiMKCLiOSOQBAgQIECBAgAABAgQIECBAgAABAgQIECBAgAABAgQIECBAgAABAgQIECDQEBBw9SIQIECAAAECBAgQIECAAAECBAgQaJOAgGubIC1DgAABAgQIECBAgAABAgQIECBAgAABAgQIECBAgAABAgQIECBAgAABAj0vIODa8yN2QAIECBAgQIAAAQIECBAgQIAAgVwCAq65pPUhQIAAAQIECBAgQIAAAQIECBAgQIAAAQIECBAgQIAAAQIECBAgQIAAgboLCLjWfYL2T4AAAQIECBAgQIAAAQIECBAgUBkBAdfKjMJGCBAgQIAAAQIECBAgQIAAAQIECBAgQIAAAQIECBAgQIAAAQIECBAgQKDiAgKuFR+Q7REgQIAAAQIECBAgQIAAAQIECNRHQMC1PrOyUwIECBAgQIAAAQIECBAgQIAAAQIECBAgQIAAAQIECBAgQIAAAQIECBDoroCAa3f9dSdAgAABAgQIECBAgAABAgQIEOghAQHXHhqmoxAgQIAAAQIECBAgQIAAAQIECBAgQIAAAQIECBAgQIAAAQIECBAgQIBARwUEXDvKa3ECBAgQIECAAAECBAgQIECAAIF+EhBw7adpOysBAgQIECBAgAABAgQIECBAgAABAgQIECBAgAABAgQIECBAgAABAgQIpAgIuKboqSVAgAABAgQIECBAgAABAgQIECDQJCDg6nUgQIAAAQIECBAgQIAAAQIECBAgQIAAAQIECBAgQIAAAQIECBAgQIAAAQKjExBwHZ2TpwgQIECAAAECBAgQIECAAAECBAiMKCDgOiKRBwgQIECAAAECBAgQIECAAAECBAgQIECAAAECBAgQIECAAAECBAgQIECAQENAwNWLQIAAAQIECBAgQIAAAQIECBAgQKBNAgKubYK0DAECBAgQIECAAAECBAgQIECAAAECBAgQIECAAAECBAgQIECAAAECBAj0vICAa8+P2AEJECBAgAABAgQIECBAgAABAgRyCQi45pLWhwABAgQIECBAgAABAgQIECBAgAABAgQIECBAgAABAgQIECBAgAABAgTqLiDgWvcJ2j8BAgQIECBAgAABAgQIECBAgEBlBARcKzMKGyFAgAABAgQIECBAgAABAgQIECBAgAABAgQIECBAgAABAgQIECBAgACBigsIuFZ8QLZHgAABAgQIECBAgAABAgQIECBQHwEB1/rMyk4JECBAgAABAgQIECBAgAABAgQIECBAgAABAgQIECBAgAABAgQIECBAoLsCAq7d9dedAAECBAgQIECAAAECBAgQIECghwQEXHtomI5CgAABAgQIECBAgAABAgQIECBAgAABAgQIECBAgAABAgQIECBAgAABAh0VEHDtKK/FCRAgQIAAAQIECBAgQIAAAQIE+klAwLWfpu2sBAgQIECAAAECBAgQIECAAAECBAgQIECAAAECBAgQIECAAAECBAgQIJAiIOCaoqeWAAECBAgQIECAAAECBAgQIECAQJOAgKvXgQABAgQIECBAgAABAgQIECBAgAABAgQIECBAgAABAgQIECBAgAABAgQIjE5AwHV0Tp4iQIAAAQIECBAgQIAAAQIECBAgMKKAgOuIRB4gQIAAAQIECBAgQIAAAQIECBAgQIAAAQIECBAgQIAAAQIECBAgQIAAAQINAQFXLwIBAgQIECBAgAABAgQIECBAgACBNgkIuLYJ0jIECBAgQIAAAQIECBAgQIAAAQIECBAgQIAAAQIECBAgQIAAAQIECBAg0PMCAq49P2IHJECAAAECBAgQIECAAAECBAgQyCUg4JpLWh8CBAgQIECAAAECBAgQIECAAAECBAgQIECAAAECBAgQIECAAAECBAgQqLuAgGvdJ2j/BAgQIECAAAECBAgQIECAAAEClREQcK3MKGyEAAECBAgQIECAAAECBAgQIECAAAECBAgQIECAAAECBAgQIECAAAECBCouIOBa8QHZHgECBAgQIECAAAECBAgQIECAQH0EBFzrMys7JUCAAAECBAgQIECAAAECBAgQIECAAAECBAgQIECAAAECBAgQIECAAIHuCgi4dtdfdwIECBAgQIAAAQIECBAgQIAAgR4SEHDtoWE6CgECBAgQIECAAAECBAgQIECAAAECBAgQIECAAAECBAgQIECAAAECBAh0VEDAtaO8FidAgAABAgQIECBAgAABAgQIEOgnAQHXfpq2sxIgQIAAAQIECBAgQIAAAQIECBAgQIAAAQIECBAgQIAAAQIECBAgQIBAioCAa4qeWgIECBAgQIAAAQIECBAgQIAAAQJNAgKuXgcCBAgQIECAAAECBAgQIECAAAECBAgQIECAAAECBAgQIECAAAECBAgQIDA6AQHX0Tl5igABAgQIECBAgAABAgQIECBAgMCIAgKuIxJ5gAABAgQIECBAgAABAgQIECBAgAABAgQIECBAgAABAgQIECBAgAABAgQINAQEXL0IBAgQIECAAAECBAgQIECAAAECBNokIODaJkjLECBAgAABAgQIECBAgAABAgQIECBAgAABAgQIECBAgAABAgQIECBAgEDPCwi49vyIHZAAAQIECBAgQIAAAQIECBAgQCCXgIBrLml9CBAgQIAAAQIECBAgQIAAAQIECBAgQIAAAQIECBAgQIAAAQIECBAgQKDuAgKudZ+g/RMgQIAAAQIECBAgQIAAAQIECFRGQMC1MqOwEQIECBAgQIAAAQIECBAgQIAAAQIECBAgQIAAAQIECBAgQIAAAQIECBCouICAa8UHZHsECBAgQIAAAQIECBAgQIAAAQL1ERBwrc+s7JQAAQIECBAgQIAAAQIECBAgQIAAAQIECBAgQIAAAQIECBAgQIAAAQIEuisg4Npdf90JECBAgAABAgQIECBAgAABAgR6SEDAtYeG6SgECBAgQIAAAQIECBAgQIAAAQIECBAgQIAAAQIECBAgQIAAAQIECBAg0FEBAdeO8lqcAAECBAgQIECAAAECBAgQIECgnwQEXPtp2s5KgAABAgQIECBAgAABAgQIECBAgAABAgQIECBAgAABAgQIECBAgAABAikCAq4pemoJECBAgAABAgQIECBAgAABAgQINAkIuHodCBAgQIAAAQIECBAgQIAAAQIECBAgQIAAAQIECBAgQIAAAQIECBAgQIDA6AQEXEfn5CkCBAgQIECAAAECBAgQIECAAAECIwoIuI5I5AECBAgQIECAAAECBAgQIECAAAECBAgQIECAAAECBAgQIECAAAECBAgQINAQEHD1IhAgQIAAAQIECBAgQIAAAQIECBBok4CAa5sgLUOAAAECBAgQIECAAAECBAgQIECAAAECBAgQIECAAAECBAgQIECAAAECPS8g4NrzI3ZAAgQIECBAgAABAgQIECBAgACBXAICrrmk9SFAgAABAgQIECBAgAABAgQIECBAgAABAgQIECBAgAABAgQIECBAgACBugsIuNZ9gvZPgAABAgQIECBAgAABAgQIECBQGQEB18qMwkYIECBAgAABAgQIECBAgAABAgQIECBAgAABAgQIECBAgAABAgQIECBAoOICAq4VH5DtESBAgAABAgQIECBAgAABAgQI1EdAwLU+s7JTAgQIECBAgAABAgQIECBAgAABAgQIECBAgAABAgQIECBAgAABAgQIEOiugIBrd/11J0CAAAECBAgQIECAAAECBAgQ6CEBAdceGqajECBAgAABAgQIECBAgAABAgQIECBAgAABAgQIECBAgAABAgQIECBAgEBHBQRcO8prcQIECBAgQIAAAQIECBAgQIAAgX4SEHDtp2k7KwECBAgQIECAAAECBAgQIECAAAECBAgQIECAAAECBAgQIECAAAECBAikCAi4puipJUCAAAECBAgQIECAAAECBAgQINAkIODqdSBAgAABAgQIECBAgAABAgQIECBAgAABAgQIECBAgAABAgQIECBAgAABAqMTEHAdnZOnCBAgQIAAAQIECBAgQIAAAQIECIwoIOA6IpEHCBAgQIAAAQIECBAgQIAAAQIECBAgQIAAAQIECBAgQIAAAQIECBAgQIBAQ0DA1YtAgAABAgQIECBAgAABAgQIECBAoE0CAq5tgrQMAQIECBAgQIAAAQIECBAgQIAAAQIECBAgQIAAAQIECBAgQIAAAQIECPS8gIBrz4/YAQkQIECAAAECBAgQIECAAAECBHIJCLjmktaHAAECBAgQIECAAAECBAgQIECAAAECBAgQIECAAAECBAgQIECAAAECBOouIOBa9wnaPwECBAgQIECAAAECBAgQIECAQGUEBFwrMwobIUCAAAECBAgQIECAAAECBAgQIECAAAECBAgQIECAAAECBAgQIECAAIGKCwi4VnxAtkeAAAECBAgQIECAAAECBAgQIFAfAQHX+szKTgkQIECAAAECBAgQIECAAAECBAgQIECAAAECBAgQIECAAAECBAgQIECguwICrt31150AAQIECBAgQIAAAQIECBAgQKCHBARce2iYjkKAAAECBAgQIECAAAECBAgQIECAAAECBAgQIECAAAECBAgQIECAAAECHRUQcO0or8UJECBAgAABAgQIECBAgAABAgT6SUDAtZ+m7awECBAgQIAAAQIECBAgQIAAAQIECBAgQIAAAQIECBAgQIAAAQIECBAgkCIg4Jqip5YAAQIECBAgQIAAAQIECBAgQIBAk4CAq9eBAAECBAgQIECAAAECBAgQIECAAAECBAgQIECAAAECBAgQIECAAAECBAiMTkDAdXROniJAgAABAgQIECBAgAABAgQIECAwooCA64hEHiBAgAABAgQIECBAgAABAgQIECBAgAABAgQIECBAgAABAgQIECBAgAABAg0BAVcvAgECBAgQIECAAAECBAgQIECAAIE2CQi4tgnSMgQIECBAgAABAgQIECBAgAABAgQIECBAgAABAgQIECBAgAABAgQIECDQ8wICrj0/YgckQIAAAQIECBAgQIAAAQIECBDIJSDgmktaHwIECBAgQIAAAQIECBAgQIAAAQIECBAgQIAAAQIECBAgQIAAAQIECBCou4CAa90naP8ECBAgQIAAAQIECBAgQIAAAQKVERBwrcwobIQAAQIECBAgQIAAAQIECBAgQIAAAQIECBAgQIAAAQIECBAgQIAAAQIEKi4g4FrxAdkeAQIECBAgQIAAAQIECBAgQIBAfQQEXOszKzslQIAAAQIECBAgQIAAAQIECBAgQIAAAQIECBAgQIAAAQIECBAgQIAAge4KCLh21193AgQIECBAgAABAgQIECBAgACBHhIQcO2hYToKAQIECBAgQIAAAQIECBAgQIAAAQIECBAgQIAAAQIECBAgQIAAAQIECHRUQMC1o7wWJ0CAAAECBAgQIECAAAECBAgQ6CcBAdd+mrazEiBAgAABAgQIECBAgAABAgQIECBAgAABAgQIECBAgAABAgQIECBAgECKgIBrip5aAgQIECBAgAABAgQIECBAgAABAk0CAq5eBwIECBAgQIAAAQIECBAgQIAAAQIECBAgQIAAAQIECBAgQIAAAQIECBAgMDoBAdfROeV4alpEzIyIGRFxckS8OyJ+KyLGR4S/G5ljAnoQIECAQLsFBiJif0T8V0T8IiJ+HBHPRcTTEbGz3c2sR4AAAQIECBAgQKAKAv4hThWmYA8ECBAgQIAAAQIECBAgQIAAAQIECBAgQIAAAQIECBAgQIAAAQIECBAgUAcBAdfuTumsiPh0RMyLiMnd3YruBAgQIEAgq8DuiNgUEY9ExA+zdtaMAAECBAgQIECAQAcFBFw7iGtpAgQIECBAgAABAgQIECBAgAABAgQIECBAgAABAgQIECBAgAABAgQIEOgpAQHX7ozz4ohYEhFnd6e9rgQIECBAoFICP4iI1RHxWKV2ZTMECBAgQIAAAQIExiAg4DoGNCUECBAgQIAAAQIECBAgQIAAAQIECBAgQIAAAQIECBAgQIAAAQIECBAg0JcCAq55x/6RiPhzwda86LoRIECAQG0EiqBr8d+T36vNjm2UAAECBAgQIECAwCECAq5eCQIECBAgQIAAAQIECBAgQIAAAQIECBAgQIAAAQIECBAgQIAAAQIECBAgMDoBAdfRObXjqTsjYulwC40fPz7OPffcmDlzZkybNi3e9773xQknnBATJ06MceP81ch2DMAaBAgQIJBXYGBgIPbu3Ru/+tWv4qc//Wns3Lkznn766di2bVvs37//7TazKiKuz7tb3QgQIECAAAECBAi0R8A/xWmPo1UIECBAgAABAgQIECBAgAABAgQIECBAgAABAgQIECBAgAABAgQIECBAoPcFBFw7P+NpEXF/RJw+VKu5c+fGZZddFhdccIEga+dnoQMBAgQIVECgCL5u3LgxHnzwwdi8efNwO3o2IhZGxM4KbNkWCBAgQIAAAQIECIxaQMB11FQeJECAAAECBAgQIECAAAECBAgQIECAAAECBAgQIECAAAECBAgQIECAAIE+FxBw7ewLcF5EPBIREw5tM3/+/Lj55ptj+vTpnd2B1QkQIECAQIUFnn/++fjqV78a69atG2qX+yLi0xHx7QofwdYIECBAgAABAgQItAgIuHohCBAgQIAAAQIECBAgQIAAAQIECBAgQIAAAQIECBAgQIAAAQIECBAgQIDA6AQEXEfnNJanLo6IRw8tPOWUU+IrX/lKzJ49eyxrqiFAgAABAj0psHXr1vjsZz8bu3btGup8l0TEYz15cIciQIAAAQIECBDoOQEB154bqQMRIECAAAECBAgQIECAAAECBAgQIECAAAECBAgQIECAAAECBAgQIECAQIcEBFw7A1t8ufXvD1160aJFsXbt2hg3zl917Ay7VQkQIECgzgIDAwOxePHiuPfee4c6xid8ybXO07V3AgQIECBAgED/CPinPv0zayclQIAAAQIECBAgQIAAAQIECBAgQIAAAQIECBAgQIAAAQIECBAgQIAAgTQBAdc0v6Gqp0XEUxExofk3V6xYEcuWLWt/NysSIECAAIEeE7j99ttj+fLlh55qX0TMioidPXZcxyFAgAABAgQIEOgxAQHXHhuo4xAgQIAAAQIECBAgQIAAAQIECBAgQIAAAQIECBAgQIAAAQIECBAgQIBAxwQEXNtP+6OIOL152dWrV8d1113X/k5WJECAAAECPSpw1113xZIlSw493bMRcUaPHtmxCBAgQIAAAQIEekRAwLVHBukYBAgQIECAAAECBAgQIECAAAECBAgQIECAAAECBAgQIECAAAECBAgQINBxAQHX9hLfGRFLm5f05db2AluNAAECBPpHYJgvua6KiOv7R8FJCRAgQIAAAQIE6iYg4Fq3idkvAQIECBAgQIAAAQIECBAgQIAAAQIECBAgQIAAAQIECBAgQIAAAQIECHRLQMC1ffIfiYjvNi+3aNGiuOeee9rXwUoECBAgQKDPBK6++uq49957Dz31ORHxvT6jcFwCBAgQIECAAIGaCAi41mRQtkmAAAECBAgQIECAAAECBAgQIECAAAECBAgQIECAAAECBAgQIECAAAECXRcQcG3fCL4fEWcPLnfKKafECy+8EOPG+WuN7SO2EgECBAj0m8DAwECcdtppsWvXruaj/yAiPtRvFs5LgAABAgQIECBQDwH/JKgec7JLAgQIECBAgAABAgQIECBAgAABAgQIECBAgAABAgQIECBAgAABAgQIEOi+gIBre2ZwcUQ82rzUli1bYvbs2e1Z3SoECBAgQKCPBbZu3Rpz5sw5VOCSiHisj1kcnQABAgQIECBAoKICAq4VHYxtESBAgAABAgQIECBAgAABAgQIECBAgAABAgQIECBAgAABAgQIECBAgEDlBARc2zOSlq+3zp8/Px5++OH2rGwVAgQIECBAIBYsWBDr1q1rlvAVV+8FAQIECBAgQIBAJQUEXCs5FpsiQIAAAQIECBAgQIAAAQIECBAgQIAAAQIECBAgQIAAAQIECBAgQIAAgQoKCLimD+WsiHi6eZnnnnsupk+fnr6yFQgQIECAAIGGwPPPPx8zZsw4VGNmRPwQEQECBAgQIECAAIEqCQi4Vmka9kKAAAECBAgQIECAAAECBAgQIECAAAECBAgQIECAAAECBAgQIECAAAECVRYQcE2fzp0RsXRwmblz58amTZvSV7UCAQIECBAg0CIwb9682Lx5c/OvrYqI6zERIECAAAECBAgQqJKAgGuVpmEvBAgQIECAAAECBAgQIECAAAECBAgQIECAAAECBAgQIECAAAECBAgQIFBlAQHX9On8PCImDy6zYcOGuPDCC9NXtQIBAgQIECDQIvD444/HRRdd1PxruyPiPZgIECBAgAABAgQIVElAwLVK07AXAgQIECBAgAABAgQIECBAgAABAgQIECBAgAABAgQIECBAgAABAgQIEKiygIBr2nSmRcQ/Dy4xfvz42Lt3b4wb568yprGqJkCAAAEChwsMDAzExIkTY//+/c2/+fsRsZMXAQIECBAgQIAAgaoI+KdCVZmEfRAgQIAAAQIECBAgQIAAAQIECBAgQIAAAQIECBAgQIAAAQIECBAgQIBA1QUEXNMm9IcRsWZwiblz58amTZvSVlRNgAABAgQIDCswb9682Lx5c/PvXxsRf4uMAAECBAgQIECAQFUEBFyrMgn7IECAAAECBAgQIECAAAECBAgQIECAAAECBAgQIECAAAECBAgQIECAAIGqCwi4pk3o3oi4anCJFStWxLJly9JWVE2AAAECBAgMK3D77bfH8uXLm3//vohYhIwAAQIECBAgQIBAVQQEXKsyCfsgQIAAAQIECBAgQIAAAQIECBAgQIAAAQIECBAgQIAAAQIECBAgQIAAgaoLCLimTej7EXH24BJbtmyJ2bNnp62omgABAgQIEBhWYOvWrTFnzpzm3/9BRHwIGQECBAgQIECAAIGqCAi4VmUS9kGAAAECBAgQIECAAAECBAgQIECAAAECBAgQIECAAAECBAgQIECAAAECVRcQcE2b0M8jYvLgEj/5yU9iypQpaSuqJkCAAAECBIYVeOmll+Kkk05q/v3dEfEeZAQIECBAgAABAgSqIiDgWpVJ2AcBAgQIECBAgAABAgQIECBAgAABAgQIECBAgAABAgQIECBAgAABAgQIVF1AwDVtQnsjYsLgEr/+9a9j0qRJaSuqJkCAAAECBIYV2LNnTxxzzDHNv78vIiYiI0CAAAECBAgQIFAVAQHXqkzCPggQIECAAAECBAgQIECAAAECBAgQIECAAAECBAgQIECAAAECBAgQIECg6gICrmkTOhARB//e4oEDB2LcOH+NMY1UNQECBAgQGF5gYGAgjjjiiOYHBiKi5Rf4ESBAgAABAgQIEOimgH/dM3kQAAAgAElEQVQy1E19vQkQIECAAAECBAgQIECAAAECBAgQIECAAAECBAgQIECAAAECBAgQIECgTgICrmnTKkI1B3+K0I0fAgQIECBAoLMCQ/zLJGQIOktudQIECBAgQIAAgRICLqclsDxKgAABAgQIECBAgAABAgQIECBAgAABAgQIECBAgAABAgQIECBAgAABAn0tIOCaNn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BAgACB0gICrqXJFBAgQIAAAQIECGQUEHDNiK0VAQIECBAgQIAAAQIECBAgQIAAAQIECBAgQIAAAQIECBAgQIAAAQIECNRaQMA1bXwCrml+qgkQIECAQGkBAdfSZAoIECBAgAABAgQyCgi4ZsTWigABAgQIECBAgAABAgQIECBAgAABAgQIECBAgAABAgQIECBAgAABAgRqLSDgmjY+Adc0P9UECBAgQKC0gIBraTIFBAgQIECAAAECGQUEXDNia0WAAAECBAgQIECAAAECBAgQIECAAAECBAgQIECAAAECBAgQIECAAAECtRYQcE0bn4Brmp9qAgQIECBQWkDAtTSZAgIECBAgQIAAgYwCAq4ZsbUiQIAAAQIECBAgQIAAAQIECBAgQIAAAQIECBAgQIAAAQIECBAgQIAAgVoLCLimjU/ANc1PNQECBAgQKC0g4FqaTAEBAgQIECBAgEBGAQHXjNhaESBAgAABAgQIECBAgAABAgQIECBAgAABAgQIECBAgAABAgQIECBAgECtBQRc08Yn4Jrmp5oAAQIECJQWEHAtTaaAAAECBAgQIEAgo4CAa0ZsrQgQIECAAAECBAgQIECAAAECBAgQIECAAAECBAgQIECAAAECBAgQIECg1gICrmnjE3BN81NNgAABAgRKCwi4liZTQIAAAQIECBAgkFFAwDUjtlYECBAgQIAAAQIECBAgQIAAAQIECBAgQIAAAQIECBAgQIAAAQIECBAgUGsBAde08Qm4pvmpJkCAAAECpQUEXEuTKSBAgAABAgQIEMgoIOCaEVsrAgQIECBAgAABAgQIECBAgAABAgQIECBAgAABAgQIECBAgAABAgQIEKi1gIBr2vgEXNP8VBMgQIAAgdICAq6lyRQQIECAAAECBAhkFBBwzYitFQECBAgQIECAAAECBAgQIECAAAECBAgQIECAAAECBAgQIECAAAECBAjUWkDANW18Aq5pfqoJECBAgEBpAQHX0mQKCBAgQIAAAQIEMgoIuGbE1ooAAQIECBAgQIAAAQIECBAgQIAAAQIECBAgQIAAAQIECBAgQIAAAQIEai0g4Jo2PgHXND/VBAgQIECgtICAa2kyBQQIECBAgAABAhkFBFwzYmtFgAABAgQIECBAgAABAgQIECBAgAABAgQIECBAgAABAgQIECBAgAABArUWEHBNG5+Aa5qfagIECBAgUFpAwLU0mQICBAgQIECAAIGMAgKuGbG1IkCAAAECBAgQIECAAAECBAgQIECAAAECBAgQIECAAAECBAgQIECAAIFaCwi4po1PwDXNTzUBAgQIECgtIOBamkwBAQIECBAgQIBARgEB14zYWhEgQIAAAQIECBAgQIAAAQIECBAgQIAAAQIECBAgQIAAAQIECBAgQIBArQUEXNPGJ+Ca5qeaAAECBAiUFhBwLU2mgAABAgQIECBAIKOAgGtGbK0IECBAgAABAgQIECBAgAABAgQIECBAgAABAgQIECBAgAABAgQIECBAoNYCAq5p4xNwTfNTTYAAAQIESgsIuJYmU0CAAAECBAgQIJBRQMA1I7ZWBAgQIECAAAECBAgQIECAAAECBAgQIECAAAECBAgQIECAAAECBAgQIFBrAQHXtPEJuKb5qSZAgAABAqUFBFxLkykgQIAAAQIECBDIKCDgmhFbKwIECBAgQIAAAQIECBAgQIAAAQIECBAgQIAAAQIECBAgQIAAAQIECBCotYCAa9r4BFzT/FQTIECAAIHSAgKupckUECBAgAABAgQIZBQQcM2IrRUBAgQIECBAgAABAgQIECBAgAABAgQIECBAgAABAgQIECBAgAABAgQI1FpAwDVtfAKuaX6qCRAgQIBAaQEB19JkCggQIECAAAECBDIKCLhmxNaKAAECBAgQIECAAAECBAgQIECAAAECBAgQIECAAAECBAgQIECAAAECBGotIOCaNj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CQUWDv3r3x0EMPxeuvv56xa3tbnX/++TFlypT2Lmq12gkIuNZuZDZMgAABAgQIEOgrAQHXvhq3wxIgQIAAAQIECBAgQIAAAQIECBAgQIAAAQIECBAgQIAAAQIECBAgQIBAgoCAawJeRAi4pvmpJkAgo8B///d/x4IFC+If/uEfMnZtb6vt27fHrFmz2ruo1WonIOBau5HZMAECBAgQIECgrwQEXPtq3A5LgAABAgQIECBAgAABAgQIECBAgAABAgQIECBAgAABAgQIECBAgAABAgkCAq4JeAKuaXiqCRDIKyDgmtdbt84JCLh2ztbKBAgQIECAAAEC6QICrumGViBAgAABAgQIECBAgAABAgQIECBAgAABAgQIECBAgAABAgQIECBAgACB/hAQcE2bsy+4pvmpJlB5gQMHDsR//Md/xFNPPdX4z4svvhg7d+6MV1999eDeTz755Jg8eXJMmzYtzjrrrJgxY0b8zu/8ThxxxBGVOp+Aa6XGYTMJAgKuCXhKCRAgQIAAAQIEOi4g4NpxYg0IECBAgAABAgQIECBAgAABAgQIECBAgAABAgQIECBAgAABAgQIECBAoEcEBFzTBingmuZX++of//jHcckllzQCj80/Dz30UCxYsKAt5/vlL38Zl19+eWzbtq1lvZkzZ8a6desawcpO/7z22muxcOHCeOKJJ1pafeYzn4nVq1fHhAkTDv76//zP/8SNN94Ya9euTd7WYHD0N3/zN+OMM86I008/vREiPe6445LXHmmBIgy6fv36uOeee+Jf/uVfRnr8sN8/9dRT4+qrr46LL7443vnOd5au70TBUAHXNWvWxNSpUzvRLnnNPXv2xG233RY7duw4uNb27dtj1qxZyWtboN4CAq71np/dEyBAgAABAgR6XUDAtdcn7HwECBAgQIAAAQIECBAgQIAAAQIECBAgQIAAAQIECBAgQIAAAQIECBAg0C4BAdc0SQHXNL/aV+cIuA4MDMTKlSvjpptuOsxr48aNcf7553fc8ZlnnolPfvKTUYRtm3+G6t/OgOtwBzvvvPPihhtuiA9/+MNx1FFHtfX8xf7vvvvu+PKXv9zyldaxNinCuX/6p3/aCLs2B4HHul5K3VAB1yoHRuu235TZqC0nIOBazsvTBAgQIECAAAECeQUEXPN660aAAAECBAgQIECAAAECBAgQIECAAAECBAgQIECAAAECBAgQIECAAAEC9RUQcE2bnYBrml/tq3MEXAuk4QKmS5cujTvuuCOOPvrojlm+9dZb8aUvfSluvfXWlh7nnntuPPDAA/Gud72r5ddzBFwHGxZB12Jv06dPjyECb6VNXn755cbXZzds2FC6dqSCj370o42v3U6ZMmWkRzv2+3ULjNZtvx0bnIUPExBw9VIQIECAAAECBAhUWUDAtcrTsTcCBAgQIECAAAECBAgQIECAAAECBAgQIECAAAECBAgQIECAAAECBAgQqJKAgGvaNARc0/xqX50r4Lpv375YsmRJfOMb32gxmzZtWjz66KNx8sknd8yy+Grr5ZdfHtu2bWvpccstt8QXv/jFOPLII1t+PWfAtWg8adKkuO222xpfSE0J+r7yyiuxePHi2LRpU8cszzzzzPj6178eU6dO7ViPt1u4boHRuu23K0Pt06YCrn06eMcmQIAAAQIECNREQMC1JoOyTQIECBAgQIAAAQIECBAgQIAAAQIECBAgQIAAAQIECBAgQIAAAQIECBDouoCAa9oIBFzT/GpfnSvgWkB985vfjAsuuOAws/vuuy8WLlzYMcvNmzfHvHnzWtYvvtr6rW99Kz74wQ8e1jd3wHVwA5///Oej+M+ECRNKWxQB4s997nOxZs2aIWtPPfXUuOiii+IjH/lInHTSSXHsscfGO97xjoPPvvnmm/Haa6/Fzp07o/Bav359vPrqq0OuVViuXbs2jj/++NL7TC2oW2C0bvtNnY/60QsIuI7eypMECBAgQIAAAQL5BQRc85vrSIAAAQIECBAgQIAAAQIECBAgQIAAAQIECBAgQIAAAQIECBAgQIAAAQL1FBBwTZubgGuaX+2rcwZcf/azn8Wll14aO3bsaHH7zGc+E6tXrx5TsHOkAbzxxhuN4OeqVatG3XO4gGvxddSVK1fGb/zGb4zUtvH7Bw4ciNdffz2K8OmuXbviySefbARHd+/ePWz9ihUr4qabboqjjjpqVD0GHyq+2nrZZZfFnj17WuomT54cX/7ylxvh1jJfhy2CmYVZcd5D1ywa/OVf/mXD9dCv35ba9BgerltgtG77HcNIlIxRQMB1jHDKCBAgQIAAAQIEsggIuGZh1oQAAQIECBAgQIAAAQIECBAgQIAAAQIECBAgQIAAAQIECBAgQIAAAQIEekBAwDVtiAKuaX61r84ZcH3rrbfiS1/6Utx6660tblOmTInHH388TjvttLZ7Dne+t/tqbLsCrkMdplh748aNjdBpsbdDfyZNmhR33313Iwg8RABuSJ/iy6vFF3CfeOKJlt8vwq1/93d/Fx/+8IfH5DowMBCPPvpoXHfddYd9zXXq1KmxYcOGeP/73z+mtcdaNFRgdMmSJXHiiSeOdcmO1hXzfuyxx+LFF1882Gf79u0xa9asjva1ePUFBFyrPyM7JECAAAECBAj0s4CAaz9P39kJECBAgAABAgQIECBAgAABAgQIECBAgAABAgQIECBAgAABAgQIECBAoIyAgGsZrcOfFXBN86t9dc6Aa4H11FNPxZw5cw77Kuhf//Vfx4033th2z/vvvz+uuuqqlnXPPPPMxpdU3/ve9w7Zr5MB18GG//Zv/xbXX399fOc73zlsD9OmTWvsrwiRjuZnKNOxBGWH6lWEXIsvud5www2H/fbXvva1xsxGG8QdzVlGemaogOtINVX7fQHXqk2kO/sRcO2Ou64ECBAgQIAAAQKjExBwHZ2TpwgQIECAAAECBAgQIECAAAECBAgQIECAAAECBAgQIECAAAECBAgQIECAgIBr2jsg4JrmV/vq3AHX4b42+qlPfSqKMOpxxx3XNtM9e/Y0vj764IMPtqx5yy23xBe/+MU48sgjh+yVI+BaNC6+6nnllVfGjh07DtvHTTfdFLfddlscffTRI3qsXLky/viP/7jluXZ6/ud//mcsWrQoNm/e3NLjwgsvjOJLuMcee+yIe2zXAwKu7ZK0TrcFBFy7PQH9CRAgQIAAAQIE3k5AwNX7QYAAAQIECBAgQIAAAQIECBAgQIAAAQIECBAgQIAAAQIECBAgQIAAAQIERicg4Do6p+GeEnBN86t9de6AawE21FdV3/Wud8W3vvWt+OAHP9g202eeeSY++clPxi9/+cuDaxZfNt2yZUvMmjVr2D65Aq7FBp588sm44oorYvfu3S37Ga3Hm2++GcuXL48i5Nr8UwR4i/+06+uqa9eujWuuuaalx6mnnhqPPfZY/N7v/V7bZjbSQgKuIwn5/boICLjWZVL2SYAAAQIECBDoTwEB1/6cu1MTIECAAAECBAgQIECAAAECBAgQIECAAAECBAgQIECAAAECBAgQIECAQHkBAdfyZs0VAq5pfrWv7kbAdbiet956a3zhC19oSyhzYGCgEfosvoTa/DOaL5vmDLgW+1y1alXccMMNh71LI31ptigYbq9/8Rd/EUV9u36effbZ+MQnPtESFi7W3r59+9uGhdvVf3CdoQKua9asialTp4661csvv9x4N4qv0p588smjrhvqwSJEXYSUr7322pgwYcJhjxRfES6+xNv8ld7cZkkHVNwxAQHXjtFamAABAgQIECBAoA0CAq5tQLQEAQIECBAgQIAAAQIECBAgQIAAAQIECBAgQIAAAQIECBAgQIAAAQIECPSFgIBr2pgFXNP8al/djYDrG2+8EZ/73Ocawc7mn3PPPTceeOCBKL5emvpTfLX18ssvj23btrUsdd9998XChQvfdvmcAddiI8Pt9cwzz4z169fHe9/73mH3O9xeb7zxxlixYkW84x3vSKVs1BdfmJ0/f34cOHAgjjnmmBg/fnzMmDGj8YXc4kuuuX6GCriONjBa7L34em8Rei7e+49//ONx1113xeTJk8e0/Wb7D3zgA7Fs2bI477zz4uijjz64Xsp+x7QpRbUREHCtzahslAABAgQIECDQlwICrn05docmQIAAAQIECBAgQIAAAQIECBAgQIAAAQIECBAgQIAAAQIECBAgQIAAgTEICLiOAa2pRMA1za/21d0IuBZo3/3ud6P4mmrxhcvBn0mTJsUTTzwR55xzTrLrUOuPJjBaNM4dcC16rl27Nq655prDzr1p06aYO3fu23oUX779sz/7s5Znzj777Fi3bl2ceOKJyZZVWiAlMFqEhRcvXtzyzs2bN69hf/zxx5c+5ne+85248MILW9YrAr933nlnvPvd726sV4RqX3/99cb/bX7P2xU8Lr1pBZUREHCtzChshAABAgQIECBAYAgBAVevBQECBAgQIECAAAECBAgQIECAAAECBAgQIECAAAECBAgQIECAAAECBAgQGJ2AgOvonIZ7SsA1za/21d0KuA731dI/+ZM/iSKweeSRR47Z9s0334zly5fHypUrW9ZYunRp3HHHHS1f2ByqSTcCri+88EIjLPnSSy+1bGk0Hps3b44iqHnoT/EF1+JrpUcdddSYLatWmBJw3bdvX+PLwWvWrGk51rXXXtt4LyZMmDDq47722muNsOyGDRtaah588MFYsGBBDBFeHPXaHuwPAQHX/pizUxIgQIAAAQIE6iog4FrXydk3AQIECBAgQIAAAQIECBAgQIAAAQIECBAgQIAAAQIECBAgQIAAAQIECOQWEHBNExdwTfOrfXW3Aq4DAwONAGoRwGz+mTlzZuPLo5MnTx6z7c9+9rO49NJLY8eOHQfXKPN12G4EXIuvfF511VXx+OOPt5z74x//eBShyeOOO25Yj6HOO/jwzTff3Ah1/vZv//aYPatUmBJwLc7xyiuvNIKpxZdxm3/KhoEffvjh+IM/+IOWNcYSlK2Srb3kFRBwzeutGwECBAgQIECAQDkBAddyXp4mQIAAAQIECBAgQIAAAQIECBAgQIAAAQIECBAgQIAAAQIECBAgQIAAgf4VEHBNm72Aa5pf7au7FXAt4P71X/81LrroonjxxRdbHDdu3Bjnn3/+mG2HCh9+6lOfivvvv/9tg6KDDbsRcH3rrbfilltuib/6q79qOfe0adPi0UcfjZNPPnlYjyIsvGrVqrjhhhuGfKYICy9cuLDxhdhinSOOOGLMtt0uTA24Fvv/0Y9+1LDYvXv3weMUAei77767EYwe6eurL7/8clx22WXxT//0TwfrzzzzzPj6178eU6dO7TaR/jUREHCtyaBskwABAgQIECDQpwICrn06eMcmQIAAAQIECBAgQIAAAQIECBAgQIAAAQIECBAgQIAAAQIECBAgQIAAgdICAq6lyVoKBFzT/Gpf3c2A6759+2LJkiXxjW98o8Vx6dKlcccdd8TRRx9d2ne4Nb/2ta/FjTfeOGJ4sWjYjYBr0feBBx6IK6644rAzb9++PWbNmvW2FsN9mfTQoiLgWoSHP/rRj8b06dPj2GOPLW3czYJ2BFyLQPD69evjmmuuiT179hw8zgc+8IF46KGH4qSTThr2iEUQuXg3P//5zx98pgjHFl/ZnTdvXjdp9K6ZgIBrzQZmuwQIECBAgACBPhMQcO2zgTsuAQIECBAgQIAAAQIECBAgQIAAAQIECBAgQIAAAQIECBAgQIAAAQIECIxZQMB1zHSNQgHXNL/aV3cz4FrgffOb34wLLrigxXE0Xy0dDv6FF15ofJ3zpZdeOvhI8VXNDRs2xPvf//5RzatbAdd//Md/bARPD/155JFH4pJLLhlx78WXcK+88srYsWPHiM8OPlCEXM8666z42Mc+FmeccUaccMIJlf7CazsCrsXZ33jjjfjCF74QRfC5+DnvvP/H3t3Aalne9wP/ofxnKmilbm1tl2HnLLo6j8IiE7Xaoi10E0TEVhBlQcANq7FYQC2xaGNRi0wCWkRTFcFXiqAG4kuHbbDTTSkOY6frLM18SxpdRchs1PPP/aTn7DmHczjPc+7n5b7v5/MkxvSc6+V3fX4X2pycr9ffxQ033BBHHHHEXu16ev31mmuuifnz58fAgQMrdjeQgICrO0CAAAECBAgQIJBlAQHXLHdHbQQIECBAgAABAgQIECBAgAABAgQIECBAgAABAgQIECBAgAABAgQIECCQJQEB13TdEHBN55f72c0OuL7++usxZcqU2Lx5cxfL2267LaZPn16Vb/Iy55IlS2LOnDld5lX7ImyzAq5btmyJE088cY8zJ6+KJkaVfHbs2FF6qXbdunWVDN9jTPLC6+jRo+NrX/tajBo1KoYMGdKvdeo1qVYB16S+1157LaZOnRojR44svciavMS6t8+7774b3/zmN0sv7XZ8kldbV6xYEZ/61KfqdWTrFlRAwLWgjXUsAgQIECBAgEBBBARcC9JIxyBAgAABAgQIECBAgAABAgQIECBAgAABAgQIECBAgAABAgQIECBAgACBugsIuKYjFnBN55f72c0OuH744YexcOHCSF7BLP9MmzYtli1bFoMGDarY+J133imFYruHO9evXx/jxo2reJ1mBVyfe+65OP300+ONN97oUuu1114bl19+ecX179q1K2699db43ve+F2+//XbF83oamLxsmoRrk8DrgQcemGqtWkzeW8C1t4BwLfat1RppXieuVQ3WyYaAgGs2+qAKAgQIECBAgACBngUEXN0MAgQIECBAgAABAgQIECBAgAABAgQIECBAgAABAgQIECBAgAABAgQIECBQmYCAa2VOvY0ScE3nl/vZzQ64JoDPPvtsnHHGGV2CnYcffng8+OCDcfTRR1ds/OSTT8aECRNi586dnXNOPfXU0oubhxxySMXrNCvg2lsvrr766liwYEHF9XcMTMKg99xzTyns+u///u9Vzy+fMHTo0Ljkkkti5syZVYWOU23aw2QB11qLWq9ZAgKuzZK3LwECBAgQIECAQCUCAq6VKBlDgAABAgQIECBAgAABAgQIECBAgAABAgQIECBAgAABAgQIECBAgAABAgQiBFzT3QIB13R+uZ+dhYBrEkidPXt2rFq1qovnjTfeGJdeemlFxr29BLt48eLSGj2EyXpdtygB144DfvDBB/Hyyy/HI488Ej/+8Y/jmWeeqci0p0EnnHBC/NM//VOMGDGiKtN+b9htooBrrSSt02wBAddmd8D+BAgQIECAAAECexMQcHU/CBAgQIAAAQIECBAgQIAAAQIECBAgQIAAAQIECBAgQIAAAQIECBAgQIBAZQICrpU59TZKwDWdX+5nZyHgmiDefvvtccEFF3TxTF5jTb4+ZMiQPp1fffXVOOecc7qEN/vzCmyyUbMCrr/85S/j7LPP3uO11f6+4Nob2u3KjOYAACAASURBVDvvvBP/+q//Gps3b45NmzbF1q1b+/QtH5C85pqEj5P+VBMcrmqTXgYLuNZC0RpZEBBwzUIX1ECAAAECBAgQINCbgICru0GAAAECBAgQIECAAAECBAgQIECAAAECBAgQIECAAAECBAgQIECAAAECBCoTEHCtzKm3UQKu6fxyPzsrAdeeAqqHHHJIPPTQQ3Hcccf16Zy8TDpx4sQu46ZNmxbLli2LQYMG9Tm/fECzAq5btmyJE088cY9af/jDH8asWbOqOkM1g3/3u9/F9u3bS2HXRx99tKLAaxJyvfPOO+Pkk0+uZqvUY7sHXNva2uK+++6LYcOGVbx2d+evfvWrsXr16jj44IMrXqP7n5v+1FHxZgYWUkDAtZBtdSgCBAgQIECAQGEEBFwL00oHIUCAAAECBAgQIECAAAECBAgQIECAAAECBAgQIECAAAECBAgQIECAAIE6Cwi4pgMWcE3nl/vZWQm4/v73v4/58+fHkiVLuphec801ceWVV+71pdBdu3bFRRddFHfccUeXuWvXro0zzzyz6h5lLeB69913x5QpU6o+R38mtLe3x1tvvRWPP/54KcD65JNP9rrMCSecEElthx56aH+26tccAdd+sZmUQQEB1ww2RUkECBAgQIAAAQKdAgKuLgMBAgQIECBAgAABAgQIECBAgAABAgQIECBAgAABAgQIECBAgAABAgQIEKhMQMC1MqfeRgm4pvPL/eysBFwTyCRMOWHChNi5c2en66mnnhp33XVXJK+59vZ58cUXY9KkSfHSSy91DjnllFNKr3J+5jOfqbpHzQq4JvWee+65e9T72GOPxWmnnVb1OdJO+Oijj+L555+PhQsXxiOPPNLjctdee23MnTs39t1337TbVTS/Fi+nesG1ImqD6iwg4FpnYMsTIECAAAECBAikEhBwTcVnMgECBAgQIECAAAECBAgQIECAAAECBAgQIECAAAECBAgQIECAAAECBAi0kICAa7pmC7im88v97CwFXN95552YPn16rFu3rtP1gAMOKP3v0aNH92qdvPr6rW99q8v3FyxYEFdddVW/gpfNCrh+//vfjyuuuKLLOZJg78MPPxwjRoxo2l17//3348Ybb9yjtqSgUaNGxZo1a2Lo0KENqa/7fe3P/gKuDWmVTfoQEHB1RQgQIECAAAECBLIsIOCa5e6ojQABAgQIECBAgAABAgQIECBAgAABAgQIECBAgAABAgQIECBAgAABAgSyJCDgmq4bAq7p/HI/O0sB1wSzp7Dq5ZdfHtdcc02PYdWeQrFJKPShhx6K4447rl/9aUbA9X//939jzpw5cfPNN3epuT8Bzn4duo9JScj1yiuvjMWLF+8xspEvzL7wwgtx1llnxSuvvFKq46tf/Wrppd6DDz644mMLuFZMZWAdBQRc64hraQIECBAgQIAAgdQCAq6pCS1AgAABAgQIECBAgAABAgQIECBAgAABAgQIECBAgAABAgQIECBAgAABAi0iIOCartECrun8cj87awHXF198MSZNmhQvvfRSp+3eQp5JWHHs2LGxc+fOzvHTpk2LZcuWxaBBg/rVn2YEXF9//fWYMmVKbN68uUvNU6dOjeXLl0fykm33z7/8y7/EU089Fb/5zW/iP//zPyOpe8iQIXHHHXeU/l7rT0+9SfZIXne99NJLa71dj+t1D6f+7d/+baxataqq827YsCHGjx/fuX5/QrLd/9y0tbXFfffdF8OGDWuIg03yLyDgmv8eOgEBAgQIECBAoMgCAq5F7q6zESBAgAABAgQIECBAgAABAgQIECBAgAABAgQIECBAgAABAgQIECBAgEAtBQRc02kKuKbzy/3srAVck5dC586dG0uXLu1iu3bt2jjzzDO7fO3DDz+MhQsXll53Lf/cdtttMX369H73phkB156CuskB9hYeffzxx+MrX/lKl3OOGDEi7r333viLv/iLfp+/t4lJiHj27NmlQGn55+qrr44FCxbUfL+eFkxCpN/4xjc6vzVr1qzSq78f+9jHKt4/efH13HPP7Ry/txBxb4sKuFbMbWAvAgKurgYBAgQIECBAgECWBQRcs9wdtREgQIAAAQIECBAgQIAAAQIECBAgQIAAAQIECBAgQIAAAQIECBAgQIBAlgQEXNN1Q8A1nV/uZ2ct4JqA/vjHP46JEyd2sb344ovj+uuvj/3226/z6z29ejpy5Mi455574nOf+1y/e9PogGtvQd3k1daNGzfGCSec0ONZkhdck4Br+eu1ycDHHnssTjvttH6fv7eJvbk0MuC6YsWKuPDCCztLTF6OXbRoUfzRH/1Rxee966674vzzz+8c35+QrIBrxdwG9iIg4OpqECBAgAABAgQIZFlAwDXL3VEbAQIECBAgQIAAAQIECBAgQIAAAQIECBAgQIAAAQIECBAgQIAAAQIECGRJQMA1XTcEXNP55X52FgOub7zxRpx33nnxxBNPdPq2tbVF8nrnsGHDOr/WUxA2eUn0qquuin333bffvWl0wPXVV1+Nc845J5555pkuNU+YMCFuv/32GDJkSI9n2bFjR0yePDmefvrpLt+vhUFPGzY74Nre3l56sTf5qyifu+++O6ZMmVKU4zhHFQICrlVgGUqAAAECBAgQINBwAQHXhpPbkAABAgQIECBAgAABAgQIECBAgAABAgQIECBAgAABAgQIECBAgAABAgRyKiDgmq5xAq7p/HI/O4sB1yTIuGTJkpgzZ04X39tuuy2mT59e+tr7778fc+fOjaVLl3aOSV48XbduXYwePTpVXxoZcE1eb01epr3iiiv2qHnx4sWRvFDaQxCuNLa3OnsKA6cC+cPk3/72tzF16tTYtGlTl+Xuvffe+PrXv16LLfa6xu7du+OSSy6J5B4U5SPgWpROVn8OAdfqzcwgQIAAAQIECBBonICAa+Os7USAAAECBAgQIECAAAECBAgQIECAAAECBAgQIECAAAECBAgQIECAAAEC+RYQcE3XPwHXdH65n53FgGuC+uyzz8YZZ5wRyWuuHZ9p06bFsmXLYtCgQdFT3X29eFppsxoZcN2yZUvpBc/kNdbyz8iRI+Oee+6Jz33uc3ste/Xq1XHuuefuMeaiiy4qBWc/9rGPVXrsPsetX7++FHDduXNn59jDDz88HnzwwTj66KP7nJ92wOuvv16y2rx5c9qlMjNfwDUzrWh4IQKuDSe3IQECBAgQIECAQBUCAq5VYBlKgAABAgQIECBAgAABAgQIECBAgAABAgQIECBAgAABAgQIECBAgAABAi0tIOCarv0Crun8cj87qwHXXbt2RRLSvOOOOzqNjzzyyHjggQfiC1/4QvQU7Cx/4TVNYxoVcH3ttddi9uzZkQRHu3+uvfba0gu1++67716PkgSAzzvvvHjiiSe6jEtes12wYEHpBdiBAwem4SjNffPNN+OCCy6IRx99tMta5aHj1Jv0scBzzz0Xp59+epfQc733rPf6Aq71Fs7u+gKu2e2NyggQIECAAAECBCIEXN0CAgQIECBAgAABAgQIECBAgAABAgQIECBAgAABAgQIECBAgAABAgQIECBQmYCAa2VOvY0ScE3nl/vZWQ24JrA9hViTQOCZZ55ZCm6uWLGi07+trS3uu+++GDZsWOqeNCLg+stf/jIuueSSeOyxx/ao90tf+lKsWrUqPvvZz/Z5lvb29kiCvTNnzuxx7GWXXVYKyv7Jn/xJn2v1NiAJ4ibeSbi4/JOEaJM6x48f3++1q5l41113xfnnn985ZdSoUbFmzZoYOnRoxcv0FJJ96qmn4otf/GLFayQDu/+5qeX9q6oQg3MrIOCa29YpnAABAgQIECDQEgICri3RZockQIAAAQIECBAgQIAAAQIECBAgQIAAAQIECBAgQIAAAQIECBAgQIAAgRoICLimQxRwTeeX+9lZDri++uqrcc4558QzzzzT6Txr1qzSy67Ja6LlX7/44ovj+uuvj/322y91T+oZcH333Xfj9ttvj+9973vx9ttv71FrEta888474+STT674HMma3/zmNyMJgPb0SUK/8+bNi4kTJ8aBBx5Y8bqJw9q1a0u1Jvek+2fGjBmxZMmSGDRoUMVr9nfg73//+5g/f35pv47P1KlTY/ny5ZEEbSv9JKHoCy+8sHP4X/3VX8X9998fRxxxRKVLlMYJuFbFZXAPAgKurgUBAgQIECBAgECWBQRcs9wdtREgQIAAAQIECBAgQIAAAQIECBAgQIAAAQIECBAgQIAAAQIECBAgQIBAlgQEXNN1Q8A1nV/uZ2c54Prhhx/GwoUL45prrul0Tl7tTF5wTV4m7fgkAcd169bF6NGja9KPWgVcP/jgg9i5c2e8+eabsXXr1ti0aVM8+uijPQZbk8KTc/zwhz8shXp7CL/t9WwvvfRS/P3f/32X0G/3CZ/4xCdi0qRJ8bWvfS2GDx8eBx10UAwePLhzWBIifeedd2Lbtm3xyCOPxIYNG2LHjh097jty5Mj40Y9+FEceeWRNzPta5PXXX48pU6bE5s2bO4dee+21cfnll/c1tfP7u3btKoWj77jjjs6vnXXWWaUXcD/+8Y9XvE4yUMC1Ki6DexAQcHUtCBAgQIAAAQIEsiwg4Jrl7qiNAAECBAgQIECAAAECBAgQIECAAAECBAgQIECAAAECBAgQIECAAAECBLIkIOCarhsCrun8cj+7t4BrPQ529dVXx4IFC6paesuWLTF27NhSULS3z4QJE0qvog4ZMqSqtXsb3FvAtSaL97JIEm5NApvJ66IDBw7s11bbt2/f42Xbfi3Ux6S2tra45ZZb4vjjj6/H8j2u+fjjj8dXvvKVLt977LHH4rTTTqu4hmeffTbOOOOMeOONNzrnJOHpK6+8supAsYBrxewG9iIg4OpqECBAgAABAgQIZFlAwDXL3VEbAQIECBAgQIAAAQIECBAgQIAAAQIECBAgQIAAAQIECBAgQIAAAQIECGRJQMA1XTcEXNP55X521gOuyYui06dPL73Q2ttn8eLFcemll1YdUuxtvUYHXIcOHRo33HBDTJw4MfbZZ59Udyp5cTWx2JtXmg2SkOlNN90URxxxRJplqpr7/vvvx9y5c2Pp0qWd80455ZRYvXp1fOYzn6lorZ7WOOSQQ+Khhx6K4447rqI1ygcJuFZNZkI3AQFXV4IAAQIECBAgQCDLAgKuWe6O2ggQIECAAAECBAgQIECAAAECBAgQIECAAAECBAgQIECAAAECBAgQIEAgSwICrum6IeCazi/3s7MecE2Ak9dZL7jggh6tjzzyyHjggQfiC1/4Qs160ciA63nnnRcLFy6MQw89tGb1J2HOtWvXRvJibtLfWnw+8YlPxHe+852YOXNmDBo0qBZLVrzGiy++GJMmTYqXXnqpc07yEvBVV10V++67b0Xr/OQnP4lzzz23y+ut06ZNi2XLlvXrPAKuFbEbtBcBAVfXgwABAgQIECBAIMsCAq5Z7o7aCBAgQIAAAQIECBAgQIAAAQIECBAgQIAAAQIECBAgQIAAAQIECBAgQCBLAgKu6boh4JrOL/ez8xBw7Sng2AF/8cUXx/XXXx/77bdfzXpR74Br8mLrmWeeGTNmzCi9hNpD0K0mZ9m1a1c8/PDDpZdOH3nkkX6tOWzYsFKoNQmHfvKTn+zXGmkmtbe3x5IlS2LOnDmdyxxwwAGlF2pHjx5d0dJvvfVWzJo1K9avX99lfBICTvrQn4+Aa3/UzCkXEHB1HwgQIECAAAECBLIsIOCa5e6ojQABAgQIECBAgAABAgQIECBAgAABAgQIECBAgAABAgQIECBAgAABAgSyJJDHgOsxEfGLjCAKuGakEc0qIw8B1+RF0rlz58bSpUv3YEoTUuzNvJYB17/5m7+Jgw8+OI455pj4y7/8yxg1alT86Z/+aQwcOLChLf/d734X27dvj2effTZeeOGF+O///u945ZVXYseOHZ11JK+0trW1RfIq7vDhw+PEE0+Mww47rOG1lsO8+uqrcc4558QzzzzT+eUJEyaUXvUdMmRIn4YffPBBLF68OObPn99lbPIi7IoVKypao6dNBFz7pDegDwEBV1eEAAECBAgQIEAgywICrlnujtoIECBAgAABAgQIECBAgAABAgQIECBAgAABAgQIECBAgAABAgQIECBAIEsCeQy4fjciTo6IhRGxucmYAq5NboDtCRDoWSAJpy5atCgWLFjQZcDdd98dU6ZM6ZMtef31nnvuiQsvvDB27tzZOT55QffOO++Mk09O/jHcv4+Aa//czPo/AQFXt4EAAQIECBAgQCDLAgKuWe6O2ggQIECAAAECBAgQIECAAAECBAgQIECAAAECBAgQIECAAAECBAgQIEAgSwJ5DLgeFBG/joiP/yHg2sygq4Brlm6zWggQ6BR46qmn4vzzz+/yyuy4ceNi5cqV8clPfnKvUkm4dd26dfGtb32ry/xkUhKanTNnTqqXaQVcXdS0AgKuaQXNJ0CAAAECBAgQqKeAgGs9da1NgAABAgQIECBAgAABAgQIECBAgAABAgQIECBAgAABAgQIECBAgAABAkUSyGPANfFPXnG9qqwRyUuuzQi6CrgW6U+DsxAoiMBbb70Vs2bNivXr13c5USWvt+4t3Dp+/PhYsWJFfOpTn0olJeCais/kiBBwdQ0IECBAgAABAgSyLCDgmuXuqI0AAQIECBAgQIAAAQIECBAgQIAAAQIECBAgQIAAAQIECBAgQIAAAQIEsiSQ14Br+Suu5Z6NDroKuGbpNquFAIHYtWtXzJ07N26++eYuGpMmTSqFU4cMGdKr0gcffBCrV68uvdz69ttvdxk3cuTI+NGPfhRHHnlkamUB19SELb+AgGvLXwEABAgQIECAAIFMCwi4Zro9iiNAgAABAgQIECBAgAABAgQIECBAgAABAgQIECBAgAABAgQIECBAgACBDAnkNeCaEHZ/xbWctVFBVwHXDF1mpRAgEJGEVBcvXhzz58/v5DjkkEMieb31y1/+cq9E77//fixatCi++93kH61dP0m4dfny5TFixIiaEAu41oSxpRcRcG3p9js8AQIECBAgQCDzAgKumW+RAgkQIECAAAECBAgQIECAAAECBAgQIECAAAECBAgQIECAAAECBAgQIEAgIwJ5Drj29oprOW29g64Crhm5yMogQOD/BLq/4nrFFVfEwoULY+DAgXtl2rFjR8yePTseffTRznFtbW1xyy23xPHHH18zYgHXmlG27EICri3begcnQIAAAQIECORCQMA1F21SJAECBAgQIECAAAECBAgQIECAAAECBAgQIECAAAECBAgQIECAAAECBAhkQCDPAdeEb2+vuJbz1ivoKuCagUusBAIE9hR47bXXYurUqaVvrFq1Kj772c9WxJTMS0Ku69evjxNOOCGWLl0aw4cPr2hupYMEXCuVMq43AQFXd4MAAQIECBAgQCDLAgKuWe6O2ggQIECAAAECBAgQIECAAAECBAgQIECAAAECBAgQIECAAAECBAgQIEAgSwJ5D7hW8opruXetg64Crlm6zWohQKCLwJYtW+Kjjz6Kk046qSqZl156KW688cb4zne+E0OHDq1qbiWD/+u//isuv/zy+J//+Z/S8IMOOii+//3vx5//+Z9XMt0YAiHg6hIQIECAAAECBAhkWUDANcvdURsBAgQIECBAgAABAgQIECBAgAABAgQIECBAgAABAgQIECBAgAABAgQIZEkg7wHXxLLSV1zL3WsVdBVwzdJtVgsBAgQItISAgGtLtNkhCRAgQIAAAQK5FRBwzW3rFE6AAAECBAgQIECAAAECBAgQIECAAAECBAgQIECAAAECBAgQIECAAAECDRYoQsC12ldcy4nTBl0FXBt8YW1HgAABAgQEXN0BAgQIECBAgACBLAsIuGa5O2ojQIAAAQIECBAgQIAAAQIECBAgQIAAAQIECBAgQIAAAQIECBAgQIAAgSwJFCHgmnj25xXX8j70N+gq4Jql26wWAgQIEGgJAQHXlmizQxIgQIAAAQIEcisg4Jrb1imcAAECBAgQIECAAAECBAgQIECAAAECBAgQIECAAAECBAgQIECAAAECBBosUJSAa5pXXMvJqw26Crg2+MLajgABAgQICLi6AwQIECBAgAABAlkWEHDNcnfURoAAAQIECBAgQIAAAQIECBAgQIAAAQIECBAgQIAAAQIECBAgQIAAAQJZEugecD0vIlZlqcAqakn7imv5VpUGXQVcq2iQoQQIECBAoBYCAq61ULQGAQIECBAgQIBAvQQEXOsla10CBAgQIECAAAECBAgQIECAAAECBAgQIECAAAECBAgQIECAAAECBAgQKJpAkQKutXrFtbzHfQVdBVyL9ifCeQgQIEAg8wICrplvkQIJECBAgAABAi0tIODa0u13eAIECBAgQIAAAQIECBAgQIAAAQIECBAgQIAAAQIECBAgQIAAAQIECBCoQqB7wHVBRHyvivlZG1rLV1zLz9Zb0FXANWs3QD0ECBAgUHgBAdfCt9gBCRAgQIAAAQK5FhBwzXX7FE+AAAECBAgQIECAAAECBAgQIECAAAECBAgQIECAAAECBAgQIECAAAECDRToHnBdGxHnRcTuBtZQy63q8YpreX3dg64CrrXsnrUIECBAgEAFAgKuFSAZQoAAAQIECBAg0DQBAdem0duYAAECBAgQIECAAAECBAgQIECAAAECBAgQIECAAAECBAgQIECAAAECBHIm0D3g+mFE/DQiduTsHOXlHhMRyV/1/HQEXf+5fJP29i5513rub20CBAgQINCyAgKuLdt6BydAgAABAgQI5EJAwDUXbVIkAQIECBAgQIAAAQIECBAgQIAAAQIECBAgQIAAAQIECBAgQIAAAQIECGRAoHvANQMl5bcEAdf89k7lBAgQIJAfAQHX/PRKpQQIECBAgACBVhQQcG3FrjszAQIECBAgQIAAAQIECBAgQIAAAQIECBAgQIAAAQIECBAgQIAAAQIECPRH4I2I+HR/Jpqzp4CAq1tBgAABAgTqLyDgWn9jOxAgQIAAAQIECPRfQMC1/3ZmEiBAgAABAgQIECBAgAABAgQIECBAgAABAgQIECBAgAABAgQIECBAgEBrCbwaEYeWHbm9AMdvxO8RPhUR342Ify73EnAtwO1xBAIECBDIvICAa+ZbpEACBAgQIECAQEsLNOIHUy0N7PAECBAgQIAAAQIECBAgQIAAAQIECBAgQIAAAQIECBAgQIAAAQIECBAgUBiBJKB5Stlpzo6In+f4dP8vIrZGxMfrdIaOYOvmP6zfJRAs4FondcsSIECAAIEyAQFX14EAAQIECBAgQCDLAgKuWe6O2ggQIECAAAECBAgQIECAAAECBAgQIECAAAECBAgQIECAAAECBAgQIEAgSwLdA65fioiO8GaW6qy0luRV1asqHVzFuO7B1o6pAq5VIBpKgAABAgRqISDgWgtFaxAgQIAAAQIECNRLQMC1XrLWJUCAAAECBAgQIECAAAECBAgQIECAAAECBAgQIECAAAECBAgQIECAAIGiCRQp4HpQRLwaEcnfa/XpLdjasb6Aa62krUOAAAECBCoUEHCtEMowAgQIECBAgACBpggIuDaF3aYECBAgQIAAAQIECBAgQIAAAQIECBAgQIAAAQIECBAgQIAAAQIECBAgkEOBIgVca/l6a1/B1o5WC7jm8NIrmQABAgTyLSDgmu/+qZ4AAQIECBAgUHQBAdeid9j5CBAgQIAAAQIECBAgQIAAAQIECBAgQIAAAQIECBAgQIAAAQIECBAgQKBWAkUJuNbq9dZKg60d/gKutbqJ1iFAgAABAhUKCLhWCGUYAQIECBAgQIBAUwQEXJvCblMCBAgQIECAAAECBAgQIECAAAECBAgQIECAAAECBAgQIECAAAECBAgQyKFAUQKuaV9vrTbY2tFqAdccXnolEyBAgEC+BQRc890/1RMgQIAAAQIEii4g4Fr0DjsfAQIECBAgQIAAAQIECBAgQIAAAQIECBAgQIAAAQIECBAgQIAAAQIECNRKoAgB1zSvt/Y32NrhL+Baq5toHQIECBAgUKGAgGuFUIYRIECAAAECBAg0RUDAtSnsNiVAgAABAgQIECBAgAABAgQIECBAgAABAgQIECBAgAABAgQIECBAgACBHAoUIeDan9db0wZbO1ot4JrDS69kAgQIEMi3gIBrvvunegIECBAgQIBA0QUEXIveYecjQIAAAQIECBAgQIAAAQIECBAgQIAAAQIECBAgQIAAAQIECBAgQIAAgVoJ5D3gWu3rrbUKtnb4C7jW6iZahwABAgQIVCgg4FohlGEECBAgQIAAAQJNERBwbQq7TQkQIECAAAECBAgQIECAAAECBAgQIECAAAECBAgQIECAAAECBAgQIEAghwJ5D7hW+nprrYOtHa0WcM3hpVcyAQIECORbQMA13/1TPQECBAgQIECg6AICrkXvsPMRIECAAAECBAgQIECAAAECBAgQIECAAAECBAgQIECAAAECBAgQIECAQK0E8hxwreT11noFWzv8BVxrdROtQ4AAAQIEKhQQcK0QyjACBAgQIECAAIGmCAi4NoXdpgQIECBAgAABAgQIECBAgAABAgQIECBAgAABAgQIECBAgAABAgQIECCQQ4E8B1z39nprvYOtHa0WcM3hpVcyAQIECORbQMA13/1TPQECBAgQIECg6AICrkXvsPMRIECAAAECBAgQIECAAAECBAgQIECAAAECBAgQIECAAAECBAgQIECAQK0E8hpw7e311kYFWzv8BVxrdROtQ4AAAQIEKhQQcK0QyjACBAgQIECAAIGmCAi4NoXdpgQIECBAgAABAgQIECBAgAABAgQIECBAgAABAgQIECBAgAABAgQIECCQQ4G8Bly7v97a6GBrR6sFXHN46ZVMgAABAvkWEHDNd/9UT4AAshXFtwAAIABJREFUAQIECBAouoCAa9E77HwECBAgQIAAAQIECBAgQIAAAQIECBAgQIAAAQIECBAgQIAAAQIECBAgUCuBPAZcy19vbVawtcP/o4jo/L3Fjz76KHoI3dSqV9YhQIAAAQItL9De3h777LNPuUPyH5vo8oWWRwJAgAABAgQIECDQVAEB16by25wAAQIECBAgQIAAAQIECBAgQIAAAQIECBAgQIAAAQIECBAgQIAAAQIEciSQx4Br8nrrKRGR/H1zk63fi4hBHTW8++67ccABBzS5JNsTIECAAIHiCuzcuTMOPPDA8gPuiojBxT2xkxEgQIAAAQIECORNQMA1bx1TLwECBAgQIECAAAECBAgQIECAAAECBAgQIECAAAECBAgQIECAAAECBAg0SyCPAddjIuIXzQLrtu+vI2Jox9defvnlOPzwwzNSmjIIECBAgEDxBF555ZX4/Oc/X36wHRFxaPFO6kQECBAgQIAAAQJ5FRBwzWvn1E2AAAECBAgQIECAAAECBAgQIECAAAECBAgQIECAAAECBAgQIECAAAECjRbIY8C10UZ72++nEXFSx4CNGzfGmDFjslSfWggQIECAQKEENm3aFGPHji0/088i4ouFOqTDECBAgAABAgQI5FpAwDXX7VM8AQIECBAgQIAAAQIECBAgQIAAAQIECBAgQIAAAQIECBAgQIAAAQIECDRQQMA1HfbKiLigY4lFixbFvHnz0q1oNgECBAgQINCrwHXXXRfz588v//5tETEDGQECBAgQIECAAIGsCAi4ZqUT6iBAgAABAgQIECBAgAABAgQIECBAgAABAgQIECBAgAABAgQIECBAgACBrAsIuKbr0D9ExM0dS4wbNy7Wr1+fbkWzCRAgQIAAgV4Fxo8fHxs2bCj//j9GxC3ICBAgQIAAAQIECGRFQMA1K51QBwECBAgQIECAAAECBAgQIECAAAECBAgQIECAAAECBAgQIECAAAECBAhkXUDANV2H2iLiFx1L7L///vHee+/FgAF+lTEdq9kECBAgQGBPgfb29hg8eHDs3r27/JvHRMQ2XgQIECBAgAABAgSyIuCnQlnphDoIECBAgAABAgQIECBAgAABAgQIECBAgAABAgQIECBAgAABAgQIECBAIOsCAq7pO/TriBjascwDDzwQZ511VvpVrUCAAAECBAh0EXjwwQdj0qRJ5V/bERGHYiJAgAABAgQIECCQJQEB1yx1Qy0ECBAgQIAAAQIECBAgQIAAAQIECBAgQIAAAQIECBAgQIAAAQIECBAgkGUBAdf03bkpIi7uWGbcuHGxfv369KtagQABAgQIEOgiMH78+NiwYUP515ZGxCWYCBAgQIAAAQIECGRJQMA1S91QCwECBAgQIECAAAECBAgQIECAAAECBAgQIECAAAECBAgQIECAAAECBAhkWUDANX13jo+Ip8uXef755+PYY49Nv7IVCBAgQIAAgZLA1q1bY/jw4d01RkXEzxERIECAAAECBAgQyJKAgGuWuqEWAgQIECBAgAABAgQIECBAgAABAgQIECBAgAABAgQIECBAgAABAgQIEMiygIBrbbrz04g4qWOpyZMnx+rVq2uzslUIECBAgACBmDJlSqxZs6Zc4mcR8UU0BAgQIECAAAECBLImIOCatY6ohwABAgQIECBAgAABAgQIECBAgAABAgQIECBAgAABAgQIECBAgAABAgSyKiDgWpvOnB0R95UvtXHjxhgzZkxtVrcKAQIECBBoYYFNmzbF2LFjuwt8PSLub2EWRydAgAABAgQIEMiogIBrRhujLAIECBAgQIAAAQIECBAgQIAAAQIECBAgQIAAAQIECBAgQIAAAQIECBDInICAa+1a0uUV16OOOipeeOGFGDDArzXWjthKBAgQINBqAu3t7XH00UfH9u3by4/u9dZWuwjOS4AAAQIECBDIkYCfBOWoWUolQIAAAQIECBAgQIAAAQIECBAgQIAAAQIECBAgQIAAAQIECBAgQIAAgaYKCLjWjv/LEfFk+XIzZsyIW2+9tXY7WIkAAQIECLSYwMyZM2PlypXdTz06In7SYhSOS4AAAQIECBAgkBMBAdecNEqZBAgQIECAAAECBAgQIECAAAECBAgQIECAAAECBAgQIECAAAECBAgQINB0AQHX2rbgpoi4uHzJRYsWxbx582q7i9UIECBAgEALCFx33XUxf/787iddGhGXtMDxHZEAAQIECBAgQCCnAgKuOW2csgkQIECAAAECBAgQIECAAAECBAgQIECAAAECBAgQIECAAAECBAgQIECg4QICrrUn/7eIGFG+7LJly2L27Nm138mKBAgQIECgoALLly+Piy66qPvpnouIvy7okR2LAAECBAgQIECgIAICrgVppGMQIECAAAECBAgQIECAAAECBAgQIECAAAECBAgQIECAAAECBAgQIECAQN0FBFxrT9wWEVsiYlD50l5yrT20FQkQIECgmAK9vNy6KyJOiIhtxTy1UxEgQIAAAQIECBRFQMC1KJ10DgIECBAgQIAAAQIECBAgQIAAAQIECBAgQIAAAQIECBAgQIAAAQIECBCot4CAa32E/y4iHu6+9IwZM2LFihUxYIBfdawPu1UJECBAIM8C7e3tMWvWrFi5cmVPxzg9Ih7J8/nUToAAAQIECBAg0BoCfurTGn12SgIECBAgQIAAAQIECBAgQIAAAQIECBAgQIAAAQIECBAgQIAAAQIECBBILyDgmt6wtxXOjoj7un/zqKOOihtuuCHGjBlTv52tTIAAAQIEciawadOm+Pa3vx3bt2/vqfKvR8T9OTuScgkQIECAAAECBFpUQMC1RRvv2AQIECBAgAABAgQIECBAgAABAgQIECBAgAABAgQIECBAgAABAgQIECBQtYCAa9VkVU1IXnK9NyIGdZ81efLkuOyyy+LYY4+takGDCRAgQIBAkQS2bt0aP/jBD2LNmjU9HWtXRHzDy61F6rizECBAgAABAgSKLyDgWvweOyEBAgQIECBAgAABAgQIECBAgAABAgQIECBAgAABAgQIECBAgAABAgQI1EZAwLU2jntbpS0ibo+IET0NGjduXEydOjUmTpwYAwb4Fcj6t8MOBAgQINBsgfb29li7dm2sWrUqNmzY0Fs5z0XE9IjY1ux67U+AAAECBAgQIECgGgE/3alGy1gCBAgQIECAAAECBAgQIECAAAECBAgQIECAAAECBAgQIECAAAECBAgQaGUBAdfGdf+miLi4t+3233//OPXUU2PUqFHR1tYWhx12WHz605+OwYMHC742rkd2IkCAAIEaCiRB1vfeey/efPPN+NWvfhXbtm2Lp59+Op544onYvXv33nZaGhGX1LAUSxEgQIAAAQIECBBomICAa8OobUSAAAECBAgQIECAAAECBAgQIECAAAECBAgQIECAAAECBAgQIECAAAECORcQcG1sA78cEd+NiJMau63dCBAgQIBALgR+9od/T/4kF9UqkgABAgQIECBAgEAPAgKurgUBAgQIECBAgAABAgQIECBAgAABAgQIECBAgAABAgQIECBAgAABAgQIEKhMQMC1Mqdajzo7Ii4SdK01q/UIECBAIKcCSbB1WUTcn9P6lU2AAAECBAgQIECgU0DA1WUgQIAAAQIECBAgQIAAAQIECBAgQIAAAQIECBAgQIAAAQIECBAgQIAAAQKVCQi4VuZUr1HHR8Q3ImJ8RAyt1ybWJUCAAAECGRTYERHrI+LeiPh5ButTEgECBAgQIECAAIF+CQi49ovNJAIECBAgQIAAAQIECBAgQIAAAQIECBAgQIAAAQIECBAgQIAAAQIECBBoQQEB1+w0vS0iRkXE8IgYFhF/FhF/HBH7R4TfjcxOn1RCgAABApULtEfE7oj4bUT8JiL+IyKej4inI2Jb5csYSYAAAQIECBAgQCA/An6Ik59eqZQAAQIECBAgQIAAAQIECBAgQIAAAQIECBAgQIAAAQIECBAgQIAAAQIEmisg4Npcf7sTIECAAAECBAgQIECAAAECBAgUSEDAtUDNdBQCBAgQIECAAAECBAgQIECAAAECBAgQIECAAAECBAgQIECAAAECBAgQqKuAgGtdeS1OgAABAgQIECBAgAABAgQIECDQSgICrq3UbWclQIAAAQIECBAgQIAAAQIECBAgQIAAAQIECBAgQIAAAQIECBAgQIAAgTQCAq5p9MwlQIAAAQIECBAgQIAAAQIECBAgUCYg4Oo6ECBAgAABAgQIECBAgAABAgQIECBAgAABAgQIECBAgAABAgQIECBAgACBygQEXCtzMooAAQIECBAgQIAAAQIECBAgQIBAnwICrn0SGUCAAAECBAgQIECAAAECBAgQIECAAAECBAgQIECAAAECBAgQIECAAAECBEoCAq4uAgECBAgQIECAAAECBAgQIECAAIEaCQi41gjSMgQIECBAgAABAgQIECBAgAABAgQIECBAgAABAgQIECBAgAABAgQIECBQeAEB18K32AEJECBAgAABAgQIECBAgAABAgQaJSDg2ihp+xAgQIAAAQIECBAgQIAAAQIECBAgQIAAAQIECBAgQIAAAQIECBAgQIBA3gUEXPPeQfUTIECAAAECBAgQIECAAAECBAhkRkDANTOtUAgBAgQIECBAgAABAgQIECBAgAABAgQIECBAgAABAgQIECBAgAABAgQIZFxAwDXjDVIeAQIECBAgQIAAAQIECBAgQIBAfgQEXPPTK5USIECAAAECBAgQIECAAAECBAgQIECAAAECBAgQIECAAAECBAgQIECAQHMFBFyb6293AgQIECBAgAABAgQIECBAgACBAgkIuBaomY5CgAABAgQIECBAgAABAgQIECBAgAABAgQIECBAgAABAgQIECBAgAABAnUVEHCtK6/FCRAgQIAAAQIECBAgQIAAAQIEWklAwLWVuu2sBAgQIECAAAECBAgQIECAAAECBAgQIECAAAECBAgQIECAAAECBAgQIJBGQMA1jZ65BAgQIECAAAECBAgQIECAAAECBMoEBFxdBwIECBAgQIAAAQIECBAgQIAAAQIECBAgQIAAAQIECBAgQIAAAQIECBAgUJmAgGtlTkYRIECAAAECBAgQIECAAAECBAgQ6FNAwLVPIgMIECBAgAABAgQIECBAgAABAgQIECBAgAABAgQIECBAgAABAgQIECBAgEBJQMDVRSBAgAABAgQIECBAgAABAgQIECBQIwEB1xpBWoYAAQIECBAgQIAAAQIECBAgQIAAAQIECBAgQIAAAQIECBAgQIAAAQIECi8g4Fr4FjsgAQIECBAgQIAAAQIECBAgQIBAowQEXBslbR8CBAgQIECAAAECBAgQIECAAAECBAgQIECAAAECBAgQIECAAAECBAgQyLuAgGveO6h+AgQIECBAgAABAgQIECBAgACBzAgIuGamFQohQIAAAQIECBAgQIAAAQIECBAgQIAAAQIECBAgQIAAAQIECBAgQIAAgYwLCLhmvEHKI0CAAAECBAgQIECAAAECBAgQyI+AgGt+eqVSAgQIECBAgAABAgQIECBAgAABAgQIECBAgAABAgQIECBAgAABAgQIEGiugIBrc/3tToAAAQIECBAgQIAAAQIECBAgUCABAdcCNdNRCBAgQIAAAQIECBAgQIAAAQIECBAgQIAAAQIECBAgQIAAAQIECBAgQKCuAgKudeW1OAECBAgQIECAAAECBAgQIECAQCsJCLi2UredlQABAgQIECBAgAABAgQIECBAgAABAgQIECBAgAABAgQIECBAgAABAgTSCAi4ptEzlwABAgQIECBAgAABAgQIECBAgECZgICr60CAAAECBAgQIECAAAECBAgQIECAAAECBAgQIECAAAECBAgQIECAAAECBCoTEHCtzMkoAgQIECBAgAABAgQIECBAgAABAn0KCLj2SWQAAQIECBAgQIAAAQIECBAgQIAAAQIECBAgQIAAAQIECBAgQIAAAQIECBAoCQi4uggECBAgQIAAAQIECBAgQIAAAQIEaiQg4FojSMsQIECAAAECBAgQIECAAAECBAgQIECAAAECBAgQIECAAAECBAgQIECAQOEFBFwL32IHJECAAAECBAgQIECAAAECBAgQaJSAgGujpO1DgAABAgQIECBAgAABAgQIECBAgAABAgQIECBAgAABAgQIECBAgAABAnkXEHDNewfVT4AAAQIECBAgQIAAAQIECBAgkBkBAdfMtEIhBAgQIECAAAECBAgQIECAAAECBAgQIECAAAECBAgQIECAAAECBAgQIJBxAQHXjDdIeQQIECBAgAABAgQIECBAgAABAvkREHDNT69USoAAAQIECBAgQIAAAQIECBAgQIAAAQIECBAgQIAAAQIECBAgQIAAAQLNFRBwba6/3QkQIECAAAECBAgQIECAAAECBAokIOBaoGY6CgECBAgQIECAAAECBAgQIECAAAECBAgQIECAAAECBAgQIECAAAECBAjUVUDAta68FidAgAABAgQIECBAgAABAgQIEGglAQHXVuq2sxIgQIAAAQIECBAgQIAAAQIECBAgQIAAAQIECBAgQIAAAQIECBAgQIBAGgEB1zR65hIgQIAAAQIECBAgQIAAAQIECBAoExBwdR0IECBAgAABAgQIECBAgAABAgQIECBAgAABAgQIECBAgAABAgQIECBAgEBlAgKulTkZRYAAAQIECBAgQIAAAQIECBAgQKBPAQHXPokMIECAAAECBAgQIECAAAECBAgQIECAAAECBAgQIECAAAECBAgQIECAAAECJQEBVxeBAAECBAgQIECAAAECBAgQIECAQI0EBFxrBGkZAgQIECBAgAABAgQIECBAgAABAgQIECBAgAABAgQIECBAgAABAgQIECi8gIBr4VvsgAQIECBAgAABAgQIECBAgAABAo0SEHBtlLR9CBAgQIAAAQIECBAgQIAAAQIECBAgQIAAAQIECBAgQIAAAQIECBAgQCDvAgKuee+g+gkQIECAAAECBAgQIECAAAECBDIjIOCamVYohAABAgQIECBAgAABAgQIECBAgAABAgQIECBAgAABAgQIECBAgAABAgQyLiDgmvEGKY8AAQIECBAgQIAAAQIECBAgQCA/AgKu+emVSgkQIECAAAECBAgQIECAAAECBAgQIECAAAECBAgQIECAAAECBAgQIECguQICrs31tzsBAgQIECBAgAABAgQIECBAgECBBARcC9RMRyFAgAABAgQIECBAgAABAgQIECBAgAABAgQIECBAgAABAgQIECBAgACBugoIuNaV1+IECBAgQIAAAQIECBAgQIAAAQKtJCDg2krddlYCBAgQIECAAAECBAgQIECAAAECBAgQIECAAAECBAgQIECAAAECBAgQSCMg4JpGz1wCBAgQIECAAAECBAgQIECAAAECZQICrq4DAQIECBAgQIAAAQIECBAgQIAAAQIECBAgQIAAAQIECBAgQIAAAQIECBCoTEDAtTInowgQIECAAAECBAgQIECAAAECBAj0KSDg2ieRAQQIECBAgAABAgQIECBAgAABAgQIECBAgAABAgQIECBAgAABAgQIECBAoCQg4OoiECBAgAABAgQIECBAgAABAgQIEKiRgIBrjSAtQ4AAAQIECBAgQIAAAQIECBAgQIAAAQIECBAgQIAAAQIECBAgQIAAAQKFFxBwLXyLHZAAAQIECBAgQIAAAQIECBAgQKBRAgKujZK2DwECBAgQIECAAAECBAgQIECAAAECBAgQIECAAAECBAgQIECAAAECBAjkXUDANe8dVD8BAgQIECBAgAABAgQIECBAgEBmBARcM9MKhRAgQIAAAQIECBAgQIAAAQIECBAgQIAAAQIECBAgQIAAAQIECBAgQIBAxgUEXDPeIOURIECAAAECBAgQIECAAAECBAjkR0DANT+9UikBAgQIECBAgAABAgQIECBAgAABAgQIECBAgAABAgQIECBAgAABAgQINFdAwLW5/nYnQIAAAQIECBAgQIAAAQIECBAokICAa4Ga6SgECBAgQIAAAQIECBAgQIAAAQIECBAgQIAAAQIECBAgQIAAAQIECBAgUFcBAde68lqcAAECBAgQIECAAAECBAgQIECglQQEXFup285KgAABAgQIECBAgAABAgQIECBAgAABAgQIECBAgAABAgQIECBAgAABAmkEBFzT6JlLgAABAgQIECBAgAABAgQIECBAoExAwNV1IECAAAECBAgQIECAAAECBAgQIECAAAECBAgQIECAAAECBAgQIECAAAEClQkIuFbmZBQBAgQIECBAgAABAgQIECBAgACBPgUEXPskMoAAAQIECBAgQIAAAQIECBAgQIAAAQIECBAgQIAAAQIECBAgQIAAAQIECJQEBFxdBAIECBAgQIAAAQIECBAgQIAAAQI1EhBwrRGkZQgQIECAAAECBAgQIECAAAECBAgQIECAAAECBAgQIECAAAECBAgQIECg8AICroVvsQMSIECAAAECBAgQIECAAAECBAg0SkDAtVHS9iFAgAABAgQIECBAgAABAgQIECBAgAABAgQIECBAgAABAgQIECBAgACBvAsIuOa9g+onQIAAAQIECBAgQIAAAQIECBDIjICAa2ZaoRACBAgQIECAAAECBAgQIECAAAECBAgQIECAAAECBAgQIECAAAECBAgQyLiAgGvGG6Q8AgQIECBAgAABAgQIECBAgACB/AgIuOanVyolQIAAAQIECBAgQIAAAQIECBAgQIAAAQIECBAgQIAAAQIECBAgQIAAgeYKCLg219/uBAgQIECAAAECBAgQIECAAAECBRIQcC1QMx2FAAECBAgQIECAAAECBAgQIECAAAECBAgQIECAAAECBAgQIECAAAECBOoqIOBaV16LEyBAgAABAgQIECBAgAABAgQItJKAgGsrddtZCRAgQIAAAQIECBAgQIAAAQIECBAgQIAAAQIECBAgQIAAAQIECBAgQCCNgIBrGj1zCRAgQIAAAQIECBAgQIAAAQIECJQJCLi6DgQIECBAgAABAgQIECBAgAABAgQIECBAgAABAgQIECBAgAABAgQIECBAoDIBAdfKnIwiQIAAAQIECBAgQIAAAQIECBAg0KeAgGufRAYQIECAAAECBAgQIECAAAECBAgQIECAAAECBAgQIECAAAECBAgQIECAAIGSgICri0CAAAECBAgQIECAAAECBAgQIECgRgICrjWCtAwBAgQIECBAgAABAgQIECBAgAABAgQIECBAgAABAgQIECBAgAABAgQIFF5AwLXwLXZAAgQIECBAgAABAgQIECBAgACBRgkIuDZK2j4ECBAgQIAAAQIECBAgQIAAAQIECBAgQIAAAQIECBAgQIAAAQIECBAgkHcBAde8d1D9BAgQIECAAAECBAgQIECAAAECmREQcM1MKxRCgAABAgQIECBAgAABAgQIECBAgAABAgQIECBAgAABAgQIECBAgAABAhkXEHDNeIOUR4AAAQIECBAgQIAAAQIECBAgkB8BAdf89EqlBAgQIECAAAECBAgQIECAAAECBAgQIECAAAECBAgQIECAAAECBAgQINBcAQHX5vrbnQABAgQIECBAgAABAgQIECBAoEACAq4FaqajECBAgAABAgQIECBAgAABAgQIECBAgAABAgQIECBAgAABAgQIECBAgEBdBQRc68prcQIECBAgQIAAAQIECBAgQIAAgVYSEHBtpW47KwECBAgQIECAAAECBAgQIECAAAECBAgQIECAAAECBAgQIECAAAECBAikERBwTaNnLgECBAgQIECAAAECBAgQIECAAIEyAQFX14EAAQIECBAgQIAAAQIECBAgQIAAAQIECBAgQIAAAQIECBAgQIAAAQIECFQmIOBamZNRBAgQIECAAAECBAgQIECAAAECBPoUEHDtk8gAAgQIECBAgAABAgQIECBAgAABAgQIECBAgAABAgQIECBAgAABAgQIECBQEhBwdREIECBAgAABAgQIECBAgAABAgQI1EhAwLVGkJYhQIAAAQIECBAgQIAAAQIECBAgQIAAAQIECBAgQIAAAQIECBAgQIAAgcILCLgWvsUOSIAAAQIECBAgQIAAAQIECBAg0CgBAddGSduHAAECBAgQIECAAAECBAgQIECAAAECBAgQIECAAAECBAgQIECAAAECBPIuIOCa9w6qnwABAgQIECBAgAABAgQIECBAIDMCAq6ZaYVCCBAgQIAAAQIECBAgQIAAAQIECBAgQIAAAQIECBAgQIAAAQIECBAgQCDjAgKuGW+Q8ggQIECAAAECBAgQIECAAAECBPIjIOCan16plAABAgQIECBAgAABAgQIECBAgAABAgQIECBAgAABAgQIECBAgAABAgSaKyDg2lx/uxMgQIAAAQIECBAgQIAAAQIECBRIQMC1QM10FAIECBAgQIAAAQIECBAgQIAAAQIECBAgQIAAAQIECBAgQIAAAQIECBCoq4CAa115LU6AAAECBAgQIECAAAECBAgQINBKAgKurdRtZyVAgAABAgQIECBAgAABAgQIECBAgAABAgQIECBAgAABAgQIECBAgACBNAICrmn0zCVAgAABAgQIECBAgAABAgQIECBQJiDg6joQIECAAAECBAgQIECAAAECBAgQIECAAAECBAgQIECAAAECBAgQIECAAIHKBARcK3MyigABAgQIECBAgAABAgQIECBAgECfAgKufRIZQIAAAQIECBAgQIAAAQIECBAgQIAAAQIECBAgQIAAAQIECBAgQIAAAQIESgICri4CAQIECBAgQIAAAQIECBAgQIAAgRoJCLjWCNIyBAgQIECAAAECBAgQIECAAAECBAgQIECAAAECBAgQIECAAAECBAgQIFB4AQHXwrfYAQkQIECAAAECBAgQIECAAAERtMkJAAAgAElEQVQCBBolIODaKGn7ECBAgAABAgQIECBAgAABAgQIECBAgAABAgQIECBAgAABAgQIECBAgEDeBQRc895B9RMgQIAAAQIECBAgQIAAAQIECGRGQMA1M61QCAECBAgQIECAAAECBAgQIECAAAECBAgQIECAAAECBAgQIECAAAECBAhkXEDANeMNUh4BAgQIECBAgAABAgQIECBAgEB+BARc89MrlRIgQIAAAQIECBAgQIAAAQIECBAgQIAAAQIECBAgQIAAAQIECBAgQIBAcwUEXJvrb3cCBAgQIECAAAECBAgQIECAAIECCQi4FqiZjkKAAAECBAgQIECAAAECBAgQIECAAAECBAgQIECAAAECBAgQIECAAAECdRUQcK0rr8UJECBAgAABAgQIECBAgAABAgRaSUDAtZW67awECBAgQIAAAQIECBAgQIAAAQIECBAgQIAAAQIECBAgQIAAAQIECBAgkEZAwDWNnrkECBAgQIAAAQIECBAgQIAAAQIEygQEXF0HAgQIECBAgAABAgQIECBAgAABAgQIECBAgAABAgQIECBAgAABAgQIECBQmYCAa2VORhEgQIAAAQIECBAgQIAAAQIECBDoU0DAtU8iAwgQIECAAAECBAgQIECAAAECBAgQIECAAAECBAgQIECAAAECBAgQIECAQElAwDU7F6EtIkZFxPCIGBYRfxYRfxwR+0eE343MTp9UQoAAAQKVC7RHxO6I+G1E/CYi/iMino+IpyNiW+XLGEmAAAECBAgQIEAgPwJ+iJOfXqmUAAECBAgQIECAAAECBAgQIECAAAECBAgQIECAAAECBAgQIECAAAECBJorIODaXP/jI+IbETE+IoY2txS7EyBAgACBhgrsiIj1EXFvRPy8oTvbjAABAgQIECBAgEAdBQRc64hraQIECBAgQIAAAQIECBAgQIAAAQIECBAgQIAAAQIECBAgQIAAAQIECBAolICAa3PaeXZEXBQRJzVne7sSIECAAIFMCfwsIpZFxP2ZqkoxBAgQIECAAAECBPohIODaDzRTCBAgQIAAAQIECBAgQIAAAQIECBAgQIAAAQIECBAgQIAAAQIECBAgQKAlBQRcG9v2L0fEdwVbG4tuNwIECBDIjUASdE3+PfmT3FSsUAIECBAgQIAAAQLdBARcXQkCBAgQIECAAAECBAgQIECAAAECBAgQIECAAAECBAgQIECAAAECBAgQIFCZgIBrZU61GHVTRFzc20L7779/nHrqqTFq1Khoa2uLww47LD796U/H4MGDY8AAvxpZiwZYgwABAgQaK9De3h7vvfdevPnmm/GrX/0qtm3bFk8//XQ88cQTsXv37r0VszQiLmlstXYjQIAAAQIECBAgUBsBP8WpjaNVCBAgQIAAAQIECBAgQIAAAQIECBAgQIAAAQIECBAgQIAAAQIECBAgQKD4AgKu9e9xW0TcHhEjetpq3LhxMXXq1Jg4caIga/17YQcCBAgQyIBAEnxdu3ZtrFq1KjZs2NBbRc9FxPSI2JaBkpVAgAABAgQIECBAoGIBAdeKqQwkQIAAAQIECBAgQIAAAQIECBAgQIAAAQIECBAgQIAAAQIECBAgQIAAgRYXEHCt7wX4u4i4NyIGdd9m8uTJcdlll8Wxxx5b3wqsToAAAQIEMiywdevW+MEPfhBr1qzpqcpdEfGNiHgkw0dQGgECBAgQIECAAIEuAgKuLgQBAgQIECBAgAABAgQIECBAgAABAgQIECBAgAABAgQIECBAgAABAgQIEKhMQMC1Mqf+jDo7Iu7rPvGoo46KG264IcaMGdOfNc0hQIAAAQKFFNi0aVN8+9vfju3bt/d0vq9HxP2FPLhDESBAgAABAgQIFE5AwLVwLXUgAgQIECBAgAABAgQIECBAgAABAgQIECBAgAABAgQIECBAgAABAgQIEKiTgIBrfWCTl1sf7r70jBkzYsWKFTFggF91rA+7VQkQIEAgzwLt7e0xa9asWLlyZU/HON1LrnnurtoJECBAgAABAq0j4Kc+rdNrJyVAgAABAgQIECBAgAABAgQIECBAgAABAgQIECBAgAABAgQIECBAgACBdAICrun8eprdFhFbImJQ+TcXLVoU8+bNq/1uViRAgAABAgUTuO6662L+/PndT7UrIk6IiG0FO67jECBAgAABAgQIFExAwLVgDXUcAgQIECBAgAABAgQIECBAgAABAgQIECBAgAABAgQIECBAgAABAgQIEKibgIBr7Wn/LSJGlC+7bNmymD17du13siIBAgQIECiowPLly+Oiiy7qfrrnIuKvC3pkxyJAgAABAgQIECiIgIBrQRrpGAQIECBAgAABAgQIECBAgAABAgQIECBAgAABAgQIECBAgAABAgQIECBQdwEB19oS3xQRF5cv6eXW2gJbjQABAgRaR6CXl1yXRsQlraPgpAQIECBAgAABAnkTEHDNW8fUS4AAAQIECBAgQIAAAQIECBAgQIAAAQIECBAgQIAAAQIECBAgQIAAAQLNEhBwrZ38lyPiyfLlZsyYEbfeemvtdrASAQIECBBoMYGZM2fGypUru596dET8pMUoHJcAAQIECBAgQCAnAgKuOWmUMgkQIECAAAECBAgQIECAAAECBAgQIECAAAECBAgQIECAAAECBAgQIECg6QICrrVrwU8j4qSO5Y466qh44YUXYsAAv9ZYO2IrESBAgECrCbS3t8fRRx8d27dvLz/6zyLii61m4bwECBAgQIAAAQL5EPCToHz0SZUECBAgQIAAAQIECBAgQIAAAQIECBAgQIAAAQIECBAgQIAAAQIECBAg0HwBAdfa9ODsiLivfKmNGzfGmDFjarO6VQgQIECAQAsLbNq0KcaOHdtd4OsRcX8Lszg6AQIECBAgQIBARgUEXDPaGGURIECAAAECBAgQIECAAAECBAgQIECAAAECBAgQIECAAAECBAgQIECAQOYEBFxr05Iur7dOnjw5Vq9eXZuVrUKAAAECBAjElClTYs2aNeUSXnF1LwgQIECAAAECBDIpIOCaybYoigABAgQIECBAgAABAgQIECBAgAABAgQIECBAgAABAgQIECBAgAABAgQyKCDgmr4px0fE0+XLPP/883HsscemX9kKBAgQIECAQElg69atMXz48O4aoyLi54gIECBAgAABAgQIZElAwDVL3VALAQIECBAgQIAAAQIECBAgQIAAAQIECBAgQIAAAQIECBAgQIAAAQIECGRZQMA1fXduioiLO5YZN25crF+/Pv2qViBAgAABAgS6CIwfPz42bNhQ/rWlEXEJJgIECBAgQIAAAQJZEhBwzVI31EKAAAECBAgQIECAAAECBAgQIECAAAECBAgQIECAAAECBAgQIECAAAECWRYQcE3fnV9HxNCOZR544IE466yz0q9qBQIECBAgQKCLwIMPPhiTJk0q/9qOiDgUEwECBAgQIECAAIEsCQi4ZqkbaiFAgAABAgQIECBAgAABAgQIECBAgAABAgQIECBAgAABAgQIECBAgACBLAsIuKbrTltE/KJjif333z/ee++9GDDArzKmYzWbAAECBAjsKdDe3h6DBw+O3bt3l3/zmIjYxosAAQIECBAgQIBAVgT8VCgrnVAHAQIECBAgQIAAAQIECBAgQIAAAQIECBAgQIAAAQIECBAgQIAAAQIECGRdQMA1XYf+ISJu7lhi3LhxsX79+nQrmk2AAAECBAj0KjB+/PjYsGFD+ff/MSJuQUaAAAECBAgQIEAgKwICrlnphDoIECBAgAABAgQIECBAgAABAgQIECBAgAABAgQIECBAgAABAgQIECBAIOsCAq7pOrQyIi7oWGLRokUxb968dCuaTYAAAQIECPQqcN1118X8+fPLv39bRMxARoAAAQIECBAgQCArAgKuWemEOggQIECAAAECBAgQIECAAAECBAgQIECAAAECBAgQIECAAAECBAgQIEAg6wICruk69NOIOKljiY0bN8aYMWPSrWg2AQIECBAg0KvApk2bYuzYseXf/1lEfBEZAQIECBAgQIAAgawICLhmpRPqIECAAAECBAgQIECAAAECBAgQIECAAAECBAgQIECAAAECBAgQIECAAIGsCwi4puvQryNiaMcSL7/8chx++OHpVjSbAAECBAgQ6FXglVdeic9//vPl398REYciI0CAAAECBAgQIJAVAQHXrHRCHQQIECBAgAABAgQIECBAgAABAgQIECBAgAABAgQIECBAgAABAgQIECCQdQEB13Qdei8iBnUs8e6778YBBxyQbkWzCRAgQIAAgV4Fdu7cGQceeGD593dFxGBkBAgQIECAAAECBLIiIOCalU6ogwABAgQIECBAgAABAgQIECBAgAABAgQIECBAgAABAgQIECBAgAABAgSyLiDgmq5DH0VE5+8tfvTRRzFggF9jTEdqNgECBAgQ6F2gvb099tlnn/IB7RHR5Qv8CBAgQIAAAQIECDRTwE+GmqlvbwIECBAgQIAAAQIECBAgQIAAAQIECBAgQIAAAQIECBAgQIAAAQIECBDIk4CAa7puJaGazk8SuvEhQIAAAQIE6ivQw39MQoagvuRWJ0CAAAECBAgQqELA/zmtAstQAgQIECBAgAABAgQIECBAgAABAgQIECBAgAABAgQIECBAgAABAgQIEGhpAQHXdO0X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gQIECAAAECBAjkWkDANV37BFzT+ZlNgAABAgSqFhBwrZrMBAIECBAgQIAAgQYKCLg2ENtWBAgQIECAAAECBAgQIECAAAECBAgQIECAAAECBAgQIECAAAECBAgQIJBrAQHXdO0T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j8//buP8iq8j78+McflcGVpDGZNPyRaKYaZgcjRtowxbSaqAlOIz/iDwIUxAKCiqaUSrQOItJWQqM7mtWAwGiAiAQtAc1IqbZo1FYnRDE6aG3H8P1Dkmhqw4odOsX9zrnf7v3uLvvj3nvu3nvuPa+dyWQK5znP87yes5MZx3cf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qEDgX/7lX+Kpp56qYGQ2hnzqU5+KSy65JE444YRsLMgqGk5A4NpwR2bBBAgQIECAAIFcCQhcc3XcNkuAAAECBAgQIECAAAECBAgQIECAAAECBAgQIECAAAECBAgQIECAAAECKQQErinwIkLgms7PaAIEKhD4/ve/H3/yJ39SwchsDJk/f360tbXF8OHDs7Egq2g4AYFrwx2ZBRMgQIAAAQIEciUgcM3VcdssAQIECBAgQIAAAQIECBAgQIAAAQIECBAgQIAAAQIECBAgQIAAAQIECKQQELimwBO4psMzmgCBygQErpW5GdU8AgLX5jlLOyFAgAABAgQINKOAwLUZT9WeCBAgQIAAAQIECBAgQIAAAQIECBAgQIAAAQIECBAgQIAAAQIECBAgQGAoBASu6VTd4JrOz2gCBCoQELhWgGZIUwkIXJvqOG2GAAECBAgQINB0AgLXpjtSGyJAgAABAgQIECBAgAABAgQIECBAgAABAgQIECBAgAABAgQIECBAgACBIRIQuKaDFbim88v16MEixTFjxsSWLVti1KhRQ+b05JNPxpQpU6Kjo6PPOTZt2hQzZswYdP5nn302vvCFLxz13DPPPBPnnHPOgOP/67/+KxYtWhRr1qwZdJ5SHjj55JMjsTvxxBPjrLPOirFjx8bZZ58dn/zkJ+PYY48t5RVHPdPfGufPnx9tbW0xfPjwit5b6aDe387kyZPj6quvjhNOOKHSVw7puN27d8fy5cuLc9TLbUg36eU1FRC41pTbZAQIECBAgAABAmUKCFzLBPM4AQIECBAgQIAAAQIECBAgQIAAAQIECBAgQIAAAQIECBAgQIAAAQIECORWQOCa7ugFrun8cj16sMA1wSk1MK0E8siRI4XocMWKFf0OL3X+LAWu/W3ms5/9bCECnTVrVrS0tJRFlvXANevBaO9vPevrLevj8HBdBASudWE3KQECBAgQIECAQIkCAtcSoTxGgAABAgQIECBAgAABAgQIECBAgAABAgQIECBAgAABAgQIECBAgAABArkXELim+wQErun8cj26lMB1KEPAt956q3A7a3K7Zn8/zRS4du3x93//92PlypXxxS9+MfqI5PqkELim+1UVuKbzM/poAYGrr4IAAQIECBAgQCDLAgLXLJ+OtREgQIAAAQIECBAgQIAAAQIECBAgQIAAAQIECBAgQIAAAQIECBAgQIBAlgQErulOQ+Cazi/Xo0sJXMeMGRNbtmyJUaNGVd3qH/7hH+LLX/7ygO9txsA12fCIESNi9erVMW3atJIiV4Frus9P4JrOz+ijBQSuvgoCBAgQIECAAIEsCwhcs3w61kaAAAECBAgQIECAAAECBAgQIECAAAECBAgQIECAAAECBAgQIECAAAECWRIQuKY7DYFrOr9cjy4lcE2ASo1My8E8cuRILF26NG6//fYBh5U697PPPhtf+MIXjnrXM888E+ecc86Ac/QXj5azn0qeTSLXhx9+eNDIN3m3wLUS4f8/RuCazs/oowUErr4KAgQIECBAgACBLAsIXLN8OtZGgAABAgQIECBAgAABAgQIECBAgAABAgQIECBAgAABAgQIECBAgAABAlkSELimOw2Bazq/XI8uNXCdP39+tLW1xfDhw6vmtX///pg+fXo899xzA76znoFrpfvu7OyMgwcPRkdHR/zTP/1TrF27Nn784x/3uc8kvk32eOqppw7oIHBN9+kJXNP5GX20gMDVV0GAAAECBAgQIJBlAYFrlk/H2ggQIECAAAECBAgQIECAAAECBAgQIECAAAECBAgQIECAAAECBAgQIEAgSwIC13SnIXBN55fr0X0FrsmtoknI+qtf/apo09raGlu3bo3Ro0dXzWvHjh0xadKkQd/XiIFr700dPnw47rvvvrj55psL0WvvnzvuuCMWLVoUfQRzxUezHrgmoe6ECRPit37rtwY903o88MorrxRC4q6fSuPleqzdnNkUELhm81ysigABAgQIECBA4P8JCFx9CQQIECBAgAABAgQIECBAgAABAgQIECBAgAABAgQIECBAgAABAgQIECBAoDQBgWtpTv09JXBN55fr0X0Fruedd158+tOfjvvvv7+Hzbp162LOnDlV8UqCzyVLlsTdd99dfN/kyZPjwIED8fzzz/eYoxkC12RDH3zwQeEm1wULFhxleMEFF8SGDRti5MiR/fpmPXCtyodRw5cIXGuI3aRTCVyb9GBtiwABAgQIECDQJAIC1yY5SNsgQIAAAQIECBAgQIAAAQIECBAgQIAAAQIECBAgQIAAAQIECBAgQIAAgSEXELimIxa4pvPL9ei+AtevfOUrkcR/V1xxRY/bRmfPnh3t7e3R0tKS2uzNN9+MadOm9YhZv/vd78YPf/jD+Pu///se72+WwDXZ1MGDB+O6664rxKy9f3bt2hUXXnhhv7YC19SfXY8XCFyr65nHtwlc83jq9kyAAAECBAgQaBwBgWvjnJWVEiBAgAABAgQIECBAgAABAgQIECBAgAABAgQIECBAgAABAgQIECBAgEB9BQSu6fwFrun8cj26v8D1rrvuij/7sz+LnTt3Fn1aW1tj69atMXr06NRmf/d3fxeXXHJJ8T3jx48v3OZ68803N3Xgmmy49967EP7mb/4mbrrppn5tBa6pP7seLxC4Vtczj28TuObx1O2ZAAECBAgQINA4AgLXxjkrKyVAgAABAgQIECBAgAABAgQIECBAgAABAgQIECBAgAABAgQIECBAgACB+goIXHCGOY4AACAASURBVNP5C1zT+eV6dH+Ba3Jr6urVq2Pp0qU9fNatWxdz5sxJZXb48OFYsmRJIWjt+lm0aFHccMMNceWVVzZ94Ppv//Zv8fWvfz327NnTw3Gw4DLrgevkyZPj6quvjhNOOKGk7+ODDz6IRx55JN55552YN29eHH/88SWN6+uh999/P77zne/EF7/4xfj85z/f53t2794dy5cvL/7dYN4VL8bA3AgIXHNz1DZKgAABAgQIEGhIAYFrQx6bRRMgQIAAAQIECBAgQIAAAQIECBAgQIAAAQIECBAgQIAAAQIECBAgQIBAHQQErunQBa7p/HI9ur/ANfnz1157LS666KLo6OgoGs2ePTva29ujpaWlYrfXX389pk6dGnv37i2+Y9euXXH22WfHjBkzmj5w/fWvf93nPgcLLrMeuA62/u4fzNtvvx233npr3HvvvTFixIhoa2uLK664ouLI9emnny5Ew++9917hPYsXL45TTz21xzfa+1svZ70Vf+wGNrWAwLWpj9fmCBAgQIAAAQINLyBwbfgjtAECBAgQIECAAAECBAgQIECAAAECBAgQIECAAAECBAgQIECAAAECBAgQqJGAwDUdtMA1nV+uRw8UuHZ2dsbMmTNj586dRaPW1tbYunVrjB49umK33nOed955kfzZsGHDBK5tbTF8+PA+bZslcE3i1rlz58aOHTuK+0wi1+TG4GnTpkUf0eCA39rBgwfjuuuuiw0bNhSfO/nkk+Pb3/52zJo1K4477rjCnyd+yU2vXT/JjbEf+tCHyp6v4g/fwKYTELg23ZHaEAECBAgQIECgqQQErk11nDZDgAABAgQIECBAgAABAgQIECBAgAABAgQIECBAgAABAgQIECBAgAABAkMoIHBNhytwTeeX69EDBa5JJJjcrJnchtn9Z926dTFnzpyK3PqKNJcuXRrLli2L//zP/xS45iBwTT6cp556qnDT6v79+4vf0SmnnBLf+9734txzzy3r29q+fXshxO5+0/Af//EfR/KdfuITnyjrXR4mUI6AwLUcLc8SIECAAAECBAjUWkDgWmtx8xEgQIAAAQIECBAgQIAAAQIECBAgQIAAAQIECBAgQIAAAQIECBAgQIBAowoIXNOdnMA1nV+uRw8UuH70ox+NF154ISZPnhwHDhwoOs2ePTva29ujpaWlbLtXX301Lrvssti3b19hbHJz57Zt2+L888+PX//617kIXF977bW4/PLL42c/+1kPv5tuuilWrFhRvHG0N26z3OCa7Cu5HXjz5s2xYMGCHmHquHHj4v7774/kpuBSfn71q1/FvHnzetwGW2koW8p8niHQXUDg6nsgQIAAAQIECBDIsoDANcunY20ECBAgQIAAAQIECBAgQIAAAQIECBAgQIAAAQIECBAgQIAAAQIECBAgkCUBgWu60xC4pvPL9ejBAtd33323cFtrEqF2/STx4datW2P06NFl261fvz7mzp1bHHfBBRfEhg0bYuTIkbkJXPsyT0BWr14d8+fP79e0mQLXZJOHDx+Om2++Oe64444ee540aVKsWbMmfud3fmfA7yuJZJNbWq+66qoez61cubJw6/Dxxx9f9vdpAIFyBASu5Wh5lgABAgQIECBAoNYCAtdai5uPAAECBAgQIECAAAECBAgQIECAAAECBAgQIECAAAECBAgQIECAAAECBBpVQOCa7uQErun8cj16sMA1iQjb2toKwWD3nyQsTMLXcn4OHToUCxcujAceeKA4LLmxNIkck1AsDze4/uIXvygEvj/60Y960CWB76OPPhpjx47tl7TZAtdko7/85S8LUe/27dt77Pv222+PG264od/bbJOHX3/99Zg6dWrs3bu3ODa5HTiJYz/ykY+U82l6lkBFAgLXitgMIkCAAAECBAgQqJGAwLVG0KYhQIAAAQIECBAgQIAAAQIECBAgQIAAAQIECBAgQIAAAQIECBAgQIAAgYYXELimO0KBazq/XI8eLHBNcF544YWYPHlyHDhwoGg1e/bsaG9vj5aWlpL9Xn311UgCxH379hXGjBgxIh5//PE455xzCv93sweuSaC6atWquPXWW48yK8WzGQPXBOInP/lJXHrppbF///44+eST47bbbitEwMOGDev32+rr9tcxY8bE5s2bI7lh2A+BWggIXGuhbA4CBAgQIECAAIFKBQSulcoZR4AAAQIECBAgQIAAAQIECBAgQIAAAQIECBAgQIAAAQIECBAgQIAAAQJ5ExC4pjtxgWs6v1yPLiVwfffddwu3tW7btq1olUSEW7dujdGjR5fsl9ysuWDBguLzU6ZMifXr1xdv22zmwPXnP/95LFu2LDZs2HCUVxL6bty4MSZNmjSgZbMGrsktwcmNwPfcc0/hP+PHjy/c6DvQz65duwpRbEdHR+GxxHD16tUxbdq0QceW/MF6kMAgAgJXnwgBAgQIECBAgECWBQSuWT4dayNAgAABAgQIECBAgAABAgQIECBAgAABAgQIECBAgAABAgQIECBAgACBLAkIXNOdhsA1nV+uR5cSuCYBYltbWyxevLiHVRIlJuFrKT9JiHjttdcWQs6unzvuuCMWLVpUDBKbJXBNvA4ePBj/8R//ES+99FIhBH7ssceKMWZvr4ULFxZudh0+fPiAlI0SuCabSM41CZqz/JPcFLt06dIsL9HaMi4gcM34AVkeAQIECBAgQCDnAgLXnH8Atk+AAAECBAgQIECAAAECBAgQIECAAAECBAgQIECAAAECBAgQIECAAAECJQsIXEum6vNBgWs6v1yPLiVwTYD27NkTF198cRw4cKDoNXv27Ghvb4+WlpZBDV9++eXCjZtvvPFG4dmRI0fGD3/4w/j85z9fHJvFwHXQjaV8YNy4cYXo9/TTTx/0TQLXQYnKekDgWhaXh/sQELj6LAgQIECAAAECBLIsIHDN8ulYGwECBAgQIECAAAECBAgQIECAAAECBAgQIECAAAECBAgQIECAAAECBAhkSUDgmu40BK7p/HI9utTA9Te/+U3MnTs3Hn744aJXa2tr4XbS0aNHD2qY3AD753/+58Xnktg1uQH2wx/+cPHP8ha4JnFrYnDGGWcM6pc8IHAtiankhwSuJVN5sB8BgatPgwABAgQIECBAIMsCAtcsn461ESBAgAABAgQIECBAgAABAgQIECBAgAABAgQIECBAgAABAgQIECBAgECWBASu6U5D4JrOL9ejSw1cE6TekWryZ0mgOWfOnAEN+4pj77zzzli0aFGPcXkKXGfNmhV/9Vd/FZ/85CdL/v4EriVTlfSgwLUkJg8NICBw9XkQIECAAAECBAhkWUDgmuXTsTYCBAgQIECAAAECBAgQIECAAAECBAgQIECAAAECBAgQIECAAAECBAgQyJKAwDXdaQhc0/nlenQ5geuePXvi4osvjgMHDhTNZs+eHe3t7dHS0tKvY+9xp59+euEm2DPPPLPHmGYPXEeMGBFTpkyJb3zjG3HWWWfFscceW9a3l/XAtdxgtK/9bNq0KWbMmFGWy4oVK+KWW24pjil3HWVN5mEC3QQErj4HAgQIECBAgACBLAsIXLN8OtZGgAABAgQIECBAgAABAgQIECBAgAABAgQIECBAgAABAgQIECBAgAABAlkSELimOw2Bazq/XI8uJ3Dt6ybW1tbW2Lp1a4wePbpPx87OzsLNr4sXLy7+/cyZM+Oee+6JJPjs/tNMgeuoUaPilFNOidNOOy3OPvvsGDt2bCR/Nnz48Iq/N4Fr33QC14o/KQNTCghcUwIaToAAAQIECBAgMKQCAtch5fVyAgQIECBAgAABAgQIECBAgAABAgQIECBAgAABAgQIECBAgAABAgQIEGgiAYFrusMUuKbzy/XocgLXBGrNmjWxYMGCHmbr1q2LOXPm9On47rvvFv5u27Ztxb/v7/ksBq7z588vBLppwtRqfWBZC1zThqVucK3Wl+E99RIQuNZL3rwECBAgQIAAAQKlCAhcS1HyDAECBAgQIECAAAECBAgQIECAAAECBAgQIECAAAECBAgQIECAAAECBAgQiBC4pvsKBK7p/HI9utzA9eWXX45LL7003njjjaLb7Nmzo729PVpaWo6yfOGFF2Ly5Mlx4MCBwt8NdOOrwHXgTzHrgeudd94ZixYtKvn3SeBaMpUHMyogcM3owVgWAQIECBAgQIBAQUDg6kMgQIAAAQIECBAgQIAAAQIECBAgQIAAAQIECBAgQIAAAQIECBAgQIAAAQKlCQhcS3Pq7ymBazq/XI8uN3Dt6OiIa6+9NjZu3Fh06y9a7ezsjL/+67+OpUuXFp8dKIYVuA78KWYpcD1y5EjhXG+//fbiojdt2hQzZswo+fdJ4FoylQczKiBwzejBWBYBAgQIECBAgEBBQODqQyBAgAABAgQIECBAgAABAgQIECBAgAABAgQIECBAgAABAgQIECBAgAABAqUJCFxLc+rvKYFrOr9cjy43cE2w1qxZEwsWLOjhtm7dupgzZ06PP3vnnXdi5syZsXPnzuKfDxRBClwH/hSzFLj2tZaHHnoopk6dWvLv029+85uYO3duPPzwwyV9H/29eMWKFXHLLbcU//q2227rEVWXvCAPEihTQOBaJpjHCRAgQIAAAQIEaiogcK0pt8kIECBAgAABAgQIECBAgAABAgQIECBAgAABAgQIECBAgAABAgQIECBAoIEFBK7pDk/gms4v16MrCVxffvnluPTSS+ONN94o2vV1M+uzzz4bF110USS3viY/Y8aMiS1btsSoUaP6NBe4DvwpZilwfffddwvx8o9+9KPiop955pk455xzSv596uu8d+3aFRdeeGHJ70geFLiWxeXhKgoIXKuI6VUECBAgQIAAAQJVFxC4Vp3UCwkQIECAAAECBAgQIECAAAECBAgQIECAAAECBAgQIECAAAECBAgQIECgSQUErukOVuCazi/XoysJXA8dOhQLFy6MBx54oGjX2toaW7dujdGjRxf+7MiRI7F8+fJCfNj1c/3118eqVati2LBhfZoLXAf+FLMUuL711lsxY8aM2L17d2HRI0eOjEcffTTGjh1b8u/T22+/HdOnT48nnniiOKbcSDYZKHAtmdyDVRYQuFYZ1OsIECBAgAABAgSqKiBwrSqnlxEgQIAAAQIECBAgQIAAAQIECBAgQIAAAQIECBAgQIAAAQIECBAgQIBAEwsIXNMdrsA1nV+uR1cSuCZg69evj7lz5/aw27RpUyF6TH4OHDgQs2bN6hEvPvLII/G1r32tX2+B68CfYpYC19deey0uv/zy+NnPftYUvz9f+cpXIvld+OhHP9oU+7GJ2ggIXGvjbBYCBAgQIECAAIHKBASulbkZRYAAAQIECBAgQIAAAQIECBAgQIAAAQIECBAgQIAAAQIECBAgQIAAAQL5ExC4pjtzgWs6v1yPrjRwffXVV+Oyyy6Lffv2Ff3mz58fbW1tMXz48HjyySdjypQp0dHRUfj7cePGxebNm+PTn/50v94C14E/xSwFrk8//XSce+65TfO7I3BtmqOs6UYErjXlNhkBAgQIECBAgECZAgLXMsE8ToAAAQIECBAgQIAAAQIECBAgQIAAAQIECBAgQIAAAQIECBAgQIAAAQK5FRC4pjt6gWs6v1yPrjRwPXToUCxcuDAeeOCBot+YMWNiy5Ytcdppp8Xy5ctjxYoVxb+7/vrrY9WqVTFs2LB+vQWuA3+KWQpc16xZEwsWLGia3x2Ba9McZU03InCtKbfJCBAgQIAAAQIEyhQQuJYJ5nECBAgQIECAAAECBAgQIECAAAECBAgQIECAAAECBAgQIECAAAECBAgQyK2AwDXd0Qtc0/nlenSlgWuCtn79+pg7d24Pv02bNsWXvvSlmDVrVjzxxBPFv9u+fXtMnDhxQGuB68CfYlYC1//+7/+OG2+8sXBbb7P8CFyb5SRruw+Ba229zUaAAAECBAgQIFCegMC1PC9PEyBAgAABAgQIECBAgAABAgQIECBAgAABAgQIECBAgAABAgQIECBAgEB+BQSu6c5e4JrOL9ej0wSur776alx22WWxb9++omFyU+uXv/zlmDZtWnR0dBT+fPz48fHggw/GKaecMqC1wHXgTzErgevbb78d06dP7xEw33nnnbFo0aKSf5f6imSTWPquu+6KE088seT3JA8mNwXfcsstxTG33XZbLF26tKx3eJhAJQIC10rUjCFAgAABAgQIEKiVgMC1VtLmIUCAAAECBAgQIECAAAECBAgQIECAAAECBAgQIECAAAECBAgQIECAAIFGFxC4pjtBgWs6v1yPThO49hVcjhs3rhCy/uAHPyi63nTTTYUI8bjjjhvQWuA68KeYlcB1z549cfHFF8eBAweKC961a1dceOGFJf8uvfXWWzFjxozYvXt3ccyyZcsi+U8f0eCA7xW4lszuwSoLCFyrDOp1BAgQIECAAAECVRUQuFaV08sIECBAgAABAgQIECBAgAABAgQIECBAgAABAgQIECBAgAABAgQIECBAoIkFBK7pDlfgms4v16PTBK4JXF/je4OWGj8KXAf+FLMSuK5ZsyYWLFhQXOzYsWPjoYceitNOO63k36Unn3wypkyZUrzlNxm4ffv2mDhxYsnv6HpQ4Fo2mQFVEhC4VgnSawgQIECAAAECBIZEQOA6JKxeSoAAAQIECBAgQIAAAQIECBAgQIAAAQIECBAgQIAAAQIECBAgQIAAAQJNKCBwTXeoAtd0frkenTZwff3112Pq1Kmxd+/ePh0vuOCC2LBhQ4wcOXJQZ4HrwERZCFw7Ojri2muvjY0bNxYXO3PmzLjnnntixIgRg55x8sDhw4djyZIlcffddxefHzNmTGzZsiVGjRpV0ju6PyRwLZvMgCoJCFyrBOk1BAgQIECAAAECQyIgcB0SVi8lQIAAAQIECBAgQIAAAQIECBAgQIAAAQIECBAgQIAAAQIECBAgQIAAgSYUELimO1SBazq/XI9OG7j2F112oS5dujSWLVsWxx133KDOAteBibIQuL7wwgsxefLkOHDgQHGxq1evjvnz5w96vl0P9PWO66+/PlatWhXDhg0r+T1dDwpcyyYzoEoCAtcqQXoNAQIECBAgQIDAkAgIXIeE1UsJECBAgAABAgQIECBAgAABAgQIECBAgAABAgQIECBAgAABAgQIECBAoAkFBK7pDlXgms4v16PTBq4JXl/vSP48udFz27Ztcf7555dkLHAdmKnegeuRI0di+fLlkQSlXT+tra2xdevWGD16dElnfOjQoVi0aFGsXbu2+Hy530nviQSuJdF7aAgEBK5DgOqVBAgQIECAAAECVRMQuFaN0osIECBAgAABAgQIECBAgAABAgQIECBAgAABAgQIECBAgAABAgQIECBAoMkFBK7pDljgms4v16OrEbi++eabMW3atHj++ed7WE6YMCE2btwYH/vYx0oyFrgOzFTvwLWvc549e3a0t7dHS0vLoGfc2dkZmzdvjgULFkRHR0fx+SlTpsT69evjIx/5yKDv6OsBgWtFbAZVQUDgWgVEryBAgAABAgQIEBgyAYHrkNF6MQECBAgQIECAAAECBAgQIECAAAECBAgQIECAAAECBAgQIECAAAECBAg0mUAjBq5nRcRLGTkHgWtGDqIRl1GNwPXw4cOxZMmSuPvuu3sQJOHhzTffHH1EYH1SCVwH/oLqGbgmcWpbW1ssXry4xyIfeeSR+NrXvlbSp79v37648sore4TQye2tSQQ9adKkkt7R10MC14rpDEwpIHBNCWg4AQIECBAgQIDAkAoIXIeU18sJECBAgAABAgQIECBAgAABAgQIECBAgAABAgQIECBAgAABAgQIECBAoIkEGjFwvTUizo2I5RGxu85nIXCt8wGYnkCzCyRxanJL7969e4tbnThxYqxduzY+/vGPD7r9X/7ylzF//vzYvn17j2evueaaWLVqVUk3wPY3icB1UH4PDJGAwHWIYL2WAAECBAgQIECgKgIC16owegkBAgQIECBAgAABAgQIECBAgAABAgQIECBAgAABAgQIECBAgAABAgQI5ECgEQPX346In0fEh/83cK1n6CpwzcEviS0SqJfAoUOHCjf03nvvvT2WsGnTppgxY8agy3r77bcLN78mN7V2/xk3blzcf//90draOug7BnpA4JqKz+AUAgLXFHiGEiBAgAABAgQIDLmAwHXIiU1AgAABAgQIECBAgAABAgQIECBAgAABAgQIECBAgAABAgQIECBAgAABAk0i0IiBa0Kf3OK6rNsZJDe51iN0Fbg2yS+CbRDImkBnZ2ds3rw5FixYEB0dHcXllXp7a39x64gRI2L16tWFW2H7iATLYhC4lsXl4SoKCFyriOlVBAgQIECAAAECVRcQuFad1AsJECBAgAABAgQIECBAgAABAgQIECBAgAABAgQIECBAgAABAgQIECBAoEkFGjVw7X6La/ejqXXoKnBt0l8M2yJQb4Gnnnoqrrjiiti/f39xKUmcmtzGOmnSpAGXl4xZtGhRbNu27ajnVq5cWbjV9fjjj0+9RYFrakIvqFBA4FohnGEECBAgQIAAAQI1ERC41oTZJAQIECBAgAABAgQIECBAgAABAgQIECBAgAABAgQIECBAgAABAgQIECDQBAKNGrgm9L1vce1+HLUKXQWuTfBLYAsEsiiwb9++uPLKK+P5558vLm/evHnR1tYWLS0t/S75pZdeij/90z+NF1988ahnbr311liyZEkMHz68KlsWuFaF0UsqEBC4VoBmCAECBAgQIECAQM0EBK41ozYRAQIECBAgQIAAAQIECBAgQIAAAQIECBAgQIAAAQIECBAgQIAAAQIECDS4QCMHrv3d4tr9SIY6dBW4NvgvgOUTyLJA91tcW1tb46GHHoozzzxzwCX/z//8T3zve98r3ODa0dFRfPYv//IvI/nPQHFsuRYC13LFPF8tAYFrtSS9hwABAgQIECBAYCgEBK5DoeqdBAgQIECAAAECBAgQIECAAAECBAgQIECAAAECBAgQIECAAAECBAgQINCMAo0cuCbnMdAtrt3Pa6hCV4FrM/5W2BOBjAh0dnbGunXr4qqrror77rsv5s6dG32EfUet9oMPPogHH3wwrrnmmsLfJbe2Ll68uGo3t3ZNKHDNyIeSw2UIXHN46LZMgAABAgQIEGggAYFrAx2WpRIgQIAAAQIECBAgQIAAAQIECBAgQIAAAQIECBAgQIAAAQIECBAgQIBAXQUaPXAt5RbX7sDVDl0FrnX9fE1OoPkFDh06FJs3b45p06aVdftqcpNrW1tbfPzjH48ZM2bE8ccfX3Ws73znO/HYY48V3/vVr341rrvuuqrP44UEegsIXH0TBAgQIECAAAECWRYQuGb5dKyNAAECBAgQIECAAAECBAgQIECAAAECBAgQIECAAAECBAgQIECAAAECBLIk0OiBa2JZ6i2u3d2rFboKXLP0NVsLAQIECORCQOCai2O2SQIECBAgQIBAwwoIXBv26CycAAECBAgQIECAAAECBAgQIECAAAECBAgQIECAAAECBAgQIECAAAECBGos0AyBa7m3uHYnThu6Clxr/MGajgABAgQICFx9AwQIECBAgAABAlkWELhm+XSsjQABAgQIECBAgAABAgQIECBAgAABAgQIECBAgAABAgQIECBAgAABAgSyJNAMgWviWcktrt3PodLQVeCapa/ZWggQIEAgFwIC11wcs00SIECAAAECBBpWQODasEdn4QQIECBAgAABAgQIECBAgAABAgQIECBAgAABAgQIECBAgAABAgQIECBQY4FmCVzT3OLanbzc0FXgWuMP1nQECBAgQEDg6hsgQIAAAQIECBDIsoDANcunY20ECBAgQIAAAQIECBAgQIAAAQIECBAgQIAAAQIECBAgQIAAAQIECBAgkCWBZglcE9O0t7h2P5dSQ1eBa5a+ZmshQIAAgVwICFxzccw2SYAAAQIECBBoWAGBa8MenYUTIECAAAECBAgQIECAAAECBAgQIECAAAECBAgQIECAAAECBAgQIECAQI0FmilwrdYtrt2PYLDQVeBa4w/WdAQIECBAQODqGyBAgAABAgQIEMiygMA1y6djbQQIECBAgAABAgQIECBAgAABAgQIECBAgAABAgQIECBAgAABAgQIECCQJYFmClwT12re4tr9nPoLXQWuWfqarYUAAQIEciEgcM3FMdskAQIECBAgQKBhBQSuDXt0Fk6AAAECBAgQIECAAAECBAgQIECAAAECBAgQIECAAAECBAgQIECAAAECNRZotsB1KG5x7X4kvUNXgWuNP1jTESBAgAABgatvgAABAgQIECBAIMsCAtcsn461ESBAgAABAgQIECBAgAABAgQIECBAgAABAgQIECBAgAABAgQIECBAgECWBHoHrllaW5bX0hW6Jn7Fn87OHr1rltdvbQQIECBAoGEFBK4Ne3QWToAAAQIECBDIhYDANRfHbJMECBAgQIAAAQIECBAgQIAAAQIECBAgQIAAAQIECBAgQIAAAQIECBAgUAUBgWsVELteIXCtIqZXESBAgACBfgQErj4NAgQIECBAgACBLAsIXLN8OtZGgAABAgQIECBAgAABAgQIECBAgAABAgQIECBAgAABAgQIECBAgAABAlkSELhW8TQErlXE9CoCBAgQINCPgMDVp0GAAAECBAgQIJBlAYFrlk/H2ggQIECAAAECBAgQIECAAAECBAgQIECAAAECBAgQIECAAAECBAgQIEAgSwIC18pO46mIuDUiEr/ij8C1MkyjCBAgQIBAOQIC13K0PEuAAAECBAgQIFBrAYFrrcXNR4AAAQIECBAgQIAAAQIECBAgQIAAAQIECBAgQIAAAQIECBAgQIAAAQIEsiHw2xHxZkQk/z0UP11h6+7/fXln90kErkNB7p0ECBAgQKCngMDVF0GAD3qN4wAAGsNJREFUAAECBAgQIJBlAYFrlk/H2ggQIECAAAECBAgQIECAAAECBAgQIECAAAECBAgQIECAAAECBAgQIECAwNAJJLeqLhuC1/cOW7umELgOAbZXEiBAgACBgQQErr4PAgQIECBAgACBLAsIXLN8OtZGgAABAgQIECBAgAABAgQIECBAgAABAgQIECBAgAABAgQIECBAgAABAgSGRmAobm/tL2zt2oHAdWjO0lsJECBAgEC/AgJXHwcBAgQIECBAgECWBQSuWT4dayNAgAABAgQIECBAgAABAgQIECBAgAABAgQIECBAgAABAgQIECBAgAABAkMjUM3bWwcLW7t2IHAdmrP0VgIECBAg0K+AwNXHQYAAAQIECBAgkGUBgWuWT8faCBAgQIAAAQIECBAgQIAAAQIECBAgQIAAAQIECBAgQIAAAQIECBAgQIBA9QWqdXtrqWFr1w4ErtU/S28kQIAAAQIDCghcfSAECBAgQIAAAQJZFhC4Zvl0rI0AAQIECBAgQIAAAQIECBAgQIAAAQIECBAgQIAAAQIECBAgQIAAAQIECFRfIO3treWGrV07ELhW/yy9kQABAgQIDCggcPWBECBAgAABAgQIZFlA4Jrl07E2AgQIECBAgAABAgQIECBAgAABAgQIECBAgAABAgQIECBAgAABAgQIECBQXYE0t7dWGrZ27UDgWt2z9DYCBAgQIDCogMB1UCIPECBAgAABAgQI1FFA4FpHfFMTIECAAAECBAgQIECAAAECBAgQIECAAAECBAgQIECAAAECBAgQIECAAIEaC1Rye2vasLVriwLXGh+26QgQIECAgMDVN0CAAAECBAgQIJBlAYFrlk/H2ggQIECAAAECBAgQIECAAAECBAgQIECAAAECBAgQIECAAAECBAgQIECAQPUEyr29tVpha9cOBK7VO0tvIkCAAAECJQkIXEti8hABAgQIECBAgECdBASudYI3LQECBAgQIECAAAECBAgQIECAAAECBAgQIECAAAECBAgQIECAAAECBAgQqLFAqbe3Vjts7dqmwLXGB246AgQIECAgcPUNECBAgAABAgQIZFlA4Jrl07E2AgQIECBAgAABAgQIECBAgAABAgQIECBAgAABAgQIECBAgAABAgQIECBQHYFSbm8dqrC1awcC1+qcpbcQIECAAIGSBQSuJVN5kAABAgQIECBAoA4CAtc6oJuSAAECBAgQIECAAAECBAgQIECAAAECBAgQIECAAAECBAgQIECAAAECBAjUWGCg21uHOmzt2qrAtcaHbjoCBAgQICBw9Q0QIECAAAECBAhkWUDgmuXTsTYCBAgQIECAAAECBAgQIECAAAECBAgQIECAAAECBAgQIECAAAECBAgQIJBeoL/bW2sVtnbtQOCa/iy9gQABAgQIlCUgcC2Ly8MECBAgQIAAAQI1FhC41hjcdAQIECBAgAABAgQIECBAgAABAgQIECBAgAABAgQIECBAgAABAgQIECBAoMYCvW9vrXXY2rVdgWuND950BAgQIEBA4OobIECAAAECBAgQyLKAwDXLp2NtBAgQIECAAAECBAgQIECAAAECBAgQIECAAAECBAgQIECAAAECBAgQIEAgnUD321vrFbZ27eCDiCj+e4sffPBB9BHdpNut0QQIECBAgEBRoLOzM4499tjuIsn/s4kef4CLAAECBAgQIECAQD0FBK711Dc3AQIECBAgQIAAAQIECBAgQIAAAQIECBAgQIAAAQIECBAgQIAAAQIECBAYWoHk9tbzIiL5791DO9Wgb38vIlq6njp48GCMGDFi0EEeIECAAAECBCoT6OjoiA996EPdBx+KiJMqe5tRBAgQIECAAAECBKovIHCtvqk3EiBAgAABAgQIECBAgAABAgQIECBAgAABAgQIECBAgAABAgQIECBAgACBrAicFREvZWQxP4+IU7rW8q//+q9x+umnZ2RplkGAAAECBJpP4I033ojPfOYz3Te2PyJObb6d2hEBAgQIECBAgECjCghcG/XkrJsAAQIECBAgQIAAAQIECBAgQIAAAQIECBAgQIAAAQIECBAgQIAAAQIECDSWwNMR8YddS3788cdjwoQJjbUDqyVAgAABAg0ksHPnzrjooou6r/jHEfFHDbQFSyVAgAABAgQIEGhyAYFrkx+w7REgQIAAAQIECBAgQIAAAQIECBAgQIAAAQIECBAgQIAAAQIECBAgQIAAgYwIrI2IuV1rWblyZXzzm9/MyNIsgwABAgQINJ/At771rbjxxhu7b2xdRMxrvp3aEQECBAgQIECAQKMKCFwb9eSsmwABAgQIECBAgAABAgQIECBAgAABAgQIECBAgAABAgQIECBAgAABAgQINJbA1RFxb9eSJ06cGNu3b2+sHVgtAQIECBBoIIFJkybFjh07uq/4moj4bgNtwVIJECBAgAABAgSaXEDg2uQHbHsECBAgQIAAAQIECBAgQIAAAQIECBAgQIAAAQIECBAgQIAAAQIECBAgQCAjAmMi4qWutZx44onx3nvvxTHH+FcZM3I+lkGAAAECTSTQ2dkZJ510Urz//vvdd3VWROxtom3aCgECBAgQIECAQIML+KdCDX6Alk+AAAECBAgQIECAAAECBAgQIECAAAECBAgQIECAAAECBAgQIECAAAECBBpI4OcRcUrXerdu3RqXXnppAy3fUgkQIECAQGMIPPzww3HZZZd1X+z+iDi1MVZvlQQIECBAgAABAnkRELjm5aTtkwABAgQIECBAgAABAgQIECBAgAABAgQIECBAgAABAgQIECBAgAABAgQI1F/groi4vmsZEydOjO3bt9d/VVZAgAABAgSaTGDSpEmxY8eO7ru6OyK+0WTbtB0CBAgQIECAAIEGFxC4NvgBWj4BAgQIECBAgAABAgQIECBAgAABAgQIECBAgAABAgQIECBAgAABAgQIEGgggT+IiOe6r/enP/1pfO5zn2ugLVgqAQIECBDItsCLL74YZ599du9Fjo+If872yq2OAAECBAgQIEAgbwIC17yduP0SIECAAAECBAgQIECAAAECBAgQIECAAAECBAgQIECAAAECBAgQIECAAIH6CjwdEX/YtYTp06fH97///fquyOwECBAgQKCJBGbMmBEPPvhg9x39OCL+qIm2aCsECBAgQIAAAQJNIiBwbZKDtA0CBAgQIECAAAECBAgQIECAAAECBAgQIECAAAECBAgQIECAAAECBAgQINAgApdHxJbua3388cdjwoQJDbJ8yyRAgAABAtkV2LlzZ1x00UW9Fzg1In6Q3VVbGQECBAgQIECAQF4FBK55PXn7JkCAAAECBAgQIECAAAECBAgQIECAAAECBAgQIECAAAECBAgQIECAAAEC9RPocYvrGWecES+//HIcc4x/rbF+R2JmAgQIEGh0gc7OzjjzzDPjlVde6b4Vt7c2+sFaPwECBAgQIECgiQX8k6AmPlxbI0CAAAECBAgQIECAAAECBAgQIECAAAECBAgQIECAAAECBAgQIECAAAECGRX4UkQ82X1t8+bNi/vuuy+jy7UsAgQIECCQfYGrrroq1q5d23uh50fEP2Z/9VZIgAABAgQIECCQRwGBax5P3Z4JECBAgAABAgQIECBAgAABAgQIECBAgAABAgQIECBAgAABAgQIECBAgED9Be6KiOu7L2PlypXxzW9+s/4rswICBAgQINBgAt/61rfixhtv7L3quyPiGw22FcslQIAAAQIECBDIkYDANUeHbasECBAgQIAAAQIECBAgQIAAAQIECBAgQIAAAQIECBAgQIAAAQIECBAgQCBjAj+JiLHd19Te3h7XXnttxpZpOQQIECBAILsC99xzTyxcuLD3AvdExO9ld9VWRoAAAQIECBAgQCBC4OorIECAAAECBAgQIECAAAECBAgQIECAAAECBAgQIECAAAECBAgQIECAAAECBOolMCYino2Ilu4LcJNrvY7DvAQIECDQaAL93Nx6KCLOiYi9jbYf6yVAgAABAgQIEMiXgMA1X+dttwQIECBAgAABAgQIECBAgAABAgQIECBAgAABAgQIECBAgAABAgQIECBAIGsCX42IR3svat68ebFmzZo45hj/qmPWDsx6CBAgQKD+Ap2dnTF//vxYu3ZtX4u5OCIeq/8qrYAAAQIECBAgQIDAwAL+qY8vhAABAgQIECBAgAABAgQIECBAgAABAgQIECBAgAABAgQIECBAgAABAgQIEKi3wOURsaX3Is4444z427/925gwYUK912d+AgQIECCQGYGdO3fGDTfcEK+88kpfa5oaET/IzGIthAABAgQIECBAgMAAAgJXnwcBAgQIECBAgAABAgQIECBAgAABAgQIECBAgAABAgQIECBAgAABAgQIECCQBYHkJteHIqKl92KmT58ef/EXfxGf+9znsrBOayBAgAABAnURePHFF+Pb3/52PPjgg33Nfygivu7m1rocjUkJECBAgAABAgQqFBC4VghnGAECBAgQIECAAAECBAgQIECAAAECBAgQIECAAAECBAgQIECAAAECBAgQIFB1gTERsT4ixvb15okTJ8bMmTPjkksuiWOO8a9AVl3fCwkQIEAgcwKdnZ3xyCOPxMaNG2PHjh39rW9PRMyJiL2Z24AFESBAgAABAgQIEBhAwD/d8XkQIECAAAECBAgQIECAAAECBAgQIECAAAECBAgQIECAAAECBAgQIECAAAECWRO4KyKu729RJ554YlxwwQUxfvz4GDNmTPzu7/5ufOITn4iTTjpJ+Jq1k7QeAgQIEChJIAlZ33vvvfjFL34R//7v/x579+6N5557Lp544ol4//33B3rH3RHxjZIm8RABAgQIECBAgACBjAkIXDN2IJZDgAABAgQIECBAgAABAgQIECBAgAABAgQIECBAgAABAgQIECBAgAABAgQIFAS+FBG3RsQf8iBAgAABAgSOEvjx//7v5D+yIUCAAAECBAgQINCoAgLXRj056yZAgAABAgQIECBAgAABAgQIECBAgAABAgQIECBAgAABAgQIECBAgAABAvkQuDwiFgpd83HYdkmAAAECgwokYWt7RPxg0Cc9QIAAAQIECBAgQCDjAgLXjB+Q5REgQIAAAQIECBAgQIAAAQIECBAgQIAAAQIECBAgQIAAAQIECBAgQIAAAQIFgT+IiK9HxKSIOIUJAQIECBDIkcD+iNgeEQ9FxD/naN+2SoAAAQIECBAg0OQCAtcmP2DbI0CAAAECBAgQIECAAAECBAgQIECAAAECBAgQIECAAAECBAgQIECAAAECTSgwJiLGR8TZETEqIj4VER+LiBMjwr8b2YQHbksECBDIgUBnRLwfEe9ExP+JiNcj4qcR8VxE7M3B/m2RAAECBAgQIEAghwL+IU4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wGBaw4P3ZYJECBAgAABAgQIECBAgAABAgQIECBAgAABAgQIECBAgAABAgQIECBAgAABAgQIECBAgAABAgQIECBAgAABAvUUELjWU9/cBAgQIECAAAECBAgQIECAAAECBAgQIECAAAECBAgQIECAAAECBAgQIECAAAECBAgQIECAAAECBAgQIECAAIEcCghcc3jotkyAAAECBAgQIECAAAECBAgQIECAAAECBAgQIECAAAECBAgQIECAAAECBAgQIECAAAECBAgQIECAAAECBAgQqKeAwLWe+uYmQIAAAQIECBAgQIAAAQIECBAgQIAAAQIECBAgQIAAAQIECBAgQIAAAQIECBAgQIAAAQIECBAgQIAAAQIECORQQOCaw0O3ZQIECBAgQIAAAQIECBAgQIAAAQIECBAgQIAAAQIECBAgQIAAAQIECBAgQIAAAQIECBAgQIAAAQIECBAgQIBAPQUErvXUNzcBAgQIECBAgAABAgQIECBAgAABAgQIECBAgAABAgQIECBAgAABAgQIECBAgAABAgQIECBAgAABAgQIECBAIIcCAtccHrotEyBAgAABAgQIECBAgAABAgQIECBAgAABAgQIECBAgAABAgQIECBAgAABAgQIECBAgAABAgQIECBAgAABAgTqKSBwrae+uQkQIECAAAECBAgQIECAAAECBAgQIECAAAECBAgQIECAAAECBAgQIECAAAECBAgQIECAAAECBAgQIECAAAECORT4vxtVB6bUQfRw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637155"/>
            <a:ext cx="7432040" cy="17614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83710" y="4398645"/>
            <a:ext cx="49269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noFill/>
              </a:rPr>
              <a:t>flowchart LR</a:t>
            </a:r>
            <a:endParaRPr lang="zh-CN" altLang="en-US">
              <a:noFill/>
            </a:endParaRPr>
          </a:p>
          <a:p>
            <a:r>
              <a:rPr lang="zh-CN" altLang="en-US">
                <a:noFill/>
              </a:rPr>
              <a:t>    JPG[JPG] --&gt; |input|B(get jpg info)</a:t>
            </a:r>
            <a:endParaRPr lang="zh-CN" altLang="en-US">
              <a:noFill/>
            </a:endParaRPr>
          </a:p>
          <a:p>
            <a:r>
              <a:rPr lang="zh-CN" altLang="en-US">
                <a:noFill/>
              </a:rPr>
              <a:t>    subgraph jpg decoder</a:t>
            </a:r>
            <a:endParaRPr lang="zh-CN" altLang="en-US">
              <a:noFill/>
            </a:endParaRPr>
          </a:p>
          <a:p>
            <a:r>
              <a:rPr lang="zh-CN" altLang="en-US">
                <a:noFill/>
              </a:rPr>
              <a:t>    B --&gt; dec(jpg dec)</a:t>
            </a:r>
            <a:endParaRPr lang="zh-CN" altLang="en-US">
              <a:noFill/>
            </a:endParaRPr>
          </a:p>
          <a:p>
            <a:r>
              <a:rPr lang="zh-CN" altLang="en-US">
                <a:noFill/>
              </a:rPr>
              <a:t>    dec --&gt; |effect enable|yuv(yuv process)</a:t>
            </a:r>
            <a:endParaRPr lang="zh-CN" altLang="en-US">
              <a:noFill/>
            </a:endParaRPr>
          </a:p>
          <a:p>
            <a:r>
              <a:rPr lang="zh-CN" altLang="en-US">
                <a:noFill/>
              </a:rPr>
              <a:t>    end</a:t>
            </a:r>
            <a:endParaRPr lang="zh-CN" altLang="en-US">
              <a:noFill/>
            </a:endParaRPr>
          </a:p>
          <a:p>
            <a:r>
              <a:rPr lang="zh-CN" altLang="en-US">
                <a:noFill/>
              </a:rPr>
              <a:t>    dec --&gt; |effect disable|DE</a:t>
            </a:r>
            <a:endParaRPr lang="zh-CN" altLang="en-US">
              <a:noFill/>
            </a:endParaRPr>
          </a:p>
          <a:p>
            <a:r>
              <a:rPr lang="zh-CN" altLang="en-US">
                <a:noFill/>
              </a:rPr>
              <a:t>    yuv --&gt; DE(DE)</a:t>
            </a:r>
            <a:endParaRPr lang="zh-CN" altLang="en-US">
              <a:noFill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143240" y="2967335"/>
            <a:ext cx="335758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zh-CN" dirty="0" smtClean="0"/>
          </a:p>
          <a:p>
            <a:pPr algn="ctr"/>
            <a:r>
              <a:rPr lang="en-US" altLang="zh-CN" sz="2800" dirty="0" smtClean="0"/>
              <a:t> End</a:t>
            </a:r>
            <a:br>
              <a:rPr lang="en-US" altLang="zh-CN" sz="2800" dirty="0" smtClean="0"/>
            </a:br>
            <a:r>
              <a:rPr lang="en-US" altLang="zh-CN" sz="2800" dirty="0" smtClean="0"/>
              <a:t>Thank you!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PLACING_PICTURE_USER_VIEWPORT" val="{&quot;height&quot;:9570,&quot;width&quot;:12915}"/>
</p:tagLst>
</file>

<file path=ppt/tags/tag4.xml><?xml version="1.0" encoding="utf-8"?>
<p:tagLst xmlns:p="http://schemas.openxmlformats.org/presentationml/2006/main">
  <p:tag name="KSO_WM_UNIT_TABLE_BEAUTIFY" val="smartTable{e0dfa713-8ae3-49c4-93f0-ff4144a22d53}"/>
  <p:tag name="TABLE_ENDDRAG_ORIGIN_RECT" val="648*150"/>
  <p:tag name="TABLE_ENDDRAG_RECT" val="36*126*648*150"/>
</p:tagLst>
</file>

<file path=ppt/tags/tag5.xml><?xml version="1.0" encoding="utf-8"?>
<p:tagLst xmlns:p="http://schemas.openxmlformats.org/presentationml/2006/main">
  <p:tag name="KSO_WM_UNIT_PLACING_PICTURE_USER_VIEWPORT" val="{&quot;height&quot;:7455,&quot;width&quot;:799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Application>WPS 演示</Application>
  <PresentationFormat>全屏显示(4:3)</PresentationFormat>
  <Paragraphs>106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Calibri</vt:lpstr>
      <vt:lpstr>Microsoft JhengHei</vt:lpstr>
      <vt:lpstr>PMingLiU</vt:lpstr>
      <vt:lpstr>MingLiU-ExtB</vt:lpstr>
      <vt:lpstr>Verdana</vt:lpstr>
      <vt:lpstr>微软雅黑</vt:lpstr>
      <vt:lpstr>Arial Unicode MS</vt:lpstr>
      <vt:lpstr>PMingLiU</vt:lpstr>
      <vt:lpstr>Segoe Print</vt:lpstr>
      <vt:lpstr>Office 主题</vt:lpstr>
      <vt:lpstr>1_Office 主题</vt:lpstr>
      <vt:lpstr>PowerPoint 演示文稿</vt:lpstr>
      <vt:lpstr>目录</vt:lpstr>
      <vt:lpstr>color space</vt:lpstr>
      <vt:lpstr>color space</vt:lpstr>
      <vt:lpstr>color space</vt:lpstr>
      <vt:lpstr>color space</vt:lpstr>
      <vt:lpstr>color space</vt:lpstr>
      <vt:lpstr>yuv mapping</vt:lpstr>
      <vt:lpstr>image format</vt:lpstr>
      <vt:lpstr>image info</vt:lpstr>
      <vt:lpstr>image info</vt:lpstr>
      <vt:lpstr>image info</vt:lpstr>
      <vt:lpstr>JPG编码</vt:lpstr>
      <vt:lpstr>JPG编码</vt:lpstr>
      <vt:lpstr>JPG编码</vt:lpstr>
      <vt:lpstr>JPG编码</vt:lpstr>
      <vt:lpstr>JPG编码</vt:lpstr>
      <vt:lpstr>JPG编码</vt:lpstr>
      <vt:lpstr>JPG编码</vt:lpstr>
      <vt:lpstr>数据流程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xbany</dc:creator>
  <cp:lastModifiedBy>浩南</cp:lastModifiedBy>
  <cp:revision>334</cp:revision>
  <dcterms:created xsi:type="dcterms:W3CDTF">2019-11-11T11:15:00Z</dcterms:created>
  <dcterms:modified xsi:type="dcterms:W3CDTF">2023-07-25T10:59:31Z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A99C97CE63B5481BA1E838BBF44C90C0</vt:lpwstr>
  </property>
</Properties>
</file>